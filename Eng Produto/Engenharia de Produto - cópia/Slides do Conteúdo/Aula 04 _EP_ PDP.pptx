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8" r:id="rId1"/>
  </p:sldMasterIdLst>
  <p:notesMasterIdLst>
    <p:notesMasterId r:id="rId36"/>
  </p:notesMasterIdLst>
  <p:sldIdLst>
    <p:sldId id="256" r:id="rId2"/>
    <p:sldId id="667" r:id="rId3"/>
    <p:sldId id="679" r:id="rId4"/>
    <p:sldId id="661" r:id="rId5"/>
    <p:sldId id="664" r:id="rId6"/>
    <p:sldId id="668" r:id="rId7"/>
    <p:sldId id="671" r:id="rId8"/>
    <p:sldId id="672" r:id="rId9"/>
    <p:sldId id="676" r:id="rId10"/>
    <p:sldId id="1005" r:id="rId11"/>
    <p:sldId id="1006" r:id="rId12"/>
    <p:sldId id="675" r:id="rId13"/>
    <p:sldId id="677" r:id="rId14"/>
    <p:sldId id="298" r:id="rId15"/>
    <p:sldId id="1009" r:id="rId16"/>
    <p:sldId id="1010" r:id="rId17"/>
    <p:sldId id="319" r:id="rId18"/>
    <p:sldId id="1008" r:id="rId19"/>
    <p:sldId id="1007" r:id="rId20"/>
    <p:sldId id="833" r:id="rId21"/>
    <p:sldId id="834" r:id="rId22"/>
    <p:sldId id="918" r:id="rId23"/>
    <p:sldId id="847" r:id="rId24"/>
    <p:sldId id="950" r:id="rId25"/>
    <p:sldId id="988" r:id="rId26"/>
    <p:sldId id="989" r:id="rId27"/>
    <p:sldId id="990" r:id="rId28"/>
    <p:sldId id="991" r:id="rId29"/>
    <p:sldId id="1003" r:id="rId30"/>
    <p:sldId id="994" r:id="rId31"/>
    <p:sldId id="996" r:id="rId32"/>
    <p:sldId id="997" r:id="rId33"/>
    <p:sldId id="1000" r:id="rId34"/>
    <p:sldId id="920" r:id="rId35"/>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58"/>
    <p:restoredTop sz="91485"/>
  </p:normalViewPr>
  <p:slideViewPr>
    <p:cSldViewPr snapToGrid="0" snapToObjects="1">
      <p:cViewPr varScale="1">
        <p:scale>
          <a:sx n="104" d="100"/>
          <a:sy n="104" d="100"/>
        </p:scale>
        <p:origin x="616" y="200"/>
      </p:cViewPr>
      <p:guideLst/>
    </p:cSldViewPr>
  </p:slideViewPr>
  <p:outlineViewPr>
    <p:cViewPr>
      <p:scale>
        <a:sx n="33" d="100"/>
        <a:sy n="33" d="100"/>
      </p:scale>
      <p:origin x="0" y="-916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07E1E4-E6FA-ED4E-9E4E-8D2C810A3A14}" type="doc">
      <dgm:prSet loTypeId="urn:microsoft.com/office/officeart/2005/8/layout/venn1" loCatId="" qsTypeId="urn:microsoft.com/office/officeart/2005/8/quickstyle/simple1" qsCatId="simple" csTypeId="urn:microsoft.com/office/officeart/2005/8/colors/accent1_2" csCatId="accent1" phldr="1"/>
      <dgm:spPr/>
    </dgm:pt>
    <dgm:pt modelId="{66DA9A9E-761E-F34F-B5E2-956226F18EE9}">
      <dgm:prSet phldrT="[Texto]" custT="1"/>
      <dgm:spPr/>
      <dgm:t>
        <a:bodyPr/>
        <a:lstStyle/>
        <a:p>
          <a:r>
            <a:rPr lang="pt-BR" sz="2400" dirty="0">
              <a:solidFill>
                <a:srgbClr val="002060"/>
              </a:solidFill>
            </a:rPr>
            <a:t>Analises do negócio</a:t>
          </a:r>
        </a:p>
      </dgm:t>
    </dgm:pt>
    <dgm:pt modelId="{4C4671E4-9E0F-2044-9DCC-61AB8ED60742}" type="parTrans" cxnId="{362CF87B-5CCD-C549-A483-D5944D585C56}">
      <dgm:prSet/>
      <dgm:spPr/>
      <dgm:t>
        <a:bodyPr/>
        <a:lstStyle/>
        <a:p>
          <a:endParaRPr lang="pt-BR" sz="1400"/>
        </a:p>
      </dgm:t>
    </dgm:pt>
    <dgm:pt modelId="{9DA912F2-C0E0-F44F-B818-D29501A01E41}" type="sibTrans" cxnId="{362CF87B-5CCD-C549-A483-D5944D585C56}">
      <dgm:prSet/>
      <dgm:spPr/>
      <dgm:t>
        <a:bodyPr/>
        <a:lstStyle/>
        <a:p>
          <a:endParaRPr lang="pt-BR" sz="1400"/>
        </a:p>
      </dgm:t>
    </dgm:pt>
    <dgm:pt modelId="{EEEC88A2-E43F-5142-9BA5-16681A305117}">
      <dgm:prSet phldrT="[Texto]" custT="1"/>
      <dgm:spPr/>
      <dgm:t>
        <a:bodyPr/>
        <a:lstStyle/>
        <a:p>
          <a:r>
            <a:rPr lang="pt-BR" sz="2400" dirty="0">
              <a:solidFill>
                <a:srgbClr val="002060"/>
              </a:solidFill>
            </a:rPr>
            <a:t>Engenharia de Sistemas</a:t>
          </a:r>
        </a:p>
      </dgm:t>
    </dgm:pt>
    <dgm:pt modelId="{67A616CB-FE24-3941-BD1D-2D9BCAD01F0A}" type="parTrans" cxnId="{8B0E43B5-9427-7F41-85D7-5F88A9822500}">
      <dgm:prSet/>
      <dgm:spPr/>
      <dgm:t>
        <a:bodyPr/>
        <a:lstStyle/>
        <a:p>
          <a:endParaRPr lang="pt-BR" sz="1400"/>
        </a:p>
      </dgm:t>
    </dgm:pt>
    <dgm:pt modelId="{D493CA25-879B-454F-9C73-D84DEDCEB0EB}" type="sibTrans" cxnId="{8B0E43B5-9427-7F41-85D7-5F88A9822500}">
      <dgm:prSet/>
      <dgm:spPr/>
      <dgm:t>
        <a:bodyPr/>
        <a:lstStyle/>
        <a:p>
          <a:endParaRPr lang="pt-BR" sz="1400"/>
        </a:p>
      </dgm:t>
    </dgm:pt>
    <dgm:pt modelId="{67484954-293B-5849-A3D1-AF466000EB9D}">
      <dgm:prSet phldrT="[Texto]" custT="1"/>
      <dgm:spPr/>
      <dgm:t>
        <a:bodyPr/>
        <a:lstStyle/>
        <a:p>
          <a:r>
            <a:rPr lang="pt-BR" sz="2400" dirty="0">
              <a:solidFill>
                <a:srgbClr val="002060"/>
              </a:solidFill>
            </a:rPr>
            <a:t>Gestão de Projeto (Project)</a:t>
          </a:r>
        </a:p>
      </dgm:t>
    </dgm:pt>
    <dgm:pt modelId="{6D555C8A-0B09-EF47-B05C-84BDF96C731A}" type="parTrans" cxnId="{903C3AB7-DA6B-C742-A111-BB1178F9BBA4}">
      <dgm:prSet/>
      <dgm:spPr/>
      <dgm:t>
        <a:bodyPr/>
        <a:lstStyle/>
        <a:p>
          <a:endParaRPr lang="pt-BR" sz="1400"/>
        </a:p>
      </dgm:t>
    </dgm:pt>
    <dgm:pt modelId="{5AFE84A4-9E3E-5546-BD84-865B268B1356}" type="sibTrans" cxnId="{903C3AB7-DA6B-C742-A111-BB1178F9BBA4}">
      <dgm:prSet/>
      <dgm:spPr/>
      <dgm:t>
        <a:bodyPr/>
        <a:lstStyle/>
        <a:p>
          <a:endParaRPr lang="pt-BR" sz="1400"/>
        </a:p>
      </dgm:t>
    </dgm:pt>
    <dgm:pt modelId="{A1295A49-5FF1-FE47-B7F9-2BD92A892C77}" type="pres">
      <dgm:prSet presAssocID="{9107E1E4-E6FA-ED4E-9E4E-8D2C810A3A14}" presName="compositeShape" presStyleCnt="0">
        <dgm:presLayoutVars>
          <dgm:chMax val="7"/>
          <dgm:dir/>
          <dgm:resizeHandles val="exact"/>
        </dgm:presLayoutVars>
      </dgm:prSet>
      <dgm:spPr/>
    </dgm:pt>
    <dgm:pt modelId="{95DD6B62-FA64-5040-858A-7B14F7D064E3}" type="pres">
      <dgm:prSet presAssocID="{66DA9A9E-761E-F34F-B5E2-956226F18EE9}" presName="circ1" presStyleLbl="vennNode1" presStyleIdx="0" presStyleCnt="3"/>
      <dgm:spPr/>
    </dgm:pt>
    <dgm:pt modelId="{6744D79E-D4B7-164A-811D-CE9A7C01AC36}" type="pres">
      <dgm:prSet presAssocID="{66DA9A9E-761E-F34F-B5E2-956226F18EE9}" presName="circ1Tx" presStyleLbl="revTx" presStyleIdx="0" presStyleCnt="0">
        <dgm:presLayoutVars>
          <dgm:chMax val="0"/>
          <dgm:chPref val="0"/>
          <dgm:bulletEnabled val="1"/>
        </dgm:presLayoutVars>
      </dgm:prSet>
      <dgm:spPr/>
    </dgm:pt>
    <dgm:pt modelId="{70ED9A99-3050-EF4A-BA70-167916FE7B25}" type="pres">
      <dgm:prSet presAssocID="{EEEC88A2-E43F-5142-9BA5-16681A305117}" presName="circ2" presStyleLbl="vennNode1" presStyleIdx="1" presStyleCnt="3"/>
      <dgm:spPr/>
    </dgm:pt>
    <dgm:pt modelId="{DF037663-8788-FA42-8660-FC125046ACC9}" type="pres">
      <dgm:prSet presAssocID="{EEEC88A2-E43F-5142-9BA5-16681A305117}" presName="circ2Tx" presStyleLbl="revTx" presStyleIdx="0" presStyleCnt="0">
        <dgm:presLayoutVars>
          <dgm:chMax val="0"/>
          <dgm:chPref val="0"/>
          <dgm:bulletEnabled val="1"/>
        </dgm:presLayoutVars>
      </dgm:prSet>
      <dgm:spPr/>
    </dgm:pt>
    <dgm:pt modelId="{2B3621CF-650B-7446-BB24-EADB39AF4526}" type="pres">
      <dgm:prSet presAssocID="{67484954-293B-5849-A3D1-AF466000EB9D}" presName="circ3" presStyleLbl="vennNode1" presStyleIdx="2" presStyleCnt="3" custScaleX="112644"/>
      <dgm:spPr/>
    </dgm:pt>
    <dgm:pt modelId="{3B13E024-419B-EC43-9163-22CF97B37916}" type="pres">
      <dgm:prSet presAssocID="{67484954-293B-5849-A3D1-AF466000EB9D}" presName="circ3Tx" presStyleLbl="revTx" presStyleIdx="0" presStyleCnt="0">
        <dgm:presLayoutVars>
          <dgm:chMax val="0"/>
          <dgm:chPref val="0"/>
          <dgm:bulletEnabled val="1"/>
        </dgm:presLayoutVars>
      </dgm:prSet>
      <dgm:spPr/>
    </dgm:pt>
  </dgm:ptLst>
  <dgm:cxnLst>
    <dgm:cxn modelId="{E85E870A-06B3-DD47-85DC-5D9DD86289A6}" type="presOf" srcId="{EEEC88A2-E43F-5142-9BA5-16681A305117}" destId="{DF037663-8788-FA42-8660-FC125046ACC9}" srcOrd="1" destOrd="0" presId="urn:microsoft.com/office/officeart/2005/8/layout/venn1"/>
    <dgm:cxn modelId="{635FF823-9393-F645-9FBA-A6608347CD51}" type="presOf" srcId="{EEEC88A2-E43F-5142-9BA5-16681A305117}" destId="{70ED9A99-3050-EF4A-BA70-167916FE7B25}" srcOrd="0" destOrd="0" presId="urn:microsoft.com/office/officeart/2005/8/layout/venn1"/>
    <dgm:cxn modelId="{7EBC9C39-3F31-B749-8E72-0D855CB025C5}" type="presOf" srcId="{66DA9A9E-761E-F34F-B5E2-956226F18EE9}" destId="{95DD6B62-FA64-5040-858A-7B14F7D064E3}" srcOrd="0" destOrd="0" presId="urn:microsoft.com/office/officeart/2005/8/layout/venn1"/>
    <dgm:cxn modelId="{5305163F-EC2C-594D-B228-50CBCDD5BC18}" type="presOf" srcId="{9107E1E4-E6FA-ED4E-9E4E-8D2C810A3A14}" destId="{A1295A49-5FF1-FE47-B7F9-2BD92A892C77}" srcOrd="0" destOrd="0" presId="urn:microsoft.com/office/officeart/2005/8/layout/venn1"/>
    <dgm:cxn modelId="{362CF87B-5CCD-C549-A483-D5944D585C56}" srcId="{9107E1E4-E6FA-ED4E-9E4E-8D2C810A3A14}" destId="{66DA9A9E-761E-F34F-B5E2-956226F18EE9}" srcOrd="0" destOrd="0" parTransId="{4C4671E4-9E0F-2044-9DCC-61AB8ED60742}" sibTransId="{9DA912F2-C0E0-F44F-B818-D29501A01E41}"/>
    <dgm:cxn modelId="{4B67E18B-19CA-C94D-900D-BA20B998B6B3}" type="presOf" srcId="{67484954-293B-5849-A3D1-AF466000EB9D}" destId="{2B3621CF-650B-7446-BB24-EADB39AF4526}" srcOrd="0" destOrd="0" presId="urn:microsoft.com/office/officeart/2005/8/layout/venn1"/>
    <dgm:cxn modelId="{43419F8F-A8DC-C34E-BD9B-A491698E9FA4}" type="presOf" srcId="{66DA9A9E-761E-F34F-B5E2-956226F18EE9}" destId="{6744D79E-D4B7-164A-811D-CE9A7C01AC36}" srcOrd="1" destOrd="0" presId="urn:microsoft.com/office/officeart/2005/8/layout/venn1"/>
    <dgm:cxn modelId="{58B1A9AA-8203-FF4D-86CA-04284936A053}" type="presOf" srcId="{67484954-293B-5849-A3D1-AF466000EB9D}" destId="{3B13E024-419B-EC43-9163-22CF97B37916}" srcOrd="1" destOrd="0" presId="urn:microsoft.com/office/officeart/2005/8/layout/venn1"/>
    <dgm:cxn modelId="{8B0E43B5-9427-7F41-85D7-5F88A9822500}" srcId="{9107E1E4-E6FA-ED4E-9E4E-8D2C810A3A14}" destId="{EEEC88A2-E43F-5142-9BA5-16681A305117}" srcOrd="1" destOrd="0" parTransId="{67A616CB-FE24-3941-BD1D-2D9BCAD01F0A}" sibTransId="{D493CA25-879B-454F-9C73-D84DEDCEB0EB}"/>
    <dgm:cxn modelId="{903C3AB7-DA6B-C742-A111-BB1178F9BBA4}" srcId="{9107E1E4-E6FA-ED4E-9E4E-8D2C810A3A14}" destId="{67484954-293B-5849-A3D1-AF466000EB9D}" srcOrd="2" destOrd="0" parTransId="{6D555C8A-0B09-EF47-B05C-84BDF96C731A}" sibTransId="{5AFE84A4-9E3E-5546-BD84-865B268B1356}"/>
    <dgm:cxn modelId="{A7611087-859E-FB44-B2D5-38F93EFF652A}" type="presParOf" srcId="{A1295A49-5FF1-FE47-B7F9-2BD92A892C77}" destId="{95DD6B62-FA64-5040-858A-7B14F7D064E3}" srcOrd="0" destOrd="0" presId="urn:microsoft.com/office/officeart/2005/8/layout/venn1"/>
    <dgm:cxn modelId="{48C46331-9588-3347-8BAF-2A0A49AC5272}" type="presParOf" srcId="{A1295A49-5FF1-FE47-B7F9-2BD92A892C77}" destId="{6744D79E-D4B7-164A-811D-CE9A7C01AC36}" srcOrd="1" destOrd="0" presId="urn:microsoft.com/office/officeart/2005/8/layout/venn1"/>
    <dgm:cxn modelId="{D313C15F-B9EF-FE49-9D03-8A8C6C62D152}" type="presParOf" srcId="{A1295A49-5FF1-FE47-B7F9-2BD92A892C77}" destId="{70ED9A99-3050-EF4A-BA70-167916FE7B25}" srcOrd="2" destOrd="0" presId="urn:microsoft.com/office/officeart/2005/8/layout/venn1"/>
    <dgm:cxn modelId="{F30B88C5-C76A-054B-9142-FC4121C2CCFD}" type="presParOf" srcId="{A1295A49-5FF1-FE47-B7F9-2BD92A892C77}" destId="{DF037663-8788-FA42-8660-FC125046ACC9}" srcOrd="3" destOrd="0" presId="urn:microsoft.com/office/officeart/2005/8/layout/venn1"/>
    <dgm:cxn modelId="{88F6EF0C-18D7-9043-A2A3-8AA2C20B0DB1}" type="presParOf" srcId="{A1295A49-5FF1-FE47-B7F9-2BD92A892C77}" destId="{2B3621CF-650B-7446-BB24-EADB39AF4526}" srcOrd="4" destOrd="0" presId="urn:microsoft.com/office/officeart/2005/8/layout/venn1"/>
    <dgm:cxn modelId="{841B09F3-B739-AA4D-A78A-C1D685B361BF}" type="presParOf" srcId="{A1295A49-5FF1-FE47-B7F9-2BD92A892C77}" destId="{3B13E024-419B-EC43-9163-22CF97B37916}" srcOrd="5"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DD6B62-FA64-5040-858A-7B14F7D064E3}">
      <dsp:nvSpPr>
        <dsp:cNvPr id="0" name=""/>
        <dsp:cNvSpPr/>
      </dsp:nvSpPr>
      <dsp:spPr>
        <a:xfrm>
          <a:off x="2681794" y="130991"/>
          <a:ext cx="2710161" cy="2710161"/>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pt-BR" sz="2400" kern="1200" dirty="0">
              <a:solidFill>
                <a:srgbClr val="002060"/>
              </a:solidFill>
            </a:rPr>
            <a:t>Analises do negócio</a:t>
          </a:r>
        </a:p>
      </dsp:txBody>
      <dsp:txXfrm>
        <a:off x="3043149" y="605269"/>
        <a:ext cx="1987451" cy="1219572"/>
      </dsp:txXfrm>
    </dsp:sp>
    <dsp:sp modelId="{70ED9A99-3050-EF4A-BA70-167916FE7B25}">
      <dsp:nvSpPr>
        <dsp:cNvPr id="0" name=""/>
        <dsp:cNvSpPr/>
      </dsp:nvSpPr>
      <dsp:spPr>
        <a:xfrm>
          <a:off x="3659711" y="1824841"/>
          <a:ext cx="2710161" cy="2710161"/>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pt-BR" sz="2400" kern="1200" dirty="0">
              <a:solidFill>
                <a:srgbClr val="002060"/>
              </a:solidFill>
            </a:rPr>
            <a:t>Engenharia de Sistemas</a:t>
          </a:r>
        </a:p>
      </dsp:txBody>
      <dsp:txXfrm>
        <a:off x="4488568" y="2524966"/>
        <a:ext cx="1626096" cy="1490588"/>
      </dsp:txXfrm>
    </dsp:sp>
    <dsp:sp modelId="{2B3621CF-650B-7446-BB24-EADB39AF4526}">
      <dsp:nvSpPr>
        <dsp:cNvPr id="0" name=""/>
        <dsp:cNvSpPr/>
      </dsp:nvSpPr>
      <dsp:spPr>
        <a:xfrm>
          <a:off x="1532541" y="1824841"/>
          <a:ext cx="3052833" cy="2710161"/>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pt-BR" sz="2400" kern="1200" dirty="0">
              <a:solidFill>
                <a:srgbClr val="002060"/>
              </a:solidFill>
            </a:rPr>
            <a:t>Gestão de Projeto (Project)</a:t>
          </a:r>
        </a:p>
      </dsp:txBody>
      <dsp:txXfrm>
        <a:off x="1820016" y="2524966"/>
        <a:ext cx="1831700" cy="1490588"/>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DA6CE4-D1E8-764C-A54B-4234660D7D2D}" type="datetimeFigureOut">
              <a:rPr lang="pt-BR" smtClean="0"/>
              <a:t>23/10/2024</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Clique para editar os estilos de texto mestres</a:t>
            </a:r>
          </a:p>
          <a:p>
            <a:pPr lvl="1"/>
            <a:r>
              <a:rPr lang="en-US"/>
              <a:t>Segundo nível</a:t>
            </a:r>
          </a:p>
          <a:p>
            <a:pPr lvl="2"/>
            <a:r>
              <a:rPr lang="en-US"/>
              <a:t>Terceiro nível</a:t>
            </a:r>
          </a:p>
          <a:p>
            <a:pPr lvl="3"/>
            <a:r>
              <a:rPr lang="en-US"/>
              <a:t>Quarto nível</a:t>
            </a:r>
          </a:p>
          <a:p>
            <a:pPr lvl="4"/>
            <a:r>
              <a:rPr lang="en-US"/>
              <a:t>Quinto nível</a:t>
            </a:r>
            <a:endParaRPr lang="pt-B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6F208D-3C67-704E-91AA-F3D395DDD681}" type="slidenum">
              <a:rPr lang="pt-BR" smtClean="0"/>
              <a:t>‹nº›</a:t>
            </a:fld>
            <a:endParaRPr lang="pt-BR"/>
          </a:p>
        </p:txBody>
      </p:sp>
    </p:spTree>
    <p:extLst>
      <p:ext uri="{BB962C8B-B14F-4D97-AF65-F5344CB8AC3E}">
        <p14:creationId xmlns:p14="http://schemas.microsoft.com/office/powerpoint/2010/main" val="1896870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www.pdp.org.br/" TargetMode="External"/><Relationship Id="rId2" Type="http://schemas.openxmlformats.org/officeDocument/2006/relationships/slide" Target="../slides/slide21.xml"/><Relationship Id="rId1" Type="http://schemas.openxmlformats.org/officeDocument/2006/relationships/notesMaster" Target="../notesMasters/notesMaster1.xml"/><Relationship Id="rId6" Type="http://schemas.openxmlformats.org/officeDocument/2006/relationships/hyperlink" Target="http://www.eesc.usp.br/igdp/" TargetMode="External"/><Relationship Id="rId5" Type="http://schemas.openxmlformats.org/officeDocument/2006/relationships/hyperlink" Target="http://www.igdp.org.br/" TargetMode="External"/><Relationship Id="rId4" Type="http://schemas.openxmlformats.org/officeDocument/2006/relationships/hyperlink" Target="http://www.portaldeconhecimentos.org.br/index.php/por"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kern="1200" dirty="0">
                <a:solidFill>
                  <a:schemeClr val="tx1"/>
                </a:solidFill>
                <a:effectLst/>
                <a:latin typeface="+mn-lt"/>
                <a:ea typeface="+mn-ea"/>
                <a:cs typeface="+mn-cs"/>
              </a:rPr>
              <a:t>Parte do conteúdo deste curso está neste livro, que descreve um modelo de referência que será apresentado. Este curso porém apresenta mais do que está neste livro, mas não no nível de profundidade do livro:</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ROZENFELD, H. et al. Gestão de Desenvolvimento de Produtos: uma referência para a melhoria do processo. 1.ed. São Paulo: Saraiva, 2006. 542 p.</a:t>
            </a:r>
            <a:endParaRPr lang="en-US" sz="1200" kern="1200" dirty="0">
              <a:solidFill>
                <a:schemeClr val="tx1"/>
              </a:solidFill>
              <a:effectLst/>
              <a:latin typeface="+mn-lt"/>
              <a:ea typeface="+mn-ea"/>
              <a:cs typeface="+mn-cs"/>
            </a:endParaRPr>
          </a:p>
          <a:p>
            <a:endParaRPr lang="en-US" dirty="0"/>
          </a:p>
        </p:txBody>
      </p:sp>
      <p:sp>
        <p:nvSpPr>
          <p:cNvPr id="4" name="Espaço Reservado para Número de Slide 3"/>
          <p:cNvSpPr>
            <a:spLocks noGrp="1"/>
          </p:cNvSpPr>
          <p:nvPr>
            <p:ph type="sldNum" sz="quarter" idx="10"/>
          </p:nvPr>
        </p:nvSpPr>
        <p:spPr/>
        <p:txBody>
          <a:bodyPr/>
          <a:lstStyle/>
          <a:p>
            <a:fld id="{5081B174-BC4B-435C-8CB2-645DA17B7C99}" type="slidenum">
              <a:rPr lang="pt-BR" smtClean="0"/>
              <a:pPr/>
              <a:t>20</a:t>
            </a:fld>
            <a:endParaRPr lang="pt-BR"/>
          </a:p>
        </p:txBody>
      </p:sp>
    </p:spTree>
    <p:extLst>
      <p:ext uri="{BB962C8B-B14F-4D97-AF65-F5344CB8AC3E}">
        <p14:creationId xmlns:p14="http://schemas.microsoft.com/office/powerpoint/2010/main" val="37512567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kern="1200" dirty="0">
                <a:solidFill>
                  <a:schemeClr val="tx1"/>
                </a:solidFill>
                <a:effectLst/>
                <a:latin typeface="+mn-lt"/>
                <a:ea typeface="+mn-ea"/>
                <a:cs typeface="+mn-cs"/>
              </a:rPr>
              <a:t>O modelo do livro está na internet no link:</a:t>
            </a:r>
            <a:endParaRPr lang="en-US" sz="1200" kern="1200" dirty="0">
              <a:solidFill>
                <a:schemeClr val="tx1"/>
              </a:solidFill>
              <a:effectLst/>
              <a:latin typeface="+mn-lt"/>
              <a:ea typeface="+mn-ea"/>
              <a:cs typeface="+mn-cs"/>
            </a:endParaRPr>
          </a:p>
          <a:p>
            <a:r>
              <a:rPr lang="pt-BR" sz="1200" u="sng" kern="1200" dirty="0">
                <a:solidFill>
                  <a:schemeClr val="tx1"/>
                </a:solidFill>
                <a:effectLst/>
                <a:latin typeface="+mn-lt"/>
                <a:ea typeface="+mn-ea"/>
                <a:cs typeface="+mn-cs"/>
                <a:hlinkClick r:id="rId3"/>
              </a:rPr>
              <a:t>http://www.pdp.org.br/</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Os principais conteúdos relacionados com o modelo estão registrados no portal de conhecimentos:</a:t>
            </a:r>
            <a:endParaRPr lang="en-US" sz="1200" kern="1200" dirty="0">
              <a:solidFill>
                <a:schemeClr val="tx1"/>
              </a:solidFill>
              <a:effectLst/>
              <a:latin typeface="+mn-lt"/>
              <a:ea typeface="+mn-ea"/>
              <a:cs typeface="+mn-cs"/>
            </a:endParaRPr>
          </a:p>
          <a:p>
            <a:r>
              <a:rPr lang="pt-BR" sz="1200" u="sng" kern="1200" dirty="0">
                <a:solidFill>
                  <a:schemeClr val="tx1"/>
                </a:solidFill>
                <a:effectLst/>
                <a:latin typeface="+mn-lt"/>
                <a:ea typeface="+mn-ea"/>
                <a:cs typeface="+mn-cs"/>
                <a:hlinkClick r:id="rId4"/>
              </a:rPr>
              <a:t>http://www.portaldeconhecimentos.org.br/index.php/por</a:t>
            </a:r>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O conteúdo deste portal é constantemente atualizado por uma comunidade, composta por membros do Instituto de Gestão de Desenvolvimento de Produtos:</a:t>
            </a:r>
            <a:endParaRPr lang="en-US" sz="1200" kern="1200" dirty="0">
              <a:solidFill>
                <a:schemeClr val="tx1"/>
              </a:solidFill>
              <a:effectLst/>
              <a:latin typeface="+mn-lt"/>
              <a:ea typeface="+mn-ea"/>
              <a:cs typeface="+mn-cs"/>
            </a:endParaRPr>
          </a:p>
          <a:p>
            <a:r>
              <a:rPr lang="pt-BR" sz="1200" u="sng" kern="1200" dirty="0">
                <a:solidFill>
                  <a:schemeClr val="tx1"/>
                </a:solidFill>
                <a:effectLst/>
                <a:latin typeface="+mn-lt"/>
                <a:ea typeface="+mn-ea"/>
                <a:cs typeface="+mn-cs"/>
                <a:hlinkClick r:id="rId5"/>
              </a:rPr>
              <a:t>http://www.igdp.org.br/</a:t>
            </a:r>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u="sng" kern="1200" dirty="0">
                <a:solidFill>
                  <a:schemeClr val="tx1"/>
                </a:solidFill>
                <a:effectLst/>
                <a:latin typeface="+mn-lt"/>
                <a:ea typeface="+mn-ea"/>
                <a:cs typeface="+mn-cs"/>
                <a:hlinkClick r:id="rId6"/>
              </a:rPr>
              <a:t>http://www.eesc.usp.br/igdp/</a:t>
            </a:r>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Essa comunidade também está presente no </a:t>
            </a:r>
            <a:r>
              <a:rPr lang="pt-BR" sz="1200" kern="1200" dirty="0" err="1">
                <a:solidFill>
                  <a:schemeClr val="tx1"/>
                </a:solidFill>
                <a:effectLst/>
                <a:latin typeface="+mn-lt"/>
                <a:ea typeface="+mn-ea"/>
                <a:cs typeface="+mn-cs"/>
              </a:rPr>
              <a:t>linkedIn</a:t>
            </a:r>
            <a:r>
              <a:rPr lang="pt-BR" sz="1200" kern="1200" dirty="0">
                <a:solidFill>
                  <a:schemeClr val="tx1"/>
                </a:solidFill>
                <a:effectLst/>
                <a:latin typeface="+mn-lt"/>
                <a:ea typeface="+mn-ea"/>
                <a:cs typeface="+mn-cs"/>
              </a:rPr>
              <a:t> com mais de 700 membros para compartilhar conhecimentos sobre GDP</a:t>
            </a:r>
            <a:endParaRPr lang="en-US" sz="1200" kern="1200" dirty="0">
              <a:solidFill>
                <a:schemeClr val="tx1"/>
              </a:solidFill>
              <a:effectLst/>
              <a:latin typeface="+mn-lt"/>
              <a:ea typeface="+mn-ea"/>
              <a:cs typeface="+mn-cs"/>
            </a:endParaRPr>
          </a:p>
          <a:p>
            <a:endParaRPr lang="en-US" dirty="0"/>
          </a:p>
        </p:txBody>
      </p:sp>
      <p:sp>
        <p:nvSpPr>
          <p:cNvPr id="4" name="Espaço Reservado para Número de Slide 3"/>
          <p:cNvSpPr>
            <a:spLocks noGrp="1"/>
          </p:cNvSpPr>
          <p:nvPr>
            <p:ph type="sldNum" sz="quarter" idx="10"/>
          </p:nvPr>
        </p:nvSpPr>
        <p:spPr/>
        <p:txBody>
          <a:bodyPr/>
          <a:lstStyle/>
          <a:p>
            <a:fld id="{5081B174-BC4B-435C-8CB2-645DA17B7C99}" type="slidenum">
              <a:rPr lang="pt-BR" smtClean="0"/>
              <a:pPr/>
              <a:t>21</a:t>
            </a:fld>
            <a:endParaRPr lang="pt-BR"/>
          </a:p>
        </p:txBody>
      </p:sp>
    </p:spTree>
    <p:extLst>
      <p:ext uri="{BB962C8B-B14F-4D97-AF65-F5344CB8AC3E}">
        <p14:creationId xmlns:p14="http://schemas.microsoft.com/office/powerpoint/2010/main" val="3886931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kern="1200" dirty="0">
                <a:solidFill>
                  <a:schemeClr val="tx1"/>
                </a:solidFill>
                <a:effectLst/>
                <a:latin typeface="+mn-lt"/>
                <a:ea typeface="+mn-ea"/>
                <a:cs typeface="+mn-cs"/>
              </a:rPr>
              <a:t>Nesta parte 5, vimos a importância do modelo de referência (o que representa o PDP).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Assim, o PDP (que é representado pelo modelo de referência, que  apresenta práticas de gestão de projetos e de outras disciplinas importantes para a gestão) é uma referência para se realizar a GDP, que compreende:</a:t>
            </a:r>
            <a:endParaRPr lang="en-US" sz="1200" kern="1200" dirty="0">
              <a:solidFill>
                <a:schemeClr val="tx1"/>
              </a:solidFill>
              <a:effectLst/>
              <a:latin typeface="+mn-lt"/>
              <a:ea typeface="+mn-ea"/>
              <a:cs typeface="+mn-cs"/>
            </a:endParaRPr>
          </a:p>
          <a:p>
            <a:pPr lvl="0"/>
            <a:r>
              <a:rPr lang="pt-BR" sz="1200" kern="1200" dirty="0">
                <a:solidFill>
                  <a:schemeClr val="tx1"/>
                </a:solidFill>
                <a:effectLst/>
                <a:latin typeface="+mn-lt"/>
                <a:ea typeface="+mn-ea"/>
                <a:cs typeface="+mn-cs"/>
              </a:rPr>
              <a:t>Analisar o processo, modelar a situação atual e futura, que otimiza o próprio PDP real</a:t>
            </a:r>
            <a:endParaRPr lang="en-US" sz="1200" kern="1200" dirty="0">
              <a:solidFill>
                <a:schemeClr val="tx1"/>
              </a:solidFill>
              <a:effectLst/>
              <a:latin typeface="+mn-lt"/>
              <a:ea typeface="+mn-ea"/>
              <a:cs typeface="+mn-cs"/>
            </a:endParaRPr>
          </a:p>
          <a:p>
            <a:pPr lvl="0"/>
            <a:r>
              <a:rPr lang="pt-BR" sz="1200" kern="1200" dirty="0">
                <a:solidFill>
                  <a:schemeClr val="tx1"/>
                </a:solidFill>
                <a:effectLst/>
                <a:latin typeface="+mn-lt"/>
                <a:ea typeface="+mn-ea"/>
                <a:cs typeface="+mn-cs"/>
              </a:rPr>
              <a:t>Implantar / melhorar o processo (por para funcionar aquilo que modelamos para a situação futura)</a:t>
            </a:r>
            <a:endParaRPr lang="en-US" sz="1200" kern="1200" dirty="0">
              <a:solidFill>
                <a:schemeClr val="tx1"/>
              </a:solidFill>
              <a:effectLst/>
              <a:latin typeface="+mn-lt"/>
              <a:ea typeface="+mn-ea"/>
              <a:cs typeface="+mn-cs"/>
            </a:endParaRPr>
          </a:p>
          <a:p>
            <a:pPr lvl="0"/>
            <a:r>
              <a:rPr lang="pt-BR" sz="1200" kern="1200" dirty="0">
                <a:solidFill>
                  <a:schemeClr val="tx1"/>
                </a:solidFill>
                <a:effectLst/>
                <a:latin typeface="+mn-lt"/>
                <a:ea typeface="+mn-ea"/>
                <a:cs typeface="+mn-cs"/>
              </a:rPr>
              <a:t>Monitorar o desempenho do processo (que mede e toma medidas cabíveis cada vez que há um desvio)</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E o modelo de referência específico serve de referência para a definição do escopo de cada projeto de desenvolvimento.</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pt-BR" sz="1200" kern="1200" dirty="0">
                <a:solidFill>
                  <a:schemeClr val="tx1"/>
                </a:solidFill>
                <a:effectLst/>
                <a:latin typeface="+mn-lt"/>
                <a:ea typeface="+mn-ea"/>
                <a:cs typeface="+mn-cs"/>
              </a:rPr>
              <a:t>Lembrar que na parte 4  aprendemos o que é a gestão de processo (GDP) e a diferenciamos do PDP (o processo em si).</a:t>
            </a:r>
            <a:endParaRPr lang="en-US" sz="1200" kern="1200" dirty="0">
              <a:solidFill>
                <a:schemeClr val="tx1"/>
              </a:solidFill>
              <a:effectLst/>
              <a:latin typeface="+mn-lt"/>
              <a:ea typeface="+mn-ea"/>
              <a:cs typeface="+mn-cs"/>
            </a:endParaRPr>
          </a:p>
          <a:p>
            <a:endParaRPr lang="en-US" dirty="0"/>
          </a:p>
        </p:txBody>
      </p:sp>
      <p:sp>
        <p:nvSpPr>
          <p:cNvPr id="4" name="Espaço Reservado para Número de Slide 3"/>
          <p:cNvSpPr>
            <a:spLocks noGrp="1"/>
          </p:cNvSpPr>
          <p:nvPr>
            <p:ph type="sldNum" sz="quarter" idx="10"/>
          </p:nvPr>
        </p:nvSpPr>
        <p:spPr/>
        <p:txBody>
          <a:bodyPr/>
          <a:lstStyle/>
          <a:p>
            <a:fld id="{5081B174-BC4B-435C-8CB2-645DA17B7C99}" type="slidenum">
              <a:rPr lang="pt-BR" smtClean="0"/>
              <a:pPr/>
              <a:t>23</a:t>
            </a:fld>
            <a:endParaRPr lang="pt-BR"/>
          </a:p>
        </p:txBody>
      </p:sp>
    </p:spTree>
    <p:extLst>
      <p:ext uri="{BB962C8B-B14F-4D97-AF65-F5344CB8AC3E}">
        <p14:creationId xmlns:p14="http://schemas.microsoft.com/office/powerpoint/2010/main" val="3951612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fld id="{B547E777-36EA-7641-947D-2686D56AFB89}" type="slidenum">
              <a:rPr lang="pt-BR" altLang="pt-BR" sz="1300"/>
              <a:pPr eaLnBrk="1" hangingPunct="1"/>
              <a:t>24</a:t>
            </a:fld>
            <a:endParaRPr lang="pt-BR" altLang="pt-BR" sz="130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pt-BR" altLang="pt-BR"/>
          </a:p>
        </p:txBody>
      </p:sp>
    </p:spTree>
    <p:extLst>
      <p:ext uri="{BB962C8B-B14F-4D97-AF65-F5344CB8AC3E}">
        <p14:creationId xmlns:p14="http://schemas.microsoft.com/office/powerpoint/2010/main" val="1787897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12192000" cy="1862138"/>
          </a:xfrm>
          <a:prstGeom prst="rect">
            <a:avLst/>
          </a:prstGeom>
        </p:spPr>
      </p:pic>
      <p:sp>
        <p:nvSpPr>
          <p:cNvPr id="2" name="Title 1"/>
          <p:cNvSpPr>
            <a:spLocks noGrp="1"/>
          </p:cNvSpPr>
          <p:nvPr>
            <p:ph type="ctrTitle"/>
          </p:nvPr>
        </p:nvSpPr>
        <p:spPr>
          <a:xfrm>
            <a:off x="1219200" y="1803405"/>
            <a:ext cx="9753600" cy="1825096"/>
          </a:xfrm>
        </p:spPr>
        <p:txBody>
          <a:bodyPr anchor="b">
            <a:normAutofit/>
          </a:bodyPr>
          <a:lstStyle>
            <a:lvl1pPr algn="l">
              <a:defRPr sz="6000"/>
            </a:lvl1pPr>
          </a:lstStyle>
          <a:p>
            <a:r>
              <a:rPr lang="en-US"/>
              <a:t>Clique para editar estilo do título mestre</a:t>
            </a:r>
            <a:endParaRPr lang="en-US" dirty="0"/>
          </a:p>
        </p:txBody>
      </p:sp>
      <p:sp>
        <p:nvSpPr>
          <p:cNvPr id="3" name="Subtitle 2"/>
          <p:cNvSpPr>
            <a:spLocks noGrp="1"/>
          </p:cNvSpPr>
          <p:nvPr>
            <p:ph type="subTitle" idx="1"/>
          </p:nvPr>
        </p:nvSpPr>
        <p:spPr>
          <a:xfrm>
            <a:off x="1219200" y="3632201"/>
            <a:ext cx="97536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Clique para editar o estilo do subtítulo mestre</a:t>
            </a:r>
            <a:endParaRPr lang="en-US" dirty="0"/>
          </a:p>
        </p:txBody>
      </p:sp>
      <p:sp>
        <p:nvSpPr>
          <p:cNvPr id="4" name="Date Placeholder 3"/>
          <p:cNvSpPr>
            <a:spLocks noGrp="1"/>
          </p:cNvSpPr>
          <p:nvPr>
            <p:ph type="dt" sz="half" idx="10"/>
          </p:nvPr>
        </p:nvSpPr>
        <p:spPr>
          <a:xfrm>
            <a:off x="7909561" y="4323846"/>
            <a:ext cx="3063239" cy="365125"/>
          </a:xfrm>
        </p:spPr>
        <p:txBody>
          <a:bodyPr/>
          <a:lstStyle/>
          <a:p>
            <a:fld id="{E404EFEE-18A7-0C4E-9338-48F9787A77AC}" type="datetimeFigureOut">
              <a:rPr lang="pt-BR" smtClean="0"/>
              <a:t>23/10/2024</a:t>
            </a:fld>
            <a:endParaRPr lang="pt-BR"/>
          </a:p>
        </p:txBody>
      </p:sp>
      <p:sp>
        <p:nvSpPr>
          <p:cNvPr id="5" name="Footer Placeholder 4"/>
          <p:cNvSpPr>
            <a:spLocks noGrp="1"/>
          </p:cNvSpPr>
          <p:nvPr>
            <p:ph type="ftr" sz="quarter" idx="11"/>
          </p:nvPr>
        </p:nvSpPr>
        <p:spPr>
          <a:xfrm>
            <a:off x="1219200" y="4323847"/>
            <a:ext cx="6507480" cy="365125"/>
          </a:xfrm>
        </p:spPr>
        <p:txBody>
          <a:bodyPr/>
          <a:lstStyle/>
          <a:p>
            <a:endParaRPr lang="pt-BR"/>
          </a:p>
        </p:txBody>
      </p:sp>
      <p:sp>
        <p:nvSpPr>
          <p:cNvPr id="6" name="Slide Number Placeholder 5"/>
          <p:cNvSpPr>
            <a:spLocks noGrp="1"/>
          </p:cNvSpPr>
          <p:nvPr>
            <p:ph type="sldNum" sz="quarter" idx="12"/>
          </p:nvPr>
        </p:nvSpPr>
        <p:spPr>
          <a:xfrm>
            <a:off x="8077200" y="1430868"/>
            <a:ext cx="2895600" cy="365125"/>
          </a:xfrm>
        </p:spPr>
        <p:txBody>
          <a:bodyPr/>
          <a:lstStyle/>
          <a:p>
            <a:fld id="{1E49BE01-F3E6-904C-954C-9DEA9C79F107}" type="slidenum">
              <a:rPr lang="pt-BR" smtClean="0"/>
              <a:t>‹nº›</a:t>
            </a:fld>
            <a:endParaRPr lang="pt-BR"/>
          </a:p>
        </p:txBody>
      </p:sp>
    </p:spTree>
    <p:extLst>
      <p:ext uri="{BB962C8B-B14F-4D97-AF65-F5344CB8AC3E}">
        <p14:creationId xmlns:p14="http://schemas.microsoft.com/office/powerpoint/2010/main" val="1455371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Clique para editar estilo do título mestre</a:t>
            </a:r>
            <a:endParaRPr lang="en-US" dirty="0"/>
          </a:p>
        </p:txBody>
      </p:sp>
      <p:sp>
        <p:nvSpPr>
          <p:cNvPr id="3" name="Content Placeholder 2"/>
          <p:cNvSpPr>
            <a:spLocks noGrp="1"/>
          </p:cNvSpPr>
          <p:nvPr>
            <p:ph idx="1"/>
          </p:nvPr>
        </p:nvSpPr>
        <p:spPr/>
        <p:txBody>
          <a:bodyPr/>
          <a:lstStyle/>
          <a:p>
            <a:pPr lvl="0"/>
            <a:r>
              <a:rPr lang="en-US"/>
              <a:t>Clique para editar os estilos de texto mestres</a:t>
            </a:r>
          </a:p>
          <a:p>
            <a:pPr lvl="1"/>
            <a:r>
              <a:rPr lang="en-US"/>
              <a:t>Segundo nível</a:t>
            </a:r>
          </a:p>
          <a:p>
            <a:pPr lvl="2"/>
            <a:r>
              <a:rPr lang="en-US"/>
              <a:t>Terceiro nível</a:t>
            </a:r>
          </a:p>
          <a:p>
            <a:pPr lvl="3"/>
            <a:r>
              <a:rPr lang="en-US"/>
              <a:t>Quarto nível</a:t>
            </a:r>
          </a:p>
          <a:p>
            <a:pPr lvl="4"/>
            <a:r>
              <a:rPr lang="en-US"/>
              <a:t>Quinto nível</a:t>
            </a:r>
            <a:endParaRPr lang="en-US" dirty="0"/>
          </a:p>
        </p:txBody>
      </p:sp>
      <p:sp>
        <p:nvSpPr>
          <p:cNvPr id="4" name="Date Placeholder 3"/>
          <p:cNvSpPr>
            <a:spLocks noGrp="1"/>
          </p:cNvSpPr>
          <p:nvPr>
            <p:ph type="dt" sz="half" idx="10"/>
          </p:nvPr>
        </p:nvSpPr>
        <p:spPr/>
        <p:txBody>
          <a:bodyPr/>
          <a:lstStyle/>
          <a:p>
            <a:fld id="{E404EFEE-18A7-0C4E-9338-48F9787A77AC}" type="datetimeFigureOut">
              <a:rPr lang="pt-BR" smtClean="0"/>
              <a:t>23/10/2024</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E49BE01-F3E6-904C-954C-9DEA9C79F107}" type="slidenum">
              <a:rPr lang="pt-BR" smtClean="0"/>
              <a:t>‹nº›</a:t>
            </a:fld>
            <a:endParaRPr lang="pt-BR"/>
          </a:p>
        </p:txBody>
      </p:sp>
    </p:spTree>
    <p:extLst>
      <p:ext uri="{BB962C8B-B14F-4D97-AF65-F5344CB8AC3E}">
        <p14:creationId xmlns:p14="http://schemas.microsoft.com/office/powerpoint/2010/main" val="1815754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12192000" cy="1862138"/>
          </a:xfrm>
          <a:prstGeom prst="rect">
            <a:avLst/>
          </a:prstGeom>
        </p:spPr>
      </p:pic>
      <p:sp>
        <p:nvSpPr>
          <p:cNvPr id="2" name="Title 1"/>
          <p:cNvSpPr>
            <a:spLocks noGrp="1"/>
          </p:cNvSpPr>
          <p:nvPr>
            <p:ph type="title"/>
          </p:nvPr>
        </p:nvSpPr>
        <p:spPr>
          <a:xfrm>
            <a:off x="792480" y="753535"/>
            <a:ext cx="10607040" cy="2801935"/>
          </a:xfrm>
        </p:spPr>
        <p:txBody>
          <a:bodyPr anchor="b">
            <a:normAutofit/>
          </a:bodyPr>
          <a:lstStyle>
            <a:lvl1pPr algn="r">
              <a:defRPr sz="4000"/>
            </a:lvl1pPr>
          </a:lstStyle>
          <a:p>
            <a:r>
              <a:rPr lang="en-US"/>
              <a:t>Clique para editar estilo do título mestre</a:t>
            </a:r>
            <a:endParaRPr lang="en-US" dirty="0"/>
          </a:p>
        </p:txBody>
      </p:sp>
      <p:sp>
        <p:nvSpPr>
          <p:cNvPr id="3" name="Text Placeholder 2"/>
          <p:cNvSpPr>
            <a:spLocks noGrp="1"/>
          </p:cNvSpPr>
          <p:nvPr>
            <p:ph type="body" idx="1"/>
          </p:nvPr>
        </p:nvSpPr>
        <p:spPr>
          <a:xfrm>
            <a:off x="792481" y="3641726"/>
            <a:ext cx="1060704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Clique para editar os estilos de texto mestres</a:t>
            </a:r>
          </a:p>
        </p:txBody>
      </p:sp>
      <p:sp>
        <p:nvSpPr>
          <p:cNvPr id="4" name="Date Placeholder 3"/>
          <p:cNvSpPr>
            <a:spLocks noGrp="1"/>
          </p:cNvSpPr>
          <p:nvPr>
            <p:ph type="dt" sz="half" idx="10"/>
          </p:nvPr>
        </p:nvSpPr>
        <p:spPr>
          <a:xfrm>
            <a:off x="7416235" y="381002"/>
            <a:ext cx="2910840" cy="365125"/>
          </a:xfrm>
        </p:spPr>
        <p:txBody>
          <a:bodyPr/>
          <a:lstStyle>
            <a:lvl1pPr algn="r">
              <a:defRPr/>
            </a:lvl1pPr>
          </a:lstStyle>
          <a:p>
            <a:fld id="{E404EFEE-18A7-0C4E-9338-48F9787A77AC}" type="datetimeFigureOut">
              <a:rPr lang="pt-BR" smtClean="0"/>
              <a:t>23/10/2024</a:t>
            </a:fld>
            <a:endParaRPr lang="pt-BR"/>
          </a:p>
        </p:txBody>
      </p:sp>
      <p:sp>
        <p:nvSpPr>
          <p:cNvPr id="5" name="Footer Placeholder 4"/>
          <p:cNvSpPr>
            <a:spLocks noGrp="1"/>
          </p:cNvSpPr>
          <p:nvPr>
            <p:ph type="ftr" sz="quarter" idx="11"/>
          </p:nvPr>
        </p:nvSpPr>
        <p:spPr>
          <a:xfrm>
            <a:off x="792480" y="381002"/>
            <a:ext cx="6440875" cy="365125"/>
          </a:xfrm>
        </p:spPr>
        <p:txBody>
          <a:bodyPr/>
          <a:lstStyle/>
          <a:p>
            <a:endParaRPr lang="pt-BR"/>
          </a:p>
        </p:txBody>
      </p:sp>
      <p:sp>
        <p:nvSpPr>
          <p:cNvPr id="6" name="Slide Number Placeholder 5"/>
          <p:cNvSpPr>
            <a:spLocks noGrp="1"/>
          </p:cNvSpPr>
          <p:nvPr>
            <p:ph type="sldNum" sz="quarter" idx="12"/>
          </p:nvPr>
        </p:nvSpPr>
        <p:spPr>
          <a:xfrm>
            <a:off x="10509955" y="381002"/>
            <a:ext cx="889564" cy="365125"/>
          </a:xfrm>
        </p:spPr>
        <p:txBody>
          <a:bodyPr/>
          <a:lstStyle/>
          <a:p>
            <a:fld id="{1E49BE01-F3E6-904C-954C-9DEA9C79F107}" type="slidenum">
              <a:rPr lang="pt-BR" smtClean="0"/>
              <a:t>‹nº›</a:t>
            </a:fld>
            <a:endParaRPr lang="pt-BR"/>
          </a:p>
        </p:txBody>
      </p:sp>
    </p:spTree>
    <p:extLst>
      <p:ext uri="{BB962C8B-B14F-4D97-AF65-F5344CB8AC3E}">
        <p14:creationId xmlns:p14="http://schemas.microsoft.com/office/powerpoint/2010/main" val="1768794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Clique para editar estilo do título mestre</a:t>
            </a:r>
            <a:endParaRPr lang="en-US" dirty="0"/>
          </a:p>
        </p:txBody>
      </p:sp>
      <p:sp>
        <p:nvSpPr>
          <p:cNvPr id="3" name="Content Placeholder 2"/>
          <p:cNvSpPr>
            <a:spLocks noGrp="1"/>
          </p:cNvSpPr>
          <p:nvPr>
            <p:ph sz="half" idx="1"/>
          </p:nvPr>
        </p:nvSpPr>
        <p:spPr>
          <a:xfrm>
            <a:off x="792481" y="2194560"/>
            <a:ext cx="5214105" cy="4069080"/>
          </a:xfrm>
        </p:spPr>
        <p:txBody>
          <a:bodyPr/>
          <a:lstStyle/>
          <a:p>
            <a:pPr lvl="0"/>
            <a:r>
              <a:rPr lang="en-US"/>
              <a:t>Clique para editar os estilos de texto mestres</a:t>
            </a:r>
          </a:p>
          <a:p>
            <a:pPr lvl="1"/>
            <a:r>
              <a:rPr lang="en-US"/>
              <a:t>Segundo nível</a:t>
            </a:r>
          </a:p>
          <a:p>
            <a:pPr lvl="2"/>
            <a:r>
              <a:rPr lang="en-US"/>
              <a:t>Terceiro nível</a:t>
            </a:r>
          </a:p>
          <a:p>
            <a:pPr lvl="3"/>
            <a:r>
              <a:rPr lang="en-US"/>
              <a:t>Quarto nível</a:t>
            </a:r>
          </a:p>
          <a:p>
            <a:pPr lvl="4"/>
            <a:r>
              <a:rPr lang="en-US"/>
              <a:t>Quinto nível</a:t>
            </a:r>
            <a:endParaRPr lang="en-US" dirty="0"/>
          </a:p>
        </p:txBody>
      </p:sp>
      <p:sp>
        <p:nvSpPr>
          <p:cNvPr id="4" name="Content Placeholder 3"/>
          <p:cNvSpPr>
            <a:spLocks noGrp="1"/>
          </p:cNvSpPr>
          <p:nvPr>
            <p:ph sz="half" idx="2"/>
          </p:nvPr>
        </p:nvSpPr>
        <p:spPr>
          <a:xfrm>
            <a:off x="6189466" y="2194560"/>
            <a:ext cx="5210053" cy="4069080"/>
          </a:xfrm>
        </p:spPr>
        <p:txBody>
          <a:bodyPr/>
          <a:lstStyle/>
          <a:p>
            <a:pPr lvl="0"/>
            <a:r>
              <a:rPr lang="en-US"/>
              <a:t>Clique para editar os estilos de texto mestres</a:t>
            </a:r>
          </a:p>
          <a:p>
            <a:pPr lvl="1"/>
            <a:r>
              <a:rPr lang="en-US"/>
              <a:t>Segundo nível</a:t>
            </a:r>
          </a:p>
          <a:p>
            <a:pPr lvl="2"/>
            <a:r>
              <a:rPr lang="en-US"/>
              <a:t>Terceiro nível</a:t>
            </a:r>
          </a:p>
          <a:p>
            <a:pPr lvl="3"/>
            <a:r>
              <a:rPr lang="en-US"/>
              <a:t>Quarto nível</a:t>
            </a:r>
          </a:p>
          <a:p>
            <a:pPr lvl="4"/>
            <a:r>
              <a:rPr lang="en-US"/>
              <a:t>Quinto nível</a:t>
            </a:r>
            <a:endParaRPr lang="en-US" dirty="0"/>
          </a:p>
        </p:txBody>
      </p:sp>
      <p:sp>
        <p:nvSpPr>
          <p:cNvPr id="5" name="Date Placeholder 4"/>
          <p:cNvSpPr>
            <a:spLocks noGrp="1"/>
          </p:cNvSpPr>
          <p:nvPr>
            <p:ph type="dt" sz="half" idx="10"/>
          </p:nvPr>
        </p:nvSpPr>
        <p:spPr/>
        <p:txBody>
          <a:bodyPr/>
          <a:lstStyle/>
          <a:p>
            <a:fld id="{E404EFEE-18A7-0C4E-9338-48F9787A77AC}" type="datetimeFigureOut">
              <a:rPr lang="pt-BR" smtClean="0"/>
              <a:t>23/10/2024</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E49BE01-F3E6-904C-954C-9DEA9C79F107}" type="slidenum">
              <a:rPr lang="pt-BR" smtClean="0"/>
              <a:t>‹nº›</a:t>
            </a:fld>
            <a:endParaRPr lang="pt-BR"/>
          </a:p>
        </p:txBody>
      </p:sp>
    </p:spTree>
    <p:extLst>
      <p:ext uri="{BB962C8B-B14F-4D97-AF65-F5344CB8AC3E}">
        <p14:creationId xmlns:p14="http://schemas.microsoft.com/office/powerpoint/2010/main" val="1922018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503920" cy="1295400"/>
          </a:xfrm>
        </p:spPr>
        <p:txBody>
          <a:bodyPr/>
          <a:lstStyle/>
          <a:p>
            <a:r>
              <a:rPr lang="en-US"/>
              <a:t>Clique para editar estilo do título mestre</a:t>
            </a:r>
            <a:endParaRPr lang="en-US" dirty="0"/>
          </a:p>
        </p:txBody>
      </p:sp>
      <p:sp>
        <p:nvSpPr>
          <p:cNvPr id="3" name="Text Placeholder 2"/>
          <p:cNvSpPr>
            <a:spLocks noGrp="1"/>
          </p:cNvSpPr>
          <p:nvPr>
            <p:ph type="body" idx="1"/>
          </p:nvPr>
        </p:nvSpPr>
        <p:spPr>
          <a:xfrm>
            <a:off x="1095039" y="2183802"/>
            <a:ext cx="4911545"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Clique para editar os estilos de texto mestres</a:t>
            </a:r>
          </a:p>
        </p:txBody>
      </p:sp>
      <p:sp>
        <p:nvSpPr>
          <p:cNvPr id="4" name="Content Placeholder 3"/>
          <p:cNvSpPr>
            <a:spLocks noGrp="1"/>
          </p:cNvSpPr>
          <p:nvPr>
            <p:ph sz="half" idx="2"/>
          </p:nvPr>
        </p:nvSpPr>
        <p:spPr>
          <a:xfrm>
            <a:off x="792480" y="3132668"/>
            <a:ext cx="5214105" cy="3130973"/>
          </a:xfrm>
        </p:spPr>
        <p:txBody>
          <a:bodyPr/>
          <a:lstStyle/>
          <a:p>
            <a:pPr lvl="0"/>
            <a:r>
              <a:rPr lang="en-US"/>
              <a:t>Clique para editar os estilos de texto mestres</a:t>
            </a:r>
          </a:p>
          <a:p>
            <a:pPr lvl="1"/>
            <a:r>
              <a:rPr lang="en-US"/>
              <a:t>Segundo nível</a:t>
            </a:r>
          </a:p>
          <a:p>
            <a:pPr lvl="2"/>
            <a:r>
              <a:rPr lang="en-US"/>
              <a:t>Terceiro nível</a:t>
            </a:r>
          </a:p>
          <a:p>
            <a:pPr lvl="3"/>
            <a:r>
              <a:rPr lang="en-US"/>
              <a:t>Quarto nível</a:t>
            </a:r>
          </a:p>
          <a:p>
            <a:pPr lvl="4"/>
            <a:r>
              <a:rPr lang="en-US"/>
              <a:t>Quinto nível</a:t>
            </a:r>
            <a:endParaRPr lang="en-US" dirty="0"/>
          </a:p>
        </p:txBody>
      </p:sp>
      <p:sp>
        <p:nvSpPr>
          <p:cNvPr id="5" name="Text Placeholder 4"/>
          <p:cNvSpPr>
            <a:spLocks noGrp="1"/>
          </p:cNvSpPr>
          <p:nvPr>
            <p:ph type="body" sz="quarter" idx="3"/>
          </p:nvPr>
        </p:nvSpPr>
        <p:spPr>
          <a:xfrm>
            <a:off x="6492025" y="2183802"/>
            <a:ext cx="4907495"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Clique para editar os estilos de texto mestres</a:t>
            </a:r>
          </a:p>
        </p:txBody>
      </p:sp>
      <p:sp>
        <p:nvSpPr>
          <p:cNvPr id="6" name="Content Placeholder 5"/>
          <p:cNvSpPr>
            <a:spLocks noGrp="1"/>
          </p:cNvSpPr>
          <p:nvPr>
            <p:ph sz="quarter" idx="4"/>
          </p:nvPr>
        </p:nvSpPr>
        <p:spPr>
          <a:xfrm>
            <a:off x="6189465" y="3132668"/>
            <a:ext cx="5210055" cy="3130973"/>
          </a:xfrm>
        </p:spPr>
        <p:txBody>
          <a:bodyPr/>
          <a:lstStyle/>
          <a:p>
            <a:pPr lvl="0"/>
            <a:r>
              <a:rPr lang="en-US"/>
              <a:t>Clique para editar os estilos de texto mestres</a:t>
            </a:r>
          </a:p>
          <a:p>
            <a:pPr lvl="1"/>
            <a:r>
              <a:rPr lang="en-US"/>
              <a:t>Segundo nível</a:t>
            </a:r>
          </a:p>
          <a:p>
            <a:pPr lvl="2"/>
            <a:r>
              <a:rPr lang="en-US"/>
              <a:t>Terceiro nível</a:t>
            </a:r>
          </a:p>
          <a:p>
            <a:pPr lvl="3"/>
            <a:r>
              <a:rPr lang="en-US"/>
              <a:t>Quarto nível</a:t>
            </a:r>
          </a:p>
          <a:p>
            <a:pPr lvl="4"/>
            <a:r>
              <a:rPr lang="en-US"/>
              <a:t>Quinto nível</a:t>
            </a:r>
            <a:endParaRPr lang="en-US" dirty="0"/>
          </a:p>
        </p:txBody>
      </p:sp>
      <p:sp>
        <p:nvSpPr>
          <p:cNvPr id="7" name="Date Placeholder 6"/>
          <p:cNvSpPr>
            <a:spLocks noGrp="1"/>
          </p:cNvSpPr>
          <p:nvPr>
            <p:ph type="dt" sz="half" idx="10"/>
          </p:nvPr>
        </p:nvSpPr>
        <p:spPr/>
        <p:txBody>
          <a:bodyPr/>
          <a:lstStyle/>
          <a:p>
            <a:fld id="{E404EFEE-18A7-0C4E-9338-48F9787A77AC}" type="datetimeFigureOut">
              <a:rPr lang="pt-BR" smtClean="0"/>
              <a:t>23/10/2024</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1E49BE01-F3E6-904C-954C-9DEA9C79F107}" type="slidenum">
              <a:rPr lang="pt-BR" smtClean="0"/>
              <a:t>‹nº›</a:t>
            </a:fld>
            <a:endParaRPr lang="pt-BR"/>
          </a:p>
        </p:txBody>
      </p:sp>
    </p:spTree>
    <p:extLst>
      <p:ext uri="{BB962C8B-B14F-4D97-AF65-F5344CB8AC3E}">
        <p14:creationId xmlns:p14="http://schemas.microsoft.com/office/powerpoint/2010/main" val="251243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Clique para editar estilo do título mestre</a:t>
            </a:r>
            <a:endParaRPr lang="en-US" dirty="0"/>
          </a:p>
        </p:txBody>
      </p:sp>
      <p:sp>
        <p:nvSpPr>
          <p:cNvPr id="3" name="Date Placeholder 2"/>
          <p:cNvSpPr>
            <a:spLocks noGrp="1"/>
          </p:cNvSpPr>
          <p:nvPr>
            <p:ph type="dt" sz="half" idx="10"/>
          </p:nvPr>
        </p:nvSpPr>
        <p:spPr/>
        <p:txBody>
          <a:bodyPr/>
          <a:lstStyle/>
          <a:p>
            <a:fld id="{E404EFEE-18A7-0C4E-9338-48F9787A77AC}" type="datetimeFigureOut">
              <a:rPr lang="pt-BR" smtClean="0"/>
              <a:t>23/10/2024</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1E49BE01-F3E6-904C-954C-9DEA9C79F107}" type="slidenum">
              <a:rPr lang="pt-BR" smtClean="0"/>
              <a:t>‹nº›</a:t>
            </a:fld>
            <a:endParaRPr lang="pt-BR"/>
          </a:p>
        </p:txBody>
      </p:sp>
    </p:spTree>
    <p:extLst>
      <p:ext uri="{BB962C8B-B14F-4D97-AF65-F5344CB8AC3E}">
        <p14:creationId xmlns:p14="http://schemas.microsoft.com/office/powerpoint/2010/main" val="625321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04EFEE-18A7-0C4E-9338-48F9787A77AC}" type="datetimeFigureOut">
              <a:rPr lang="pt-BR" smtClean="0"/>
              <a:t>23/10/2024</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1E49BE01-F3E6-904C-954C-9DEA9C79F107}" type="slidenum">
              <a:rPr lang="pt-BR" smtClean="0"/>
              <a:t>‹nº›</a:t>
            </a:fld>
            <a:endParaRPr lang="pt-BR"/>
          </a:p>
        </p:txBody>
      </p:sp>
    </p:spTree>
    <p:extLst>
      <p:ext uri="{BB962C8B-B14F-4D97-AF65-F5344CB8AC3E}">
        <p14:creationId xmlns:p14="http://schemas.microsoft.com/office/powerpoint/2010/main" val="1230674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792480" y="1524000"/>
            <a:ext cx="4114800" cy="1600200"/>
          </a:xfrm>
        </p:spPr>
        <p:txBody>
          <a:bodyPr anchor="b"/>
          <a:lstStyle>
            <a:lvl1pPr algn="l">
              <a:defRPr sz="3200"/>
            </a:lvl1pPr>
          </a:lstStyle>
          <a:p>
            <a:r>
              <a:rPr lang="en-US"/>
              <a:t>Clique para editar estilo do título mestre</a:t>
            </a:r>
            <a:endParaRPr lang="en-US" dirty="0"/>
          </a:p>
        </p:txBody>
      </p:sp>
      <p:sp>
        <p:nvSpPr>
          <p:cNvPr id="3" name="Content Placeholder 2"/>
          <p:cNvSpPr>
            <a:spLocks noGrp="1"/>
          </p:cNvSpPr>
          <p:nvPr>
            <p:ph idx="1"/>
          </p:nvPr>
        </p:nvSpPr>
        <p:spPr>
          <a:xfrm>
            <a:off x="5181600" y="746760"/>
            <a:ext cx="6217920" cy="5516880"/>
          </a:xfrm>
        </p:spPr>
        <p:txBody>
          <a:bodyPr anchor="ctr"/>
          <a:lstStyle/>
          <a:p>
            <a:pPr lvl="0"/>
            <a:r>
              <a:rPr lang="en-US"/>
              <a:t>Clique para editar os estilos de texto mestres</a:t>
            </a:r>
          </a:p>
          <a:p>
            <a:pPr lvl="1"/>
            <a:r>
              <a:rPr lang="en-US"/>
              <a:t>Segundo nível</a:t>
            </a:r>
          </a:p>
          <a:p>
            <a:pPr lvl="2"/>
            <a:r>
              <a:rPr lang="en-US"/>
              <a:t>Terceiro nível</a:t>
            </a:r>
          </a:p>
          <a:p>
            <a:pPr lvl="3"/>
            <a:r>
              <a:rPr lang="en-US"/>
              <a:t>Quarto nível</a:t>
            </a:r>
          </a:p>
          <a:p>
            <a:pPr lvl="4"/>
            <a:r>
              <a:rPr lang="en-US"/>
              <a:t>Quinto nível</a:t>
            </a:r>
            <a:endParaRPr lang="en-US" dirty="0"/>
          </a:p>
        </p:txBody>
      </p:sp>
      <p:sp>
        <p:nvSpPr>
          <p:cNvPr id="4" name="Text Placeholder 3"/>
          <p:cNvSpPr>
            <a:spLocks noGrp="1"/>
          </p:cNvSpPr>
          <p:nvPr>
            <p:ph type="body" sz="half" idx="2"/>
          </p:nvPr>
        </p:nvSpPr>
        <p:spPr>
          <a:xfrm>
            <a:off x="792480" y="3124200"/>
            <a:ext cx="41148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Clique para editar os estilos de texto mestres</a:t>
            </a:r>
          </a:p>
        </p:txBody>
      </p:sp>
      <p:sp>
        <p:nvSpPr>
          <p:cNvPr id="5" name="Date Placeholder 4"/>
          <p:cNvSpPr>
            <a:spLocks noGrp="1"/>
          </p:cNvSpPr>
          <p:nvPr>
            <p:ph type="dt" sz="half" idx="10"/>
          </p:nvPr>
        </p:nvSpPr>
        <p:spPr/>
        <p:txBody>
          <a:bodyPr/>
          <a:lstStyle/>
          <a:p>
            <a:fld id="{E404EFEE-18A7-0C4E-9338-48F9787A77AC}" type="datetimeFigureOut">
              <a:rPr lang="pt-BR" smtClean="0"/>
              <a:t>23/10/2024</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E49BE01-F3E6-904C-954C-9DEA9C79F107}" type="slidenum">
              <a:rPr lang="pt-BR" smtClean="0"/>
              <a:t>‹nº›</a:t>
            </a:fld>
            <a:endParaRPr lang="pt-BR"/>
          </a:p>
        </p:txBody>
      </p:sp>
    </p:spTree>
    <p:extLst>
      <p:ext uri="{BB962C8B-B14F-4D97-AF65-F5344CB8AC3E}">
        <p14:creationId xmlns:p14="http://schemas.microsoft.com/office/powerpoint/2010/main" val="1815983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792480" y="1524000"/>
            <a:ext cx="5434307" cy="1600200"/>
          </a:xfrm>
        </p:spPr>
        <p:txBody>
          <a:bodyPr anchor="b"/>
          <a:lstStyle>
            <a:lvl1pPr algn="l">
              <a:defRPr sz="3200"/>
            </a:lvl1pPr>
          </a:lstStyle>
          <a:p>
            <a:r>
              <a:rPr lang="en-US"/>
              <a:t>Clique para editar estilo do título mestre</a:t>
            </a:r>
            <a:endParaRPr lang="en-US" dirty="0"/>
          </a:p>
        </p:txBody>
      </p:sp>
      <p:sp>
        <p:nvSpPr>
          <p:cNvPr id="3" name="Picture Placeholder 2"/>
          <p:cNvSpPr>
            <a:spLocks noGrp="1" noChangeAspect="1"/>
          </p:cNvSpPr>
          <p:nvPr>
            <p:ph type="pic" idx="1"/>
          </p:nvPr>
        </p:nvSpPr>
        <p:spPr>
          <a:xfrm>
            <a:off x="6503365" y="751242"/>
            <a:ext cx="4898979"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Arraste a imagem para o espaço reservado ou clique no ícone para adicionar</a:t>
            </a:r>
            <a:endParaRPr lang="en-US" dirty="0"/>
          </a:p>
        </p:txBody>
      </p:sp>
      <p:sp>
        <p:nvSpPr>
          <p:cNvPr id="4" name="Text Placeholder 3"/>
          <p:cNvSpPr>
            <a:spLocks noGrp="1"/>
          </p:cNvSpPr>
          <p:nvPr>
            <p:ph type="body" sz="half" idx="2"/>
          </p:nvPr>
        </p:nvSpPr>
        <p:spPr>
          <a:xfrm>
            <a:off x="792480" y="3124200"/>
            <a:ext cx="5434307"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Clique para editar os estilos de texto mestres</a:t>
            </a:r>
          </a:p>
        </p:txBody>
      </p:sp>
      <p:sp>
        <p:nvSpPr>
          <p:cNvPr id="5" name="Date Placeholder 4"/>
          <p:cNvSpPr>
            <a:spLocks noGrp="1"/>
          </p:cNvSpPr>
          <p:nvPr>
            <p:ph type="dt" sz="half" idx="10"/>
          </p:nvPr>
        </p:nvSpPr>
        <p:spPr/>
        <p:txBody>
          <a:bodyPr/>
          <a:lstStyle/>
          <a:p>
            <a:fld id="{E404EFEE-18A7-0C4E-9338-48F9787A77AC}" type="datetimeFigureOut">
              <a:rPr lang="pt-BR" smtClean="0"/>
              <a:t>23/10/2024</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E49BE01-F3E6-904C-954C-9DEA9C79F107}" type="slidenum">
              <a:rPr lang="pt-BR" smtClean="0"/>
              <a:t>‹nº›</a:t>
            </a:fld>
            <a:endParaRPr lang="pt-BR"/>
          </a:p>
        </p:txBody>
      </p:sp>
    </p:spTree>
    <p:extLst>
      <p:ext uri="{BB962C8B-B14F-4D97-AF65-F5344CB8AC3E}">
        <p14:creationId xmlns:p14="http://schemas.microsoft.com/office/powerpoint/2010/main" val="5631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792473" y="4697362"/>
            <a:ext cx="10608643" cy="819355"/>
          </a:xfrm>
        </p:spPr>
        <p:txBody>
          <a:bodyPr anchor="b"/>
          <a:lstStyle>
            <a:lvl1pPr algn="l">
              <a:defRPr sz="3200"/>
            </a:lvl1pPr>
          </a:lstStyle>
          <a:p>
            <a:r>
              <a:rPr lang="en-US"/>
              <a:t>Clique para editar estilo do título mestre</a:t>
            </a:r>
            <a:endParaRPr lang="en-US" dirty="0"/>
          </a:p>
        </p:txBody>
      </p:sp>
      <p:sp>
        <p:nvSpPr>
          <p:cNvPr id="3" name="Picture Placeholder 2"/>
          <p:cNvSpPr>
            <a:spLocks noGrp="1" noChangeAspect="1"/>
          </p:cNvSpPr>
          <p:nvPr>
            <p:ph type="pic" idx="1"/>
          </p:nvPr>
        </p:nvSpPr>
        <p:spPr>
          <a:xfrm>
            <a:off x="792473" y="977035"/>
            <a:ext cx="10600347"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Arraste a imagem para o espaço reservado ou clique no ícone para adicionar</a:t>
            </a:r>
            <a:endParaRPr lang="en-US" dirty="0"/>
          </a:p>
        </p:txBody>
      </p:sp>
      <p:sp>
        <p:nvSpPr>
          <p:cNvPr id="4" name="Text Placeholder 3"/>
          <p:cNvSpPr>
            <a:spLocks noGrp="1"/>
          </p:cNvSpPr>
          <p:nvPr>
            <p:ph type="body" sz="half" idx="2"/>
          </p:nvPr>
        </p:nvSpPr>
        <p:spPr>
          <a:xfrm>
            <a:off x="792480" y="5516716"/>
            <a:ext cx="1060704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Clique para editar os estilos de texto mestres</a:t>
            </a:r>
          </a:p>
        </p:txBody>
      </p:sp>
      <p:sp>
        <p:nvSpPr>
          <p:cNvPr id="5" name="Date Placeholder 4"/>
          <p:cNvSpPr>
            <a:spLocks noGrp="1"/>
          </p:cNvSpPr>
          <p:nvPr>
            <p:ph type="dt" sz="half" idx="10"/>
          </p:nvPr>
        </p:nvSpPr>
        <p:spPr/>
        <p:txBody>
          <a:bodyPr/>
          <a:lstStyle/>
          <a:p>
            <a:fld id="{E404EFEE-18A7-0C4E-9338-48F9787A77AC}" type="datetimeFigureOut">
              <a:rPr lang="pt-BR" smtClean="0"/>
              <a:t>23/10/2024</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E49BE01-F3E6-904C-954C-9DEA9C79F107}" type="slidenum">
              <a:rPr lang="pt-BR" smtClean="0"/>
              <a:t>‹nº›</a:t>
            </a:fld>
            <a:endParaRPr lang="pt-BR"/>
          </a:p>
        </p:txBody>
      </p:sp>
    </p:spTree>
    <p:extLst>
      <p:ext uri="{BB962C8B-B14F-4D97-AF65-F5344CB8AC3E}">
        <p14:creationId xmlns:p14="http://schemas.microsoft.com/office/powerpoint/2010/main" val="1475952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ítulo e Legenda">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12192000" cy="1862138"/>
          </a:xfrm>
          <a:prstGeom prst="rect">
            <a:avLst/>
          </a:prstGeom>
        </p:spPr>
      </p:pic>
      <p:sp>
        <p:nvSpPr>
          <p:cNvPr id="2" name="Title 1"/>
          <p:cNvSpPr>
            <a:spLocks noGrp="1"/>
          </p:cNvSpPr>
          <p:nvPr>
            <p:ph type="title"/>
          </p:nvPr>
        </p:nvSpPr>
        <p:spPr>
          <a:xfrm>
            <a:off x="792480" y="753534"/>
            <a:ext cx="10607040" cy="2802467"/>
          </a:xfrm>
        </p:spPr>
        <p:txBody>
          <a:bodyPr anchor="ctr"/>
          <a:lstStyle>
            <a:lvl1pPr algn="l">
              <a:defRPr sz="3200"/>
            </a:lvl1pPr>
          </a:lstStyle>
          <a:p>
            <a:r>
              <a:rPr lang="en-US"/>
              <a:t>Clique para editar estilo do título mestre</a:t>
            </a:r>
            <a:endParaRPr lang="en-US" dirty="0"/>
          </a:p>
        </p:txBody>
      </p:sp>
      <p:sp>
        <p:nvSpPr>
          <p:cNvPr id="4" name="Text Placeholder 3"/>
          <p:cNvSpPr>
            <a:spLocks noGrp="1"/>
          </p:cNvSpPr>
          <p:nvPr>
            <p:ph type="body" sz="half" idx="2"/>
          </p:nvPr>
        </p:nvSpPr>
        <p:spPr>
          <a:xfrm>
            <a:off x="914400" y="3649134"/>
            <a:ext cx="103632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Clique para editar os estilos de texto mestres</a:t>
            </a:r>
          </a:p>
        </p:txBody>
      </p:sp>
      <p:sp>
        <p:nvSpPr>
          <p:cNvPr id="5" name="Date Placeholder 4"/>
          <p:cNvSpPr>
            <a:spLocks noGrp="1"/>
          </p:cNvSpPr>
          <p:nvPr>
            <p:ph type="dt" sz="half" idx="10"/>
          </p:nvPr>
        </p:nvSpPr>
        <p:spPr>
          <a:xfrm>
            <a:off x="7416235" y="381002"/>
            <a:ext cx="2910840" cy="365125"/>
          </a:xfrm>
        </p:spPr>
        <p:txBody>
          <a:bodyPr/>
          <a:lstStyle>
            <a:lvl1pPr algn="r">
              <a:defRPr/>
            </a:lvl1pPr>
          </a:lstStyle>
          <a:p>
            <a:fld id="{E404EFEE-18A7-0C4E-9338-48F9787A77AC}" type="datetimeFigureOut">
              <a:rPr lang="pt-BR" smtClean="0"/>
              <a:t>23/10/2024</a:t>
            </a:fld>
            <a:endParaRPr lang="pt-BR"/>
          </a:p>
        </p:txBody>
      </p:sp>
      <p:sp>
        <p:nvSpPr>
          <p:cNvPr id="6" name="Footer Placeholder 5"/>
          <p:cNvSpPr>
            <a:spLocks noGrp="1"/>
          </p:cNvSpPr>
          <p:nvPr>
            <p:ph type="ftr" sz="quarter" idx="11"/>
          </p:nvPr>
        </p:nvSpPr>
        <p:spPr>
          <a:xfrm>
            <a:off x="792480" y="381002"/>
            <a:ext cx="6440875" cy="365125"/>
          </a:xfrm>
        </p:spPr>
        <p:txBody>
          <a:bodyPr/>
          <a:lstStyle/>
          <a:p>
            <a:endParaRPr lang="pt-BR"/>
          </a:p>
        </p:txBody>
      </p:sp>
      <p:sp>
        <p:nvSpPr>
          <p:cNvPr id="7" name="Slide Number Placeholder 6"/>
          <p:cNvSpPr>
            <a:spLocks noGrp="1"/>
          </p:cNvSpPr>
          <p:nvPr>
            <p:ph type="sldNum" sz="quarter" idx="12"/>
          </p:nvPr>
        </p:nvSpPr>
        <p:spPr>
          <a:xfrm>
            <a:off x="10509955" y="381002"/>
            <a:ext cx="889565" cy="365125"/>
          </a:xfrm>
        </p:spPr>
        <p:txBody>
          <a:bodyPr/>
          <a:lstStyle/>
          <a:p>
            <a:fld id="{1E49BE01-F3E6-904C-954C-9DEA9C79F107}" type="slidenum">
              <a:rPr lang="pt-BR" smtClean="0"/>
              <a:t>‹nº›</a:t>
            </a:fld>
            <a:endParaRPr lang="pt-BR"/>
          </a:p>
        </p:txBody>
      </p:sp>
    </p:spTree>
    <p:extLst>
      <p:ext uri="{BB962C8B-B14F-4D97-AF65-F5344CB8AC3E}">
        <p14:creationId xmlns:p14="http://schemas.microsoft.com/office/powerpoint/2010/main" val="3980680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ção com Legenda">
    <p:spTree>
      <p:nvGrpSpPr>
        <p:cNvPr id="1" name=""/>
        <p:cNvGrpSpPr/>
        <p:nvPr/>
      </p:nvGrpSpPr>
      <p:grpSpPr>
        <a:xfrm>
          <a:off x="0" y="0"/>
          <a:ext cx="0" cy="0"/>
          <a:chOff x="0" y="0"/>
          <a:chExt cx="0" cy="0"/>
        </a:xfrm>
      </p:grpSpPr>
      <p:pic>
        <p:nvPicPr>
          <p:cNvPr id="15" name="Picture 14"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12192000" cy="1862138"/>
          </a:xfrm>
          <a:prstGeom prst="rect">
            <a:avLst/>
          </a:prstGeom>
        </p:spPr>
      </p:pic>
      <p:sp>
        <p:nvSpPr>
          <p:cNvPr id="2" name="Title 1"/>
          <p:cNvSpPr>
            <a:spLocks noGrp="1"/>
          </p:cNvSpPr>
          <p:nvPr>
            <p:ph type="title"/>
          </p:nvPr>
        </p:nvSpPr>
        <p:spPr>
          <a:xfrm>
            <a:off x="1024468" y="753534"/>
            <a:ext cx="10151533" cy="2756234"/>
          </a:xfrm>
        </p:spPr>
        <p:txBody>
          <a:bodyPr anchor="ctr"/>
          <a:lstStyle>
            <a:lvl1pPr algn="l">
              <a:defRPr sz="3200"/>
            </a:lvl1pPr>
          </a:lstStyle>
          <a:p>
            <a:r>
              <a:rPr lang="en-US"/>
              <a:t>Clique para editar estilo do título mestre</a:t>
            </a:r>
            <a:endParaRPr lang="en-US" dirty="0"/>
          </a:p>
        </p:txBody>
      </p:sp>
      <p:sp>
        <p:nvSpPr>
          <p:cNvPr id="12" name="Text Placeholder 3"/>
          <p:cNvSpPr>
            <a:spLocks noGrp="1"/>
          </p:cNvSpPr>
          <p:nvPr>
            <p:ph type="body" sz="half" idx="13"/>
          </p:nvPr>
        </p:nvSpPr>
        <p:spPr>
          <a:xfrm>
            <a:off x="1303865" y="3509768"/>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Clique para editar os estilos de texto mestres</a:t>
            </a:r>
          </a:p>
        </p:txBody>
      </p:sp>
      <p:sp>
        <p:nvSpPr>
          <p:cNvPr id="4" name="Text Placeholder 3"/>
          <p:cNvSpPr>
            <a:spLocks noGrp="1"/>
          </p:cNvSpPr>
          <p:nvPr>
            <p:ph type="body" sz="half" idx="2"/>
          </p:nvPr>
        </p:nvSpPr>
        <p:spPr>
          <a:xfrm>
            <a:off x="914400" y="4174598"/>
            <a:ext cx="10371669"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Clique para editar os estilos de texto mestres</a:t>
            </a:r>
          </a:p>
        </p:txBody>
      </p:sp>
      <p:sp>
        <p:nvSpPr>
          <p:cNvPr id="5" name="Date Placeholder 4"/>
          <p:cNvSpPr>
            <a:spLocks noGrp="1"/>
          </p:cNvSpPr>
          <p:nvPr>
            <p:ph type="dt" sz="half" idx="10"/>
          </p:nvPr>
        </p:nvSpPr>
        <p:spPr>
          <a:xfrm>
            <a:off x="7416235" y="381002"/>
            <a:ext cx="2910840" cy="365125"/>
          </a:xfrm>
        </p:spPr>
        <p:txBody>
          <a:bodyPr/>
          <a:lstStyle>
            <a:lvl1pPr algn="r">
              <a:defRPr/>
            </a:lvl1pPr>
          </a:lstStyle>
          <a:p>
            <a:fld id="{E404EFEE-18A7-0C4E-9338-48F9787A77AC}" type="datetimeFigureOut">
              <a:rPr lang="pt-BR" smtClean="0"/>
              <a:t>23/10/2024</a:t>
            </a:fld>
            <a:endParaRPr lang="pt-BR"/>
          </a:p>
        </p:txBody>
      </p:sp>
      <p:sp>
        <p:nvSpPr>
          <p:cNvPr id="6" name="Footer Placeholder 5"/>
          <p:cNvSpPr>
            <a:spLocks noGrp="1"/>
          </p:cNvSpPr>
          <p:nvPr>
            <p:ph type="ftr" sz="quarter" idx="11"/>
          </p:nvPr>
        </p:nvSpPr>
        <p:spPr>
          <a:xfrm>
            <a:off x="792480" y="379439"/>
            <a:ext cx="6440875" cy="365125"/>
          </a:xfrm>
        </p:spPr>
        <p:txBody>
          <a:bodyPr/>
          <a:lstStyle/>
          <a:p>
            <a:endParaRPr lang="pt-BR"/>
          </a:p>
        </p:txBody>
      </p:sp>
      <p:sp>
        <p:nvSpPr>
          <p:cNvPr id="7" name="Slide Number Placeholder 6"/>
          <p:cNvSpPr>
            <a:spLocks noGrp="1"/>
          </p:cNvSpPr>
          <p:nvPr>
            <p:ph type="sldNum" sz="quarter" idx="12"/>
          </p:nvPr>
        </p:nvSpPr>
        <p:spPr>
          <a:xfrm>
            <a:off x="10509955" y="381002"/>
            <a:ext cx="889565" cy="365125"/>
          </a:xfrm>
        </p:spPr>
        <p:txBody>
          <a:bodyPr/>
          <a:lstStyle/>
          <a:p>
            <a:fld id="{1E49BE01-F3E6-904C-954C-9DEA9C79F107}" type="slidenum">
              <a:rPr lang="pt-BR" smtClean="0"/>
              <a:t>‹nº›</a:t>
            </a:fld>
            <a:endParaRPr lang="pt-BR"/>
          </a:p>
        </p:txBody>
      </p:sp>
      <p:sp>
        <p:nvSpPr>
          <p:cNvPr id="13" name="TextBox 12"/>
          <p:cNvSpPr txBox="1"/>
          <p:nvPr/>
        </p:nvSpPr>
        <p:spPr>
          <a:xfrm>
            <a:off x="308611" y="80772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862311" y="302133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1895442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ão de Nome">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12192000" cy="1862138"/>
          </a:xfrm>
          <a:prstGeom prst="rect">
            <a:avLst/>
          </a:prstGeom>
        </p:spPr>
      </p:pic>
      <p:sp>
        <p:nvSpPr>
          <p:cNvPr id="2" name="Title 1"/>
          <p:cNvSpPr>
            <a:spLocks noGrp="1"/>
          </p:cNvSpPr>
          <p:nvPr>
            <p:ph type="title"/>
          </p:nvPr>
        </p:nvSpPr>
        <p:spPr>
          <a:xfrm>
            <a:off x="914400" y="1124703"/>
            <a:ext cx="10366376" cy="2511835"/>
          </a:xfrm>
        </p:spPr>
        <p:txBody>
          <a:bodyPr anchor="b"/>
          <a:lstStyle>
            <a:lvl1pPr algn="l">
              <a:defRPr sz="3200"/>
            </a:lvl1pPr>
          </a:lstStyle>
          <a:p>
            <a:r>
              <a:rPr lang="en-US"/>
              <a:t>Clique para editar estilo do título mestre</a:t>
            </a:r>
            <a:endParaRPr lang="en-US" dirty="0"/>
          </a:p>
        </p:txBody>
      </p:sp>
      <p:sp>
        <p:nvSpPr>
          <p:cNvPr id="4" name="Text Placeholder 3"/>
          <p:cNvSpPr>
            <a:spLocks noGrp="1"/>
          </p:cNvSpPr>
          <p:nvPr>
            <p:ph type="body" sz="half" idx="2"/>
          </p:nvPr>
        </p:nvSpPr>
        <p:spPr>
          <a:xfrm>
            <a:off x="914389" y="3648317"/>
            <a:ext cx="10364811"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Clique para editar os estilos de texto mestres</a:t>
            </a:r>
          </a:p>
        </p:txBody>
      </p:sp>
      <p:sp>
        <p:nvSpPr>
          <p:cNvPr id="5" name="Date Placeholder 4"/>
          <p:cNvSpPr>
            <a:spLocks noGrp="1"/>
          </p:cNvSpPr>
          <p:nvPr>
            <p:ph type="dt" sz="half" idx="10"/>
          </p:nvPr>
        </p:nvSpPr>
        <p:spPr>
          <a:xfrm>
            <a:off x="7416235" y="378885"/>
            <a:ext cx="2910840" cy="365125"/>
          </a:xfrm>
        </p:spPr>
        <p:txBody>
          <a:bodyPr/>
          <a:lstStyle>
            <a:lvl1pPr algn="r">
              <a:defRPr/>
            </a:lvl1pPr>
          </a:lstStyle>
          <a:p>
            <a:fld id="{E404EFEE-18A7-0C4E-9338-48F9787A77AC}" type="datetimeFigureOut">
              <a:rPr lang="pt-BR" smtClean="0"/>
              <a:t>23/10/2024</a:t>
            </a:fld>
            <a:endParaRPr lang="pt-BR"/>
          </a:p>
        </p:txBody>
      </p:sp>
      <p:sp>
        <p:nvSpPr>
          <p:cNvPr id="6" name="Footer Placeholder 5"/>
          <p:cNvSpPr>
            <a:spLocks noGrp="1"/>
          </p:cNvSpPr>
          <p:nvPr>
            <p:ph type="ftr" sz="quarter" idx="11"/>
          </p:nvPr>
        </p:nvSpPr>
        <p:spPr>
          <a:xfrm>
            <a:off x="792480" y="378885"/>
            <a:ext cx="6440875" cy="365125"/>
          </a:xfrm>
        </p:spPr>
        <p:txBody>
          <a:bodyPr/>
          <a:lstStyle/>
          <a:p>
            <a:endParaRPr lang="pt-BR"/>
          </a:p>
        </p:txBody>
      </p:sp>
      <p:sp>
        <p:nvSpPr>
          <p:cNvPr id="7" name="Slide Number Placeholder 6"/>
          <p:cNvSpPr>
            <a:spLocks noGrp="1"/>
          </p:cNvSpPr>
          <p:nvPr>
            <p:ph type="sldNum" sz="quarter" idx="12"/>
          </p:nvPr>
        </p:nvSpPr>
        <p:spPr>
          <a:xfrm>
            <a:off x="10509955" y="381002"/>
            <a:ext cx="889565" cy="365125"/>
          </a:xfrm>
        </p:spPr>
        <p:txBody>
          <a:bodyPr/>
          <a:lstStyle/>
          <a:p>
            <a:fld id="{1E49BE01-F3E6-904C-954C-9DEA9C79F107}" type="slidenum">
              <a:rPr lang="pt-BR" smtClean="0"/>
              <a:t>‹nº›</a:t>
            </a:fld>
            <a:endParaRPr lang="pt-BR"/>
          </a:p>
        </p:txBody>
      </p:sp>
    </p:spTree>
    <p:extLst>
      <p:ext uri="{BB962C8B-B14F-4D97-AF65-F5344CB8AC3E}">
        <p14:creationId xmlns:p14="http://schemas.microsoft.com/office/powerpoint/2010/main" val="8665968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nas">
    <p:spTree>
      <p:nvGrpSpPr>
        <p:cNvPr id="1" name=""/>
        <p:cNvGrpSpPr/>
        <p:nvPr/>
      </p:nvGrpSpPr>
      <p:grpSpPr>
        <a:xfrm>
          <a:off x="0" y="0"/>
          <a:ext cx="0" cy="0"/>
          <a:chOff x="0" y="0"/>
          <a:chExt cx="0" cy="0"/>
        </a:xfrm>
      </p:grpSpPr>
      <p:sp>
        <p:nvSpPr>
          <p:cNvPr id="15" name="Title 1"/>
          <p:cNvSpPr>
            <a:spLocks noGrp="1"/>
          </p:cNvSpPr>
          <p:nvPr>
            <p:ph type="title"/>
          </p:nvPr>
        </p:nvSpPr>
        <p:spPr>
          <a:xfrm>
            <a:off x="2895602" y="762001"/>
            <a:ext cx="8503919" cy="1303867"/>
          </a:xfrm>
        </p:spPr>
        <p:txBody>
          <a:bodyPr/>
          <a:lstStyle/>
          <a:p>
            <a:r>
              <a:rPr lang="en-US"/>
              <a:t>Clique para editar estilo do título mestre</a:t>
            </a:r>
            <a:endParaRPr lang="en-US" dirty="0"/>
          </a:p>
        </p:txBody>
      </p:sp>
      <p:sp>
        <p:nvSpPr>
          <p:cNvPr id="7" name="Text Placeholder 2"/>
          <p:cNvSpPr>
            <a:spLocks noGrp="1"/>
          </p:cNvSpPr>
          <p:nvPr>
            <p:ph type="body" idx="1"/>
          </p:nvPr>
        </p:nvSpPr>
        <p:spPr>
          <a:xfrm>
            <a:off x="792481" y="2202080"/>
            <a:ext cx="341376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Clique para editar os estilos de texto mestres</a:t>
            </a:r>
          </a:p>
        </p:txBody>
      </p:sp>
      <p:sp>
        <p:nvSpPr>
          <p:cNvPr id="8" name="Text Placeholder 3"/>
          <p:cNvSpPr>
            <a:spLocks noGrp="1"/>
          </p:cNvSpPr>
          <p:nvPr>
            <p:ph type="body" sz="half" idx="15"/>
          </p:nvPr>
        </p:nvSpPr>
        <p:spPr>
          <a:xfrm>
            <a:off x="792480" y="2904565"/>
            <a:ext cx="341376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Clique para editar os estilos de texto mestres</a:t>
            </a:r>
          </a:p>
        </p:txBody>
      </p:sp>
      <p:sp>
        <p:nvSpPr>
          <p:cNvPr id="9" name="Text Placeholder 4"/>
          <p:cNvSpPr>
            <a:spLocks noGrp="1"/>
          </p:cNvSpPr>
          <p:nvPr>
            <p:ph type="body" sz="quarter" idx="3"/>
          </p:nvPr>
        </p:nvSpPr>
        <p:spPr>
          <a:xfrm>
            <a:off x="4402983" y="2201333"/>
            <a:ext cx="341376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Clique para editar os estilos de texto mestres</a:t>
            </a:r>
          </a:p>
        </p:txBody>
      </p:sp>
      <p:sp>
        <p:nvSpPr>
          <p:cNvPr id="10" name="Text Placeholder 3"/>
          <p:cNvSpPr>
            <a:spLocks noGrp="1"/>
          </p:cNvSpPr>
          <p:nvPr>
            <p:ph type="body" sz="half" idx="16"/>
          </p:nvPr>
        </p:nvSpPr>
        <p:spPr>
          <a:xfrm>
            <a:off x="4401041" y="2904068"/>
            <a:ext cx="341376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Clique para editar os estilos de texto mestres</a:t>
            </a:r>
          </a:p>
        </p:txBody>
      </p:sp>
      <p:sp>
        <p:nvSpPr>
          <p:cNvPr id="11" name="Text Placeholder 4"/>
          <p:cNvSpPr>
            <a:spLocks noGrp="1"/>
          </p:cNvSpPr>
          <p:nvPr>
            <p:ph type="body" sz="quarter" idx="13"/>
          </p:nvPr>
        </p:nvSpPr>
        <p:spPr>
          <a:xfrm>
            <a:off x="7985759" y="2192866"/>
            <a:ext cx="341376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Clique para editar os estilos de texto mestres</a:t>
            </a:r>
          </a:p>
        </p:txBody>
      </p:sp>
      <p:sp>
        <p:nvSpPr>
          <p:cNvPr id="12" name="Text Placeholder 3"/>
          <p:cNvSpPr>
            <a:spLocks noGrp="1"/>
          </p:cNvSpPr>
          <p:nvPr>
            <p:ph type="body" sz="half" idx="17"/>
          </p:nvPr>
        </p:nvSpPr>
        <p:spPr>
          <a:xfrm>
            <a:off x="7985760" y="2904565"/>
            <a:ext cx="341376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Clique para editar os estilos de texto mestres</a:t>
            </a:r>
          </a:p>
        </p:txBody>
      </p:sp>
      <p:sp>
        <p:nvSpPr>
          <p:cNvPr id="3" name="Date Placeholder 2"/>
          <p:cNvSpPr>
            <a:spLocks noGrp="1"/>
          </p:cNvSpPr>
          <p:nvPr>
            <p:ph type="dt" sz="half" idx="10"/>
          </p:nvPr>
        </p:nvSpPr>
        <p:spPr/>
        <p:txBody>
          <a:bodyPr/>
          <a:lstStyle/>
          <a:p>
            <a:fld id="{E404EFEE-18A7-0C4E-9338-48F9787A77AC}" type="datetimeFigureOut">
              <a:rPr lang="pt-BR" smtClean="0"/>
              <a:t>23/10/2024</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1E49BE01-F3E6-904C-954C-9DEA9C79F107}" type="slidenum">
              <a:rPr lang="pt-BR" smtClean="0"/>
              <a:t>‹nº›</a:t>
            </a:fld>
            <a:endParaRPr lang="pt-BR"/>
          </a:p>
        </p:txBody>
      </p:sp>
    </p:spTree>
    <p:extLst>
      <p:ext uri="{BB962C8B-B14F-4D97-AF65-F5344CB8AC3E}">
        <p14:creationId xmlns:p14="http://schemas.microsoft.com/office/powerpoint/2010/main" val="2426397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nas de Imagem">
    <p:spTree>
      <p:nvGrpSpPr>
        <p:cNvPr id="1" name=""/>
        <p:cNvGrpSpPr/>
        <p:nvPr/>
      </p:nvGrpSpPr>
      <p:grpSpPr>
        <a:xfrm>
          <a:off x="0" y="0"/>
          <a:ext cx="0" cy="0"/>
          <a:chOff x="0" y="0"/>
          <a:chExt cx="0" cy="0"/>
        </a:xfrm>
      </p:grpSpPr>
      <p:sp>
        <p:nvSpPr>
          <p:cNvPr id="30" name="Title 1"/>
          <p:cNvSpPr>
            <a:spLocks noGrp="1"/>
          </p:cNvSpPr>
          <p:nvPr>
            <p:ph type="title"/>
          </p:nvPr>
        </p:nvSpPr>
        <p:spPr>
          <a:xfrm>
            <a:off x="2895603" y="762000"/>
            <a:ext cx="8509312" cy="1295400"/>
          </a:xfrm>
        </p:spPr>
        <p:txBody>
          <a:bodyPr/>
          <a:lstStyle/>
          <a:p>
            <a:r>
              <a:rPr lang="en-US"/>
              <a:t>Clique para editar estilo do título mestre</a:t>
            </a:r>
            <a:endParaRPr lang="en-US" dirty="0"/>
          </a:p>
        </p:txBody>
      </p:sp>
      <p:sp>
        <p:nvSpPr>
          <p:cNvPr id="19" name="Text Placeholder 2"/>
          <p:cNvSpPr>
            <a:spLocks noGrp="1"/>
          </p:cNvSpPr>
          <p:nvPr>
            <p:ph type="body" idx="1"/>
          </p:nvPr>
        </p:nvSpPr>
        <p:spPr>
          <a:xfrm>
            <a:off x="792480" y="4113341"/>
            <a:ext cx="341376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Clique para editar os estilos de texto mestres</a:t>
            </a:r>
          </a:p>
        </p:txBody>
      </p:sp>
      <p:sp>
        <p:nvSpPr>
          <p:cNvPr id="20" name="Picture Placeholder 2"/>
          <p:cNvSpPr>
            <a:spLocks noGrp="1" noChangeAspect="1"/>
          </p:cNvSpPr>
          <p:nvPr>
            <p:ph type="pic" idx="15"/>
          </p:nvPr>
        </p:nvSpPr>
        <p:spPr>
          <a:xfrm>
            <a:off x="792480" y="2331720"/>
            <a:ext cx="341376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Arraste a imagem para o espaço reservado ou clique no ícone para adicionar</a:t>
            </a:r>
            <a:endParaRPr lang="en-US" dirty="0"/>
          </a:p>
        </p:txBody>
      </p:sp>
      <p:sp>
        <p:nvSpPr>
          <p:cNvPr id="21" name="Text Placeholder 3"/>
          <p:cNvSpPr>
            <a:spLocks noGrp="1"/>
          </p:cNvSpPr>
          <p:nvPr>
            <p:ph type="body" sz="half" idx="18"/>
          </p:nvPr>
        </p:nvSpPr>
        <p:spPr>
          <a:xfrm>
            <a:off x="792480" y="4796104"/>
            <a:ext cx="341376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Clique para editar os estilos de texto mestres</a:t>
            </a:r>
          </a:p>
        </p:txBody>
      </p:sp>
      <p:sp>
        <p:nvSpPr>
          <p:cNvPr id="22" name="Text Placeholder 4"/>
          <p:cNvSpPr>
            <a:spLocks noGrp="1"/>
          </p:cNvSpPr>
          <p:nvPr>
            <p:ph type="body" sz="quarter" idx="3"/>
          </p:nvPr>
        </p:nvSpPr>
        <p:spPr>
          <a:xfrm>
            <a:off x="4389164" y="4113341"/>
            <a:ext cx="341376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Clique para editar os estilos de texto mestres</a:t>
            </a:r>
          </a:p>
        </p:txBody>
      </p:sp>
      <p:sp>
        <p:nvSpPr>
          <p:cNvPr id="23" name="Picture Placeholder 2"/>
          <p:cNvSpPr>
            <a:spLocks noGrp="1" noChangeAspect="1"/>
          </p:cNvSpPr>
          <p:nvPr>
            <p:ph type="pic" idx="21"/>
          </p:nvPr>
        </p:nvSpPr>
        <p:spPr>
          <a:xfrm>
            <a:off x="4389163" y="2331720"/>
            <a:ext cx="341376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Arraste a imagem para o espaço reservado ou clique no ícone para adicionar</a:t>
            </a:r>
            <a:endParaRPr lang="en-US" dirty="0"/>
          </a:p>
        </p:txBody>
      </p:sp>
      <p:sp>
        <p:nvSpPr>
          <p:cNvPr id="24" name="Text Placeholder 3"/>
          <p:cNvSpPr>
            <a:spLocks noGrp="1"/>
          </p:cNvSpPr>
          <p:nvPr>
            <p:ph type="body" sz="half" idx="19"/>
          </p:nvPr>
        </p:nvSpPr>
        <p:spPr>
          <a:xfrm>
            <a:off x="4387811" y="4796103"/>
            <a:ext cx="341376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Clique para editar os estilos de texto mestres</a:t>
            </a:r>
          </a:p>
        </p:txBody>
      </p:sp>
      <p:sp>
        <p:nvSpPr>
          <p:cNvPr id="25" name="Text Placeholder 4"/>
          <p:cNvSpPr>
            <a:spLocks noGrp="1"/>
          </p:cNvSpPr>
          <p:nvPr>
            <p:ph type="body" sz="quarter" idx="13"/>
          </p:nvPr>
        </p:nvSpPr>
        <p:spPr>
          <a:xfrm>
            <a:off x="7991153" y="4113341"/>
            <a:ext cx="341376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Clique para editar os estilos de texto mestres</a:t>
            </a:r>
          </a:p>
        </p:txBody>
      </p:sp>
      <p:sp>
        <p:nvSpPr>
          <p:cNvPr id="26" name="Picture Placeholder 2"/>
          <p:cNvSpPr>
            <a:spLocks noGrp="1" noChangeAspect="1"/>
          </p:cNvSpPr>
          <p:nvPr>
            <p:ph type="pic" idx="22"/>
          </p:nvPr>
        </p:nvSpPr>
        <p:spPr>
          <a:xfrm>
            <a:off x="7991152" y="2331722"/>
            <a:ext cx="341376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Arraste a imagem para o espaço reservado ou clique no ícone para adicionar</a:t>
            </a:r>
            <a:endParaRPr lang="en-US" dirty="0"/>
          </a:p>
        </p:txBody>
      </p:sp>
      <p:sp>
        <p:nvSpPr>
          <p:cNvPr id="27" name="Text Placeholder 3"/>
          <p:cNvSpPr>
            <a:spLocks noGrp="1"/>
          </p:cNvSpPr>
          <p:nvPr>
            <p:ph type="body" sz="half" idx="20"/>
          </p:nvPr>
        </p:nvSpPr>
        <p:spPr>
          <a:xfrm>
            <a:off x="7991029" y="4796101"/>
            <a:ext cx="341376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Clique para editar os estilos de texto mestres</a:t>
            </a:r>
          </a:p>
        </p:txBody>
      </p:sp>
      <p:sp>
        <p:nvSpPr>
          <p:cNvPr id="3" name="Date Placeholder 2"/>
          <p:cNvSpPr>
            <a:spLocks noGrp="1"/>
          </p:cNvSpPr>
          <p:nvPr>
            <p:ph type="dt" sz="half" idx="10"/>
          </p:nvPr>
        </p:nvSpPr>
        <p:spPr/>
        <p:txBody>
          <a:bodyPr/>
          <a:lstStyle/>
          <a:p>
            <a:fld id="{E404EFEE-18A7-0C4E-9338-48F9787A77AC}" type="datetimeFigureOut">
              <a:rPr lang="pt-BR" smtClean="0"/>
              <a:t>23/10/2024</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1E49BE01-F3E6-904C-954C-9DEA9C79F107}" type="slidenum">
              <a:rPr lang="pt-BR" smtClean="0"/>
              <a:t>‹nº›</a:t>
            </a:fld>
            <a:endParaRPr lang="pt-BR"/>
          </a:p>
        </p:txBody>
      </p:sp>
    </p:spTree>
    <p:extLst>
      <p:ext uri="{BB962C8B-B14F-4D97-AF65-F5344CB8AC3E}">
        <p14:creationId xmlns:p14="http://schemas.microsoft.com/office/powerpoint/2010/main" val="8601448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Clique para editar estilo do título mestre</a:t>
            </a:r>
            <a:endParaRPr lang="en-US" dirty="0"/>
          </a:p>
        </p:txBody>
      </p:sp>
      <p:sp>
        <p:nvSpPr>
          <p:cNvPr id="3" name="Vertical Text Placeholder 2"/>
          <p:cNvSpPr>
            <a:spLocks noGrp="1"/>
          </p:cNvSpPr>
          <p:nvPr>
            <p:ph type="body" orient="vert" idx="1"/>
          </p:nvPr>
        </p:nvSpPr>
        <p:spPr>
          <a:xfrm>
            <a:off x="792480" y="2194560"/>
            <a:ext cx="10607040" cy="4069080"/>
          </a:xfrm>
        </p:spPr>
        <p:txBody>
          <a:bodyPr vert="eaVert"/>
          <a:lstStyle/>
          <a:p>
            <a:pPr lvl="0"/>
            <a:r>
              <a:rPr lang="en-US"/>
              <a:t>Clique para editar os estilos de texto mestres</a:t>
            </a:r>
          </a:p>
          <a:p>
            <a:pPr lvl="1"/>
            <a:r>
              <a:rPr lang="en-US"/>
              <a:t>Segundo nível</a:t>
            </a:r>
          </a:p>
          <a:p>
            <a:pPr lvl="2"/>
            <a:r>
              <a:rPr lang="en-US"/>
              <a:t>Terceiro nível</a:t>
            </a:r>
          </a:p>
          <a:p>
            <a:pPr lvl="3"/>
            <a:r>
              <a:rPr lang="en-US"/>
              <a:t>Quarto nível</a:t>
            </a:r>
          </a:p>
          <a:p>
            <a:pPr lvl="4"/>
            <a:r>
              <a:rPr lang="en-US"/>
              <a:t>Quinto nível</a:t>
            </a:r>
            <a:endParaRPr lang="en-US" dirty="0"/>
          </a:p>
        </p:txBody>
      </p:sp>
      <p:sp>
        <p:nvSpPr>
          <p:cNvPr id="4" name="Date Placeholder 3"/>
          <p:cNvSpPr>
            <a:spLocks noGrp="1"/>
          </p:cNvSpPr>
          <p:nvPr>
            <p:ph type="dt" sz="half" idx="10"/>
          </p:nvPr>
        </p:nvSpPr>
        <p:spPr/>
        <p:txBody>
          <a:bodyPr/>
          <a:lstStyle/>
          <a:p>
            <a:fld id="{E404EFEE-18A7-0C4E-9338-48F9787A77AC}" type="datetimeFigureOut">
              <a:rPr lang="pt-BR" smtClean="0"/>
              <a:t>23/10/2024</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E49BE01-F3E6-904C-954C-9DEA9C79F107}" type="slidenum">
              <a:rPr lang="pt-BR" smtClean="0"/>
              <a:t>‹nº›</a:t>
            </a:fld>
            <a:endParaRPr lang="pt-BR"/>
          </a:p>
        </p:txBody>
      </p:sp>
    </p:spTree>
    <p:extLst>
      <p:ext uri="{BB962C8B-B14F-4D97-AF65-F5344CB8AC3E}">
        <p14:creationId xmlns:p14="http://schemas.microsoft.com/office/powerpoint/2010/main" val="15799523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ítulo e texto verticais">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12192000" cy="1862138"/>
          </a:xfrm>
          <a:prstGeom prst="rect">
            <a:avLst/>
          </a:prstGeom>
        </p:spPr>
      </p:pic>
      <p:sp>
        <p:nvSpPr>
          <p:cNvPr id="2" name="Vertical Title 1"/>
          <p:cNvSpPr>
            <a:spLocks noGrp="1"/>
          </p:cNvSpPr>
          <p:nvPr>
            <p:ph type="title" orient="vert"/>
          </p:nvPr>
        </p:nvSpPr>
        <p:spPr>
          <a:xfrm>
            <a:off x="9342120" y="747184"/>
            <a:ext cx="2057400" cy="4248675"/>
          </a:xfrm>
        </p:spPr>
        <p:txBody>
          <a:bodyPr vert="eaVert"/>
          <a:lstStyle>
            <a:lvl1pPr algn="l">
              <a:defRPr/>
            </a:lvl1pPr>
          </a:lstStyle>
          <a:p>
            <a:r>
              <a:rPr lang="en-US"/>
              <a:t>Clique para editar estilo do título mestre</a:t>
            </a:r>
            <a:endParaRPr lang="en-US" dirty="0"/>
          </a:p>
        </p:txBody>
      </p:sp>
      <p:sp>
        <p:nvSpPr>
          <p:cNvPr id="3" name="Vertical Text Placeholder 2"/>
          <p:cNvSpPr>
            <a:spLocks noGrp="1"/>
          </p:cNvSpPr>
          <p:nvPr>
            <p:ph type="body" orient="vert" idx="1"/>
          </p:nvPr>
        </p:nvSpPr>
        <p:spPr>
          <a:xfrm>
            <a:off x="792481" y="746126"/>
            <a:ext cx="8370713" cy="4249732"/>
          </a:xfrm>
        </p:spPr>
        <p:txBody>
          <a:bodyPr vert="eaVert"/>
          <a:lstStyle/>
          <a:p>
            <a:pPr lvl="0"/>
            <a:r>
              <a:rPr lang="en-US"/>
              <a:t>Clique para editar os estilos de texto mestres</a:t>
            </a:r>
          </a:p>
          <a:p>
            <a:pPr lvl="1"/>
            <a:r>
              <a:rPr lang="en-US"/>
              <a:t>Segundo nível</a:t>
            </a:r>
          </a:p>
          <a:p>
            <a:pPr lvl="2"/>
            <a:r>
              <a:rPr lang="en-US"/>
              <a:t>Terceiro nível</a:t>
            </a:r>
          </a:p>
          <a:p>
            <a:pPr lvl="3"/>
            <a:r>
              <a:rPr lang="en-US"/>
              <a:t>Quarto nível</a:t>
            </a:r>
          </a:p>
          <a:p>
            <a:pPr lvl="4"/>
            <a:r>
              <a:rPr lang="en-US"/>
              <a:t>Quinto nível</a:t>
            </a:r>
            <a:endParaRPr lang="en-US" dirty="0"/>
          </a:p>
        </p:txBody>
      </p:sp>
      <p:sp>
        <p:nvSpPr>
          <p:cNvPr id="4" name="Date Placeholder 3"/>
          <p:cNvSpPr>
            <a:spLocks noGrp="1"/>
          </p:cNvSpPr>
          <p:nvPr>
            <p:ph type="dt" sz="half" idx="10"/>
          </p:nvPr>
        </p:nvSpPr>
        <p:spPr>
          <a:xfrm>
            <a:off x="7416235" y="381002"/>
            <a:ext cx="2910840" cy="365125"/>
          </a:xfrm>
        </p:spPr>
        <p:txBody>
          <a:bodyPr/>
          <a:lstStyle>
            <a:lvl1pPr algn="r">
              <a:defRPr/>
            </a:lvl1pPr>
          </a:lstStyle>
          <a:p>
            <a:fld id="{E404EFEE-18A7-0C4E-9338-48F9787A77AC}" type="datetimeFigureOut">
              <a:rPr lang="pt-BR" smtClean="0"/>
              <a:t>23/10/2024</a:t>
            </a:fld>
            <a:endParaRPr lang="pt-BR"/>
          </a:p>
        </p:txBody>
      </p:sp>
      <p:sp>
        <p:nvSpPr>
          <p:cNvPr id="5" name="Footer Placeholder 4"/>
          <p:cNvSpPr>
            <a:spLocks noGrp="1"/>
          </p:cNvSpPr>
          <p:nvPr>
            <p:ph type="ftr" sz="quarter" idx="11"/>
          </p:nvPr>
        </p:nvSpPr>
        <p:spPr>
          <a:xfrm>
            <a:off x="792480" y="381002"/>
            <a:ext cx="6440875" cy="365125"/>
          </a:xfrm>
        </p:spPr>
        <p:txBody>
          <a:bodyPr/>
          <a:lstStyle/>
          <a:p>
            <a:endParaRPr lang="pt-BR"/>
          </a:p>
        </p:txBody>
      </p:sp>
      <p:sp>
        <p:nvSpPr>
          <p:cNvPr id="6" name="Slide Number Placeholder 5"/>
          <p:cNvSpPr>
            <a:spLocks noGrp="1"/>
          </p:cNvSpPr>
          <p:nvPr>
            <p:ph type="sldNum" sz="quarter" idx="12"/>
          </p:nvPr>
        </p:nvSpPr>
        <p:spPr>
          <a:xfrm>
            <a:off x="10509955" y="381002"/>
            <a:ext cx="889565" cy="365125"/>
          </a:xfrm>
        </p:spPr>
        <p:txBody>
          <a:bodyPr/>
          <a:lstStyle/>
          <a:p>
            <a:fld id="{1E49BE01-F3E6-904C-954C-9DEA9C79F107}" type="slidenum">
              <a:rPr lang="pt-BR" smtClean="0"/>
              <a:t>‹nº›</a:t>
            </a:fld>
            <a:endParaRPr lang="pt-BR"/>
          </a:p>
        </p:txBody>
      </p:sp>
    </p:spTree>
    <p:extLst>
      <p:ext uri="{BB962C8B-B14F-4D97-AF65-F5344CB8AC3E}">
        <p14:creationId xmlns:p14="http://schemas.microsoft.com/office/powerpoint/2010/main" val="1624031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1_Layout Personalizado">
    <p:spTree>
      <p:nvGrpSpPr>
        <p:cNvPr id="1" name=""/>
        <p:cNvGrpSpPr/>
        <p:nvPr/>
      </p:nvGrpSpPr>
      <p:grpSpPr>
        <a:xfrm>
          <a:off x="0" y="0"/>
          <a:ext cx="0" cy="0"/>
          <a:chOff x="0" y="0"/>
          <a:chExt cx="0" cy="0"/>
        </a:xfrm>
      </p:grpSpPr>
      <p:sp>
        <p:nvSpPr>
          <p:cNvPr id="4" name="Espaço Reservado para Texto 3"/>
          <p:cNvSpPr>
            <a:spLocks noGrp="1"/>
          </p:cNvSpPr>
          <p:nvPr>
            <p:ph type="body" sz="quarter" idx="10"/>
          </p:nvPr>
        </p:nvSpPr>
        <p:spPr>
          <a:xfrm>
            <a:off x="334434" y="644691"/>
            <a:ext cx="11523133" cy="5665093"/>
          </a:xfrm>
          <a:prstGeom prst="rect">
            <a:avLst/>
          </a:prstGeom>
        </p:spPr>
        <p:txBody>
          <a:bodyPr/>
          <a:lstStyle>
            <a:lvl1pPr marL="457189" indent="-457189">
              <a:buClr>
                <a:srgbClr val="FF3300"/>
              </a:buClr>
              <a:buFont typeface="Wingdings 2" pitchFamily="18" charset="2"/>
              <a:buChar char=""/>
              <a:defRPr sz="3733">
                <a:solidFill>
                  <a:schemeClr val="tx1">
                    <a:lumMod val="65000"/>
                    <a:lumOff val="35000"/>
                  </a:schemeClr>
                </a:solidFill>
              </a:defRPr>
            </a:lvl1pPr>
            <a:lvl2pPr marL="990575" indent="-380990">
              <a:buClr>
                <a:srgbClr val="FF3300"/>
              </a:buClr>
              <a:buFont typeface="Wingdings 2" pitchFamily="18" charset="2"/>
              <a:buChar char=""/>
              <a:defRPr sz="3200">
                <a:solidFill>
                  <a:schemeClr val="tx1">
                    <a:lumMod val="65000"/>
                    <a:lumOff val="35000"/>
                  </a:schemeClr>
                </a:solidFill>
              </a:defRPr>
            </a:lvl2pPr>
            <a:lvl3pPr marL="1523962" indent="-304792">
              <a:buClr>
                <a:srgbClr val="FF3300"/>
              </a:buClr>
              <a:buFont typeface="Wingdings 2" pitchFamily="18" charset="2"/>
              <a:buChar char=""/>
              <a:defRPr sz="2667">
                <a:solidFill>
                  <a:schemeClr val="tx1">
                    <a:lumMod val="65000"/>
                    <a:lumOff val="35000"/>
                  </a:schemeClr>
                </a:solidFill>
              </a:defRPr>
            </a:lvl3pPr>
            <a:lvl4pPr marL="2133547" indent="-304792">
              <a:buClr>
                <a:srgbClr val="FF3300"/>
              </a:buClr>
              <a:buFont typeface="Wingdings 2" pitchFamily="18" charset="2"/>
              <a:buChar char=""/>
              <a:defRPr sz="2400">
                <a:solidFill>
                  <a:schemeClr val="tx1">
                    <a:lumMod val="65000"/>
                    <a:lumOff val="35000"/>
                  </a:schemeClr>
                </a:solidFill>
              </a:defRPr>
            </a:lvl4pPr>
            <a:lvl5pPr marL="2438339" indent="0">
              <a:buNone/>
              <a:defRPr/>
            </a:lvl5pPr>
          </a:lstStyle>
          <a:p>
            <a:pPr lvl="0"/>
            <a:r>
              <a:rPr lang="pt-BR"/>
              <a:t>Clique para editar o texto mestre</a:t>
            </a:r>
          </a:p>
          <a:p>
            <a:pPr lvl="1"/>
            <a:r>
              <a:rPr lang="pt-BR"/>
              <a:t>Segundo nível</a:t>
            </a:r>
          </a:p>
          <a:p>
            <a:pPr lvl="2"/>
            <a:r>
              <a:rPr lang="pt-BR"/>
              <a:t>Terceiro nível</a:t>
            </a:r>
          </a:p>
          <a:p>
            <a:pPr lvl="3"/>
            <a:r>
              <a:rPr lang="pt-BR"/>
              <a:t>Quarto nível</a:t>
            </a:r>
          </a:p>
        </p:txBody>
      </p:sp>
      <p:sp>
        <p:nvSpPr>
          <p:cNvPr id="9" name="Espaço Reservado para Título 1"/>
          <p:cNvSpPr>
            <a:spLocks noGrp="1"/>
          </p:cNvSpPr>
          <p:nvPr>
            <p:ph type="title"/>
          </p:nvPr>
        </p:nvSpPr>
        <p:spPr>
          <a:xfrm>
            <a:off x="335360" y="-27384"/>
            <a:ext cx="11521280" cy="576064"/>
          </a:xfrm>
          <a:prstGeom prst="rect">
            <a:avLst/>
          </a:prstGeom>
        </p:spPr>
        <p:txBody>
          <a:bodyPr vert="horz" lIns="91440" tIns="45720" rIns="91440" bIns="45720" rtlCol="0" anchor="ctr">
            <a:normAutofit/>
          </a:bodyPr>
          <a:lstStyle>
            <a:lvl1pPr algn="l">
              <a:defRPr sz="3200">
                <a:solidFill>
                  <a:srgbClr val="FF3300"/>
                </a:solidFill>
              </a:defRPr>
            </a:lvl1pPr>
          </a:lstStyle>
          <a:p>
            <a:r>
              <a:rPr lang="pt-BR"/>
              <a:t>Clique para editar o título mestre</a:t>
            </a:r>
            <a:endParaRPr lang="pt-BR" dirty="0"/>
          </a:p>
        </p:txBody>
      </p:sp>
      <p:pic>
        <p:nvPicPr>
          <p:cNvPr id="7" name="Picture 5"/>
          <p:cNvPicPr>
            <a:picLocks noChangeAspect="1"/>
          </p:cNvPicPr>
          <p:nvPr userDrawn="1"/>
        </p:nvPicPr>
        <p:blipFill>
          <a:blip r:embed="rId2"/>
          <a:stretch>
            <a:fillRect/>
          </a:stretch>
        </p:blipFill>
        <p:spPr>
          <a:xfrm>
            <a:off x="335360" y="6414392"/>
            <a:ext cx="1298675" cy="264659"/>
          </a:xfrm>
          <a:prstGeom prst="rect">
            <a:avLst/>
          </a:prstGeom>
        </p:spPr>
      </p:pic>
    </p:spTree>
    <p:extLst>
      <p:ext uri="{BB962C8B-B14F-4D97-AF65-F5344CB8AC3E}">
        <p14:creationId xmlns:p14="http://schemas.microsoft.com/office/powerpoint/2010/main" val="20471401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Comparação">
    <p:spTree>
      <p:nvGrpSpPr>
        <p:cNvPr id="1" name=""/>
        <p:cNvGrpSpPr/>
        <p:nvPr/>
      </p:nvGrpSpPr>
      <p:grpSpPr>
        <a:xfrm>
          <a:off x="0" y="0"/>
          <a:ext cx="0" cy="0"/>
          <a:chOff x="0" y="0"/>
          <a:chExt cx="0" cy="0"/>
        </a:xfrm>
      </p:grpSpPr>
      <p:sp>
        <p:nvSpPr>
          <p:cNvPr id="6" name="Espaço Reservado para Conteúdo 5"/>
          <p:cNvSpPr>
            <a:spLocks noGrp="1"/>
          </p:cNvSpPr>
          <p:nvPr>
            <p:ph sz="quarter" idx="4" hasCustomPrompt="1"/>
          </p:nvPr>
        </p:nvSpPr>
        <p:spPr>
          <a:xfrm>
            <a:off x="839788" y="5102860"/>
            <a:ext cx="9823523" cy="671733"/>
          </a:xfrm>
          <a:prstGeom prst="rect">
            <a:avLst/>
          </a:prstGeom>
        </p:spPr>
        <p:txBody>
          <a:bodyPr/>
          <a:lstStyle>
            <a:lvl1pPr marL="0" indent="0">
              <a:buClr>
                <a:schemeClr val="accent2"/>
              </a:buClr>
              <a:buNone/>
              <a:defRPr sz="2000">
                <a:latin typeface="Lato" panose="020F0502020204030203" pitchFamily="34" charset="0"/>
              </a:defRPr>
            </a:lvl1pPr>
          </a:lstStyle>
          <a:p>
            <a:pPr lvl="0"/>
            <a:r>
              <a:rPr lang="es-ES" b="0" i="0" dirty="0" err="1">
                <a:solidFill>
                  <a:srgbClr val="000000"/>
                </a:solidFill>
                <a:effectLst/>
                <a:latin typeface="Open Sans" panose="020B0606030504020204" pitchFamily="34" charset="0"/>
              </a:rPr>
              <a:t>Lorem</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ipsum</a:t>
            </a:r>
            <a:r>
              <a:rPr lang="es-ES" b="0" i="0" dirty="0">
                <a:solidFill>
                  <a:srgbClr val="000000"/>
                </a:solidFill>
                <a:effectLst/>
                <a:latin typeface="Open Sans" panose="020B0606030504020204" pitchFamily="34" charset="0"/>
              </a:rPr>
              <a:t> dolor </a:t>
            </a:r>
            <a:r>
              <a:rPr lang="es-ES" b="0" i="0" dirty="0" err="1">
                <a:solidFill>
                  <a:srgbClr val="000000"/>
                </a:solidFill>
                <a:effectLst/>
                <a:latin typeface="Open Sans" panose="020B0606030504020204" pitchFamily="34" charset="0"/>
              </a:rPr>
              <a:t>sit</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amet</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consectetur</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adipiscing</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elit</a:t>
            </a:r>
            <a:r>
              <a:rPr lang="es-ES" b="0" i="0" dirty="0">
                <a:solidFill>
                  <a:srgbClr val="000000"/>
                </a:solidFill>
                <a:effectLst/>
                <a:latin typeface="Open Sans" panose="020B0606030504020204" pitchFamily="34" charset="0"/>
              </a:rPr>
              <a:t>.</a:t>
            </a:r>
          </a:p>
        </p:txBody>
      </p:sp>
      <p:sp>
        <p:nvSpPr>
          <p:cNvPr id="14" name="Elipse 13"/>
          <p:cNvSpPr/>
          <p:nvPr userDrawn="1"/>
        </p:nvSpPr>
        <p:spPr>
          <a:xfrm flipV="1">
            <a:off x="11355388" y="2384079"/>
            <a:ext cx="675251" cy="675250"/>
          </a:xfrm>
          <a:prstGeom prst="ellipse">
            <a:avLst/>
          </a:prstGeom>
          <a:solidFill>
            <a:schemeClr val="accent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13" name="Elipse 12"/>
          <p:cNvSpPr/>
          <p:nvPr userDrawn="1"/>
        </p:nvSpPr>
        <p:spPr>
          <a:xfrm flipV="1">
            <a:off x="164537" y="5056941"/>
            <a:ext cx="675251" cy="675250"/>
          </a:xfrm>
          <a:prstGeom prst="ellipse">
            <a:avLst/>
          </a:prstGeom>
          <a:solidFill>
            <a:schemeClr val="accent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2" name="Título 1"/>
          <p:cNvSpPr>
            <a:spLocks noGrp="1"/>
          </p:cNvSpPr>
          <p:nvPr>
            <p:ph type="title" hasCustomPrompt="1"/>
          </p:nvPr>
        </p:nvSpPr>
        <p:spPr>
          <a:xfrm>
            <a:off x="839788" y="365127"/>
            <a:ext cx="10515600" cy="1325563"/>
          </a:xfrm>
          <a:prstGeom prst="rect">
            <a:avLst/>
          </a:prstGeom>
        </p:spPr>
        <p:txBody>
          <a:bodyPr anchor="ctr"/>
          <a:lstStyle>
            <a:lvl1pPr>
              <a:defRPr/>
            </a:lvl1pPr>
          </a:lstStyle>
          <a:p>
            <a:r>
              <a:rPr lang="pt-BR" dirty="0"/>
              <a:t>TÍTULO DO SLIDE</a:t>
            </a:r>
            <a:endParaRPr lang="es-ES" dirty="0"/>
          </a:p>
        </p:txBody>
      </p:sp>
      <p:sp>
        <p:nvSpPr>
          <p:cNvPr id="4" name="Espaço Reservado para Conteúdo 3"/>
          <p:cNvSpPr>
            <a:spLocks noGrp="1"/>
          </p:cNvSpPr>
          <p:nvPr>
            <p:ph sz="half" idx="2" hasCustomPrompt="1"/>
          </p:nvPr>
        </p:nvSpPr>
        <p:spPr>
          <a:xfrm>
            <a:off x="839789" y="2328008"/>
            <a:ext cx="5157787" cy="2215859"/>
          </a:xfrm>
          <a:prstGeom prst="rect">
            <a:avLst/>
          </a:prstGeom>
        </p:spPr>
        <p:txBody>
          <a:bodyPr/>
          <a:lstStyle>
            <a:lvl1pPr>
              <a:buClr>
                <a:schemeClr val="accent2"/>
              </a:buClr>
              <a:defRPr lang="fr-FR" b="0" i="0" smtClean="0">
                <a:effectLst/>
              </a:defRPr>
            </a:lvl1pPr>
          </a:lstStyle>
          <a:p>
            <a:pPr lvl="0"/>
            <a:r>
              <a:rPr lang="es-ES" b="0" i="0" dirty="0" err="1">
                <a:solidFill>
                  <a:srgbClr val="000000"/>
                </a:solidFill>
                <a:effectLst/>
                <a:latin typeface="Open Sans" panose="020B0606030504020204" pitchFamily="34" charset="0"/>
              </a:rPr>
              <a:t>Lorem</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ipsum</a:t>
            </a:r>
            <a:r>
              <a:rPr lang="es-ES" b="0" i="0" dirty="0">
                <a:solidFill>
                  <a:srgbClr val="000000"/>
                </a:solidFill>
                <a:effectLst/>
                <a:latin typeface="Open Sans" panose="020B0606030504020204" pitchFamily="34" charset="0"/>
              </a:rPr>
              <a:t> dolor </a:t>
            </a:r>
            <a:r>
              <a:rPr lang="es-ES" b="0" i="0" dirty="0" err="1">
                <a:solidFill>
                  <a:srgbClr val="000000"/>
                </a:solidFill>
                <a:effectLst/>
                <a:latin typeface="Open Sans" panose="020B0606030504020204" pitchFamily="34" charset="0"/>
              </a:rPr>
              <a:t>sit</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amet</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consectetur</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adipiscing</a:t>
            </a:r>
            <a:r>
              <a:rPr lang="es-ES" b="0" i="0" dirty="0">
                <a:solidFill>
                  <a:srgbClr val="000000"/>
                </a:solidFill>
                <a:effectLst/>
                <a:latin typeface="Open Sans" panose="020B0606030504020204" pitchFamily="34" charset="0"/>
              </a:rPr>
              <a:t> </a:t>
            </a:r>
            <a:r>
              <a:rPr lang="es-ES" b="0" i="0" dirty="0" err="1">
                <a:solidFill>
                  <a:srgbClr val="000000"/>
                </a:solidFill>
                <a:effectLst/>
                <a:latin typeface="Open Sans" panose="020B0606030504020204" pitchFamily="34" charset="0"/>
              </a:rPr>
              <a:t>elit</a:t>
            </a:r>
            <a:r>
              <a:rPr lang="es-ES" b="0" i="0" dirty="0">
                <a:solidFill>
                  <a:srgbClr val="000000"/>
                </a:solidFill>
                <a:effectLst/>
                <a:latin typeface="Open Sans" panose="020B0606030504020204" pitchFamily="34" charset="0"/>
              </a:rPr>
              <a:t>.</a:t>
            </a:r>
          </a:p>
          <a:p>
            <a:pPr lvl="0"/>
            <a:r>
              <a:rPr lang="it-IT" b="0" i="0" dirty="0">
                <a:solidFill>
                  <a:srgbClr val="000000"/>
                </a:solidFill>
                <a:effectLst/>
                <a:latin typeface="Open Sans" panose="020B0606030504020204" pitchFamily="34" charset="0"/>
              </a:rPr>
              <a:t>Donec molestie sed orci non condimentum.</a:t>
            </a:r>
          </a:p>
          <a:p>
            <a:pPr lvl="0"/>
            <a:r>
              <a:rPr lang="fr-FR" b="0" i="0" dirty="0">
                <a:solidFill>
                  <a:srgbClr val="000000"/>
                </a:solidFill>
                <a:effectLst/>
                <a:latin typeface="Open Sans" panose="020B0606030504020204" pitchFamily="34" charset="0"/>
              </a:rPr>
              <a:t>Donec eu ex eleifend, laoreet nisi sed, viverra nisi.</a:t>
            </a:r>
            <a:endParaRPr lang="es-ES" dirty="0"/>
          </a:p>
        </p:txBody>
      </p:sp>
      <p:sp>
        <p:nvSpPr>
          <p:cNvPr id="10" name="Retângulo 9"/>
          <p:cNvSpPr/>
          <p:nvPr userDrawn="1"/>
        </p:nvSpPr>
        <p:spPr>
          <a:xfrm>
            <a:off x="11480776" y="2328009"/>
            <a:ext cx="98475" cy="3446585"/>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11" name="Retângulo 10"/>
          <p:cNvSpPr/>
          <p:nvPr userDrawn="1"/>
        </p:nvSpPr>
        <p:spPr>
          <a:xfrm>
            <a:off x="607255" y="448700"/>
            <a:ext cx="98475" cy="11346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12" name="Retângulo 11"/>
          <p:cNvSpPr/>
          <p:nvPr userDrawn="1"/>
        </p:nvSpPr>
        <p:spPr>
          <a:xfrm>
            <a:off x="604765" y="2328006"/>
            <a:ext cx="98475" cy="3446585"/>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Tree>
    <p:extLst>
      <p:ext uri="{BB962C8B-B14F-4D97-AF65-F5344CB8AC3E}">
        <p14:creationId xmlns:p14="http://schemas.microsoft.com/office/powerpoint/2010/main" val="41564443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Imagem com Legenda">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459962" y="0"/>
            <a:ext cx="3932237" cy="1600200"/>
          </a:xfrm>
          <a:prstGeom prst="rect">
            <a:avLst/>
          </a:prstGeom>
        </p:spPr>
        <p:txBody>
          <a:bodyPr anchor="b"/>
          <a:lstStyle>
            <a:lvl1pPr>
              <a:defRPr sz="3200">
                <a:latin typeface="Lato Black" panose="020F0A02020204030203" pitchFamily="34" charset="0"/>
              </a:defRPr>
            </a:lvl1pPr>
          </a:lstStyle>
          <a:p>
            <a:r>
              <a:rPr lang="pt-BR" dirty="0"/>
              <a:t>TÍTULO</a:t>
            </a:r>
            <a:endParaRPr lang="es-ES" dirty="0"/>
          </a:p>
        </p:txBody>
      </p:sp>
      <p:sp>
        <p:nvSpPr>
          <p:cNvPr id="4" name="Espaço Reservado para Texto 3"/>
          <p:cNvSpPr>
            <a:spLocks noGrp="1"/>
          </p:cNvSpPr>
          <p:nvPr>
            <p:ph type="body" sz="half" idx="2" hasCustomPrompt="1"/>
          </p:nvPr>
        </p:nvSpPr>
        <p:spPr>
          <a:xfrm>
            <a:off x="459963" y="3046411"/>
            <a:ext cx="2677136" cy="3262946"/>
          </a:xfrm>
          <a:prstGeom prst="rect">
            <a:avLst/>
          </a:prstGeom>
        </p:spPr>
        <p:txBody>
          <a:bodyPr/>
          <a:lstStyle>
            <a:lvl1pPr marL="0" indent="0">
              <a:buNone/>
              <a:defRPr sz="1600">
                <a:solidFill>
                  <a:schemeClr val="tx1">
                    <a:lumMod val="75000"/>
                    <a:lumOff val="25000"/>
                  </a:schemeClr>
                </a:solidFill>
                <a:latin typeface="Lato Black" panose="020F0A02020204030203" pitchFamily="34"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pt-BR" dirty="0"/>
              <a:t>SUBTÍTULO</a:t>
            </a:r>
          </a:p>
        </p:txBody>
      </p:sp>
      <p:sp>
        <p:nvSpPr>
          <p:cNvPr id="10" name="Retângulo 9"/>
          <p:cNvSpPr/>
          <p:nvPr userDrawn="1"/>
        </p:nvSpPr>
        <p:spPr>
          <a:xfrm>
            <a:off x="220811" y="548641"/>
            <a:ext cx="98475" cy="5760716"/>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Tree>
    <p:extLst>
      <p:ext uri="{BB962C8B-B14F-4D97-AF65-F5344CB8AC3E}">
        <p14:creationId xmlns:p14="http://schemas.microsoft.com/office/powerpoint/2010/main" val="26730054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_Comparação">
    <p:spTree>
      <p:nvGrpSpPr>
        <p:cNvPr id="1" name=""/>
        <p:cNvGrpSpPr/>
        <p:nvPr/>
      </p:nvGrpSpPr>
      <p:grpSpPr>
        <a:xfrm>
          <a:off x="0" y="0"/>
          <a:ext cx="0" cy="0"/>
          <a:chOff x="0" y="0"/>
          <a:chExt cx="0" cy="0"/>
        </a:xfrm>
      </p:grpSpPr>
      <p:sp>
        <p:nvSpPr>
          <p:cNvPr id="19" name="Elipse 18"/>
          <p:cNvSpPr/>
          <p:nvPr userDrawn="1"/>
        </p:nvSpPr>
        <p:spPr>
          <a:xfrm flipV="1">
            <a:off x="11355388" y="2384079"/>
            <a:ext cx="675251" cy="675250"/>
          </a:xfrm>
          <a:prstGeom prst="ellipse">
            <a:avLst/>
          </a:prstGeom>
          <a:solidFill>
            <a:schemeClr val="accent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9" name="Título 1"/>
          <p:cNvSpPr>
            <a:spLocks noGrp="1"/>
          </p:cNvSpPr>
          <p:nvPr>
            <p:ph type="title" hasCustomPrompt="1"/>
          </p:nvPr>
        </p:nvSpPr>
        <p:spPr>
          <a:xfrm>
            <a:off x="839788" y="365127"/>
            <a:ext cx="10515600" cy="1325563"/>
          </a:xfrm>
          <a:prstGeom prst="rect">
            <a:avLst/>
          </a:prstGeom>
        </p:spPr>
        <p:txBody>
          <a:bodyPr anchor="ctr"/>
          <a:lstStyle>
            <a:lvl1pPr>
              <a:defRPr/>
            </a:lvl1pPr>
          </a:lstStyle>
          <a:p>
            <a:r>
              <a:rPr lang="pt-BR" dirty="0"/>
              <a:t>TÍTULO DO SLIDE</a:t>
            </a:r>
            <a:endParaRPr lang="es-ES" dirty="0"/>
          </a:p>
        </p:txBody>
      </p:sp>
      <p:sp>
        <p:nvSpPr>
          <p:cNvPr id="11" name="Espaço Reservado para Conteúdo 3"/>
          <p:cNvSpPr>
            <a:spLocks noGrp="1"/>
          </p:cNvSpPr>
          <p:nvPr>
            <p:ph sz="half" idx="2" hasCustomPrompt="1"/>
          </p:nvPr>
        </p:nvSpPr>
        <p:spPr>
          <a:xfrm>
            <a:off x="839788" y="2328006"/>
            <a:ext cx="10515600" cy="3446585"/>
          </a:xfrm>
          <a:prstGeom prst="rect">
            <a:avLst/>
          </a:prstGeom>
        </p:spPr>
        <p:txBody>
          <a:bodyPr anchor="ctr"/>
          <a:lstStyle>
            <a:lvl1pPr marL="0" indent="0" algn="just">
              <a:buClr>
                <a:schemeClr val="accent2"/>
              </a:buClr>
              <a:buNone/>
              <a:defRPr lang="fr-FR" b="0" i="0" smtClean="0">
                <a:effectLst/>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Donec</a:t>
            </a:r>
            <a:r>
              <a:rPr lang="es-ES" dirty="0"/>
              <a:t> </a:t>
            </a:r>
            <a:r>
              <a:rPr lang="es-ES" dirty="0" err="1"/>
              <a:t>molestie</a:t>
            </a:r>
            <a:r>
              <a:rPr lang="es-ES" dirty="0"/>
              <a:t> sed </a:t>
            </a:r>
            <a:r>
              <a:rPr lang="es-ES" dirty="0" err="1"/>
              <a:t>orci</a:t>
            </a:r>
            <a:r>
              <a:rPr lang="es-ES" dirty="0"/>
              <a:t> non </a:t>
            </a:r>
            <a:r>
              <a:rPr lang="es-ES" dirty="0" err="1"/>
              <a:t>condimentum</a:t>
            </a:r>
            <a:r>
              <a:rPr lang="es-ES" dirty="0"/>
              <a:t>. </a:t>
            </a:r>
            <a:r>
              <a:rPr lang="es-ES" dirty="0" err="1"/>
              <a:t>Donec</a:t>
            </a:r>
            <a:r>
              <a:rPr lang="es-ES" dirty="0"/>
              <a:t> </a:t>
            </a:r>
            <a:r>
              <a:rPr lang="es-ES" dirty="0" err="1"/>
              <a:t>eu</a:t>
            </a:r>
            <a:r>
              <a:rPr lang="es-ES" dirty="0"/>
              <a:t> ex </a:t>
            </a:r>
            <a:r>
              <a:rPr lang="es-ES" dirty="0" err="1"/>
              <a:t>eleifend</a:t>
            </a:r>
            <a:r>
              <a:rPr lang="es-ES" dirty="0"/>
              <a:t>, </a:t>
            </a:r>
            <a:r>
              <a:rPr lang="es-ES" dirty="0" err="1"/>
              <a:t>laoreet</a:t>
            </a:r>
            <a:r>
              <a:rPr lang="es-ES" dirty="0"/>
              <a:t> </a:t>
            </a:r>
            <a:r>
              <a:rPr lang="es-ES" dirty="0" err="1"/>
              <a:t>nisi</a:t>
            </a:r>
            <a:r>
              <a:rPr lang="es-ES" dirty="0"/>
              <a:t> sed, </a:t>
            </a:r>
            <a:r>
              <a:rPr lang="es-ES" dirty="0" err="1"/>
              <a:t>viverra</a:t>
            </a:r>
            <a:r>
              <a:rPr lang="es-ES" dirty="0"/>
              <a:t> </a:t>
            </a:r>
            <a:r>
              <a:rPr lang="es-ES" dirty="0" err="1"/>
              <a:t>nisi</a:t>
            </a:r>
            <a:r>
              <a:rPr lang="es-ES" dirty="0"/>
              <a:t>. </a:t>
            </a:r>
          </a:p>
          <a:p>
            <a:pPr lvl="0"/>
            <a:r>
              <a:rPr lang="es-ES" dirty="0" err="1"/>
              <a:t>Vivamus</a:t>
            </a:r>
            <a:r>
              <a:rPr lang="es-ES" dirty="0"/>
              <a:t> non </a:t>
            </a:r>
            <a:r>
              <a:rPr lang="es-ES" dirty="0" err="1"/>
              <a:t>lorem</a:t>
            </a:r>
            <a:r>
              <a:rPr lang="es-ES" dirty="0"/>
              <a:t> </a:t>
            </a:r>
            <a:r>
              <a:rPr lang="es-ES" dirty="0" err="1"/>
              <a:t>laoreet</a:t>
            </a:r>
            <a:r>
              <a:rPr lang="es-ES" dirty="0"/>
              <a:t> mi </a:t>
            </a:r>
            <a:r>
              <a:rPr lang="es-ES" dirty="0" err="1"/>
              <a:t>pellentesque</a:t>
            </a:r>
            <a:r>
              <a:rPr lang="es-ES" dirty="0"/>
              <a:t> </a:t>
            </a:r>
            <a:r>
              <a:rPr lang="es-ES" dirty="0" err="1"/>
              <a:t>molestie</a:t>
            </a:r>
            <a:r>
              <a:rPr lang="es-ES" dirty="0"/>
              <a:t>. </a:t>
            </a:r>
            <a:r>
              <a:rPr lang="es-ES" dirty="0" err="1"/>
              <a:t>Duis</a:t>
            </a:r>
            <a:r>
              <a:rPr lang="es-ES" dirty="0"/>
              <a:t> </a:t>
            </a:r>
            <a:r>
              <a:rPr lang="es-ES" dirty="0" err="1"/>
              <a:t>nec</a:t>
            </a:r>
            <a:r>
              <a:rPr lang="es-ES" dirty="0"/>
              <a:t> </a:t>
            </a:r>
            <a:r>
              <a:rPr lang="es-ES" dirty="0" err="1"/>
              <a:t>velit</a:t>
            </a:r>
            <a:r>
              <a:rPr lang="es-ES" dirty="0"/>
              <a:t> </a:t>
            </a:r>
            <a:r>
              <a:rPr lang="es-ES" dirty="0" err="1"/>
              <a:t>tempus</a:t>
            </a:r>
            <a:r>
              <a:rPr lang="es-ES" dirty="0"/>
              <a:t>, </a:t>
            </a:r>
            <a:r>
              <a:rPr lang="es-ES" dirty="0" err="1"/>
              <a:t>fermentum</a:t>
            </a:r>
            <a:r>
              <a:rPr lang="es-ES" dirty="0"/>
              <a:t> ex ut, </a:t>
            </a:r>
            <a:r>
              <a:rPr lang="es-ES" dirty="0" err="1"/>
              <a:t>pellentesque</a:t>
            </a:r>
            <a:r>
              <a:rPr lang="es-ES" dirty="0"/>
              <a:t> </a:t>
            </a:r>
            <a:r>
              <a:rPr lang="es-ES" dirty="0" err="1"/>
              <a:t>quam</a:t>
            </a:r>
            <a:r>
              <a:rPr lang="es-ES" dirty="0"/>
              <a:t>. </a:t>
            </a:r>
            <a:r>
              <a:rPr lang="es-ES" dirty="0" err="1"/>
              <a:t>Phasellus</a:t>
            </a:r>
            <a:r>
              <a:rPr lang="es-ES" dirty="0"/>
              <a:t> </a:t>
            </a:r>
            <a:r>
              <a:rPr lang="es-ES" dirty="0" err="1"/>
              <a:t>quis</a:t>
            </a:r>
            <a:r>
              <a:rPr lang="es-ES" dirty="0"/>
              <a:t> urna </a:t>
            </a:r>
            <a:r>
              <a:rPr lang="es-ES" dirty="0" err="1"/>
              <a:t>nulla</a:t>
            </a:r>
            <a:r>
              <a:rPr lang="es-ES" dirty="0"/>
              <a:t>. </a:t>
            </a:r>
          </a:p>
          <a:p>
            <a:pPr lvl="0"/>
            <a:r>
              <a:rPr lang="es-ES" dirty="0" err="1"/>
              <a:t>Duis</a:t>
            </a:r>
            <a:r>
              <a:rPr lang="es-ES" dirty="0"/>
              <a:t> et magna </a:t>
            </a:r>
            <a:r>
              <a:rPr lang="es-ES" dirty="0" err="1"/>
              <a:t>nec</a:t>
            </a:r>
            <a:r>
              <a:rPr lang="es-ES" dirty="0"/>
              <a:t> </a:t>
            </a:r>
            <a:r>
              <a:rPr lang="es-ES" dirty="0" err="1"/>
              <a:t>erat</a:t>
            </a:r>
            <a:r>
              <a:rPr lang="es-ES" dirty="0"/>
              <a:t> </a:t>
            </a:r>
            <a:r>
              <a:rPr lang="es-ES" dirty="0" err="1"/>
              <a:t>rhoncus</a:t>
            </a:r>
            <a:r>
              <a:rPr lang="es-ES" dirty="0"/>
              <a:t> </a:t>
            </a:r>
            <a:r>
              <a:rPr lang="es-ES" dirty="0" err="1"/>
              <a:t>condimentum</a:t>
            </a:r>
            <a:r>
              <a:rPr lang="es-ES" dirty="0"/>
              <a:t>. </a:t>
            </a:r>
            <a:r>
              <a:rPr lang="es-ES" dirty="0" err="1"/>
              <a:t>Fusce</a:t>
            </a:r>
            <a:r>
              <a:rPr lang="es-ES" dirty="0"/>
              <a:t> </a:t>
            </a:r>
            <a:r>
              <a:rPr lang="es-ES" dirty="0" err="1"/>
              <a:t>nec</a:t>
            </a:r>
            <a:r>
              <a:rPr lang="es-ES" dirty="0"/>
              <a:t> ante </a:t>
            </a:r>
            <a:r>
              <a:rPr lang="es-ES" dirty="0" err="1"/>
              <a:t>metus</a:t>
            </a:r>
            <a:r>
              <a:rPr lang="es-ES" dirty="0"/>
              <a:t>. Nunc </a:t>
            </a:r>
            <a:r>
              <a:rPr lang="es-ES" dirty="0" err="1"/>
              <a:t>interdum</a:t>
            </a:r>
            <a:r>
              <a:rPr lang="es-ES" dirty="0"/>
              <a:t> </a:t>
            </a:r>
            <a:r>
              <a:rPr lang="es-ES" dirty="0" err="1"/>
              <a:t>sagittis</a:t>
            </a:r>
            <a:r>
              <a:rPr lang="es-ES" dirty="0"/>
              <a:t> </a:t>
            </a:r>
            <a:r>
              <a:rPr lang="es-ES" dirty="0" err="1"/>
              <a:t>mauris</a:t>
            </a:r>
            <a:r>
              <a:rPr lang="es-ES" dirty="0"/>
              <a:t> sed </a:t>
            </a:r>
            <a:r>
              <a:rPr lang="es-ES" dirty="0" err="1"/>
              <a:t>maximus</a:t>
            </a:r>
            <a:r>
              <a:rPr lang="es-ES" dirty="0"/>
              <a:t>.</a:t>
            </a:r>
          </a:p>
        </p:txBody>
      </p:sp>
      <p:sp>
        <p:nvSpPr>
          <p:cNvPr id="13" name="Retângulo 12"/>
          <p:cNvSpPr/>
          <p:nvPr userDrawn="1"/>
        </p:nvSpPr>
        <p:spPr>
          <a:xfrm>
            <a:off x="11480776" y="2328009"/>
            <a:ext cx="98475" cy="3446585"/>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14" name="Retângulo 13"/>
          <p:cNvSpPr/>
          <p:nvPr userDrawn="1"/>
        </p:nvSpPr>
        <p:spPr>
          <a:xfrm>
            <a:off x="607255" y="448700"/>
            <a:ext cx="98475" cy="11346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20" name="Elipse 19"/>
          <p:cNvSpPr/>
          <p:nvPr userDrawn="1"/>
        </p:nvSpPr>
        <p:spPr>
          <a:xfrm flipV="1">
            <a:off x="164537" y="5056941"/>
            <a:ext cx="675251" cy="675250"/>
          </a:xfrm>
          <a:prstGeom prst="ellipse">
            <a:avLst/>
          </a:prstGeom>
          <a:solidFill>
            <a:schemeClr val="accent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21" name="Retângulo 20"/>
          <p:cNvSpPr/>
          <p:nvPr userDrawn="1"/>
        </p:nvSpPr>
        <p:spPr>
          <a:xfrm>
            <a:off x="604765" y="2328006"/>
            <a:ext cx="98475" cy="3446585"/>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Tree>
    <p:extLst>
      <p:ext uri="{BB962C8B-B14F-4D97-AF65-F5344CB8AC3E}">
        <p14:creationId xmlns:p14="http://schemas.microsoft.com/office/powerpoint/2010/main" val="4292980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0" y="0"/>
            <a:ext cx="12192000" cy="1081088"/>
          </a:xfrm>
          <a:prstGeom prst="rect">
            <a:avLst/>
          </a:prstGeom>
        </p:spPr>
      </p:pic>
      <p:sp>
        <p:nvSpPr>
          <p:cNvPr id="2" name="Title Placeholder 1"/>
          <p:cNvSpPr>
            <a:spLocks noGrp="1"/>
          </p:cNvSpPr>
          <p:nvPr>
            <p:ph type="title"/>
          </p:nvPr>
        </p:nvSpPr>
        <p:spPr>
          <a:xfrm>
            <a:off x="2895600" y="764373"/>
            <a:ext cx="8503920" cy="1293028"/>
          </a:xfrm>
          <a:prstGeom prst="rect">
            <a:avLst/>
          </a:prstGeom>
        </p:spPr>
        <p:txBody>
          <a:bodyPr vert="horz" lIns="91440" tIns="45720" rIns="91440" bIns="45720" rtlCol="0" anchor="ctr">
            <a:normAutofit/>
          </a:bodyPr>
          <a:lstStyle/>
          <a:p>
            <a:r>
              <a:rPr lang="en-US"/>
              <a:t>Clique para editar estilo do título mestre</a:t>
            </a:r>
            <a:endParaRPr lang="en-US" dirty="0"/>
          </a:p>
        </p:txBody>
      </p:sp>
      <p:sp>
        <p:nvSpPr>
          <p:cNvPr id="3" name="Text Placeholder 2"/>
          <p:cNvSpPr>
            <a:spLocks noGrp="1"/>
          </p:cNvSpPr>
          <p:nvPr>
            <p:ph type="body" idx="1"/>
          </p:nvPr>
        </p:nvSpPr>
        <p:spPr>
          <a:xfrm>
            <a:off x="792480" y="2194560"/>
            <a:ext cx="10607040" cy="4069080"/>
          </a:xfrm>
          <a:prstGeom prst="rect">
            <a:avLst/>
          </a:prstGeom>
        </p:spPr>
        <p:txBody>
          <a:bodyPr vert="horz" lIns="91440" tIns="45720" rIns="91440" bIns="45720" rtlCol="0">
            <a:normAutofit/>
          </a:bodyPr>
          <a:lstStyle/>
          <a:p>
            <a:pPr lvl="0"/>
            <a:r>
              <a:rPr lang="en-US"/>
              <a:t>Clique para editar os estilos de texto mestres</a:t>
            </a:r>
          </a:p>
          <a:p>
            <a:pPr lvl="1"/>
            <a:r>
              <a:rPr lang="en-US"/>
              <a:t>Segundo nível</a:t>
            </a:r>
          </a:p>
          <a:p>
            <a:pPr lvl="2"/>
            <a:r>
              <a:rPr lang="en-US"/>
              <a:t>Terceiro nível</a:t>
            </a:r>
          </a:p>
          <a:p>
            <a:pPr lvl="3"/>
            <a:r>
              <a:rPr lang="en-US"/>
              <a:t>Quarto nível</a:t>
            </a:r>
          </a:p>
          <a:p>
            <a:pPr lvl="4"/>
            <a:r>
              <a:rPr lang="en-US"/>
              <a:t>Quinto nível</a:t>
            </a:r>
            <a:endParaRPr lang="en-US" dirty="0"/>
          </a:p>
        </p:txBody>
      </p:sp>
      <p:sp>
        <p:nvSpPr>
          <p:cNvPr id="4" name="Date Placeholder 3"/>
          <p:cNvSpPr>
            <a:spLocks noGrp="1"/>
          </p:cNvSpPr>
          <p:nvPr>
            <p:ph type="dt" sz="half" idx="2"/>
          </p:nvPr>
        </p:nvSpPr>
        <p:spPr>
          <a:xfrm>
            <a:off x="8549640" y="6356352"/>
            <a:ext cx="284988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404EFEE-18A7-0C4E-9338-48F9787A77AC}" type="datetimeFigureOut">
              <a:rPr lang="pt-BR" smtClean="0"/>
              <a:t>23/10/2024</a:t>
            </a:fld>
            <a:endParaRPr lang="pt-BR"/>
          </a:p>
        </p:txBody>
      </p:sp>
      <p:sp>
        <p:nvSpPr>
          <p:cNvPr id="5" name="Footer Placeholder 4"/>
          <p:cNvSpPr>
            <a:spLocks noGrp="1"/>
          </p:cNvSpPr>
          <p:nvPr>
            <p:ph type="ftr" sz="quarter" idx="3"/>
          </p:nvPr>
        </p:nvSpPr>
        <p:spPr>
          <a:xfrm>
            <a:off x="792480" y="6355847"/>
            <a:ext cx="757428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pt-BR"/>
          </a:p>
        </p:txBody>
      </p:sp>
      <p:sp>
        <p:nvSpPr>
          <p:cNvPr id="6" name="Slide Number Placeholder 5"/>
          <p:cNvSpPr>
            <a:spLocks noGrp="1"/>
          </p:cNvSpPr>
          <p:nvPr>
            <p:ph type="sldNum" sz="quarter" idx="4"/>
          </p:nvPr>
        </p:nvSpPr>
        <p:spPr>
          <a:xfrm>
            <a:off x="8763000" y="381002"/>
            <a:ext cx="263652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E49BE01-F3E6-904C-954C-9DEA9C79F107}" type="slidenum">
              <a:rPr lang="pt-BR" smtClean="0"/>
              <a:t>‹nº›</a:t>
            </a:fld>
            <a:endParaRPr lang="pt-BR"/>
          </a:p>
        </p:txBody>
      </p:sp>
    </p:spTree>
    <p:extLst>
      <p:ext uri="{BB962C8B-B14F-4D97-AF65-F5344CB8AC3E}">
        <p14:creationId xmlns:p14="http://schemas.microsoft.com/office/powerpoint/2010/main" val="1510574887"/>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 id="2147483762" r:id="rId14"/>
    <p:sldLayoutId id="2147483763" r:id="rId15"/>
    <p:sldLayoutId id="2147483764" r:id="rId16"/>
    <p:sldLayoutId id="2147483765" r:id="rId17"/>
    <p:sldLayoutId id="2147483767" r:id="rId18"/>
    <p:sldLayoutId id="2147483769" r:id="rId19"/>
    <p:sldLayoutId id="2147483770" r:id="rId20"/>
    <p:sldLayoutId id="2147483771" r:id="rId21"/>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e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20.jpeg"/></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xml"/><Relationship Id="rId1" Type="http://schemas.openxmlformats.org/officeDocument/2006/relationships/slideLayout" Target="../slideLayouts/slideLayout18.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3.xml"/><Relationship Id="rId1" Type="http://schemas.openxmlformats.org/officeDocument/2006/relationships/slideLayout" Target="../slideLayouts/slideLayout18.xml"/><Relationship Id="rId4" Type="http://schemas.openxmlformats.org/officeDocument/2006/relationships/image" Target="../media/image25.wmf"/></Relationships>
</file>

<file path=ppt/slides/_rels/slide2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hyperlink" Target="http://canvabrasil.blogspot.com.br/p/meu-primeiro-modelo-de-negocios-canvas.html" TargetMode="Externa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727199" y="713573"/>
            <a:ext cx="9384453" cy="4339650"/>
          </a:xfrm>
        </p:spPr>
        <p:txBody>
          <a:bodyPr wrap="square" anchor="t">
            <a:spAutoFit/>
          </a:bodyPr>
          <a:lstStyle/>
          <a:p>
            <a:pPr algn="ctr">
              <a:lnSpc>
                <a:spcPct val="150000"/>
              </a:lnSpc>
            </a:pPr>
            <a:r>
              <a:rPr lang="pt-BR" sz="2400" dirty="0"/>
              <a:t>Universidade de </a:t>
            </a:r>
            <a:r>
              <a:rPr lang="pt-BR" sz="2400" dirty="0" err="1"/>
              <a:t>Bras</a:t>
            </a:r>
            <a:r>
              <a:rPr lang="en-US" sz="2400" dirty="0" err="1"/>
              <a:t>ília</a:t>
            </a:r>
            <a:r>
              <a:rPr lang="en-US" sz="2400" dirty="0"/>
              <a:t> </a:t>
            </a:r>
            <a:br>
              <a:rPr lang="en-US" sz="2400" dirty="0"/>
            </a:br>
            <a:r>
              <a:rPr lang="en-US" sz="2400" dirty="0" err="1"/>
              <a:t>Faculdade</a:t>
            </a:r>
            <a:r>
              <a:rPr lang="en-US" sz="2400" dirty="0"/>
              <a:t> de </a:t>
            </a:r>
            <a:r>
              <a:rPr lang="en-US" sz="2400" dirty="0" err="1"/>
              <a:t>Tecnologia</a:t>
            </a:r>
            <a:r>
              <a:rPr lang="en-US" sz="2400" dirty="0"/>
              <a:t> </a:t>
            </a:r>
            <a:br>
              <a:rPr lang="en-US" sz="2400" dirty="0"/>
            </a:br>
            <a:r>
              <a:rPr lang="en-US" sz="2400" dirty="0" err="1"/>
              <a:t>Departamento</a:t>
            </a:r>
            <a:r>
              <a:rPr lang="en-US" sz="2400" dirty="0"/>
              <a:t> de </a:t>
            </a:r>
            <a:r>
              <a:rPr lang="en-US" sz="2400" dirty="0" err="1"/>
              <a:t>Engenharia</a:t>
            </a:r>
            <a:r>
              <a:rPr lang="en-US" sz="2400" dirty="0"/>
              <a:t> de </a:t>
            </a:r>
            <a:r>
              <a:rPr lang="en-US" sz="2400" dirty="0" err="1"/>
              <a:t>Produção</a:t>
            </a:r>
            <a:br>
              <a:rPr lang="en-US" sz="2400" dirty="0"/>
            </a:br>
            <a:r>
              <a:rPr lang="en-US" sz="2400" dirty="0" err="1"/>
              <a:t>Disciplina</a:t>
            </a:r>
            <a:r>
              <a:rPr lang="en-US" sz="2400" dirty="0"/>
              <a:t>: </a:t>
            </a:r>
            <a:r>
              <a:rPr lang="en-US" sz="2400" dirty="0" err="1"/>
              <a:t>Engenharia</a:t>
            </a:r>
            <a:r>
              <a:rPr lang="en-US" sz="2400" dirty="0"/>
              <a:t> de </a:t>
            </a:r>
            <a:r>
              <a:rPr lang="en-US" sz="2400" dirty="0" err="1"/>
              <a:t>Produto</a:t>
            </a:r>
            <a:br>
              <a:rPr lang="en-US" sz="3200" dirty="0"/>
            </a:br>
            <a:r>
              <a:rPr lang="en-US" sz="3200" dirty="0"/>
              <a:t>	</a:t>
            </a:r>
            <a:br>
              <a:rPr lang="en-US" sz="3200" dirty="0"/>
            </a:br>
            <a:r>
              <a:rPr lang="en-US" sz="2400" dirty="0" err="1"/>
              <a:t>Prof</a:t>
            </a:r>
            <a:r>
              <a:rPr lang="en-US" sz="2400" cap="none" dirty="0" err="1"/>
              <a:t>a</a:t>
            </a:r>
            <a:r>
              <a:rPr lang="en-US" sz="2400" dirty="0"/>
              <a:t>. </a:t>
            </a:r>
            <a:r>
              <a:rPr lang="en-US" sz="2400" cap="none" dirty="0"/>
              <a:t>Andréa Santos</a:t>
            </a:r>
            <a:br>
              <a:rPr lang="en-US" sz="2400" cap="none" dirty="0"/>
            </a:br>
            <a:endParaRPr lang="pt-BR" sz="3200" dirty="0"/>
          </a:p>
        </p:txBody>
      </p:sp>
      <p:sp>
        <p:nvSpPr>
          <p:cNvPr id="3" name="Subtítulo 2"/>
          <p:cNvSpPr>
            <a:spLocks noGrp="1"/>
          </p:cNvSpPr>
          <p:nvPr>
            <p:ph idx="1"/>
          </p:nvPr>
        </p:nvSpPr>
        <p:spPr>
          <a:xfrm>
            <a:off x="673947" y="4791603"/>
            <a:ext cx="10607040" cy="523239"/>
          </a:xfrm>
        </p:spPr>
        <p:txBody>
          <a:bodyPr/>
          <a:lstStyle/>
          <a:p>
            <a:pPr marL="0" indent="0" algn="ctr">
              <a:buNone/>
            </a:pPr>
            <a:r>
              <a:rPr lang="pt-BR" b="1" dirty="0"/>
              <a:t>4. PROCESSO DE DESENVOLVIMENTO DE PRODUTOS</a:t>
            </a:r>
          </a:p>
        </p:txBody>
      </p:sp>
    </p:spTree>
    <p:extLst>
      <p:ext uri="{BB962C8B-B14F-4D97-AF65-F5344CB8AC3E}">
        <p14:creationId xmlns:p14="http://schemas.microsoft.com/office/powerpoint/2010/main" val="455843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102" name="Picture 6">
            <a:extLst>
              <a:ext uri="{FF2B5EF4-FFF2-40B4-BE49-F238E27FC236}">
                <a16:creationId xmlns:a16="http://schemas.microsoft.com/office/drawing/2014/main" id="{6D6A045E-7B69-FA41-BB01-E1A130109C9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78519" y="0"/>
            <a:ext cx="9181049" cy="6885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7839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Picture 6">
            <a:extLst>
              <a:ext uri="{FF2B5EF4-FFF2-40B4-BE49-F238E27FC236}">
                <a16:creationId xmlns:a16="http://schemas.microsoft.com/office/drawing/2014/main" id="{6D6A045E-7B69-FA41-BB01-E1A130109C9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3031" y="643466"/>
            <a:ext cx="7428089" cy="5571067"/>
          </a:xfrm>
          <a:prstGeom prst="rect">
            <a:avLst/>
          </a:prstGeom>
          <a:noFill/>
          <a:extLst>
            <a:ext uri="{909E8E84-426E-40DD-AFC4-6F175D3DCCD1}">
              <a14:hiddenFill xmlns:a14="http://schemas.microsoft.com/office/drawing/2010/main">
                <a:solidFill>
                  <a:srgbClr val="FFFFFF"/>
                </a:solidFill>
              </a14:hiddenFill>
            </a:ext>
          </a:extLst>
        </p:spPr>
      </p:pic>
      <p:sp>
        <p:nvSpPr>
          <p:cNvPr id="4" name="CaixaDeTexto 3">
            <a:extLst>
              <a:ext uri="{FF2B5EF4-FFF2-40B4-BE49-F238E27FC236}">
                <a16:creationId xmlns:a16="http://schemas.microsoft.com/office/drawing/2014/main" id="{7B235F23-CDDE-C348-8610-3CC071221A6D}"/>
              </a:ext>
            </a:extLst>
          </p:cNvPr>
          <p:cNvSpPr txBox="1"/>
          <p:nvPr/>
        </p:nvSpPr>
        <p:spPr>
          <a:xfrm>
            <a:off x="8161025" y="643466"/>
            <a:ext cx="3373080" cy="1697068"/>
          </a:xfrm>
          <a:prstGeom prst="rect">
            <a:avLst/>
          </a:prstGeom>
          <a:solidFill>
            <a:srgbClr val="002060"/>
          </a:solidFill>
        </p:spPr>
        <p:txBody>
          <a:bodyPr wrap="square" rtlCol="0">
            <a:spAutoFit/>
          </a:bodyPr>
          <a:lstStyle/>
          <a:p>
            <a:pPr>
              <a:lnSpc>
                <a:spcPct val="150000"/>
              </a:lnSpc>
            </a:pPr>
            <a:r>
              <a:rPr lang="pt-BR" sz="2400" i="1" dirty="0">
                <a:solidFill>
                  <a:schemeClr val="bg1"/>
                </a:solidFill>
              </a:rPr>
              <a:t>O que o cliente quer?</a:t>
            </a:r>
          </a:p>
          <a:p>
            <a:pPr>
              <a:lnSpc>
                <a:spcPct val="150000"/>
              </a:lnSpc>
            </a:pPr>
            <a:r>
              <a:rPr lang="pt-BR" sz="2400" i="1" dirty="0">
                <a:solidFill>
                  <a:schemeClr val="bg1"/>
                </a:solidFill>
              </a:rPr>
              <a:t>O que o cliente precisa ?</a:t>
            </a:r>
          </a:p>
          <a:p>
            <a:pPr>
              <a:lnSpc>
                <a:spcPct val="150000"/>
              </a:lnSpc>
            </a:pPr>
            <a:r>
              <a:rPr lang="pt-BR" sz="2400" i="1" dirty="0">
                <a:solidFill>
                  <a:schemeClr val="bg1"/>
                </a:solidFill>
              </a:rPr>
              <a:t>O que ele sente?</a:t>
            </a:r>
          </a:p>
        </p:txBody>
      </p:sp>
      <p:sp>
        <p:nvSpPr>
          <p:cNvPr id="9" name="CaixaDeTexto 8">
            <a:extLst>
              <a:ext uri="{FF2B5EF4-FFF2-40B4-BE49-F238E27FC236}">
                <a16:creationId xmlns:a16="http://schemas.microsoft.com/office/drawing/2014/main" id="{13A600F0-FC0F-1E4E-9AF2-CFB5AE638C34}"/>
              </a:ext>
            </a:extLst>
          </p:cNvPr>
          <p:cNvSpPr txBox="1"/>
          <p:nvPr/>
        </p:nvSpPr>
        <p:spPr>
          <a:xfrm>
            <a:off x="8161025" y="2925237"/>
            <a:ext cx="3676934" cy="3359061"/>
          </a:xfrm>
          <a:prstGeom prst="rect">
            <a:avLst/>
          </a:prstGeom>
          <a:solidFill>
            <a:srgbClr val="009051"/>
          </a:solidFill>
        </p:spPr>
        <p:txBody>
          <a:bodyPr wrap="square" rtlCol="0">
            <a:spAutoFit/>
          </a:bodyPr>
          <a:lstStyle/>
          <a:p>
            <a:pPr>
              <a:lnSpc>
                <a:spcPct val="150000"/>
              </a:lnSpc>
            </a:pPr>
            <a:r>
              <a:rPr lang="pt-BR" sz="2400" i="1" dirty="0">
                <a:solidFill>
                  <a:schemeClr val="bg1"/>
                </a:solidFill>
              </a:rPr>
              <a:t>Como fazermos para entregar valor para os clientes?</a:t>
            </a:r>
          </a:p>
          <a:p>
            <a:pPr marL="342900" indent="-342900">
              <a:lnSpc>
                <a:spcPct val="150000"/>
              </a:lnSpc>
              <a:buFontTx/>
              <a:buChar char="-"/>
            </a:pPr>
            <a:r>
              <a:rPr lang="pt-BR" sz="2400" i="1" dirty="0">
                <a:solidFill>
                  <a:schemeClr val="bg1"/>
                </a:solidFill>
              </a:rPr>
              <a:t>Operações/Processos</a:t>
            </a:r>
          </a:p>
          <a:p>
            <a:pPr marL="342900" indent="-342900">
              <a:lnSpc>
                <a:spcPct val="150000"/>
              </a:lnSpc>
              <a:buFontTx/>
              <a:buChar char="-"/>
            </a:pPr>
            <a:r>
              <a:rPr lang="pt-BR" sz="2400" i="1" dirty="0">
                <a:solidFill>
                  <a:schemeClr val="bg1"/>
                </a:solidFill>
              </a:rPr>
              <a:t>Portfólio</a:t>
            </a:r>
          </a:p>
          <a:p>
            <a:pPr marL="342900" indent="-342900">
              <a:lnSpc>
                <a:spcPct val="150000"/>
              </a:lnSpc>
              <a:buFontTx/>
              <a:buChar char="-"/>
            </a:pPr>
            <a:r>
              <a:rPr lang="pt-BR" sz="2400" i="1" dirty="0">
                <a:solidFill>
                  <a:schemeClr val="bg1"/>
                </a:solidFill>
              </a:rPr>
              <a:t>Programas e projetos</a:t>
            </a:r>
          </a:p>
        </p:txBody>
      </p:sp>
    </p:spTree>
    <p:extLst>
      <p:ext uri="{BB962C8B-B14F-4D97-AF65-F5344CB8AC3E}">
        <p14:creationId xmlns:p14="http://schemas.microsoft.com/office/powerpoint/2010/main" val="1057087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013C13E6-6706-CE4F-BED7-5EE486E53DAE}"/>
              </a:ext>
            </a:extLst>
          </p:cNvPr>
          <p:cNvSpPr>
            <a:spLocks noGrp="1"/>
          </p:cNvSpPr>
          <p:nvPr>
            <p:ph type="title"/>
          </p:nvPr>
        </p:nvSpPr>
        <p:spPr/>
        <p:txBody>
          <a:bodyPr/>
          <a:lstStyle/>
          <a:p>
            <a:r>
              <a:rPr lang="pt-BR" dirty="0"/>
              <a:t>Áreas de conhecimento </a:t>
            </a:r>
          </a:p>
        </p:txBody>
      </p:sp>
      <p:graphicFrame>
        <p:nvGraphicFramePr>
          <p:cNvPr id="5" name="Diagrama 4">
            <a:extLst>
              <a:ext uri="{FF2B5EF4-FFF2-40B4-BE49-F238E27FC236}">
                <a16:creationId xmlns:a16="http://schemas.microsoft.com/office/drawing/2014/main" id="{07286D80-E44B-1E47-A7A1-3DD0EF940E01}"/>
              </a:ext>
            </a:extLst>
          </p:cNvPr>
          <p:cNvGraphicFramePr/>
          <p:nvPr>
            <p:extLst>
              <p:ext uri="{D42A27DB-BD31-4B8C-83A1-F6EECF244321}">
                <p14:modId xmlns:p14="http://schemas.microsoft.com/office/powerpoint/2010/main" val="488594846"/>
              </p:ext>
            </p:extLst>
          </p:nvPr>
        </p:nvGraphicFramePr>
        <p:xfrm>
          <a:off x="2032000" y="1472339"/>
          <a:ext cx="7902414" cy="46659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66818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303109A6-2E3A-DF47-B44D-A7D75B8103D6}"/>
              </a:ext>
            </a:extLst>
          </p:cNvPr>
          <p:cNvSpPr>
            <a:spLocks noGrp="1"/>
          </p:cNvSpPr>
          <p:nvPr>
            <p:ph type="title"/>
          </p:nvPr>
        </p:nvSpPr>
        <p:spPr/>
        <p:txBody>
          <a:bodyPr/>
          <a:lstStyle/>
          <a:p>
            <a:r>
              <a:rPr lang="pt-BR" dirty="0"/>
              <a:t>O que é desenvolvimento de produtos?</a:t>
            </a:r>
          </a:p>
        </p:txBody>
      </p:sp>
      <p:sp>
        <p:nvSpPr>
          <p:cNvPr id="8" name="AutoShape 21">
            <a:extLst>
              <a:ext uri="{FF2B5EF4-FFF2-40B4-BE49-F238E27FC236}">
                <a16:creationId xmlns:a16="http://schemas.microsoft.com/office/drawing/2014/main" id="{F864A255-5703-D342-B365-4A2545064947}"/>
              </a:ext>
            </a:extLst>
          </p:cNvPr>
          <p:cNvSpPr>
            <a:spLocks noChangeArrowheads="1"/>
          </p:cNvSpPr>
          <p:nvPr/>
        </p:nvSpPr>
        <p:spPr bwMode="auto">
          <a:xfrm>
            <a:off x="877125" y="1521796"/>
            <a:ext cx="2772538" cy="1366837"/>
          </a:xfrm>
          <a:prstGeom prst="cloudCallout">
            <a:avLst>
              <a:gd name="adj1" fmla="val 14625"/>
              <a:gd name="adj2" fmla="val 82634"/>
            </a:avLst>
          </a:prstGeom>
          <a:solidFill>
            <a:schemeClr val="bg1"/>
          </a:solidFill>
          <a:ln w="12700">
            <a:solidFill>
              <a:schemeClr val="tx2"/>
            </a:solidFill>
            <a:round/>
            <a:headEnd/>
            <a:tailEnd/>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pt-BR" altLang="pt-BR" dirty="0"/>
          </a:p>
        </p:txBody>
      </p:sp>
      <p:sp>
        <p:nvSpPr>
          <p:cNvPr id="9" name="Text Box 5">
            <a:extLst>
              <a:ext uri="{FF2B5EF4-FFF2-40B4-BE49-F238E27FC236}">
                <a16:creationId xmlns:a16="http://schemas.microsoft.com/office/drawing/2014/main" id="{8088B014-8F32-5B48-B232-9FEDD7643F21}"/>
              </a:ext>
            </a:extLst>
          </p:cNvPr>
          <p:cNvSpPr txBox="1">
            <a:spLocks noChangeArrowheads="1"/>
          </p:cNvSpPr>
          <p:nvPr/>
        </p:nvSpPr>
        <p:spPr bwMode="auto">
          <a:xfrm>
            <a:off x="8921369" y="4086577"/>
            <a:ext cx="26670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2400" dirty="0">
                <a:solidFill>
                  <a:srgbClr val="002060"/>
                </a:solidFill>
                <a:latin typeface="Tahoma" panose="020B0604030504040204" pitchFamily="34" charset="0"/>
              </a:rPr>
              <a:t>Serviços e bens para os clientes</a:t>
            </a:r>
          </a:p>
          <a:p>
            <a:pPr algn="ctr" eaLnBrk="1" hangingPunct="1">
              <a:spcBef>
                <a:spcPct val="50000"/>
              </a:spcBef>
            </a:pPr>
            <a:r>
              <a:rPr lang="pt-BR" altLang="pt-BR" sz="2400" dirty="0">
                <a:solidFill>
                  <a:srgbClr val="002060"/>
                </a:solidFill>
                <a:latin typeface="Tahoma" panose="020B0604030504040204" pitchFamily="34" charset="0"/>
              </a:rPr>
              <a:t>Entrega Valor</a:t>
            </a:r>
          </a:p>
        </p:txBody>
      </p:sp>
      <p:sp>
        <p:nvSpPr>
          <p:cNvPr id="10" name="Text Box 7">
            <a:extLst>
              <a:ext uri="{FF2B5EF4-FFF2-40B4-BE49-F238E27FC236}">
                <a16:creationId xmlns:a16="http://schemas.microsoft.com/office/drawing/2014/main" id="{A3B06163-EA45-B349-AD2C-AB17A49F00BC}"/>
              </a:ext>
            </a:extLst>
          </p:cNvPr>
          <p:cNvSpPr txBox="1">
            <a:spLocks noChangeArrowheads="1"/>
          </p:cNvSpPr>
          <p:nvPr/>
        </p:nvSpPr>
        <p:spPr bwMode="auto">
          <a:xfrm>
            <a:off x="8513763" y="5036251"/>
            <a:ext cx="1676400" cy="457200"/>
          </a:xfrm>
          <a:prstGeom prst="rect">
            <a:avLst/>
          </a:prstGeom>
          <a:noFill/>
          <a:ln w="38100">
            <a:noFill/>
            <a:miter lim="800000"/>
            <a:headEnd/>
            <a:tailEnd/>
          </a:ln>
          <a:effectLst>
            <a:outerShdw dist="107763" dir="18900000" algn="ctr" rotWithShape="0">
              <a:schemeClr val="bg2"/>
            </a:outerShdw>
          </a:effectLst>
        </p:spPr>
        <p:txBody>
          <a:bodyPr>
            <a:spAutoFit/>
          </a:bodyPr>
          <a:lstStyle/>
          <a:p>
            <a:pPr algn="ctr" eaLnBrk="1" hangingPunct="1">
              <a:spcBef>
                <a:spcPct val="50000"/>
              </a:spcBef>
              <a:defRPr/>
            </a:pPr>
            <a:r>
              <a:rPr lang="pt-BR" sz="2400">
                <a:latin typeface="Tahoma" pitchFamily="34" charset="0"/>
              </a:rPr>
              <a:t>	</a:t>
            </a:r>
          </a:p>
        </p:txBody>
      </p:sp>
      <p:sp>
        <p:nvSpPr>
          <p:cNvPr id="16" name="AutoShape 15">
            <a:extLst>
              <a:ext uri="{FF2B5EF4-FFF2-40B4-BE49-F238E27FC236}">
                <a16:creationId xmlns:a16="http://schemas.microsoft.com/office/drawing/2014/main" id="{78EF836F-A0F2-0C42-A9FE-FA0541738D5C}"/>
              </a:ext>
            </a:extLst>
          </p:cNvPr>
          <p:cNvSpPr>
            <a:spLocks noChangeArrowheads="1"/>
          </p:cNvSpPr>
          <p:nvPr/>
        </p:nvSpPr>
        <p:spPr bwMode="auto">
          <a:xfrm>
            <a:off x="4411663" y="4512375"/>
            <a:ext cx="381000" cy="533400"/>
          </a:xfrm>
          <a:prstGeom prst="rightArrow">
            <a:avLst>
              <a:gd name="adj1" fmla="val 50000"/>
              <a:gd name="adj2" fmla="val 25000"/>
            </a:avLst>
          </a:prstGeom>
          <a:solidFill>
            <a:srgbClr val="0000FF"/>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18" name="Text Box 20">
            <a:extLst>
              <a:ext uri="{FF2B5EF4-FFF2-40B4-BE49-F238E27FC236}">
                <a16:creationId xmlns:a16="http://schemas.microsoft.com/office/drawing/2014/main" id="{46E3568E-526A-4D45-BBA0-0963D79EAACE}"/>
              </a:ext>
            </a:extLst>
          </p:cNvPr>
          <p:cNvSpPr txBox="1">
            <a:spLocks noChangeArrowheads="1"/>
          </p:cNvSpPr>
          <p:nvPr/>
        </p:nvSpPr>
        <p:spPr bwMode="auto">
          <a:xfrm>
            <a:off x="1147381" y="1728285"/>
            <a:ext cx="22320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2400" dirty="0">
                <a:solidFill>
                  <a:srgbClr val="002060"/>
                </a:solidFill>
                <a:latin typeface="Tahoma" panose="020B0604030504040204" pitchFamily="34" charset="0"/>
              </a:rPr>
              <a:t>Necessidades dos Clientes</a:t>
            </a:r>
          </a:p>
        </p:txBody>
      </p:sp>
      <p:sp>
        <p:nvSpPr>
          <p:cNvPr id="12" name="Text Box 10">
            <a:extLst>
              <a:ext uri="{FF2B5EF4-FFF2-40B4-BE49-F238E27FC236}">
                <a16:creationId xmlns:a16="http://schemas.microsoft.com/office/drawing/2014/main" id="{6CCB64FA-3F3F-9A41-9A64-849C3A6E642A}"/>
              </a:ext>
            </a:extLst>
          </p:cNvPr>
          <p:cNvSpPr txBox="1">
            <a:spLocks noChangeArrowheads="1"/>
          </p:cNvSpPr>
          <p:nvPr/>
        </p:nvSpPr>
        <p:spPr bwMode="auto">
          <a:xfrm>
            <a:off x="2506663" y="3223848"/>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2400" dirty="0">
                <a:solidFill>
                  <a:srgbClr val="002060"/>
                </a:solidFill>
                <a:latin typeface="Tahoma" panose="020B0604030504040204" pitchFamily="34" charset="0"/>
              </a:rPr>
              <a:t>Organização</a:t>
            </a:r>
          </a:p>
        </p:txBody>
      </p:sp>
      <p:pic>
        <p:nvPicPr>
          <p:cNvPr id="5124" name="Picture 4" descr="Organizações - Conceitos, Características e Tipos de Organizações">
            <a:extLst>
              <a:ext uri="{FF2B5EF4-FFF2-40B4-BE49-F238E27FC236}">
                <a16:creationId xmlns:a16="http://schemas.microsoft.com/office/drawing/2014/main" id="{E8AACC19-5E67-E142-B833-3800F777E1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026" y="3853343"/>
            <a:ext cx="3810000" cy="2133600"/>
          </a:xfrm>
          <a:prstGeom prst="rect">
            <a:avLst/>
          </a:prstGeom>
          <a:noFill/>
          <a:extLst>
            <a:ext uri="{909E8E84-426E-40DD-AFC4-6F175D3DCCD1}">
              <a14:hiddenFill xmlns:a14="http://schemas.microsoft.com/office/drawing/2010/main">
                <a:solidFill>
                  <a:srgbClr val="FFFFFF"/>
                </a:solidFill>
              </a14:hiddenFill>
            </a:ext>
          </a:extLst>
        </p:spPr>
      </p:pic>
      <p:pic>
        <p:nvPicPr>
          <p:cNvPr id="20" name="Imagem 19">
            <a:extLst>
              <a:ext uri="{FF2B5EF4-FFF2-40B4-BE49-F238E27FC236}">
                <a16:creationId xmlns:a16="http://schemas.microsoft.com/office/drawing/2014/main" id="{B8BAF5CB-7AD6-2E4A-ABF5-1CA9A5BDE744}"/>
              </a:ext>
            </a:extLst>
          </p:cNvPr>
          <p:cNvPicPr>
            <a:picLocks noChangeAspect="1"/>
          </p:cNvPicPr>
          <p:nvPr/>
        </p:nvPicPr>
        <p:blipFill>
          <a:blip r:embed="rId3"/>
          <a:stretch>
            <a:fillRect/>
          </a:stretch>
        </p:blipFill>
        <p:spPr>
          <a:xfrm>
            <a:off x="4792663" y="3853343"/>
            <a:ext cx="3721101" cy="2146209"/>
          </a:xfrm>
          <a:prstGeom prst="rect">
            <a:avLst/>
          </a:prstGeom>
          <a:solidFill>
            <a:schemeClr val="accent1">
              <a:lumMod val="40000"/>
              <a:lumOff val="60000"/>
            </a:schemeClr>
          </a:solidFill>
        </p:spPr>
      </p:pic>
      <p:sp>
        <p:nvSpPr>
          <p:cNvPr id="24" name="AutoShape 15">
            <a:extLst>
              <a:ext uri="{FF2B5EF4-FFF2-40B4-BE49-F238E27FC236}">
                <a16:creationId xmlns:a16="http://schemas.microsoft.com/office/drawing/2014/main" id="{65CC775B-67CC-504C-9914-D103056D4B62}"/>
              </a:ext>
            </a:extLst>
          </p:cNvPr>
          <p:cNvSpPr>
            <a:spLocks noChangeArrowheads="1"/>
          </p:cNvSpPr>
          <p:nvPr/>
        </p:nvSpPr>
        <p:spPr bwMode="auto">
          <a:xfrm>
            <a:off x="8643176" y="4434252"/>
            <a:ext cx="381000" cy="533400"/>
          </a:xfrm>
          <a:prstGeom prst="rightArrow">
            <a:avLst>
              <a:gd name="adj1" fmla="val 50000"/>
              <a:gd name="adj2" fmla="val 25000"/>
            </a:avLst>
          </a:prstGeom>
          <a:solidFill>
            <a:srgbClr val="0000FF"/>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25" name="Text Box 10">
            <a:extLst>
              <a:ext uri="{FF2B5EF4-FFF2-40B4-BE49-F238E27FC236}">
                <a16:creationId xmlns:a16="http://schemas.microsoft.com/office/drawing/2014/main" id="{3739022B-59B3-9247-8B33-F74A8AA828C0}"/>
              </a:ext>
            </a:extLst>
          </p:cNvPr>
          <p:cNvSpPr txBox="1">
            <a:spLocks noChangeArrowheads="1"/>
          </p:cNvSpPr>
          <p:nvPr/>
        </p:nvSpPr>
        <p:spPr bwMode="auto">
          <a:xfrm>
            <a:off x="5083207" y="3248915"/>
            <a:ext cx="3140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2400" dirty="0">
                <a:solidFill>
                  <a:srgbClr val="002060"/>
                </a:solidFill>
                <a:latin typeface="Tahoma" panose="020B0604030504040204" pitchFamily="34" charset="0"/>
              </a:rPr>
              <a:t>Transforma Valor</a:t>
            </a:r>
          </a:p>
        </p:txBody>
      </p:sp>
    </p:spTree>
    <p:extLst>
      <p:ext uri="{BB962C8B-B14F-4D97-AF65-F5344CB8AC3E}">
        <p14:creationId xmlns:p14="http://schemas.microsoft.com/office/powerpoint/2010/main" val="1667372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a:extLst>
              <a:ext uri="{FF2B5EF4-FFF2-40B4-BE49-F238E27FC236}">
                <a16:creationId xmlns:a16="http://schemas.microsoft.com/office/drawing/2014/main" id="{5D5DD1EC-F088-B245-A23A-A515C7CB30AF}"/>
              </a:ext>
            </a:extLst>
          </p:cNvPr>
          <p:cNvSpPr>
            <a:spLocks noGrp="1" noChangeArrowheads="1"/>
          </p:cNvSpPr>
          <p:nvPr>
            <p:ph type="title"/>
          </p:nvPr>
        </p:nvSpPr>
        <p:spPr>
          <a:xfrm>
            <a:off x="809783" y="882478"/>
            <a:ext cx="9959213" cy="1143000"/>
          </a:xfrm>
        </p:spPr>
        <p:txBody>
          <a:bodyPr/>
          <a:lstStyle/>
          <a:p>
            <a:pPr algn="ctr" eaLnBrk="1" hangingPunct="1"/>
            <a:r>
              <a:rPr lang="pt-BR" altLang="pt-BR" sz="2800" b="1" dirty="0"/>
              <a:t>O PROCESSO DE DESENVOLVIMENTO DE PRODUTOS</a:t>
            </a:r>
          </a:p>
        </p:txBody>
      </p:sp>
      <p:sp>
        <p:nvSpPr>
          <p:cNvPr id="5" name="AutoShape 5">
            <a:extLst>
              <a:ext uri="{FF2B5EF4-FFF2-40B4-BE49-F238E27FC236}">
                <a16:creationId xmlns:a16="http://schemas.microsoft.com/office/drawing/2014/main" id="{D57E0F7D-947C-CC4D-9B4E-6CDBCFE903DD}"/>
              </a:ext>
            </a:extLst>
          </p:cNvPr>
          <p:cNvSpPr>
            <a:spLocks noChangeArrowheads="1"/>
          </p:cNvSpPr>
          <p:nvPr/>
        </p:nvSpPr>
        <p:spPr bwMode="auto">
          <a:xfrm>
            <a:off x="4494784" y="2404491"/>
            <a:ext cx="2520950" cy="1800225"/>
          </a:xfrm>
          <a:prstGeom prst="flowChartPredefinedProcess">
            <a:avLst/>
          </a:prstGeom>
          <a:gradFill rotWithShape="1">
            <a:gsLst>
              <a:gs pos="0">
                <a:srgbClr val="5E765E"/>
              </a:gs>
              <a:gs pos="50000">
                <a:srgbClr val="CCFFCC"/>
              </a:gs>
              <a:gs pos="100000">
                <a:srgbClr val="5E765E"/>
              </a:gs>
            </a:gsLst>
            <a:lin ang="5400000" scaled="1"/>
          </a:gra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6" name="Text Box 6">
            <a:extLst>
              <a:ext uri="{FF2B5EF4-FFF2-40B4-BE49-F238E27FC236}">
                <a16:creationId xmlns:a16="http://schemas.microsoft.com/office/drawing/2014/main" id="{693A486A-8B3C-1147-A488-F4C0CF600364}"/>
              </a:ext>
            </a:extLst>
          </p:cNvPr>
          <p:cNvSpPr txBox="1">
            <a:spLocks noChangeArrowheads="1"/>
          </p:cNvSpPr>
          <p:nvPr/>
        </p:nvSpPr>
        <p:spPr bwMode="auto">
          <a:xfrm>
            <a:off x="4782122" y="2909316"/>
            <a:ext cx="19446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pt-BR" altLang="pt-BR"/>
              <a:t>Conjunto de atividades </a:t>
            </a:r>
          </a:p>
        </p:txBody>
      </p:sp>
      <p:sp>
        <p:nvSpPr>
          <p:cNvPr id="7" name="Text Box 7">
            <a:extLst>
              <a:ext uri="{FF2B5EF4-FFF2-40B4-BE49-F238E27FC236}">
                <a16:creationId xmlns:a16="http://schemas.microsoft.com/office/drawing/2014/main" id="{AE3E0861-26FE-0F4B-9E5F-8C6C648A88BE}"/>
              </a:ext>
            </a:extLst>
          </p:cNvPr>
          <p:cNvSpPr txBox="1">
            <a:spLocks noChangeArrowheads="1"/>
          </p:cNvSpPr>
          <p:nvPr/>
        </p:nvSpPr>
        <p:spPr bwMode="auto">
          <a:xfrm>
            <a:off x="1973834" y="2693416"/>
            <a:ext cx="1871663" cy="58102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pt-BR" altLang="pt-BR" sz="1600"/>
              <a:t>Necessidades do mercado</a:t>
            </a:r>
          </a:p>
        </p:txBody>
      </p:sp>
      <p:sp>
        <p:nvSpPr>
          <p:cNvPr id="8" name="Text Box 8">
            <a:extLst>
              <a:ext uri="{FF2B5EF4-FFF2-40B4-BE49-F238E27FC236}">
                <a16:creationId xmlns:a16="http://schemas.microsoft.com/office/drawing/2014/main" id="{5D36EA72-010C-A941-83A2-0A513B11E979}"/>
              </a:ext>
            </a:extLst>
          </p:cNvPr>
          <p:cNvSpPr txBox="1">
            <a:spLocks noChangeArrowheads="1"/>
          </p:cNvSpPr>
          <p:nvPr/>
        </p:nvSpPr>
        <p:spPr bwMode="auto">
          <a:xfrm>
            <a:off x="1973834" y="3412554"/>
            <a:ext cx="1873250" cy="82550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pt-BR" altLang="pt-BR" sz="1600"/>
              <a:t>Possibilidades e restrições tecnológicas</a:t>
            </a:r>
          </a:p>
        </p:txBody>
      </p:sp>
      <p:sp>
        <p:nvSpPr>
          <p:cNvPr id="9" name="Text Box 9">
            <a:extLst>
              <a:ext uri="{FF2B5EF4-FFF2-40B4-BE49-F238E27FC236}">
                <a16:creationId xmlns:a16="http://schemas.microsoft.com/office/drawing/2014/main" id="{F15E4FFD-E77D-3B42-BC0F-F3D9A5C30A35}"/>
              </a:ext>
            </a:extLst>
          </p:cNvPr>
          <p:cNvSpPr txBox="1">
            <a:spLocks noChangeArrowheads="1"/>
          </p:cNvSpPr>
          <p:nvPr/>
        </p:nvSpPr>
        <p:spPr bwMode="auto">
          <a:xfrm>
            <a:off x="4205859" y="4709541"/>
            <a:ext cx="3168650" cy="58102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pt-BR" altLang="pt-BR" sz="1600"/>
              <a:t>Estratégias competitivas do produto e da empresa</a:t>
            </a:r>
          </a:p>
        </p:txBody>
      </p:sp>
      <p:sp>
        <p:nvSpPr>
          <p:cNvPr id="10" name="Text Box 10">
            <a:extLst>
              <a:ext uri="{FF2B5EF4-FFF2-40B4-BE49-F238E27FC236}">
                <a16:creationId xmlns:a16="http://schemas.microsoft.com/office/drawing/2014/main" id="{8E0F3134-A119-974B-AA8C-B424418B3BE2}"/>
              </a:ext>
            </a:extLst>
          </p:cNvPr>
          <p:cNvSpPr txBox="1">
            <a:spLocks noChangeArrowheads="1"/>
          </p:cNvSpPr>
          <p:nvPr/>
        </p:nvSpPr>
        <p:spPr bwMode="auto">
          <a:xfrm>
            <a:off x="7518972" y="2620391"/>
            <a:ext cx="2087562" cy="58102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pt-BR" altLang="pt-BR" sz="1600"/>
              <a:t>Produção seja capaz de produzi-lo</a:t>
            </a:r>
          </a:p>
        </p:txBody>
      </p:sp>
      <p:sp>
        <p:nvSpPr>
          <p:cNvPr id="11" name="Text Box 11">
            <a:extLst>
              <a:ext uri="{FF2B5EF4-FFF2-40B4-BE49-F238E27FC236}">
                <a16:creationId xmlns:a16="http://schemas.microsoft.com/office/drawing/2014/main" id="{D8CA89D1-0866-FC4A-86C3-6E0257F830E3}"/>
              </a:ext>
            </a:extLst>
          </p:cNvPr>
          <p:cNvSpPr txBox="1">
            <a:spLocks noChangeArrowheads="1"/>
          </p:cNvSpPr>
          <p:nvPr/>
        </p:nvSpPr>
        <p:spPr bwMode="auto">
          <a:xfrm>
            <a:off x="7518972" y="3341116"/>
            <a:ext cx="2232025" cy="58102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pt-BR" altLang="pt-BR" sz="1600"/>
              <a:t>Atenda a necessidade dos Stakeholders </a:t>
            </a:r>
          </a:p>
        </p:txBody>
      </p:sp>
      <p:sp>
        <p:nvSpPr>
          <p:cNvPr id="12" name="AutoShape 12">
            <a:extLst>
              <a:ext uri="{FF2B5EF4-FFF2-40B4-BE49-F238E27FC236}">
                <a16:creationId xmlns:a16="http://schemas.microsoft.com/office/drawing/2014/main" id="{3934B8A6-F263-1D47-9BC1-9885E6948AD0}"/>
              </a:ext>
            </a:extLst>
          </p:cNvPr>
          <p:cNvSpPr>
            <a:spLocks noChangeArrowheads="1"/>
          </p:cNvSpPr>
          <p:nvPr/>
        </p:nvSpPr>
        <p:spPr bwMode="auto">
          <a:xfrm>
            <a:off x="3845497" y="2836291"/>
            <a:ext cx="649287" cy="288925"/>
          </a:xfrm>
          <a:prstGeom prst="rightArrow">
            <a:avLst>
              <a:gd name="adj1" fmla="val 50000"/>
              <a:gd name="adj2" fmla="val 56181"/>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13" name="AutoShape 13">
            <a:extLst>
              <a:ext uri="{FF2B5EF4-FFF2-40B4-BE49-F238E27FC236}">
                <a16:creationId xmlns:a16="http://schemas.microsoft.com/office/drawing/2014/main" id="{A2846647-6FE1-A844-913A-FAE44C7F9282}"/>
              </a:ext>
            </a:extLst>
          </p:cNvPr>
          <p:cNvSpPr>
            <a:spLocks noChangeArrowheads="1"/>
          </p:cNvSpPr>
          <p:nvPr/>
        </p:nvSpPr>
        <p:spPr bwMode="auto">
          <a:xfrm>
            <a:off x="3845497" y="3557016"/>
            <a:ext cx="649287" cy="288925"/>
          </a:xfrm>
          <a:prstGeom prst="rightArrow">
            <a:avLst>
              <a:gd name="adj1" fmla="val 50000"/>
              <a:gd name="adj2" fmla="val 56181"/>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14" name="AutoShape 14">
            <a:extLst>
              <a:ext uri="{FF2B5EF4-FFF2-40B4-BE49-F238E27FC236}">
                <a16:creationId xmlns:a16="http://schemas.microsoft.com/office/drawing/2014/main" id="{B6DA83C3-DAC8-DE40-A7AA-31201F244B1F}"/>
              </a:ext>
            </a:extLst>
          </p:cNvPr>
          <p:cNvSpPr>
            <a:spLocks noChangeArrowheads="1"/>
          </p:cNvSpPr>
          <p:nvPr/>
        </p:nvSpPr>
        <p:spPr bwMode="auto">
          <a:xfrm>
            <a:off x="5645722" y="4204716"/>
            <a:ext cx="287337" cy="503238"/>
          </a:xfrm>
          <a:prstGeom prst="upArrow">
            <a:avLst>
              <a:gd name="adj1" fmla="val 50000"/>
              <a:gd name="adj2" fmla="val 43785"/>
            </a:avLst>
          </a:prstGeom>
          <a:solidFill>
            <a:schemeClr val="tx1"/>
          </a:solidFill>
          <a:ln w="9525">
            <a:solidFill>
              <a:schemeClr val="tx1"/>
            </a:solidFill>
            <a:miter lim="800000"/>
            <a:headEnd/>
            <a:tailEnd/>
          </a:ln>
        </p:spPr>
        <p:txBody>
          <a:bodyPr vert="eaVert"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15" name="AutoShape 16">
            <a:extLst>
              <a:ext uri="{FF2B5EF4-FFF2-40B4-BE49-F238E27FC236}">
                <a16:creationId xmlns:a16="http://schemas.microsoft.com/office/drawing/2014/main" id="{5AF4D734-5CCD-0C43-AF01-E133BC20F2D9}"/>
              </a:ext>
            </a:extLst>
          </p:cNvPr>
          <p:cNvSpPr>
            <a:spLocks noChangeArrowheads="1"/>
          </p:cNvSpPr>
          <p:nvPr/>
        </p:nvSpPr>
        <p:spPr bwMode="auto">
          <a:xfrm>
            <a:off x="7087172" y="2764854"/>
            <a:ext cx="431800" cy="288925"/>
          </a:xfrm>
          <a:prstGeom prst="rightArrow">
            <a:avLst>
              <a:gd name="adj1" fmla="val 50000"/>
              <a:gd name="adj2" fmla="val 37363"/>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16" name="AutoShape 17">
            <a:extLst>
              <a:ext uri="{FF2B5EF4-FFF2-40B4-BE49-F238E27FC236}">
                <a16:creationId xmlns:a16="http://schemas.microsoft.com/office/drawing/2014/main" id="{78F85F62-34EF-C040-BEA7-9F795431AAAA}"/>
              </a:ext>
            </a:extLst>
          </p:cNvPr>
          <p:cNvSpPr>
            <a:spLocks noChangeArrowheads="1"/>
          </p:cNvSpPr>
          <p:nvPr/>
        </p:nvSpPr>
        <p:spPr bwMode="auto">
          <a:xfrm>
            <a:off x="7087172" y="3485579"/>
            <a:ext cx="433387" cy="288925"/>
          </a:xfrm>
          <a:prstGeom prst="rightArrow">
            <a:avLst>
              <a:gd name="adj1" fmla="val 50000"/>
              <a:gd name="adj2" fmla="val 37500"/>
            </a:avLst>
          </a:prstGeom>
          <a:solidFill>
            <a:schemeClr val="tx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Tree>
    <p:extLst>
      <p:ext uri="{BB962C8B-B14F-4D97-AF65-F5344CB8AC3E}">
        <p14:creationId xmlns:p14="http://schemas.microsoft.com/office/powerpoint/2010/main" val="627006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 Box 8">
            <a:extLst>
              <a:ext uri="{FF2B5EF4-FFF2-40B4-BE49-F238E27FC236}">
                <a16:creationId xmlns:a16="http://schemas.microsoft.com/office/drawing/2014/main" id="{ECB63FDE-5E34-E342-A0F5-61686A31C187}"/>
              </a:ext>
            </a:extLst>
          </p:cNvPr>
          <p:cNvSpPr txBox="1">
            <a:spLocks noChangeArrowheads="1"/>
          </p:cNvSpPr>
          <p:nvPr/>
        </p:nvSpPr>
        <p:spPr bwMode="auto">
          <a:xfrm>
            <a:off x="526073" y="466578"/>
            <a:ext cx="11139854" cy="93044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norm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spcBef>
                <a:spcPct val="0"/>
              </a:spcBef>
              <a:spcAft>
                <a:spcPts val="600"/>
              </a:spcAft>
            </a:pPr>
            <a:r>
              <a:rPr lang="en-US" altLang="pt-BR" sz="3000" b="1" kern="1200">
                <a:solidFill>
                  <a:srgbClr val="FFFFFF"/>
                </a:solidFill>
                <a:latin typeface="+mj-lt"/>
                <a:ea typeface="+mj-ea"/>
                <a:cs typeface="+mj-cs"/>
              </a:rPr>
              <a:t>MODELO DE REFERÊNCIA PARA PROCESSO DE DESENVOLVIMENTO DE PRODUTOS</a:t>
            </a:r>
          </a:p>
        </p:txBody>
      </p:sp>
      <p:cxnSp>
        <p:nvCxnSpPr>
          <p:cNvPr id="12" name="Straight Connector 11">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4" name="Picture 4">
            <a:extLst>
              <a:ext uri="{FF2B5EF4-FFF2-40B4-BE49-F238E27FC236}">
                <a16:creationId xmlns:a16="http://schemas.microsoft.com/office/drawing/2014/main" id="{EBFDC565-FE23-3C4C-8B17-FECE5A9F209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850994" y="2509911"/>
            <a:ext cx="8434913" cy="3997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6268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a:extLst>
              <a:ext uri="{FF2B5EF4-FFF2-40B4-BE49-F238E27FC236}">
                <a16:creationId xmlns:a16="http://schemas.microsoft.com/office/drawing/2014/main" id="{1F9DA1A4-C074-134E-92EB-BE0165AA15C1}"/>
              </a:ext>
            </a:extLst>
          </p:cNvPr>
          <p:cNvSpPr>
            <a:spLocks noChangeArrowheads="1"/>
          </p:cNvSpPr>
          <p:nvPr/>
        </p:nvSpPr>
        <p:spPr bwMode="auto">
          <a:xfrm>
            <a:off x="755650" y="1268413"/>
            <a:ext cx="7921625" cy="25923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5" name="Rectangle 12">
            <a:extLst>
              <a:ext uri="{FF2B5EF4-FFF2-40B4-BE49-F238E27FC236}">
                <a16:creationId xmlns:a16="http://schemas.microsoft.com/office/drawing/2014/main" id="{C1D508EE-E575-D448-BADB-49F5B118DA3D}"/>
              </a:ext>
            </a:extLst>
          </p:cNvPr>
          <p:cNvSpPr>
            <a:spLocks noChangeArrowheads="1"/>
          </p:cNvSpPr>
          <p:nvPr/>
        </p:nvSpPr>
        <p:spPr bwMode="auto">
          <a:xfrm>
            <a:off x="5364163" y="4868863"/>
            <a:ext cx="1655762" cy="1368425"/>
          </a:xfrm>
          <a:prstGeom prst="rect">
            <a:avLst/>
          </a:prstGeom>
          <a:solidFill>
            <a:srgbClr val="FFFF99"/>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6" name="Rectangle 13">
            <a:extLst>
              <a:ext uri="{FF2B5EF4-FFF2-40B4-BE49-F238E27FC236}">
                <a16:creationId xmlns:a16="http://schemas.microsoft.com/office/drawing/2014/main" id="{DA1B1AA1-AB71-3E49-8A19-51F285FFDDAA}"/>
              </a:ext>
            </a:extLst>
          </p:cNvPr>
          <p:cNvSpPr>
            <a:spLocks noChangeArrowheads="1"/>
          </p:cNvSpPr>
          <p:nvPr/>
        </p:nvSpPr>
        <p:spPr bwMode="auto">
          <a:xfrm>
            <a:off x="5435600" y="4725988"/>
            <a:ext cx="1511300" cy="1368425"/>
          </a:xfrm>
          <a:prstGeom prst="rect">
            <a:avLst/>
          </a:prstGeom>
          <a:solidFill>
            <a:srgbClr val="FFFF99"/>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7" name="Rectangle 14">
            <a:extLst>
              <a:ext uri="{FF2B5EF4-FFF2-40B4-BE49-F238E27FC236}">
                <a16:creationId xmlns:a16="http://schemas.microsoft.com/office/drawing/2014/main" id="{73394055-0985-344F-9A30-2EFA2D3553CE}"/>
              </a:ext>
            </a:extLst>
          </p:cNvPr>
          <p:cNvSpPr>
            <a:spLocks noChangeArrowheads="1"/>
          </p:cNvSpPr>
          <p:nvPr/>
        </p:nvSpPr>
        <p:spPr bwMode="auto">
          <a:xfrm>
            <a:off x="5507038" y="4652963"/>
            <a:ext cx="1655762" cy="1368425"/>
          </a:xfrm>
          <a:prstGeom prst="rect">
            <a:avLst/>
          </a:prstGeom>
          <a:solidFill>
            <a:srgbClr val="FFFF99"/>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8" name="Rectangle 15">
            <a:extLst>
              <a:ext uri="{FF2B5EF4-FFF2-40B4-BE49-F238E27FC236}">
                <a16:creationId xmlns:a16="http://schemas.microsoft.com/office/drawing/2014/main" id="{B33D41EA-7E4D-2E49-B65B-01EBC8FD7D64}"/>
              </a:ext>
            </a:extLst>
          </p:cNvPr>
          <p:cNvSpPr>
            <a:spLocks noChangeArrowheads="1"/>
          </p:cNvSpPr>
          <p:nvPr/>
        </p:nvSpPr>
        <p:spPr bwMode="auto">
          <a:xfrm>
            <a:off x="4427538" y="693738"/>
            <a:ext cx="2951162" cy="7191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9" name="Rectangle 16">
            <a:extLst>
              <a:ext uri="{FF2B5EF4-FFF2-40B4-BE49-F238E27FC236}">
                <a16:creationId xmlns:a16="http://schemas.microsoft.com/office/drawing/2014/main" id="{89926A93-412F-CB4F-B6A0-79D0D6D45123}"/>
              </a:ext>
            </a:extLst>
          </p:cNvPr>
          <p:cNvSpPr>
            <a:spLocks noChangeArrowheads="1"/>
          </p:cNvSpPr>
          <p:nvPr/>
        </p:nvSpPr>
        <p:spPr bwMode="auto">
          <a:xfrm>
            <a:off x="4714875" y="909638"/>
            <a:ext cx="649288" cy="28733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10" name="Rectangle 17">
            <a:extLst>
              <a:ext uri="{FF2B5EF4-FFF2-40B4-BE49-F238E27FC236}">
                <a16:creationId xmlns:a16="http://schemas.microsoft.com/office/drawing/2014/main" id="{F9365279-4CA9-454F-B795-D52E5E79676C}"/>
              </a:ext>
            </a:extLst>
          </p:cNvPr>
          <p:cNvSpPr>
            <a:spLocks noChangeArrowheads="1"/>
          </p:cNvSpPr>
          <p:nvPr/>
        </p:nvSpPr>
        <p:spPr bwMode="auto">
          <a:xfrm>
            <a:off x="6588125" y="909638"/>
            <a:ext cx="649288" cy="28733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11" name="Rectangle 18">
            <a:extLst>
              <a:ext uri="{FF2B5EF4-FFF2-40B4-BE49-F238E27FC236}">
                <a16:creationId xmlns:a16="http://schemas.microsoft.com/office/drawing/2014/main" id="{E12E5F37-A218-DF4B-B25A-38C586614F4A}"/>
              </a:ext>
            </a:extLst>
          </p:cNvPr>
          <p:cNvSpPr>
            <a:spLocks noChangeArrowheads="1"/>
          </p:cNvSpPr>
          <p:nvPr/>
        </p:nvSpPr>
        <p:spPr bwMode="auto">
          <a:xfrm>
            <a:off x="4786313" y="2060575"/>
            <a:ext cx="288925" cy="287338"/>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12" name="Rectangle 19">
            <a:extLst>
              <a:ext uri="{FF2B5EF4-FFF2-40B4-BE49-F238E27FC236}">
                <a16:creationId xmlns:a16="http://schemas.microsoft.com/office/drawing/2014/main" id="{8E4E2EFC-57B5-5A46-9683-343A5CEFDD2C}"/>
              </a:ext>
            </a:extLst>
          </p:cNvPr>
          <p:cNvSpPr>
            <a:spLocks noChangeArrowheads="1"/>
          </p:cNvSpPr>
          <p:nvPr/>
        </p:nvSpPr>
        <p:spPr bwMode="auto">
          <a:xfrm>
            <a:off x="5291138" y="2060575"/>
            <a:ext cx="288925" cy="287338"/>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13" name="Rectangle 20">
            <a:extLst>
              <a:ext uri="{FF2B5EF4-FFF2-40B4-BE49-F238E27FC236}">
                <a16:creationId xmlns:a16="http://schemas.microsoft.com/office/drawing/2014/main" id="{8ABFD6CF-EE03-4B4F-8F74-DC7B4858A165}"/>
              </a:ext>
            </a:extLst>
          </p:cNvPr>
          <p:cNvSpPr>
            <a:spLocks noChangeArrowheads="1"/>
          </p:cNvSpPr>
          <p:nvPr/>
        </p:nvSpPr>
        <p:spPr bwMode="auto">
          <a:xfrm>
            <a:off x="6299200" y="2060575"/>
            <a:ext cx="288925" cy="287338"/>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14" name="Rectangle 21">
            <a:extLst>
              <a:ext uri="{FF2B5EF4-FFF2-40B4-BE49-F238E27FC236}">
                <a16:creationId xmlns:a16="http://schemas.microsoft.com/office/drawing/2014/main" id="{5ED834F9-34B6-C347-B7C3-429E4975AA70}"/>
              </a:ext>
            </a:extLst>
          </p:cNvPr>
          <p:cNvSpPr>
            <a:spLocks noChangeArrowheads="1"/>
          </p:cNvSpPr>
          <p:nvPr/>
        </p:nvSpPr>
        <p:spPr bwMode="auto">
          <a:xfrm>
            <a:off x="6804025" y="2060575"/>
            <a:ext cx="288925" cy="287338"/>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15" name="Line 22">
            <a:extLst>
              <a:ext uri="{FF2B5EF4-FFF2-40B4-BE49-F238E27FC236}">
                <a16:creationId xmlns:a16="http://schemas.microsoft.com/office/drawing/2014/main" id="{7A47CFAE-7DC8-3547-8ACB-F00CDCFF33C6}"/>
              </a:ext>
            </a:extLst>
          </p:cNvPr>
          <p:cNvSpPr>
            <a:spLocks noChangeShapeType="1"/>
          </p:cNvSpPr>
          <p:nvPr/>
        </p:nvSpPr>
        <p:spPr bwMode="auto">
          <a:xfrm>
            <a:off x="5364163" y="1054100"/>
            <a:ext cx="287337"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6" name="Line 23">
            <a:extLst>
              <a:ext uri="{FF2B5EF4-FFF2-40B4-BE49-F238E27FC236}">
                <a16:creationId xmlns:a16="http://schemas.microsoft.com/office/drawing/2014/main" id="{DC5854B0-CD3B-A849-960F-F7C88FC4AA7C}"/>
              </a:ext>
            </a:extLst>
          </p:cNvPr>
          <p:cNvSpPr>
            <a:spLocks noChangeShapeType="1"/>
          </p:cNvSpPr>
          <p:nvPr/>
        </p:nvSpPr>
        <p:spPr bwMode="auto">
          <a:xfrm>
            <a:off x="6299200" y="1054100"/>
            <a:ext cx="287338"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7" name="Rectangle 24">
            <a:extLst>
              <a:ext uri="{FF2B5EF4-FFF2-40B4-BE49-F238E27FC236}">
                <a16:creationId xmlns:a16="http://schemas.microsoft.com/office/drawing/2014/main" id="{2F4E303B-0085-DA48-BF87-AF36B700E79D}"/>
              </a:ext>
            </a:extLst>
          </p:cNvPr>
          <p:cNvSpPr>
            <a:spLocks noChangeArrowheads="1"/>
          </p:cNvSpPr>
          <p:nvPr/>
        </p:nvSpPr>
        <p:spPr bwMode="auto">
          <a:xfrm>
            <a:off x="4498975" y="1844675"/>
            <a:ext cx="2881313" cy="7921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18" name="Text Box 25">
            <a:extLst>
              <a:ext uri="{FF2B5EF4-FFF2-40B4-BE49-F238E27FC236}">
                <a16:creationId xmlns:a16="http://schemas.microsoft.com/office/drawing/2014/main" id="{0E08327F-73EB-8545-90C3-9AC9EA8A90F6}"/>
              </a:ext>
            </a:extLst>
          </p:cNvPr>
          <p:cNvSpPr txBox="1">
            <a:spLocks noChangeArrowheads="1"/>
          </p:cNvSpPr>
          <p:nvPr/>
        </p:nvSpPr>
        <p:spPr bwMode="auto">
          <a:xfrm>
            <a:off x="7523163" y="909638"/>
            <a:ext cx="2232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1600"/>
              <a:t>Macro-fases</a:t>
            </a:r>
          </a:p>
        </p:txBody>
      </p:sp>
      <p:sp>
        <p:nvSpPr>
          <p:cNvPr id="19" name="Text Box 26">
            <a:extLst>
              <a:ext uri="{FF2B5EF4-FFF2-40B4-BE49-F238E27FC236}">
                <a16:creationId xmlns:a16="http://schemas.microsoft.com/office/drawing/2014/main" id="{CB562811-2504-4C42-8305-337D2516E548}"/>
              </a:ext>
            </a:extLst>
          </p:cNvPr>
          <p:cNvSpPr txBox="1">
            <a:spLocks noChangeArrowheads="1"/>
          </p:cNvSpPr>
          <p:nvPr/>
        </p:nvSpPr>
        <p:spPr bwMode="auto">
          <a:xfrm>
            <a:off x="7596188" y="2060575"/>
            <a:ext cx="2232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1600"/>
              <a:t>Fases</a:t>
            </a:r>
          </a:p>
        </p:txBody>
      </p:sp>
      <p:sp>
        <p:nvSpPr>
          <p:cNvPr id="20" name="Text Box 27">
            <a:extLst>
              <a:ext uri="{FF2B5EF4-FFF2-40B4-BE49-F238E27FC236}">
                <a16:creationId xmlns:a16="http://schemas.microsoft.com/office/drawing/2014/main" id="{498C703F-C1BB-034F-ACEA-E19240F15E69}"/>
              </a:ext>
            </a:extLst>
          </p:cNvPr>
          <p:cNvSpPr txBox="1">
            <a:spLocks noChangeArrowheads="1"/>
          </p:cNvSpPr>
          <p:nvPr/>
        </p:nvSpPr>
        <p:spPr bwMode="auto">
          <a:xfrm>
            <a:off x="7596188" y="3141663"/>
            <a:ext cx="2232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1600"/>
              <a:t>Atividades</a:t>
            </a:r>
          </a:p>
        </p:txBody>
      </p:sp>
      <p:sp>
        <p:nvSpPr>
          <p:cNvPr id="21" name="Rectangle 28">
            <a:extLst>
              <a:ext uri="{FF2B5EF4-FFF2-40B4-BE49-F238E27FC236}">
                <a16:creationId xmlns:a16="http://schemas.microsoft.com/office/drawing/2014/main" id="{678F219C-F972-C343-9145-5339D1025D7A}"/>
              </a:ext>
            </a:extLst>
          </p:cNvPr>
          <p:cNvSpPr>
            <a:spLocks noChangeArrowheads="1"/>
          </p:cNvSpPr>
          <p:nvPr/>
        </p:nvSpPr>
        <p:spPr bwMode="auto">
          <a:xfrm>
            <a:off x="6229350" y="4725988"/>
            <a:ext cx="288925" cy="287337"/>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22" name="Rectangle 29">
            <a:extLst>
              <a:ext uri="{FF2B5EF4-FFF2-40B4-BE49-F238E27FC236}">
                <a16:creationId xmlns:a16="http://schemas.microsoft.com/office/drawing/2014/main" id="{3F1EA9A2-48BE-7D44-B78D-26A66819C7BB}"/>
              </a:ext>
            </a:extLst>
          </p:cNvPr>
          <p:cNvSpPr>
            <a:spLocks noChangeArrowheads="1"/>
          </p:cNvSpPr>
          <p:nvPr/>
        </p:nvSpPr>
        <p:spPr bwMode="auto">
          <a:xfrm>
            <a:off x="6229350" y="5157788"/>
            <a:ext cx="288925" cy="287337"/>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23" name="Rectangle 30">
            <a:extLst>
              <a:ext uri="{FF2B5EF4-FFF2-40B4-BE49-F238E27FC236}">
                <a16:creationId xmlns:a16="http://schemas.microsoft.com/office/drawing/2014/main" id="{4D9704B6-92CB-FD44-AF83-76F12E109787}"/>
              </a:ext>
            </a:extLst>
          </p:cNvPr>
          <p:cNvSpPr>
            <a:spLocks noChangeArrowheads="1"/>
          </p:cNvSpPr>
          <p:nvPr/>
        </p:nvSpPr>
        <p:spPr bwMode="auto">
          <a:xfrm>
            <a:off x="5795963" y="5157788"/>
            <a:ext cx="288925" cy="287337"/>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24" name="Rectangle 31">
            <a:extLst>
              <a:ext uri="{FF2B5EF4-FFF2-40B4-BE49-F238E27FC236}">
                <a16:creationId xmlns:a16="http://schemas.microsoft.com/office/drawing/2014/main" id="{F6D75F12-2D26-DF4D-95A1-AE9C3CAEC3F7}"/>
              </a:ext>
            </a:extLst>
          </p:cNvPr>
          <p:cNvSpPr>
            <a:spLocks noChangeArrowheads="1"/>
          </p:cNvSpPr>
          <p:nvPr/>
        </p:nvSpPr>
        <p:spPr bwMode="auto">
          <a:xfrm>
            <a:off x="6659563" y="5157788"/>
            <a:ext cx="288925" cy="287337"/>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25" name="Rectangle 32">
            <a:extLst>
              <a:ext uri="{FF2B5EF4-FFF2-40B4-BE49-F238E27FC236}">
                <a16:creationId xmlns:a16="http://schemas.microsoft.com/office/drawing/2014/main" id="{792D48D4-BBF7-4744-9EB5-9F049F71CB21}"/>
              </a:ext>
            </a:extLst>
          </p:cNvPr>
          <p:cNvSpPr>
            <a:spLocks noChangeArrowheads="1"/>
          </p:cNvSpPr>
          <p:nvPr/>
        </p:nvSpPr>
        <p:spPr bwMode="auto">
          <a:xfrm>
            <a:off x="4427538" y="4510088"/>
            <a:ext cx="2879725" cy="20891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26" name="Text Box 33">
            <a:extLst>
              <a:ext uri="{FF2B5EF4-FFF2-40B4-BE49-F238E27FC236}">
                <a16:creationId xmlns:a16="http://schemas.microsoft.com/office/drawing/2014/main" id="{1E94B371-D8CA-F24C-BDBE-F588B8C0FFD6}"/>
              </a:ext>
            </a:extLst>
          </p:cNvPr>
          <p:cNvSpPr txBox="1">
            <a:spLocks noChangeArrowheads="1"/>
          </p:cNvSpPr>
          <p:nvPr/>
        </p:nvSpPr>
        <p:spPr bwMode="auto">
          <a:xfrm>
            <a:off x="5437188" y="4725988"/>
            <a:ext cx="7207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1400">
                <a:latin typeface="Arial Narrow" panose="020B0604020202020204" pitchFamily="34" charset="0"/>
              </a:rPr>
              <a:t>Entrada</a:t>
            </a:r>
          </a:p>
        </p:txBody>
      </p:sp>
      <p:sp>
        <p:nvSpPr>
          <p:cNvPr id="27" name="AutoShape 34">
            <a:extLst>
              <a:ext uri="{FF2B5EF4-FFF2-40B4-BE49-F238E27FC236}">
                <a16:creationId xmlns:a16="http://schemas.microsoft.com/office/drawing/2014/main" id="{D1B58394-18CA-E743-9138-5C6E42B4B10B}"/>
              </a:ext>
            </a:extLst>
          </p:cNvPr>
          <p:cNvSpPr>
            <a:spLocks noChangeArrowheads="1"/>
          </p:cNvSpPr>
          <p:nvPr/>
        </p:nvSpPr>
        <p:spPr bwMode="auto">
          <a:xfrm>
            <a:off x="4643438" y="4652963"/>
            <a:ext cx="504825" cy="1366837"/>
          </a:xfrm>
          <a:prstGeom prst="can">
            <a:avLst>
              <a:gd name="adj" fmla="val 24456"/>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28" name="Line 35">
            <a:extLst>
              <a:ext uri="{FF2B5EF4-FFF2-40B4-BE49-F238E27FC236}">
                <a16:creationId xmlns:a16="http://schemas.microsoft.com/office/drawing/2014/main" id="{84355BF3-B3AF-0942-80D4-D699457124A6}"/>
              </a:ext>
            </a:extLst>
          </p:cNvPr>
          <p:cNvSpPr>
            <a:spLocks noChangeShapeType="1"/>
          </p:cNvSpPr>
          <p:nvPr/>
        </p:nvSpPr>
        <p:spPr bwMode="auto">
          <a:xfrm>
            <a:off x="6084888" y="4870450"/>
            <a:ext cx="144462"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29" name="Text Box 36">
            <a:extLst>
              <a:ext uri="{FF2B5EF4-FFF2-40B4-BE49-F238E27FC236}">
                <a16:creationId xmlns:a16="http://schemas.microsoft.com/office/drawing/2014/main" id="{9BBF8521-2B6C-D146-97F7-15DF254A367F}"/>
              </a:ext>
            </a:extLst>
          </p:cNvPr>
          <p:cNvSpPr txBox="1">
            <a:spLocks noChangeArrowheads="1"/>
          </p:cNvSpPr>
          <p:nvPr/>
        </p:nvSpPr>
        <p:spPr bwMode="auto">
          <a:xfrm>
            <a:off x="6588125" y="4725988"/>
            <a:ext cx="7207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1400">
                <a:latin typeface="Arial Narrow" panose="020B0604020202020204" pitchFamily="34" charset="0"/>
              </a:rPr>
              <a:t>Saída</a:t>
            </a:r>
          </a:p>
        </p:txBody>
      </p:sp>
      <p:sp>
        <p:nvSpPr>
          <p:cNvPr id="30" name="Line 37">
            <a:extLst>
              <a:ext uri="{FF2B5EF4-FFF2-40B4-BE49-F238E27FC236}">
                <a16:creationId xmlns:a16="http://schemas.microsoft.com/office/drawing/2014/main" id="{115DFA03-B9DC-0A44-95E7-7B19FA22D75F}"/>
              </a:ext>
            </a:extLst>
          </p:cNvPr>
          <p:cNvSpPr>
            <a:spLocks noChangeShapeType="1"/>
          </p:cNvSpPr>
          <p:nvPr/>
        </p:nvSpPr>
        <p:spPr bwMode="auto">
          <a:xfrm>
            <a:off x="6516688" y="4870450"/>
            <a:ext cx="144462"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31" name="Text Box 38">
            <a:extLst>
              <a:ext uri="{FF2B5EF4-FFF2-40B4-BE49-F238E27FC236}">
                <a16:creationId xmlns:a16="http://schemas.microsoft.com/office/drawing/2014/main" id="{04F2D744-A2BF-464D-BEE5-6EF329CA6F56}"/>
              </a:ext>
            </a:extLst>
          </p:cNvPr>
          <p:cNvSpPr txBox="1">
            <a:spLocks noChangeArrowheads="1"/>
          </p:cNvSpPr>
          <p:nvPr/>
        </p:nvSpPr>
        <p:spPr bwMode="auto">
          <a:xfrm>
            <a:off x="7451725" y="5157788"/>
            <a:ext cx="10080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1600"/>
              <a:t>Tarefas</a:t>
            </a:r>
          </a:p>
        </p:txBody>
      </p:sp>
      <p:sp>
        <p:nvSpPr>
          <p:cNvPr id="32" name="Line 39">
            <a:extLst>
              <a:ext uri="{FF2B5EF4-FFF2-40B4-BE49-F238E27FC236}">
                <a16:creationId xmlns:a16="http://schemas.microsoft.com/office/drawing/2014/main" id="{D754141D-2724-E748-A4BC-37E5E54D8F25}"/>
              </a:ext>
            </a:extLst>
          </p:cNvPr>
          <p:cNvSpPr>
            <a:spLocks noChangeShapeType="1"/>
          </p:cNvSpPr>
          <p:nvPr/>
        </p:nvSpPr>
        <p:spPr bwMode="auto">
          <a:xfrm flipH="1">
            <a:off x="7307263" y="1054100"/>
            <a:ext cx="288925" cy="15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33" name="Line 40">
            <a:extLst>
              <a:ext uri="{FF2B5EF4-FFF2-40B4-BE49-F238E27FC236}">
                <a16:creationId xmlns:a16="http://schemas.microsoft.com/office/drawing/2014/main" id="{B37584F7-C71C-FD47-BB16-BA12453BDF43}"/>
              </a:ext>
            </a:extLst>
          </p:cNvPr>
          <p:cNvSpPr>
            <a:spLocks noChangeShapeType="1"/>
          </p:cNvSpPr>
          <p:nvPr/>
        </p:nvSpPr>
        <p:spPr bwMode="auto">
          <a:xfrm flipH="1">
            <a:off x="7380288" y="2205038"/>
            <a:ext cx="288925" cy="158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34" name="Text Box 41">
            <a:extLst>
              <a:ext uri="{FF2B5EF4-FFF2-40B4-BE49-F238E27FC236}">
                <a16:creationId xmlns:a16="http://schemas.microsoft.com/office/drawing/2014/main" id="{58106B48-C27E-C246-993D-EF0E3259C7FE}"/>
              </a:ext>
            </a:extLst>
          </p:cNvPr>
          <p:cNvSpPr txBox="1">
            <a:spLocks noChangeArrowheads="1"/>
          </p:cNvSpPr>
          <p:nvPr/>
        </p:nvSpPr>
        <p:spPr bwMode="auto">
          <a:xfrm>
            <a:off x="4356100" y="6021388"/>
            <a:ext cx="11525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1400">
                <a:latin typeface="Arial Narrow" panose="020B0604020202020204" pitchFamily="34" charset="0"/>
              </a:rPr>
              <a:t>Base de conhecimento</a:t>
            </a:r>
          </a:p>
        </p:txBody>
      </p:sp>
      <p:sp>
        <p:nvSpPr>
          <p:cNvPr id="35" name="Rectangle 42">
            <a:extLst>
              <a:ext uri="{FF2B5EF4-FFF2-40B4-BE49-F238E27FC236}">
                <a16:creationId xmlns:a16="http://schemas.microsoft.com/office/drawing/2014/main" id="{A169BCC8-F4C2-EC43-A1AB-1327EF134FA5}"/>
              </a:ext>
            </a:extLst>
          </p:cNvPr>
          <p:cNvSpPr>
            <a:spLocks noChangeArrowheads="1"/>
          </p:cNvSpPr>
          <p:nvPr/>
        </p:nvSpPr>
        <p:spPr bwMode="auto">
          <a:xfrm>
            <a:off x="4498975" y="2997200"/>
            <a:ext cx="2808288" cy="936625"/>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36" name="AutoShape 43">
            <a:extLst>
              <a:ext uri="{FF2B5EF4-FFF2-40B4-BE49-F238E27FC236}">
                <a16:creationId xmlns:a16="http://schemas.microsoft.com/office/drawing/2014/main" id="{C4642EEA-6AEB-D84D-84DD-D1DB31FFF531}"/>
              </a:ext>
            </a:extLst>
          </p:cNvPr>
          <p:cNvSpPr>
            <a:spLocks noChangeArrowheads="1"/>
          </p:cNvSpPr>
          <p:nvPr/>
        </p:nvSpPr>
        <p:spPr bwMode="auto">
          <a:xfrm>
            <a:off x="4498975" y="1125538"/>
            <a:ext cx="2879725" cy="719137"/>
          </a:xfrm>
          <a:prstGeom prst="flowChartExtract">
            <a:avLst/>
          </a:prstGeom>
          <a:gradFill rotWithShape="1">
            <a:gsLst>
              <a:gs pos="0">
                <a:schemeClr val="accent1"/>
              </a:gs>
              <a:gs pos="100000">
                <a:schemeClr val="bg1"/>
              </a:gs>
            </a:gsLst>
            <a:lin ang="5400000" scaled="1"/>
          </a:gra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37" name="Rectangle 44">
            <a:extLst>
              <a:ext uri="{FF2B5EF4-FFF2-40B4-BE49-F238E27FC236}">
                <a16:creationId xmlns:a16="http://schemas.microsoft.com/office/drawing/2014/main" id="{A7C6C26A-B940-2146-85F9-57F4435FF14C}"/>
              </a:ext>
            </a:extLst>
          </p:cNvPr>
          <p:cNvSpPr>
            <a:spLocks noChangeArrowheads="1"/>
          </p:cNvSpPr>
          <p:nvPr/>
        </p:nvSpPr>
        <p:spPr bwMode="auto">
          <a:xfrm>
            <a:off x="5651500" y="909638"/>
            <a:ext cx="649288" cy="28733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38" name="AutoShape 45">
            <a:extLst>
              <a:ext uri="{FF2B5EF4-FFF2-40B4-BE49-F238E27FC236}">
                <a16:creationId xmlns:a16="http://schemas.microsoft.com/office/drawing/2014/main" id="{27E54DF4-C6D7-2C40-AA9B-BE9450675E20}"/>
              </a:ext>
            </a:extLst>
          </p:cNvPr>
          <p:cNvSpPr>
            <a:spLocks noChangeArrowheads="1"/>
          </p:cNvSpPr>
          <p:nvPr/>
        </p:nvSpPr>
        <p:spPr bwMode="auto">
          <a:xfrm>
            <a:off x="4498975" y="2276475"/>
            <a:ext cx="2879725" cy="719138"/>
          </a:xfrm>
          <a:prstGeom prst="flowChartExtract">
            <a:avLst/>
          </a:prstGeom>
          <a:gradFill rotWithShape="1">
            <a:gsLst>
              <a:gs pos="0">
                <a:schemeClr val="accent1"/>
              </a:gs>
              <a:gs pos="100000">
                <a:schemeClr val="bg1"/>
              </a:gs>
            </a:gsLst>
            <a:lin ang="5400000" scaled="1"/>
          </a:gra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39" name="Rectangle 46">
            <a:extLst>
              <a:ext uri="{FF2B5EF4-FFF2-40B4-BE49-F238E27FC236}">
                <a16:creationId xmlns:a16="http://schemas.microsoft.com/office/drawing/2014/main" id="{73A7D02E-868F-614D-A2EF-0E5FFDD7CB98}"/>
              </a:ext>
            </a:extLst>
          </p:cNvPr>
          <p:cNvSpPr>
            <a:spLocks noChangeArrowheads="1"/>
          </p:cNvSpPr>
          <p:nvPr/>
        </p:nvSpPr>
        <p:spPr bwMode="auto">
          <a:xfrm>
            <a:off x="5794375" y="2060575"/>
            <a:ext cx="288925" cy="287338"/>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40" name="Rectangle 47">
            <a:extLst>
              <a:ext uri="{FF2B5EF4-FFF2-40B4-BE49-F238E27FC236}">
                <a16:creationId xmlns:a16="http://schemas.microsoft.com/office/drawing/2014/main" id="{9C18FB61-9B2E-CD4C-B32C-AEEBAA8C2A62}"/>
              </a:ext>
            </a:extLst>
          </p:cNvPr>
          <p:cNvSpPr>
            <a:spLocks noChangeArrowheads="1"/>
          </p:cNvSpPr>
          <p:nvPr/>
        </p:nvSpPr>
        <p:spPr bwMode="auto">
          <a:xfrm>
            <a:off x="4572000" y="3141663"/>
            <a:ext cx="288925" cy="28733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41" name="Rectangle 48">
            <a:extLst>
              <a:ext uri="{FF2B5EF4-FFF2-40B4-BE49-F238E27FC236}">
                <a16:creationId xmlns:a16="http://schemas.microsoft.com/office/drawing/2014/main" id="{616B793E-6261-6D40-BF6C-B26BA889D30C}"/>
              </a:ext>
            </a:extLst>
          </p:cNvPr>
          <p:cNvSpPr>
            <a:spLocks noChangeArrowheads="1"/>
          </p:cNvSpPr>
          <p:nvPr/>
        </p:nvSpPr>
        <p:spPr bwMode="auto">
          <a:xfrm>
            <a:off x="4930775" y="3573463"/>
            <a:ext cx="288925" cy="28733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42" name="Rectangle 49">
            <a:extLst>
              <a:ext uri="{FF2B5EF4-FFF2-40B4-BE49-F238E27FC236}">
                <a16:creationId xmlns:a16="http://schemas.microsoft.com/office/drawing/2014/main" id="{C88D6E68-0B29-EB47-A59E-E57D894779F9}"/>
              </a:ext>
            </a:extLst>
          </p:cNvPr>
          <p:cNvSpPr>
            <a:spLocks noChangeArrowheads="1"/>
          </p:cNvSpPr>
          <p:nvPr/>
        </p:nvSpPr>
        <p:spPr bwMode="auto">
          <a:xfrm>
            <a:off x="6227763" y="3141663"/>
            <a:ext cx="288925" cy="28733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43" name="Line 50">
            <a:extLst>
              <a:ext uri="{FF2B5EF4-FFF2-40B4-BE49-F238E27FC236}">
                <a16:creationId xmlns:a16="http://schemas.microsoft.com/office/drawing/2014/main" id="{B9156784-071C-714A-A542-8F622D35790D}"/>
              </a:ext>
            </a:extLst>
          </p:cNvPr>
          <p:cNvSpPr>
            <a:spLocks noChangeShapeType="1"/>
          </p:cNvSpPr>
          <p:nvPr/>
        </p:nvSpPr>
        <p:spPr bwMode="auto">
          <a:xfrm flipH="1">
            <a:off x="7308850" y="3286125"/>
            <a:ext cx="288925" cy="15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44" name="AutoShape 51">
            <a:extLst>
              <a:ext uri="{FF2B5EF4-FFF2-40B4-BE49-F238E27FC236}">
                <a16:creationId xmlns:a16="http://schemas.microsoft.com/office/drawing/2014/main" id="{47BC5319-58AB-3540-AFD6-313CFA968B65}"/>
              </a:ext>
            </a:extLst>
          </p:cNvPr>
          <p:cNvSpPr>
            <a:spLocks noChangeArrowheads="1"/>
          </p:cNvSpPr>
          <p:nvPr/>
        </p:nvSpPr>
        <p:spPr bwMode="auto">
          <a:xfrm>
            <a:off x="4427538" y="3357563"/>
            <a:ext cx="2952750" cy="1152525"/>
          </a:xfrm>
          <a:prstGeom prst="flowChartExtract">
            <a:avLst/>
          </a:prstGeom>
          <a:gradFill rotWithShape="1">
            <a:gsLst>
              <a:gs pos="0">
                <a:schemeClr val="accent1"/>
              </a:gs>
              <a:gs pos="100000">
                <a:schemeClr val="bg1"/>
              </a:gs>
            </a:gsLst>
            <a:lin ang="5400000" scaled="1"/>
          </a:gra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45" name="Rectangle 52">
            <a:extLst>
              <a:ext uri="{FF2B5EF4-FFF2-40B4-BE49-F238E27FC236}">
                <a16:creationId xmlns:a16="http://schemas.microsoft.com/office/drawing/2014/main" id="{D4B0C79E-C34A-D94B-8624-98A96AE76659}"/>
              </a:ext>
            </a:extLst>
          </p:cNvPr>
          <p:cNvSpPr>
            <a:spLocks noChangeArrowheads="1"/>
          </p:cNvSpPr>
          <p:nvPr/>
        </p:nvSpPr>
        <p:spPr bwMode="auto">
          <a:xfrm>
            <a:off x="4930775" y="3141663"/>
            <a:ext cx="288925" cy="28733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46" name="Line 53">
            <a:extLst>
              <a:ext uri="{FF2B5EF4-FFF2-40B4-BE49-F238E27FC236}">
                <a16:creationId xmlns:a16="http://schemas.microsoft.com/office/drawing/2014/main" id="{5FADCD76-16F6-E34E-8E08-D90815118DE6}"/>
              </a:ext>
            </a:extLst>
          </p:cNvPr>
          <p:cNvSpPr>
            <a:spLocks noChangeShapeType="1"/>
          </p:cNvSpPr>
          <p:nvPr/>
        </p:nvSpPr>
        <p:spPr bwMode="auto">
          <a:xfrm>
            <a:off x="6372225" y="5013325"/>
            <a:ext cx="1588" cy="1444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7" name="Line 54">
            <a:extLst>
              <a:ext uri="{FF2B5EF4-FFF2-40B4-BE49-F238E27FC236}">
                <a16:creationId xmlns:a16="http://schemas.microsoft.com/office/drawing/2014/main" id="{BC5CD4AB-5929-4342-8961-86FA295969E2}"/>
              </a:ext>
            </a:extLst>
          </p:cNvPr>
          <p:cNvSpPr>
            <a:spLocks noChangeShapeType="1"/>
          </p:cNvSpPr>
          <p:nvPr/>
        </p:nvSpPr>
        <p:spPr bwMode="auto">
          <a:xfrm>
            <a:off x="6083300" y="5373688"/>
            <a:ext cx="144463"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8" name="Line 55">
            <a:extLst>
              <a:ext uri="{FF2B5EF4-FFF2-40B4-BE49-F238E27FC236}">
                <a16:creationId xmlns:a16="http://schemas.microsoft.com/office/drawing/2014/main" id="{ADDF48CA-6CC2-ED4E-A3F0-6D417FF2DE37}"/>
              </a:ext>
            </a:extLst>
          </p:cNvPr>
          <p:cNvSpPr>
            <a:spLocks noChangeShapeType="1"/>
          </p:cNvSpPr>
          <p:nvPr/>
        </p:nvSpPr>
        <p:spPr bwMode="auto">
          <a:xfrm>
            <a:off x="6515100" y="5302250"/>
            <a:ext cx="144463"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9" name="Line 56">
            <a:extLst>
              <a:ext uri="{FF2B5EF4-FFF2-40B4-BE49-F238E27FC236}">
                <a16:creationId xmlns:a16="http://schemas.microsoft.com/office/drawing/2014/main" id="{63DE9C99-CC32-364B-95D0-AEB0DF1A986A}"/>
              </a:ext>
            </a:extLst>
          </p:cNvPr>
          <p:cNvSpPr>
            <a:spLocks noChangeShapeType="1"/>
          </p:cNvSpPr>
          <p:nvPr/>
        </p:nvSpPr>
        <p:spPr bwMode="auto">
          <a:xfrm>
            <a:off x="6372225" y="5445125"/>
            <a:ext cx="1588" cy="1444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0" name="Rectangle 57">
            <a:extLst>
              <a:ext uri="{FF2B5EF4-FFF2-40B4-BE49-F238E27FC236}">
                <a16:creationId xmlns:a16="http://schemas.microsoft.com/office/drawing/2014/main" id="{59E00FD8-5CC8-8F4B-B73F-704C2331FBFE}"/>
              </a:ext>
            </a:extLst>
          </p:cNvPr>
          <p:cNvSpPr>
            <a:spLocks noChangeArrowheads="1"/>
          </p:cNvSpPr>
          <p:nvPr/>
        </p:nvSpPr>
        <p:spPr bwMode="auto">
          <a:xfrm>
            <a:off x="6227763" y="5589588"/>
            <a:ext cx="288925" cy="287337"/>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51" name="Line 58">
            <a:extLst>
              <a:ext uri="{FF2B5EF4-FFF2-40B4-BE49-F238E27FC236}">
                <a16:creationId xmlns:a16="http://schemas.microsoft.com/office/drawing/2014/main" id="{77E4986D-07C5-5D4D-B44E-0E59670232E8}"/>
              </a:ext>
            </a:extLst>
          </p:cNvPr>
          <p:cNvSpPr>
            <a:spLocks noChangeShapeType="1"/>
          </p:cNvSpPr>
          <p:nvPr/>
        </p:nvSpPr>
        <p:spPr bwMode="auto">
          <a:xfrm>
            <a:off x="6515100" y="5661025"/>
            <a:ext cx="2159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 name="Rectangle 59">
            <a:extLst>
              <a:ext uri="{FF2B5EF4-FFF2-40B4-BE49-F238E27FC236}">
                <a16:creationId xmlns:a16="http://schemas.microsoft.com/office/drawing/2014/main" id="{D053CDCC-77CA-0E44-99F4-0539F3471B9A}"/>
              </a:ext>
            </a:extLst>
          </p:cNvPr>
          <p:cNvSpPr>
            <a:spLocks noChangeArrowheads="1"/>
          </p:cNvSpPr>
          <p:nvPr/>
        </p:nvSpPr>
        <p:spPr bwMode="auto">
          <a:xfrm>
            <a:off x="6731000" y="5589588"/>
            <a:ext cx="288925" cy="287337"/>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53" name="Line 60">
            <a:extLst>
              <a:ext uri="{FF2B5EF4-FFF2-40B4-BE49-F238E27FC236}">
                <a16:creationId xmlns:a16="http://schemas.microsoft.com/office/drawing/2014/main" id="{863735F5-9CB5-9E44-8F5F-1B1401061B01}"/>
              </a:ext>
            </a:extLst>
          </p:cNvPr>
          <p:cNvSpPr>
            <a:spLocks noChangeShapeType="1"/>
          </p:cNvSpPr>
          <p:nvPr/>
        </p:nvSpPr>
        <p:spPr bwMode="auto">
          <a:xfrm flipH="1">
            <a:off x="7164388" y="5302250"/>
            <a:ext cx="288925" cy="15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54" name="Line 61">
            <a:extLst>
              <a:ext uri="{FF2B5EF4-FFF2-40B4-BE49-F238E27FC236}">
                <a16:creationId xmlns:a16="http://schemas.microsoft.com/office/drawing/2014/main" id="{573970D1-A53A-F44A-8D45-848B1D0957FB}"/>
              </a:ext>
            </a:extLst>
          </p:cNvPr>
          <p:cNvSpPr>
            <a:spLocks noChangeShapeType="1"/>
          </p:cNvSpPr>
          <p:nvPr/>
        </p:nvSpPr>
        <p:spPr bwMode="auto">
          <a:xfrm>
            <a:off x="5146675" y="5302250"/>
            <a:ext cx="360363" cy="1588"/>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55" name="Line 62">
            <a:extLst>
              <a:ext uri="{FF2B5EF4-FFF2-40B4-BE49-F238E27FC236}">
                <a16:creationId xmlns:a16="http://schemas.microsoft.com/office/drawing/2014/main" id="{EA694D43-C98B-884D-87BD-25D63D097440}"/>
              </a:ext>
            </a:extLst>
          </p:cNvPr>
          <p:cNvSpPr>
            <a:spLocks noChangeShapeType="1"/>
          </p:cNvSpPr>
          <p:nvPr/>
        </p:nvSpPr>
        <p:spPr bwMode="auto">
          <a:xfrm>
            <a:off x="4714875" y="3429000"/>
            <a:ext cx="1588" cy="1444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6" name="Line 63">
            <a:extLst>
              <a:ext uri="{FF2B5EF4-FFF2-40B4-BE49-F238E27FC236}">
                <a16:creationId xmlns:a16="http://schemas.microsoft.com/office/drawing/2014/main" id="{DAA8A067-122B-9047-BF8A-EA5BB268C7C0}"/>
              </a:ext>
            </a:extLst>
          </p:cNvPr>
          <p:cNvSpPr>
            <a:spLocks noChangeShapeType="1"/>
          </p:cNvSpPr>
          <p:nvPr/>
        </p:nvSpPr>
        <p:spPr bwMode="auto">
          <a:xfrm>
            <a:off x="4859338" y="3284538"/>
            <a:ext cx="71437"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7" name="Rectangle 64">
            <a:extLst>
              <a:ext uri="{FF2B5EF4-FFF2-40B4-BE49-F238E27FC236}">
                <a16:creationId xmlns:a16="http://schemas.microsoft.com/office/drawing/2014/main" id="{9E244CCD-BE1E-A140-9EBB-F04093BB1C70}"/>
              </a:ext>
            </a:extLst>
          </p:cNvPr>
          <p:cNvSpPr>
            <a:spLocks noChangeArrowheads="1"/>
          </p:cNvSpPr>
          <p:nvPr/>
        </p:nvSpPr>
        <p:spPr bwMode="auto">
          <a:xfrm>
            <a:off x="5364163" y="3141663"/>
            <a:ext cx="288925" cy="28733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58" name="Line 65">
            <a:extLst>
              <a:ext uri="{FF2B5EF4-FFF2-40B4-BE49-F238E27FC236}">
                <a16:creationId xmlns:a16="http://schemas.microsoft.com/office/drawing/2014/main" id="{197728D5-7E87-8442-AD3C-8B4B7CFC79B5}"/>
              </a:ext>
            </a:extLst>
          </p:cNvPr>
          <p:cNvSpPr>
            <a:spLocks noChangeShapeType="1"/>
          </p:cNvSpPr>
          <p:nvPr/>
        </p:nvSpPr>
        <p:spPr bwMode="auto">
          <a:xfrm>
            <a:off x="6083300" y="3284538"/>
            <a:ext cx="144463"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9" name="Line 66">
            <a:extLst>
              <a:ext uri="{FF2B5EF4-FFF2-40B4-BE49-F238E27FC236}">
                <a16:creationId xmlns:a16="http://schemas.microsoft.com/office/drawing/2014/main" id="{10D2335B-9CD8-E34F-A6DF-270EB4083CED}"/>
              </a:ext>
            </a:extLst>
          </p:cNvPr>
          <p:cNvSpPr>
            <a:spLocks noChangeShapeType="1"/>
          </p:cNvSpPr>
          <p:nvPr/>
        </p:nvSpPr>
        <p:spPr bwMode="auto">
          <a:xfrm>
            <a:off x="5219700" y="3284538"/>
            <a:ext cx="144463"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0" name="Line 67">
            <a:extLst>
              <a:ext uri="{FF2B5EF4-FFF2-40B4-BE49-F238E27FC236}">
                <a16:creationId xmlns:a16="http://schemas.microsoft.com/office/drawing/2014/main" id="{A5AE53C0-749B-CF43-8F0B-82AF0CF0A7D6}"/>
              </a:ext>
            </a:extLst>
          </p:cNvPr>
          <p:cNvSpPr>
            <a:spLocks noChangeShapeType="1"/>
          </p:cNvSpPr>
          <p:nvPr/>
        </p:nvSpPr>
        <p:spPr bwMode="auto">
          <a:xfrm>
            <a:off x="4714875" y="3573463"/>
            <a:ext cx="1588" cy="1444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1" name="Line 68">
            <a:extLst>
              <a:ext uri="{FF2B5EF4-FFF2-40B4-BE49-F238E27FC236}">
                <a16:creationId xmlns:a16="http://schemas.microsoft.com/office/drawing/2014/main" id="{B200176E-146C-EE4A-BB1B-C103C61EBB83}"/>
              </a:ext>
            </a:extLst>
          </p:cNvPr>
          <p:cNvSpPr>
            <a:spLocks noChangeShapeType="1"/>
          </p:cNvSpPr>
          <p:nvPr/>
        </p:nvSpPr>
        <p:spPr bwMode="auto">
          <a:xfrm>
            <a:off x="4714875" y="3717925"/>
            <a:ext cx="2159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2" name="Line 69">
            <a:extLst>
              <a:ext uri="{FF2B5EF4-FFF2-40B4-BE49-F238E27FC236}">
                <a16:creationId xmlns:a16="http://schemas.microsoft.com/office/drawing/2014/main" id="{C2477C62-14D5-8141-8666-50F0DD6854D4}"/>
              </a:ext>
            </a:extLst>
          </p:cNvPr>
          <p:cNvSpPr>
            <a:spLocks noChangeShapeType="1"/>
          </p:cNvSpPr>
          <p:nvPr/>
        </p:nvSpPr>
        <p:spPr bwMode="auto">
          <a:xfrm>
            <a:off x="5219700" y="3717925"/>
            <a:ext cx="71438"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3" name="Line 70">
            <a:extLst>
              <a:ext uri="{FF2B5EF4-FFF2-40B4-BE49-F238E27FC236}">
                <a16:creationId xmlns:a16="http://schemas.microsoft.com/office/drawing/2014/main" id="{7240434B-CD2C-B74C-8C15-B2103024F703}"/>
              </a:ext>
            </a:extLst>
          </p:cNvPr>
          <p:cNvSpPr>
            <a:spLocks noChangeShapeType="1"/>
          </p:cNvSpPr>
          <p:nvPr/>
        </p:nvSpPr>
        <p:spPr bwMode="auto">
          <a:xfrm flipV="1">
            <a:off x="5291138" y="3284538"/>
            <a:ext cx="1587" cy="4333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4" name="Rectangle 71">
            <a:extLst>
              <a:ext uri="{FF2B5EF4-FFF2-40B4-BE49-F238E27FC236}">
                <a16:creationId xmlns:a16="http://schemas.microsoft.com/office/drawing/2014/main" id="{B10D588D-FD62-F74C-83A8-1F0AEAE03873}"/>
              </a:ext>
            </a:extLst>
          </p:cNvPr>
          <p:cNvSpPr>
            <a:spLocks noChangeArrowheads="1"/>
          </p:cNvSpPr>
          <p:nvPr/>
        </p:nvSpPr>
        <p:spPr bwMode="auto">
          <a:xfrm>
            <a:off x="5795963" y="3141663"/>
            <a:ext cx="288925" cy="28733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65" name="Line 72">
            <a:extLst>
              <a:ext uri="{FF2B5EF4-FFF2-40B4-BE49-F238E27FC236}">
                <a16:creationId xmlns:a16="http://schemas.microsoft.com/office/drawing/2014/main" id="{66ABAD87-F875-0F4A-B07F-F941875A3B01}"/>
              </a:ext>
            </a:extLst>
          </p:cNvPr>
          <p:cNvSpPr>
            <a:spLocks noChangeShapeType="1"/>
          </p:cNvSpPr>
          <p:nvPr/>
        </p:nvSpPr>
        <p:spPr bwMode="auto">
          <a:xfrm>
            <a:off x="5651500" y="3284538"/>
            <a:ext cx="144463"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6" name="Rectangle 73">
            <a:extLst>
              <a:ext uri="{FF2B5EF4-FFF2-40B4-BE49-F238E27FC236}">
                <a16:creationId xmlns:a16="http://schemas.microsoft.com/office/drawing/2014/main" id="{4B534EF2-C832-C047-A174-ACB028261F16}"/>
              </a:ext>
            </a:extLst>
          </p:cNvPr>
          <p:cNvSpPr>
            <a:spLocks noChangeArrowheads="1"/>
          </p:cNvSpPr>
          <p:nvPr/>
        </p:nvSpPr>
        <p:spPr bwMode="auto">
          <a:xfrm>
            <a:off x="6659563" y="3141663"/>
            <a:ext cx="288925" cy="28733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67" name="Line 74">
            <a:extLst>
              <a:ext uri="{FF2B5EF4-FFF2-40B4-BE49-F238E27FC236}">
                <a16:creationId xmlns:a16="http://schemas.microsoft.com/office/drawing/2014/main" id="{CF2C5F29-380E-D840-916E-EE9446090ACF}"/>
              </a:ext>
            </a:extLst>
          </p:cNvPr>
          <p:cNvSpPr>
            <a:spLocks noChangeShapeType="1"/>
          </p:cNvSpPr>
          <p:nvPr/>
        </p:nvSpPr>
        <p:spPr bwMode="auto">
          <a:xfrm>
            <a:off x="6515100" y="3284538"/>
            <a:ext cx="144463"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8" name="Line 75">
            <a:extLst>
              <a:ext uri="{FF2B5EF4-FFF2-40B4-BE49-F238E27FC236}">
                <a16:creationId xmlns:a16="http://schemas.microsoft.com/office/drawing/2014/main" id="{E790733A-7EE7-7547-B308-F381B0418D05}"/>
              </a:ext>
            </a:extLst>
          </p:cNvPr>
          <p:cNvSpPr>
            <a:spLocks noChangeShapeType="1"/>
          </p:cNvSpPr>
          <p:nvPr/>
        </p:nvSpPr>
        <p:spPr bwMode="auto">
          <a:xfrm>
            <a:off x="5075238" y="2205038"/>
            <a:ext cx="215900"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9" name="Line 76">
            <a:extLst>
              <a:ext uri="{FF2B5EF4-FFF2-40B4-BE49-F238E27FC236}">
                <a16:creationId xmlns:a16="http://schemas.microsoft.com/office/drawing/2014/main" id="{93ED3293-0DAF-514F-8597-4ED1014C3C29}"/>
              </a:ext>
            </a:extLst>
          </p:cNvPr>
          <p:cNvSpPr>
            <a:spLocks noChangeShapeType="1"/>
          </p:cNvSpPr>
          <p:nvPr/>
        </p:nvSpPr>
        <p:spPr bwMode="auto">
          <a:xfrm>
            <a:off x="5580063" y="2205038"/>
            <a:ext cx="215900"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0" name="Line 77">
            <a:extLst>
              <a:ext uri="{FF2B5EF4-FFF2-40B4-BE49-F238E27FC236}">
                <a16:creationId xmlns:a16="http://schemas.microsoft.com/office/drawing/2014/main" id="{0D66C7D4-BA77-A14D-B595-FA964CBE88AE}"/>
              </a:ext>
            </a:extLst>
          </p:cNvPr>
          <p:cNvSpPr>
            <a:spLocks noChangeShapeType="1"/>
          </p:cNvSpPr>
          <p:nvPr/>
        </p:nvSpPr>
        <p:spPr bwMode="auto">
          <a:xfrm>
            <a:off x="6083300" y="2205038"/>
            <a:ext cx="215900"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1" name="Line 78">
            <a:extLst>
              <a:ext uri="{FF2B5EF4-FFF2-40B4-BE49-F238E27FC236}">
                <a16:creationId xmlns:a16="http://schemas.microsoft.com/office/drawing/2014/main" id="{944792DD-777B-374B-87B0-E4F33434A29A}"/>
              </a:ext>
            </a:extLst>
          </p:cNvPr>
          <p:cNvSpPr>
            <a:spLocks noChangeShapeType="1"/>
          </p:cNvSpPr>
          <p:nvPr/>
        </p:nvSpPr>
        <p:spPr bwMode="auto">
          <a:xfrm>
            <a:off x="6588125" y="2205038"/>
            <a:ext cx="215900"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2" name="Line 79">
            <a:extLst>
              <a:ext uri="{FF2B5EF4-FFF2-40B4-BE49-F238E27FC236}">
                <a16:creationId xmlns:a16="http://schemas.microsoft.com/office/drawing/2014/main" id="{D8646864-A3D5-BA4F-A7E9-F1715F26EA6F}"/>
              </a:ext>
            </a:extLst>
          </p:cNvPr>
          <p:cNvSpPr>
            <a:spLocks noChangeShapeType="1"/>
          </p:cNvSpPr>
          <p:nvPr/>
        </p:nvSpPr>
        <p:spPr bwMode="auto">
          <a:xfrm>
            <a:off x="6443663" y="3429000"/>
            <a:ext cx="1587" cy="215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3" name="Line 80">
            <a:extLst>
              <a:ext uri="{FF2B5EF4-FFF2-40B4-BE49-F238E27FC236}">
                <a16:creationId xmlns:a16="http://schemas.microsoft.com/office/drawing/2014/main" id="{FADAE40C-F305-C34D-8E25-E45DED486644}"/>
              </a:ext>
            </a:extLst>
          </p:cNvPr>
          <p:cNvSpPr>
            <a:spLocks noChangeShapeType="1"/>
          </p:cNvSpPr>
          <p:nvPr/>
        </p:nvSpPr>
        <p:spPr bwMode="auto">
          <a:xfrm>
            <a:off x="6443663" y="3644900"/>
            <a:ext cx="2159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4" name="Rectangle 81">
            <a:extLst>
              <a:ext uri="{FF2B5EF4-FFF2-40B4-BE49-F238E27FC236}">
                <a16:creationId xmlns:a16="http://schemas.microsoft.com/office/drawing/2014/main" id="{3A71D159-14B0-2645-8ECA-E9CB924CCF49}"/>
              </a:ext>
            </a:extLst>
          </p:cNvPr>
          <p:cNvSpPr>
            <a:spLocks noChangeArrowheads="1"/>
          </p:cNvSpPr>
          <p:nvPr/>
        </p:nvSpPr>
        <p:spPr bwMode="auto">
          <a:xfrm>
            <a:off x="6659563" y="3502025"/>
            <a:ext cx="288925" cy="287338"/>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pic>
        <p:nvPicPr>
          <p:cNvPr id="75" name="Picture 82" descr="MCPE01561_0000[1]">
            <a:extLst>
              <a:ext uri="{FF2B5EF4-FFF2-40B4-BE49-F238E27FC236}">
                <a16:creationId xmlns:a16="http://schemas.microsoft.com/office/drawing/2014/main" id="{D71F8429-E1BB-994D-96C6-03D439B529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9700" y="3573463"/>
            <a:ext cx="1427163" cy="94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 name="Picture 83" descr="MCPE01561_0000[1]">
            <a:extLst>
              <a:ext uri="{FF2B5EF4-FFF2-40B4-BE49-F238E27FC236}">
                <a16:creationId xmlns:a16="http://schemas.microsoft.com/office/drawing/2014/main" id="{018CBAA9-715F-B148-8879-C1B92A514D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5600" y="2276475"/>
            <a:ext cx="1066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 name="Picture 84" descr="MCPE01561_0000[1]">
            <a:extLst>
              <a:ext uri="{FF2B5EF4-FFF2-40B4-BE49-F238E27FC236}">
                <a16:creationId xmlns:a16="http://schemas.microsoft.com/office/drawing/2014/main" id="{F252B9FF-F846-9349-A5E1-2BE8B7B98C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7038" y="1196975"/>
            <a:ext cx="92392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 name="Text Box 85">
            <a:extLst>
              <a:ext uri="{FF2B5EF4-FFF2-40B4-BE49-F238E27FC236}">
                <a16:creationId xmlns:a16="http://schemas.microsoft.com/office/drawing/2014/main" id="{939FC549-19F8-F541-B7CE-24D75C3E8A23}"/>
              </a:ext>
            </a:extLst>
          </p:cNvPr>
          <p:cNvSpPr txBox="1">
            <a:spLocks noChangeArrowheads="1"/>
          </p:cNvSpPr>
          <p:nvPr/>
        </p:nvSpPr>
        <p:spPr bwMode="auto">
          <a:xfrm>
            <a:off x="973138" y="1557338"/>
            <a:ext cx="3240087"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2400" b="1">
                <a:solidFill>
                  <a:schemeClr val="tx2"/>
                </a:solidFill>
              </a:rPr>
              <a:t>MODELO DE REFERÊNCIA PARA O PDP</a:t>
            </a:r>
          </a:p>
        </p:txBody>
      </p:sp>
      <p:sp>
        <p:nvSpPr>
          <p:cNvPr id="79" name="Text Box 90">
            <a:extLst>
              <a:ext uri="{FF2B5EF4-FFF2-40B4-BE49-F238E27FC236}">
                <a16:creationId xmlns:a16="http://schemas.microsoft.com/office/drawing/2014/main" id="{EA398BC7-F7BB-D046-8DAC-1E007CEEF567}"/>
              </a:ext>
            </a:extLst>
          </p:cNvPr>
          <p:cNvSpPr txBox="1">
            <a:spLocks noChangeArrowheads="1"/>
          </p:cNvSpPr>
          <p:nvPr/>
        </p:nvSpPr>
        <p:spPr bwMode="auto">
          <a:xfrm>
            <a:off x="1403350" y="3500438"/>
            <a:ext cx="2449513" cy="64135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b="1">
                <a:solidFill>
                  <a:schemeClr val="tx2"/>
                </a:solidFill>
              </a:rPr>
              <a:t>MELHORES PRÁTICAS</a:t>
            </a:r>
          </a:p>
        </p:txBody>
      </p:sp>
      <p:sp>
        <p:nvSpPr>
          <p:cNvPr id="80" name="Text Box 91">
            <a:extLst>
              <a:ext uri="{FF2B5EF4-FFF2-40B4-BE49-F238E27FC236}">
                <a16:creationId xmlns:a16="http://schemas.microsoft.com/office/drawing/2014/main" id="{6ABB621A-4E96-3C4F-B7A3-75106DFCACC6}"/>
              </a:ext>
            </a:extLst>
          </p:cNvPr>
          <p:cNvSpPr txBox="1">
            <a:spLocks noChangeArrowheads="1"/>
          </p:cNvSpPr>
          <p:nvPr/>
        </p:nvSpPr>
        <p:spPr bwMode="auto">
          <a:xfrm>
            <a:off x="1547813" y="4797425"/>
            <a:ext cx="2160587" cy="366713"/>
          </a:xfrm>
          <a:prstGeom prst="rect">
            <a:avLst/>
          </a:prstGeom>
          <a:noFill/>
          <a:ln w="9525">
            <a:noFill/>
            <a:miter lim="800000"/>
            <a:headEnd/>
            <a:tailEnd/>
          </a:ln>
          <a:effectLst/>
        </p:spPr>
        <p:txBody>
          <a:bodyPr>
            <a:spAutoFit/>
          </a:bodyPr>
          <a:lstStyle/>
          <a:p>
            <a:pPr algn="ctr">
              <a:spcBef>
                <a:spcPct val="50000"/>
              </a:spcBef>
              <a:defRPr/>
            </a:pPr>
            <a:r>
              <a:rPr lang="pt-BR" b="1" dirty="0">
                <a:solidFill>
                  <a:srgbClr val="002060"/>
                </a:solidFill>
                <a:effectLst>
                  <a:outerShdw blurRad="38100" dist="38100" dir="2700000" algn="tl">
                    <a:srgbClr val="C0C0C0"/>
                  </a:outerShdw>
                </a:effectLst>
                <a:latin typeface="Arial" charset="0"/>
              </a:rPr>
              <a:t>Como Fazer</a:t>
            </a:r>
          </a:p>
        </p:txBody>
      </p:sp>
      <p:sp>
        <p:nvSpPr>
          <p:cNvPr id="81" name="AutoShape 92">
            <a:extLst>
              <a:ext uri="{FF2B5EF4-FFF2-40B4-BE49-F238E27FC236}">
                <a16:creationId xmlns:a16="http://schemas.microsoft.com/office/drawing/2014/main" id="{19AC1DA1-CD14-8E4D-A81B-04788D2A9A1B}"/>
              </a:ext>
            </a:extLst>
          </p:cNvPr>
          <p:cNvSpPr>
            <a:spLocks noChangeArrowheads="1"/>
          </p:cNvSpPr>
          <p:nvPr/>
        </p:nvSpPr>
        <p:spPr bwMode="auto">
          <a:xfrm>
            <a:off x="2413000" y="4294188"/>
            <a:ext cx="576263" cy="360362"/>
          </a:xfrm>
          <a:prstGeom prst="down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82" name="AutoShape 93">
            <a:extLst>
              <a:ext uri="{FF2B5EF4-FFF2-40B4-BE49-F238E27FC236}">
                <a16:creationId xmlns:a16="http://schemas.microsoft.com/office/drawing/2014/main" id="{88A0695C-92A1-C643-AB6A-94A9D5B792CC}"/>
              </a:ext>
            </a:extLst>
          </p:cNvPr>
          <p:cNvSpPr>
            <a:spLocks noChangeArrowheads="1"/>
          </p:cNvSpPr>
          <p:nvPr/>
        </p:nvSpPr>
        <p:spPr bwMode="auto">
          <a:xfrm>
            <a:off x="2339975" y="2854325"/>
            <a:ext cx="576263" cy="360363"/>
          </a:xfrm>
          <a:prstGeom prst="down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Tree>
    <p:extLst>
      <p:ext uri="{BB962C8B-B14F-4D97-AF65-F5344CB8AC3E}">
        <p14:creationId xmlns:p14="http://schemas.microsoft.com/office/powerpoint/2010/main" val="1284803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Vídeo 3">
            <a:extLst>
              <a:ext uri="{FF2B5EF4-FFF2-40B4-BE49-F238E27FC236}">
                <a16:creationId xmlns:a16="http://schemas.microsoft.com/office/drawing/2014/main" id="{92416248-7EAA-49E2-9FF9-AE0E05E734AB}"/>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t="284" r="1" b="1"/>
          <a:stretch/>
        </p:blipFill>
        <p:spPr>
          <a:xfrm>
            <a:off x="-3047" y="10"/>
            <a:ext cx="12191999" cy="6857990"/>
          </a:xfrm>
          <a:prstGeom prst="rect">
            <a:avLst/>
          </a:prstGeom>
        </p:spPr>
      </p:pic>
      <p:sp>
        <p:nvSpPr>
          <p:cNvPr id="10" name="Rectangle 9">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D92CF1E-9CA3-E442-AA32-F6C2F16EE41E}"/>
              </a:ext>
            </a:extLst>
          </p:cNvPr>
          <p:cNvSpPr>
            <a:spLocks noGrp="1"/>
          </p:cNvSpPr>
          <p:nvPr>
            <p:ph type="title"/>
          </p:nvPr>
        </p:nvSpPr>
        <p:spPr>
          <a:xfrm>
            <a:off x="1097280" y="325550"/>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defTabSz="914400"/>
            <a:r>
              <a:rPr lang="en-US" sz="5200">
                <a:solidFill>
                  <a:srgbClr val="FFFFFF"/>
                </a:solidFill>
                <a:latin typeface="+mj-lt"/>
              </a:rPr>
              <a:t>MODELOS DE REFERENCIA</a:t>
            </a:r>
          </a:p>
        </p:txBody>
      </p:sp>
    </p:spTree>
    <p:extLst>
      <p:ext uri="{BB962C8B-B14F-4D97-AF65-F5344CB8AC3E}">
        <p14:creationId xmlns:p14="http://schemas.microsoft.com/office/powerpoint/2010/main" val="1691753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96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5BD48-762C-2393-1CDE-88D89A6EF578}"/>
            </a:ext>
          </a:extLst>
        </p:cNvPr>
        <p:cNvGrpSpPr/>
        <p:nvPr/>
      </p:nvGrpSpPr>
      <p:grpSpPr>
        <a:xfrm>
          <a:off x="0" y="0"/>
          <a:ext cx="0" cy="0"/>
          <a:chOff x="0" y="0"/>
          <a:chExt cx="0" cy="0"/>
        </a:xfrm>
      </p:grpSpPr>
      <p:sp>
        <p:nvSpPr>
          <p:cNvPr id="9" name="Rectangle 2">
            <a:extLst>
              <a:ext uri="{FF2B5EF4-FFF2-40B4-BE49-F238E27FC236}">
                <a16:creationId xmlns:a16="http://schemas.microsoft.com/office/drawing/2014/main" id="{1EE07E0C-C681-A33D-2805-7512B7DFFCE5}"/>
              </a:ext>
            </a:extLst>
          </p:cNvPr>
          <p:cNvSpPr txBox="1">
            <a:spLocks noChangeArrowheads="1"/>
          </p:cNvSpPr>
          <p:nvPr/>
        </p:nvSpPr>
        <p:spPr>
          <a:xfrm>
            <a:off x="4473810" y="88106"/>
            <a:ext cx="7388225" cy="706438"/>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a:lstStyle>
          <a:p>
            <a:r>
              <a:rPr lang="pt-BR" altLang="pt-BR" sz="3200" b="1" dirty="0">
                <a:solidFill>
                  <a:srgbClr val="002060"/>
                </a:solidFill>
              </a:rPr>
              <a:t>Modelo </a:t>
            </a:r>
            <a:r>
              <a:rPr lang="pt-BR" altLang="pt-BR" sz="3200" b="1">
                <a:solidFill>
                  <a:srgbClr val="002060"/>
                </a:solidFill>
              </a:rPr>
              <a:t>de referência</a:t>
            </a:r>
            <a:endParaRPr lang="pt-BR" altLang="pt-BR" sz="3200" b="1" dirty="0">
              <a:solidFill>
                <a:srgbClr val="002060"/>
              </a:solidFill>
            </a:endParaRPr>
          </a:p>
        </p:txBody>
      </p:sp>
      <p:sp>
        <p:nvSpPr>
          <p:cNvPr id="10" name="Oval 82">
            <a:extLst>
              <a:ext uri="{FF2B5EF4-FFF2-40B4-BE49-F238E27FC236}">
                <a16:creationId xmlns:a16="http://schemas.microsoft.com/office/drawing/2014/main" id="{4ADA0AAC-F132-BC2B-483F-C81D309BF5FE}"/>
              </a:ext>
            </a:extLst>
          </p:cNvPr>
          <p:cNvSpPr>
            <a:spLocks noChangeArrowheads="1"/>
          </p:cNvSpPr>
          <p:nvPr/>
        </p:nvSpPr>
        <p:spPr bwMode="auto">
          <a:xfrm>
            <a:off x="3013024" y="719528"/>
            <a:ext cx="6572536" cy="5116332"/>
          </a:xfrm>
          <a:prstGeom prst="ellipse">
            <a:avLst/>
          </a:prstGeom>
          <a:solidFill>
            <a:srgbClr val="FFFF99">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r>
              <a:rPr lang="pt-BR" altLang="pt-BR" sz="2800" dirty="0">
                <a:solidFill>
                  <a:srgbClr val="000000"/>
                </a:solidFill>
              </a:rPr>
              <a:t>Modelo</a:t>
            </a:r>
          </a:p>
          <a:p>
            <a:r>
              <a:rPr lang="pt-BR" altLang="pt-BR" sz="2800" dirty="0">
                <a:solidFill>
                  <a:srgbClr val="000000"/>
                </a:solidFill>
              </a:rPr>
              <a:t>de</a:t>
            </a:r>
          </a:p>
          <a:p>
            <a:r>
              <a:rPr lang="pt-BR" altLang="pt-BR" sz="2800" dirty="0">
                <a:solidFill>
                  <a:srgbClr val="000000"/>
                </a:solidFill>
              </a:rPr>
              <a:t>Referência</a:t>
            </a:r>
          </a:p>
        </p:txBody>
      </p:sp>
      <p:sp>
        <p:nvSpPr>
          <p:cNvPr id="11" name="Rectangle 83">
            <a:extLst>
              <a:ext uri="{FF2B5EF4-FFF2-40B4-BE49-F238E27FC236}">
                <a16:creationId xmlns:a16="http://schemas.microsoft.com/office/drawing/2014/main" id="{2BFEA997-80F5-31B1-43F8-BFF07CF8F095}"/>
              </a:ext>
            </a:extLst>
          </p:cNvPr>
          <p:cNvSpPr>
            <a:spLocks noChangeArrowheads="1"/>
          </p:cNvSpPr>
          <p:nvPr/>
        </p:nvSpPr>
        <p:spPr bwMode="auto">
          <a:xfrm>
            <a:off x="1586149" y="5839557"/>
            <a:ext cx="9144000" cy="890588"/>
          </a:xfrm>
          <a:prstGeom prst="rect">
            <a:avLst/>
          </a:prstGeom>
          <a:solidFill>
            <a:schemeClr val="bg2"/>
          </a:solidFill>
          <a:ln w="9525">
            <a:solidFill>
              <a:schemeClr val="tx1"/>
            </a:solidFill>
            <a:miter lim="800000"/>
            <a:headEnd/>
            <a:tailEnd/>
          </a:ln>
        </p:spPr>
        <p:txBody>
          <a:bodyPr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eaLnBrk="1" hangingPunct="1"/>
            <a:r>
              <a:rPr lang="pt-BR" altLang="pt-BR" sz="2000">
                <a:solidFill>
                  <a:srgbClr val="0000CC"/>
                </a:solidFill>
              </a:rPr>
              <a:t>Modelos de Referência descrevem o processo de negócio e servem de referência para toda organização sobre o seu funcionamento.  </a:t>
            </a:r>
          </a:p>
        </p:txBody>
      </p:sp>
      <p:grpSp>
        <p:nvGrpSpPr>
          <p:cNvPr id="12" name="Group 3">
            <a:extLst>
              <a:ext uri="{FF2B5EF4-FFF2-40B4-BE49-F238E27FC236}">
                <a16:creationId xmlns:a16="http://schemas.microsoft.com/office/drawing/2014/main" id="{1F510C95-52F8-BAEC-5962-40038516855F}"/>
              </a:ext>
            </a:extLst>
          </p:cNvPr>
          <p:cNvGrpSpPr>
            <a:grpSpLocks/>
          </p:cNvGrpSpPr>
          <p:nvPr/>
        </p:nvGrpSpPr>
        <p:grpSpPr bwMode="auto">
          <a:xfrm>
            <a:off x="2179874" y="1143080"/>
            <a:ext cx="7956550" cy="4692780"/>
            <a:chOff x="63" y="768"/>
            <a:chExt cx="5585" cy="3201"/>
          </a:xfrm>
        </p:grpSpPr>
        <p:grpSp>
          <p:nvGrpSpPr>
            <p:cNvPr id="13" name="Group 4">
              <a:extLst>
                <a:ext uri="{FF2B5EF4-FFF2-40B4-BE49-F238E27FC236}">
                  <a16:creationId xmlns:a16="http://schemas.microsoft.com/office/drawing/2014/main" id="{C02105CD-E296-78E9-2996-6BAE3FCD6338}"/>
                </a:ext>
              </a:extLst>
            </p:cNvPr>
            <p:cNvGrpSpPr>
              <a:grpSpLocks/>
            </p:cNvGrpSpPr>
            <p:nvPr/>
          </p:nvGrpSpPr>
          <p:grpSpPr bwMode="auto">
            <a:xfrm>
              <a:off x="1551" y="1248"/>
              <a:ext cx="2544" cy="1584"/>
              <a:chOff x="1632" y="787"/>
              <a:chExt cx="2544" cy="1584"/>
            </a:xfrm>
          </p:grpSpPr>
          <p:grpSp>
            <p:nvGrpSpPr>
              <p:cNvPr id="40" name="Group 5">
                <a:extLst>
                  <a:ext uri="{FF2B5EF4-FFF2-40B4-BE49-F238E27FC236}">
                    <a16:creationId xmlns:a16="http://schemas.microsoft.com/office/drawing/2014/main" id="{5A4AAFCD-FB87-B645-1CCA-B0772DE5F9EE}"/>
                  </a:ext>
                </a:extLst>
              </p:cNvPr>
              <p:cNvGrpSpPr>
                <a:grpSpLocks/>
              </p:cNvGrpSpPr>
              <p:nvPr/>
            </p:nvGrpSpPr>
            <p:grpSpPr bwMode="auto">
              <a:xfrm>
                <a:off x="1632" y="787"/>
                <a:ext cx="2544" cy="1584"/>
                <a:chOff x="1632" y="787"/>
                <a:chExt cx="2544" cy="1584"/>
              </a:xfrm>
            </p:grpSpPr>
            <p:grpSp>
              <p:nvGrpSpPr>
                <p:cNvPr id="69" name="Group 6">
                  <a:extLst>
                    <a:ext uri="{FF2B5EF4-FFF2-40B4-BE49-F238E27FC236}">
                      <a16:creationId xmlns:a16="http://schemas.microsoft.com/office/drawing/2014/main" id="{D3A0882C-BF6D-80E2-BBF5-9F550C2AB9BF}"/>
                    </a:ext>
                  </a:extLst>
                </p:cNvPr>
                <p:cNvGrpSpPr>
                  <a:grpSpLocks/>
                </p:cNvGrpSpPr>
                <p:nvPr/>
              </p:nvGrpSpPr>
              <p:grpSpPr bwMode="auto">
                <a:xfrm>
                  <a:off x="1632" y="787"/>
                  <a:ext cx="2544" cy="1584"/>
                  <a:chOff x="1632" y="787"/>
                  <a:chExt cx="2544" cy="1584"/>
                </a:xfrm>
              </p:grpSpPr>
              <p:grpSp>
                <p:nvGrpSpPr>
                  <p:cNvPr id="76" name="Group 7">
                    <a:extLst>
                      <a:ext uri="{FF2B5EF4-FFF2-40B4-BE49-F238E27FC236}">
                        <a16:creationId xmlns:a16="http://schemas.microsoft.com/office/drawing/2014/main" id="{60DD410B-2F90-9A6B-28DF-26D0960BCF6E}"/>
                      </a:ext>
                    </a:extLst>
                  </p:cNvPr>
                  <p:cNvGrpSpPr>
                    <a:grpSpLocks/>
                  </p:cNvGrpSpPr>
                  <p:nvPr/>
                </p:nvGrpSpPr>
                <p:grpSpPr bwMode="auto">
                  <a:xfrm>
                    <a:off x="1632" y="787"/>
                    <a:ext cx="2544" cy="1584"/>
                    <a:chOff x="1632" y="787"/>
                    <a:chExt cx="2544" cy="1584"/>
                  </a:xfrm>
                </p:grpSpPr>
                <p:sp>
                  <p:nvSpPr>
                    <p:cNvPr id="78" name="Rectangle 8">
                      <a:extLst>
                        <a:ext uri="{FF2B5EF4-FFF2-40B4-BE49-F238E27FC236}">
                          <a16:creationId xmlns:a16="http://schemas.microsoft.com/office/drawing/2014/main" id="{42C6EF7E-8B22-79A6-2328-34305C42B1F6}"/>
                        </a:ext>
                      </a:extLst>
                    </p:cNvPr>
                    <p:cNvSpPr>
                      <a:spLocks noChangeArrowheads="1"/>
                    </p:cNvSpPr>
                    <p:nvPr/>
                  </p:nvSpPr>
                  <p:spPr bwMode="auto">
                    <a:xfrm>
                      <a:off x="1632" y="787"/>
                      <a:ext cx="2544" cy="1584"/>
                    </a:xfrm>
                    <a:prstGeom prst="rect">
                      <a:avLst/>
                    </a:prstGeom>
                    <a:solidFill>
                      <a:srgbClr val="FFC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t"/>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1" hangingPunct="1"/>
                      <a:endParaRPr lang="pt-BR" altLang="pt-BR"/>
                    </a:p>
                  </p:txBody>
                </p:sp>
                <p:grpSp>
                  <p:nvGrpSpPr>
                    <p:cNvPr id="79" name="Group 9">
                      <a:extLst>
                        <a:ext uri="{FF2B5EF4-FFF2-40B4-BE49-F238E27FC236}">
                          <a16:creationId xmlns:a16="http://schemas.microsoft.com/office/drawing/2014/main" id="{F5A01CE2-77D8-3E50-899B-74AAC5DD7819}"/>
                        </a:ext>
                      </a:extLst>
                    </p:cNvPr>
                    <p:cNvGrpSpPr>
                      <a:grpSpLocks/>
                    </p:cNvGrpSpPr>
                    <p:nvPr/>
                  </p:nvGrpSpPr>
                  <p:grpSpPr bwMode="auto">
                    <a:xfrm>
                      <a:off x="1936" y="1182"/>
                      <a:ext cx="1911" cy="1030"/>
                      <a:chOff x="1936" y="1182"/>
                      <a:chExt cx="1911" cy="1030"/>
                    </a:xfrm>
                  </p:grpSpPr>
                  <p:grpSp>
                    <p:nvGrpSpPr>
                      <p:cNvPr id="80" name="Group 10">
                        <a:extLst>
                          <a:ext uri="{FF2B5EF4-FFF2-40B4-BE49-F238E27FC236}">
                            <a16:creationId xmlns:a16="http://schemas.microsoft.com/office/drawing/2014/main" id="{FAEBB865-DE3D-2286-1098-9B22C17A0AD6}"/>
                          </a:ext>
                        </a:extLst>
                      </p:cNvPr>
                      <p:cNvGrpSpPr>
                        <a:grpSpLocks/>
                      </p:cNvGrpSpPr>
                      <p:nvPr/>
                    </p:nvGrpSpPr>
                    <p:grpSpPr bwMode="auto">
                      <a:xfrm>
                        <a:off x="1936" y="1516"/>
                        <a:ext cx="1540" cy="696"/>
                        <a:chOff x="1936" y="1516"/>
                        <a:chExt cx="1540" cy="696"/>
                      </a:xfrm>
                    </p:grpSpPr>
                    <p:sp>
                      <p:nvSpPr>
                        <p:cNvPr id="82" name="Freeform 11">
                          <a:extLst>
                            <a:ext uri="{FF2B5EF4-FFF2-40B4-BE49-F238E27FC236}">
                              <a16:creationId xmlns:a16="http://schemas.microsoft.com/office/drawing/2014/main" id="{785BB087-962B-4733-0C58-3ED88D290D30}"/>
                            </a:ext>
                          </a:extLst>
                        </p:cNvPr>
                        <p:cNvSpPr>
                          <a:spLocks/>
                        </p:cNvSpPr>
                        <p:nvPr/>
                      </p:nvSpPr>
                      <p:spPr bwMode="auto">
                        <a:xfrm>
                          <a:off x="2079" y="1836"/>
                          <a:ext cx="1397" cy="376"/>
                        </a:xfrm>
                        <a:custGeom>
                          <a:avLst/>
                          <a:gdLst>
                            <a:gd name="T0" fmla="*/ 0 w 1397"/>
                            <a:gd name="T1" fmla="*/ 282 h 376"/>
                            <a:gd name="T2" fmla="*/ 46 w 1397"/>
                            <a:gd name="T3" fmla="*/ 268 h 376"/>
                            <a:gd name="T4" fmla="*/ 81 w 1397"/>
                            <a:gd name="T5" fmla="*/ 242 h 376"/>
                            <a:gd name="T6" fmla="*/ 139 w 1397"/>
                            <a:gd name="T7" fmla="*/ 228 h 376"/>
                            <a:gd name="T8" fmla="*/ 185 w 1397"/>
                            <a:gd name="T9" fmla="*/ 223 h 376"/>
                            <a:gd name="T10" fmla="*/ 242 w 1397"/>
                            <a:gd name="T11" fmla="*/ 223 h 376"/>
                            <a:gd name="T12" fmla="*/ 304 w 1397"/>
                            <a:gd name="T13" fmla="*/ 231 h 376"/>
                            <a:gd name="T14" fmla="*/ 377 w 1397"/>
                            <a:gd name="T15" fmla="*/ 231 h 376"/>
                            <a:gd name="T16" fmla="*/ 476 w 1397"/>
                            <a:gd name="T17" fmla="*/ 237 h 376"/>
                            <a:gd name="T18" fmla="*/ 555 w 1397"/>
                            <a:gd name="T19" fmla="*/ 234 h 376"/>
                            <a:gd name="T20" fmla="*/ 650 w 1397"/>
                            <a:gd name="T21" fmla="*/ 217 h 376"/>
                            <a:gd name="T22" fmla="*/ 751 w 1397"/>
                            <a:gd name="T23" fmla="*/ 192 h 376"/>
                            <a:gd name="T24" fmla="*/ 863 w 1397"/>
                            <a:gd name="T25" fmla="*/ 155 h 376"/>
                            <a:gd name="T26" fmla="*/ 984 w 1397"/>
                            <a:gd name="T27" fmla="*/ 116 h 376"/>
                            <a:gd name="T28" fmla="*/ 1119 w 1397"/>
                            <a:gd name="T29" fmla="*/ 73 h 376"/>
                            <a:gd name="T30" fmla="*/ 1231 w 1397"/>
                            <a:gd name="T31" fmla="*/ 40 h 376"/>
                            <a:gd name="T32" fmla="*/ 1341 w 1397"/>
                            <a:gd name="T33" fmla="*/ 14 h 376"/>
                            <a:gd name="T34" fmla="*/ 1396 w 1397"/>
                            <a:gd name="T35" fmla="*/ 0 h 376"/>
                            <a:gd name="T36" fmla="*/ 1361 w 1397"/>
                            <a:gd name="T37" fmla="*/ 17 h 376"/>
                            <a:gd name="T38" fmla="*/ 1352 w 1397"/>
                            <a:gd name="T39" fmla="*/ 32 h 376"/>
                            <a:gd name="T40" fmla="*/ 1356 w 1397"/>
                            <a:gd name="T41" fmla="*/ 43 h 376"/>
                            <a:gd name="T42" fmla="*/ 1310 w 1397"/>
                            <a:gd name="T43" fmla="*/ 62 h 376"/>
                            <a:gd name="T44" fmla="*/ 1284 w 1397"/>
                            <a:gd name="T45" fmla="*/ 71 h 376"/>
                            <a:gd name="T46" fmla="*/ 1231 w 1397"/>
                            <a:gd name="T47" fmla="*/ 82 h 376"/>
                            <a:gd name="T48" fmla="*/ 1171 w 1397"/>
                            <a:gd name="T49" fmla="*/ 95 h 376"/>
                            <a:gd name="T50" fmla="*/ 1132 w 1397"/>
                            <a:gd name="T51" fmla="*/ 113 h 376"/>
                            <a:gd name="T52" fmla="*/ 1123 w 1397"/>
                            <a:gd name="T53" fmla="*/ 122 h 376"/>
                            <a:gd name="T54" fmla="*/ 1123 w 1397"/>
                            <a:gd name="T55" fmla="*/ 133 h 376"/>
                            <a:gd name="T56" fmla="*/ 1136 w 1397"/>
                            <a:gd name="T57" fmla="*/ 141 h 376"/>
                            <a:gd name="T58" fmla="*/ 1127 w 1397"/>
                            <a:gd name="T59" fmla="*/ 149 h 376"/>
                            <a:gd name="T60" fmla="*/ 1101 w 1397"/>
                            <a:gd name="T61" fmla="*/ 152 h 376"/>
                            <a:gd name="T62" fmla="*/ 1055 w 1397"/>
                            <a:gd name="T63" fmla="*/ 158 h 376"/>
                            <a:gd name="T64" fmla="*/ 984 w 1397"/>
                            <a:gd name="T65" fmla="*/ 169 h 376"/>
                            <a:gd name="T66" fmla="*/ 907 w 1397"/>
                            <a:gd name="T67" fmla="*/ 190 h 376"/>
                            <a:gd name="T68" fmla="*/ 801 w 1397"/>
                            <a:gd name="T69" fmla="*/ 217 h 376"/>
                            <a:gd name="T70" fmla="*/ 724 w 1397"/>
                            <a:gd name="T71" fmla="*/ 231 h 376"/>
                            <a:gd name="T72" fmla="*/ 650 w 1397"/>
                            <a:gd name="T73" fmla="*/ 242 h 376"/>
                            <a:gd name="T74" fmla="*/ 595 w 1397"/>
                            <a:gd name="T75" fmla="*/ 256 h 376"/>
                            <a:gd name="T76" fmla="*/ 564 w 1397"/>
                            <a:gd name="T77" fmla="*/ 266 h 376"/>
                            <a:gd name="T78" fmla="*/ 451 w 1397"/>
                            <a:gd name="T79" fmla="*/ 266 h 376"/>
                            <a:gd name="T80" fmla="*/ 399 w 1397"/>
                            <a:gd name="T81" fmla="*/ 266 h 376"/>
                            <a:gd name="T82" fmla="*/ 350 w 1397"/>
                            <a:gd name="T83" fmla="*/ 268 h 376"/>
                            <a:gd name="T84" fmla="*/ 308 w 1397"/>
                            <a:gd name="T85" fmla="*/ 282 h 376"/>
                            <a:gd name="T86" fmla="*/ 251 w 1397"/>
                            <a:gd name="T87" fmla="*/ 304 h 376"/>
                            <a:gd name="T88" fmla="*/ 211 w 1397"/>
                            <a:gd name="T89" fmla="*/ 329 h 376"/>
                            <a:gd name="T90" fmla="*/ 183 w 1397"/>
                            <a:gd name="T91" fmla="*/ 347 h 376"/>
                            <a:gd name="T92" fmla="*/ 143 w 1397"/>
                            <a:gd name="T93" fmla="*/ 375 h 376"/>
                            <a:gd name="T94" fmla="*/ 165 w 1397"/>
                            <a:gd name="T95" fmla="*/ 343 h 376"/>
                            <a:gd name="T96" fmla="*/ 183 w 1397"/>
                            <a:gd name="T97" fmla="*/ 327 h 376"/>
                            <a:gd name="T98" fmla="*/ 189 w 1397"/>
                            <a:gd name="T99" fmla="*/ 307 h 376"/>
                            <a:gd name="T100" fmla="*/ 189 w 1397"/>
                            <a:gd name="T101" fmla="*/ 291 h 376"/>
                            <a:gd name="T102" fmla="*/ 178 w 1397"/>
                            <a:gd name="T103" fmla="*/ 277 h 376"/>
                            <a:gd name="T104" fmla="*/ 143 w 1397"/>
                            <a:gd name="T105" fmla="*/ 268 h 376"/>
                            <a:gd name="T106" fmla="*/ 103 w 1397"/>
                            <a:gd name="T107" fmla="*/ 263 h 376"/>
                            <a:gd name="T108" fmla="*/ 77 w 1397"/>
                            <a:gd name="T109" fmla="*/ 266 h 376"/>
                            <a:gd name="T110" fmla="*/ 55 w 1397"/>
                            <a:gd name="T111" fmla="*/ 274 h 376"/>
                            <a:gd name="T112" fmla="*/ 0 w 1397"/>
                            <a:gd name="T113" fmla="*/ 282 h 37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397"/>
                            <a:gd name="T172" fmla="*/ 0 h 376"/>
                            <a:gd name="T173" fmla="*/ 1397 w 1397"/>
                            <a:gd name="T174" fmla="*/ 376 h 37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397" h="376">
                              <a:moveTo>
                                <a:pt x="0" y="282"/>
                              </a:moveTo>
                              <a:lnTo>
                                <a:pt x="46" y="268"/>
                              </a:lnTo>
                              <a:lnTo>
                                <a:pt x="81" y="242"/>
                              </a:lnTo>
                              <a:lnTo>
                                <a:pt x="139" y="228"/>
                              </a:lnTo>
                              <a:lnTo>
                                <a:pt x="185" y="223"/>
                              </a:lnTo>
                              <a:lnTo>
                                <a:pt x="242" y="223"/>
                              </a:lnTo>
                              <a:lnTo>
                                <a:pt x="304" y="231"/>
                              </a:lnTo>
                              <a:lnTo>
                                <a:pt x="377" y="231"/>
                              </a:lnTo>
                              <a:lnTo>
                                <a:pt x="476" y="237"/>
                              </a:lnTo>
                              <a:lnTo>
                                <a:pt x="555" y="234"/>
                              </a:lnTo>
                              <a:lnTo>
                                <a:pt x="650" y="217"/>
                              </a:lnTo>
                              <a:lnTo>
                                <a:pt x="751" y="192"/>
                              </a:lnTo>
                              <a:lnTo>
                                <a:pt x="863" y="155"/>
                              </a:lnTo>
                              <a:lnTo>
                                <a:pt x="984" y="116"/>
                              </a:lnTo>
                              <a:lnTo>
                                <a:pt x="1119" y="73"/>
                              </a:lnTo>
                              <a:lnTo>
                                <a:pt x="1231" y="40"/>
                              </a:lnTo>
                              <a:lnTo>
                                <a:pt x="1341" y="14"/>
                              </a:lnTo>
                              <a:lnTo>
                                <a:pt x="1396" y="0"/>
                              </a:lnTo>
                              <a:lnTo>
                                <a:pt x="1361" y="17"/>
                              </a:lnTo>
                              <a:lnTo>
                                <a:pt x="1352" y="32"/>
                              </a:lnTo>
                              <a:lnTo>
                                <a:pt x="1356" y="43"/>
                              </a:lnTo>
                              <a:lnTo>
                                <a:pt x="1310" y="62"/>
                              </a:lnTo>
                              <a:lnTo>
                                <a:pt x="1284" y="71"/>
                              </a:lnTo>
                              <a:lnTo>
                                <a:pt x="1231" y="82"/>
                              </a:lnTo>
                              <a:lnTo>
                                <a:pt x="1171" y="95"/>
                              </a:lnTo>
                              <a:lnTo>
                                <a:pt x="1132" y="113"/>
                              </a:lnTo>
                              <a:lnTo>
                                <a:pt x="1123" y="122"/>
                              </a:lnTo>
                              <a:lnTo>
                                <a:pt x="1123" y="133"/>
                              </a:lnTo>
                              <a:lnTo>
                                <a:pt x="1136" y="141"/>
                              </a:lnTo>
                              <a:lnTo>
                                <a:pt x="1127" y="149"/>
                              </a:lnTo>
                              <a:lnTo>
                                <a:pt x="1101" y="152"/>
                              </a:lnTo>
                              <a:lnTo>
                                <a:pt x="1055" y="158"/>
                              </a:lnTo>
                              <a:lnTo>
                                <a:pt x="984" y="169"/>
                              </a:lnTo>
                              <a:lnTo>
                                <a:pt x="907" y="190"/>
                              </a:lnTo>
                              <a:lnTo>
                                <a:pt x="801" y="217"/>
                              </a:lnTo>
                              <a:lnTo>
                                <a:pt x="724" y="231"/>
                              </a:lnTo>
                              <a:lnTo>
                                <a:pt x="650" y="242"/>
                              </a:lnTo>
                              <a:lnTo>
                                <a:pt x="595" y="256"/>
                              </a:lnTo>
                              <a:lnTo>
                                <a:pt x="564" y="266"/>
                              </a:lnTo>
                              <a:lnTo>
                                <a:pt x="451" y="266"/>
                              </a:lnTo>
                              <a:lnTo>
                                <a:pt x="399" y="266"/>
                              </a:lnTo>
                              <a:lnTo>
                                <a:pt x="350" y="268"/>
                              </a:lnTo>
                              <a:lnTo>
                                <a:pt x="308" y="282"/>
                              </a:lnTo>
                              <a:lnTo>
                                <a:pt x="251" y="304"/>
                              </a:lnTo>
                              <a:lnTo>
                                <a:pt x="211" y="329"/>
                              </a:lnTo>
                              <a:lnTo>
                                <a:pt x="183" y="347"/>
                              </a:lnTo>
                              <a:lnTo>
                                <a:pt x="143" y="375"/>
                              </a:lnTo>
                              <a:lnTo>
                                <a:pt x="165" y="343"/>
                              </a:lnTo>
                              <a:lnTo>
                                <a:pt x="183" y="327"/>
                              </a:lnTo>
                              <a:lnTo>
                                <a:pt x="189" y="307"/>
                              </a:lnTo>
                              <a:lnTo>
                                <a:pt x="189" y="291"/>
                              </a:lnTo>
                              <a:lnTo>
                                <a:pt x="178" y="277"/>
                              </a:lnTo>
                              <a:lnTo>
                                <a:pt x="143" y="268"/>
                              </a:lnTo>
                              <a:lnTo>
                                <a:pt x="103" y="263"/>
                              </a:lnTo>
                              <a:lnTo>
                                <a:pt x="77" y="266"/>
                              </a:lnTo>
                              <a:lnTo>
                                <a:pt x="55" y="274"/>
                              </a:lnTo>
                              <a:lnTo>
                                <a:pt x="0" y="282"/>
                              </a:lnTo>
                            </a:path>
                          </a:pathLst>
                        </a:custGeom>
                        <a:solidFill>
                          <a:srgbClr val="FFA04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83" name="Freeform 12">
                          <a:extLst>
                            <a:ext uri="{FF2B5EF4-FFF2-40B4-BE49-F238E27FC236}">
                              <a16:creationId xmlns:a16="http://schemas.microsoft.com/office/drawing/2014/main" id="{D83AC188-1FBB-D64F-95EC-BBEC0ACBE5EB}"/>
                            </a:ext>
                          </a:extLst>
                        </p:cNvPr>
                        <p:cNvSpPr>
                          <a:spLocks/>
                        </p:cNvSpPr>
                        <p:nvPr/>
                      </p:nvSpPr>
                      <p:spPr bwMode="auto">
                        <a:xfrm>
                          <a:off x="2324" y="1855"/>
                          <a:ext cx="445" cy="66"/>
                        </a:xfrm>
                        <a:custGeom>
                          <a:avLst/>
                          <a:gdLst>
                            <a:gd name="T0" fmla="*/ 13 w 445"/>
                            <a:gd name="T1" fmla="*/ 0 h 66"/>
                            <a:gd name="T2" fmla="*/ 34 w 445"/>
                            <a:gd name="T3" fmla="*/ 2 h 66"/>
                            <a:gd name="T4" fmla="*/ 60 w 445"/>
                            <a:gd name="T5" fmla="*/ 11 h 66"/>
                            <a:gd name="T6" fmla="*/ 88 w 445"/>
                            <a:gd name="T7" fmla="*/ 21 h 66"/>
                            <a:gd name="T8" fmla="*/ 122 w 445"/>
                            <a:gd name="T9" fmla="*/ 31 h 66"/>
                            <a:gd name="T10" fmla="*/ 157 w 445"/>
                            <a:gd name="T11" fmla="*/ 36 h 66"/>
                            <a:gd name="T12" fmla="*/ 191 w 445"/>
                            <a:gd name="T13" fmla="*/ 40 h 66"/>
                            <a:gd name="T14" fmla="*/ 225 w 445"/>
                            <a:gd name="T15" fmla="*/ 40 h 66"/>
                            <a:gd name="T16" fmla="*/ 266 w 445"/>
                            <a:gd name="T17" fmla="*/ 36 h 66"/>
                            <a:gd name="T18" fmla="*/ 313 w 445"/>
                            <a:gd name="T19" fmla="*/ 31 h 66"/>
                            <a:gd name="T20" fmla="*/ 347 w 445"/>
                            <a:gd name="T21" fmla="*/ 26 h 66"/>
                            <a:gd name="T22" fmla="*/ 384 w 445"/>
                            <a:gd name="T23" fmla="*/ 23 h 66"/>
                            <a:gd name="T24" fmla="*/ 444 w 445"/>
                            <a:gd name="T25" fmla="*/ 18 h 66"/>
                            <a:gd name="T26" fmla="*/ 423 w 445"/>
                            <a:gd name="T27" fmla="*/ 28 h 66"/>
                            <a:gd name="T28" fmla="*/ 401 w 445"/>
                            <a:gd name="T29" fmla="*/ 38 h 66"/>
                            <a:gd name="T30" fmla="*/ 401 w 445"/>
                            <a:gd name="T31" fmla="*/ 48 h 66"/>
                            <a:gd name="T32" fmla="*/ 405 w 445"/>
                            <a:gd name="T33" fmla="*/ 63 h 66"/>
                            <a:gd name="T34" fmla="*/ 418 w 445"/>
                            <a:gd name="T35" fmla="*/ 65 h 66"/>
                            <a:gd name="T36" fmla="*/ 401 w 445"/>
                            <a:gd name="T37" fmla="*/ 63 h 66"/>
                            <a:gd name="T38" fmla="*/ 375 w 445"/>
                            <a:gd name="T39" fmla="*/ 58 h 66"/>
                            <a:gd name="T40" fmla="*/ 365 w 445"/>
                            <a:gd name="T41" fmla="*/ 55 h 66"/>
                            <a:gd name="T42" fmla="*/ 339 w 445"/>
                            <a:gd name="T43" fmla="*/ 55 h 66"/>
                            <a:gd name="T44" fmla="*/ 305 w 445"/>
                            <a:gd name="T45" fmla="*/ 55 h 66"/>
                            <a:gd name="T46" fmla="*/ 262 w 445"/>
                            <a:gd name="T47" fmla="*/ 55 h 66"/>
                            <a:gd name="T48" fmla="*/ 221 w 445"/>
                            <a:gd name="T49" fmla="*/ 55 h 66"/>
                            <a:gd name="T50" fmla="*/ 191 w 445"/>
                            <a:gd name="T51" fmla="*/ 55 h 66"/>
                            <a:gd name="T52" fmla="*/ 157 w 445"/>
                            <a:gd name="T53" fmla="*/ 53 h 66"/>
                            <a:gd name="T54" fmla="*/ 127 w 445"/>
                            <a:gd name="T55" fmla="*/ 50 h 66"/>
                            <a:gd name="T56" fmla="*/ 92 w 445"/>
                            <a:gd name="T57" fmla="*/ 45 h 66"/>
                            <a:gd name="T58" fmla="*/ 69 w 445"/>
                            <a:gd name="T59" fmla="*/ 38 h 66"/>
                            <a:gd name="T60" fmla="*/ 39 w 445"/>
                            <a:gd name="T61" fmla="*/ 31 h 66"/>
                            <a:gd name="T62" fmla="*/ 17 w 445"/>
                            <a:gd name="T63" fmla="*/ 21 h 66"/>
                            <a:gd name="T64" fmla="*/ 0 w 445"/>
                            <a:gd name="T65" fmla="*/ 16 h 66"/>
                            <a:gd name="T66" fmla="*/ 13 w 445"/>
                            <a:gd name="T67" fmla="*/ 0 h 6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45"/>
                            <a:gd name="T103" fmla="*/ 0 h 66"/>
                            <a:gd name="T104" fmla="*/ 445 w 445"/>
                            <a:gd name="T105" fmla="*/ 66 h 6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45" h="66">
                              <a:moveTo>
                                <a:pt x="13" y="0"/>
                              </a:moveTo>
                              <a:lnTo>
                                <a:pt x="34" y="2"/>
                              </a:lnTo>
                              <a:lnTo>
                                <a:pt x="60" y="11"/>
                              </a:lnTo>
                              <a:lnTo>
                                <a:pt x="88" y="21"/>
                              </a:lnTo>
                              <a:lnTo>
                                <a:pt x="122" y="31"/>
                              </a:lnTo>
                              <a:lnTo>
                                <a:pt x="157" y="36"/>
                              </a:lnTo>
                              <a:lnTo>
                                <a:pt x="191" y="40"/>
                              </a:lnTo>
                              <a:lnTo>
                                <a:pt x="225" y="40"/>
                              </a:lnTo>
                              <a:lnTo>
                                <a:pt x="266" y="36"/>
                              </a:lnTo>
                              <a:lnTo>
                                <a:pt x="313" y="31"/>
                              </a:lnTo>
                              <a:lnTo>
                                <a:pt x="347" y="26"/>
                              </a:lnTo>
                              <a:lnTo>
                                <a:pt x="384" y="23"/>
                              </a:lnTo>
                              <a:lnTo>
                                <a:pt x="444" y="18"/>
                              </a:lnTo>
                              <a:lnTo>
                                <a:pt x="423" y="28"/>
                              </a:lnTo>
                              <a:lnTo>
                                <a:pt x="401" y="38"/>
                              </a:lnTo>
                              <a:lnTo>
                                <a:pt x="401" y="48"/>
                              </a:lnTo>
                              <a:lnTo>
                                <a:pt x="405" y="63"/>
                              </a:lnTo>
                              <a:lnTo>
                                <a:pt x="418" y="65"/>
                              </a:lnTo>
                              <a:lnTo>
                                <a:pt x="401" y="63"/>
                              </a:lnTo>
                              <a:lnTo>
                                <a:pt x="375" y="58"/>
                              </a:lnTo>
                              <a:lnTo>
                                <a:pt x="365" y="55"/>
                              </a:lnTo>
                              <a:lnTo>
                                <a:pt x="339" y="55"/>
                              </a:lnTo>
                              <a:lnTo>
                                <a:pt x="305" y="55"/>
                              </a:lnTo>
                              <a:lnTo>
                                <a:pt x="262" y="55"/>
                              </a:lnTo>
                              <a:lnTo>
                                <a:pt x="221" y="55"/>
                              </a:lnTo>
                              <a:lnTo>
                                <a:pt x="191" y="55"/>
                              </a:lnTo>
                              <a:lnTo>
                                <a:pt x="157" y="53"/>
                              </a:lnTo>
                              <a:lnTo>
                                <a:pt x="127" y="50"/>
                              </a:lnTo>
                              <a:lnTo>
                                <a:pt x="92" y="45"/>
                              </a:lnTo>
                              <a:lnTo>
                                <a:pt x="69" y="38"/>
                              </a:lnTo>
                              <a:lnTo>
                                <a:pt x="39" y="31"/>
                              </a:lnTo>
                              <a:lnTo>
                                <a:pt x="17" y="21"/>
                              </a:lnTo>
                              <a:lnTo>
                                <a:pt x="0" y="16"/>
                              </a:lnTo>
                              <a:lnTo>
                                <a:pt x="13" y="0"/>
                              </a:lnTo>
                            </a:path>
                          </a:pathLst>
                        </a:custGeom>
                        <a:solidFill>
                          <a:srgbClr val="FFA04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84" name="Freeform 13">
                          <a:extLst>
                            <a:ext uri="{FF2B5EF4-FFF2-40B4-BE49-F238E27FC236}">
                              <a16:creationId xmlns:a16="http://schemas.microsoft.com/office/drawing/2014/main" id="{8336DAF2-69D8-E4B0-687D-A73C2EC3F219}"/>
                            </a:ext>
                          </a:extLst>
                        </p:cNvPr>
                        <p:cNvSpPr>
                          <a:spLocks/>
                        </p:cNvSpPr>
                        <p:nvPr/>
                      </p:nvSpPr>
                      <p:spPr bwMode="auto">
                        <a:xfrm>
                          <a:off x="2384" y="1720"/>
                          <a:ext cx="880" cy="133"/>
                        </a:xfrm>
                        <a:custGeom>
                          <a:avLst/>
                          <a:gdLst>
                            <a:gd name="T0" fmla="*/ 17 w 880"/>
                            <a:gd name="T1" fmla="*/ 73 h 133"/>
                            <a:gd name="T2" fmla="*/ 31 w 880"/>
                            <a:gd name="T3" fmla="*/ 67 h 133"/>
                            <a:gd name="T4" fmla="*/ 22 w 880"/>
                            <a:gd name="T5" fmla="*/ 81 h 133"/>
                            <a:gd name="T6" fmla="*/ 31 w 880"/>
                            <a:gd name="T7" fmla="*/ 88 h 133"/>
                            <a:gd name="T8" fmla="*/ 81 w 880"/>
                            <a:gd name="T9" fmla="*/ 99 h 133"/>
                            <a:gd name="T10" fmla="*/ 160 w 880"/>
                            <a:gd name="T11" fmla="*/ 107 h 133"/>
                            <a:gd name="T12" fmla="*/ 236 w 880"/>
                            <a:gd name="T13" fmla="*/ 115 h 133"/>
                            <a:gd name="T14" fmla="*/ 326 w 880"/>
                            <a:gd name="T15" fmla="*/ 112 h 133"/>
                            <a:gd name="T16" fmla="*/ 435 w 880"/>
                            <a:gd name="T17" fmla="*/ 102 h 133"/>
                            <a:gd name="T18" fmla="*/ 547 w 880"/>
                            <a:gd name="T19" fmla="*/ 91 h 133"/>
                            <a:gd name="T20" fmla="*/ 645 w 880"/>
                            <a:gd name="T21" fmla="*/ 78 h 133"/>
                            <a:gd name="T22" fmla="*/ 684 w 880"/>
                            <a:gd name="T23" fmla="*/ 73 h 133"/>
                            <a:gd name="T24" fmla="*/ 737 w 880"/>
                            <a:gd name="T25" fmla="*/ 59 h 133"/>
                            <a:gd name="T26" fmla="*/ 787 w 880"/>
                            <a:gd name="T27" fmla="*/ 42 h 133"/>
                            <a:gd name="T28" fmla="*/ 835 w 880"/>
                            <a:gd name="T29" fmla="*/ 24 h 133"/>
                            <a:gd name="T30" fmla="*/ 879 w 880"/>
                            <a:gd name="T31" fmla="*/ 0 h 133"/>
                            <a:gd name="T32" fmla="*/ 866 w 880"/>
                            <a:gd name="T33" fmla="*/ 29 h 133"/>
                            <a:gd name="T34" fmla="*/ 831 w 880"/>
                            <a:gd name="T35" fmla="*/ 48 h 133"/>
                            <a:gd name="T36" fmla="*/ 770 w 880"/>
                            <a:gd name="T37" fmla="*/ 65 h 133"/>
                            <a:gd name="T38" fmla="*/ 706 w 880"/>
                            <a:gd name="T39" fmla="*/ 86 h 133"/>
                            <a:gd name="T40" fmla="*/ 632 w 880"/>
                            <a:gd name="T41" fmla="*/ 96 h 133"/>
                            <a:gd name="T42" fmla="*/ 547 w 880"/>
                            <a:gd name="T43" fmla="*/ 110 h 133"/>
                            <a:gd name="T44" fmla="*/ 464 w 880"/>
                            <a:gd name="T45" fmla="*/ 120 h 133"/>
                            <a:gd name="T46" fmla="*/ 405 w 880"/>
                            <a:gd name="T47" fmla="*/ 128 h 133"/>
                            <a:gd name="T48" fmla="*/ 348 w 880"/>
                            <a:gd name="T49" fmla="*/ 131 h 133"/>
                            <a:gd name="T50" fmla="*/ 276 w 880"/>
                            <a:gd name="T51" fmla="*/ 132 h 133"/>
                            <a:gd name="T52" fmla="*/ 188 w 880"/>
                            <a:gd name="T53" fmla="*/ 131 h 133"/>
                            <a:gd name="T54" fmla="*/ 112 w 880"/>
                            <a:gd name="T55" fmla="*/ 123 h 133"/>
                            <a:gd name="T56" fmla="*/ 55 w 880"/>
                            <a:gd name="T57" fmla="*/ 112 h 133"/>
                            <a:gd name="T58" fmla="*/ 13 w 880"/>
                            <a:gd name="T59" fmla="*/ 99 h 133"/>
                            <a:gd name="T60" fmla="*/ 0 w 880"/>
                            <a:gd name="T61" fmla="*/ 88 h 133"/>
                            <a:gd name="T62" fmla="*/ 17 w 880"/>
                            <a:gd name="T63" fmla="*/ 73 h 13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880"/>
                            <a:gd name="T97" fmla="*/ 0 h 133"/>
                            <a:gd name="T98" fmla="*/ 880 w 880"/>
                            <a:gd name="T99" fmla="*/ 133 h 13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880" h="133">
                              <a:moveTo>
                                <a:pt x="17" y="73"/>
                              </a:moveTo>
                              <a:lnTo>
                                <a:pt x="31" y="67"/>
                              </a:lnTo>
                              <a:lnTo>
                                <a:pt x="22" y="81"/>
                              </a:lnTo>
                              <a:lnTo>
                                <a:pt x="31" y="88"/>
                              </a:lnTo>
                              <a:lnTo>
                                <a:pt x="81" y="99"/>
                              </a:lnTo>
                              <a:lnTo>
                                <a:pt x="160" y="107"/>
                              </a:lnTo>
                              <a:lnTo>
                                <a:pt x="236" y="115"/>
                              </a:lnTo>
                              <a:lnTo>
                                <a:pt x="326" y="112"/>
                              </a:lnTo>
                              <a:lnTo>
                                <a:pt x="435" y="102"/>
                              </a:lnTo>
                              <a:lnTo>
                                <a:pt x="547" y="91"/>
                              </a:lnTo>
                              <a:lnTo>
                                <a:pt x="645" y="78"/>
                              </a:lnTo>
                              <a:lnTo>
                                <a:pt x="684" y="73"/>
                              </a:lnTo>
                              <a:lnTo>
                                <a:pt x="737" y="59"/>
                              </a:lnTo>
                              <a:lnTo>
                                <a:pt x="787" y="42"/>
                              </a:lnTo>
                              <a:lnTo>
                                <a:pt x="835" y="24"/>
                              </a:lnTo>
                              <a:lnTo>
                                <a:pt x="879" y="0"/>
                              </a:lnTo>
                              <a:lnTo>
                                <a:pt x="866" y="29"/>
                              </a:lnTo>
                              <a:lnTo>
                                <a:pt x="831" y="48"/>
                              </a:lnTo>
                              <a:lnTo>
                                <a:pt x="770" y="65"/>
                              </a:lnTo>
                              <a:lnTo>
                                <a:pt x="706" y="86"/>
                              </a:lnTo>
                              <a:lnTo>
                                <a:pt x="632" y="96"/>
                              </a:lnTo>
                              <a:lnTo>
                                <a:pt x="547" y="110"/>
                              </a:lnTo>
                              <a:lnTo>
                                <a:pt x="464" y="120"/>
                              </a:lnTo>
                              <a:lnTo>
                                <a:pt x="405" y="128"/>
                              </a:lnTo>
                              <a:lnTo>
                                <a:pt x="348" y="131"/>
                              </a:lnTo>
                              <a:lnTo>
                                <a:pt x="276" y="132"/>
                              </a:lnTo>
                              <a:lnTo>
                                <a:pt x="188" y="131"/>
                              </a:lnTo>
                              <a:lnTo>
                                <a:pt x="112" y="123"/>
                              </a:lnTo>
                              <a:lnTo>
                                <a:pt x="55" y="112"/>
                              </a:lnTo>
                              <a:lnTo>
                                <a:pt x="13" y="99"/>
                              </a:lnTo>
                              <a:lnTo>
                                <a:pt x="0" y="88"/>
                              </a:lnTo>
                              <a:lnTo>
                                <a:pt x="17" y="73"/>
                              </a:lnTo>
                            </a:path>
                          </a:pathLst>
                        </a:custGeom>
                        <a:solidFill>
                          <a:srgbClr val="FFA04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grpSp>
                      <p:nvGrpSpPr>
                        <p:cNvPr id="85" name="Group 14">
                          <a:extLst>
                            <a:ext uri="{FF2B5EF4-FFF2-40B4-BE49-F238E27FC236}">
                              <a16:creationId xmlns:a16="http://schemas.microsoft.com/office/drawing/2014/main" id="{576FCEA9-1288-A454-9408-4EC025825C54}"/>
                            </a:ext>
                          </a:extLst>
                        </p:cNvPr>
                        <p:cNvGrpSpPr>
                          <a:grpSpLocks/>
                        </p:cNvGrpSpPr>
                        <p:nvPr/>
                      </p:nvGrpSpPr>
                      <p:grpSpPr bwMode="auto">
                        <a:xfrm>
                          <a:off x="1936" y="1516"/>
                          <a:ext cx="292" cy="278"/>
                          <a:chOff x="1936" y="1516"/>
                          <a:chExt cx="292" cy="278"/>
                        </a:xfrm>
                      </p:grpSpPr>
                      <p:sp>
                        <p:nvSpPr>
                          <p:cNvPr id="86" name="Freeform 15">
                            <a:extLst>
                              <a:ext uri="{FF2B5EF4-FFF2-40B4-BE49-F238E27FC236}">
                                <a16:creationId xmlns:a16="http://schemas.microsoft.com/office/drawing/2014/main" id="{D2F119DA-A24C-5A56-FF0D-1B74682A9B55}"/>
                              </a:ext>
                            </a:extLst>
                          </p:cNvPr>
                          <p:cNvSpPr>
                            <a:spLocks/>
                          </p:cNvSpPr>
                          <p:nvPr/>
                        </p:nvSpPr>
                        <p:spPr bwMode="auto">
                          <a:xfrm>
                            <a:off x="1936" y="1770"/>
                            <a:ext cx="135" cy="24"/>
                          </a:xfrm>
                          <a:custGeom>
                            <a:avLst/>
                            <a:gdLst>
                              <a:gd name="T0" fmla="*/ 134 w 135"/>
                              <a:gd name="T1" fmla="*/ 2 h 24"/>
                              <a:gd name="T2" fmla="*/ 134 w 135"/>
                              <a:gd name="T3" fmla="*/ 4 h 24"/>
                              <a:gd name="T4" fmla="*/ 130 w 135"/>
                              <a:gd name="T5" fmla="*/ 4 h 24"/>
                              <a:gd name="T6" fmla="*/ 130 w 135"/>
                              <a:gd name="T7" fmla="*/ 6 h 24"/>
                              <a:gd name="T8" fmla="*/ 130 w 135"/>
                              <a:gd name="T9" fmla="*/ 8 h 24"/>
                              <a:gd name="T10" fmla="*/ 107 w 135"/>
                              <a:gd name="T11" fmla="*/ 14 h 24"/>
                              <a:gd name="T12" fmla="*/ 16 w 135"/>
                              <a:gd name="T13" fmla="*/ 23 h 24"/>
                              <a:gd name="T14" fmla="*/ 0 w 135"/>
                              <a:gd name="T15" fmla="*/ 21 h 24"/>
                              <a:gd name="T16" fmla="*/ 19 w 135"/>
                              <a:gd name="T17" fmla="*/ 17 h 24"/>
                              <a:gd name="T18" fmla="*/ 45 w 135"/>
                              <a:gd name="T19" fmla="*/ 10 h 24"/>
                              <a:gd name="T20" fmla="*/ 72 w 135"/>
                              <a:gd name="T21" fmla="*/ 2 h 24"/>
                              <a:gd name="T22" fmla="*/ 99 w 135"/>
                              <a:gd name="T23" fmla="*/ 0 h 24"/>
                              <a:gd name="T24" fmla="*/ 134 w 135"/>
                              <a:gd name="T25" fmla="*/ 2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5"/>
                              <a:gd name="T40" fmla="*/ 0 h 24"/>
                              <a:gd name="T41" fmla="*/ 135 w 135"/>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5" h="24">
                                <a:moveTo>
                                  <a:pt x="134" y="2"/>
                                </a:moveTo>
                                <a:lnTo>
                                  <a:pt x="134" y="4"/>
                                </a:lnTo>
                                <a:lnTo>
                                  <a:pt x="130" y="4"/>
                                </a:lnTo>
                                <a:lnTo>
                                  <a:pt x="130" y="6"/>
                                </a:lnTo>
                                <a:lnTo>
                                  <a:pt x="130" y="8"/>
                                </a:lnTo>
                                <a:lnTo>
                                  <a:pt x="107" y="14"/>
                                </a:lnTo>
                                <a:lnTo>
                                  <a:pt x="16" y="23"/>
                                </a:lnTo>
                                <a:lnTo>
                                  <a:pt x="0" y="21"/>
                                </a:lnTo>
                                <a:lnTo>
                                  <a:pt x="19" y="17"/>
                                </a:lnTo>
                                <a:lnTo>
                                  <a:pt x="45" y="10"/>
                                </a:lnTo>
                                <a:lnTo>
                                  <a:pt x="72" y="2"/>
                                </a:lnTo>
                                <a:lnTo>
                                  <a:pt x="99" y="0"/>
                                </a:lnTo>
                                <a:lnTo>
                                  <a:pt x="134" y="2"/>
                                </a:lnTo>
                              </a:path>
                            </a:pathLst>
                          </a:custGeom>
                          <a:solidFill>
                            <a:srgbClr val="FFA04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87" name="Freeform 16">
                            <a:extLst>
                              <a:ext uri="{FF2B5EF4-FFF2-40B4-BE49-F238E27FC236}">
                                <a16:creationId xmlns:a16="http://schemas.microsoft.com/office/drawing/2014/main" id="{1AEAD3D1-8048-7B26-6345-B8D607F33D78}"/>
                              </a:ext>
                            </a:extLst>
                          </p:cNvPr>
                          <p:cNvSpPr>
                            <a:spLocks/>
                          </p:cNvSpPr>
                          <p:nvPr/>
                        </p:nvSpPr>
                        <p:spPr bwMode="auto">
                          <a:xfrm>
                            <a:off x="1967" y="1710"/>
                            <a:ext cx="143" cy="31"/>
                          </a:xfrm>
                          <a:custGeom>
                            <a:avLst/>
                            <a:gdLst>
                              <a:gd name="T0" fmla="*/ 0 w 143"/>
                              <a:gd name="T1" fmla="*/ 30 h 31"/>
                              <a:gd name="T2" fmla="*/ 53 w 143"/>
                              <a:gd name="T3" fmla="*/ 19 h 31"/>
                              <a:gd name="T4" fmla="*/ 120 w 143"/>
                              <a:gd name="T5" fmla="*/ 26 h 31"/>
                              <a:gd name="T6" fmla="*/ 142 w 143"/>
                              <a:gd name="T7" fmla="*/ 4 h 31"/>
                              <a:gd name="T8" fmla="*/ 136 w 143"/>
                              <a:gd name="T9" fmla="*/ 0 h 31"/>
                              <a:gd name="T10" fmla="*/ 101 w 143"/>
                              <a:gd name="T11" fmla="*/ 2 h 31"/>
                              <a:gd name="T12" fmla="*/ 61 w 143"/>
                              <a:gd name="T13" fmla="*/ 2 h 31"/>
                              <a:gd name="T14" fmla="*/ 18 w 143"/>
                              <a:gd name="T15" fmla="*/ 9 h 31"/>
                              <a:gd name="T16" fmla="*/ 0 w 143"/>
                              <a:gd name="T17" fmla="*/ 3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3"/>
                              <a:gd name="T28" fmla="*/ 0 h 31"/>
                              <a:gd name="T29" fmla="*/ 143 w 143"/>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3" h="31">
                                <a:moveTo>
                                  <a:pt x="0" y="30"/>
                                </a:moveTo>
                                <a:lnTo>
                                  <a:pt x="53" y="19"/>
                                </a:lnTo>
                                <a:lnTo>
                                  <a:pt x="120" y="26"/>
                                </a:lnTo>
                                <a:lnTo>
                                  <a:pt x="142" y="4"/>
                                </a:lnTo>
                                <a:lnTo>
                                  <a:pt x="136" y="0"/>
                                </a:lnTo>
                                <a:lnTo>
                                  <a:pt x="101" y="2"/>
                                </a:lnTo>
                                <a:lnTo>
                                  <a:pt x="61" y="2"/>
                                </a:lnTo>
                                <a:lnTo>
                                  <a:pt x="18" y="9"/>
                                </a:lnTo>
                                <a:lnTo>
                                  <a:pt x="0" y="30"/>
                                </a:lnTo>
                              </a:path>
                            </a:pathLst>
                          </a:custGeom>
                          <a:solidFill>
                            <a:srgbClr val="FFA04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88" name="Freeform 17">
                            <a:extLst>
                              <a:ext uri="{FF2B5EF4-FFF2-40B4-BE49-F238E27FC236}">
                                <a16:creationId xmlns:a16="http://schemas.microsoft.com/office/drawing/2014/main" id="{032BDE8F-4893-D4FF-3CCC-1D5AEFCA58F9}"/>
                              </a:ext>
                            </a:extLst>
                          </p:cNvPr>
                          <p:cNvSpPr>
                            <a:spLocks/>
                          </p:cNvSpPr>
                          <p:nvPr/>
                        </p:nvSpPr>
                        <p:spPr bwMode="auto">
                          <a:xfrm>
                            <a:off x="2014" y="1624"/>
                            <a:ext cx="141" cy="45"/>
                          </a:xfrm>
                          <a:custGeom>
                            <a:avLst/>
                            <a:gdLst>
                              <a:gd name="T0" fmla="*/ 140 w 141"/>
                              <a:gd name="T1" fmla="*/ 25 h 45"/>
                              <a:gd name="T2" fmla="*/ 124 w 141"/>
                              <a:gd name="T3" fmla="*/ 44 h 45"/>
                              <a:gd name="T4" fmla="*/ 12 w 141"/>
                              <a:gd name="T5" fmla="*/ 25 h 45"/>
                              <a:gd name="T6" fmla="*/ 0 w 141"/>
                              <a:gd name="T7" fmla="*/ 16 h 45"/>
                              <a:gd name="T8" fmla="*/ 8 w 141"/>
                              <a:gd name="T9" fmla="*/ 0 h 45"/>
                              <a:gd name="T10" fmla="*/ 16 w 141"/>
                              <a:gd name="T11" fmla="*/ 9 h 45"/>
                              <a:gd name="T12" fmla="*/ 51 w 141"/>
                              <a:gd name="T13" fmla="*/ 12 h 45"/>
                              <a:gd name="T14" fmla="*/ 112 w 141"/>
                              <a:gd name="T15" fmla="*/ 23 h 45"/>
                              <a:gd name="T16" fmla="*/ 140 w 141"/>
                              <a:gd name="T17" fmla="*/ 25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45"/>
                              <a:gd name="T29" fmla="*/ 141 w 141"/>
                              <a:gd name="T30" fmla="*/ 45 h 4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45">
                                <a:moveTo>
                                  <a:pt x="140" y="25"/>
                                </a:moveTo>
                                <a:lnTo>
                                  <a:pt x="124" y="44"/>
                                </a:lnTo>
                                <a:lnTo>
                                  <a:pt x="12" y="25"/>
                                </a:lnTo>
                                <a:lnTo>
                                  <a:pt x="0" y="16"/>
                                </a:lnTo>
                                <a:lnTo>
                                  <a:pt x="8" y="0"/>
                                </a:lnTo>
                                <a:lnTo>
                                  <a:pt x="16" y="9"/>
                                </a:lnTo>
                                <a:lnTo>
                                  <a:pt x="51" y="12"/>
                                </a:lnTo>
                                <a:lnTo>
                                  <a:pt x="112" y="23"/>
                                </a:lnTo>
                                <a:lnTo>
                                  <a:pt x="140" y="25"/>
                                </a:lnTo>
                              </a:path>
                            </a:pathLst>
                          </a:custGeom>
                          <a:solidFill>
                            <a:srgbClr val="FFA04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89" name="Freeform 18">
                            <a:extLst>
                              <a:ext uri="{FF2B5EF4-FFF2-40B4-BE49-F238E27FC236}">
                                <a16:creationId xmlns:a16="http://schemas.microsoft.com/office/drawing/2014/main" id="{5BDC1A88-4926-E1DC-122E-54E933BC31C2}"/>
                              </a:ext>
                            </a:extLst>
                          </p:cNvPr>
                          <p:cNvSpPr>
                            <a:spLocks/>
                          </p:cNvSpPr>
                          <p:nvPr/>
                        </p:nvSpPr>
                        <p:spPr bwMode="auto">
                          <a:xfrm>
                            <a:off x="2057" y="1576"/>
                            <a:ext cx="159" cy="29"/>
                          </a:xfrm>
                          <a:custGeom>
                            <a:avLst/>
                            <a:gdLst>
                              <a:gd name="T0" fmla="*/ 8 w 159"/>
                              <a:gd name="T1" fmla="*/ 0 h 29"/>
                              <a:gd name="T2" fmla="*/ 106 w 159"/>
                              <a:gd name="T3" fmla="*/ 12 h 29"/>
                              <a:gd name="T4" fmla="*/ 130 w 159"/>
                              <a:gd name="T5" fmla="*/ 12 h 29"/>
                              <a:gd name="T6" fmla="*/ 158 w 159"/>
                              <a:gd name="T7" fmla="*/ 12 h 29"/>
                              <a:gd name="T8" fmla="*/ 134 w 159"/>
                              <a:gd name="T9" fmla="*/ 25 h 29"/>
                              <a:gd name="T10" fmla="*/ 86 w 159"/>
                              <a:gd name="T11" fmla="*/ 28 h 29"/>
                              <a:gd name="T12" fmla="*/ 28 w 159"/>
                              <a:gd name="T13" fmla="*/ 21 h 29"/>
                              <a:gd name="T14" fmla="*/ 0 w 159"/>
                              <a:gd name="T15" fmla="*/ 14 h 29"/>
                              <a:gd name="T16" fmla="*/ 8 w 159"/>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9"/>
                              <a:gd name="T29" fmla="*/ 159 w 159"/>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9">
                                <a:moveTo>
                                  <a:pt x="8" y="0"/>
                                </a:moveTo>
                                <a:lnTo>
                                  <a:pt x="106" y="12"/>
                                </a:lnTo>
                                <a:lnTo>
                                  <a:pt x="130" y="12"/>
                                </a:lnTo>
                                <a:lnTo>
                                  <a:pt x="158" y="12"/>
                                </a:lnTo>
                                <a:lnTo>
                                  <a:pt x="134" y="25"/>
                                </a:lnTo>
                                <a:lnTo>
                                  <a:pt x="86" y="28"/>
                                </a:lnTo>
                                <a:lnTo>
                                  <a:pt x="28" y="21"/>
                                </a:lnTo>
                                <a:lnTo>
                                  <a:pt x="0" y="14"/>
                                </a:lnTo>
                                <a:lnTo>
                                  <a:pt x="8" y="0"/>
                                </a:lnTo>
                              </a:path>
                            </a:pathLst>
                          </a:custGeom>
                          <a:solidFill>
                            <a:srgbClr val="FFA04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90" name="Freeform 19">
                            <a:extLst>
                              <a:ext uri="{FF2B5EF4-FFF2-40B4-BE49-F238E27FC236}">
                                <a16:creationId xmlns:a16="http://schemas.microsoft.com/office/drawing/2014/main" id="{B2773271-9D0A-702F-E4AC-3C2748E06231}"/>
                              </a:ext>
                            </a:extLst>
                          </p:cNvPr>
                          <p:cNvSpPr>
                            <a:spLocks/>
                          </p:cNvSpPr>
                          <p:nvPr/>
                        </p:nvSpPr>
                        <p:spPr bwMode="auto">
                          <a:xfrm>
                            <a:off x="2095" y="1516"/>
                            <a:ext cx="133" cy="27"/>
                          </a:xfrm>
                          <a:custGeom>
                            <a:avLst/>
                            <a:gdLst>
                              <a:gd name="T0" fmla="*/ 4 w 133"/>
                              <a:gd name="T1" fmla="*/ 16 h 27"/>
                              <a:gd name="T2" fmla="*/ 0 w 133"/>
                              <a:gd name="T3" fmla="*/ 26 h 27"/>
                              <a:gd name="T4" fmla="*/ 78 w 133"/>
                              <a:gd name="T5" fmla="*/ 26 h 27"/>
                              <a:gd name="T6" fmla="*/ 132 w 133"/>
                              <a:gd name="T7" fmla="*/ 14 h 27"/>
                              <a:gd name="T8" fmla="*/ 132 w 133"/>
                              <a:gd name="T9" fmla="*/ 0 h 27"/>
                              <a:gd name="T10" fmla="*/ 105 w 133"/>
                              <a:gd name="T11" fmla="*/ 8 h 27"/>
                              <a:gd name="T12" fmla="*/ 48 w 133"/>
                              <a:gd name="T13" fmla="*/ 16 h 27"/>
                              <a:gd name="T14" fmla="*/ 4 w 133"/>
                              <a:gd name="T15" fmla="*/ 16 h 27"/>
                              <a:gd name="T16" fmla="*/ 0 60000 65536"/>
                              <a:gd name="T17" fmla="*/ 0 60000 65536"/>
                              <a:gd name="T18" fmla="*/ 0 60000 65536"/>
                              <a:gd name="T19" fmla="*/ 0 60000 65536"/>
                              <a:gd name="T20" fmla="*/ 0 60000 65536"/>
                              <a:gd name="T21" fmla="*/ 0 60000 65536"/>
                              <a:gd name="T22" fmla="*/ 0 60000 65536"/>
                              <a:gd name="T23" fmla="*/ 0 60000 65536"/>
                              <a:gd name="T24" fmla="*/ 0 w 133"/>
                              <a:gd name="T25" fmla="*/ 0 h 27"/>
                              <a:gd name="T26" fmla="*/ 133 w 133"/>
                              <a:gd name="T27" fmla="*/ 27 h 2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3" h="27">
                                <a:moveTo>
                                  <a:pt x="4" y="16"/>
                                </a:moveTo>
                                <a:lnTo>
                                  <a:pt x="0" y="26"/>
                                </a:lnTo>
                                <a:lnTo>
                                  <a:pt x="78" y="26"/>
                                </a:lnTo>
                                <a:lnTo>
                                  <a:pt x="132" y="14"/>
                                </a:lnTo>
                                <a:lnTo>
                                  <a:pt x="132" y="0"/>
                                </a:lnTo>
                                <a:lnTo>
                                  <a:pt x="105" y="8"/>
                                </a:lnTo>
                                <a:lnTo>
                                  <a:pt x="48" y="16"/>
                                </a:lnTo>
                                <a:lnTo>
                                  <a:pt x="4" y="16"/>
                                </a:lnTo>
                              </a:path>
                            </a:pathLst>
                          </a:custGeom>
                          <a:solidFill>
                            <a:srgbClr val="FFA04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grpSp>
                  </p:grpSp>
                  <p:sp>
                    <p:nvSpPr>
                      <p:cNvPr id="81" name="Freeform 20">
                        <a:extLst>
                          <a:ext uri="{FF2B5EF4-FFF2-40B4-BE49-F238E27FC236}">
                            <a16:creationId xmlns:a16="http://schemas.microsoft.com/office/drawing/2014/main" id="{A35B67CD-B6FF-94B7-44A2-8FF0F54CAC5C}"/>
                          </a:ext>
                        </a:extLst>
                      </p:cNvPr>
                      <p:cNvSpPr>
                        <a:spLocks/>
                      </p:cNvSpPr>
                      <p:nvPr/>
                    </p:nvSpPr>
                    <p:spPr bwMode="auto">
                      <a:xfrm>
                        <a:off x="2120" y="1182"/>
                        <a:ext cx="1727" cy="651"/>
                      </a:xfrm>
                      <a:custGeom>
                        <a:avLst/>
                        <a:gdLst>
                          <a:gd name="T0" fmla="*/ 0 w 1727"/>
                          <a:gd name="T1" fmla="*/ 322 h 651"/>
                          <a:gd name="T2" fmla="*/ 77 w 1727"/>
                          <a:gd name="T3" fmla="*/ 228 h 651"/>
                          <a:gd name="T4" fmla="*/ 216 w 1727"/>
                          <a:gd name="T5" fmla="*/ 137 h 651"/>
                          <a:gd name="T6" fmla="*/ 430 w 1727"/>
                          <a:gd name="T7" fmla="*/ 55 h 651"/>
                          <a:gd name="T8" fmla="*/ 616 w 1727"/>
                          <a:gd name="T9" fmla="*/ 14 h 651"/>
                          <a:gd name="T10" fmla="*/ 795 w 1727"/>
                          <a:gd name="T11" fmla="*/ 0 h 651"/>
                          <a:gd name="T12" fmla="*/ 1018 w 1727"/>
                          <a:gd name="T13" fmla="*/ 3 h 651"/>
                          <a:gd name="T14" fmla="*/ 1216 w 1727"/>
                          <a:gd name="T15" fmla="*/ 52 h 651"/>
                          <a:gd name="T16" fmla="*/ 1368 w 1727"/>
                          <a:gd name="T17" fmla="*/ 118 h 651"/>
                          <a:gd name="T18" fmla="*/ 1455 w 1727"/>
                          <a:gd name="T19" fmla="*/ 185 h 651"/>
                          <a:gd name="T20" fmla="*/ 1459 w 1727"/>
                          <a:gd name="T21" fmla="*/ 256 h 651"/>
                          <a:gd name="T22" fmla="*/ 1556 w 1727"/>
                          <a:gd name="T23" fmla="*/ 265 h 651"/>
                          <a:gd name="T24" fmla="*/ 1538 w 1727"/>
                          <a:gd name="T25" fmla="*/ 308 h 651"/>
                          <a:gd name="T26" fmla="*/ 1578 w 1727"/>
                          <a:gd name="T27" fmla="*/ 352 h 651"/>
                          <a:gd name="T28" fmla="*/ 1682 w 1727"/>
                          <a:gd name="T29" fmla="*/ 385 h 651"/>
                          <a:gd name="T30" fmla="*/ 1682 w 1727"/>
                          <a:gd name="T31" fmla="*/ 434 h 651"/>
                          <a:gd name="T32" fmla="*/ 1647 w 1727"/>
                          <a:gd name="T33" fmla="*/ 490 h 651"/>
                          <a:gd name="T34" fmla="*/ 1624 w 1727"/>
                          <a:gd name="T35" fmla="*/ 559 h 651"/>
                          <a:gd name="T36" fmla="*/ 1591 w 1727"/>
                          <a:gd name="T37" fmla="*/ 605 h 651"/>
                          <a:gd name="T38" fmla="*/ 1503 w 1727"/>
                          <a:gd name="T39" fmla="*/ 639 h 651"/>
                          <a:gd name="T40" fmla="*/ 1538 w 1727"/>
                          <a:gd name="T41" fmla="*/ 591 h 651"/>
                          <a:gd name="T42" fmla="*/ 1552 w 1727"/>
                          <a:gd name="T43" fmla="*/ 528 h 651"/>
                          <a:gd name="T44" fmla="*/ 1547 w 1727"/>
                          <a:gd name="T45" fmla="*/ 499 h 651"/>
                          <a:gd name="T46" fmla="*/ 1503 w 1727"/>
                          <a:gd name="T47" fmla="*/ 488 h 651"/>
                          <a:gd name="T48" fmla="*/ 1368 w 1727"/>
                          <a:gd name="T49" fmla="*/ 499 h 651"/>
                          <a:gd name="T50" fmla="*/ 1278 w 1727"/>
                          <a:gd name="T51" fmla="*/ 506 h 651"/>
                          <a:gd name="T52" fmla="*/ 1190 w 1727"/>
                          <a:gd name="T53" fmla="*/ 499 h 651"/>
                          <a:gd name="T54" fmla="*/ 1108 w 1727"/>
                          <a:gd name="T55" fmla="*/ 479 h 651"/>
                          <a:gd name="T56" fmla="*/ 1269 w 1727"/>
                          <a:gd name="T57" fmla="*/ 410 h 651"/>
                          <a:gd name="T58" fmla="*/ 1329 w 1727"/>
                          <a:gd name="T59" fmla="*/ 380 h 651"/>
                          <a:gd name="T60" fmla="*/ 1296 w 1727"/>
                          <a:gd name="T61" fmla="*/ 349 h 651"/>
                          <a:gd name="T62" fmla="*/ 1157 w 1727"/>
                          <a:gd name="T63" fmla="*/ 283 h 651"/>
                          <a:gd name="T64" fmla="*/ 1068 w 1727"/>
                          <a:gd name="T65" fmla="*/ 251 h 651"/>
                          <a:gd name="T66" fmla="*/ 1064 w 1727"/>
                          <a:gd name="T67" fmla="*/ 206 h 651"/>
                          <a:gd name="T68" fmla="*/ 995 w 1727"/>
                          <a:gd name="T69" fmla="*/ 163 h 651"/>
                          <a:gd name="T70" fmla="*/ 907 w 1727"/>
                          <a:gd name="T71" fmla="*/ 132 h 651"/>
                          <a:gd name="T72" fmla="*/ 821 w 1727"/>
                          <a:gd name="T73" fmla="*/ 123 h 651"/>
                          <a:gd name="T74" fmla="*/ 750 w 1727"/>
                          <a:gd name="T75" fmla="*/ 143 h 651"/>
                          <a:gd name="T76" fmla="*/ 673 w 1727"/>
                          <a:gd name="T77" fmla="*/ 157 h 651"/>
                          <a:gd name="T78" fmla="*/ 700 w 1727"/>
                          <a:gd name="T79" fmla="*/ 168 h 651"/>
                          <a:gd name="T80" fmla="*/ 625 w 1727"/>
                          <a:gd name="T81" fmla="*/ 189 h 651"/>
                          <a:gd name="T82" fmla="*/ 534 w 1727"/>
                          <a:gd name="T83" fmla="*/ 203 h 651"/>
                          <a:gd name="T84" fmla="*/ 417 w 1727"/>
                          <a:gd name="T85" fmla="*/ 240 h 651"/>
                          <a:gd name="T86" fmla="*/ 324 w 1727"/>
                          <a:gd name="T87" fmla="*/ 280 h 651"/>
                          <a:gd name="T88" fmla="*/ 298 w 1727"/>
                          <a:gd name="T89" fmla="*/ 319 h 651"/>
                          <a:gd name="T90" fmla="*/ 287 w 1727"/>
                          <a:gd name="T91" fmla="*/ 374 h 651"/>
                          <a:gd name="T92" fmla="*/ 287 w 1727"/>
                          <a:gd name="T93" fmla="*/ 410 h 651"/>
                          <a:gd name="T94" fmla="*/ 216 w 1727"/>
                          <a:gd name="T95" fmla="*/ 525 h 651"/>
                          <a:gd name="T96" fmla="*/ 130 w 1727"/>
                          <a:gd name="T97" fmla="*/ 553 h 651"/>
                          <a:gd name="T98" fmla="*/ 24 w 1727"/>
                          <a:gd name="T99" fmla="*/ 565 h 651"/>
                          <a:gd name="T100" fmla="*/ 77 w 1727"/>
                          <a:gd name="T101" fmla="*/ 506 h 651"/>
                          <a:gd name="T102" fmla="*/ 117 w 1727"/>
                          <a:gd name="T103" fmla="*/ 445 h 651"/>
                          <a:gd name="T104" fmla="*/ 139 w 1727"/>
                          <a:gd name="T105" fmla="*/ 382 h 651"/>
                          <a:gd name="T106" fmla="*/ 168 w 1727"/>
                          <a:gd name="T107" fmla="*/ 336 h 651"/>
                          <a:gd name="T108" fmla="*/ 185 w 1727"/>
                          <a:gd name="T109" fmla="*/ 269 h 65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727"/>
                          <a:gd name="T166" fmla="*/ 0 h 651"/>
                          <a:gd name="T167" fmla="*/ 1727 w 1727"/>
                          <a:gd name="T168" fmla="*/ 651 h 651"/>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727" h="651">
                            <a:moveTo>
                              <a:pt x="185" y="269"/>
                            </a:moveTo>
                            <a:lnTo>
                              <a:pt x="0" y="322"/>
                            </a:lnTo>
                            <a:lnTo>
                              <a:pt x="29" y="283"/>
                            </a:lnTo>
                            <a:lnTo>
                              <a:pt x="77" y="228"/>
                            </a:lnTo>
                            <a:lnTo>
                              <a:pt x="130" y="182"/>
                            </a:lnTo>
                            <a:lnTo>
                              <a:pt x="216" y="137"/>
                            </a:lnTo>
                            <a:lnTo>
                              <a:pt x="342" y="88"/>
                            </a:lnTo>
                            <a:lnTo>
                              <a:pt x="430" y="55"/>
                            </a:lnTo>
                            <a:lnTo>
                              <a:pt x="521" y="29"/>
                            </a:lnTo>
                            <a:lnTo>
                              <a:pt x="616" y="14"/>
                            </a:lnTo>
                            <a:lnTo>
                              <a:pt x="708" y="3"/>
                            </a:lnTo>
                            <a:lnTo>
                              <a:pt x="795" y="0"/>
                            </a:lnTo>
                            <a:lnTo>
                              <a:pt x="912" y="0"/>
                            </a:lnTo>
                            <a:lnTo>
                              <a:pt x="1018" y="3"/>
                            </a:lnTo>
                            <a:lnTo>
                              <a:pt x="1112" y="14"/>
                            </a:lnTo>
                            <a:lnTo>
                              <a:pt x="1216" y="52"/>
                            </a:lnTo>
                            <a:lnTo>
                              <a:pt x="1282" y="80"/>
                            </a:lnTo>
                            <a:lnTo>
                              <a:pt x="1368" y="118"/>
                            </a:lnTo>
                            <a:lnTo>
                              <a:pt x="1435" y="160"/>
                            </a:lnTo>
                            <a:lnTo>
                              <a:pt x="1455" y="185"/>
                            </a:lnTo>
                            <a:lnTo>
                              <a:pt x="1459" y="226"/>
                            </a:lnTo>
                            <a:lnTo>
                              <a:pt x="1459" y="256"/>
                            </a:lnTo>
                            <a:lnTo>
                              <a:pt x="1569" y="254"/>
                            </a:lnTo>
                            <a:lnTo>
                              <a:pt x="1556" y="265"/>
                            </a:lnTo>
                            <a:lnTo>
                              <a:pt x="1543" y="283"/>
                            </a:lnTo>
                            <a:lnTo>
                              <a:pt x="1538" y="308"/>
                            </a:lnTo>
                            <a:lnTo>
                              <a:pt x="1552" y="336"/>
                            </a:lnTo>
                            <a:lnTo>
                              <a:pt x="1578" y="352"/>
                            </a:lnTo>
                            <a:lnTo>
                              <a:pt x="1611" y="371"/>
                            </a:lnTo>
                            <a:lnTo>
                              <a:pt x="1682" y="385"/>
                            </a:lnTo>
                            <a:lnTo>
                              <a:pt x="1726" y="391"/>
                            </a:lnTo>
                            <a:lnTo>
                              <a:pt x="1682" y="434"/>
                            </a:lnTo>
                            <a:lnTo>
                              <a:pt x="1664" y="465"/>
                            </a:lnTo>
                            <a:lnTo>
                              <a:pt x="1647" y="490"/>
                            </a:lnTo>
                            <a:lnTo>
                              <a:pt x="1633" y="528"/>
                            </a:lnTo>
                            <a:lnTo>
                              <a:pt x="1624" y="559"/>
                            </a:lnTo>
                            <a:lnTo>
                              <a:pt x="1624" y="579"/>
                            </a:lnTo>
                            <a:lnTo>
                              <a:pt x="1591" y="605"/>
                            </a:lnTo>
                            <a:lnTo>
                              <a:pt x="1516" y="650"/>
                            </a:lnTo>
                            <a:lnTo>
                              <a:pt x="1503" y="639"/>
                            </a:lnTo>
                            <a:lnTo>
                              <a:pt x="1525" y="616"/>
                            </a:lnTo>
                            <a:lnTo>
                              <a:pt x="1538" y="591"/>
                            </a:lnTo>
                            <a:lnTo>
                              <a:pt x="1547" y="565"/>
                            </a:lnTo>
                            <a:lnTo>
                              <a:pt x="1552" y="528"/>
                            </a:lnTo>
                            <a:lnTo>
                              <a:pt x="1560" y="509"/>
                            </a:lnTo>
                            <a:lnTo>
                              <a:pt x="1547" y="499"/>
                            </a:lnTo>
                            <a:lnTo>
                              <a:pt x="1538" y="488"/>
                            </a:lnTo>
                            <a:lnTo>
                              <a:pt x="1503" y="488"/>
                            </a:lnTo>
                            <a:lnTo>
                              <a:pt x="1435" y="493"/>
                            </a:lnTo>
                            <a:lnTo>
                              <a:pt x="1368" y="499"/>
                            </a:lnTo>
                            <a:lnTo>
                              <a:pt x="1315" y="504"/>
                            </a:lnTo>
                            <a:lnTo>
                              <a:pt x="1278" y="506"/>
                            </a:lnTo>
                            <a:lnTo>
                              <a:pt x="1216" y="502"/>
                            </a:lnTo>
                            <a:lnTo>
                              <a:pt x="1190" y="499"/>
                            </a:lnTo>
                            <a:lnTo>
                              <a:pt x="1134" y="488"/>
                            </a:lnTo>
                            <a:lnTo>
                              <a:pt x="1108" y="479"/>
                            </a:lnTo>
                            <a:lnTo>
                              <a:pt x="1221" y="422"/>
                            </a:lnTo>
                            <a:lnTo>
                              <a:pt x="1269" y="410"/>
                            </a:lnTo>
                            <a:lnTo>
                              <a:pt x="1311" y="396"/>
                            </a:lnTo>
                            <a:lnTo>
                              <a:pt x="1329" y="380"/>
                            </a:lnTo>
                            <a:lnTo>
                              <a:pt x="1329" y="371"/>
                            </a:lnTo>
                            <a:lnTo>
                              <a:pt x="1296" y="349"/>
                            </a:lnTo>
                            <a:lnTo>
                              <a:pt x="1238" y="322"/>
                            </a:lnTo>
                            <a:lnTo>
                              <a:pt x="1157" y="283"/>
                            </a:lnTo>
                            <a:lnTo>
                              <a:pt x="1082" y="256"/>
                            </a:lnTo>
                            <a:lnTo>
                              <a:pt x="1068" y="251"/>
                            </a:lnTo>
                            <a:lnTo>
                              <a:pt x="1073" y="228"/>
                            </a:lnTo>
                            <a:lnTo>
                              <a:pt x="1064" y="206"/>
                            </a:lnTo>
                            <a:lnTo>
                              <a:pt x="1020" y="185"/>
                            </a:lnTo>
                            <a:lnTo>
                              <a:pt x="995" y="163"/>
                            </a:lnTo>
                            <a:lnTo>
                              <a:pt x="951" y="146"/>
                            </a:lnTo>
                            <a:lnTo>
                              <a:pt x="907" y="132"/>
                            </a:lnTo>
                            <a:lnTo>
                              <a:pt x="865" y="123"/>
                            </a:lnTo>
                            <a:lnTo>
                              <a:pt x="821" y="123"/>
                            </a:lnTo>
                            <a:lnTo>
                              <a:pt x="786" y="132"/>
                            </a:lnTo>
                            <a:lnTo>
                              <a:pt x="750" y="143"/>
                            </a:lnTo>
                            <a:lnTo>
                              <a:pt x="726" y="143"/>
                            </a:lnTo>
                            <a:lnTo>
                              <a:pt x="673" y="157"/>
                            </a:lnTo>
                            <a:lnTo>
                              <a:pt x="647" y="168"/>
                            </a:lnTo>
                            <a:lnTo>
                              <a:pt x="700" y="168"/>
                            </a:lnTo>
                            <a:lnTo>
                              <a:pt x="669" y="179"/>
                            </a:lnTo>
                            <a:lnTo>
                              <a:pt x="625" y="189"/>
                            </a:lnTo>
                            <a:lnTo>
                              <a:pt x="585" y="195"/>
                            </a:lnTo>
                            <a:lnTo>
                              <a:pt x="534" y="203"/>
                            </a:lnTo>
                            <a:lnTo>
                              <a:pt x="486" y="214"/>
                            </a:lnTo>
                            <a:lnTo>
                              <a:pt x="417" y="240"/>
                            </a:lnTo>
                            <a:lnTo>
                              <a:pt x="373" y="265"/>
                            </a:lnTo>
                            <a:lnTo>
                              <a:pt x="324" y="280"/>
                            </a:lnTo>
                            <a:lnTo>
                              <a:pt x="307" y="294"/>
                            </a:lnTo>
                            <a:lnTo>
                              <a:pt x="298" y="319"/>
                            </a:lnTo>
                            <a:lnTo>
                              <a:pt x="287" y="349"/>
                            </a:lnTo>
                            <a:lnTo>
                              <a:pt x="287" y="374"/>
                            </a:lnTo>
                            <a:lnTo>
                              <a:pt x="307" y="382"/>
                            </a:lnTo>
                            <a:lnTo>
                              <a:pt x="287" y="410"/>
                            </a:lnTo>
                            <a:lnTo>
                              <a:pt x="260" y="468"/>
                            </a:lnTo>
                            <a:lnTo>
                              <a:pt x="216" y="525"/>
                            </a:lnTo>
                            <a:lnTo>
                              <a:pt x="181" y="551"/>
                            </a:lnTo>
                            <a:lnTo>
                              <a:pt x="130" y="553"/>
                            </a:lnTo>
                            <a:lnTo>
                              <a:pt x="73" y="559"/>
                            </a:lnTo>
                            <a:lnTo>
                              <a:pt x="24" y="565"/>
                            </a:lnTo>
                            <a:lnTo>
                              <a:pt x="55" y="534"/>
                            </a:lnTo>
                            <a:lnTo>
                              <a:pt x="77" y="506"/>
                            </a:lnTo>
                            <a:lnTo>
                              <a:pt x="99" y="485"/>
                            </a:lnTo>
                            <a:lnTo>
                              <a:pt x="117" y="445"/>
                            </a:lnTo>
                            <a:lnTo>
                              <a:pt x="130" y="416"/>
                            </a:lnTo>
                            <a:lnTo>
                              <a:pt x="139" y="382"/>
                            </a:lnTo>
                            <a:lnTo>
                              <a:pt x="150" y="357"/>
                            </a:lnTo>
                            <a:lnTo>
                              <a:pt x="168" y="336"/>
                            </a:lnTo>
                            <a:lnTo>
                              <a:pt x="181" y="308"/>
                            </a:lnTo>
                            <a:lnTo>
                              <a:pt x="185" y="269"/>
                            </a:lnTo>
                          </a:path>
                        </a:pathLst>
                      </a:custGeom>
                      <a:solidFill>
                        <a:srgbClr val="FFA04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grpSp>
              </p:grpSp>
              <p:sp>
                <p:nvSpPr>
                  <p:cNvPr id="77" name="Freeform 21">
                    <a:extLst>
                      <a:ext uri="{FF2B5EF4-FFF2-40B4-BE49-F238E27FC236}">
                        <a16:creationId xmlns:a16="http://schemas.microsoft.com/office/drawing/2014/main" id="{7F05D67F-0763-3DC2-E587-7C8C1A154289}"/>
                      </a:ext>
                    </a:extLst>
                  </p:cNvPr>
                  <p:cNvSpPr>
                    <a:spLocks/>
                  </p:cNvSpPr>
                  <p:nvPr/>
                </p:nvSpPr>
                <p:spPr bwMode="auto">
                  <a:xfrm>
                    <a:off x="1728" y="990"/>
                    <a:ext cx="2309" cy="818"/>
                  </a:xfrm>
                  <a:custGeom>
                    <a:avLst/>
                    <a:gdLst>
                      <a:gd name="T0" fmla="*/ 179 w 2309"/>
                      <a:gd name="T1" fmla="*/ 786 h 818"/>
                      <a:gd name="T2" fmla="*/ 4 w 2309"/>
                      <a:gd name="T3" fmla="*/ 817 h 818"/>
                      <a:gd name="T4" fmla="*/ 13 w 2309"/>
                      <a:gd name="T5" fmla="*/ 665 h 818"/>
                      <a:gd name="T6" fmla="*/ 126 w 2309"/>
                      <a:gd name="T7" fmla="*/ 537 h 818"/>
                      <a:gd name="T8" fmla="*/ 161 w 2309"/>
                      <a:gd name="T9" fmla="*/ 432 h 818"/>
                      <a:gd name="T10" fmla="*/ 252 w 2309"/>
                      <a:gd name="T11" fmla="*/ 316 h 818"/>
                      <a:gd name="T12" fmla="*/ 305 w 2309"/>
                      <a:gd name="T13" fmla="*/ 258 h 818"/>
                      <a:gd name="T14" fmla="*/ 396 w 2309"/>
                      <a:gd name="T15" fmla="*/ 211 h 818"/>
                      <a:gd name="T16" fmla="*/ 422 w 2309"/>
                      <a:gd name="T17" fmla="*/ 224 h 818"/>
                      <a:gd name="T18" fmla="*/ 497 w 2309"/>
                      <a:gd name="T19" fmla="*/ 131 h 818"/>
                      <a:gd name="T20" fmla="*/ 575 w 2309"/>
                      <a:gd name="T21" fmla="*/ 172 h 818"/>
                      <a:gd name="T22" fmla="*/ 749 w 2309"/>
                      <a:gd name="T23" fmla="*/ 92 h 818"/>
                      <a:gd name="T24" fmla="*/ 807 w 2309"/>
                      <a:gd name="T25" fmla="*/ 100 h 818"/>
                      <a:gd name="T26" fmla="*/ 875 w 2309"/>
                      <a:gd name="T27" fmla="*/ 77 h 818"/>
                      <a:gd name="T28" fmla="*/ 942 w 2309"/>
                      <a:gd name="T29" fmla="*/ 69 h 818"/>
                      <a:gd name="T30" fmla="*/ 979 w 2309"/>
                      <a:gd name="T31" fmla="*/ 77 h 818"/>
                      <a:gd name="T32" fmla="*/ 1103 w 2309"/>
                      <a:gd name="T33" fmla="*/ 6 h 818"/>
                      <a:gd name="T34" fmla="*/ 1046 w 2309"/>
                      <a:gd name="T35" fmla="*/ 61 h 818"/>
                      <a:gd name="T36" fmla="*/ 1108 w 2309"/>
                      <a:gd name="T37" fmla="*/ 51 h 818"/>
                      <a:gd name="T38" fmla="*/ 1211 w 2309"/>
                      <a:gd name="T39" fmla="*/ 3 h 818"/>
                      <a:gd name="T40" fmla="*/ 1141 w 2309"/>
                      <a:gd name="T41" fmla="*/ 48 h 818"/>
                      <a:gd name="T42" fmla="*/ 1229 w 2309"/>
                      <a:gd name="T43" fmla="*/ 31 h 818"/>
                      <a:gd name="T44" fmla="*/ 1256 w 2309"/>
                      <a:gd name="T45" fmla="*/ 37 h 818"/>
                      <a:gd name="T46" fmla="*/ 1364 w 2309"/>
                      <a:gd name="T47" fmla="*/ 25 h 818"/>
                      <a:gd name="T48" fmla="*/ 1548 w 2309"/>
                      <a:gd name="T49" fmla="*/ 28 h 818"/>
                      <a:gd name="T50" fmla="*/ 1616 w 2309"/>
                      <a:gd name="T51" fmla="*/ 42 h 818"/>
                      <a:gd name="T52" fmla="*/ 1764 w 2309"/>
                      <a:gd name="T53" fmla="*/ 37 h 818"/>
                      <a:gd name="T54" fmla="*/ 1881 w 2309"/>
                      <a:gd name="T55" fmla="*/ 77 h 818"/>
                      <a:gd name="T56" fmla="*/ 1956 w 2309"/>
                      <a:gd name="T57" fmla="*/ 58 h 818"/>
                      <a:gd name="T58" fmla="*/ 1939 w 2309"/>
                      <a:gd name="T59" fmla="*/ 108 h 818"/>
                      <a:gd name="T60" fmla="*/ 2003 w 2309"/>
                      <a:gd name="T61" fmla="*/ 128 h 818"/>
                      <a:gd name="T62" fmla="*/ 2131 w 2309"/>
                      <a:gd name="T63" fmla="*/ 55 h 818"/>
                      <a:gd name="T64" fmla="*/ 2127 w 2309"/>
                      <a:gd name="T65" fmla="*/ 94 h 818"/>
                      <a:gd name="T66" fmla="*/ 2096 w 2309"/>
                      <a:gd name="T67" fmla="*/ 244 h 818"/>
                      <a:gd name="T68" fmla="*/ 2186 w 2309"/>
                      <a:gd name="T69" fmla="*/ 218 h 818"/>
                      <a:gd name="T70" fmla="*/ 2136 w 2309"/>
                      <a:gd name="T71" fmla="*/ 283 h 818"/>
                      <a:gd name="T72" fmla="*/ 2308 w 2309"/>
                      <a:gd name="T73" fmla="*/ 269 h 818"/>
                      <a:gd name="T74" fmla="*/ 1983 w 2309"/>
                      <a:gd name="T75" fmla="*/ 556 h 818"/>
                      <a:gd name="T76" fmla="*/ 1930 w 2309"/>
                      <a:gd name="T77" fmla="*/ 459 h 818"/>
                      <a:gd name="T78" fmla="*/ 1839 w 2309"/>
                      <a:gd name="T79" fmla="*/ 444 h 818"/>
                      <a:gd name="T80" fmla="*/ 1711 w 2309"/>
                      <a:gd name="T81" fmla="*/ 294 h 818"/>
                      <a:gd name="T82" fmla="*/ 1494 w 2309"/>
                      <a:gd name="T83" fmla="*/ 206 h 818"/>
                      <a:gd name="T84" fmla="*/ 1150 w 2309"/>
                      <a:gd name="T85" fmla="*/ 197 h 818"/>
                      <a:gd name="T86" fmla="*/ 849 w 2309"/>
                      <a:gd name="T87" fmla="*/ 238 h 818"/>
                      <a:gd name="T88" fmla="*/ 584 w 2309"/>
                      <a:gd name="T89" fmla="*/ 349 h 818"/>
                      <a:gd name="T90" fmla="*/ 440 w 2309"/>
                      <a:gd name="T91" fmla="*/ 462 h 818"/>
                      <a:gd name="T92" fmla="*/ 385 w 2309"/>
                      <a:gd name="T93" fmla="*/ 540 h 818"/>
                      <a:gd name="T94" fmla="*/ 367 w 2309"/>
                      <a:gd name="T95" fmla="*/ 556 h 818"/>
                      <a:gd name="T96" fmla="*/ 336 w 2309"/>
                      <a:gd name="T97" fmla="*/ 579 h 818"/>
                      <a:gd name="T98" fmla="*/ 332 w 2309"/>
                      <a:gd name="T99" fmla="*/ 623 h 818"/>
                      <a:gd name="T100" fmla="*/ 292 w 2309"/>
                      <a:gd name="T101" fmla="*/ 656 h 818"/>
                      <a:gd name="T102" fmla="*/ 292 w 2309"/>
                      <a:gd name="T103" fmla="*/ 711 h 818"/>
                      <a:gd name="T104" fmla="*/ 241 w 2309"/>
                      <a:gd name="T105" fmla="*/ 748 h 818"/>
                      <a:gd name="T106" fmla="*/ 228 w 2309"/>
                      <a:gd name="T107" fmla="*/ 771 h 81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309"/>
                      <a:gd name="T163" fmla="*/ 0 h 818"/>
                      <a:gd name="T164" fmla="*/ 2309 w 2309"/>
                      <a:gd name="T165" fmla="*/ 818 h 81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309" h="818">
                        <a:moveTo>
                          <a:pt x="228" y="771"/>
                        </a:moveTo>
                        <a:lnTo>
                          <a:pt x="179" y="786"/>
                        </a:lnTo>
                        <a:lnTo>
                          <a:pt x="130" y="800"/>
                        </a:lnTo>
                        <a:lnTo>
                          <a:pt x="4" y="817"/>
                        </a:lnTo>
                        <a:lnTo>
                          <a:pt x="0" y="756"/>
                        </a:lnTo>
                        <a:lnTo>
                          <a:pt x="13" y="665"/>
                        </a:lnTo>
                        <a:lnTo>
                          <a:pt x="84" y="599"/>
                        </a:lnTo>
                        <a:lnTo>
                          <a:pt x="126" y="537"/>
                        </a:lnTo>
                        <a:lnTo>
                          <a:pt x="157" y="507"/>
                        </a:lnTo>
                        <a:lnTo>
                          <a:pt x="161" y="432"/>
                        </a:lnTo>
                        <a:lnTo>
                          <a:pt x="183" y="401"/>
                        </a:lnTo>
                        <a:lnTo>
                          <a:pt x="252" y="316"/>
                        </a:lnTo>
                        <a:lnTo>
                          <a:pt x="292" y="275"/>
                        </a:lnTo>
                        <a:lnTo>
                          <a:pt x="305" y="258"/>
                        </a:lnTo>
                        <a:lnTo>
                          <a:pt x="367" y="258"/>
                        </a:lnTo>
                        <a:lnTo>
                          <a:pt x="396" y="211"/>
                        </a:lnTo>
                        <a:lnTo>
                          <a:pt x="405" y="227"/>
                        </a:lnTo>
                        <a:lnTo>
                          <a:pt x="422" y="224"/>
                        </a:lnTo>
                        <a:lnTo>
                          <a:pt x="453" y="161"/>
                        </a:lnTo>
                        <a:lnTo>
                          <a:pt x="497" y="131"/>
                        </a:lnTo>
                        <a:lnTo>
                          <a:pt x="489" y="203"/>
                        </a:lnTo>
                        <a:lnTo>
                          <a:pt x="575" y="172"/>
                        </a:lnTo>
                        <a:lnTo>
                          <a:pt x="676" y="131"/>
                        </a:lnTo>
                        <a:lnTo>
                          <a:pt x="749" y="92"/>
                        </a:lnTo>
                        <a:lnTo>
                          <a:pt x="758" y="117"/>
                        </a:lnTo>
                        <a:lnTo>
                          <a:pt x="807" y="100"/>
                        </a:lnTo>
                        <a:lnTo>
                          <a:pt x="849" y="72"/>
                        </a:lnTo>
                        <a:lnTo>
                          <a:pt x="875" y="77"/>
                        </a:lnTo>
                        <a:lnTo>
                          <a:pt x="906" y="97"/>
                        </a:lnTo>
                        <a:lnTo>
                          <a:pt x="942" y="69"/>
                        </a:lnTo>
                        <a:lnTo>
                          <a:pt x="1010" y="34"/>
                        </a:lnTo>
                        <a:lnTo>
                          <a:pt x="979" y="77"/>
                        </a:lnTo>
                        <a:lnTo>
                          <a:pt x="1006" y="61"/>
                        </a:lnTo>
                        <a:lnTo>
                          <a:pt x="1103" y="6"/>
                        </a:lnTo>
                        <a:lnTo>
                          <a:pt x="1050" y="39"/>
                        </a:lnTo>
                        <a:lnTo>
                          <a:pt x="1046" y="61"/>
                        </a:lnTo>
                        <a:lnTo>
                          <a:pt x="1081" y="52"/>
                        </a:lnTo>
                        <a:lnTo>
                          <a:pt x="1108" y="51"/>
                        </a:lnTo>
                        <a:lnTo>
                          <a:pt x="1154" y="28"/>
                        </a:lnTo>
                        <a:lnTo>
                          <a:pt x="1211" y="3"/>
                        </a:lnTo>
                        <a:lnTo>
                          <a:pt x="1150" y="37"/>
                        </a:lnTo>
                        <a:lnTo>
                          <a:pt x="1141" y="48"/>
                        </a:lnTo>
                        <a:lnTo>
                          <a:pt x="1158" y="48"/>
                        </a:lnTo>
                        <a:lnTo>
                          <a:pt x="1229" y="31"/>
                        </a:lnTo>
                        <a:lnTo>
                          <a:pt x="1289" y="0"/>
                        </a:lnTo>
                        <a:lnTo>
                          <a:pt x="1256" y="37"/>
                        </a:lnTo>
                        <a:lnTo>
                          <a:pt x="1298" y="31"/>
                        </a:lnTo>
                        <a:lnTo>
                          <a:pt x="1364" y="25"/>
                        </a:lnTo>
                        <a:lnTo>
                          <a:pt x="1499" y="25"/>
                        </a:lnTo>
                        <a:lnTo>
                          <a:pt x="1548" y="28"/>
                        </a:lnTo>
                        <a:lnTo>
                          <a:pt x="1581" y="34"/>
                        </a:lnTo>
                        <a:lnTo>
                          <a:pt x="1616" y="42"/>
                        </a:lnTo>
                        <a:lnTo>
                          <a:pt x="1651" y="51"/>
                        </a:lnTo>
                        <a:lnTo>
                          <a:pt x="1764" y="37"/>
                        </a:lnTo>
                        <a:lnTo>
                          <a:pt x="1835" y="55"/>
                        </a:lnTo>
                        <a:lnTo>
                          <a:pt x="1881" y="77"/>
                        </a:lnTo>
                        <a:lnTo>
                          <a:pt x="1908" y="77"/>
                        </a:lnTo>
                        <a:lnTo>
                          <a:pt x="1956" y="58"/>
                        </a:lnTo>
                        <a:lnTo>
                          <a:pt x="1974" y="86"/>
                        </a:lnTo>
                        <a:lnTo>
                          <a:pt x="1939" y="108"/>
                        </a:lnTo>
                        <a:lnTo>
                          <a:pt x="1983" y="131"/>
                        </a:lnTo>
                        <a:lnTo>
                          <a:pt x="2003" y="128"/>
                        </a:lnTo>
                        <a:lnTo>
                          <a:pt x="2091" y="92"/>
                        </a:lnTo>
                        <a:lnTo>
                          <a:pt x="2131" y="55"/>
                        </a:lnTo>
                        <a:lnTo>
                          <a:pt x="2164" y="6"/>
                        </a:lnTo>
                        <a:lnTo>
                          <a:pt x="2127" y="94"/>
                        </a:lnTo>
                        <a:lnTo>
                          <a:pt x="2021" y="172"/>
                        </a:lnTo>
                        <a:lnTo>
                          <a:pt x="2096" y="244"/>
                        </a:lnTo>
                        <a:lnTo>
                          <a:pt x="2105" y="230"/>
                        </a:lnTo>
                        <a:lnTo>
                          <a:pt x="2186" y="218"/>
                        </a:lnTo>
                        <a:lnTo>
                          <a:pt x="2204" y="230"/>
                        </a:lnTo>
                        <a:lnTo>
                          <a:pt x="2136" y="283"/>
                        </a:lnTo>
                        <a:lnTo>
                          <a:pt x="2182" y="301"/>
                        </a:lnTo>
                        <a:lnTo>
                          <a:pt x="2308" y="269"/>
                        </a:lnTo>
                        <a:lnTo>
                          <a:pt x="2034" y="568"/>
                        </a:lnTo>
                        <a:lnTo>
                          <a:pt x="1983" y="556"/>
                        </a:lnTo>
                        <a:lnTo>
                          <a:pt x="1930" y="527"/>
                        </a:lnTo>
                        <a:lnTo>
                          <a:pt x="1930" y="459"/>
                        </a:lnTo>
                        <a:lnTo>
                          <a:pt x="1961" y="447"/>
                        </a:lnTo>
                        <a:lnTo>
                          <a:pt x="1839" y="444"/>
                        </a:lnTo>
                        <a:lnTo>
                          <a:pt x="1839" y="366"/>
                        </a:lnTo>
                        <a:lnTo>
                          <a:pt x="1711" y="294"/>
                        </a:lnTo>
                        <a:lnTo>
                          <a:pt x="1603" y="241"/>
                        </a:lnTo>
                        <a:lnTo>
                          <a:pt x="1494" y="206"/>
                        </a:lnTo>
                        <a:lnTo>
                          <a:pt x="1302" y="197"/>
                        </a:lnTo>
                        <a:lnTo>
                          <a:pt x="1150" y="197"/>
                        </a:lnTo>
                        <a:lnTo>
                          <a:pt x="993" y="211"/>
                        </a:lnTo>
                        <a:lnTo>
                          <a:pt x="849" y="238"/>
                        </a:lnTo>
                        <a:lnTo>
                          <a:pt x="710" y="286"/>
                        </a:lnTo>
                        <a:lnTo>
                          <a:pt x="584" y="349"/>
                        </a:lnTo>
                        <a:lnTo>
                          <a:pt x="520" y="379"/>
                        </a:lnTo>
                        <a:lnTo>
                          <a:pt x="440" y="462"/>
                        </a:lnTo>
                        <a:lnTo>
                          <a:pt x="418" y="504"/>
                        </a:lnTo>
                        <a:lnTo>
                          <a:pt x="385" y="540"/>
                        </a:lnTo>
                        <a:lnTo>
                          <a:pt x="367" y="540"/>
                        </a:lnTo>
                        <a:lnTo>
                          <a:pt x="367" y="556"/>
                        </a:lnTo>
                        <a:lnTo>
                          <a:pt x="345" y="579"/>
                        </a:lnTo>
                        <a:lnTo>
                          <a:pt x="336" y="579"/>
                        </a:lnTo>
                        <a:lnTo>
                          <a:pt x="336" y="601"/>
                        </a:lnTo>
                        <a:lnTo>
                          <a:pt x="332" y="623"/>
                        </a:lnTo>
                        <a:lnTo>
                          <a:pt x="310" y="637"/>
                        </a:lnTo>
                        <a:lnTo>
                          <a:pt x="292" y="656"/>
                        </a:lnTo>
                        <a:lnTo>
                          <a:pt x="248" y="696"/>
                        </a:lnTo>
                        <a:lnTo>
                          <a:pt x="292" y="711"/>
                        </a:lnTo>
                        <a:lnTo>
                          <a:pt x="261" y="717"/>
                        </a:lnTo>
                        <a:lnTo>
                          <a:pt x="241" y="748"/>
                        </a:lnTo>
                        <a:lnTo>
                          <a:pt x="261" y="742"/>
                        </a:lnTo>
                        <a:lnTo>
                          <a:pt x="228" y="771"/>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grpSp>
            <p:grpSp>
              <p:nvGrpSpPr>
                <p:cNvPr id="70" name="Group 22">
                  <a:extLst>
                    <a:ext uri="{FF2B5EF4-FFF2-40B4-BE49-F238E27FC236}">
                      <a16:creationId xmlns:a16="http://schemas.microsoft.com/office/drawing/2014/main" id="{E287C180-51FD-92AE-D94A-B43DC278F5C8}"/>
                    </a:ext>
                  </a:extLst>
                </p:cNvPr>
                <p:cNvGrpSpPr>
                  <a:grpSpLocks/>
                </p:cNvGrpSpPr>
                <p:nvPr/>
              </p:nvGrpSpPr>
              <p:grpSpPr bwMode="auto">
                <a:xfrm>
                  <a:off x="2410" y="1322"/>
                  <a:ext cx="794" cy="234"/>
                  <a:chOff x="2410" y="1322"/>
                  <a:chExt cx="794" cy="234"/>
                </a:xfrm>
              </p:grpSpPr>
              <p:sp>
                <p:nvSpPr>
                  <p:cNvPr id="74" name="Freeform 23">
                    <a:extLst>
                      <a:ext uri="{FF2B5EF4-FFF2-40B4-BE49-F238E27FC236}">
                        <a16:creationId xmlns:a16="http://schemas.microsoft.com/office/drawing/2014/main" id="{8C6EC52E-3679-3AF3-AC84-7652E7AC8ACC}"/>
                      </a:ext>
                    </a:extLst>
                  </p:cNvPr>
                  <p:cNvSpPr>
                    <a:spLocks/>
                  </p:cNvSpPr>
                  <p:nvPr/>
                </p:nvSpPr>
                <p:spPr bwMode="auto">
                  <a:xfrm>
                    <a:off x="2410" y="1322"/>
                    <a:ext cx="794" cy="230"/>
                  </a:xfrm>
                  <a:custGeom>
                    <a:avLst/>
                    <a:gdLst>
                      <a:gd name="T0" fmla="*/ 0 w 794"/>
                      <a:gd name="T1" fmla="*/ 171 h 230"/>
                      <a:gd name="T2" fmla="*/ 15 w 794"/>
                      <a:gd name="T3" fmla="*/ 144 h 230"/>
                      <a:gd name="T4" fmla="*/ 63 w 794"/>
                      <a:gd name="T5" fmla="*/ 118 h 230"/>
                      <a:gd name="T6" fmla="*/ 124 w 794"/>
                      <a:gd name="T7" fmla="*/ 91 h 230"/>
                      <a:gd name="T8" fmla="*/ 166 w 794"/>
                      <a:gd name="T9" fmla="*/ 75 h 230"/>
                      <a:gd name="T10" fmla="*/ 214 w 794"/>
                      <a:gd name="T11" fmla="*/ 61 h 230"/>
                      <a:gd name="T12" fmla="*/ 275 w 794"/>
                      <a:gd name="T13" fmla="*/ 46 h 230"/>
                      <a:gd name="T14" fmla="*/ 346 w 794"/>
                      <a:gd name="T15" fmla="*/ 35 h 230"/>
                      <a:gd name="T16" fmla="*/ 412 w 794"/>
                      <a:gd name="T17" fmla="*/ 24 h 230"/>
                      <a:gd name="T18" fmla="*/ 453 w 794"/>
                      <a:gd name="T19" fmla="*/ 16 h 230"/>
                      <a:gd name="T20" fmla="*/ 514 w 794"/>
                      <a:gd name="T21" fmla="*/ 5 h 230"/>
                      <a:gd name="T22" fmla="*/ 558 w 794"/>
                      <a:gd name="T23" fmla="*/ 0 h 230"/>
                      <a:gd name="T24" fmla="*/ 608 w 794"/>
                      <a:gd name="T25" fmla="*/ 0 h 230"/>
                      <a:gd name="T26" fmla="*/ 647 w 794"/>
                      <a:gd name="T27" fmla="*/ 16 h 230"/>
                      <a:gd name="T28" fmla="*/ 686 w 794"/>
                      <a:gd name="T29" fmla="*/ 35 h 230"/>
                      <a:gd name="T30" fmla="*/ 721 w 794"/>
                      <a:gd name="T31" fmla="*/ 58 h 230"/>
                      <a:gd name="T32" fmla="*/ 767 w 794"/>
                      <a:gd name="T33" fmla="*/ 77 h 230"/>
                      <a:gd name="T34" fmla="*/ 793 w 794"/>
                      <a:gd name="T35" fmla="*/ 88 h 230"/>
                      <a:gd name="T36" fmla="*/ 771 w 794"/>
                      <a:gd name="T37" fmla="*/ 110 h 230"/>
                      <a:gd name="T38" fmla="*/ 721 w 794"/>
                      <a:gd name="T39" fmla="*/ 93 h 230"/>
                      <a:gd name="T40" fmla="*/ 660 w 794"/>
                      <a:gd name="T41" fmla="*/ 75 h 230"/>
                      <a:gd name="T42" fmla="*/ 617 w 794"/>
                      <a:gd name="T43" fmla="*/ 64 h 230"/>
                      <a:gd name="T44" fmla="*/ 562 w 794"/>
                      <a:gd name="T45" fmla="*/ 50 h 230"/>
                      <a:gd name="T46" fmla="*/ 523 w 794"/>
                      <a:gd name="T47" fmla="*/ 47 h 230"/>
                      <a:gd name="T48" fmla="*/ 484 w 794"/>
                      <a:gd name="T49" fmla="*/ 50 h 230"/>
                      <a:gd name="T50" fmla="*/ 453 w 794"/>
                      <a:gd name="T51" fmla="*/ 58 h 230"/>
                      <a:gd name="T52" fmla="*/ 412 w 794"/>
                      <a:gd name="T53" fmla="*/ 75 h 230"/>
                      <a:gd name="T54" fmla="*/ 355 w 794"/>
                      <a:gd name="T55" fmla="*/ 91 h 230"/>
                      <a:gd name="T56" fmla="*/ 312 w 794"/>
                      <a:gd name="T57" fmla="*/ 107 h 230"/>
                      <a:gd name="T58" fmla="*/ 266 w 794"/>
                      <a:gd name="T59" fmla="*/ 123 h 230"/>
                      <a:gd name="T60" fmla="*/ 218 w 794"/>
                      <a:gd name="T61" fmla="*/ 141 h 230"/>
                      <a:gd name="T62" fmla="*/ 187 w 794"/>
                      <a:gd name="T63" fmla="*/ 157 h 230"/>
                      <a:gd name="T64" fmla="*/ 148 w 794"/>
                      <a:gd name="T65" fmla="*/ 173 h 230"/>
                      <a:gd name="T66" fmla="*/ 102 w 794"/>
                      <a:gd name="T67" fmla="*/ 192 h 230"/>
                      <a:gd name="T68" fmla="*/ 54 w 794"/>
                      <a:gd name="T69" fmla="*/ 213 h 230"/>
                      <a:gd name="T70" fmla="*/ 11 w 794"/>
                      <a:gd name="T71" fmla="*/ 229 h 230"/>
                      <a:gd name="T72" fmla="*/ 0 w 794"/>
                      <a:gd name="T73" fmla="*/ 224 h 230"/>
                      <a:gd name="T74" fmla="*/ 0 w 794"/>
                      <a:gd name="T75" fmla="*/ 201 h 230"/>
                      <a:gd name="T76" fmla="*/ 0 w 794"/>
                      <a:gd name="T77" fmla="*/ 171 h 23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794"/>
                      <a:gd name="T118" fmla="*/ 0 h 230"/>
                      <a:gd name="T119" fmla="*/ 794 w 794"/>
                      <a:gd name="T120" fmla="*/ 230 h 230"/>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794" h="230">
                        <a:moveTo>
                          <a:pt x="0" y="171"/>
                        </a:moveTo>
                        <a:lnTo>
                          <a:pt x="15" y="144"/>
                        </a:lnTo>
                        <a:lnTo>
                          <a:pt x="63" y="118"/>
                        </a:lnTo>
                        <a:lnTo>
                          <a:pt x="124" y="91"/>
                        </a:lnTo>
                        <a:lnTo>
                          <a:pt x="166" y="75"/>
                        </a:lnTo>
                        <a:lnTo>
                          <a:pt x="214" y="61"/>
                        </a:lnTo>
                        <a:lnTo>
                          <a:pt x="275" y="46"/>
                        </a:lnTo>
                        <a:lnTo>
                          <a:pt x="346" y="35"/>
                        </a:lnTo>
                        <a:lnTo>
                          <a:pt x="412" y="24"/>
                        </a:lnTo>
                        <a:lnTo>
                          <a:pt x="453" y="16"/>
                        </a:lnTo>
                        <a:lnTo>
                          <a:pt x="514" y="5"/>
                        </a:lnTo>
                        <a:lnTo>
                          <a:pt x="558" y="0"/>
                        </a:lnTo>
                        <a:lnTo>
                          <a:pt x="608" y="0"/>
                        </a:lnTo>
                        <a:lnTo>
                          <a:pt x="647" y="16"/>
                        </a:lnTo>
                        <a:lnTo>
                          <a:pt x="686" y="35"/>
                        </a:lnTo>
                        <a:lnTo>
                          <a:pt x="721" y="58"/>
                        </a:lnTo>
                        <a:lnTo>
                          <a:pt x="767" y="77"/>
                        </a:lnTo>
                        <a:lnTo>
                          <a:pt x="793" y="88"/>
                        </a:lnTo>
                        <a:lnTo>
                          <a:pt x="771" y="110"/>
                        </a:lnTo>
                        <a:lnTo>
                          <a:pt x="721" y="93"/>
                        </a:lnTo>
                        <a:lnTo>
                          <a:pt x="660" y="75"/>
                        </a:lnTo>
                        <a:lnTo>
                          <a:pt x="617" y="64"/>
                        </a:lnTo>
                        <a:lnTo>
                          <a:pt x="562" y="50"/>
                        </a:lnTo>
                        <a:lnTo>
                          <a:pt x="523" y="47"/>
                        </a:lnTo>
                        <a:lnTo>
                          <a:pt x="484" y="50"/>
                        </a:lnTo>
                        <a:lnTo>
                          <a:pt x="453" y="58"/>
                        </a:lnTo>
                        <a:lnTo>
                          <a:pt x="412" y="75"/>
                        </a:lnTo>
                        <a:lnTo>
                          <a:pt x="355" y="91"/>
                        </a:lnTo>
                        <a:lnTo>
                          <a:pt x="312" y="107"/>
                        </a:lnTo>
                        <a:lnTo>
                          <a:pt x="266" y="123"/>
                        </a:lnTo>
                        <a:lnTo>
                          <a:pt x="218" y="141"/>
                        </a:lnTo>
                        <a:lnTo>
                          <a:pt x="187" y="157"/>
                        </a:lnTo>
                        <a:lnTo>
                          <a:pt x="148" y="173"/>
                        </a:lnTo>
                        <a:lnTo>
                          <a:pt x="102" y="192"/>
                        </a:lnTo>
                        <a:lnTo>
                          <a:pt x="54" y="213"/>
                        </a:lnTo>
                        <a:lnTo>
                          <a:pt x="11" y="229"/>
                        </a:lnTo>
                        <a:lnTo>
                          <a:pt x="0" y="224"/>
                        </a:lnTo>
                        <a:lnTo>
                          <a:pt x="0" y="201"/>
                        </a:lnTo>
                        <a:lnTo>
                          <a:pt x="0" y="171"/>
                        </a:lnTo>
                      </a:path>
                    </a:pathLst>
                  </a:custGeom>
                  <a:solidFill>
                    <a:srgbClr val="C0600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75" name="Freeform 24">
                    <a:extLst>
                      <a:ext uri="{FF2B5EF4-FFF2-40B4-BE49-F238E27FC236}">
                        <a16:creationId xmlns:a16="http://schemas.microsoft.com/office/drawing/2014/main" id="{4DEC4116-2A2E-EE39-459A-C6A4128B7831}"/>
                      </a:ext>
                    </a:extLst>
                  </p:cNvPr>
                  <p:cNvSpPr>
                    <a:spLocks/>
                  </p:cNvSpPr>
                  <p:nvPr/>
                </p:nvSpPr>
                <p:spPr bwMode="auto">
                  <a:xfrm>
                    <a:off x="2410" y="1380"/>
                    <a:ext cx="342" cy="176"/>
                  </a:xfrm>
                  <a:custGeom>
                    <a:avLst/>
                    <a:gdLst>
                      <a:gd name="T0" fmla="*/ 341 w 342"/>
                      <a:gd name="T1" fmla="*/ 0 h 176"/>
                      <a:gd name="T2" fmla="*/ 311 w 342"/>
                      <a:gd name="T3" fmla="*/ 19 h 176"/>
                      <a:gd name="T4" fmla="*/ 275 w 342"/>
                      <a:gd name="T5" fmla="*/ 32 h 176"/>
                      <a:gd name="T6" fmla="*/ 229 w 342"/>
                      <a:gd name="T7" fmla="*/ 46 h 176"/>
                      <a:gd name="T8" fmla="*/ 174 w 342"/>
                      <a:gd name="T9" fmla="*/ 67 h 176"/>
                      <a:gd name="T10" fmla="*/ 142 w 342"/>
                      <a:gd name="T11" fmla="*/ 79 h 176"/>
                      <a:gd name="T12" fmla="*/ 116 w 342"/>
                      <a:gd name="T13" fmla="*/ 93 h 176"/>
                      <a:gd name="T14" fmla="*/ 104 w 342"/>
                      <a:gd name="T15" fmla="*/ 104 h 176"/>
                      <a:gd name="T16" fmla="*/ 104 w 342"/>
                      <a:gd name="T17" fmla="*/ 109 h 176"/>
                      <a:gd name="T18" fmla="*/ 116 w 342"/>
                      <a:gd name="T19" fmla="*/ 112 h 176"/>
                      <a:gd name="T20" fmla="*/ 129 w 342"/>
                      <a:gd name="T21" fmla="*/ 112 h 176"/>
                      <a:gd name="T22" fmla="*/ 144 w 342"/>
                      <a:gd name="T23" fmla="*/ 109 h 176"/>
                      <a:gd name="T24" fmla="*/ 161 w 342"/>
                      <a:gd name="T25" fmla="*/ 106 h 176"/>
                      <a:gd name="T26" fmla="*/ 182 w 342"/>
                      <a:gd name="T27" fmla="*/ 101 h 176"/>
                      <a:gd name="T28" fmla="*/ 174 w 342"/>
                      <a:gd name="T29" fmla="*/ 106 h 176"/>
                      <a:gd name="T30" fmla="*/ 152 w 342"/>
                      <a:gd name="T31" fmla="*/ 120 h 176"/>
                      <a:gd name="T32" fmla="*/ 138 w 342"/>
                      <a:gd name="T33" fmla="*/ 131 h 176"/>
                      <a:gd name="T34" fmla="*/ 112 w 342"/>
                      <a:gd name="T35" fmla="*/ 141 h 176"/>
                      <a:gd name="T36" fmla="*/ 91 w 342"/>
                      <a:gd name="T37" fmla="*/ 151 h 176"/>
                      <a:gd name="T38" fmla="*/ 61 w 342"/>
                      <a:gd name="T39" fmla="*/ 162 h 176"/>
                      <a:gd name="T40" fmla="*/ 36 w 342"/>
                      <a:gd name="T41" fmla="*/ 170 h 176"/>
                      <a:gd name="T42" fmla="*/ 15 w 342"/>
                      <a:gd name="T43" fmla="*/ 175 h 176"/>
                      <a:gd name="T44" fmla="*/ 0 w 342"/>
                      <a:gd name="T45" fmla="*/ 175 h 176"/>
                      <a:gd name="T46" fmla="*/ 0 w 342"/>
                      <a:gd name="T47" fmla="*/ 159 h 176"/>
                      <a:gd name="T48" fmla="*/ 4 w 342"/>
                      <a:gd name="T49" fmla="*/ 144 h 176"/>
                      <a:gd name="T50" fmla="*/ 11 w 342"/>
                      <a:gd name="T51" fmla="*/ 120 h 176"/>
                      <a:gd name="T52" fmla="*/ 23 w 342"/>
                      <a:gd name="T53" fmla="*/ 104 h 176"/>
                      <a:gd name="T54" fmla="*/ 32 w 342"/>
                      <a:gd name="T55" fmla="*/ 93 h 176"/>
                      <a:gd name="T56" fmla="*/ 53 w 342"/>
                      <a:gd name="T57" fmla="*/ 79 h 176"/>
                      <a:gd name="T58" fmla="*/ 78 w 342"/>
                      <a:gd name="T59" fmla="*/ 69 h 176"/>
                      <a:gd name="T60" fmla="*/ 112 w 342"/>
                      <a:gd name="T61" fmla="*/ 57 h 176"/>
                      <a:gd name="T62" fmla="*/ 142 w 342"/>
                      <a:gd name="T63" fmla="*/ 46 h 176"/>
                      <a:gd name="T64" fmla="*/ 169 w 342"/>
                      <a:gd name="T65" fmla="*/ 35 h 176"/>
                      <a:gd name="T66" fmla="*/ 199 w 342"/>
                      <a:gd name="T67" fmla="*/ 24 h 176"/>
                      <a:gd name="T68" fmla="*/ 225 w 342"/>
                      <a:gd name="T69" fmla="*/ 16 h 176"/>
                      <a:gd name="T70" fmla="*/ 246 w 342"/>
                      <a:gd name="T71" fmla="*/ 8 h 176"/>
                      <a:gd name="T72" fmla="*/ 258 w 342"/>
                      <a:gd name="T73" fmla="*/ 5 h 176"/>
                      <a:gd name="T74" fmla="*/ 275 w 342"/>
                      <a:gd name="T75" fmla="*/ 3 h 176"/>
                      <a:gd name="T76" fmla="*/ 294 w 342"/>
                      <a:gd name="T77" fmla="*/ 0 h 176"/>
                      <a:gd name="T78" fmla="*/ 316 w 342"/>
                      <a:gd name="T79" fmla="*/ 0 h 176"/>
                      <a:gd name="T80" fmla="*/ 341 w 342"/>
                      <a:gd name="T81" fmla="*/ 0 h 17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42"/>
                      <a:gd name="T124" fmla="*/ 0 h 176"/>
                      <a:gd name="T125" fmla="*/ 342 w 342"/>
                      <a:gd name="T126" fmla="*/ 176 h 17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42" h="176">
                        <a:moveTo>
                          <a:pt x="341" y="0"/>
                        </a:moveTo>
                        <a:lnTo>
                          <a:pt x="311" y="19"/>
                        </a:lnTo>
                        <a:lnTo>
                          <a:pt x="275" y="32"/>
                        </a:lnTo>
                        <a:lnTo>
                          <a:pt x="229" y="46"/>
                        </a:lnTo>
                        <a:lnTo>
                          <a:pt x="174" y="67"/>
                        </a:lnTo>
                        <a:lnTo>
                          <a:pt x="142" y="79"/>
                        </a:lnTo>
                        <a:lnTo>
                          <a:pt x="116" y="93"/>
                        </a:lnTo>
                        <a:lnTo>
                          <a:pt x="104" y="104"/>
                        </a:lnTo>
                        <a:lnTo>
                          <a:pt x="104" y="109"/>
                        </a:lnTo>
                        <a:lnTo>
                          <a:pt x="116" y="112"/>
                        </a:lnTo>
                        <a:lnTo>
                          <a:pt x="129" y="112"/>
                        </a:lnTo>
                        <a:lnTo>
                          <a:pt x="144" y="109"/>
                        </a:lnTo>
                        <a:lnTo>
                          <a:pt x="161" y="106"/>
                        </a:lnTo>
                        <a:lnTo>
                          <a:pt x="182" y="101"/>
                        </a:lnTo>
                        <a:lnTo>
                          <a:pt x="174" y="106"/>
                        </a:lnTo>
                        <a:lnTo>
                          <a:pt x="152" y="120"/>
                        </a:lnTo>
                        <a:lnTo>
                          <a:pt x="138" y="131"/>
                        </a:lnTo>
                        <a:lnTo>
                          <a:pt x="112" y="141"/>
                        </a:lnTo>
                        <a:lnTo>
                          <a:pt x="91" y="151"/>
                        </a:lnTo>
                        <a:lnTo>
                          <a:pt x="61" y="162"/>
                        </a:lnTo>
                        <a:lnTo>
                          <a:pt x="36" y="170"/>
                        </a:lnTo>
                        <a:lnTo>
                          <a:pt x="15" y="175"/>
                        </a:lnTo>
                        <a:lnTo>
                          <a:pt x="0" y="175"/>
                        </a:lnTo>
                        <a:lnTo>
                          <a:pt x="0" y="159"/>
                        </a:lnTo>
                        <a:lnTo>
                          <a:pt x="4" y="144"/>
                        </a:lnTo>
                        <a:lnTo>
                          <a:pt x="11" y="120"/>
                        </a:lnTo>
                        <a:lnTo>
                          <a:pt x="23" y="104"/>
                        </a:lnTo>
                        <a:lnTo>
                          <a:pt x="32" y="93"/>
                        </a:lnTo>
                        <a:lnTo>
                          <a:pt x="53" y="79"/>
                        </a:lnTo>
                        <a:lnTo>
                          <a:pt x="78" y="69"/>
                        </a:lnTo>
                        <a:lnTo>
                          <a:pt x="112" y="57"/>
                        </a:lnTo>
                        <a:lnTo>
                          <a:pt x="142" y="46"/>
                        </a:lnTo>
                        <a:lnTo>
                          <a:pt x="169" y="35"/>
                        </a:lnTo>
                        <a:lnTo>
                          <a:pt x="199" y="24"/>
                        </a:lnTo>
                        <a:lnTo>
                          <a:pt x="225" y="16"/>
                        </a:lnTo>
                        <a:lnTo>
                          <a:pt x="246" y="8"/>
                        </a:lnTo>
                        <a:lnTo>
                          <a:pt x="258" y="5"/>
                        </a:lnTo>
                        <a:lnTo>
                          <a:pt x="275" y="3"/>
                        </a:lnTo>
                        <a:lnTo>
                          <a:pt x="294" y="0"/>
                        </a:lnTo>
                        <a:lnTo>
                          <a:pt x="316" y="0"/>
                        </a:lnTo>
                        <a:lnTo>
                          <a:pt x="341" y="0"/>
                        </a:lnTo>
                      </a:path>
                    </a:pathLst>
                  </a:custGeom>
                  <a:solidFill>
                    <a:srgbClr val="60300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grpSp>
            <p:grpSp>
              <p:nvGrpSpPr>
                <p:cNvPr id="71" name="Group 25">
                  <a:extLst>
                    <a:ext uri="{FF2B5EF4-FFF2-40B4-BE49-F238E27FC236}">
                      <a16:creationId xmlns:a16="http://schemas.microsoft.com/office/drawing/2014/main" id="{269BD9E4-7A96-F61E-398E-765AF2930935}"/>
                    </a:ext>
                  </a:extLst>
                </p:cNvPr>
                <p:cNvGrpSpPr>
                  <a:grpSpLocks/>
                </p:cNvGrpSpPr>
                <p:nvPr/>
              </p:nvGrpSpPr>
              <p:grpSpPr bwMode="auto">
                <a:xfrm>
                  <a:off x="1821" y="1225"/>
                  <a:ext cx="1636" cy="696"/>
                  <a:chOff x="1821" y="1225"/>
                  <a:chExt cx="1636" cy="696"/>
                </a:xfrm>
              </p:grpSpPr>
              <p:sp>
                <p:nvSpPr>
                  <p:cNvPr id="72" name="Freeform 26">
                    <a:extLst>
                      <a:ext uri="{FF2B5EF4-FFF2-40B4-BE49-F238E27FC236}">
                        <a16:creationId xmlns:a16="http://schemas.microsoft.com/office/drawing/2014/main" id="{2E680DC6-F802-1FE0-82A2-00C42D057682}"/>
                      </a:ext>
                    </a:extLst>
                  </p:cNvPr>
                  <p:cNvSpPr>
                    <a:spLocks/>
                  </p:cNvSpPr>
                  <p:nvPr/>
                </p:nvSpPr>
                <p:spPr bwMode="auto">
                  <a:xfrm>
                    <a:off x="1821" y="1225"/>
                    <a:ext cx="1455" cy="696"/>
                  </a:xfrm>
                  <a:custGeom>
                    <a:avLst/>
                    <a:gdLst>
                      <a:gd name="T0" fmla="*/ 20 w 1455"/>
                      <a:gd name="T1" fmla="*/ 695 h 696"/>
                      <a:gd name="T2" fmla="*/ 99 w 1455"/>
                      <a:gd name="T3" fmla="*/ 689 h 696"/>
                      <a:gd name="T4" fmla="*/ 180 w 1455"/>
                      <a:gd name="T5" fmla="*/ 650 h 696"/>
                      <a:gd name="T6" fmla="*/ 242 w 1455"/>
                      <a:gd name="T7" fmla="*/ 601 h 696"/>
                      <a:gd name="T8" fmla="*/ 310 w 1455"/>
                      <a:gd name="T9" fmla="*/ 546 h 696"/>
                      <a:gd name="T10" fmla="*/ 354 w 1455"/>
                      <a:gd name="T11" fmla="*/ 488 h 696"/>
                      <a:gd name="T12" fmla="*/ 407 w 1455"/>
                      <a:gd name="T13" fmla="*/ 422 h 696"/>
                      <a:gd name="T14" fmla="*/ 433 w 1455"/>
                      <a:gd name="T15" fmla="*/ 376 h 696"/>
                      <a:gd name="T16" fmla="*/ 493 w 1455"/>
                      <a:gd name="T17" fmla="*/ 331 h 696"/>
                      <a:gd name="T18" fmla="*/ 537 w 1455"/>
                      <a:gd name="T19" fmla="*/ 290 h 696"/>
                      <a:gd name="T20" fmla="*/ 572 w 1455"/>
                      <a:gd name="T21" fmla="*/ 242 h 696"/>
                      <a:gd name="T22" fmla="*/ 618 w 1455"/>
                      <a:gd name="T23" fmla="*/ 199 h 696"/>
                      <a:gd name="T24" fmla="*/ 715 w 1455"/>
                      <a:gd name="T25" fmla="*/ 149 h 696"/>
                      <a:gd name="T26" fmla="*/ 814 w 1455"/>
                      <a:gd name="T27" fmla="*/ 105 h 696"/>
                      <a:gd name="T28" fmla="*/ 926 w 1455"/>
                      <a:gd name="T29" fmla="*/ 74 h 696"/>
                      <a:gd name="T30" fmla="*/ 1043 w 1455"/>
                      <a:gd name="T31" fmla="*/ 53 h 696"/>
                      <a:gd name="T32" fmla="*/ 1139 w 1455"/>
                      <a:gd name="T33" fmla="*/ 50 h 696"/>
                      <a:gd name="T34" fmla="*/ 1234 w 1455"/>
                      <a:gd name="T35" fmla="*/ 64 h 696"/>
                      <a:gd name="T36" fmla="*/ 1329 w 1455"/>
                      <a:gd name="T37" fmla="*/ 88 h 696"/>
                      <a:gd name="T38" fmla="*/ 1403 w 1455"/>
                      <a:gd name="T39" fmla="*/ 108 h 696"/>
                      <a:gd name="T40" fmla="*/ 1454 w 1455"/>
                      <a:gd name="T41" fmla="*/ 136 h 696"/>
                      <a:gd name="T42" fmla="*/ 1454 w 1455"/>
                      <a:gd name="T43" fmla="*/ 113 h 696"/>
                      <a:gd name="T44" fmla="*/ 1412 w 1455"/>
                      <a:gd name="T45" fmla="*/ 88 h 696"/>
                      <a:gd name="T46" fmla="*/ 1282 w 1455"/>
                      <a:gd name="T47" fmla="*/ 53 h 696"/>
                      <a:gd name="T48" fmla="*/ 1221 w 1455"/>
                      <a:gd name="T49" fmla="*/ 31 h 696"/>
                      <a:gd name="T50" fmla="*/ 1238 w 1455"/>
                      <a:gd name="T51" fmla="*/ 25 h 696"/>
                      <a:gd name="T52" fmla="*/ 1320 w 1455"/>
                      <a:gd name="T53" fmla="*/ 31 h 696"/>
                      <a:gd name="T54" fmla="*/ 1386 w 1455"/>
                      <a:gd name="T55" fmla="*/ 28 h 696"/>
                      <a:gd name="T56" fmla="*/ 1417 w 1455"/>
                      <a:gd name="T57" fmla="*/ 39 h 696"/>
                      <a:gd name="T58" fmla="*/ 1425 w 1455"/>
                      <a:gd name="T59" fmla="*/ 53 h 696"/>
                      <a:gd name="T60" fmla="*/ 1408 w 1455"/>
                      <a:gd name="T61" fmla="*/ 25 h 696"/>
                      <a:gd name="T62" fmla="*/ 1355 w 1455"/>
                      <a:gd name="T63" fmla="*/ 11 h 696"/>
                      <a:gd name="T64" fmla="*/ 1282 w 1455"/>
                      <a:gd name="T65" fmla="*/ 3 h 696"/>
                      <a:gd name="T66" fmla="*/ 1216 w 1455"/>
                      <a:gd name="T67" fmla="*/ 0 h 696"/>
                      <a:gd name="T68" fmla="*/ 1148 w 1455"/>
                      <a:gd name="T69" fmla="*/ 17 h 696"/>
                      <a:gd name="T70" fmla="*/ 1078 w 1455"/>
                      <a:gd name="T71" fmla="*/ 34 h 696"/>
                      <a:gd name="T72" fmla="*/ 1001 w 1455"/>
                      <a:gd name="T73" fmla="*/ 45 h 696"/>
                      <a:gd name="T74" fmla="*/ 895 w 1455"/>
                      <a:gd name="T75" fmla="*/ 64 h 696"/>
                      <a:gd name="T76" fmla="*/ 836 w 1455"/>
                      <a:gd name="T77" fmla="*/ 77 h 696"/>
                      <a:gd name="T78" fmla="*/ 752 w 1455"/>
                      <a:gd name="T79" fmla="*/ 97 h 696"/>
                      <a:gd name="T80" fmla="*/ 697 w 1455"/>
                      <a:gd name="T81" fmla="*/ 133 h 696"/>
                      <a:gd name="T82" fmla="*/ 614 w 1455"/>
                      <a:gd name="T83" fmla="*/ 177 h 696"/>
                      <a:gd name="T84" fmla="*/ 550 w 1455"/>
                      <a:gd name="T85" fmla="*/ 224 h 696"/>
                      <a:gd name="T86" fmla="*/ 488 w 1455"/>
                      <a:gd name="T87" fmla="*/ 273 h 696"/>
                      <a:gd name="T88" fmla="*/ 429 w 1455"/>
                      <a:gd name="T89" fmla="*/ 333 h 696"/>
                      <a:gd name="T90" fmla="*/ 385 w 1455"/>
                      <a:gd name="T91" fmla="*/ 378 h 696"/>
                      <a:gd name="T92" fmla="*/ 350 w 1455"/>
                      <a:gd name="T93" fmla="*/ 425 h 696"/>
                      <a:gd name="T94" fmla="*/ 301 w 1455"/>
                      <a:gd name="T95" fmla="*/ 482 h 696"/>
                      <a:gd name="T96" fmla="*/ 273 w 1455"/>
                      <a:gd name="T97" fmla="*/ 527 h 696"/>
                      <a:gd name="T98" fmla="*/ 242 w 1455"/>
                      <a:gd name="T99" fmla="*/ 565 h 696"/>
                      <a:gd name="T100" fmla="*/ 185 w 1455"/>
                      <a:gd name="T101" fmla="*/ 587 h 696"/>
                      <a:gd name="T102" fmla="*/ 134 w 1455"/>
                      <a:gd name="T103" fmla="*/ 631 h 696"/>
                      <a:gd name="T104" fmla="*/ 73 w 1455"/>
                      <a:gd name="T105" fmla="*/ 653 h 69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455"/>
                      <a:gd name="T160" fmla="*/ 0 h 696"/>
                      <a:gd name="T161" fmla="*/ 1455 w 1455"/>
                      <a:gd name="T162" fmla="*/ 696 h 69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455" h="696">
                        <a:moveTo>
                          <a:pt x="0" y="689"/>
                        </a:moveTo>
                        <a:lnTo>
                          <a:pt x="20" y="695"/>
                        </a:lnTo>
                        <a:lnTo>
                          <a:pt x="59" y="695"/>
                        </a:lnTo>
                        <a:lnTo>
                          <a:pt x="99" y="689"/>
                        </a:lnTo>
                        <a:lnTo>
                          <a:pt x="143" y="667"/>
                        </a:lnTo>
                        <a:lnTo>
                          <a:pt x="180" y="650"/>
                        </a:lnTo>
                        <a:lnTo>
                          <a:pt x="211" y="626"/>
                        </a:lnTo>
                        <a:lnTo>
                          <a:pt x="242" y="601"/>
                        </a:lnTo>
                        <a:lnTo>
                          <a:pt x="273" y="576"/>
                        </a:lnTo>
                        <a:lnTo>
                          <a:pt x="310" y="546"/>
                        </a:lnTo>
                        <a:lnTo>
                          <a:pt x="337" y="521"/>
                        </a:lnTo>
                        <a:lnTo>
                          <a:pt x="354" y="488"/>
                        </a:lnTo>
                        <a:lnTo>
                          <a:pt x="385" y="450"/>
                        </a:lnTo>
                        <a:lnTo>
                          <a:pt x="407" y="422"/>
                        </a:lnTo>
                        <a:lnTo>
                          <a:pt x="420" y="394"/>
                        </a:lnTo>
                        <a:lnTo>
                          <a:pt x="433" y="376"/>
                        </a:lnTo>
                        <a:lnTo>
                          <a:pt x="466" y="356"/>
                        </a:lnTo>
                        <a:lnTo>
                          <a:pt x="493" y="331"/>
                        </a:lnTo>
                        <a:lnTo>
                          <a:pt x="515" y="311"/>
                        </a:lnTo>
                        <a:lnTo>
                          <a:pt x="537" y="290"/>
                        </a:lnTo>
                        <a:lnTo>
                          <a:pt x="554" y="268"/>
                        </a:lnTo>
                        <a:lnTo>
                          <a:pt x="572" y="242"/>
                        </a:lnTo>
                        <a:lnTo>
                          <a:pt x="592" y="219"/>
                        </a:lnTo>
                        <a:lnTo>
                          <a:pt x="618" y="199"/>
                        </a:lnTo>
                        <a:lnTo>
                          <a:pt x="662" y="174"/>
                        </a:lnTo>
                        <a:lnTo>
                          <a:pt x="715" y="149"/>
                        </a:lnTo>
                        <a:lnTo>
                          <a:pt x="761" y="125"/>
                        </a:lnTo>
                        <a:lnTo>
                          <a:pt x="814" y="105"/>
                        </a:lnTo>
                        <a:lnTo>
                          <a:pt x="858" y="88"/>
                        </a:lnTo>
                        <a:lnTo>
                          <a:pt x="926" y="74"/>
                        </a:lnTo>
                        <a:lnTo>
                          <a:pt x="996" y="62"/>
                        </a:lnTo>
                        <a:lnTo>
                          <a:pt x="1043" y="53"/>
                        </a:lnTo>
                        <a:lnTo>
                          <a:pt x="1087" y="50"/>
                        </a:lnTo>
                        <a:lnTo>
                          <a:pt x="1139" y="50"/>
                        </a:lnTo>
                        <a:lnTo>
                          <a:pt x="1186" y="53"/>
                        </a:lnTo>
                        <a:lnTo>
                          <a:pt x="1234" y="64"/>
                        </a:lnTo>
                        <a:lnTo>
                          <a:pt x="1282" y="74"/>
                        </a:lnTo>
                        <a:lnTo>
                          <a:pt x="1329" y="88"/>
                        </a:lnTo>
                        <a:lnTo>
                          <a:pt x="1364" y="99"/>
                        </a:lnTo>
                        <a:lnTo>
                          <a:pt x="1403" y="108"/>
                        </a:lnTo>
                        <a:lnTo>
                          <a:pt x="1430" y="119"/>
                        </a:lnTo>
                        <a:lnTo>
                          <a:pt x="1454" y="136"/>
                        </a:lnTo>
                        <a:lnTo>
                          <a:pt x="1454" y="122"/>
                        </a:lnTo>
                        <a:lnTo>
                          <a:pt x="1454" y="113"/>
                        </a:lnTo>
                        <a:lnTo>
                          <a:pt x="1454" y="105"/>
                        </a:lnTo>
                        <a:lnTo>
                          <a:pt x="1412" y="88"/>
                        </a:lnTo>
                        <a:lnTo>
                          <a:pt x="1333" y="66"/>
                        </a:lnTo>
                        <a:lnTo>
                          <a:pt x="1282" y="53"/>
                        </a:lnTo>
                        <a:lnTo>
                          <a:pt x="1243" y="39"/>
                        </a:lnTo>
                        <a:lnTo>
                          <a:pt x="1221" y="31"/>
                        </a:lnTo>
                        <a:lnTo>
                          <a:pt x="1208" y="25"/>
                        </a:lnTo>
                        <a:lnTo>
                          <a:pt x="1238" y="25"/>
                        </a:lnTo>
                        <a:lnTo>
                          <a:pt x="1274" y="28"/>
                        </a:lnTo>
                        <a:lnTo>
                          <a:pt x="1320" y="31"/>
                        </a:lnTo>
                        <a:lnTo>
                          <a:pt x="1346" y="31"/>
                        </a:lnTo>
                        <a:lnTo>
                          <a:pt x="1386" y="28"/>
                        </a:lnTo>
                        <a:lnTo>
                          <a:pt x="1399" y="28"/>
                        </a:lnTo>
                        <a:lnTo>
                          <a:pt x="1417" y="39"/>
                        </a:lnTo>
                        <a:lnTo>
                          <a:pt x="1421" y="42"/>
                        </a:lnTo>
                        <a:lnTo>
                          <a:pt x="1425" y="53"/>
                        </a:lnTo>
                        <a:lnTo>
                          <a:pt x="1430" y="39"/>
                        </a:lnTo>
                        <a:lnTo>
                          <a:pt x="1408" y="25"/>
                        </a:lnTo>
                        <a:lnTo>
                          <a:pt x="1381" y="17"/>
                        </a:lnTo>
                        <a:lnTo>
                          <a:pt x="1355" y="11"/>
                        </a:lnTo>
                        <a:lnTo>
                          <a:pt x="1320" y="6"/>
                        </a:lnTo>
                        <a:lnTo>
                          <a:pt x="1282" y="3"/>
                        </a:lnTo>
                        <a:lnTo>
                          <a:pt x="1252" y="0"/>
                        </a:lnTo>
                        <a:lnTo>
                          <a:pt x="1216" y="0"/>
                        </a:lnTo>
                        <a:lnTo>
                          <a:pt x="1181" y="6"/>
                        </a:lnTo>
                        <a:lnTo>
                          <a:pt x="1148" y="17"/>
                        </a:lnTo>
                        <a:lnTo>
                          <a:pt x="1117" y="25"/>
                        </a:lnTo>
                        <a:lnTo>
                          <a:pt x="1078" y="34"/>
                        </a:lnTo>
                        <a:lnTo>
                          <a:pt x="1043" y="39"/>
                        </a:lnTo>
                        <a:lnTo>
                          <a:pt x="1001" y="45"/>
                        </a:lnTo>
                        <a:lnTo>
                          <a:pt x="957" y="53"/>
                        </a:lnTo>
                        <a:lnTo>
                          <a:pt x="895" y="64"/>
                        </a:lnTo>
                        <a:lnTo>
                          <a:pt x="862" y="71"/>
                        </a:lnTo>
                        <a:lnTo>
                          <a:pt x="836" y="77"/>
                        </a:lnTo>
                        <a:lnTo>
                          <a:pt x="792" y="88"/>
                        </a:lnTo>
                        <a:lnTo>
                          <a:pt x="752" y="97"/>
                        </a:lnTo>
                        <a:lnTo>
                          <a:pt x="724" y="116"/>
                        </a:lnTo>
                        <a:lnTo>
                          <a:pt x="697" y="133"/>
                        </a:lnTo>
                        <a:lnTo>
                          <a:pt x="653" y="151"/>
                        </a:lnTo>
                        <a:lnTo>
                          <a:pt x="614" y="177"/>
                        </a:lnTo>
                        <a:lnTo>
                          <a:pt x="572" y="202"/>
                        </a:lnTo>
                        <a:lnTo>
                          <a:pt x="550" y="224"/>
                        </a:lnTo>
                        <a:lnTo>
                          <a:pt x="515" y="251"/>
                        </a:lnTo>
                        <a:lnTo>
                          <a:pt x="488" y="273"/>
                        </a:lnTo>
                        <a:lnTo>
                          <a:pt x="458" y="301"/>
                        </a:lnTo>
                        <a:lnTo>
                          <a:pt x="429" y="333"/>
                        </a:lnTo>
                        <a:lnTo>
                          <a:pt x="407" y="359"/>
                        </a:lnTo>
                        <a:lnTo>
                          <a:pt x="385" y="378"/>
                        </a:lnTo>
                        <a:lnTo>
                          <a:pt x="363" y="405"/>
                        </a:lnTo>
                        <a:lnTo>
                          <a:pt x="350" y="425"/>
                        </a:lnTo>
                        <a:lnTo>
                          <a:pt x="328" y="455"/>
                        </a:lnTo>
                        <a:lnTo>
                          <a:pt x="301" y="482"/>
                        </a:lnTo>
                        <a:lnTo>
                          <a:pt x="286" y="510"/>
                        </a:lnTo>
                        <a:lnTo>
                          <a:pt x="273" y="527"/>
                        </a:lnTo>
                        <a:lnTo>
                          <a:pt x="260" y="546"/>
                        </a:lnTo>
                        <a:lnTo>
                          <a:pt x="242" y="565"/>
                        </a:lnTo>
                        <a:lnTo>
                          <a:pt x="216" y="576"/>
                        </a:lnTo>
                        <a:lnTo>
                          <a:pt x="185" y="587"/>
                        </a:lnTo>
                        <a:lnTo>
                          <a:pt x="154" y="612"/>
                        </a:lnTo>
                        <a:lnTo>
                          <a:pt x="134" y="631"/>
                        </a:lnTo>
                        <a:lnTo>
                          <a:pt x="108" y="639"/>
                        </a:lnTo>
                        <a:lnTo>
                          <a:pt x="73" y="653"/>
                        </a:lnTo>
                        <a:lnTo>
                          <a:pt x="0" y="689"/>
                        </a:lnTo>
                      </a:path>
                    </a:pathLst>
                  </a:custGeom>
                  <a:solidFill>
                    <a:srgbClr val="20100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73" name="Freeform 27">
                    <a:extLst>
                      <a:ext uri="{FF2B5EF4-FFF2-40B4-BE49-F238E27FC236}">
                        <a16:creationId xmlns:a16="http://schemas.microsoft.com/office/drawing/2014/main" id="{B901B161-6C9A-F460-6E20-3A879DE00939}"/>
                      </a:ext>
                    </a:extLst>
                  </p:cNvPr>
                  <p:cNvSpPr>
                    <a:spLocks/>
                  </p:cNvSpPr>
                  <p:nvPr/>
                </p:nvSpPr>
                <p:spPr bwMode="auto">
                  <a:xfrm>
                    <a:off x="2755" y="1303"/>
                    <a:ext cx="702" cy="182"/>
                  </a:xfrm>
                  <a:custGeom>
                    <a:avLst/>
                    <a:gdLst>
                      <a:gd name="T0" fmla="*/ 449 w 702"/>
                      <a:gd name="T1" fmla="*/ 108 h 182"/>
                      <a:gd name="T2" fmla="*/ 573 w 702"/>
                      <a:gd name="T3" fmla="*/ 146 h 182"/>
                      <a:gd name="T4" fmla="*/ 612 w 702"/>
                      <a:gd name="T5" fmla="*/ 168 h 182"/>
                      <a:gd name="T6" fmla="*/ 664 w 702"/>
                      <a:gd name="T7" fmla="*/ 181 h 182"/>
                      <a:gd name="T8" fmla="*/ 701 w 702"/>
                      <a:gd name="T9" fmla="*/ 181 h 182"/>
                      <a:gd name="T10" fmla="*/ 638 w 702"/>
                      <a:gd name="T11" fmla="*/ 162 h 182"/>
                      <a:gd name="T12" fmla="*/ 506 w 702"/>
                      <a:gd name="T13" fmla="*/ 113 h 182"/>
                      <a:gd name="T14" fmla="*/ 462 w 702"/>
                      <a:gd name="T15" fmla="*/ 94 h 182"/>
                      <a:gd name="T16" fmla="*/ 419 w 702"/>
                      <a:gd name="T17" fmla="*/ 79 h 182"/>
                      <a:gd name="T18" fmla="*/ 388 w 702"/>
                      <a:gd name="T19" fmla="*/ 61 h 182"/>
                      <a:gd name="T20" fmla="*/ 365 w 702"/>
                      <a:gd name="T21" fmla="*/ 45 h 182"/>
                      <a:gd name="T22" fmla="*/ 330 w 702"/>
                      <a:gd name="T23" fmla="*/ 27 h 182"/>
                      <a:gd name="T24" fmla="*/ 313 w 702"/>
                      <a:gd name="T25" fmla="*/ 21 h 182"/>
                      <a:gd name="T26" fmla="*/ 269 w 702"/>
                      <a:gd name="T27" fmla="*/ 5 h 182"/>
                      <a:gd name="T28" fmla="*/ 228 w 702"/>
                      <a:gd name="T29" fmla="*/ 0 h 182"/>
                      <a:gd name="T30" fmla="*/ 180 w 702"/>
                      <a:gd name="T31" fmla="*/ 0 h 182"/>
                      <a:gd name="T32" fmla="*/ 124 w 702"/>
                      <a:gd name="T33" fmla="*/ 13 h 182"/>
                      <a:gd name="T34" fmla="*/ 98 w 702"/>
                      <a:gd name="T35" fmla="*/ 16 h 182"/>
                      <a:gd name="T36" fmla="*/ 52 w 702"/>
                      <a:gd name="T37" fmla="*/ 29 h 182"/>
                      <a:gd name="T38" fmla="*/ 0 w 702"/>
                      <a:gd name="T39" fmla="*/ 53 h 182"/>
                      <a:gd name="T40" fmla="*/ 35 w 702"/>
                      <a:gd name="T41" fmla="*/ 53 h 182"/>
                      <a:gd name="T42" fmla="*/ 95 w 702"/>
                      <a:gd name="T43" fmla="*/ 45 h 182"/>
                      <a:gd name="T44" fmla="*/ 154 w 702"/>
                      <a:gd name="T45" fmla="*/ 35 h 182"/>
                      <a:gd name="T46" fmla="*/ 189 w 702"/>
                      <a:gd name="T47" fmla="*/ 27 h 182"/>
                      <a:gd name="T48" fmla="*/ 224 w 702"/>
                      <a:gd name="T49" fmla="*/ 21 h 182"/>
                      <a:gd name="T50" fmla="*/ 273 w 702"/>
                      <a:gd name="T51" fmla="*/ 27 h 182"/>
                      <a:gd name="T52" fmla="*/ 339 w 702"/>
                      <a:gd name="T53" fmla="*/ 56 h 182"/>
                      <a:gd name="T54" fmla="*/ 410 w 702"/>
                      <a:gd name="T55" fmla="*/ 94 h 182"/>
                      <a:gd name="T56" fmla="*/ 449 w 702"/>
                      <a:gd name="T57" fmla="*/ 108 h 18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02"/>
                      <a:gd name="T88" fmla="*/ 0 h 182"/>
                      <a:gd name="T89" fmla="*/ 702 w 702"/>
                      <a:gd name="T90" fmla="*/ 182 h 18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02" h="182">
                        <a:moveTo>
                          <a:pt x="449" y="108"/>
                        </a:moveTo>
                        <a:lnTo>
                          <a:pt x="573" y="146"/>
                        </a:lnTo>
                        <a:lnTo>
                          <a:pt x="612" y="168"/>
                        </a:lnTo>
                        <a:lnTo>
                          <a:pt x="664" y="181"/>
                        </a:lnTo>
                        <a:lnTo>
                          <a:pt x="701" y="181"/>
                        </a:lnTo>
                        <a:lnTo>
                          <a:pt x="638" y="162"/>
                        </a:lnTo>
                        <a:lnTo>
                          <a:pt x="506" y="113"/>
                        </a:lnTo>
                        <a:lnTo>
                          <a:pt x="462" y="94"/>
                        </a:lnTo>
                        <a:lnTo>
                          <a:pt x="419" y="79"/>
                        </a:lnTo>
                        <a:lnTo>
                          <a:pt x="388" y="61"/>
                        </a:lnTo>
                        <a:lnTo>
                          <a:pt x="365" y="45"/>
                        </a:lnTo>
                        <a:lnTo>
                          <a:pt x="330" y="27"/>
                        </a:lnTo>
                        <a:lnTo>
                          <a:pt x="313" y="21"/>
                        </a:lnTo>
                        <a:lnTo>
                          <a:pt x="269" y="5"/>
                        </a:lnTo>
                        <a:lnTo>
                          <a:pt x="228" y="0"/>
                        </a:lnTo>
                        <a:lnTo>
                          <a:pt x="180" y="0"/>
                        </a:lnTo>
                        <a:lnTo>
                          <a:pt x="124" y="13"/>
                        </a:lnTo>
                        <a:lnTo>
                          <a:pt x="98" y="16"/>
                        </a:lnTo>
                        <a:lnTo>
                          <a:pt x="52" y="29"/>
                        </a:lnTo>
                        <a:lnTo>
                          <a:pt x="0" y="53"/>
                        </a:lnTo>
                        <a:lnTo>
                          <a:pt x="35" y="53"/>
                        </a:lnTo>
                        <a:lnTo>
                          <a:pt x="95" y="45"/>
                        </a:lnTo>
                        <a:lnTo>
                          <a:pt x="154" y="35"/>
                        </a:lnTo>
                        <a:lnTo>
                          <a:pt x="189" y="27"/>
                        </a:lnTo>
                        <a:lnTo>
                          <a:pt x="224" y="21"/>
                        </a:lnTo>
                        <a:lnTo>
                          <a:pt x="273" y="27"/>
                        </a:lnTo>
                        <a:lnTo>
                          <a:pt x="339" y="56"/>
                        </a:lnTo>
                        <a:lnTo>
                          <a:pt x="410" y="94"/>
                        </a:lnTo>
                        <a:lnTo>
                          <a:pt x="449" y="108"/>
                        </a:lnTo>
                      </a:path>
                    </a:pathLst>
                  </a:custGeom>
                  <a:solidFill>
                    <a:srgbClr val="231105"/>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grpSp>
          </p:grpSp>
          <p:grpSp>
            <p:nvGrpSpPr>
              <p:cNvPr id="41" name="Group 28">
                <a:extLst>
                  <a:ext uri="{FF2B5EF4-FFF2-40B4-BE49-F238E27FC236}">
                    <a16:creationId xmlns:a16="http://schemas.microsoft.com/office/drawing/2014/main" id="{8D54E052-1905-4C78-41F6-57AA13B82658}"/>
                  </a:ext>
                </a:extLst>
              </p:cNvPr>
              <p:cNvGrpSpPr>
                <a:grpSpLocks/>
              </p:cNvGrpSpPr>
              <p:nvPr/>
            </p:nvGrpSpPr>
            <p:grpSpPr bwMode="auto">
              <a:xfrm>
                <a:off x="1801" y="1372"/>
                <a:ext cx="1662" cy="765"/>
                <a:chOff x="1801" y="1372"/>
                <a:chExt cx="1662" cy="765"/>
              </a:xfrm>
            </p:grpSpPr>
            <p:grpSp>
              <p:nvGrpSpPr>
                <p:cNvPr id="42" name="Group 29">
                  <a:extLst>
                    <a:ext uri="{FF2B5EF4-FFF2-40B4-BE49-F238E27FC236}">
                      <a16:creationId xmlns:a16="http://schemas.microsoft.com/office/drawing/2014/main" id="{EC849678-3B17-4C4F-634F-91DF798185E6}"/>
                    </a:ext>
                  </a:extLst>
                </p:cNvPr>
                <p:cNvGrpSpPr>
                  <a:grpSpLocks/>
                </p:cNvGrpSpPr>
                <p:nvPr/>
              </p:nvGrpSpPr>
              <p:grpSpPr bwMode="auto">
                <a:xfrm>
                  <a:off x="1801" y="1372"/>
                  <a:ext cx="1662" cy="765"/>
                  <a:chOff x="1801" y="1372"/>
                  <a:chExt cx="1662" cy="765"/>
                </a:xfrm>
              </p:grpSpPr>
              <p:sp>
                <p:nvSpPr>
                  <p:cNvPr id="48" name="Freeform 30">
                    <a:extLst>
                      <a:ext uri="{FF2B5EF4-FFF2-40B4-BE49-F238E27FC236}">
                        <a16:creationId xmlns:a16="http://schemas.microsoft.com/office/drawing/2014/main" id="{D25B5650-B517-EB73-319F-8C6119DD7519}"/>
                      </a:ext>
                    </a:extLst>
                  </p:cNvPr>
                  <p:cNvSpPr>
                    <a:spLocks/>
                  </p:cNvSpPr>
                  <p:nvPr/>
                </p:nvSpPr>
                <p:spPr bwMode="auto">
                  <a:xfrm>
                    <a:off x="1801" y="1372"/>
                    <a:ext cx="1662" cy="765"/>
                  </a:xfrm>
                  <a:custGeom>
                    <a:avLst/>
                    <a:gdLst>
                      <a:gd name="T0" fmla="*/ 9 w 1662"/>
                      <a:gd name="T1" fmla="*/ 709 h 765"/>
                      <a:gd name="T2" fmla="*/ 0 w 1662"/>
                      <a:gd name="T3" fmla="*/ 739 h 765"/>
                      <a:gd name="T4" fmla="*/ 26 w 1662"/>
                      <a:gd name="T5" fmla="*/ 758 h 765"/>
                      <a:gd name="T6" fmla="*/ 73 w 1662"/>
                      <a:gd name="T7" fmla="*/ 764 h 765"/>
                      <a:gd name="T8" fmla="*/ 121 w 1662"/>
                      <a:gd name="T9" fmla="*/ 739 h 765"/>
                      <a:gd name="T10" fmla="*/ 220 w 1662"/>
                      <a:gd name="T11" fmla="*/ 676 h 765"/>
                      <a:gd name="T12" fmla="*/ 324 w 1662"/>
                      <a:gd name="T13" fmla="*/ 587 h 765"/>
                      <a:gd name="T14" fmla="*/ 408 w 1662"/>
                      <a:gd name="T15" fmla="*/ 524 h 765"/>
                      <a:gd name="T16" fmla="*/ 447 w 1662"/>
                      <a:gd name="T17" fmla="*/ 496 h 765"/>
                      <a:gd name="T18" fmla="*/ 498 w 1662"/>
                      <a:gd name="T19" fmla="*/ 493 h 765"/>
                      <a:gd name="T20" fmla="*/ 538 w 1662"/>
                      <a:gd name="T21" fmla="*/ 501 h 765"/>
                      <a:gd name="T22" fmla="*/ 546 w 1662"/>
                      <a:gd name="T23" fmla="*/ 478 h 765"/>
                      <a:gd name="T24" fmla="*/ 555 w 1662"/>
                      <a:gd name="T25" fmla="*/ 458 h 765"/>
                      <a:gd name="T26" fmla="*/ 586 w 1662"/>
                      <a:gd name="T27" fmla="*/ 438 h 765"/>
                      <a:gd name="T28" fmla="*/ 615 w 1662"/>
                      <a:gd name="T29" fmla="*/ 424 h 765"/>
                      <a:gd name="T30" fmla="*/ 623 w 1662"/>
                      <a:gd name="T31" fmla="*/ 410 h 765"/>
                      <a:gd name="T32" fmla="*/ 641 w 1662"/>
                      <a:gd name="T33" fmla="*/ 407 h 765"/>
                      <a:gd name="T34" fmla="*/ 672 w 1662"/>
                      <a:gd name="T35" fmla="*/ 421 h 765"/>
                      <a:gd name="T36" fmla="*/ 729 w 1662"/>
                      <a:gd name="T37" fmla="*/ 433 h 765"/>
                      <a:gd name="T38" fmla="*/ 789 w 1662"/>
                      <a:gd name="T39" fmla="*/ 433 h 765"/>
                      <a:gd name="T40" fmla="*/ 872 w 1662"/>
                      <a:gd name="T41" fmla="*/ 433 h 765"/>
                      <a:gd name="T42" fmla="*/ 949 w 1662"/>
                      <a:gd name="T43" fmla="*/ 424 h 765"/>
                      <a:gd name="T44" fmla="*/ 1042 w 1662"/>
                      <a:gd name="T45" fmla="*/ 410 h 765"/>
                      <a:gd name="T46" fmla="*/ 1119 w 1662"/>
                      <a:gd name="T47" fmla="*/ 403 h 765"/>
                      <a:gd name="T48" fmla="*/ 1196 w 1662"/>
                      <a:gd name="T49" fmla="*/ 395 h 765"/>
                      <a:gd name="T50" fmla="*/ 1253 w 1662"/>
                      <a:gd name="T51" fmla="*/ 381 h 765"/>
                      <a:gd name="T52" fmla="*/ 1320 w 1662"/>
                      <a:gd name="T53" fmla="*/ 361 h 765"/>
                      <a:gd name="T54" fmla="*/ 1388 w 1662"/>
                      <a:gd name="T55" fmla="*/ 333 h 765"/>
                      <a:gd name="T56" fmla="*/ 1454 w 1662"/>
                      <a:gd name="T57" fmla="*/ 301 h 765"/>
                      <a:gd name="T58" fmla="*/ 1522 w 1662"/>
                      <a:gd name="T59" fmla="*/ 267 h 765"/>
                      <a:gd name="T60" fmla="*/ 1588 w 1662"/>
                      <a:gd name="T61" fmla="*/ 223 h 765"/>
                      <a:gd name="T62" fmla="*/ 1610 w 1662"/>
                      <a:gd name="T63" fmla="*/ 198 h 765"/>
                      <a:gd name="T64" fmla="*/ 1661 w 1662"/>
                      <a:gd name="T65" fmla="*/ 198 h 765"/>
                      <a:gd name="T66" fmla="*/ 1624 w 1662"/>
                      <a:gd name="T67" fmla="*/ 162 h 765"/>
                      <a:gd name="T68" fmla="*/ 1544 w 1662"/>
                      <a:gd name="T69" fmla="*/ 124 h 765"/>
                      <a:gd name="T70" fmla="*/ 1467 w 1662"/>
                      <a:gd name="T71" fmla="*/ 84 h 765"/>
                      <a:gd name="T72" fmla="*/ 1370 w 1662"/>
                      <a:gd name="T73" fmla="*/ 58 h 765"/>
                      <a:gd name="T74" fmla="*/ 1289 w 1662"/>
                      <a:gd name="T75" fmla="*/ 29 h 765"/>
                      <a:gd name="T76" fmla="*/ 1218 w 1662"/>
                      <a:gd name="T77" fmla="*/ 10 h 765"/>
                      <a:gd name="T78" fmla="*/ 1137 w 1662"/>
                      <a:gd name="T79" fmla="*/ 0 h 765"/>
                      <a:gd name="T80" fmla="*/ 1066 w 1662"/>
                      <a:gd name="T81" fmla="*/ 7 h 765"/>
                      <a:gd name="T82" fmla="*/ 1011 w 1662"/>
                      <a:gd name="T83" fmla="*/ 29 h 765"/>
                      <a:gd name="T84" fmla="*/ 949 w 1662"/>
                      <a:gd name="T85" fmla="*/ 52 h 765"/>
                      <a:gd name="T86" fmla="*/ 881 w 1662"/>
                      <a:gd name="T87" fmla="*/ 72 h 765"/>
                      <a:gd name="T88" fmla="*/ 824 w 1662"/>
                      <a:gd name="T89" fmla="*/ 98 h 765"/>
                      <a:gd name="T90" fmla="*/ 762 w 1662"/>
                      <a:gd name="T91" fmla="*/ 129 h 765"/>
                      <a:gd name="T92" fmla="*/ 712 w 1662"/>
                      <a:gd name="T93" fmla="*/ 154 h 765"/>
                      <a:gd name="T94" fmla="*/ 663 w 1662"/>
                      <a:gd name="T95" fmla="*/ 176 h 765"/>
                      <a:gd name="T96" fmla="*/ 623 w 1662"/>
                      <a:gd name="T97" fmla="*/ 187 h 765"/>
                      <a:gd name="T98" fmla="*/ 595 w 1662"/>
                      <a:gd name="T99" fmla="*/ 232 h 765"/>
                      <a:gd name="T100" fmla="*/ 560 w 1662"/>
                      <a:gd name="T101" fmla="*/ 292 h 765"/>
                      <a:gd name="T102" fmla="*/ 511 w 1662"/>
                      <a:gd name="T103" fmla="*/ 347 h 765"/>
                      <a:gd name="T104" fmla="*/ 460 w 1662"/>
                      <a:gd name="T105" fmla="*/ 395 h 765"/>
                      <a:gd name="T106" fmla="*/ 394 w 1662"/>
                      <a:gd name="T107" fmla="*/ 444 h 765"/>
                      <a:gd name="T108" fmla="*/ 333 w 1662"/>
                      <a:gd name="T109" fmla="*/ 496 h 765"/>
                      <a:gd name="T110" fmla="*/ 304 w 1662"/>
                      <a:gd name="T111" fmla="*/ 535 h 765"/>
                      <a:gd name="T112" fmla="*/ 264 w 1662"/>
                      <a:gd name="T113" fmla="*/ 570 h 765"/>
                      <a:gd name="T114" fmla="*/ 185 w 1662"/>
                      <a:gd name="T115" fmla="*/ 618 h 765"/>
                      <a:gd name="T116" fmla="*/ 26 w 1662"/>
                      <a:gd name="T117" fmla="*/ 684 h 76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662"/>
                      <a:gd name="T178" fmla="*/ 0 h 765"/>
                      <a:gd name="T179" fmla="*/ 1662 w 1662"/>
                      <a:gd name="T180" fmla="*/ 765 h 765"/>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662" h="765">
                        <a:moveTo>
                          <a:pt x="26" y="684"/>
                        </a:moveTo>
                        <a:lnTo>
                          <a:pt x="9" y="709"/>
                        </a:lnTo>
                        <a:lnTo>
                          <a:pt x="4" y="723"/>
                        </a:lnTo>
                        <a:lnTo>
                          <a:pt x="0" y="739"/>
                        </a:lnTo>
                        <a:lnTo>
                          <a:pt x="13" y="753"/>
                        </a:lnTo>
                        <a:lnTo>
                          <a:pt x="26" y="758"/>
                        </a:lnTo>
                        <a:lnTo>
                          <a:pt x="46" y="764"/>
                        </a:lnTo>
                        <a:lnTo>
                          <a:pt x="73" y="764"/>
                        </a:lnTo>
                        <a:lnTo>
                          <a:pt x="99" y="753"/>
                        </a:lnTo>
                        <a:lnTo>
                          <a:pt x="121" y="739"/>
                        </a:lnTo>
                        <a:lnTo>
                          <a:pt x="170" y="712"/>
                        </a:lnTo>
                        <a:lnTo>
                          <a:pt x="220" y="676"/>
                        </a:lnTo>
                        <a:lnTo>
                          <a:pt x="282" y="629"/>
                        </a:lnTo>
                        <a:lnTo>
                          <a:pt x="324" y="587"/>
                        </a:lnTo>
                        <a:lnTo>
                          <a:pt x="372" y="552"/>
                        </a:lnTo>
                        <a:lnTo>
                          <a:pt x="408" y="524"/>
                        </a:lnTo>
                        <a:lnTo>
                          <a:pt x="434" y="507"/>
                        </a:lnTo>
                        <a:lnTo>
                          <a:pt x="447" y="496"/>
                        </a:lnTo>
                        <a:lnTo>
                          <a:pt x="463" y="490"/>
                        </a:lnTo>
                        <a:lnTo>
                          <a:pt x="498" y="493"/>
                        </a:lnTo>
                        <a:lnTo>
                          <a:pt x="511" y="496"/>
                        </a:lnTo>
                        <a:lnTo>
                          <a:pt x="538" y="501"/>
                        </a:lnTo>
                        <a:lnTo>
                          <a:pt x="546" y="496"/>
                        </a:lnTo>
                        <a:lnTo>
                          <a:pt x="546" y="478"/>
                        </a:lnTo>
                        <a:lnTo>
                          <a:pt x="546" y="466"/>
                        </a:lnTo>
                        <a:lnTo>
                          <a:pt x="555" y="458"/>
                        </a:lnTo>
                        <a:lnTo>
                          <a:pt x="568" y="447"/>
                        </a:lnTo>
                        <a:lnTo>
                          <a:pt x="586" y="438"/>
                        </a:lnTo>
                        <a:lnTo>
                          <a:pt x="604" y="433"/>
                        </a:lnTo>
                        <a:lnTo>
                          <a:pt x="615" y="424"/>
                        </a:lnTo>
                        <a:lnTo>
                          <a:pt x="619" y="421"/>
                        </a:lnTo>
                        <a:lnTo>
                          <a:pt x="623" y="410"/>
                        </a:lnTo>
                        <a:lnTo>
                          <a:pt x="628" y="407"/>
                        </a:lnTo>
                        <a:lnTo>
                          <a:pt x="641" y="407"/>
                        </a:lnTo>
                        <a:lnTo>
                          <a:pt x="650" y="416"/>
                        </a:lnTo>
                        <a:lnTo>
                          <a:pt x="672" y="421"/>
                        </a:lnTo>
                        <a:lnTo>
                          <a:pt x="694" y="427"/>
                        </a:lnTo>
                        <a:lnTo>
                          <a:pt x="729" y="433"/>
                        </a:lnTo>
                        <a:lnTo>
                          <a:pt x="747" y="433"/>
                        </a:lnTo>
                        <a:lnTo>
                          <a:pt x="789" y="433"/>
                        </a:lnTo>
                        <a:lnTo>
                          <a:pt x="833" y="433"/>
                        </a:lnTo>
                        <a:lnTo>
                          <a:pt x="872" y="433"/>
                        </a:lnTo>
                        <a:lnTo>
                          <a:pt x="905" y="430"/>
                        </a:lnTo>
                        <a:lnTo>
                          <a:pt x="949" y="424"/>
                        </a:lnTo>
                        <a:lnTo>
                          <a:pt x="994" y="421"/>
                        </a:lnTo>
                        <a:lnTo>
                          <a:pt x="1042" y="410"/>
                        </a:lnTo>
                        <a:lnTo>
                          <a:pt x="1084" y="407"/>
                        </a:lnTo>
                        <a:lnTo>
                          <a:pt x="1119" y="403"/>
                        </a:lnTo>
                        <a:lnTo>
                          <a:pt x="1159" y="397"/>
                        </a:lnTo>
                        <a:lnTo>
                          <a:pt x="1196" y="395"/>
                        </a:lnTo>
                        <a:lnTo>
                          <a:pt x="1227" y="386"/>
                        </a:lnTo>
                        <a:lnTo>
                          <a:pt x="1253" y="381"/>
                        </a:lnTo>
                        <a:lnTo>
                          <a:pt x="1293" y="369"/>
                        </a:lnTo>
                        <a:lnTo>
                          <a:pt x="1320" y="361"/>
                        </a:lnTo>
                        <a:lnTo>
                          <a:pt x="1339" y="353"/>
                        </a:lnTo>
                        <a:lnTo>
                          <a:pt x="1388" y="333"/>
                        </a:lnTo>
                        <a:lnTo>
                          <a:pt x="1419" y="320"/>
                        </a:lnTo>
                        <a:lnTo>
                          <a:pt x="1454" y="301"/>
                        </a:lnTo>
                        <a:lnTo>
                          <a:pt x="1491" y="284"/>
                        </a:lnTo>
                        <a:lnTo>
                          <a:pt x="1522" y="267"/>
                        </a:lnTo>
                        <a:lnTo>
                          <a:pt x="1553" y="247"/>
                        </a:lnTo>
                        <a:lnTo>
                          <a:pt x="1588" y="223"/>
                        </a:lnTo>
                        <a:lnTo>
                          <a:pt x="1593" y="206"/>
                        </a:lnTo>
                        <a:lnTo>
                          <a:pt x="1610" y="198"/>
                        </a:lnTo>
                        <a:lnTo>
                          <a:pt x="1643" y="198"/>
                        </a:lnTo>
                        <a:lnTo>
                          <a:pt x="1661" y="198"/>
                        </a:lnTo>
                        <a:lnTo>
                          <a:pt x="1648" y="176"/>
                        </a:lnTo>
                        <a:lnTo>
                          <a:pt x="1624" y="162"/>
                        </a:lnTo>
                        <a:lnTo>
                          <a:pt x="1579" y="140"/>
                        </a:lnTo>
                        <a:lnTo>
                          <a:pt x="1544" y="124"/>
                        </a:lnTo>
                        <a:lnTo>
                          <a:pt x="1505" y="104"/>
                        </a:lnTo>
                        <a:lnTo>
                          <a:pt x="1467" y="84"/>
                        </a:lnTo>
                        <a:lnTo>
                          <a:pt x="1423" y="72"/>
                        </a:lnTo>
                        <a:lnTo>
                          <a:pt x="1370" y="58"/>
                        </a:lnTo>
                        <a:lnTo>
                          <a:pt x="1324" y="41"/>
                        </a:lnTo>
                        <a:lnTo>
                          <a:pt x="1289" y="29"/>
                        </a:lnTo>
                        <a:lnTo>
                          <a:pt x="1253" y="18"/>
                        </a:lnTo>
                        <a:lnTo>
                          <a:pt x="1218" y="10"/>
                        </a:lnTo>
                        <a:lnTo>
                          <a:pt x="1190" y="4"/>
                        </a:lnTo>
                        <a:lnTo>
                          <a:pt x="1137" y="0"/>
                        </a:lnTo>
                        <a:lnTo>
                          <a:pt x="1110" y="1"/>
                        </a:lnTo>
                        <a:lnTo>
                          <a:pt x="1066" y="7"/>
                        </a:lnTo>
                        <a:lnTo>
                          <a:pt x="1042" y="18"/>
                        </a:lnTo>
                        <a:lnTo>
                          <a:pt x="1011" y="29"/>
                        </a:lnTo>
                        <a:lnTo>
                          <a:pt x="976" y="44"/>
                        </a:lnTo>
                        <a:lnTo>
                          <a:pt x="949" y="52"/>
                        </a:lnTo>
                        <a:lnTo>
                          <a:pt x="910" y="63"/>
                        </a:lnTo>
                        <a:lnTo>
                          <a:pt x="881" y="72"/>
                        </a:lnTo>
                        <a:lnTo>
                          <a:pt x="850" y="84"/>
                        </a:lnTo>
                        <a:lnTo>
                          <a:pt x="824" y="98"/>
                        </a:lnTo>
                        <a:lnTo>
                          <a:pt x="789" y="115"/>
                        </a:lnTo>
                        <a:lnTo>
                          <a:pt x="762" y="129"/>
                        </a:lnTo>
                        <a:lnTo>
                          <a:pt x="734" y="146"/>
                        </a:lnTo>
                        <a:lnTo>
                          <a:pt x="712" y="154"/>
                        </a:lnTo>
                        <a:lnTo>
                          <a:pt x="685" y="164"/>
                        </a:lnTo>
                        <a:lnTo>
                          <a:pt x="663" y="176"/>
                        </a:lnTo>
                        <a:lnTo>
                          <a:pt x="645" y="181"/>
                        </a:lnTo>
                        <a:lnTo>
                          <a:pt x="623" y="187"/>
                        </a:lnTo>
                        <a:lnTo>
                          <a:pt x="608" y="209"/>
                        </a:lnTo>
                        <a:lnTo>
                          <a:pt x="595" y="232"/>
                        </a:lnTo>
                        <a:lnTo>
                          <a:pt x="577" y="264"/>
                        </a:lnTo>
                        <a:lnTo>
                          <a:pt x="560" y="292"/>
                        </a:lnTo>
                        <a:lnTo>
                          <a:pt x="546" y="315"/>
                        </a:lnTo>
                        <a:lnTo>
                          <a:pt x="511" y="347"/>
                        </a:lnTo>
                        <a:lnTo>
                          <a:pt x="485" y="372"/>
                        </a:lnTo>
                        <a:lnTo>
                          <a:pt x="460" y="395"/>
                        </a:lnTo>
                        <a:lnTo>
                          <a:pt x="425" y="419"/>
                        </a:lnTo>
                        <a:lnTo>
                          <a:pt x="394" y="444"/>
                        </a:lnTo>
                        <a:lnTo>
                          <a:pt x="363" y="469"/>
                        </a:lnTo>
                        <a:lnTo>
                          <a:pt x="333" y="496"/>
                        </a:lnTo>
                        <a:lnTo>
                          <a:pt x="317" y="521"/>
                        </a:lnTo>
                        <a:lnTo>
                          <a:pt x="304" y="535"/>
                        </a:lnTo>
                        <a:lnTo>
                          <a:pt x="286" y="555"/>
                        </a:lnTo>
                        <a:lnTo>
                          <a:pt x="264" y="570"/>
                        </a:lnTo>
                        <a:lnTo>
                          <a:pt x="234" y="590"/>
                        </a:lnTo>
                        <a:lnTo>
                          <a:pt x="185" y="618"/>
                        </a:lnTo>
                        <a:lnTo>
                          <a:pt x="121" y="645"/>
                        </a:lnTo>
                        <a:lnTo>
                          <a:pt x="26" y="684"/>
                        </a:lnTo>
                      </a:path>
                    </a:pathLst>
                  </a:custGeom>
                  <a:solidFill>
                    <a:srgbClr val="20100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grpSp>
                <p:nvGrpSpPr>
                  <p:cNvPr id="49" name="Group 31">
                    <a:extLst>
                      <a:ext uri="{FF2B5EF4-FFF2-40B4-BE49-F238E27FC236}">
                        <a16:creationId xmlns:a16="http://schemas.microsoft.com/office/drawing/2014/main" id="{46EAA492-85E6-3320-CFB0-25B242F4B737}"/>
                      </a:ext>
                    </a:extLst>
                  </p:cNvPr>
                  <p:cNvGrpSpPr>
                    <a:grpSpLocks/>
                  </p:cNvGrpSpPr>
                  <p:nvPr/>
                </p:nvGrpSpPr>
                <p:grpSpPr bwMode="auto">
                  <a:xfrm>
                    <a:off x="2426" y="1407"/>
                    <a:ext cx="1019" cy="367"/>
                    <a:chOff x="2426" y="1407"/>
                    <a:chExt cx="1019" cy="367"/>
                  </a:xfrm>
                </p:grpSpPr>
                <p:grpSp>
                  <p:nvGrpSpPr>
                    <p:cNvPr id="50" name="Group 32">
                      <a:extLst>
                        <a:ext uri="{FF2B5EF4-FFF2-40B4-BE49-F238E27FC236}">
                          <a16:creationId xmlns:a16="http://schemas.microsoft.com/office/drawing/2014/main" id="{5955A188-72D5-CCF4-5AB1-F58AC02832A9}"/>
                        </a:ext>
                      </a:extLst>
                    </p:cNvPr>
                    <p:cNvGrpSpPr>
                      <a:grpSpLocks/>
                    </p:cNvGrpSpPr>
                    <p:nvPr/>
                  </p:nvGrpSpPr>
                  <p:grpSpPr bwMode="auto">
                    <a:xfrm>
                      <a:off x="2426" y="1417"/>
                      <a:ext cx="1019" cy="354"/>
                      <a:chOff x="2426" y="1417"/>
                      <a:chExt cx="1019" cy="354"/>
                    </a:xfrm>
                  </p:grpSpPr>
                  <p:sp>
                    <p:nvSpPr>
                      <p:cNvPr id="66" name="Freeform 33">
                        <a:extLst>
                          <a:ext uri="{FF2B5EF4-FFF2-40B4-BE49-F238E27FC236}">
                            <a16:creationId xmlns:a16="http://schemas.microsoft.com/office/drawing/2014/main" id="{45AACEB8-2C8D-AD40-F984-D0DC593E85A8}"/>
                          </a:ext>
                        </a:extLst>
                      </p:cNvPr>
                      <p:cNvSpPr>
                        <a:spLocks/>
                      </p:cNvSpPr>
                      <p:nvPr/>
                    </p:nvSpPr>
                    <p:spPr bwMode="auto">
                      <a:xfrm>
                        <a:off x="2426" y="1417"/>
                        <a:ext cx="962" cy="354"/>
                      </a:xfrm>
                      <a:custGeom>
                        <a:avLst/>
                        <a:gdLst>
                          <a:gd name="T0" fmla="*/ 0 w 962"/>
                          <a:gd name="T1" fmla="*/ 303 h 354"/>
                          <a:gd name="T2" fmla="*/ 22 w 962"/>
                          <a:gd name="T3" fmla="*/ 252 h 354"/>
                          <a:gd name="T4" fmla="*/ 57 w 962"/>
                          <a:gd name="T5" fmla="*/ 196 h 354"/>
                          <a:gd name="T6" fmla="*/ 114 w 962"/>
                          <a:gd name="T7" fmla="*/ 153 h 354"/>
                          <a:gd name="T8" fmla="*/ 164 w 962"/>
                          <a:gd name="T9" fmla="*/ 117 h 354"/>
                          <a:gd name="T10" fmla="*/ 234 w 962"/>
                          <a:gd name="T11" fmla="*/ 76 h 354"/>
                          <a:gd name="T12" fmla="*/ 328 w 962"/>
                          <a:gd name="T13" fmla="*/ 38 h 354"/>
                          <a:gd name="T14" fmla="*/ 415 w 962"/>
                          <a:gd name="T15" fmla="*/ 11 h 354"/>
                          <a:gd name="T16" fmla="*/ 465 w 962"/>
                          <a:gd name="T17" fmla="*/ 6 h 354"/>
                          <a:gd name="T18" fmla="*/ 522 w 962"/>
                          <a:gd name="T19" fmla="*/ 0 h 354"/>
                          <a:gd name="T20" fmla="*/ 590 w 962"/>
                          <a:gd name="T21" fmla="*/ 8 h 354"/>
                          <a:gd name="T22" fmla="*/ 651 w 962"/>
                          <a:gd name="T23" fmla="*/ 19 h 354"/>
                          <a:gd name="T24" fmla="*/ 719 w 962"/>
                          <a:gd name="T25" fmla="*/ 40 h 354"/>
                          <a:gd name="T26" fmla="*/ 780 w 962"/>
                          <a:gd name="T27" fmla="*/ 63 h 354"/>
                          <a:gd name="T28" fmla="*/ 845 w 962"/>
                          <a:gd name="T29" fmla="*/ 93 h 354"/>
                          <a:gd name="T30" fmla="*/ 900 w 962"/>
                          <a:gd name="T31" fmla="*/ 117 h 354"/>
                          <a:gd name="T32" fmla="*/ 944 w 962"/>
                          <a:gd name="T33" fmla="*/ 133 h 354"/>
                          <a:gd name="T34" fmla="*/ 961 w 962"/>
                          <a:gd name="T35" fmla="*/ 150 h 354"/>
                          <a:gd name="T36" fmla="*/ 930 w 962"/>
                          <a:gd name="T37" fmla="*/ 175 h 354"/>
                          <a:gd name="T38" fmla="*/ 900 w 962"/>
                          <a:gd name="T39" fmla="*/ 193 h 354"/>
                          <a:gd name="T40" fmla="*/ 856 w 962"/>
                          <a:gd name="T41" fmla="*/ 213 h 354"/>
                          <a:gd name="T42" fmla="*/ 823 w 962"/>
                          <a:gd name="T43" fmla="*/ 235 h 354"/>
                          <a:gd name="T44" fmla="*/ 775 w 962"/>
                          <a:gd name="T45" fmla="*/ 254 h 354"/>
                          <a:gd name="T46" fmla="*/ 740 w 962"/>
                          <a:gd name="T47" fmla="*/ 268 h 354"/>
                          <a:gd name="T48" fmla="*/ 708 w 962"/>
                          <a:gd name="T49" fmla="*/ 278 h 354"/>
                          <a:gd name="T50" fmla="*/ 664 w 962"/>
                          <a:gd name="T51" fmla="*/ 292 h 354"/>
                          <a:gd name="T52" fmla="*/ 616 w 962"/>
                          <a:gd name="T53" fmla="*/ 309 h 354"/>
                          <a:gd name="T54" fmla="*/ 581 w 962"/>
                          <a:gd name="T55" fmla="*/ 314 h 354"/>
                          <a:gd name="T56" fmla="*/ 539 w 962"/>
                          <a:gd name="T57" fmla="*/ 322 h 354"/>
                          <a:gd name="T58" fmla="*/ 487 w 962"/>
                          <a:gd name="T59" fmla="*/ 331 h 354"/>
                          <a:gd name="T60" fmla="*/ 422 w 962"/>
                          <a:gd name="T61" fmla="*/ 339 h 354"/>
                          <a:gd name="T62" fmla="*/ 384 w 962"/>
                          <a:gd name="T63" fmla="*/ 342 h 354"/>
                          <a:gd name="T64" fmla="*/ 341 w 962"/>
                          <a:gd name="T65" fmla="*/ 350 h 354"/>
                          <a:gd name="T66" fmla="*/ 284 w 962"/>
                          <a:gd name="T67" fmla="*/ 350 h 354"/>
                          <a:gd name="T68" fmla="*/ 229 w 962"/>
                          <a:gd name="T69" fmla="*/ 353 h 354"/>
                          <a:gd name="T70" fmla="*/ 159 w 962"/>
                          <a:gd name="T71" fmla="*/ 350 h 354"/>
                          <a:gd name="T72" fmla="*/ 100 w 962"/>
                          <a:gd name="T73" fmla="*/ 345 h 354"/>
                          <a:gd name="T74" fmla="*/ 44 w 962"/>
                          <a:gd name="T75" fmla="*/ 339 h 354"/>
                          <a:gd name="T76" fmla="*/ 9 w 962"/>
                          <a:gd name="T77" fmla="*/ 331 h 354"/>
                          <a:gd name="T78" fmla="*/ 0 w 962"/>
                          <a:gd name="T79" fmla="*/ 303 h 35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962"/>
                          <a:gd name="T121" fmla="*/ 0 h 354"/>
                          <a:gd name="T122" fmla="*/ 962 w 962"/>
                          <a:gd name="T123" fmla="*/ 354 h 35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962" h="354">
                            <a:moveTo>
                              <a:pt x="0" y="303"/>
                            </a:moveTo>
                            <a:lnTo>
                              <a:pt x="22" y="252"/>
                            </a:lnTo>
                            <a:lnTo>
                              <a:pt x="57" y="196"/>
                            </a:lnTo>
                            <a:lnTo>
                              <a:pt x="114" y="153"/>
                            </a:lnTo>
                            <a:lnTo>
                              <a:pt x="164" y="117"/>
                            </a:lnTo>
                            <a:lnTo>
                              <a:pt x="234" y="76"/>
                            </a:lnTo>
                            <a:lnTo>
                              <a:pt x="328" y="38"/>
                            </a:lnTo>
                            <a:lnTo>
                              <a:pt x="415" y="11"/>
                            </a:lnTo>
                            <a:lnTo>
                              <a:pt x="465" y="6"/>
                            </a:lnTo>
                            <a:lnTo>
                              <a:pt x="522" y="0"/>
                            </a:lnTo>
                            <a:lnTo>
                              <a:pt x="590" y="8"/>
                            </a:lnTo>
                            <a:lnTo>
                              <a:pt x="651" y="19"/>
                            </a:lnTo>
                            <a:lnTo>
                              <a:pt x="719" y="40"/>
                            </a:lnTo>
                            <a:lnTo>
                              <a:pt x="780" y="63"/>
                            </a:lnTo>
                            <a:lnTo>
                              <a:pt x="845" y="93"/>
                            </a:lnTo>
                            <a:lnTo>
                              <a:pt x="900" y="117"/>
                            </a:lnTo>
                            <a:lnTo>
                              <a:pt x="944" y="133"/>
                            </a:lnTo>
                            <a:lnTo>
                              <a:pt x="961" y="150"/>
                            </a:lnTo>
                            <a:lnTo>
                              <a:pt x="930" y="175"/>
                            </a:lnTo>
                            <a:lnTo>
                              <a:pt x="900" y="193"/>
                            </a:lnTo>
                            <a:lnTo>
                              <a:pt x="856" y="213"/>
                            </a:lnTo>
                            <a:lnTo>
                              <a:pt x="823" y="235"/>
                            </a:lnTo>
                            <a:lnTo>
                              <a:pt x="775" y="254"/>
                            </a:lnTo>
                            <a:lnTo>
                              <a:pt x="740" y="268"/>
                            </a:lnTo>
                            <a:lnTo>
                              <a:pt x="708" y="278"/>
                            </a:lnTo>
                            <a:lnTo>
                              <a:pt x="664" y="292"/>
                            </a:lnTo>
                            <a:lnTo>
                              <a:pt x="616" y="309"/>
                            </a:lnTo>
                            <a:lnTo>
                              <a:pt x="581" y="314"/>
                            </a:lnTo>
                            <a:lnTo>
                              <a:pt x="539" y="322"/>
                            </a:lnTo>
                            <a:lnTo>
                              <a:pt x="487" y="331"/>
                            </a:lnTo>
                            <a:lnTo>
                              <a:pt x="422" y="339"/>
                            </a:lnTo>
                            <a:lnTo>
                              <a:pt x="384" y="342"/>
                            </a:lnTo>
                            <a:lnTo>
                              <a:pt x="341" y="350"/>
                            </a:lnTo>
                            <a:lnTo>
                              <a:pt x="284" y="350"/>
                            </a:lnTo>
                            <a:lnTo>
                              <a:pt x="229" y="353"/>
                            </a:lnTo>
                            <a:lnTo>
                              <a:pt x="159" y="350"/>
                            </a:lnTo>
                            <a:lnTo>
                              <a:pt x="100" y="345"/>
                            </a:lnTo>
                            <a:lnTo>
                              <a:pt x="44" y="339"/>
                            </a:lnTo>
                            <a:lnTo>
                              <a:pt x="9" y="331"/>
                            </a:lnTo>
                            <a:lnTo>
                              <a:pt x="0" y="303"/>
                            </a:lnTo>
                          </a:path>
                        </a:pathLst>
                      </a:custGeom>
                      <a:solidFill>
                        <a:srgbClr val="A0A0A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67" name="Freeform 34">
                        <a:extLst>
                          <a:ext uri="{FF2B5EF4-FFF2-40B4-BE49-F238E27FC236}">
                            <a16:creationId xmlns:a16="http://schemas.microsoft.com/office/drawing/2014/main" id="{4430E403-B624-B8B5-8A67-6431BC013EC8}"/>
                          </a:ext>
                        </a:extLst>
                      </p:cNvPr>
                      <p:cNvSpPr>
                        <a:spLocks/>
                      </p:cNvSpPr>
                      <p:nvPr/>
                    </p:nvSpPr>
                    <p:spPr bwMode="auto">
                      <a:xfrm>
                        <a:off x="3311" y="1544"/>
                        <a:ext cx="101" cy="68"/>
                      </a:xfrm>
                      <a:custGeom>
                        <a:avLst/>
                        <a:gdLst>
                          <a:gd name="T0" fmla="*/ 12 w 101"/>
                          <a:gd name="T1" fmla="*/ 0 h 68"/>
                          <a:gd name="T2" fmla="*/ 31 w 101"/>
                          <a:gd name="T3" fmla="*/ 7 h 68"/>
                          <a:gd name="T4" fmla="*/ 42 w 101"/>
                          <a:gd name="T5" fmla="*/ 10 h 68"/>
                          <a:gd name="T6" fmla="*/ 65 w 101"/>
                          <a:gd name="T7" fmla="*/ 17 h 68"/>
                          <a:gd name="T8" fmla="*/ 88 w 101"/>
                          <a:gd name="T9" fmla="*/ 24 h 68"/>
                          <a:gd name="T10" fmla="*/ 100 w 101"/>
                          <a:gd name="T11" fmla="*/ 29 h 68"/>
                          <a:gd name="T12" fmla="*/ 73 w 101"/>
                          <a:gd name="T13" fmla="*/ 37 h 68"/>
                          <a:gd name="T14" fmla="*/ 50 w 101"/>
                          <a:gd name="T15" fmla="*/ 44 h 68"/>
                          <a:gd name="T16" fmla="*/ 35 w 101"/>
                          <a:gd name="T17" fmla="*/ 54 h 68"/>
                          <a:gd name="T18" fmla="*/ 15 w 101"/>
                          <a:gd name="T19" fmla="*/ 61 h 68"/>
                          <a:gd name="T20" fmla="*/ 0 w 101"/>
                          <a:gd name="T21" fmla="*/ 67 h 68"/>
                          <a:gd name="T22" fmla="*/ 8 w 101"/>
                          <a:gd name="T23" fmla="*/ 61 h 68"/>
                          <a:gd name="T24" fmla="*/ 12 w 101"/>
                          <a:gd name="T25" fmla="*/ 56 h 68"/>
                          <a:gd name="T26" fmla="*/ 15 w 101"/>
                          <a:gd name="T27" fmla="*/ 49 h 68"/>
                          <a:gd name="T28" fmla="*/ 19 w 101"/>
                          <a:gd name="T29" fmla="*/ 34 h 68"/>
                          <a:gd name="T30" fmla="*/ 19 w 101"/>
                          <a:gd name="T31" fmla="*/ 24 h 68"/>
                          <a:gd name="T32" fmla="*/ 15 w 101"/>
                          <a:gd name="T33" fmla="*/ 10 h 68"/>
                          <a:gd name="T34" fmla="*/ 12 w 101"/>
                          <a:gd name="T35" fmla="*/ 0 h 6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68"/>
                          <a:gd name="T56" fmla="*/ 101 w 101"/>
                          <a:gd name="T57" fmla="*/ 68 h 6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68">
                            <a:moveTo>
                              <a:pt x="12" y="0"/>
                            </a:moveTo>
                            <a:lnTo>
                              <a:pt x="31" y="7"/>
                            </a:lnTo>
                            <a:lnTo>
                              <a:pt x="42" y="10"/>
                            </a:lnTo>
                            <a:lnTo>
                              <a:pt x="65" y="17"/>
                            </a:lnTo>
                            <a:lnTo>
                              <a:pt x="88" y="24"/>
                            </a:lnTo>
                            <a:lnTo>
                              <a:pt x="100" y="29"/>
                            </a:lnTo>
                            <a:lnTo>
                              <a:pt x="73" y="37"/>
                            </a:lnTo>
                            <a:lnTo>
                              <a:pt x="50" y="44"/>
                            </a:lnTo>
                            <a:lnTo>
                              <a:pt x="35" y="54"/>
                            </a:lnTo>
                            <a:lnTo>
                              <a:pt x="15" y="61"/>
                            </a:lnTo>
                            <a:lnTo>
                              <a:pt x="0" y="67"/>
                            </a:lnTo>
                            <a:lnTo>
                              <a:pt x="8" y="61"/>
                            </a:lnTo>
                            <a:lnTo>
                              <a:pt x="12" y="56"/>
                            </a:lnTo>
                            <a:lnTo>
                              <a:pt x="15" y="49"/>
                            </a:lnTo>
                            <a:lnTo>
                              <a:pt x="19" y="34"/>
                            </a:lnTo>
                            <a:lnTo>
                              <a:pt x="19" y="24"/>
                            </a:lnTo>
                            <a:lnTo>
                              <a:pt x="15" y="10"/>
                            </a:lnTo>
                            <a:lnTo>
                              <a:pt x="12" y="0"/>
                            </a:lnTo>
                          </a:path>
                        </a:pathLst>
                      </a:custGeom>
                      <a:solidFill>
                        <a:srgbClr val="A0A0A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68" name="Freeform 35">
                        <a:extLst>
                          <a:ext uri="{FF2B5EF4-FFF2-40B4-BE49-F238E27FC236}">
                            <a16:creationId xmlns:a16="http://schemas.microsoft.com/office/drawing/2014/main" id="{5B6AE2E6-9262-1115-AFD7-099E1A5D0CB6}"/>
                          </a:ext>
                        </a:extLst>
                      </p:cNvPr>
                      <p:cNvSpPr>
                        <a:spLocks/>
                      </p:cNvSpPr>
                      <p:nvPr/>
                    </p:nvSpPr>
                    <p:spPr bwMode="auto">
                      <a:xfrm>
                        <a:off x="3342" y="1555"/>
                        <a:ext cx="103" cy="45"/>
                      </a:xfrm>
                      <a:custGeom>
                        <a:avLst/>
                        <a:gdLst>
                          <a:gd name="T0" fmla="*/ 15 w 103"/>
                          <a:gd name="T1" fmla="*/ 7 h 45"/>
                          <a:gd name="T2" fmla="*/ 23 w 103"/>
                          <a:gd name="T3" fmla="*/ 2 h 45"/>
                          <a:gd name="T4" fmla="*/ 31 w 103"/>
                          <a:gd name="T5" fmla="*/ 0 h 45"/>
                          <a:gd name="T6" fmla="*/ 46 w 103"/>
                          <a:gd name="T7" fmla="*/ 0 h 45"/>
                          <a:gd name="T8" fmla="*/ 58 w 103"/>
                          <a:gd name="T9" fmla="*/ 2 h 45"/>
                          <a:gd name="T10" fmla="*/ 65 w 103"/>
                          <a:gd name="T11" fmla="*/ 5 h 45"/>
                          <a:gd name="T12" fmla="*/ 77 w 103"/>
                          <a:gd name="T13" fmla="*/ 5 h 45"/>
                          <a:gd name="T14" fmla="*/ 81 w 103"/>
                          <a:gd name="T15" fmla="*/ 5 h 45"/>
                          <a:gd name="T16" fmla="*/ 85 w 103"/>
                          <a:gd name="T17" fmla="*/ 5 h 45"/>
                          <a:gd name="T18" fmla="*/ 94 w 103"/>
                          <a:gd name="T19" fmla="*/ 9 h 45"/>
                          <a:gd name="T20" fmla="*/ 102 w 103"/>
                          <a:gd name="T21" fmla="*/ 14 h 45"/>
                          <a:gd name="T22" fmla="*/ 94 w 103"/>
                          <a:gd name="T23" fmla="*/ 19 h 45"/>
                          <a:gd name="T24" fmla="*/ 85 w 103"/>
                          <a:gd name="T25" fmla="*/ 23 h 45"/>
                          <a:gd name="T26" fmla="*/ 69 w 103"/>
                          <a:gd name="T27" fmla="*/ 23 h 45"/>
                          <a:gd name="T28" fmla="*/ 58 w 103"/>
                          <a:gd name="T29" fmla="*/ 28 h 45"/>
                          <a:gd name="T30" fmla="*/ 46 w 103"/>
                          <a:gd name="T31" fmla="*/ 32 h 45"/>
                          <a:gd name="T32" fmla="*/ 31 w 103"/>
                          <a:gd name="T33" fmla="*/ 35 h 45"/>
                          <a:gd name="T34" fmla="*/ 19 w 103"/>
                          <a:gd name="T35" fmla="*/ 39 h 45"/>
                          <a:gd name="T36" fmla="*/ 8 w 103"/>
                          <a:gd name="T37" fmla="*/ 42 h 45"/>
                          <a:gd name="T38" fmla="*/ 0 w 103"/>
                          <a:gd name="T39" fmla="*/ 44 h 45"/>
                          <a:gd name="T40" fmla="*/ 0 w 103"/>
                          <a:gd name="T41" fmla="*/ 39 h 45"/>
                          <a:gd name="T42" fmla="*/ 12 w 103"/>
                          <a:gd name="T43" fmla="*/ 32 h 45"/>
                          <a:gd name="T44" fmla="*/ 15 w 103"/>
                          <a:gd name="T45" fmla="*/ 25 h 45"/>
                          <a:gd name="T46" fmla="*/ 19 w 103"/>
                          <a:gd name="T47" fmla="*/ 21 h 45"/>
                          <a:gd name="T48" fmla="*/ 15 w 103"/>
                          <a:gd name="T49" fmla="*/ 7 h 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3"/>
                          <a:gd name="T76" fmla="*/ 0 h 45"/>
                          <a:gd name="T77" fmla="*/ 103 w 103"/>
                          <a:gd name="T78" fmla="*/ 45 h 4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3" h="45">
                            <a:moveTo>
                              <a:pt x="15" y="7"/>
                            </a:moveTo>
                            <a:lnTo>
                              <a:pt x="23" y="2"/>
                            </a:lnTo>
                            <a:lnTo>
                              <a:pt x="31" y="0"/>
                            </a:lnTo>
                            <a:lnTo>
                              <a:pt x="46" y="0"/>
                            </a:lnTo>
                            <a:lnTo>
                              <a:pt x="58" y="2"/>
                            </a:lnTo>
                            <a:lnTo>
                              <a:pt x="65" y="5"/>
                            </a:lnTo>
                            <a:lnTo>
                              <a:pt x="77" y="5"/>
                            </a:lnTo>
                            <a:lnTo>
                              <a:pt x="81" y="5"/>
                            </a:lnTo>
                            <a:lnTo>
                              <a:pt x="85" y="5"/>
                            </a:lnTo>
                            <a:lnTo>
                              <a:pt x="94" y="9"/>
                            </a:lnTo>
                            <a:lnTo>
                              <a:pt x="102" y="14"/>
                            </a:lnTo>
                            <a:lnTo>
                              <a:pt x="94" y="19"/>
                            </a:lnTo>
                            <a:lnTo>
                              <a:pt x="85" y="23"/>
                            </a:lnTo>
                            <a:lnTo>
                              <a:pt x="69" y="23"/>
                            </a:lnTo>
                            <a:lnTo>
                              <a:pt x="58" y="28"/>
                            </a:lnTo>
                            <a:lnTo>
                              <a:pt x="46" y="32"/>
                            </a:lnTo>
                            <a:lnTo>
                              <a:pt x="31" y="35"/>
                            </a:lnTo>
                            <a:lnTo>
                              <a:pt x="19" y="39"/>
                            </a:lnTo>
                            <a:lnTo>
                              <a:pt x="8" y="42"/>
                            </a:lnTo>
                            <a:lnTo>
                              <a:pt x="0" y="44"/>
                            </a:lnTo>
                            <a:lnTo>
                              <a:pt x="0" y="39"/>
                            </a:lnTo>
                            <a:lnTo>
                              <a:pt x="12" y="32"/>
                            </a:lnTo>
                            <a:lnTo>
                              <a:pt x="15" y="25"/>
                            </a:lnTo>
                            <a:lnTo>
                              <a:pt x="19" y="21"/>
                            </a:lnTo>
                            <a:lnTo>
                              <a:pt x="15" y="7"/>
                            </a:lnTo>
                          </a:path>
                        </a:pathLst>
                      </a:custGeom>
                      <a:solidFill>
                        <a:srgbClr val="A0A0A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grpSp>
                <p:grpSp>
                  <p:nvGrpSpPr>
                    <p:cNvPr id="51" name="Group 36">
                      <a:extLst>
                        <a:ext uri="{FF2B5EF4-FFF2-40B4-BE49-F238E27FC236}">
                          <a16:creationId xmlns:a16="http://schemas.microsoft.com/office/drawing/2014/main" id="{C900D4B0-294C-1F4F-7165-41ABD4B7D841}"/>
                        </a:ext>
                      </a:extLst>
                    </p:cNvPr>
                    <p:cNvGrpSpPr>
                      <a:grpSpLocks/>
                    </p:cNvGrpSpPr>
                    <p:nvPr/>
                  </p:nvGrpSpPr>
                  <p:grpSpPr bwMode="auto">
                    <a:xfrm>
                      <a:off x="2544" y="1427"/>
                      <a:ext cx="724" cy="347"/>
                      <a:chOff x="2544" y="1427"/>
                      <a:chExt cx="724" cy="347"/>
                    </a:xfrm>
                  </p:grpSpPr>
                  <p:grpSp>
                    <p:nvGrpSpPr>
                      <p:cNvPr id="58" name="Group 37">
                        <a:extLst>
                          <a:ext uri="{FF2B5EF4-FFF2-40B4-BE49-F238E27FC236}">
                            <a16:creationId xmlns:a16="http://schemas.microsoft.com/office/drawing/2014/main" id="{9BF3A5B9-FA5A-63E1-9C82-B97B38FD419B}"/>
                          </a:ext>
                        </a:extLst>
                      </p:cNvPr>
                      <p:cNvGrpSpPr>
                        <a:grpSpLocks/>
                      </p:cNvGrpSpPr>
                      <p:nvPr/>
                    </p:nvGrpSpPr>
                    <p:grpSpPr bwMode="auto">
                      <a:xfrm>
                        <a:off x="2544" y="1470"/>
                        <a:ext cx="484" cy="304"/>
                        <a:chOff x="2544" y="1470"/>
                        <a:chExt cx="484" cy="304"/>
                      </a:xfrm>
                    </p:grpSpPr>
                    <p:sp>
                      <p:nvSpPr>
                        <p:cNvPr id="63" name="Freeform 38">
                          <a:extLst>
                            <a:ext uri="{FF2B5EF4-FFF2-40B4-BE49-F238E27FC236}">
                              <a16:creationId xmlns:a16="http://schemas.microsoft.com/office/drawing/2014/main" id="{FAE10E4E-2BCB-6300-4E28-C754B4CBC43D}"/>
                            </a:ext>
                          </a:extLst>
                        </p:cNvPr>
                        <p:cNvSpPr>
                          <a:spLocks/>
                        </p:cNvSpPr>
                        <p:nvPr/>
                      </p:nvSpPr>
                      <p:spPr bwMode="auto">
                        <a:xfrm>
                          <a:off x="2544" y="1490"/>
                          <a:ext cx="426" cy="284"/>
                        </a:xfrm>
                        <a:custGeom>
                          <a:avLst/>
                          <a:gdLst>
                            <a:gd name="T0" fmla="*/ 15 w 426"/>
                            <a:gd name="T1" fmla="*/ 67 h 284"/>
                            <a:gd name="T2" fmla="*/ 4 w 426"/>
                            <a:gd name="T3" fmla="*/ 81 h 284"/>
                            <a:gd name="T4" fmla="*/ 0 w 426"/>
                            <a:gd name="T5" fmla="*/ 100 h 284"/>
                            <a:gd name="T6" fmla="*/ 0 w 426"/>
                            <a:gd name="T7" fmla="*/ 120 h 284"/>
                            <a:gd name="T8" fmla="*/ 0 w 426"/>
                            <a:gd name="T9" fmla="*/ 140 h 284"/>
                            <a:gd name="T10" fmla="*/ 9 w 426"/>
                            <a:gd name="T11" fmla="*/ 162 h 284"/>
                            <a:gd name="T12" fmla="*/ 19 w 426"/>
                            <a:gd name="T13" fmla="*/ 184 h 284"/>
                            <a:gd name="T14" fmla="*/ 32 w 426"/>
                            <a:gd name="T15" fmla="*/ 199 h 284"/>
                            <a:gd name="T16" fmla="*/ 58 w 426"/>
                            <a:gd name="T17" fmla="*/ 218 h 284"/>
                            <a:gd name="T18" fmla="*/ 79 w 426"/>
                            <a:gd name="T19" fmla="*/ 235 h 284"/>
                            <a:gd name="T20" fmla="*/ 105 w 426"/>
                            <a:gd name="T21" fmla="*/ 251 h 284"/>
                            <a:gd name="T22" fmla="*/ 130 w 426"/>
                            <a:gd name="T23" fmla="*/ 260 h 284"/>
                            <a:gd name="T24" fmla="*/ 156 w 426"/>
                            <a:gd name="T25" fmla="*/ 271 h 284"/>
                            <a:gd name="T26" fmla="*/ 192 w 426"/>
                            <a:gd name="T27" fmla="*/ 279 h 284"/>
                            <a:gd name="T28" fmla="*/ 222 w 426"/>
                            <a:gd name="T29" fmla="*/ 283 h 284"/>
                            <a:gd name="T30" fmla="*/ 252 w 426"/>
                            <a:gd name="T31" fmla="*/ 283 h 284"/>
                            <a:gd name="T32" fmla="*/ 278 w 426"/>
                            <a:gd name="T33" fmla="*/ 283 h 284"/>
                            <a:gd name="T34" fmla="*/ 305 w 426"/>
                            <a:gd name="T35" fmla="*/ 283 h 284"/>
                            <a:gd name="T36" fmla="*/ 331 w 426"/>
                            <a:gd name="T37" fmla="*/ 280 h 284"/>
                            <a:gd name="T38" fmla="*/ 425 w 426"/>
                            <a:gd name="T39" fmla="*/ 268 h 284"/>
                            <a:gd name="T40" fmla="*/ 357 w 426"/>
                            <a:gd name="T41" fmla="*/ 246 h 284"/>
                            <a:gd name="T42" fmla="*/ 273 w 426"/>
                            <a:gd name="T43" fmla="*/ 207 h 284"/>
                            <a:gd name="T44" fmla="*/ 214 w 426"/>
                            <a:gd name="T45" fmla="*/ 162 h 284"/>
                            <a:gd name="T46" fmla="*/ 147 w 426"/>
                            <a:gd name="T47" fmla="*/ 89 h 284"/>
                            <a:gd name="T48" fmla="*/ 130 w 426"/>
                            <a:gd name="T49" fmla="*/ 41 h 284"/>
                            <a:gd name="T50" fmla="*/ 126 w 426"/>
                            <a:gd name="T51" fmla="*/ 0 h 284"/>
                            <a:gd name="T52" fmla="*/ 15 w 426"/>
                            <a:gd name="T53" fmla="*/ 67 h 28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26"/>
                            <a:gd name="T82" fmla="*/ 0 h 284"/>
                            <a:gd name="T83" fmla="*/ 426 w 426"/>
                            <a:gd name="T84" fmla="*/ 284 h 28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26" h="284">
                              <a:moveTo>
                                <a:pt x="15" y="67"/>
                              </a:moveTo>
                              <a:lnTo>
                                <a:pt x="4" y="81"/>
                              </a:lnTo>
                              <a:lnTo>
                                <a:pt x="0" y="100"/>
                              </a:lnTo>
                              <a:lnTo>
                                <a:pt x="0" y="120"/>
                              </a:lnTo>
                              <a:lnTo>
                                <a:pt x="0" y="140"/>
                              </a:lnTo>
                              <a:lnTo>
                                <a:pt x="9" y="162"/>
                              </a:lnTo>
                              <a:lnTo>
                                <a:pt x="19" y="184"/>
                              </a:lnTo>
                              <a:lnTo>
                                <a:pt x="32" y="199"/>
                              </a:lnTo>
                              <a:lnTo>
                                <a:pt x="58" y="218"/>
                              </a:lnTo>
                              <a:lnTo>
                                <a:pt x="79" y="235"/>
                              </a:lnTo>
                              <a:lnTo>
                                <a:pt x="105" y="251"/>
                              </a:lnTo>
                              <a:lnTo>
                                <a:pt x="130" y="260"/>
                              </a:lnTo>
                              <a:lnTo>
                                <a:pt x="156" y="271"/>
                              </a:lnTo>
                              <a:lnTo>
                                <a:pt x="192" y="279"/>
                              </a:lnTo>
                              <a:lnTo>
                                <a:pt x="222" y="283"/>
                              </a:lnTo>
                              <a:lnTo>
                                <a:pt x="252" y="283"/>
                              </a:lnTo>
                              <a:lnTo>
                                <a:pt x="278" y="283"/>
                              </a:lnTo>
                              <a:lnTo>
                                <a:pt x="305" y="283"/>
                              </a:lnTo>
                              <a:lnTo>
                                <a:pt x="331" y="280"/>
                              </a:lnTo>
                              <a:lnTo>
                                <a:pt x="425" y="268"/>
                              </a:lnTo>
                              <a:lnTo>
                                <a:pt x="357" y="246"/>
                              </a:lnTo>
                              <a:lnTo>
                                <a:pt x="273" y="207"/>
                              </a:lnTo>
                              <a:lnTo>
                                <a:pt x="214" y="162"/>
                              </a:lnTo>
                              <a:lnTo>
                                <a:pt x="147" y="89"/>
                              </a:lnTo>
                              <a:lnTo>
                                <a:pt x="130" y="41"/>
                              </a:lnTo>
                              <a:lnTo>
                                <a:pt x="126" y="0"/>
                              </a:lnTo>
                              <a:lnTo>
                                <a:pt x="15" y="67"/>
                              </a:lnTo>
                            </a:path>
                          </a:pathLst>
                        </a:custGeom>
                        <a:solidFill>
                          <a:srgbClr val="C0C0C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64" name="Freeform 39">
                          <a:extLst>
                            <a:ext uri="{FF2B5EF4-FFF2-40B4-BE49-F238E27FC236}">
                              <a16:creationId xmlns:a16="http://schemas.microsoft.com/office/drawing/2014/main" id="{D4C09290-A308-3F4C-B9E2-48924DD616FF}"/>
                            </a:ext>
                          </a:extLst>
                        </p:cNvPr>
                        <p:cNvSpPr>
                          <a:spLocks/>
                        </p:cNvSpPr>
                        <p:nvPr/>
                      </p:nvSpPr>
                      <p:spPr bwMode="auto">
                        <a:xfrm>
                          <a:off x="2564" y="1481"/>
                          <a:ext cx="433" cy="285"/>
                        </a:xfrm>
                        <a:custGeom>
                          <a:avLst/>
                          <a:gdLst>
                            <a:gd name="T0" fmla="*/ 21 w 433"/>
                            <a:gd name="T1" fmla="*/ 64 h 285"/>
                            <a:gd name="T2" fmla="*/ 9 w 433"/>
                            <a:gd name="T3" fmla="*/ 78 h 285"/>
                            <a:gd name="T4" fmla="*/ 0 w 433"/>
                            <a:gd name="T5" fmla="*/ 97 h 285"/>
                            <a:gd name="T6" fmla="*/ 0 w 433"/>
                            <a:gd name="T7" fmla="*/ 117 h 285"/>
                            <a:gd name="T8" fmla="*/ 4 w 433"/>
                            <a:gd name="T9" fmla="*/ 140 h 285"/>
                            <a:gd name="T10" fmla="*/ 13 w 433"/>
                            <a:gd name="T11" fmla="*/ 162 h 285"/>
                            <a:gd name="T12" fmla="*/ 26 w 433"/>
                            <a:gd name="T13" fmla="*/ 181 h 285"/>
                            <a:gd name="T14" fmla="*/ 39 w 433"/>
                            <a:gd name="T15" fmla="*/ 198 h 285"/>
                            <a:gd name="T16" fmla="*/ 60 w 433"/>
                            <a:gd name="T17" fmla="*/ 218 h 285"/>
                            <a:gd name="T18" fmla="*/ 86 w 433"/>
                            <a:gd name="T19" fmla="*/ 235 h 285"/>
                            <a:gd name="T20" fmla="*/ 112 w 433"/>
                            <a:gd name="T21" fmla="*/ 248 h 285"/>
                            <a:gd name="T22" fmla="*/ 133 w 433"/>
                            <a:gd name="T23" fmla="*/ 259 h 285"/>
                            <a:gd name="T24" fmla="*/ 161 w 433"/>
                            <a:gd name="T25" fmla="*/ 268 h 285"/>
                            <a:gd name="T26" fmla="*/ 196 w 433"/>
                            <a:gd name="T27" fmla="*/ 276 h 285"/>
                            <a:gd name="T28" fmla="*/ 230 w 433"/>
                            <a:gd name="T29" fmla="*/ 281 h 285"/>
                            <a:gd name="T30" fmla="*/ 256 w 433"/>
                            <a:gd name="T31" fmla="*/ 284 h 285"/>
                            <a:gd name="T32" fmla="*/ 284 w 433"/>
                            <a:gd name="T33" fmla="*/ 284 h 285"/>
                            <a:gd name="T34" fmla="*/ 309 w 433"/>
                            <a:gd name="T35" fmla="*/ 284 h 285"/>
                            <a:gd name="T36" fmla="*/ 335 w 433"/>
                            <a:gd name="T37" fmla="*/ 281 h 285"/>
                            <a:gd name="T38" fmla="*/ 432 w 433"/>
                            <a:gd name="T39" fmla="*/ 268 h 285"/>
                            <a:gd name="T40" fmla="*/ 365 w 433"/>
                            <a:gd name="T41" fmla="*/ 243 h 285"/>
                            <a:gd name="T42" fmla="*/ 279 w 433"/>
                            <a:gd name="T43" fmla="*/ 207 h 285"/>
                            <a:gd name="T44" fmla="*/ 221 w 433"/>
                            <a:gd name="T45" fmla="*/ 159 h 285"/>
                            <a:gd name="T46" fmla="*/ 153 w 433"/>
                            <a:gd name="T47" fmla="*/ 89 h 285"/>
                            <a:gd name="T48" fmla="*/ 133 w 433"/>
                            <a:gd name="T49" fmla="*/ 38 h 285"/>
                            <a:gd name="T50" fmla="*/ 133 w 433"/>
                            <a:gd name="T51" fmla="*/ 0 h 285"/>
                            <a:gd name="T52" fmla="*/ 21 w 433"/>
                            <a:gd name="T53" fmla="*/ 64 h 28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33"/>
                            <a:gd name="T82" fmla="*/ 0 h 285"/>
                            <a:gd name="T83" fmla="*/ 433 w 433"/>
                            <a:gd name="T84" fmla="*/ 285 h 28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33" h="285">
                              <a:moveTo>
                                <a:pt x="21" y="64"/>
                              </a:moveTo>
                              <a:lnTo>
                                <a:pt x="9" y="78"/>
                              </a:lnTo>
                              <a:lnTo>
                                <a:pt x="0" y="97"/>
                              </a:lnTo>
                              <a:lnTo>
                                <a:pt x="0" y="117"/>
                              </a:lnTo>
                              <a:lnTo>
                                <a:pt x="4" y="140"/>
                              </a:lnTo>
                              <a:lnTo>
                                <a:pt x="13" y="162"/>
                              </a:lnTo>
                              <a:lnTo>
                                <a:pt x="26" y="181"/>
                              </a:lnTo>
                              <a:lnTo>
                                <a:pt x="39" y="198"/>
                              </a:lnTo>
                              <a:lnTo>
                                <a:pt x="60" y="218"/>
                              </a:lnTo>
                              <a:lnTo>
                                <a:pt x="86" y="235"/>
                              </a:lnTo>
                              <a:lnTo>
                                <a:pt x="112" y="248"/>
                              </a:lnTo>
                              <a:lnTo>
                                <a:pt x="133" y="259"/>
                              </a:lnTo>
                              <a:lnTo>
                                <a:pt x="161" y="268"/>
                              </a:lnTo>
                              <a:lnTo>
                                <a:pt x="196" y="276"/>
                              </a:lnTo>
                              <a:lnTo>
                                <a:pt x="230" y="281"/>
                              </a:lnTo>
                              <a:lnTo>
                                <a:pt x="256" y="284"/>
                              </a:lnTo>
                              <a:lnTo>
                                <a:pt x="284" y="284"/>
                              </a:lnTo>
                              <a:lnTo>
                                <a:pt x="309" y="284"/>
                              </a:lnTo>
                              <a:lnTo>
                                <a:pt x="335" y="281"/>
                              </a:lnTo>
                              <a:lnTo>
                                <a:pt x="432" y="268"/>
                              </a:lnTo>
                              <a:lnTo>
                                <a:pt x="365" y="243"/>
                              </a:lnTo>
                              <a:lnTo>
                                <a:pt x="279" y="207"/>
                              </a:lnTo>
                              <a:lnTo>
                                <a:pt x="221" y="159"/>
                              </a:lnTo>
                              <a:lnTo>
                                <a:pt x="153" y="89"/>
                              </a:lnTo>
                              <a:lnTo>
                                <a:pt x="133" y="38"/>
                              </a:lnTo>
                              <a:lnTo>
                                <a:pt x="133" y="0"/>
                              </a:lnTo>
                              <a:lnTo>
                                <a:pt x="21" y="64"/>
                              </a:lnTo>
                            </a:path>
                          </a:pathLst>
                        </a:custGeom>
                        <a:solidFill>
                          <a:srgbClr val="E0E0E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65" name="Freeform 40">
                          <a:extLst>
                            <a:ext uri="{FF2B5EF4-FFF2-40B4-BE49-F238E27FC236}">
                              <a16:creationId xmlns:a16="http://schemas.microsoft.com/office/drawing/2014/main" id="{28527DC2-913E-9D7D-B810-747074FE9E50}"/>
                            </a:ext>
                          </a:extLst>
                        </p:cNvPr>
                        <p:cNvSpPr>
                          <a:spLocks/>
                        </p:cNvSpPr>
                        <p:nvPr/>
                      </p:nvSpPr>
                      <p:spPr bwMode="auto">
                        <a:xfrm>
                          <a:off x="2596" y="1470"/>
                          <a:ext cx="432" cy="286"/>
                        </a:xfrm>
                        <a:custGeom>
                          <a:avLst/>
                          <a:gdLst>
                            <a:gd name="T0" fmla="*/ 21 w 432"/>
                            <a:gd name="T1" fmla="*/ 65 h 286"/>
                            <a:gd name="T2" fmla="*/ 9 w 432"/>
                            <a:gd name="T3" fmla="*/ 81 h 286"/>
                            <a:gd name="T4" fmla="*/ 0 w 432"/>
                            <a:gd name="T5" fmla="*/ 101 h 286"/>
                            <a:gd name="T6" fmla="*/ 0 w 432"/>
                            <a:gd name="T7" fmla="*/ 117 h 286"/>
                            <a:gd name="T8" fmla="*/ 4 w 432"/>
                            <a:gd name="T9" fmla="*/ 140 h 286"/>
                            <a:gd name="T10" fmla="*/ 13 w 432"/>
                            <a:gd name="T11" fmla="*/ 162 h 286"/>
                            <a:gd name="T12" fmla="*/ 26 w 432"/>
                            <a:gd name="T13" fmla="*/ 182 h 286"/>
                            <a:gd name="T14" fmla="*/ 39 w 432"/>
                            <a:gd name="T15" fmla="*/ 198 h 286"/>
                            <a:gd name="T16" fmla="*/ 60 w 432"/>
                            <a:gd name="T17" fmla="*/ 219 h 286"/>
                            <a:gd name="T18" fmla="*/ 86 w 432"/>
                            <a:gd name="T19" fmla="*/ 235 h 286"/>
                            <a:gd name="T20" fmla="*/ 109 w 432"/>
                            <a:gd name="T21" fmla="*/ 252 h 286"/>
                            <a:gd name="T22" fmla="*/ 135 w 432"/>
                            <a:gd name="T23" fmla="*/ 260 h 286"/>
                            <a:gd name="T24" fmla="*/ 161 w 432"/>
                            <a:gd name="T25" fmla="*/ 268 h 286"/>
                            <a:gd name="T26" fmla="*/ 195 w 432"/>
                            <a:gd name="T27" fmla="*/ 277 h 286"/>
                            <a:gd name="T28" fmla="*/ 229 w 432"/>
                            <a:gd name="T29" fmla="*/ 282 h 286"/>
                            <a:gd name="T30" fmla="*/ 257 w 432"/>
                            <a:gd name="T31" fmla="*/ 285 h 286"/>
                            <a:gd name="T32" fmla="*/ 283 w 432"/>
                            <a:gd name="T33" fmla="*/ 285 h 286"/>
                            <a:gd name="T34" fmla="*/ 309 w 432"/>
                            <a:gd name="T35" fmla="*/ 285 h 286"/>
                            <a:gd name="T36" fmla="*/ 339 w 432"/>
                            <a:gd name="T37" fmla="*/ 282 h 286"/>
                            <a:gd name="T38" fmla="*/ 431 w 432"/>
                            <a:gd name="T39" fmla="*/ 268 h 286"/>
                            <a:gd name="T40" fmla="*/ 365 w 432"/>
                            <a:gd name="T41" fmla="*/ 244 h 286"/>
                            <a:gd name="T42" fmla="*/ 279 w 432"/>
                            <a:gd name="T43" fmla="*/ 209 h 286"/>
                            <a:gd name="T44" fmla="*/ 221 w 432"/>
                            <a:gd name="T45" fmla="*/ 160 h 286"/>
                            <a:gd name="T46" fmla="*/ 152 w 432"/>
                            <a:gd name="T47" fmla="*/ 89 h 286"/>
                            <a:gd name="T48" fmla="*/ 135 w 432"/>
                            <a:gd name="T49" fmla="*/ 39 h 286"/>
                            <a:gd name="T50" fmla="*/ 131 w 432"/>
                            <a:gd name="T51" fmla="*/ 0 h 286"/>
                            <a:gd name="T52" fmla="*/ 21 w 432"/>
                            <a:gd name="T53" fmla="*/ 65 h 28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32"/>
                            <a:gd name="T82" fmla="*/ 0 h 286"/>
                            <a:gd name="T83" fmla="*/ 432 w 432"/>
                            <a:gd name="T84" fmla="*/ 286 h 28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32" h="286">
                              <a:moveTo>
                                <a:pt x="21" y="65"/>
                              </a:moveTo>
                              <a:lnTo>
                                <a:pt x="9" y="81"/>
                              </a:lnTo>
                              <a:lnTo>
                                <a:pt x="0" y="101"/>
                              </a:lnTo>
                              <a:lnTo>
                                <a:pt x="0" y="117"/>
                              </a:lnTo>
                              <a:lnTo>
                                <a:pt x="4" y="140"/>
                              </a:lnTo>
                              <a:lnTo>
                                <a:pt x="13" y="162"/>
                              </a:lnTo>
                              <a:lnTo>
                                <a:pt x="26" y="182"/>
                              </a:lnTo>
                              <a:lnTo>
                                <a:pt x="39" y="198"/>
                              </a:lnTo>
                              <a:lnTo>
                                <a:pt x="60" y="219"/>
                              </a:lnTo>
                              <a:lnTo>
                                <a:pt x="86" y="235"/>
                              </a:lnTo>
                              <a:lnTo>
                                <a:pt x="109" y="252"/>
                              </a:lnTo>
                              <a:lnTo>
                                <a:pt x="135" y="260"/>
                              </a:lnTo>
                              <a:lnTo>
                                <a:pt x="161" y="268"/>
                              </a:lnTo>
                              <a:lnTo>
                                <a:pt x="195" y="277"/>
                              </a:lnTo>
                              <a:lnTo>
                                <a:pt x="229" y="282"/>
                              </a:lnTo>
                              <a:lnTo>
                                <a:pt x="257" y="285"/>
                              </a:lnTo>
                              <a:lnTo>
                                <a:pt x="283" y="285"/>
                              </a:lnTo>
                              <a:lnTo>
                                <a:pt x="309" y="285"/>
                              </a:lnTo>
                              <a:lnTo>
                                <a:pt x="339" y="282"/>
                              </a:lnTo>
                              <a:lnTo>
                                <a:pt x="431" y="268"/>
                              </a:lnTo>
                              <a:lnTo>
                                <a:pt x="365" y="244"/>
                              </a:lnTo>
                              <a:lnTo>
                                <a:pt x="279" y="209"/>
                              </a:lnTo>
                              <a:lnTo>
                                <a:pt x="221" y="160"/>
                              </a:lnTo>
                              <a:lnTo>
                                <a:pt x="152" y="89"/>
                              </a:lnTo>
                              <a:lnTo>
                                <a:pt x="135" y="39"/>
                              </a:lnTo>
                              <a:lnTo>
                                <a:pt x="131" y="0"/>
                              </a:lnTo>
                              <a:lnTo>
                                <a:pt x="21" y="65"/>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grpSp>
                  <p:grpSp>
                    <p:nvGrpSpPr>
                      <p:cNvPr id="59" name="Group 41">
                        <a:extLst>
                          <a:ext uri="{FF2B5EF4-FFF2-40B4-BE49-F238E27FC236}">
                            <a16:creationId xmlns:a16="http://schemas.microsoft.com/office/drawing/2014/main" id="{89F13928-C1DE-6503-AF59-7A959484B5FD}"/>
                          </a:ext>
                        </a:extLst>
                      </p:cNvPr>
                      <p:cNvGrpSpPr>
                        <a:grpSpLocks/>
                      </p:cNvGrpSpPr>
                      <p:nvPr/>
                    </p:nvGrpSpPr>
                    <p:grpSpPr bwMode="auto">
                      <a:xfrm>
                        <a:off x="3009" y="1427"/>
                        <a:ext cx="259" cy="322"/>
                        <a:chOff x="3009" y="1427"/>
                        <a:chExt cx="259" cy="322"/>
                      </a:xfrm>
                    </p:grpSpPr>
                    <p:sp>
                      <p:nvSpPr>
                        <p:cNvPr id="60" name="Freeform 42">
                          <a:extLst>
                            <a:ext uri="{FF2B5EF4-FFF2-40B4-BE49-F238E27FC236}">
                              <a16:creationId xmlns:a16="http://schemas.microsoft.com/office/drawing/2014/main" id="{47518933-89A1-B716-0902-B4A4BE762805}"/>
                            </a:ext>
                          </a:extLst>
                        </p:cNvPr>
                        <p:cNvSpPr>
                          <a:spLocks/>
                        </p:cNvSpPr>
                        <p:nvPr/>
                      </p:nvSpPr>
                      <p:spPr bwMode="auto">
                        <a:xfrm>
                          <a:off x="3071" y="1427"/>
                          <a:ext cx="197" cy="321"/>
                        </a:xfrm>
                        <a:custGeom>
                          <a:avLst/>
                          <a:gdLst>
                            <a:gd name="T0" fmla="*/ 69 w 197"/>
                            <a:gd name="T1" fmla="*/ 17 h 321"/>
                            <a:gd name="T2" fmla="*/ 115 w 197"/>
                            <a:gd name="T3" fmla="*/ 37 h 321"/>
                            <a:gd name="T4" fmla="*/ 148 w 197"/>
                            <a:gd name="T5" fmla="*/ 54 h 321"/>
                            <a:gd name="T6" fmla="*/ 164 w 197"/>
                            <a:gd name="T7" fmla="*/ 70 h 321"/>
                            <a:gd name="T8" fmla="*/ 172 w 197"/>
                            <a:gd name="T9" fmla="*/ 84 h 321"/>
                            <a:gd name="T10" fmla="*/ 184 w 197"/>
                            <a:gd name="T11" fmla="*/ 98 h 321"/>
                            <a:gd name="T12" fmla="*/ 188 w 197"/>
                            <a:gd name="T13" fmla="*/ 110 h 321"/>
                            <a:gd name="T14" fmla="*/ 196 w 197"/>
                            <a:gd name="T15" fmla="*/ 124 h 321"/>
                            <a:gd name="T16" fmla="*/ 196 w 197"/>
                            <a:gd name="T17" fmla="*/ 143 h 321"/>
                            <a:gd name="T18" fmla="*/ 196 w 197"/>
                            <a:gd name="T19" fmla="*/ 160 h 321"/>
                            <a:gd name="T20" fmla="*/ 196 w 197"/>
                            <a:gd name="T21" fmla="*/ 179 h 321"/>
                            <a:gd name="T22" fmla="*/ 192 w 197"/>
                            <a:gd name="T23" fmla="*/ 194 h 321"/>
                            <a:gd name="T24" fmla="*/ 180 w 197"/>
                            <a:gd name="T25" fmla="*/ 214 h 321"/>
                            <a:gd name="T26" fmla="*/ 172 w 197"/>
                            <a:gd name="T27" fmla="*/ 230 h 321"/>
                            <a:gd name="T28" fmla="*/ 156 w 197"/>
                            <a:gd name="T29" fmla="*/ 244 h 321"/>
                            <a:gd name="T30" fmla="*/ 139 w 197"/>
                            <a:gd name="T31" fmla="*/ 261 h 321"/>
                            <a:gd name="T32" fmla="*/ 103 w 197"/>
                            <a:gd name="T33" fmla="*/ 281 h 321"/>
                            <a:gd name="T34" fmla="*/ 4 w 197"/>
                            <a:gd name="T35" fmla="*/ 320 h 321"/>
                            <a:gd name="T36" fmla="*/ 28 w 197"/>
                            <a:gd name="T37" fmla="*/ 287 h 321"/>
                            <a:gd name="T38" fmla="*/ 65 w 197"/>
                            <a:gd name="T39" fmla="*/ 228 h 321"/>
                            <a:gd name="T40" fmla="*/ 87 w 197"/>
                            <a:gd name="T41" fmla="*/ 132 h 321"/>
                            <a:gd name="T42" fmla="*/ 71 w 197"/>
                            <a:gd name="T43" fmla="*/ 70 h 321"/>
                            <a:gd name="T44" fmla="*/ 8 w 197"/>
                            <a:gd name="T45" fmla="*/ 14 h 321"/>
                            <a:gd name="T46" fmla="*/ 0 w 197"/>
                            <a:gd name="T47" fmla="*/ 0 h 321"/>
                            <a:gd name="T48" fmla="*/ 69 w 197"/>
                            <a:gd name="T49" fmla="*/ 17 h 32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97"/>
                            <a:gd name="T76" fmla="*/ 0 h 321"/>
                            <a:gd name="T77" fmla="*/ 197 w 197"/>
                            <a:gd name="T78" fmla="*/ 321 h 32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97" h="321">
                              <a:moveTo>
                                <a:pt x="69" y="17"/>
                              </a:moveTo>
                              <a:lnTo>
                                <a:pt x="115" y="37"/>
                              </a:lnTo>
                              <a:lnTo>
                                <a:pt x="148" y="54"/>
                              </a:lnTo>
                              <a:lnTo>
                                <a:pt x="164" y="70"/>
                              </a:lnTo>
                              <a:lnTo>
                                <a:pt x="172" y="84"/>
                              </a:lnTo>
                              <a:lnTo>
                                <a:pt x="184" y="98"/>
                              </a:lnTo>
                              <a:lnTo>
                                <a:pt x="188" y="110"/>
                              </a:lnTo>
                              <a:lnTo>
                                <a:pt x="196" y="124"/>
                              </a:lnTo>
                              <a:lnTo>
                                <a:pt x="196" y="143"/>
                              </a:lnTo>
                              <a:lnTo>
                                <a:pt x="196" y="160"/>
                              </a:lnTo>
                              <a:lnTo>
                                <a:pt x="196" y="179"/>
                              </a:lnTo>
                              <a:lnTo>
                                <a:pt x="192" y="194"/>
                              </a:lnTo>
                              <a:lnTo>
                                <a:pt x="180" y="214"/>
                              </a:lnTo>
                              <a:lnTo>
                                <a:pt x="172" y="230"/>
                              </a:lnTo>
                              <a:lnTo>
                                <a:pt x="156" y="244"/>
                              </a:lnTo>
                              <a:lnTo>
                                <a:pt x="139" y="261"/>
                              </a:lnTo>
                              <a:lnTo>
                                <a:pt x="103" y="281"/>
                              </a:lnTo>
                              <a:lnTo>
                                <a:pt x="4" y="320"/>
                              </a:lnTo>
                              <a:lnTo>
                                <a:pt x="28" y="287"/>
                              </a:lnTo>
                              <a:lnTo>
                                <a:pt x="65" y="228"/>
                              </a:lnTo>
                              <a:lnTo>
                                <a:pt x="87" y="132"/>
                              </a:lnTo>
                              <a:lnTo>
                                <a:pt x="71" y="70"/>
                              </a:lnTo>
                              <a:lnTo>
                                <a:pt x="8" y="14"/>
                              </a:lnTo>
                              <a:lnTo>
                                <a:pt x="0" y="0"/>
                              </a:lnTo>
                              <a:lnTo>
                                <a:pt x="69" y="17"/>
                              </a:lnTo>
                            </a:path>
                          </a:pathLst>
                        </a:custGeom>
                        <a:solidFill>
                          <a:srgbClr val="C0C0C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61" name="Freeform 43">
                          <a:extLst>
                            <a:ext uri="{FF2B5EF4-FFF2-40B4-BE49-F238E27FC236}">
                              <a16:creationId xmlns:a16="http://schemas.microsoft.com/office/drawing/2014/main" id="{4437AAD0-37F3-4E7D-D423-8291D0CD7822}"/>
                            </a:ext>
                          </a:extLst>
                        </p:cNvPr>
                        <p:cNvSpPr>
                          <a:spLocks/>
                        </p:cNvSpPr>
                        <p:nvPr/>
                      </p:nvSpPr>
                      <p:spPr bwMode="auto">
                        <a:xfrm>
                          <a:off x="3040" y="1429"/>
                          <a:ext cx="205" cy="320"/>
                        </a:xfrm>
                        <a:custGeom>
                          <a:avLst/>
                          <a:gdLst>
                            <a:gd name="T0" fmla="*/ 70 w 205"/>
                            <a:gd name="T1" fmla="*/ 17 h 320"/>
                            <a:gd name="T2" fmla="*/ 122 w 205"/>
                            <a:gd name="T3" fmla="*/ 37 h 320"/>
                            <a:gd name="T4" fmla="*/ 150 w 205"/>
                            <a:gd name="T5" fmla="*/ 54 h 320"/>
                            <a:gd name="T6" fmla="*/ 167 w 205"/>
                            <a:gd name="T7" fmla="*/ 70 h 320"/>
                            <a:gd name="T8" fmla="*/ 175 w 205"/>
                            <a:gd name="T9" fmla="*/ 84 h 320"/>
                            <a:gd name="T10" fmla="*/ 188 w 205"/>
                            <a:gd name="T11" fmla="*/ 95 h 320"/>
                            <a:gd name="T12" fmla="*/ 196 w 205"/>
                            <a:gd name="T13" fmla="*/ 110 h 320"/>
                            <a:gd name="T14" fmla="*/ 200 w 205"/>
                            <a:gd name="T15" fmla="*/ 124 h 320"/>
                            <a:gd name="T16" fmla="*/ 204 w 205"/>
                            <a:gd name="T17" fmla="*/ 143 h 320"/>
                            <a:gd name="T18" fmla="*/ 204 w 205"/>
                            <a:gd name="T19" fmla="*/ 160 h 320"/>
                            <a:gd name="T20" fmla="*/ 200 w 205"/>
                            <a:gd name="T21" fmla="*/ 179 h 320"/>
                            <a:gd name="T22" fmla="*/ 196 w 205"/>
                            <a:gd name="T23" fmla="*/ 194 h 320"/>
                            <a:gd name="T24" fmla="*/ 183 w 205"/>
                            <a:gd name="T25" fmla="*/ 213 h 320"/>
                            <a:gd name="T26" fmla="*/ 175 w 205"/>
                            <a:gd name="T27" fmla="*/ 230 h 320"/>
                            <a:gd name="T28" fmla="*/ 163 w 205"/>
                            <a:gd name="T29" fmla="*/ 243 h 320"/>
                            <a:gd name="T30" fmla="*/ 146 w 205"/>
                            <a:gd name="T31" fmla="*/ 259 h 320"/>
                            <a:gd name="T32" fmla="*/ 105 w 205"/>
                            <a:gd name="T33" fmla="*/ 278 h 320"/>
                            <a:gd name="T34" fmla="*/ 4 w 205"/>
                            <a:gd name="T35" fmla="*/ 319 h 320"/>
                            <a:gd name="T36" fmla="*/ 33 w 205"/>
                            <a:gd name="T37" fmla="*/ 286 h 320"/>
                            <a:gd name="T38" fmla="*/ 70 w 205"/>
                            <a:gd name="T39" fmla="*/ 227 h 320"/>
                            <a:gd name="T40" fmla="*/ 91 w 205"/>
                            <a:gd name="T41" fmla="*/ 132 h 320"/>
                            <a:gd name="T42" fmla="*/ 74 w 205"/>
                            <a:gd name="T43" fmla="*/ 70 h 320"/>
                            <a:gd name="T44" fmla="*/ 12 w 205"/>
                            <a:gd name="T45" fmla="*/ 14 h 320"/>
                            <a:gd name="T46" fmla="*/ 0 w 205"/>
                            <a:gd name="T47" fmla="*/ 0 h 320"/>
                            <a:gd name="T48" fmla="*/ 70 w 205"/>
                            <a:gd name="T49" fmla="*/ 17 h 32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5"/>
                            <a:gd name="T76" fmla="*/ 0 h 320"/>
                            <a:gd name="T77" fmla="*/ 205 w 205"/>
                            <a:gd name="T78" fmla="*/ 320 h 32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5" h="320">
                              <a:moveTo>
                                <a:pt x="70" y="17"/>
                              </a:moveTo>
                              <a:lnTo>
                                <a:pt x="122" y="37"/>
                              </a:lnTo>
                              <a:lnTo>
                                <a:pt x="150" y="54"/>
                              </a:lnTo>
                              <a:lnTo>
                                <a:pt x="167" y="70"/>
                              </a:lnTo>
                              <a:lnTo>
                                <a:pt x="175" y="84"/>
                              </a:lnTo>
                              <a:lnTo>
                                <a:pt x="188" y="95"/>
                              </a:lnTo>
                              <a:lnTo>
                                <a:pt x="196" y="110"/>
                              </a:lnTo>
                              <a:lnTo>
                                <a:pt x="200" y="124"/>
                              </a:lnTo>
                              <a:lnTo>
                                <a:pt x="204" y="143"/>
                              </a:lnTo>
                              <a:lnTo>
                                <a:pt x="204" y="160"/>
                              </a:lnTo>
                              <a:lnTo>
                                <a:pt x="200" y="179"/>
                              </a:lnTo>
                              <a:lnTo>
                                <a:pt x="196" y="194"/>
                              </a:lnTo>
                              <a:lnTo>
                                <a:pt x="183" y="213"/>
                              </a:lnTo>
                              <a:lnTo>
                                <a:pt x="175" y="230"/>
                              </a:lnTo>
                              <a:lnTo>
                                <a:pt x="163" y="243"/>
                              </a:lnTo>
                              <a:lnTo>
                                <a:pt x="146" y="259"/>
                              </a:lnTo>
                              <a:lnTo>
                                <a:pt x="105" y="278"/>
                              </a:lnTo>
                              <a:lnTo>
                                <a:pt x="4" y="319"/>
                              </a:lnTo>
                              <a:lnTo>
                                <a:pt x="33" y="286"/>
                              </a:lnTo>
                              <a:lnTo>
                                <a:pt x="70" y="227"/>
                              </a:lnTo>
                              <a:lnTo>
                                <a:pt x="91" y="132"/>
                              </a:lnTo>
                              <a:lnTo>
                                <a:pt x="74" y="70"/>
                              </a:lnTo>
                              <a:lnTo>
                                <a:pt x="12" y="14"/>
                              </a:lnTo>
                              <a:lnTo>
                                <a:pt x="0" y="0"/>
                              </a:lnTo>
                              <a:lnTo>
                                <a:pt x="70" y="17"/>
                              </a:lnTo>
                            </a:path>
                          </a:pathLst>
                        </a:custGeom>
                        <a:solidFill>
                          <a:srgbClr val="E0E0E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62" name="Freeform 44">
                          <a:extLst>
                            <a:ext uri="{FF2B5EF4-FFF2-40B4-BE49-F238E27FC236}">
                              <a16:creationId xmlns:a16="http://schemas.microsoft.com/office/drawing/2014/main" id="{3F8443CB-F083-0316-DB79-510345D79A32}"/>
                            </a:ext>
                          </a:extLst>
                        </p:cNvPr>
                        <p:cNvSpPr>
                          <a:spLocks/>
                        </p:cNvSpPr>
                        <p:nvPr/>
                      </p:nvSpPr>
                      <p:spPr bwMode="auto">
                        <a:xfrm>
                          <a:off x="3009" y="1427"/>
                          <a:ext cx="204" cy="321"/>
                        </a:xfrm>
                        <a:custGeom>
                          <a:avLst/>
                          <a:gdLst>
                            <a:gd name="T0" fmla="*/ 70 w 204"/>
                            <a:gd name="T1" fmla="*/ 19 h 321"/>
                            <a:gd name="T2" fmla="*/ 119 w 204"/>
                            <a:gd name="T3" fmla="*/ 40 h 321"/>
                            <a:gd name="T4" fmla="*/ 150 w 204"/>
                            <a:gd name="T5" fmla="*/ 54 h 321"/>
                            <a:gd name="T6" fmla="*/ 162 w 204"/>
                            <a:gd name="T7" fmla="*/ 70 h 321"/>
                            <a:gd name="T8" fmla="*/ 174 w 204"/>
                            <a:gd name="T9" fmla="*/ 84 h 321"/>
                            <a:gd name="T10" fmla="*/ 182 w 204"/>
                            <a:gd name="T11" fmla="*/ 98 h 321"/>
                            <a:gd name="T12" fmla="*/ 191 w 204"/>
                            <a:gd name="T13" fmla="*/ 110 h 321"/>
                            <a:gd name="T14" fmla="*/ 199 w 204"/>
                            <a:gd name="T15" fmla="*/ 124 h 321"/>
                            <a:gd name="T16" fmla="*/ 203 w 204"/>
                            <a:gd name="T17" fmla="*/ 146 h 321"/>
                            <a:gd name="T18" fmla="*/ 203 w 204"/>
                            <a:gd name="T19" fmla="*/ 163 h 321"/>
                            <a:gd name="T20" fmla="*/ 199 w 204"/>
                            <a:gd name="T21" fmla="*/ 182 h 321"/>
                            <a:gd name="T22" fmla="*/ 195 w 204"/>
                            <a:gd name="T23" fmla="*/ 194 h 321"/>
                            <a:gd name="T24" fmla="*/ 182 w 204"/>
                            <a:gd name="T25" fmla="*/ 217 h 321"/>
                            <a:gd name="T26" fmla="*/ 174 w 204"/>
                            <a:gd name="T27" fmla="*/ 230 h 321"/>
                            <a:gd name="T28" fmla="*/ 158 w 204"/>
                            <a:gd name="T29" fmla="*/ 247 h 321"/>
                            <a:gd name="T30" fmla="*/ 141 w 204"/>
                            <a:gd name="T31" fmla="*/ 262 h 321"/>
                            <a:gd name="T32" fmla="*/ 107 w 204"/>
                            <a:gd name="T33" fmla="*/ 281 h 321"/>
                            <a:gd name="T34" fmla="*/ 4 w 204"/>
                            <a:gd name="T35" fmla="*/ 320 h 321"/>
                            <a:gd name="T36" fmla="*/ 29 w 204"/>
                            <a:gd name="T37" fmla="*/ 287 h 321"/>
                            <a:gd name="T38" fmla="*/ 66 w 204"/>
                            <a:gd name="T39" fmla="*/ 228 h 321"/>
                            <a:gd name="T40" fmla="*/ 90 w 204"/>
                            <a:gd name="T41" fmla="*/ 132 h 321"/>
                            <a:gd name="T42" fmla="*/ 74 w 204"/>
                            <a:gd name="T43" fmla="*/ 70 h 321"/>
                            <a:gd name="T44" fmla="*/ 8 w 204"/>
                            <a:gd name="T45" fmla="*/ 14 h 321"/>
                            <a:gd name="T46" fmla="*/ 0 w 204"/>
                            <a:gd name="T47" fmla="*/ 0 h 321"/>
                            <a:gd name="T48" fmla="*/ 70 w 204"/>
                            <a:gd name="T49" fmla="*/ 19 h 32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4"/>
                            <a:gd name="T76" fmla="*/ 0 h 321"/>
                            <a:gd name="T77" fmla="*/ 204 w 204"/>
                            <a:gd name="T78" fmla="*/ 321 h 32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4" h="321">
                              <a:moveTo>
                                <a:pt x="70" y="19"/>
                              </a:moveTo>
                              <a:lnTo>
                                <a:pt x="119" y="40"/>
                              </a:lnTo>
                              <a:lnTo>
                                <a:pt x="150" y="54"/>
                              </a:lnTo>
                              <a:lnTo>
                                <a:pt x="162" y="70"/>
                              </a:lnTo>
                              <a:lnTo>
                                <a:pt x="174" y="84"/>
                              </a:lnTo>
                              <a:lnTo>
                                <a:pt x="182" y="98"/>
                              </a:lnTo>
                              <a:lnTo>
                                <a:pt x="191" y="110"/>
                              </a:lnTo>
                              <a:lnTo>
                                <a:pt x="199" y="124"/>
                              </a:lnTo>
                              <a:lnTo>
                                <a:pt x="203" y="146"/>
                              </a:lnTo>
                              <a:lnTo>
                                <a:pt x="203" y="163"/>
                              </a:lnTo>
                              <a:lnTo>
                                <a:pt x="199" y="182"/>
                              </a:lnTo>
                              <a:lnTo>
                                <a:pt x="195" y="194"/>
                              </a:lnTo>
                              <a:lnTo>
                                <a:pt x="182" y="217"/>
                              </a:lnTo>
                              <a:lnTo>
                                <a:pt x="174" y="230"/>
                              </a:lnTo>
                              <a:lnTo>
                                <a:pt x="158" y="247"/>
                              </a:lnTo>
                              <a:lnTo>
                                <a:pt x="141" y="262"/>
                              </a:lnTo>
                              <a:lnTo>
                                <a:pt x="107" y="281"/>
                              </a:lnTo>
                              <a:lnTo>
                                <a:pt x="4" y="320"/>
                              </a:lnTo>
                              <a:lnTo>
                                <a:pt x="29" y="287"/>
                              </a:lnTo>
                              <a:lnTo>
                                <a:pt x="66" y="228"/>
                              </a:lnTo>
                              <a:lnTo>
                                <a:pt x="90" y="132"/>
                              </a:lnTo>
                              <a:lnTo>
                                <a:pt x="74" y="70"/>
                              </a:lnTo>
                              <a:lnTo>
                                <a:pt x="8" y="14"/>
                              </a:lnTo>
                              <a:lnTo>
                                <a:pt x="0" y="0"/>
                              </a:lnTo>
                              <a:lnTo>
                                <a:pt x="70" y="19"/>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grpSp>
                </p:grpSp>
                <p:sp>
                  <p:nvSpPr>
                    <p:cNvPr id="52" name="Freeform 45">
                      <a:extLst>
                        <a:ext uri="{FF2B5EF4-FFF2-40B4-BE49-F238E27FC236}">
                          <a16:creationId xmlns:a16="http://schemas.microsoft.com/office/drawing/2014/main" id="{E081C43D-A096-BC1A-932D-C96DC592723B}"/>
                        </a:ext>
                      </a:extLst>
                    </p:cNvPr>
                    <p:cNvSpPr>
                      <a:spLocks/>
                    </p:cNvSpPr>
                    <p:nvPr/>
                  </p:nvSpPr>
                  <p:spPr bwMode="auto">
                    <a:xfrm>
                      <a:off x="2426" y="1417"/>
                      <a:ext cx="917" cy="308"/>
                    </a:xfrm>
                    <a:custGeom>
                      <a:avLst/>
                      <a:gdLst>
                        <a:gd name="T0" fmla="*/ 0 w 917"/>
                        <a:gd name="T1" fmla="*/ 307 h 308"/>
                        <a:gd name="T2" fmla="*/ 44 w 917"/>
                        <a:gd name="T3" fmla="*/ 285 h 308"/>
                        <a:gd name="T4" fmla="*/ 87 w 917"/>
                        <a:gd name="T5" fmla="*/ 264 h 308"/>
                        <a:gd name="T6" fmla="*/ 133 w 917"/>
                        <a:gd name="T7" fmla="*/ 245 h 308"/>
                        <a:gd name="T8" fmla="*/ 172 w 917"/>
                        <a:gd name="T9" fmla="*/ 228 h 308"/>
                        <a:gd name="T10" fmla="*/ 220 w 917"/>
                        <a:gd name="T11" fmla="*/ 212 h 308"/>
                        <a:gd name="T12" fmla="*/ 264 w 917"/>
                        <a:gd name="T13" fmla="*/ 195 h 308"/>
                        <a:gd name="T14" fmla="*/ 349 w 917"/>
                        <a:gd name="T15" fmla="*/ 177 h 308"/>
                        <a:gd name="T16" fmla="*/ 447 w 917"/>
                        <a:gd name="T17" fmla="*/ 155 h 308"/>
                        <a:gd name="T18" fmla="*/ 556 w 917"/>
                        <a:gd name="T19" fmla="*/ 136 h 308"/>
                        <a:gd name="T20" fmla="*/ 624 w 917"/>
                        <a:gd name="T21" fmla="*/ 124 h 308"/>
                        <a:gd name="T22" fmla="*/ 685 w 917"/>
                        <a:gd name="T23" fmla="*/ 113 h 308"/>
                        <a:gd name="T24" fmla="*/ 739 w 917"/>
                        <a:gd name="T25" fmla="*/ 106 h 308"/>
                        <a:gd name="T26" fmla="*/ 770 w 917"/>
                        <a:gd name="T27" fmla="*/ 109 h 308"/>
                        <a:gd name="T28" fmla="*/ 827 w 917"/>
                        <a:gd name="T29" fmla="*/ 116 h 308"/>
                        <a:gd name="T30" fmla="*/ 855 w 917"/>
                        <a:gd name="T31" fmla="*/ 119 h 308"/>
                        <a:gd name="T32" fmla="*/ 881 w 917"/>
                        <a:gd name="T33" fmla="*/ 124 h 308"/>
                        <a:gd name="T34" fmla="*/ 916 w 917"/>
                        <a:gd name="T35" fmla="*/ 130 h 308"/>
                        <a:gd name="T36" fmla="*/ 844 w 917"/>
                        <a:gd name="T37" fmla="*/ 98 h 308"/>
                        <a:gd name="T38" fmla="*/ 800 w 917"/>
                        <a:gd name="T39" fmla="*/ 76 h 308"/>
                        <a:gd name="T40" fmla="*/ 718 w 917"/>
                        <a:gd name="T41" fmla="*/ 48 h 308"/>
                        <a:gd name="T42" fmla="*/ 663 w 917"/>
                        <a:gd name="T43" fmla="*/ 30 h 308"/>
                        <a:gd name="T44" fmla="*/ 602 w 917"/>
                        <a:gd name="T45" fmla="*/ 17 h 308"/>
                        <a:gd name="T46" fmla="*/ 561 w 917"/>
                        <a:gd name="T47" fmla="*/ 3 h 308"/>
                        <a:gd name="T48" fmla="*/ 508 w 917"/>
                        <a:gd name="T49" fmla="*/ 0 h 308"/>
                        <a:gd name="T50" fmla="*/ 443 w 917"/>
                        <a:gd name="T51" fmla="*/ 6 h 308"/>
                        <a:gd name="T52" fmla="*/ 358 w 917"/>
                        <a:gd name="T53" fmla="*/ 28 h 308"/>
                        <a:gd name="T54" fmla="*/ 292 w 917"/>
                        <a:gd name="T55" fmla="*/ 51 h 308"/>
                        <a:gd name="T56" fmla="*/ 203 w 917"/>
                        <a:gd name="T57" fmla="*/ 93 h 308"/>
                        <a:gd name="T58" fmla="*/ 155 w 917"/>
                        <a:gd name="T59" fmla="*/ 116 h 308"/>
                        <a:gd name="T60" fmla="*/ 96 w 917"/>
                        <a:gd name="T61" fmla="*/ 160 h 308"/>
                        <a:gd name="T62" fmla="*/ 52 w 917"/>
                        <a:gd name="T63" fmla="*/ 198 h 308"/>
                        <a:gd name="T64" fmla="*/ 26 w 917"/>
                        <a:gd name="T65" fmla="*/ 228 h 308"/>
                        <a:gd name="T66" fmla="*/ 17 w 917"/>
                        <a:gd name="T67" fmla="*/ 259 h 308"/>
                        <a:gd name="T68" fmla="*/ 4 w 917"/>
                        <a:gd name="T69" fmla="*/ 285 h 308"/>
                        <a:gd name="T70" fmla="*/ 0 w 917"/>
                        <a:gd name="T71" fmla="*/ 307 h 30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917"/>
                        <a:gd name="T109" fmla="*/ 0 h 308"/>
                        <a:gd name="T110" fmla="*/ 917 w 917"/>
                        <a:gd name="T111" fmla="*/ 308 h 30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917" h="308">
                          <a:moveTo>
                            <a:pt x="0" y="307"/>
                          </a:moveTo>
                          <a:lnTo>
                            <a:pt x="44" y="285"/>
                          </a:lnTo>
                          <a:lnTo>
                            <a:pt x="87" y="264"/>
                          </a:lnTo>
                          <a:lnTo>
                            <a:pt x="133" y="245"/>
                          </a:lnTo>
                          <a:lnTo>
                            <a:pt x="172" y="228"/>
                          </a:lnTo>
                          <a:lnTo>
                            <a:pt x="220" y="212"/>
                          </a:lnTo>
                          <a:lnTo>
                            <a:pt x="264" y="195"/>
                          </a:lnTo>
                          <a:lnTo>
                            <a:pt x="349" y="177"/>
                          </a:lnTo>
                          <a:lnTo>
                            <a:pt x="447" y="155"/>
                          </a:lnTo>
                          <a:lnTo>
                            <a:pt x="556" y="136"/>
                          </a:lnTo>
                          <a:lnTo>
                            <a:pt x="624" y="124"/>
                          </a:lnTo>
                          <a:lnTo>
                            <a:pt x="685" y="113"/>
                          </a:lnTo>
                          <a:lnTo>
                            <a:pt x="739" y="106"/>
                          </a:lnTo>
                          <a:lnTo>
                            <a:pt x="770" y="109"/>
                          </a:lnTo>
                          <a:lnTo>
                            <a:pt x="827" y="116"/>
                          </a:lnTo>
                          <a:lnTo>
                            <a:pt x="855" y="119"/>
                          </a:lnTo>
                          <a:lnTo>
                            <a:pt x="881" y="124"/>
                          </a:lnTo>
                          <a:lnTo>
                            <a:pt x="916" y="130"/>
                          </a:lnTo>
                          <a:lnTo>
                            <a:pt x="844" y="98"/>
                          </a:lnTo>
                          <a:lnTo>
                            <a:pt x="800" y="76"/>
                          </a:lnTo>
                          <a:lnTo>
                            <a:pt x="718" y="48"/>
                          </a:lnTo>
                          <a:lnTo>
                            <a:pt x="663" y="30"/>
                          </a:lnTo>
                          <a:lnTo>
                            <a:pt x="602" y="17"/>
                          </a:lnTo>
                          <a:lnTo>
                            <a:pt x="561" y="3"/>
                          </a:lnTo>
                          <a:lnTo>
                            <a:pt x="508" y="0"/>
                          </a:lnTo>
                          <a:lnTo>
                            <a:pt x="443" y="6"/>
                          </a:lnTo>
                          <a:lnTo>
                            <a:pt x="358" y="28"/>
                          </a:lnTo>
                          <a:lnTo>
                            <a:pt x="292" y="51"/>
                          </a:lnTo>
                          <a:lnTo>
                            <a:pt x="203" y="93"/>
                          </a:lnTo>
                          <a:lnTo>
                            <a:pt x="155" y="116"/>
                          </a:lnTo>
                          <a:lnTo>
                            <a:pt x="96" y="160"/>
                          </a:lnTo>
                          <a:lnTo>
                            <a:pt x="52" y="198"/>
                          </a:lnTo>
                          <a:lnTo>
                            <a:pt x="26" y="228"/>
                          </a:lnTo>
                          <a:lnTo>
                            <a:pt x="17" y="259"/>
                          </a:lnTo>
                          <a:lnTo>
                            <a:pt x="4" y="285"/>
                          </a:lnTo>
                          <a:lnTo>
                            <a:pt x="0" y="307"/>
                          </a:lnTo>
                        </a:path>
                      </a:pathLst>
                    </a:custGeom>
                    <a:solidFill>
                      <a:srgbClr val="A0A0A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grpSp>
                  <p:nvGrpSpPr>
                    <p:cNvPr id="53" name="Group 46">
                      <a:extLst>
                        <a:ext uri="{FF2B5EF4-FFF2-40B4-BE49-F238E27FC236}">
                          <a16:creationId xmlns:a16="http://schemas.microsoft.com/office/drawing/2014/main" id="{1AF5F5F8-A3AF-A70B-9AFE-CEC40AAC6A19}"/>
                        </a:ext>
                      </a:extLst>
                    </p:cNvPr>
                    <p:cNvGrpSpPr>
                      <a:grpSpLocks/>
                    </p:cNvGrpSpPr>
                    <p:nvPr/>
                  </p:nvGrpSpPr>
                  <p:grpSpPr bwMode="auto">
                    <a:xfrm>
                      <a:off x="2628" y="1407"/>
                      <a:ext cx="562" cy="348"/>
                      <a:chOff x="2628" y="1407"/>
                      <a:chExt cx="562" cy="348"/>
                    </a:xfrm>
                  </p:grpSpPr>
                  <p:sp>
                    <p:nvSpPr>
                      <p:cNvPr id="54" name="Oval 47">
                        <a:extLst>
                          <a:ext uri="{FF2B5EF4-FFF2-40B4-BE49-F238E27FC236}">
                            <a16:creationId xmlns:a16="http://schemas.microsoft.com/office/drawing/2014/main" id="{9060E49F-D2AB-3902-7A0C-441365B9CBEE}"/>
                          </a:ext>
                        </a:extLst>
                      </p:cNvPr>
                      <p:cNvSpPr>
                        <a:spLocks noChangeArrowheads="1"/>
                      </p:cNvSpPr>
                      <p:nvPr/>
                    </p:nvSpPr>
                    <p:spPr bwMode="auto">
                      <a:xfrm>
                        <a:off x="2628" y="1407"/>
                        <a:ext cx="562" cy="348"/>
                      </a:xfrm>
                      <a:prstGeom prst="ellipse">
                        <a:avLst/>
                      </a:prstGeom>
                      <a:solidFill>
                        <a:srgbClr val="804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t"/>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1" hangingPunct="1"/>
                        <a:endParaRPr lang="pt-BR" altLang="pt-BR"/>
                      </a:p>
                    </p:txBody>
                  </p:sp>
                  <p:sp>
                    <p:nvSpPr>
                      <p:cNvPr id="55" name="Freeform 48">
                        <a:extLst>
                          <a:ext uri="{FF2B5EF4-FFF2-40B4-BE49-F238E27FC236}">
                            <a16:creationId xmlns:a16="http://schemas.microsoft.com/office/drawing/2014/main" id="{B9C7A016-B1B6-CB08-9BEE-E00BE987B47F}"/>
                          </a:ext>
                        </a:extLst>
                      </p:cNvPr>
                      <p:cNvSpPr>
                        <a:spLocks/>
                      </p:cNvSpPr>
                      <p:nvPr/>
                    </p:nvSpPr>
                    <p:spPr bwMode="auto">
                      <a:xfrm>
                        <a:off x="2628" y="1413"/>
                        <a:ext cx="545" cy="212"/>
                      </a:xfrm>
                      <a:custGeom>
                        <a:avLst/>
                        <a:gdLst>
                          <a:gd name="T0" fmla="*/ 17 w 545"/>
                          <a:gd name="T1" fmla="*/ 211 h 212"/>
                          <a:gd name="T2" fmla="*/ 52 w 545"/>
                          <a:gd name="T3" fmla="*/ 200 h 212"/>
                          <a:gd name="T4" fmla="*/ 101 w 545"/>
                          <a:gd name="T5" fmla="*/ 188 h 212"/>
                          <a:gd name="T6" fmla="*/ 158 w 545"/>
                          <a:gd name="T7" fmla="*/ 177 h 212"/>
                          <a:gd name="T8" fmla="*/ 229 w 545"/>
                          <a:gd name="T9" fmla="*/ 161 h 212"/>
                          <a:gd name="T10" fmla="*/ 302 w 545"/>
                          <a:gd name="T11" fmla="*/ 147 h 212"/>
                          <a:gd name="T12" fmla="*/ 373 w 545"/>
                          <a:gd name="T13" fmla="*/ 136 h 212"/>
                          <a:gd name="T14" fmla="*/ 447 w 545"/>
                          <a:gd name="T15" fmla="*/ 125 h 212"/>
                          <a:gd name="T16" fmla="*/ 499 w 545"/>
                          <a:gd name="T17" fmla="*/ 117 h 212"/>
                          <a:gd name="T18" fmla="*/ 544 w 545"/>
                          <a:gd name="T19" fmla="*/ 108 h 212"/>
                          <a:gd name="T20" fmla="*/ 527 w 545"/>
                          <a:gd name="T21" fmla="*/ 86 h 212"/>
                          <a:gd name="T22" fmla="*/ 514 w 545"/>
                          <a:gd name="T23" fmla="*/ 67 h 212"/>
                          <a:gd name="T24" fmla="*/ 494 w 545"/>
                          <a:gd name="T25" fmla="*/ 50 h 212"/>
                          <a:gd name="T26" fmla="*/ 451 w 545"/>
                          <a:gd name="T27" fmla="*/ 30 h 212"/>
                          <a:gd name="T28" fmla="*/ 408 w 545"/>
                          <a:gd name="T29" fmla="*/ 14 h 212"/>
                          <a:gd name="T30" fmla="*/ 369 w 545"/>
                          <a:gd name="T31" fmla="*/ 5 h 212"/>
                          <a:gd name="T32" fmla="*/ 328 w 545"/>
                          <a:gd name="T33" fmla="*/ 0 h 212"/>
                          <a:gd name="T34" fmla="*/ 268 w 545"/>
                          <a:gd name="T35" fmla="*/ 3 h 212"/>
                          <a:gd name="T36" fmla="*/ 188 w 545"/>
                          <a:gd name="T37" fmla="*/ 25 h 212"/>
                          <a:gd name="T38" fmla="*/ 114 w 545"/>
                          <a:gd name="T39" fmla="*/ 50 h 212"/>
                          <a:gd name="T40" fmla="*/ 39 w 545"/>
                          <a:gd name="T41" fmla="*/ 86 h 212"/>
                          <a:gd name="T42" fmla="*/ 22 w 545"/>
                          <a:gd name="T43" fmla="*/ 94 h 212"/>
                          <a:gd name="T44" fmla="*/ 4 w 545"/>
                          <a:gd name="T45" fmla="*/ 110 h 212"/>
                          <a:gd name="T46" fmla="*/ 0 w 545"/>
                          <a:gd name="T47" fmla="*/ 128 h 212"/>
                          <a:gd name="T48" fmla="*/ 0 w 545"/>
                          <a:gd name="T49" fmla="*/ 155 h 212"/>
                          <a:gd name="T50" fmla="*/ 4 w 545"/>
                          <a:gd name="T51" fmla="*/ 185 h 212"/>
                          <a:gd name="T52" fmla="*/ 17 w 545"/>
                          <a:gd name="T53" fmla="*/ 211 h 21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545"/>
                          <a:gd name="T82" fmla="*/ 0 h 212"/>
                          <a:gd name="T83" fmla="*/ 545 w 545"/>
                          <a:gd name="T84" fmla="*/ 212 h 21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545" h="212">
                            <a:moveTo>
                              <a:pt x="17" y="211"/>
                            </a:moveTo>
                            <a:lnTo>
                              <a:pt x="52" y="200"/>
                            </a:lnTo>
                            <a:lnTo>
                              <a:pt x="101" y="188"/>
                            </a:lnTo>
                            <a:lnTo>
                              <a:pt x="158" y="177"/>
                            </a:lnTo>
                            <a:lnTo>
                              <a:pt x="229" y="161"/>
                            </a:lnTo>
                            <a:lnTo>
                              <a:pt x="302" y="147"/>
                            </a:lnTo>
                            <a:lnTo>
                              <a:pt x="373" y="136"/>
                            </a:lnTo>
                            <a:lnTo>
                              <a:pt x="447" y="125"/>
                            </a:lnTo>
                            <a:lnTo>
                              <a:pt x="499" y="117"/>
                            </a:lnTo>
                            <a:lnTo>
                              <a:pt x="544" y="108"/>
                            </a:lnTo>
                            <a:lnTo>
                              <a:pt x="527" y="86"/>
                            </a:lnTo>
                            <a:lnTo>
                              <a:pt x="514" y="67"/>
                            </a:lnTo>
                            <a:lnTo>
                              <a:pt x="494" y="50"/>
                            </a:lnTo>
                            <a:lnTo>
                              <a:pt x="451" y="30"/>
                            </a:lnTo>
                            <a:lnTo>
                              <a:pt x="408" y="14"/>
                            </a:lnTo>
                            <a:lnTo>
                              <a:pt x="369" y="5"/>
                            </a:lnTo>
                            <a:lnTo>
                              <a:pt x="328" y="0"/>
                            </a:lnTo>
                            <a:lnTo>
                              <a:pt x="268" y="3"/>
                            </a:lnTo>
                            <a:lnTo>
                              <a:pt x="188" y="25"/>
                            </a:lnTo>
                            <a:lnTo>
                              <a:pt x="114" y="50"/>
                            </a:lnTo>
                            <a:lnTo>
                              <a:pt x="39" y="86"/>
                            </a:lnTo>
                            <a:lnTo>
                              <a:pt x="22" y="94"/>
                            </a:lnTo>
                            <a:lnTo>
                              <a:pt x="4" y="110"/>
                            </a:lnTo>
                            <a:lnTo>
                              <a:pt x="0" y="128"/>
                            </a:lnTo>
                            <a:lnTo>
                              <a:pt x="0" y="155"/>
                            </a:lnTo>
                            <a:lnTo>
                              <a:pt x="4" y="185"/>
                            </a:lnTo>
                            <a:lnTo>
                              <a:pt x="17" y="211"/>
                            </a:lnTo>
                          </a:path>
                        </a:pathLst>
                      </a:custGeom>
                      <a:solidFill>
                        <a:srgbClr val="20100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56" name="Oval 49">
                        <a:extLst>
                          <a:ext uri="{FF2B5EF4-FFF2-40B4-BE49-F238E27FC236}">
                            <a16:creationId xmlns:a16="http://schemas.microsoft.com/office/drawing/2014/main" id="{C84BA0B1-B64C-D438-2C4A-D7D2933E8DFE}"/>
                          </a:ext>
                        </a:extLst>
                      </p:cNvPr>
                      <p:cNvSpPr>
                        <a:spLocks noChangeArrowheads="1"/>
                      </p:cNvSpPr>
                      <p:nvPr/>
                    </p:nvSpPr>
                    <p:spPr bwMode="auto">
                      <a:xfrm>
                        <a:off x="2790" y="1505"/>
                        <a:ext cx="245" cy="15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t"/>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1" hangingPunct="1"/>
                        <a:endParaRPr lang="pt-BR" altLang="pt-BR"/>
                      </a:p>
                    </p:txBody>
                  </p:sp>
                  <p:sp>
                    <p:nvSpPr>
                      <p:cNvPr id="57" name="Oval 50">
                        <a:extLst>
                          <a:ext uri="{FF2B5EF4-FFF2-40B4-BE49-F238E27FC236}">
                            <a16:creationId xmlns:a16="http://schemas.microsoft.com/office/drawing/2014/main" id="{20286B26-07FC-5750-A83A-055D836DBACA}"/>
                          </a:ext>
                        </a:extLst>
                      </p:cNvPr>
                      <p:cNvSpPr>
                        <a:spLocks noChangeArrowheads="1"/>
                      </p:cNvSpPr>
                      <p:nvPr/>
                    </p:nvSpPr>
                    <p:spPr bwMode="auto">
                      <a:xfrm>
                        <a:off x="2781" y="1502"/>
                        <a:ext cx="98" cy="56"/>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t"/>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1" hangingPunct="1"/>
                        <a:endParaRPr lang="pt-BR" altLang="pt-BR"/>
                      </a:p>
                    </p:txBody>
                  </p:sp>
                </p:grpSp>
              </p:grpSp>
            </p:grpSp>
            <p:grpSp>
              <p:nvGrpSpPr>
                <p:cNvPr id="43" name="Group 51">
                  <a:extLst>
                    <a:ext uri="{FF2B5EF4-FFF2-40B4-BE49-F238E27FC236}">
                      <a16:creationId xmlns:a16="http://schemas.microsoft.com/office/drawing/2014/main" id="{DD27BFD9-5B7C-7F4D-A254-241693149E72}"/>
                    </a:ext>
                  </a:extLst>
                </p:cNvPr>
                <p:cNvGrpSpPr>
                  <a:grpSpLocks/>
                </p:cNvGrpSpPr>
                <p:nvPr/>
              </p:nvGrpSpPr>
              <p:grpSpPr bwMode="auto">
                <a:xfrm>
                  <a:off x="2416" y="1403"/>
                  <a:ext cx="1022" cy="396"/>
                  <a:chOff x="2416" y="1403"/>
                  <a:chExt cx="1022" cy="396"/>
                </a:xfrm>
              </p:grpSpPr>
              <p:sp>
                <p:nvSpPr>
                  <p:cNvPr id="44" name="Freeform 52">
                    <a:extLst>
                      <a:ext uri="{FF2B5EF4-FFF2-40B4-BE49-F238E27FC236}">
                        <a16:creationId xmlns:a16="http://schemas.microsoft.com/office/drawing/2014/main" id="{3FEDD748-1E67-E612-73CC-41B1099E2A87}"/>
                      </a:ext>
                    </a:extLst>
                  </p:cNvPr>
                  <p:cNvSpPr>
                    <a:spLocks/>
                  </p:cNvSpPr>
                  <p:nvPr/>
                </p:nvSpPr>
                <p:spPr bwMode="auto">
                  <a:xfrm>
                    <a:off x="3373" y="1557"/>
                    <a:ext cx="65" cy="35"/>
                  </a:xfrm>
                  <a:custGeom>
                    <a:avLst/>
                    <a:gdLst>
                      <a:gd name="T0" fmla="*/ 7 w 65"/>
                      <a:gd name="T1" fmla="*/ 2 h 35"/>
                      <a:gd name="T2" fmla="*/ 17 w 65"/>
                      <a:gd name="T3" fmla="*/ 2 h 35"/>
                      <a:gd name="T4" fmla="*/ 48 w 65"/>
                      <a:gd name="T5" fmla="*/ 0 h 35"/>
                      <a:gd name="T6" fmla="*/ 57 w 65"/>
                      <a:gd name="T7" fmla="*/ 2 h 35"/>
                      <a:gd name="T8" fmla="*/ 64 w 65"/>
                      <a:gd name="T9" fmla="*/ 6 h 35"/>
                      <a:gd name="T10" fmla="*/ 64 w 65"/>
                      <a:gd name="T11" fmla="*/ 11 h 35"/>
                      <a:gd name="T12" fmla="*/ 57 w 65"/>
                      <a:gd name="T13" fmla="*/ 19 h 35"/>
                      <a:gd name="T14" fmla="*/ 45 w 65"/>
                      <a:gd name="T15" fmla="*/ 26 h 35"/>
                      <a:gd name="T16" fmla="*/ 31 w 65"/>
                      <a:gd name="T17" fmla="*/ 30 h 35"/>
                      <a:gd name="T18" fmla="*/ 10 w 65"/>
                      <a:gd name="T19" fmla="*/ 34 h 35"/>
                      <a:gd name="T20" fmla="*/ 0 w 65"/>
                      <a:gd name="T21" fmla="*/ 34 h 35"/>
                      <a:gd name="T22" fmla="*/ 10 w 65"/>
                      <a:gd name="T23" fmla="*/ 28 h 35"/>
                      <a:gd name="T24" fmla="*/ 14 w 65"/>
                      <a:gd name="T25" fmla="*/ 23 h 35"/>
                      <a:gd name="T26" fmla="*/ 21 w 65"/>
                      <a:gd name="T27" fmla="*/ 17 h 35"/>
                      <a:gd name="T28" fmla="*/ 21 w 65"/>
                      <a:gd name="T29" fmla="*/ 13 h 35"/>
                      <a:gd name="T30" fmla="*/ 7 w 65"/>
                      <a:gd name="T31" fmla="*/ 2 h 3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5"/>
                      <a:gd name="T49" fmla="*/ 0 h 35"/>
                      <a:gd name="T50" fmla="*/ 65 w 65"/>
                      <a:gd name="T51" fmla="*/ 35 h 3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5" h="35">
                        <a:moveTo>
                          <a:pt x="7" y="2"/>
                        </a:moveTo>
                        <a:lnTo>
                          <a:pt x="17" y="2"/>
                        </a:lnTo>
                        <a:lnTo>
                          <a:pt x="48" y="0"/>
                        </a:lnTo>
                        <a:lnTo>
                          <a:pt x="57" y="2"/>
                        </a:lnTo>
                        <a:lnTo>
                          <a:pt x="64" y="6"/>
                        </a:lnTo>
                        <a:lnTo>
                          <a:pt x="64" y="11"/>
                        </a:lnTo>
                        <a:lnTo>
                          <a:pt x="57" y="19"/>
                        </a:lnTo>
                        <a:lnTo>
                          <a:pt x="45" y="26"/>
                        </a:lnTo>
                        <a:lnTo>
                          <a:pt x="31" y="30"/>
                        </a:lnTo>
                        <a:lnTo>
                          <a:pt x="10" y="34"/>
                        </a:lnTo>
                        <a:lnTo>
                          <a:pt x="0" y="34"/>
                        </a:lnTo>
                        <a:lnTo>
                          <a:pt x="10" y="28"/>
                        </a:lnTo>
                        <a:lnTo>
                          <a:pt x="14" y="23"/>
                        </a:lnTo>
                        <a:lnTo>
                          <a:pt x="21" y="17"/>
                        </a:lnTo>
                        <a:lnTo>
                          <a:pt x="21" y="13"/>
                        </a:lnTo>
                        <a:lnTo>
                          <a:pt x="7" y="2"/>
                        </a:lnTo>
                      </a:path>
                    </a:pathLst>
                  </a:custGeom>
                  <a:solidFill>
                    <a:srgbClr val="60000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grpSp>
                <p:nvGrpSpPr>
                  <p:cNvPr id="45" name="Group 53">
                    <a:extLst>
                      <a:ext uri="{FF2B5EF4-FFF2-40B4-BE49-F238E27FC236}">
                        <a16:creationId xmlns:a16="http://schemas.microsoft.com/office/drawing/2014/main" id="{EECA80DD-5806-3683-AA2D-9F745D182407}"/>
                      </a:ext>
                    </a:extLst>
                  </p:cNvPr>
                  <p:cNvGrpSpPr>
                    <a:grpSpLocks/>
                  </p:cNvGrpSpPr>
                  <p:nvPr/>
                </p:nvGrpSpPr>
                <p:grpSpPr bwMode="auto">
                  <a:xfrm>
                    <a:off x="2416" y="1403"/>
                    <a:ext cx="996" cy="396"/>
                    <a:chOff x="2416" y="1403"/>
                    <a:chExt cx="996" cy="396"/>
                  </a:xfrm>
                </p:grpSpPr>
                <p:sp>
                  <p:nvSpPr>
                    <p:cNvPr id="46" name="Freeform 54">
                      <a:extLst>
                        <a:ext uri="{FF2B5EF4-FFF2-40B4-BE49-F238E27FC236}">
                          <a16:creationId xmlns:a16="http://schemas.microsoft.com/office/drawing/2014/main" id="{D0B0F717-8928-8255-8A22-EC765C102180}"/>
                        </a:ext>
                      </a:extLst>
                    </p:cNvPr>
                    <p:cNvSpPr>
                      <a:spLocks/>
                    </p:cNvSpPr>
                    <p:nvPr/>
                  </p:nvSpPr>
                  <p:spPr bwMode="auto">
                    <a:xfrm>
                      <a:off x="2416" y="1582"/>
                      <a:ext cx="977" cy="217"/>
                    </a:xfrm>
                    <a:custGeom>
                      <a:avLst/>
                      <a:gdLst>
                        <a:gd name="T0" fmla="*/ 9 w 977"/>
                        <a:gd name="T1" fmla="*/ 152 h 217"/>
                        <a:gd name="T2" fmla="*/ 48 w 977"/>
                        <a:gd name="T3" fmla="*/ 168 h 217"/>
                        <a:gd name="T4" fmla="*/ 92 w 977"/>
                        <a:gd name="T5" fmla="*/ 177 h 217"/>
                        <a:gd name="T6" fmla="*/ 142 w 977"/>
                        <a:gd name="T7" fmla="*/ 182 h 217"/>
                        <a:gd name="T8" fmla="*/ 225 w 977"/>
                        <a:gd name="T9" fmla="*/ 187 h 217"/>
                        <a:gd name="T10" fmla="*/ 282 w 977"/>
                        <a:gd name="T11" fmla="*/ 187 h 217"/>
                        <a:gd name="T12" fmla="*/ 337 w 977"/>
                        <a:gd name="T13" fmla="*/ 185 h 217"/>
                        <a:gd name="T14" fmla="*/ 407 w 977"/>
                        <a:gd name="T15" fmla="*/ 179 h 217"/>
                        <a:gd name="T16" fmla="*/ 484 w 977"/>
                        <a:gd name="T17" fmla="*/ 171 h 217"/>
                        <a:gd name="T18" fmla="*/ 545 w 977"/>
                        <a:gd name="T19" fmla="*/ 163 h 217"/>
                        <a:gd name="T20" fmla="*/ 604 w 977"/>
                        <a:gd name="T21" fmla="*/ 152 h 217"/>
                        <a:gd name="T22" fmla="*/ 670 w 977"/>
                        <a:gd name="T23" fmla="*/ 130 h 217"/>
                        <a:gd name="T24" fmla="*/ 724 w 977"/>
                        <a:gd name="T25" fmla="*/ 114 h 217"/>
                        <a:gd name="T26" fmla="*/ 777 w 977"/>
                        <a:gd name="T27" fmla="*/ 96 h 217"/>
                        <a:gd name="T28" fmla="*/ 825 w 977"/>
                        <a:gd name="T29" fmla="*/ 77 h 217"/>
                        <a:gd name="T30" fmla="*/ 867 w 977"/>
                        <a:gd name="T31" fmla="*/ 56 h 217"/>
                        <a:gd name="T32" fmla="*/ 893 w 977"/>
                        <a:gd name="T33" fmla="*/ 39 h 217"/>
                        <a:gd name="T34" fmla="*/ 919 w 977"/>
                        <a:gd name="T35" fmla="*/ 27 h 217"/>
                        <a:gd name="T36" fmla="*/ 976 w 977"/>
                        <a:gd name="T37" fmla="*/ 0 h 217"/>
                        <a:gd name="T38" fmla="*/ 976 w 977"/>
                        <a:gd name="T39" fmla="*/ 11 h 217"/>
                        <a:gd name="T40" fmla="*/ 958 w 977"/>
                        <a:gd name="T41" fmla="*/ 31 h 217"/>
                        <a:gd name="T42" fmla="*/ 915 w 977"/>
                        <a:gd name="T43" fmla="*/ 58 h 217"/>
                        <a:gd name="T44" fmla="*/ 862 w 977"/>
                        <a:gd name="T45" fmla="*/ 80 h 217"/>
                        <a:gd name="T46" fmla="*/ 838 w 977"/>
                        <a:gd name="T47" fmla="*/ 94 h 217"/>
                        <a:gd name="T48" fmla="*/ 803 w 977"/>
                        <a:gd name="T49" fmla="*/ 111 h 217"/>
                        <a:gd name="T50" fmla="*/ 772 w 977"/>
                        <a:gd name="T51" fmla="*/ 125 h 217"/>
                        <a:gd name="T52" fmla="*/ 737 w 977"/>
                        <a:gd name="T53" fmla="*/ 141 h 217"/>
                        <a:gd name="T54" fmla="*/ 696 w 977"/>
                        <a:gd name="T55" fmla="*/ 152 h 217"/>
                        <a:gd name="T56" fmla="*/ 652 w 977"/>
                        <a:gd name="T57" fmla="*/ 166 h 217"/>
                        <a:gd name="T58" fmla="*/ 591 w 977"/>
                        <a:gd name="T59" fmla="*/ 179 h 217"/>
                        <a:gd name="T60" fmla="*/ 523 w 977"/>
                        <a:gd name="T61" fmla="*/ 189 h 217"/>
                        <a:gd name="T62" fmla="*/ 466 w 977"/>
                        <a:gd name="T63" fmla="*/ 194 h 217"/>
                        <a:gd name="T64" fmla="*/ 429 w 977"/>
                        <a:gd name="T65" fmla="*/ 200 h 217"/>
                        <a:gd name="T66" fmla="*/ 390 w 977"/>
                        <a:gd name="T67" fmla="*/ 205 h 217"/>
                        <a:gd name="T68" fmla="*/ 341 w 977"/>
                        <a:gd name="T69" fmla="*/ 208 h 217"/>
                        <a:gd name="T70" fmla="*/ 293 w 977"/>
                        <a:gd name="T71" fmla="*/ 213 h 217"/>
                        <a:gd name="T72" fmla="*/ 247 w 977"/>
                        <a:gd name="T73" fmla="*/ 216 h 217"/>
                        <a:gd name="T74" fmla="*/ 204 w 977"/>
                        <a:gd name="T75" fmla="*/ 216 h 217"/>
                        <a:gd name="T76" fmla="*/ 147 w 977"/>
                        <a:gd name="T77" fmla="*/ 216 h 217"/>
                        <a:gd name="T78" fmla="*/ 92 w 977"/>
                        <a:gd name="T79" fmla="*/ 211 h 217"/>
                        <a:gd name="T80" fmla="*/ 57 w 977"/>
                        <a:gd name="T81" fmla="*/ 205 h 217"/>
                        <a:gd name="T82" fmla="*/ 26 w 977"/>
                        <a:gd name="T83" fmla="*/ 192 h 217"/>
                        <a:gd name="T84" fmla="*/ 0 w 977"/>
                        <a:gd name="T85" fmla="*/ 200 h 217"/>
                        <a:gd name="T86" fmla="*/ 0 w 977"/>
                        <a:gd name="T87" fmla="*/ 185 h 217"/>
                        <a:gd name="T88" fmla="*/ 9 w 977"/>
                        <a:gd name="T89" fmla="*/ 152 h 21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977"/>
                        <a:gd name="T136" fmla="*/ 0 h 217"/>
                        <a:gd name="T137" fmla="*/ 977 w 977"/>
                        <a:gd name="T138" fmla="*/ 217 h 21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977" h="217">
                          <a:moveTo>
                            <a:pt x="9" y="152"/>
                          </a:moveTo>
                          <a:lnTo>
                            <a:pt x="48" y="168"/>
                          </a:lnTo>
                          <a:lnTo>
                            <a:pt x="92" y="177"/>
                          </a:lnTo>
                          <a:lnTo>
                            <a:pt x="142" y="182"/>
                          </a:lnTo>
                          <a:lnTo>
                            <a:pt x="225" y="187"/>
                          </a:lnTo>
                          <a:lnTo>
                            <a:pt x="282" y="187"/>
                          </a:lnTo>
                          <a:lnTo>
                            <a:pt x="337" y="185"/>
                          </a:lnTo>
                          <a:lnTo>
                            <a:pt x="407" y="179"/>
                          </a:lnTo>
                          <a:lnTo>
                            <a:pt x="484" y="171"/>
                          </a:lnTo>
                          <a:lnTo>
                            <a:pt x="545" y="163"/>
                          </a:lnTo>
                          <a:lnTo>
                            <a:pt x="604" y="152"/>
                          </a:lnTo>
                          <a:lnTo>
                            <a:pt x="670" y="130"/>
                          </a:lnTo>
                          <a:lnTo>
                            <a:pt x="724" y="114"/>
                          </a:lnTo>
                          <a:lnTo>
                            <a:pt x="777" y="96"/>
                          </a:lnTo>
                          <a:lnTo>
                            <a:pt x="825" y="77"/>
                          </a:lnTo>
                          <a:lnTo>
                            <a:pt x="867" y="56"/>
                          </a:lnTo>
                          <a:lnTo>
                            <a:pt x="893" y="39"/>
                          </a:lnTo>
                          <a:lnTo>
                            <a:pt x="919" y="27"/>
                          </a:lnTo>
                          <a:lnTo>
                            <a:pt x="976" y="0"/>
                          </a:lnTo>
                          <a:lnTo>
                            <a:pt x="976" y="11"/>
                          </a:lnTo>
                          <a:lnTo>
                            <a:pt x="958" y="31"/>
                          </a:lnTo>
                          <a:lnTo>
                            <a:pt x="915" y="58"/>
                          </a:lnTo>
                          <a:lnTo>
                            <a:pt x="862" y="80"/>
                          </a:lnTo>
                          <a:lnTo>
                            <a:pt x="838" y="94"/>
                          </a:lnTo>
                          <a:lnTo>
                            <a:pt x="803" y="111"/>
                          </a:lnTo>
                          <a:lnTo>
                            <a:pt x="772" y="125"/>
                          </a:lnTo>
                          <a:lnTo>
                            <a:pt x="737" y="141"/>
                          </a:lnTo>
                          <a:lnTo>
                            <a:pt x="696" y="152"/>
                          </a:lnTo>
                          <a:lnTo>
                            <a:pt x="652" y="166"/>
                          </a:lnTo>
                          <a:lnTo>
                            <a:pt x="591" y="179"/>
                          </a:lnTo>
                          <a:lnTo>
                            <a:pt x="523" y="189"/>
                          </a:lnTo>
                          <a:lnTo>
                            <a:pt x="466" y="194"/>
                          </a:lnTo>
                          <a:lnTo>
                            <a:pt x="429" y="200"/>
                          </a:lnTo>
                          <a:lnTo>
                            <a:pt x="390" y="205"/>
                          </a:lnTo>
                          <a:lnTo>
                            <a:pt x="341" y="208"/>
                          </a:lnTo>
                          <a:lnTo>
                            <a:pt x="293" y="213"/>
                          </a:lnTo>
                          <a:lnTo>
                            <a:pt x="247" y="216"/>
                          </a:lnTo>
                          <a:lnTo>
                            <a:pt x="204" y="216"/>
                          </a:lnTo>
                          <a:lnTo>
                            <a:pt x="147" y="216"/>
                          </a:lnTo>
                          <a:lnTo>
                            <a:pt x="92" y="211"/>
                          </a:lnTo>
                          <a:lnTo>
                            <a:pt x="57" y="205"/>
                          </a:lnTo>
                          <a:lnTo>
                            <a:pt x="26" y="192"/>
                          </a:lnTo>
                          <a:lnTo>
                            <a:pt x="0" y="200"/>
                          </a:lnTo>
                          <a:lnTo>
                            <a:pt x="0" y="185"/>
                          </a:lnTo>
                          <a:lnTo>
                            <a:pt x="9" y="152"/>
                          </a:lnTo>
                        </a:path>
                      </a:pathLst>
                    </a:custGeom>
                    <a:solidFill>
                      <a:srgbClr val="20100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sp>
                  <p:nvSpPr>
                    <p:cNvPr id="47" name="Freeform 55">
                      <a:extLst>
                        <a:ext uri="{FF2B5EF4-FFF2-40B4-BE49-F238E27FC236}">
                          <a16:creationId xmlns:a16="http://schemas.microsoft.com/office/drawing/2014/main" id="{1CB86BC4-7B9C-F22B-2DD3-B4DAC8E5976F}"/>
                        </a:ext>
                      </a:extLst>
                    </p:cNvPr>
                    <p:cNvSpPr>
                      <a:spLocks/>
                    </p:cNvSpPr>
                    <p:nvPr/>
                  </p:nvSpPr>
                  <p:spPr bwMode="auto">
                    <a:xfrm>
                      <a:off x="2416" y="1403"/>
                      <a:ext cx="996" cy="318"/>
                    </a:xfrm>
                    <a:custGeom>
                      <a:avLst/>
                      <a:gdLst>
                        <a:gd name="T0" fmla="*/ 26 w 996"/>
                        <a:gd name="T1" fmla="*/ 289 h 318"/>
                        <a:gd name="T2" fmla="*/ 48 w 996"/>
                        <a:gd name="T3" fmla="*/ 247 h 318"/>
                        <a:gd name="T4" fmla="*/ 75 w 996"/>
                        <a:gd name="T5" fmla="*/ 216 h 318"/>
                        <a:gd name="T6" fmla="*/ 118 w 996"/>
                        <a:gd name="T7" fmla="*/ 190 h 318"/>
                        <a:gd name="T8" fmla="*/ 142 w 996"/>
                        <a:gd name="T9" fmla="*/ 163 h 318"/>
                        <a:gd name="T10" fmla="*/ 182 w 996"/>
                        <a:gd name="T11" fmla="*/ 132 h 318"/>
                        <a:gd name="T12" fmla="*/ 235 w 996"/>
                        <a:gd name="T13" fmla="*/ 114 h 318"/>
                        <a:gd name="T14" fmla="*/ 307 w 996"/>
                        <a:gd name="T15" fmla="*/ 81 h 318"/>
                        <a:gd name="T16" fmla="*/ 377 w 996"/>
                        <a:gd name="T17" fmla="*/ 57 h 318"/>
                        <a:gd name="T18" fmla="*/ 454 w 996"/>
                        <a:gd name="T19" fmla="*/ 33 h 318"/>
                        <a:gd name="T20" fmla="*/ 515 w 996"/>
                        <a:gd name="T21" fmla="*/ 22 h 318"/>
                        <a:gd name="T22" fmla="*/ 576 w 996"/>
                        <a:gd name="T23" fmla="*/ 28 h 318"/>
                        <a:gd name="T24" fmla="*/ 675 w 996"/>
                        <a:gd name="T25" fmla="*/ 48 h 318"/>
                        <a:gd name="T26" fmla="*/ 760 w 996"/>
                        <a:gd name="T27" fmla="*/ 81 h 318"/>
                        <a:gd name="T28" fmla="*/ 835 w 996"/>
                        <a:gd name="T29" fmla="*/ 106 h 318"/>
                        <a:gd name="T30" fmla="*/ 881 w 996"/>
                        <a:gd name="T31" fmla="*/ 132 h 318"/>
                        <a:gd name="T32" fmla="*/ 929 w 996"/>
                        <a:gd name="T33" fmla="*/ 149 h 318"/>
                        <a:gd name="T34" fmla="*/ 973 w 996"/>
                        <a:gd name="T35" fmla="*/ 152 h 318"/>
                        <a:gd name="T36" fmla="*/ 956 w 996"/>
                        <a:gd name="T37" fmla="*/ 132 h 318"/>
                        <a:gd name="T38" fmla="*/ 890 w 996"/>
                        <a:gd name="T39" fmla="*/ 98 h 318"/>
                        <a:gd name="T40" fmla="*/ 822 w 996"/>
                        <a:gd name="T41" fmla="*/ 68 h 318"/>
                        <a:gd name="T42" fmla="*/ 774 w 996"/>
                        <a:gd name="T43" fmla="*/ 48 h 318"/>
                        <a:gd name="T44" fmla="*/ 684 w 996"/>
                        <a:gd name="T45" fmla="*/ 28 h 318"/>
                        <a:gd name="T46" fmla="*/ 596 w 996"/>
                        <a:gd name="T47" fmla="*/ 8 h 318"/>
                        <a:gd name="T48" fmla="*/ 511 w 996"/>
                        <a:gd name="T49" fmla="*/ 0 h 318"/>
                        <a:gd name="T50" fmla="*/ 441 w 996"/>
                        <a:gd name="T51" fmla="*/ 6 h 318"/>
                        <a:gd name="T52" fmla="*/ 381 w 996"/>
                        <a:gd name="T53" fmla="*/ 17 h 318"/>
                        <a:gd name="T54" fmla="*/ 320 w 996"/>
                        <a:gd name="T55" fmla="*/ 36 h 318"/>
                        <a:gd name="T56" fmla="*/ 274 w 996"/>
                        <a:gd name="T57" fmla="*/ 59 h 318"/>
                        <a:gd name="T58" fmla="*/ 208 w 996"/>
                        <a:gd name="T59" fmla="*/ 92 h 318"/>
                        <a:gd name="T60" fmla="*/ 147 w 996"/>
                        <a:gd name="T61" fmla="*/ 132 h 318"/>
                        <a:gd name="T62" fmla="*/ 96 w 996"/>
                        <a:gd name="T63" fmla="*/ 168 h 318"/>
                        <a:gd name="T64" fmla="*/ 53 w 996"/>
                        <a:gd name="T65" fmla="*/ 205 h 318"/>
                        <a:gd name="T66" fmla="*/ 39 w 996"/>
                        <a:gd name="T67" fmla="*/ 233 h 318"/>
                        <a:gd name="T68" fmla="*/ 9 w 996"/>
                        <a:gd name="T69" fmla="*/ 283 h 31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996"/>
                        <a:gd name="T106" fmla="*/ 0 h 318"/>
                        <a:gd name="T107" fmla="*/ 996 w 996"/>
                        <a:gd name="T108" fmla="*/ 318 h 31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996" h="318">
                          <a:moveTo>
                            <a:pt x="0" y="317"/>
                          </a:moveTo>
                          <a:lnTo>
                            <a:pt x="26" y="289"/>
                          </a:lnTo>
                          <a:lnTo>
                            <a:pt x="44" y="274"/>
                          </a:lnTo>
                          <a:lnTo>
                            <a:pt x="48" y="247"/>
                          </a:lnTo>
                          <a:lnTo>
                            <a:pt x="57" y="230"/>
                          </a:lnTo>
                          <a:lnTo>
                            <a:pt x="75" y="216"/>
                          </a:lnTo>
                          <a:lnTo>
                            <a:pt x="96" y="204"/>
                          </a:lnTo>
                          <a:lnTo>
                            <a:pt x="118" y="190"/>
                          </a:lnTo>
                          <a:lnTo>
                            <a:pt x="131" y="176"/>
                          </a:lnTo>
                          <a:lnTo>
                            <a:pt x="142" y="163"/>
                          </a:lnTo>
                          <a:lnTo>
                            <a:pt x="164" y="146"/>
                          </a:lnTo>
                          <a:lnTo>
                            <a:pt x="182" y="132"/>
                          </a:lnTo>
                          <a:lnTo>
                            <a:pt x="204" y="125"/>
                          </a:lnTo>
                          <a:lnTo>
                            <a:pt x="235" y="114"/>
                          </a:lnTo>
                          <a:lnTo>
                            <a:pt x="270" y="98"/>
                          </a:lnTo>
                          <a:lnTo>
                            <a:pt x="307" y="81"/>
                          </a:lnTo>
                          <a:lnTo>
                            <a:pt x="338" y="70"/>
                          </a:lnTo>
                          <a:lnTo>
                            <a:pt x="377" y="57"/>
                          </a:lnTo>
                          <a:lnTo>
                            <a:pt x="412" y="47"/>
                          </a:lnTo>
                          <a:lnTo>
                            <a:pt x="454" y="33"/>
                          </a:lnTo>
                          <a:lnTo>
                            <a:pt x="489" y="22"/>
                          </a:lnTo>
                          <a:lnTo>
                            <a:pt x="515" y="22"/>
                          </a:lnTo>
                          <a:lnTo>
                            <a:pt x="541" y="22"/>
                          </a:lnTo>
                          <a:lnTo>
                            <a:pt x="576" y="28"/>
                          </a:lnTo>
                          <a:lnTo>
                            <a:pt x="614" y="36"/>
                          </a:lnTo>
                          <a:lnTo>
                            <a:pt x="675" y="48"/>
                          </a:lnTo>
                          <a:lnTo>
                            <a:pt x="719" y="68"/>
                          </a:lnTo>
                          <a:lnTo>
                            <a:pt x="760" y="81"/>
                          </a:lnTo>
                          <a:lnTo>
                            <a:pt x="804" y="98"/>
                          </a:lnTo>
                          <a:lnTo>
                            <a:pt x="835" y="106"/>
                          </a:lnTo>
                          <a:lnTo>
                            <a:pt x="857" y="117"/>
                          </a:lnTo>
                          <a:lnTo>
                            <a:pt x="881" y="132"/>
                          </a:lnTo>
                          <a:lnTo>
                            <a:pt x="912" y="143"/>
                          </a:lnTo>
                          <a:lnTo>
                            <a:pt x="929" y="149"/>
                          </a:lnTo>
                          <a:lnTo>
                            <a:pt x="956" y="152"/>
                          </a:lnTo>
                          <a:lnTo>
                            <a:pt x="973" y="152"/>
                          </a:lnTo>
                          <a:lnTo>
                            <a:pt x="995" y="152"/>
                          </a:lnTo>
                          <a:lnTo>
                            <a:pt x="956" y="132"/>
                          </a:lnTo>
                          <a:lnTo>
                            <a:pt x="920" y="112"/>
                          </a:lnTo>
                          <a:lnTo>
                            <a:pt x="890" y="98"/>
                          </a:lnTo>
                          <a:lnTo>
                            <a:pt x="861" y="84"/>
                          </a:lnTo>
                          <a:lnTo>
                            <a:pt x="822" y="68"/>
                          </a:lnTo>
                          <a:lnTo>
                            <a:pt x="800" y="57"/>
                          </a:lnTo>
                          <a:lnTo>
                            <a:pt x="774" y="48"/>
                          </a:lnTo>
                          <a:lnTo>
                            <a:pt x="721" y="39"/>
                          </a:lnTo>
                          <a:lnTo>
                            <a:pt x="684" y="28"/>
                          </a:lnTo>
                          <a:lnTo>
                            <a:pt x="640" y="17"/>
                          </a:lnTo>
                          <a:lnTo>
                            <a:pt x="596" y="8"/>
                          </a:lnTo>
                          <a:lnTo>
                            <a:pt x="546" y="0"/>
                          </a:lnTo>
                          <a:lnTo>
                            <a:pt x="511" y="0"/>
                          </a:lnTo>
                          <a:lnTo>
                            <a:pt x="476" y="3"/>
                          </a:lnTo>
                          <a:lnTo>
                            <a:pt x="441" y="6"/>
                          </a:lnTo>
                          <a:lnTo>
                            <a:pt x="412" y="8"/>
                          </a:lnTo>
                          <a:lnTo>
                            <a:pt x="381" y="17"/>
                          </a:lnTo>
                          <a:lnTo>
                            <a:pt x="351" y="25"/>
                          </a:lnTo>
                          <a:lnTo>
                            <a:pt x="320" y="36"/>
                          </a:lnTo>
                          <a:lnTo>
                            <a:pt x="294" y="47"/>
                          </a:lnTo>
                          <a:lnTo>
                            <a:pt x="274" y="59"/>
                          </a:lnTo>
                          <a:lnTo>
                            <a:pt x="243" y="76"/>
                          </a:lnTo>
                          <a:lnTo>
                            <a:pt x="208" y="92"/>
                          </a:lnTo>
                          <a:lnTo>
                            <a:pt x="173" y="112"/>
                          </a:lnTo>
                          <a:lnTo>
                            <a:pt x="147" y="132"/>
                          </a:lnTo>
                          <a:lnTo>
                            <a:pt x="123" y="146"/>
                          </a:lnTo>
                          <a:lnTo>
                            <a:pt x="96" y="168"/>
                          </a:lnTo>
                          <a:lnTo>
                            <a:pt x="75" y="187"/>
                          </a:lnTo>
                          <a:lnTo>
                            <a:pt x="53" y="205"/>
                          </a:lnTo>
                          <a:lnTo>
                            <a:pt x="39" y="222"/>
                          </a:lnTo>
                          <a:lnTo>
                            <a:pt x="39" y="233"/>
                          </a:lnTo>
                          <a:lnTo>
                            <a:pt x="22" y="252"/>
                          </a:lnTo>
                          <a:lnTo>
                            <a:pt x="9" y="283"/>
                          </a:lnTo>
                          <a:lnTo>
                            <a:pt x="0" y="317"/>
                          </a:lnTo>
                        </a:path>
                      </a:pathLst>
                    </a:custGeom>
                    <a:solidFill>
                      <a:srgbClr val="202020"/>
                    </a:solidFill>
                    <a:ln>
                      <a:noFill/>
                    </a:ln>
                    <a:extLst>
                      <a:ext uri="{91240B29-F687-4F45-9708-019B960494DF}">
                        <a14:hiddenLine xmlns:a14="http://schemas.microsoft.com/office/drawing/2010/main" w="9525" cap="rnd">
                          <a:solidFill>
                            <a:srgbClr val="000000"/>
                          </a:solidFill>
                          <a:round/>
                          <a:headEnd/>
                          <a:tailEnd/>
                        </a14:hiddenLine>
                      </a:ext>
                    </a:extLst>
                  </p:spPr>
                  <p:txBody>
                    <a:bodyPr anchor="t"/>
                    <a:lstStyle/>
                    <a:p>
                      <a:pPr algn="ctr"/>
                      <a:endParaRPr lang="pt-BR"/>
                    </a:p>
                  </p:txBody>
                </p:sp>
              </p:grpSp>
            </p:grpSp>
          </p:grpSp>
        </p:grpSp>
        <p:grpSp>
          <p:nvGrpSpPr>
            <p:cNvPr id="14" name="Group 56">
              <a:extLst>
                <a:ext uri="{FF2B5EF4-FFF2-40B4-BE49-F238E27FC236}">
                  <a16:creationId xmlns:a16="http://schemas.microsoft.com/office/drawing/2014/main" id="{801D3F90-D878-6374-6805-36901AC1FDDD}"/>
                </a:ext>
              </a:extLst>
            </p:cNvPr>
            <p:cNvGrpSpPr>
              <a:grpSpLocks/>
            </p:cNvGrpSpPr>
            <p:nvPr/>
          </p:nvGrpSpPr>
          <p:grpSpPr bwMode="auto">
            <a:xfrm>
              <a:off x="63" y="2256"/>
              <a:ext cx="1769" cy="1484"/>
              <a:chOff x="63" y="2256"/>
              <a:chExt cx="1769" cy="1484"/>
            </a:xfrm>
          </p:grpSpPr>
          <p:sp>
            <p:nvSpPr>
              <p:cNvPr id="37" name="AutoShape 57">
                <a:extLst>
                  <a:ext uri="{FF2B5EF4-FFF2-40B4-BE49-F238E27FC236}">
                    <a16:creationId xmlns:a16="http://schemas.microsoft.com/office/drawing/2014/main" id="{7C7BD0D4-BEA8-B547-C2D7-8BACB029C9DD}"/>
                  </a:ext>
                </a:extLst>
              </p:cNvPr>
              <p:cNvSpPr>
                <a:spLocks noChangeArrowheads="1"/>
              </p:cNvSpPr>
              <p:nvPr/>
            </p:nvSpPr>
            <p:spPr bwMode="auto">
              <a:xfrm>
                <a:off x="63" y="2495"/>
                <a:ext cx="1769" cy="1245"/>
              </a:xfrm>
              <a:prstGeom prst="roundRect">
                <a:avLst>
                  <a:gd name="adj" fmla="val 12167"/>
                </a:avLst>
              </a:prstGeom>
              <a:solidFill>
                <a:srgbClr val="FFFFFF"/>
              </a:solidFill>
              <a:ln w="25400">
                <a:solidFill>
                  <a:srgbClr val="000000"/>
                </a:solidFill>
                <a:round/>
                <a:headEnd/>
                <a:tailEnd/>
              </a:ln>
            </p:spPr>
            <p:txBody>
              <a:bodyPr wrap="none" anchor="t"/>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1" hangingPunct="1"/>
                <a:endParaRPr lang="pt-BR" altLang="pt-BR"/>
              </a:p>
            </p:txBody>
          </p:sp>
          <p:sp>
            <p:nvSpPr>
              <p:cNvPr id="38" name="Rectangle 58">
                <a:extLst>
                  <a:ext uri="{FF2B5EF4-FFF2-40B4-BE49-F238E27FC236}">
                    <a16:creationId xmlns:a16="http://schemas.microsoft.com/office/drawing/2014/main" id="{DBA5229F-1EE0-7C70-32E8-77840A9C912B}"/>
                  </a:ext>
                </a:extLst>
              </p:cNvPr>
              <p:cNvSpPr>
                <a:spLocks noChangeArrowheads="1"/>
              </p:cNvSpPr>
              <p:nvPr/>
            </p:nvSpPr>
            <p:spPr bwMode="auto">
              <a:xfrm>
                <a:off x="167" y="2256"/>
                <a:ext cx="1560" cy="330"/>
              </a:xfrm>
              <a:prstGeom prst="rect">
                <a:avLst/>
              </a:prstGeom>
              <a:solidFill>
                <a:srgbClr val="FFFF00"/>
              </a:solidFill>
              <a:ln w="9525">
                <a:solidFill>
                  <a:srgbClr val="000000"/>
                </a:solidFill>
                <a:miter lim="800000"/>
                <a:headEnd/>
                <a:tailEnd/>
              </a:ln>
              <a:effectLst>
                <a:outerShdw dist="107763" dir="2700000" algn="ctr" rotWithShape="0">
                  <a:schemeClr val="bg2"/>
                </a:outerShdw>
              </a:effectLst>
            </p:spPr>
            <p:txBody>
              <a:bodyPr wrap="none" lIns="92075" tIns="46038" rIns="92075" bIns="46038" anchor="t">
                <a:spAutoFit/>
              </a:bodyPr>
              <a:lstStyle/>
              <a:p>
                <a:pPr algn="ctr" defTabSz="762000" eaLnBrk="0" hangingPunct="0">
                  <a:defRPr/>
                </a:pPr>
                <a:r>
                  <a:rPr lang="pt-BR" sz="2800" b="1">
                    <a:solidFill>
                      <a:srgbClr val="000000"/>
                    </a:solidFill>
                  </a:rPr>
                  <a:t>Organização</a:t>
                </a:r>
                <a:endParaRPr lang="pt-BR" sz="2800" b="1">
                  <a:solidFill>
                    <a:srgbClr val="000000"/>
                  </a:solidFill>
                  <a:latin typeface="Times New Roman" pitchFamily="18" charset="0"/>
                </a:endParaRPr>
              </a:p>
            </p:txBody>
          </p:sp>
          <p:sp>
            <p:nvSpPr>
              <p:cNvPr id="39" name="Rectangle 59">
                <a:extLst>
                  <a:ext uri="{FF2B5EF4-FFF2-40B4-BE49-F238E27FC236}">
                    <a16:creationId xmlns:a16="http://schemas.microsoft.com/office/drawing/2014/main" id="{93C2208D-C982-EB96-477F-E9E6FD2BB408}"/>
                  </a:ext>
                </a:extLst>
              </p:cNvPr>
              <p:cNvSpPr>
                <a:spLocks noChangeArrowheads="1"/>
              </p:cNvSpPr>
              <p:nvPr/>
            </p:nvSpPr>
            <p:spPr bwMode="auto">
              <a:xfrm>
                <a:off x="240" y="2688"/>
                <a:ext cx="1469" cy="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t">
                <a:spAutoFit/>
              </a:bodyPr>
              <a:lstStyle>
                <a:lvl1pPr defTabSz="762000" eaLnBrk="0" hangingPunct="0">
                  <a:defRPr sz="2400">
                    <a:solidFill>
                      <a:schemeClr val="tx1"/>
                    </a:solidFill>
                    <a:latin typeface="Arial" charset="0"/>
                  </a:defRPr>
                </a:lvl1pPr>
                <a:lvl2pPr marL="742950" indent="-285750" defTabSz="762000" eaLnBrk="0" hangingPunct="0">
                  <a:defRPr sz="2400">
                    <a:solidFill>
                      <a:schemeClr val="tx1"/>
                    </a:solidFill>
                    <a:latin typeface="Arial" charset="0"/>
                  </a:defRPr>
                </a:lvl2pPr>
                <a:lvl3pPr marL="1143000" indent="-228600" defTabSz="762000" eaLnBrk="0" hangingPunct="0">
                  <a:defRPr sz="2400">
                    <a:solidFill>
                      <a:schemeClr val="tx1"/>
                    </a:solidFill>
                    <a:latin typeface="Arial" charset="0"/>
                  </a:defRPr>
                </a:lvl3pPr>
                <a:lvl4pPr marL="1600200" indent="-228600" defTabSz="762000" eaLnBrk="0" hangingPunct="0">
                  <a:defRPr sz="2400">
                    <a:solidFill>
                      <a:schemeClr val="tx1"/>
                    </a:solidFill>
                    <a:latin typeface="Arial" charset="0"/>
                  </a:defRPr>
                </a:lvl4pPr>
                <a:lvl5pPr marL="2057400" indent="-228600" defTabSz="762000" eaLnBrk="0" hangingPunct="0">
                  <a:defRPr sz="2400">
                    <a:solidFill>
                      <a:schemeClr val="tx1"/>
                    </a:solidFill>
                    <a:latin typeface="Arial" charset="0"/>
                  </a:defRPr>
                </a:lvl5pPr>
                <a:lvl6pPr marL="2514600" indent="-228600" algn="ctr" defTabSz="762000" eaLnBrk="0" fontAlgn="base" hangingPunct="0">
                  <a:spcBef>
                    <a:spcPct val="0"/>
                  </a:spcBef>
                  <a:spcAft>
                    <a:spcPct val="0"/>
                  </a:spcAft>
                  <a:defRPr sz="2400">
                    <a:solidFill>
                      <a:schemeClr val="tx1"/>
                    </a:solidFill>
                    <a:latin typeface="Arial" charset="0"/>
                  </a:defRPr>
                </a:lvl6pPr>
                <a:lvl7pPr marL="2971800" indent="-228600" algn="ctr" defTabSz="762000" eaLnBrk="0" fontAlgn="base" hangingPunct="0">
                  <a:spcBef>
                    <a:spcPct val="0"/>
                  </a:spcBef>
                  <a:spcAft>
                    <a:spcPct val="0"/>
                  </a:spcAft>
                  <a:defRPr sz="2400">
                    <a:solidFill>
                      <a:schemeClr val="tx1"/>
                    </a:solidFill>
                    <a:latin typeface="Arial" charset="0"/>
                  </a:defRPr>
                </a:lvl7pPr>
                <a:lvl8pPr marL="3429000" indent="-228600" algn="ctr" defTabSz="762000" eaLnBrk="0" fontAlgn="base" hangingPunct="0">
                  <a:spcBef>
                    <a:spcPct val="0"/>
                  </a:spcBef>
                  <a:spcAft>
                    <a:spcPct val="0"/>
                  </a:spcAft>
                  <a:defRPr sz="2400">
                    <a:solidFill>
                      <a:schemeClr val="tx1"/>
                    </a:solidFill>
                    <a:latin typeface="Arial" charset="0"/>
                  </a:defRPr>
                </a:lvl8pPr>
                <a:lvl9pPr marL="3886200" indent="-228600" algn="ctr" defTabSz="762000" eaLnBrk="0" fontAlgn="base" hangingPunct="0">
                  <a:spcBef>
                    <a:spcPct val="0"/>
                  </a:spcBef>
                  <a:spcAft>
                    <a:spcPct val="0"/>
                  </a:spcAft>
                  <a:defRPr sz="2400">
                    <a:solidFill>
                      <a:schemeClr val="tx1"/>
                    </a:solidFill>
                    <a:latin typeface="Arial" charset="0"/>
                  </a:defRPr>
                </a:lvl9pPr>
              </a:lstStyle>
              <a:p>
                <a:pPr algn="ctr">
                  <a:buFontTx/>
                  <a:buChar char="•"/>
                </a:pPr>
                <a:r>
                  <a:rPr lang="pt-BR" altLang="pt-BR">
                    <a:solidFill>
                      <a:srgbClr val="000000"/>
                    </a:solidFill>
                  </a:rPr>
                  <a:t> estrutura</a:t>
                </a:r>
              </a:p>
              <a:p>
                <a:pPr algn="ctr">
                  <a:buFontTx/>
                  <a:buChar char="•"/>
                </a:pPr>
                <a:r>
                  <a:rPr lang="pt-BR" altLang="pt-BR">
                    <a:solidFill>
                      <a:srgbClr val="000000"/>
                    </a:solidFill>
                  </a:rPr>
                  <a:t> cultura </a:t>
                </a:r>
              </a:p>
              <a:p>
                <a:pPr algn="ctr">
                  <a:buFontTx/>
                  <a:buChar char="•"/>
                </a:pPr>
                <a:r>
                  <a:rPr lang="pt-BR" altLang="pt-BR">
                    <a:solidFill>
                      <a:srgbClr val="000000"/>
                    </a:solidFill>
                  </a:rPr>
                  <a:t> aprendizagem</a:t>
                </a:r>
              </a:p>
              <a:p>
                <a:pPr algn="ctr">
                  <a:buFontTx/>
                  <a:buChar char="•"/>
                </a:pPr>
                <a:r>
                  <a:rPr lang="pt-BR" altLang="pt-BR">
                    <a:solidFill>
                      <a:srgbClr val="000000"/>
                    </a:solidFill>
                  </a:rPr>
                  <a:t> pessoas</a:t>
                </a:r>
                <a:endParaRPr lang="pt-BR" altLang="pt-BR" sz="2800">
                  <a:solidFill>
                    <a:srgbClr val="000000"/>
                  </a:solidFill>
                  <a:latin typeface="Times New Roman" charset="0"/>
                </a:endParaRPr>
              </a:p>
            </p:txBody>
          </p:sp>
        </p:grpSp>
        <p:grpSp>
          <p:nvGrpSpPr>
            <p:cNvPr id="15" name="Group 60">
              <a:extLst>
                <a:ext uri="{FF2B5EF4-FFF2-40B4-BE49-F238E27FC236}">
                  <a16:creationId xmlns:a16="http://schemas.microsoft.com/office/drawing/2014/main" id="{9CC802E4-704C-F82A-6FBA-7F38A5614935}"/>
                </a:ext>
              </a:extLst>
            </p:cNvPr>
            <p:cNvGrpSpPr>
              <a:grpSpLocks/>
            </p:cNvGrpSpPr>
            <p:nvPr/>
          </p:nvGrpSpPr>
          <p:grpSpPr bwMode="auto">
            <a:xfrm>
              <a:off x="3802" y="2256"/>
              <a:ext cx="1846" cy="1713"/>
              <a:chOff x="3802" y="2256"/>
              <a:chExt cx="1846" cy="1713"/>
            </a:xfrm>
          </p:grpSpPr>
          <p:sp>
            <p:nvSpPr>
              <p:cNvPr id="33" name="AutoShape 61">
                <a:extLst>
                  <a:ext uri="{FF2B5EF4-FFF2-40B4-BE49-F238E27FC236}">
                    <a16:creationId xmlns:a16="http://schemas.microsoft.com/office/drawing/2014/main" id="{9A52608B-BF2D-FEDD-4B3D-DBD6093617FD}"/>
                  </a:ext>
                </a:extLst>
              </p:cNvPr>
              <p:cNvSpPr>
                <a:spLocks noChangeArrowheads="1"/>
              </p:cNvSpPr>
              <p:nvPr/>
            </p:nvSpPr>
            <p:spPr bwMode="auto">
              <a:xfrm>
                <a:off x="3802" y="2457"/>
                <a:ext cx="1846" cy="1512"/>
              </a:xfrm>
              <a:prstGeom prst="roundRect">
                <a:avLst>
                  <a:gd name="adj" fmla="val 12245"/>
                </a:avLst>
              </a:prstGeom>
              <a:solidFill>
                <a:srgbClr val="FFFFFF"/>
              </a:solidFill>
              <a:ln w="25400">
                <a:solidFill>
                  <a:srgbClr val="000000"/>
                </a:solidFill>
                <a:round/>
                <a:headEnd/>
                <a:tailEnd/>
              </a:ln>
            </p:spPr>
            <p:txBody>
              <a:bodyPr wrap="none" anchor="t"/>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1" hangingPunct="1"/>
                <a:endParaRPr lang="pt-BR" altLang="pt-BR"/>
              </a:p>
            </p:txBody>
          </p:sp>
          <p:sp>
            <p:nvSpPr>
              <p:cNvPr id="34" name="Rectangle 62">
                <a:extLst>
                  <a:ext uri="{FF2B5EF4-FFF2-40B4-BE49-F238E27FC236}">
                    <a16:creationId xmlns:a16="http://schemas.microsoft.com/office/drawing/2014/main" id="{F3B7346C-5D33-374E-83B5-5EE613DDFB8B}"/>
                  </a:ext>
                </a:extLst>
              </p:cNvPr>
              <p:cNvSpPr>
                <a:spLocks noChangeArrowheads="1"/>
              </p:cNvSpPr>
              <p:nvPr/>
            </p:nvSpPr>
            <p:spPr bwMode="auto">
              <a:xfrm>
                <a:off x="4181" y="2256"/>
                <a:ext cx="1090" cy="330"/>
              </a:xfrm>
              <a:prstGeom prst="rect">
                <a:avLst/>
              </a:prstGeom>
              <a:solidFill>
                <a:srgbClr val="FFFF00"/>
              </a:solidFill>
              <a:ln w="9525">
                <a:solidFill>
                  <a:srgbClr val="000000"/>
                </a:solidFill>
                <a:miter lim="800000"/>
                <a:headEnd/>
                <a:tailEnd/>
              </a:ln>
              <a:effectLst>
                <a:outerShdw dist="107763" dir="2700000" algn="ctr" rotWithShape="0">
                  <a:schemeClr val="bg2"/>
                </a:outerShdw>
              </a:effectLst>
            </p:spPr>
            <p:txBody>
              <a:bodyPr wrap="none" lIns="92075" tIns="46038" rIns="92075" bIns="46038" anchor="t">
                <a:spAutoFit/>
              </a:bodyPr>
              <a:lstStyle/>
              <a:p>
                <a:pPr algn="ctr" defTabSz="762000" eaLnBrk="0" hangingPunct="0">
                  <a:defRPr/>
                </a:pPr>
                <a:r>
                  <a:rPr lang="pt-BR" sz="2800" b="1">
                    <a:solidFill>
                      <a:srgbClr val="000000"/>
                    </a:solidFill>
                  </a:rPr>
                  <a:t>Recursos</a:t>
                </a:r>
                <a:endParaRPr lang="pt-BR" sz="2800" b="1">
                  <a:solidFill>
                    <a:srgbClr val="000000"/>
                  </a:solidFill>
                  <a:latin typeface="Times New Roman" pitchFamily="18" charset="0"/>
                </a:endParaRPr>
              </a:p>
            </p:txBody>
          </p:sp>
          <p:sp>
            <p:nvSpPr>
              <p:cNvPr id="35" name="Rectangle 63">
                <a:extLst>
                  <a:ext uri="{FF2B5EF4-FFF2-40B4-BE49-F238E27FC236}">
                    <a16:creationId xmlns:a16="http://schemas.microsoft.com/office/drawing/2014/main" id="{8AAC28C2-2341-080C-BD21-E384D1302B51}"/>
                  </a:ext>
                </a:extLst>
              </p:cNvPr>
              <p:cNvSpPr>
                <a:spLocks noChangeArrowheads="1"/>
              </p:cNvSpPr>
              <p:nvPr/>
            </p:nvSpPr>
            <p:spPr bwMode="auto">
              <a:xfrm>
                <a:off x="4164" y="3091"/>
                <a:ext cx="112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t"/>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1" hangingPunct="1"/>
                <a:endParaRPr lang="pt-BR" altLang="pt-BR"/>
              </a:p>
            </p:txBody>
          </p:sp>
          <p:sp>
            <p:nvSpPr>
              <p:cNvPr id="36" name="Rectangle 64">
                <a:extLst>
                  <a:ext uri="{FF2B5EF4-FFF2-40B4-BE49-F238E27FC236}">
                    <a16:creationId xmlns:a16="http://schemas.microsoft.com/office/drawing/2014/main" id="{164964FE-4A0A-D6CA-CB0D-1A1567B6695B}"/>
                  </a:ext>
                </a:extLst>
              </p:cNvPr>
              <p:cNvSpPr>
                <a:spLocks noChangeArrowheads="1"/>
              </p:cNvSpPr>
              <p:nvPr/>
            </p:nvSpPr>
            <p:spPr bwMode="auto">
              <a:xfrm>
                <a:off x="3851" y="2640"/>
                <a:ext cx="1748"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t">
                <a:spAutoFit/>
              </a:bodyPr>
              <a:lstStyle>
                <a:lvl1pPr defTabSz="762000" eaLnBrk="0" hangingPunct="0">
                  <a:defRPr sz="2400">
                    <a:solidFill>
                      <a:schemeClr val="tx1"/>
                    </a:solidFill>
                    <a:latin typeface="Arial" charset="0"/>
                  </a:defRPr>
                </a:lvl1pPr>
                <a:lvl2pPr marL="742950" indent="-285750" defTabSz="762000" eaLnBrk="0" hangingPunct="0">
                  <a:defRPr sz="2400">
                    <a:solidFill>
                      <a:schemeClr val="tx1"/>
                    </a:solidFill>
                    <a:latin typeface="Arial" charset="0"/>
                  </a:defRPr>
                </a:lvl2pPr>
                <a:lvl3pPr marL="1143000" indent="-228600" defTabSz="762000" eaLnBrk="0" hangingPunct="0">
                  <a:defRPr sz="2400">
                    <a:solidFill>
                      <a:schemeClr val="tx1"/>
                    </a:solidFill>
                    <a:latin typeface="Arial" charset="0"/>
                  </a:defRPr>
                </a:lvl3pPr>
                <a:lvl4pPr marL="1600200" indent="-228600" defTabSz="762000" eaLnBrk="0" hangingPunct="0">
                  <a:defRPr sz="2400">
                    <a:solidFill>
                      <a:schemeClr val="tx1"/>
                    </a:solidFill>
                    <a:latin typeface="Arial" charset="0"/>
                  </a:defRPr>
                </a:lvl4pPr>
                <a:lvl5pPr marL="2057400" indent="-228600" defTabSz="762000" eaLnBrk="0" hangingPunct="0">
                  <a:defRPr sz="2400">
                    <a:solidFill>
                      <a:schemeClr val="tx1"/>
                    </a:solidFill>
                    <a:latin typeface="Arial" charset="0"/>
                  </a:defRPr>
                </a:lvl5pPr>
                <a:lvl6pPr marL="2514600" indent="-228600" algn="ctr" defTabSz="762000" eaLnBrk="0" fontAlgn="base" hangingPunct="0">
                  <a:spcBef>
                    <a:spcPct val="0"/>
                  </a:spcBef>
                  <a:spcAft>
                    <a:spcPct val="0"/>
                  </a:spcAft>
                  <a:defRPr sz="2400">
                    <a:solidFill>
                      <a:schemeClr val="tx1"/>
                    </a:solidFill>
                    <a:latin typeface="Arial" charset="0"/>
                  </a:defRPr>
                </a:lvl6pPr>
                <a:lvl7pPr marL="2971800" indent="-228600" algn="ctr" defTabSz="762000" eaLnBrk="0" fontAlgn="base" hangingPunct="0">
                  <a:spcBef>
                    <a:spcPct val="0"/>
                  </a:spcBef>
                  <a:spcAft>
                    <a:spcPct val="0"/>
                  </a:spcAft>
                  <a:defRPr sz="2400">
                    <a:solidFill>
                      <a:schemeClr val="tx1"/>
                    </a:solidFill>
                    <a:latin typeface="Arial" charset="0"/>
                  </a:defRPr>
                </a:lvl7pPr>
                <a:lvl8pPr marL="3429000" indent="-228600" algn="ctr" defTabSz="762000" eaLnBrk="0" fontAlgn="base" hangingPunct="0">
                  <a:spcBef>
                    <a:spcPct val="0"/>
                  </a:spcBef>
                  <a:spcAft>
                    <a:spcPct val="0"/>
                  </a:spcAft>
                  <a:defRPr sz="2400">
                    <a:solidFill>
                      <a:schemeClr val="tx1"/>
                    </a:solidFill>
                    <a:latin typeface="Arial" charset="0"/>
                  </a:defRPr>
                </a:lvl8pPr>
                <a:lvl9pPr marL="3886200" indent="-228600" algn="ctr" defTabSz="762000" eaLnBrk="0" fontAlgn="base" hangingPunct="0">
                  <a:spcBef>
                    <a:spcPct val="0"/>
                  </a:spcBef>
                  <a:spcAft>
                    <a:spcPct val="0"/>
                  </a:spcAft>
                  <a:defRPr sz="2400">
                    <a:solidFill>
                      <a:schemeClr val="tx1"/>
                    </a:solidFill>
                    <a:latin typeface="Arial" charset="0"/>
                  </a:defRPr>
                </a:lvl9pPr>
              </a:lstStyle>
              <a:p>
                <a:pPr algn="ctr">
                  <a:buFontTx/>
                  <a:buChar char="•"/>
                </a:pPr>
                <a:r>
                  <a:rPr lang="pt-BR" altLang="pt-BR">
                    <a:solidFill>
                      <a:srgbClr val="000000"/>
                    </a:solidFill>
                  </a:rPr>
                  <a:t> técnicas/métodos</a:t>
                </a:r>
              </a:p>
              <a:p>
                <a:pPr algn="ctr">
                  <a:buFontTx/>
                  <a:buChar char="•"/>
                </a:pPr>
                <a:r>
                  <a:rPr lang="pt-BR" altLang="pt-BR">
                    <a:solidFill>
                      <a:srgbClr val="000000"/>
                    </a:solidFill>
                  </a:rPr>
                  <a:t> equipamento</a:t>
                </a:r>
              </a:p>
              <a:p>
                <a:pPr algn="ctr">
                  <a:buFontTx/>
                  <a:buChar char="•"/>
                </a:pPr>
                <a:r>
                  <a:rPr lang="pt-BR" altLang="pt-BR">
                    <a:solidFill>
                      <a:srgbClr val="000000"/>
                    </a:solidFill>
                  </a:rPr>
                  <a:t> hardware</a:t>
                </a:r>
              </a:p>
              <a:p>
                <a:pPr algn="ctr">
                  <a:buFontTx/>
                  <a:buChar char="•"/>
                </a:pPr>
                <a:r>
                  <a:rPr lang="pt-BR" altLang="pt-BR">
                    <a:solidFill>
                      <a:srgbClr val="000000"/>
                    </a:solidFill>
                  </a:rPr>
                  <a:t> software</a:t>
                </a:r>
              </a:p>
              <a:p>
                <a:pPr algn="ctr">
                  <a:buFontTx/>
                  <a:buChar char="•"/>
                </a:pPr>
                <a:r>
                  <a:rPr lang="pt-BR" altLang="pt-BR">
                    <a:solidFill>
                      <a:srgbClr val="000000"/>
                    </a:solidFill>
                  </a:rPr>
                  <a:t> rec.financeiros</a:t>
                </a:r>
                <a:endParaRPr lang="pt-BR" altLang="pt-BR" sz="2800">
                  <a:latin typeface="Times New Roman" charset="0"/>
                </a:endParaRPr>
              </a:p>
            </p:txBody>
          </p:sp>
        </p:grpSp>
        <p:sp>
          <p:nvSpPr>
            <p:cNvPr id="16" name="AutoShape 65">
              <a:extLst>
                <a:ext uri="{FF2B5EF4-FFF2-40B4-BE49-F238E27FC236}">
                  <a16:creationId xmlns:a16="http://schemas.microsoft.com/office/drawing/2014/main" id="{6036FD8A-E0B1-A86D-6B65-8222EEF725B7}"/>
                </a:ext>
              </a:extLst>
            </p:cNvPr>
            <p:cNvSpPr>
              <a:spLocks noChangeArrowheads="1"/>
            </p:cNvSpPr>
            <p:nvPr/>
          </p:nvSpPr>
          <p:spPr bwMode="auto">
            <a:xfrm>
              <a:off x="3855" y="912"/>
              <a:ext cx="1673" cy="950"/>
            </a:xfrm>
            <a:prstGeom prst="roundRect">
              <a:avLst>
                <a:gd name="adj" fmla="val 12167"/>
              </a:avLst>
            </a:prstGeom>
            <a:solidFill>
              <a:srgbClr val="FFFFFF"/>
            </a:solidFill>
            <a:ln w="25400">
              <a:solidFill>
                <a:srgbClr val="000000"/>
              </a:solidFill>
              <a:round/>
              <a:headEnd/>
              <a:tailEnd/>
            </a:ln>
          </p:spPr>
          <p:txBody>
            <a:bodyPr wrap="none" anchor="t"/>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1" hangingPunct="1"/>
              <a:endParaRPr lang="pt-BR" altLang="pt-BR"/>
            </a:p>
          </p:txBody>
        </p:sp>
        <p:grpSp>
          <p:nvGrpSpPr>
            <p:cNvPr id="17" name="Group 66">
              <a:extLst>
                <a:ext uri="{FF2B5EF4-FFF2-40B4-BE49-F238E27FC236}">
                  <a16:creationId xmlns:a16="http://schemas.microsoft.com/office/drawing/2014/main" id="{212364AF-692D-88E5-176C-3E4F2FCF8470}"/>
                </a:ext>
              </a:extLst>
            </p:cNvPr>
            <p:cNvGrpSpPr>
              <a:grpSpLocks/>
            </p:cNvGrpSpPr>
            <p:nvPr/>
          </p:nvGrpSpPr>
          <p:grpSpPr bwMode="auto">
            <a:xfrm>
              <a:off x="4052" y="1143"/>
              <a:ext cx="1240" cy="516"/>
              <a:chOff x="4084" y="1026"/>
              <a:chExt cx="1240" cy="516"/>
            </a:xfrm>
          </p:grpSpPr>
          <p:sp>
            <p:nvSpPr>
              <p:cNvPr id="24" name="Rectangle 67">
                <a:extLst>
                  <a:ext uri="{FF2B5EF4-FFF2-40B4-BE49-F238E27FC236}">
                    <a16:creationId xmlns:a16="http://schemas.microsoft.com/office/drawing/2014/main" id="{445A91A7-0C5C-2F91-2778-7F8DC63C593B}"/>
                  </a:ext>
                </a:extLst>
              </p:cNvPr>
              <p:cNvSpPr>
                <a:spLocks noChangeArrowheads="1"/>
              </p:cNvSpPr>
              <p:nvPr/>
            </p:nvSpPr>
            <p:spPr bwMode="auto">
              <a:xfrm>
                <a:off x="4084" y="1026"/>
                <a:ext cx="215" cy="166"/>
              </a:xfrm>
              <a:prstGeom prst="rect">
                <a:avLst/>
              </a:prstGeom>
              <a:solidFill>
                <a:srgbClr val="FAFD00"/>
              </a:solidFill>
              <a:ln w="12700">
                <a:solidFill>
                  <a:srgbClr val="000000"/>
                </a:solidFill>
                <a:miter lim="800000"/>
                <a:headEnd/>
                <a:tailEnd/>
              </a:ln>
            </p:spPr>
            <p:txBody>
              <a:bodyPr wrap="none" anchor="t"/>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1" hangingPunct="1"/>
                <a:endParaRPr lang="pt-BR" altLang="pt-BR"/>
              </a:p>
            </p:txBody>
          </p:sp>
          <p:sp>
            <p:nvSpPr>
              <p:cNvPr id="25" name="Rectangle 68">
                <a:extLst>
                  <a:ext uri="{FF2B5EF4-FFF2-40B4-BE49-F238E27FC236}">
                    <a16:creationId xmlns:a16="http://schemas.microsoft.com/office/drawing/2014/main" id="{16A72B7F-572F-CD6E-4ACD-D89C7E46675B}"/>
                  </a:ext>
                </a:extLst>
              </p:cNvPr>
              <p:cNvSpPr>
                <a:spLocks noChangeArrowheads="1"/>
              </p:cNvSpPr>
              <p:nvPr/>
            </p:nvSpPr>
            <p:spPr bwMode="auto">
              <a:xfrm>
                <a:off x="4604" y="1200"/>
                <a:ext cx="210" cy="168"/>
              </a:xfrm>
              <a:prstGeom prst="rect">
                <a:avLst/>
              </a:prstGeom>
              <a:solidFill>
                <a:srgbClr val="FAFD00"/>
              </a:solidFill>
              <a:ln w="12700">
                <a:solidFill>
                  <a:srgbClr val="000000"/>
                </a:solidFill>
                <a:miter lim="800000"/>
                <a:headEnd/>
                <a:tailEnd/>
              </a:ln>
            </p:spPr>
            <p:txBody>
              <a:bodyPr wrap="none" anchor="t"/>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1" hangingPunct="1"/>
                <a:endParaRPr lang="pt-BR" altLang="pt-BR"/>
              </a:p>
            </p:txBody>
          </p:sp>
          <p:sp>
            <p:nvSpPr>
              <p:cNvPr id="26" name="Rectangle 69">
                <a:extLst>
                  <a:ext uri="{FF2B5EF4-FFF2-40B4-BE49-F238E27FC236}">
                    <a16:creationId xmlns:a16="http://schemas.microsoft.com/office/drawing/2014/main" id="{55DF1B9D-87D7-8BD5-1EB3-752C4AC287D4}"/>
                  </a:ext>
                </a:extLst>
              </p:cNvPr>
              <p:cNvSpPr>
                <a:spLocks noChangeArrowheads="1"/>
              </p:cNvSpPr>
              <p:nvPr/>
            </p:nvSpPr>
            <p:spPr bwMode="auto">
              <a:xfrm>
                <a:off x="5111" y="1376"/>
                <a:ext cx="213" cy="166"/>
              </a:xfrm>
              <a:prstGeom prst="rect">
                <a:avLst/>
              </a:prstGeom>
              <a:solidFill>
                <a:srgbClr val="FAFD00"/>
              </a:solidFill>
              <a:ln w="12700">
                <a:solidFill>
                  <a:srgbClr val="000000"/>
                </a:solidFill>
                <a:miter lim="800000"/>
                <a:headEnd/>
                <a:tailEnd/>
              </a:ln>
            </p:spPr>
            <p:txBody>
              <a:bodyPr wrap="none" anchor="t"/>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1" hangingPunct="1"/>
                <a:endParaRPr lang="pt-BR" altLang="pt-BR"/>
              </a:p>
            </p:txBody>
          </p:sp>
          <p:sp>
            <p:nvSpPr>
              <p:cNvPr id="27" name="Line 70">
                <a:extLst>
                  <a:ext uri="{FF2B5EF4-FFF2-40B4-BE49-F238E27FC236}">
                    <a16:creationId xmlns:a16="http://schemas.microsoft.com/office/drawing/2014/main" id="{609516E8-42C1-ECD1-F709-3A4B366A18DA}"/>
                  </a:ext>
                </a:extLst>
              </p:cNvPr>
              <p:cNvSpPr>
                <a:spLocks noChangeShapeType="1"/>
              </p:cNvSpPr>
              <p:nvPr/>
            </p:nvSpPr>
            <p:spPr bwMode="auto">
              <a:xfrm>
                <a:off x="4303" y="1111"/>
                <a:ext cx="14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t"/>
              <a:lstStyle/>
              <a:p>
                <a:pPr algn="ctr"/>
                <a:endParaRPr lang="pt-BR"/>
              </a:p>
            </p:txBody>
          </p:sp>
          <p:sp>
            <p:nvSpPr>
              <p:cNvPr id="28" name="Line 71">
                <a:extLst>
                  <a:ext uri="{FF2B5EF4-FFF2-40B4-BE49-F238E27FC236}">
                    <a16:creationId xmlns:a16="http://schemas.microsoft.com/office/drawing/2014/main" id="{8D978D14-0F6E-EF81-CAB8-C649FD179D94}"/>
                  </a:ext>
                </a:extLst>
              </p:cNvPr>
              <p:cNvSpPr>
                <a:spLocks noChangeShapeType="1"/>
              </p:cNvSpPr>
              <p:nvPr/>
            </p:nvSpPr>
            <p:spPr bwMode="auto">
              <a:xfrm>
                <a:off x="4448" y="1111"/>
                <a:ext cx="0" cy="17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t"/>
              <a:lstStyle/>
              <a:p>
                <a:pPr algn="ctr"/>
                <a:endParaRPr lang="pt-BR"/>
              </a:p>
            </p:txBody>
          </p:sp>
          <p:sp>
            <p:nvSpPr>
              <p:cNvPr id="29" name="Line 72">
                <a:extLst>
                  <a:ext uri="{FF2B5EF4-FFF2-40B4-BE49-F238E27FC236}">
                    <a16:creationId xmlns:a16="http://schemas.microsoft.com/office/drawing/2014/main" id="{E163209F-3F37-CB57-212C-94628E3D7A91}"/>
                  </a:ext>
                </a:extLst>
              </p:cNvPr>
              <p:cNvSpPr>
                <a:spLocks noChangeShapeType="1"/>
              </p:cNvSpPr>
              <p:nvPr/>
            </p:nvSpPr>
            <p:spPr bwMode="auto">
              <a:xfrm>
                <a:off x="4448" y="1284"/>
                <a:ext cx="152" cy="0"/>
              </a:xfrm>
              <a:prstGeom prst="line">
                <a:avLst/>
              </a:prstGeom>
              <a:noFill/>
              <a:ln w="12700">
                <a:solidFill>
                  <a:srgbClr val="000000"/>
                </a:solidFill>
                <a:round/>
                <a:headEnd type="none" w="sm" len="sm"/>
                <a:tailEnd type="stealth" w="med" len="lg"/>
              </a:ln>
              <a:extLst>
                <a:ext uri="{909E8E84-426E-40DD-AFC4-6F175D3DCCD1}">
                  <a14:hiddenFill xmlns:a14="http://schemas.microsoft.com/office/drawing/2010/main">
                    <a:noFill/>
                  </a14:hiddenFill>
                </a:ext>
              </a:extLst>
            </p:spPr>
            <p:txBody>
              <a:bodyPr wrap="none" anchor="t"/>
              <a:lstStyle/>
              <a:p>
                <a:pPr algn="ctr"/>
                <a:endParaRPr lang="pt-BR"/>
              </a:p>
            </p:txBody>
          </p:sp>
          <p:sp>
            <p:nvSpPr>
              <p:cNvPr id="30" name="Line 73">
                <a:extLst>
                  <a:ext uri="{FF2B5EF4-FFF2-40B4-BE49-F238E27FC236}">
                    <a16:creationId xmlns:a16="http://schemas.microsoft.com/office/drawing/2014/main" id="{408B25E8-E2DC-91E9-4844-AF5DBA825F09}"/>
                  </a:ext>
                </a:extLst>
              </p:cNvPr>
              <p:cNvSpPr>
                <a:spLocks noChangeShapeType="1"/>
              </p:cNvSpPr>
              <p:nvPr/>
            </p:nvSpPr>
            <p:spPr bwMode="auto">
              <a:xfrm>
                <a:off x="4818" y="1284"/>
                <a:ext cx="14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t"/>
              <a:lstStyle/>
              <a:p>
                <a:pPr algn="ctr"/>
                <a:endParaRPr lang="pt-BR"/>
              </a:p>
            </p:txBody>
          </p:sp>
          <p:sp>
            <p:nvSpPr>
              <p:cNvPr id="31" name="Line 74">
                <a:extLst>
                  <a:ext uri="{FF2B5EF4-FFF2-40B4-BE49-F238E27FC236}">
                    <a16:creationId xmlns:a16="http://schemas.microsoft.com/office/drawing/2014/main" id="{CEB08F92-D75E-9DF6-6F32-7F454E993999}"/>
                  </a:ext>
                </a:extLst>
              </p:cNvPr>
              <p:cNvSpPr>
                <a:spLocks noChangeShapeType="1"/>
              </p:cNvSpPr>
              <p:nvPr/>
            </p:nvSpPr>
            <p:spPr bwMode="auto">
              <a:xfrm>
                <a:off x="4963" y="1284"/>
                <a:ext cx="0" cy="17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t"/>
              <a:lstStyle/>
              <a:p>
                <a:pPr algn="ctr"/>
                <a:endParaRPr lang="pt-BR"/>
              </a:p>
            </p:txBody>
          </p:sp>
          <p:sp>
            <p:nvSpPr>
              <p:cNvPr id="32" name="Line 75">
                <a:extLst>
                  <a:ext uri="{FF2B5EF4-FFF2-40B4-BE49-F238E27FC236}">
                    <a16:creationId xmlns:a16="http://schemas.microsoft.com/office/drawing/2014/main" id="{654860C0-9A90-7F19-C6AF-BDCFC22C9FB9}"/>
                  </a:ext>
                </a:extLst>
              </p:cNvPr>
              <p:cNvSpPr>
                <a:spLocks noChangeShapeType="1"/>
              </p:cNvSpPr>
              <p:nvPr/>
            </p:nvSpPr>
            <p:spPr bwMode="auto">
              <a:xfrm>
                <a:off x="4963" y="1458"/>
                <a:ext cx="144" cy="0"/>
              </a:xfrm>
              <a:prstGeom prst="line">
                <a:avLst/>
              </a:prstGeom>
              <a:noFill/>
              <a:ln w="12700">
                <a:solidFill>
                  <a:srgbClr val="000000"/>
                </a:solidFill>
                <a:round/>
                <a:headEnd type="none" w="sm" len="sm"/>
                <a:tailEnd type="stealth" w="med" len="lg"/>
              </a:ln>
              <a:extLst>
                <a:ext uri="{909E8E84-426E-40DD-AFC4-6F175D3DCCD1}">
                  <a14:hiddenFill xmlns:a14="http://schemas.microsoft.com/office/drawing/2010/main">
                    <a:noFill/>
                  </a14:hiddenFill>
                </a:ext>
              </a:extLst>
            </p:spPr>
            <p:txBody>
              <a:bodyPr wrap="none" anchor="t"/>
              <a:lstStyle/>
              <a:p>
                <a:pPr algn="ctr"/>
                <a:endParaRPr lang="pt-BR"/>
              </a:p>
            </p:txBody>
          </p:sp>
        </p:grpSp>
        <p:sp>
          <p:nvSpPr>
            <p:cNvPr id="18" name="Rectangle 76">
              <a:extLst>
                <a:ext uri="{FF2B5EF4-FFF2-40B4-BE49-F238E27FC236}">
                  <a16:creationId xmlns:a16="http://schemas.microsoft.com/office/drawing/2014/main" id="{D664AE4A-ED2D-0CE3-DF19-CF74E0AA192F}"/>
                </a:ext>
              </a:extLst>
            </p:cNvPr>
            <p:cNvSpPr>
              <a:spLocks noChangeArrowheads="1"/>
            </p:cNvSpPr>
            <p:nvPr/>
          </p:nvSpPr>
          <p:spPr bwMode="auto">
            <a:xfrm>
              <a:off x="4041" y="768"/>
              <a:ext cx="1301" cy="333"/>
            </a:xfrm>
            <a:prstGeom prst="rect">
              <a:avLst/>
            </a:prstGeom>
            <a:solidFill>
              <a:srgbClr val="FFFF00"/>
            </a:solidFill>
            <a:ln w="9525">
              <a:solidFill>
                <a:srgbClr val="000000"/>
              </a:solidFill>
              <a:miter lim="800000"/>
              <a:headEnd/>
              <a:tailEnd/>
            </a:ln>
            <a:effectLst>
              <a:outerShdw dist="107763" dir="2700000" algn="ctr" rotWithShape="0">
                <a:schemeClr val="bg2"/>
              </a:outerShdw>
            </a:effectLst>
          </p:spPr>
          <p:txBody>
            <a:bodyPr lIns="92075" tIns="46038" rIns="92075" bIns="46038" anchor="t">
              <a:spAutoFit/>
            </a:bodyPr>
            <a:lstStyle/>
            <a:p>
              <a:pPr algn="ctr" defTabSz="762000" eaLnBrk="0" hangingPunct="0">
                <a:defRPr/>
              </a:pPr>
              <a:r>
                <a:rPr lang="pt-BR" sz="2800" b="1">
                  <a:solidFill>
                    <a:srgbClr val="000000"/>
                  </a:solidFill>
                </a:rPr>
                <a:t>Atividades</a:t>
              </a:r>
              <a:endParaRPr lang="pt-BR" sz="2800" b="1">
                <a:solidFill>
                  <a:srgbClr val="000000"/>
                </a:solidFill>
                <a:latin typeface="Times New Roman" pitchFamily="18" charset="0"/>
              </a:endParaRPr>
            </a:p>
          </p:txBody>
        </p:sp>
        <p:sp>
          <p:nvSpPr>
            <p:cNvPr id="19" name="Rectangle 77">
              <a:extLst>
                <a:ext uri="{FF2B5EF4-FFF2-40B4-BE49-F238E27FC236}">
                  <a16:creationId xmlns:a16="http://schemas.microsoft.com/office/drawing/2014/main" id="{1F8A04E9-11F9-78CE-1A0A-4D3004C6339C}"/>
                </a:ext>
              </a:extLst>
            </p:cNvPr>
            <p:cNvSpPr>
              <a:spLocks noChangeArrowheads="1"/>
            </p:cNvSpPr>
            <p:nvPr/>
          </p:nvSpPr>
          <p:spPr bwMode="auto">
            <a:xfrm>
              <a:off x="3933" y="1728"/>
              <a:ext cx="1516" cy="333"/>
            </a:xfrm>
            <a:prstGeom prst="rect">
              <a:avLst/>
            </a:prstGeom>
            <a:solidFill>
              <a:srgbClr val="FFFF00"/>
            </a:solidFill>
            <a:ln w="9525">
              <a:solidFill>
                <a:srgbClr val="000000"/>
              </a:solidFill>
              <a:miter lim="800000"/>
              <a:headEnd/>
              <a:tailEnd/>
            </a:ln>
            <a:effectLst>
              <a:outerShdw dist="107763" dir="2700000" algn="ctr" rotWithShape="0">
                <a:schemeClr val="bg2"/>
              </a:outerShdw>
            </a:effectLst>
          </p:spPr>
          <p:txBody>
            <a:bodyPr lIns="92075" tIns="46038" rIns="92075" bIns="46038" anchor="t">
              <a:spAutoFit/>
            </a:bodyPr>
            <a:lstStyle/>
            <a:p>
              <a:pPr algn="ctr" defTabSz="762000" eaLnBrk="0" hangingPunct="0">
                <a:defRPr/>
              </a:pPr>
              <a:r>
                <a:rPr lang="pt-BR" sz="2800" b="1">
                  <a:solidFill>
                    <a:srgbClr val="000000"/>
                  </a:solidFill>
                </a:rPr>
                <a:t>Informações</a:t>
              </a:r>
              <a:endParaRPr lang="pt-BR" sz="2800" b="1">
                <a:solidFill>
                  <a:srgbClr val="000000"/>
                </a:solidFill>
                <a:latin typeface="Times New Roman" pitchFamily="18" charset="0"/>
              </a:endParaRPr>
            </a:p>
          </p:txBody>
        </p:sp>
        <p:grpSp>
          <p:nvGrpSpPr>
            <p:cNvPr id="20" name="Group 78">
              <a:extLst>
                <a:ext uri="{FF2B5EF4-FFF2-40B4-BE49-F238E27FC236}">
                  <a16:creationId xmlns:a16="http://schemas.microsoft.com/office/drawing/2014/main" id="{F21CFEF7-1DDE-B024-24CE-F6790B2711AF}"/>
                </a:ext>
              </a:extLst>
            </p:cNvPr>
            <p:cNvGrpSpPr>
              <a:grpSpLocks/>
            </p:cNvGrpSpPr>
            <p:nvPr/>
          </p:nvGrpSpPr>
          <p:grpSpPr bwMode="auto">
            <a:xfrm>
              <a:off x="63" y="768"/>
              <a:ext cx="1673" cy="1210"/>
              <a:chOff x="63" y="768"/>
              <a:chExt cx="1673" cy="1210"/>
            </a:xfrm>
          </p:grpSpPr>
          <p:sp>
            <p:nvSpPr>
              <p:cNvPr id="21" name="AutoShape 79">
                <a:extLst>
                  <a:ext uri="{FF2B5EF4-FFF2-40B4-BE49-F238E27FC236}">
                    <a16:creationId xmlns:a16="http://schemas.microsoft.com/office/drawing/2014/main" id="{FA3C2E83-D374-96F7-7B1D-71AE4B31C48A}"/>
                  </a:ext>
                </a:extLst>
              </p:cNvPr>
              <p:cNvSpPr>
                <a:spLocks noChangeArrowheads="1"/>
              </p:cNvSpPr>
              <p:nvPr/>
            </p:nvSpPr>
            <p:spPr bwMode="auto">
              <a:xfrm>
                <a:off x="63" y="912"/>
                <a:ext cx="1673" cy="1066"/>
              </a:xfrm>
              <a:prstGeom prst="roundRect">
                <a:avLst>
                  <a:gd name="adj" fmla="val 12167"/>
                </a:avLst>
              </a:prstGeom>
              <a:solidFill>
                <a:srgbClr val="FFFFFF"/>
              </a:solidFill>
              <a:ln w="25400">
                <a:solidFill>
                  <a:srgbClr val="000000"/>
                </a:solidFill>
                <a:round/>
                <a:headEnd/>
                <a:tailEnd/>
              </a:ln>
            </p:spPr>
            <p:txBody>
              <a:bodyPr wrap="none" anchor="t"/>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1" hangingPunct="1"/>
                <a:endParaRPr lang="pt-BR" altLang="pt-BR"/>
              </a:p>
            </p:txBody>
          </p:sp>
          <p:pic>
            <p:nvPicPr>
              <p:cNvPr id="22" name="Picture 80">
                <a:extLst>
                  <a:ext uri="{FF2B5EF4-FFF2-40B4-BE49-F238E27FC236}">
                    <a16:creationId xmlns:a16="http://schemas.microsoft.com/office/drawing/2014/main" id="{1FCA3B97-5126-B2D0-6981-9D1AE62ED0A4}"/>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 y="1104"/>
                <a:ext cx="938" cy="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Rectangle 81">
                <a:extLst>
                  <a:ext uri="{FF2B5EF4-FFF2-40B4-BE49-F238E27FC236}">
                    <a16:creationId xmlns:a16="http://schemas.microsoft.com/office/drawing/2014/main" id="{96221000-5990-446D-C19D-9FE10E4A017B}"/>
                  </a:ext>
                </a:extLst>
              </p:cNvPr>
              <p:cNvSpPr>
                <a:spLocks noChangeArrowheads="1"/>
              </p:cNvSpPr>
              <p:nvPr/>
            </p:nvSpPr>
            <p:spPr bwMode="auto">
              <a:xfrm>
                <a:off x="197" y="768"/>
                <a:ext cx="1406" cy="333"/>
              </a:xfrm>
              <a:prstGeom prst="rect">
                <a:avLst/>
              </a:prstGeom>
              <a:solidFill>
                <a:srgbClr val="FFFF00"/>
              </a:solidFill>
              <a:ln w="9525">
                <a:solidFill>
                  <a:srgbClr val="000000"/>
                </a:solidFill>
                <a:miter lim="800000"/>
                <a:headEnd/>
                <a:tailEnd/>
              </a:ln>
              <a:effectLst>
                <a:outerShdw dist="107763" dir="2700000" algn="ctr" rotWithShape="0">
                  <a:schemeClr val="bg2"/>
                </a:outerShdw>
              </a:effectLst>
            </p:spPr>
            <p:txBody>
              <a:bodyPr lIns="92075" tIns="46038" rIns="92075" bIns="46038" anchor="t">
                <a:spAutoFit/>
              </a:bodyPr>
              <a:lstStyle/>
              <a:p>
                <a:pPr algn="ctr" defTabSz="762000" eaLnBrk="0" hangingPunct="0">
                  <a:defRPr/>
                </a:pPr>
                <a:r>
                  <a:rPr lang="pt-BR" sz="2800" b="1">
                    <a:solidFill>
                      <a:srgbClr val="000000"/>
                    </a:solidFill>
                  </a:rPr>
                  <a:t>Estratégias</a:t>
                </a:r>
                <a:endParaRPr lang="pt-BR" sz="2800" b="1">
                  <a:solidFill>
                    <a:srgbClr val="000000"/>
                  </a:solidFill>
                  <a:latin typeface="Times New Roman" pitchFamily="18" charset="0"/>
                </a:endParaRPr>
              </a:p>
            </p:txBody>
          </p:sp>
        </p:grpSp>
      </p:grpSp>
    </p:spTree>
    <p:extLst>
      <p:ext uri="{BB962C8B-B14F-4D97-AF65-F5344CB8AC3E}">
        <p14:creationId xmlns:p14="http://schemas.microsoft.com/office/powerpoint/2010/main" val="1989258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72"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strVal val="2/3*#ppt_w"/>
                                          </p:val>
                                        </p:tav>
                                        <p:tav tm="100000">
                                          <p:val>
                                            <p:strVal val="#ppt_w"/>
                                          </p:val>
                                        </p:tav>
                                      </p:tavLst>
                                    </p:anim>
                                    <p:anim calcmode="lin" valueType="num">
                                      <p:cBhvr>
                                        <p:cTn id="8" dur="500" fill="hold"/>
                                        <p:tgtEl>
                                          <p:spTgt spid="10"/>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35181-5E10-31EB-3D8B-587465357041}"/>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8DE406C5-68F4-36C3-BAA5-E3899297D2C3}"/>
              </a:ext>
            </a:extLst>
          </p:cNvPr>
          <p:cNvSpPr txBox="1">
            <a:spLocks noChangeArrowheads="1"/>
          </p:cNvSpPr>
          <p:nvPr/>
        </p:nvSpPr>
        <p:spPr>
          <a:xfrm>
            <a:off x="76200" y="76200"/>
            <a:ext cx="11930921" cy="782638"/>
          </a:xfrm>
          <a:prstGeom prst="rect">
            <a:avLst/>
          </a:prstGeom>
          <a:solidFill>
            <a:schemeClr val="bg1"/>
          </a:solidFill>
        </p:spPr>
        <p:txBody>
          <a:bodyPr/>
          <a:lst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a:lstStyle>
          <a:p>
            <a:r>
              <a:rPr lang="pt-BR" altLang="pt-BR" sz="2800"/>
              <a:t>modelo de referência de processo como mapa comum na empresa</a:t>
            </a:r>
          </a:p>
        </p:txBody>
      </p:sp>
      <p:grpSp>
        <p:nvGrpSpPr>
          <p:cNvPr id="3" name="Group 3">
            <a:extLst>
              <a:ext uri="{FF2B5EF4-FFF2-40B4-BE49-F238E27FC236}">
                <a16:creationId xmlns:a16="http://schemas.microsoft.com/office/drawing/2014/main" id="{C774939F-6232-AD0D-03F7-BA98DACCE36E}"/>
              </a:ext>
            </a:extLst>
          </p:cNvPr>
          <p:cNvGrpSpPr>
            <a:grpSpLocks/>
          </p:cNvGrpSpPr>
          <p:nvPr/>
        </p:nvGrpSpPr>
        <p:grpSpPr bwMode="auto">
          <a:xfrm>
            <a:off x="120650" y="635000"/>
            <a:ext cx="8918575" cy="6194425"/>
            <a:chOff x="76" y="400"/>
            <a:chExt cx="5618" cy="3902"/>
          </a:xfrm>
        </p:grpSpPr>
        <p:sp>
          <p:nvSpPr>
            <p:cNvPr id="4" name="Freeform 4">
              <a:extLst>
                <a:ext uri="{FF2B5EF4-FFF2-40B4-BE49-F238E27FC236}">
                  <a16:creationId xmlns:a16="http://schemas.microsoft.com/office/drawing/2014/main" id="{3A6D2A5E-1EDE-1BE2-17E3-5BC2BF406B0F}"/>
                </a:ext>
              </a:extLst>
            </p:cNvPr>
            <p:cNvSpPr>
              <a:spLocks/>
            </p:cNvSpPr>
            <p:nvPr/>
          </p:nvSpPr>
          <p:spPr bwMode="auto">
            <a:xfrm>
              <a:off x="3504" y="1485"/>
              <a:ext cx="2112" cy="2784"/>
            </a:xfrm>
            <a:custGeom>
              <a:avLst/>
              <a:gdLst>
                <a:gd name="T0" fmla="*/ 0 w 2112"/>
                <a:gd name="T1" fmla="*/ 0 h 2784"/>
                <a:gd name="T2" fmla="*/ 384 w 2112"/>
                <a:gd name="T3" fmla="*/ 96 h 2784"/>
                <a:gd name="T4" fmla="*/ 432 w 2112"/>
                <a:gd name="T5" fmla="*/ 1392 h 2784"/>
                <a:gd name="T6" fmla="*/ 2112 w 2112"/>
                <a:gd name="T7" fmla="*/ 2400 h 2784"/>
                <a:gd name="T8" fmla="*/ 672 w 2112"/>
                <a:gd name="T9" fmla="*/ 2784 h 2784"/>
                <a:gd name="T10" fmla="*/ 48 w 2112"/>
                <a:gd name="T11" fmla="*/ 1392 h 2784"/>
                <a:gd name="T12" fmla="*/ 0 w 2112"/>
                <a:gd name="T13" fmla="*/ 0 h 2784"/>
                <a:gd name="T14" fmla="*/ 0 60000 65536"/>
                <a:gd name="T15" fmla="*/ 0 60000 65536"/>
                <a:gd name="T16" fmla="*/ 0 60000 65536"/>
                <a:gd name="T17" fmla="*/ 0 60000 65536"/>
                <a:gd name="T18" fmla="*/ 0 60000 65536"/>
                <a:gd name="T19" fmla="*/ 0 60000 65536"/>
                <a:gd name="T20" fmla="*/ 0 60000 65536"/>
                <a:gd name="T21" fmla="*/ 0 w 2112"/>
                <a:gd name="T22" fmla="*/ 0 h 2784"/>
                <a:gd name="T23" fmla="*/ 2112 w 2112"/>
                <a:gd name="T24" fmla="*/ 2784 h 278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12" h="2784">
                  <a:moveTo>
                    <a:pt x="0" y="0"/>
                  </a:moveTo>
                  <a:lnTo>
                    <a:pt x="384" y="96"/>
                  </a:lnTo>
                  <a:lnTo>
                    <a:pt x="432" y="1392"/>
                  </a:lnTo>
                  <a:lnTo>
                    <a:pt x="2112" y="2400"/>
                  </a:lnTo>
                  <a:lnTo>
                    <a:pt x="672" y="2784"/>
                  </a:lnTo>
                  <a:lnTo>
                    <a:pt x="48" y="1392"/>
                  </a:lnTo>
                  <a:lnTo>
                    <a:pt x="0" y="0"/>
                  </a:lnTo>
                  <a:close/>
                </a:path>
              </a:pathLst>
            </a:custGeom>
            <a:gradFill rotWithShape="0">
              <a:gsLst>
                <a:gs pos="0">
                  <a:srgbClr val="FFCC00"/>
                </a:gs>
                <a:gs pos="100000">
                  <a:srgbClr val="FFFF99"/>
                </a:gs>
              </a:gsLst>
              <a:path path="rect">
                <a:fillToRect r="100000" b="10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pt-BR"/>
            </a:p>
          </p:txBody>
        </p:sp>
        <p:grpSp>
          <p:nvGrpSpPr>
            <p:cNvPr id="5" name="Group 5">
              <a:extLst>
                <a:ext uri="{FF2B5EF4-FFF2-40B4-BE49-F238E27FC236}">
                  <a16:creationId xmlns:a16="http://schemas.microsoft.com/office/drawing/2014/main" id="{1769B207-A3B5-2CE5-F440-80D209C06450}"/>
                </a:ext>
              </a:extLst>
            </p:cNvPr>
            <p:cNvGrpSpPr>
              <a:grpSpLocks/>
            </p:cNvGrpSpPr>
            <p:nvPr/>
          </p:nvGrpSpPr>
          <p:grpSpPr bwMode="auto">
            <a:xfrm>
              <a:off x="4137" y="2795"/>
              <a:ext cx="1545" cy="1507"/>
              <a:chOff x="4137" y="2795"/>
              <a:chExt cx="1545" cy="1507"/>
            </a:xfrm>
          </p:grpSpPr>
          <p:sp>
            <p:nvSpPr>
              <p:cNvPr id="700" name="Freeform 6">
                <a:extLst>
                  <a:ext uri="{FF2B5EF4-FFF2-40B4-BE49-F238E27FC236}">
                    <a16:creationId xmlns:a16="http://schemas.microsoft.com/office/drawing/2014/main" id="{C4578490-ED51-73C3-49A0-7956471657A9}"/>
                  </a:ext>
                </a:extLst>
              </p:cNvPr>
              <p:cNvSpPr>
                <a:spLocks/>
              </p:cNvSpPr>
              <p:nvPr/>
            </p:nvSpPr>
            <p:spPr bwMode="auto">
              <a:xfrm>
                <a:off x="4607" y="3075"/>
                <a:ext cx="975" cy="1225"/>
              </a:xfrm>
              <a:custGeom>
                <a:avLst/>
                <a:gdLst>
                  <a:gd name="T0" fmla="*/ 0 w 7795"/>
                  <a:gd name="T1" fmla="*/ 0 h 9801"/>
                  <a:gd name="T2" fmla="*/ 0 w 7795"/>
                  <a:gd name="T3" fmla="*/ 0 h 9801"/>
                  <a:gd name="T4" fmla="*/ 0 w 7795"/>
                  <a:gd name="T5" fmla="*/ 0 h 9801"/>
                  <a:gd name="T6" fmla="*/ 0 w 7795"/>
                  <a:gd name="T7" fmla="*/ 0 h 9801"/>
                  <a:gd name="T8" fmla="*/ 0 w 7795"/>
                  <a:gd name="T9" fmla="*/ 0 h 9801"/>
                  <a:gd name="T10" fmla="*/ 0 w 7795"/>
                  <a:gd name="T11" fmla="*/ 0 h 9801"/>
                  <a:gd name="T12" fmla="*/ 0 w 7795"/>
                  <a:gd name="T13" fmla="*/ 0 h 9801"/>
                  <a:gd name="T14" fmla="*/ 0 w 7795"/>
                  <a:gd name="T15" fmla="*/ 0 h 9801"/>
                  <a:gd name="T16" fmla="*/ 0 w 7795"/>
                  <a:gd name="T17" fmla="*/ 0 h 9801"/>
                  <a:gd name="T18" fmla="*/ 0 w 7795"/>
                  <a:gd name="T19" fmla="*/ 0 h 9801"/>
                  <a:gd name="T20" fmla="*/ 0 w 7795"/>
                  <a:gd name="T21" fmla="*/ 0 h 9801"/>
                  <a:gd name="T22" fmla="*/ 0 w 7795"/>
                  <a:gd name="T23" fmla="*/ 0 h 9801"/>
                  <a:gd name="T24" fmla="*/ 0 w 7795"/>
                  <a:gd name="T25" fmla="*/ 0 h 9801"/>
                  <a:gd name="T26" fmla="*/ 0 w 7795"/>
                  <a:gd name="T27" fmla="*/ 0 h 9801"/>
                  <a:gd name="T28" fmla="*/ 0 w 7795"/>
                  <a:gd name="T29" fmla="*/ 0 h 9801"/>
                  <a:gd name="T30" fmla="*/ 0 w 7795"/>
                  <a:gd name="T31" fmla="*/ 0 h 9801"/>
                  <a:gd name="T32" fmla="*/ 0 w 7795"/>
                  <a:gd name="T33" fmla="*/ 0 h 9801"/>
                  <a:gd name="T34" fmla="*/ 0 w 7795"/>
                  <a:gd name="T35" fmla="*/ 0 h 9801"/>
                  <a:gd name="T36" fmla="*/ 0 w 7795"/>
                  <a:gd name="T37" fmla="*/ 0 h 9801"/>
                  <a:gd name="T38" fmla="*/ 0 w 7795"/>
                  <a:gd name="T39" fmla="*/ 0 h 9801"/>
                  <a:gd name="T40" fmla="*/ 0 w 7795"/>
                  <a:gd name="T41" fmla="*/ 0 h 9801"/>
                  <a:gd name="T42" fmla="*/ 0 w 7795"/>
                  <a:gd name="T43" fmla="*/ 0 h 9801"/>
                  <a:gd name="T44" fmla="*/ 0 w 7795"/>
                  <a:gd name="T45" fmla="*/ 0 h 9801"/>
                  <a:gd name="T46" fmla="*/ 0 w 7795"/>
                  <a:gd name="T47" fmla="*/ 0 h 9801"/>
                  <a:gd name="T48" fmla="*/ 0 w 7795"/>
                  <a:gd name="T49" fmla="*/ 0 h 9801"/>
                  <a:gd name="T50" fmla="*/ 0 w 7795"/>
                  <a:gd name="T51" fmla="*/ 0 h 980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795"/>
                  <a:gd name="T79" fmla="*/ 0 h 9801"/>
                  <a:gd name="T80" fmla="*/ 7795 w 7795"/>
                  <a:gd name="T81" fmla="*/ 9801 h 980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795" h="9801">
                    <a:moveTo>
                      <a:pt x="0" y="3149"/>
                    </a:moveTo>
                    <a:lnTo>
                      <a:pt x="419" y="2490"/>
                    </a:lnTo>
                    <a:lnTo>
                      <a:pt x="853" y="1954"/>
                    </a:lnTo>
                    <a:lnTo>
                      <a:pt x="955" y="1704"/>
                    </a:lnTo>
                    <a:lnTo>
                      <a:pt x="1127" y="1262"/>
                    </a:lnTo>
                    <a:lnTo>
                      <a:pt x="1199" y="1233"/>
                    </a:lnTo>
                    <a:lnTo>
                      <a:pt x="1222" y="884"/>
                    </a:lnTo>
                    <a:lnTo>
                      <a:pt x="1321" y="664"/>
                    </a:lnTo>
                    <a:lnTo>
                      <a:pt x="1833" y="445"/>
                    </a:lnTo>
                    <a:lnTo>
                      <a:pt x="2276" y="350"/>
                    </a:lnTo>
                    <a:lnTo>
                      <a:pt x="2739" y="128"/>
                    </a:lnTo>
                    <a:lnTo>
                      <a:pt x="3887" y="0"/>
                    </a:lnTo>
                    <a:lnTo>
                      <a:pt x="4279" y="222"/>
                    </a:lnTo>
                    <a:lnTo>
                      <a:pt x="5350" y="445"/>
                    </a:lnTo>
                    <a:lnTo>
                      <a:pt x="6524" y="3055"/>
                    </a:lnTo>
                    <a:lnTo>
                      <a:pt x="6716" y="3149"/>
                    </a:lnTo>
                    <a:lnTo>
                      <a:pt x="6866" y="3466"/>
                    </a:lnTo>
                    <a:lnTo>
                      <a:pt x="7163" y="3624"/>
                    </a:lnTo>
                    <a:lnTo>
                      <a:pt x="7548" y="4030"/>
                    </a:lnTo>
                    <a:lnTo>
                      <a:pt x="7795" y="4540"/>
                    </a:lnTo>
                    <a:lnTo>
                      <a:pt x="6963" y="9801"/>
                    </a:lnTo>
                    <a:lnTo>
                      <a:pt x="2054" y="9801"/>
                    </a:lnTo>
                    <a:lnTo>
                      <a:pt x="1662" y="3180"/>
                    </a:lnTo>
                    <a:lnTo>
                      <a:pt x="1561" y="2840"/>
                    </a:lnTo>
                    <a:lnTo>
                      <a:pt x="1298" y="3149"/>
                    </a:lnTo>
                    <a:lnTo>
                      <a:pt x="0" y="3149"/>
                    </a:lnTo>
                    <a:close/>
                  </a:path>
                </a:pathLst>
              </a:custGeom>
              <a:solidFill>
                <a:srgbClr val="5151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01" name="Freeform 7">
                <a:extLst>
                  <a:ext uri="{FF2B5EF4-FFF2-40B4-BE49-F238E27FC236}">
                    <a16:creationId xmlns:a16="http://schemas.microsoft.com/office/drawing/2014/main" id="{0202E676-B243-367D-A2D2-803EA970BC6D}"/>
                  </a:ext>
                </a:extLst>
              </p:cNvPr>
              <p:cNvSpPr>
                <a:spLocks/>
              </p:cNvSpPr>
              <p:nvPr/>
            </p:nvSpPr>
            <p:spPr bwMode="auto">
              <a:xfrm>
                <a:off x="4216" y="3095"/>
                <a:ext cx="511" cy="883"/>
              </a:xfrm>
              <a:custGeom>
                <a:avLst/>
                <a:gdLst>
                  <a:gd name="T0" fmla="*/ 0 w 4085"/>
                  <a:gd name="T1" fmla="*/ 0 h 7064"/>
                  <a:gd name="T2" fmla="*/ 0 w 4085"/>
                  <a:gd name="T3" fmla="*/ 0 h 7064"/>
                  <a:gd name="T4" fmla="*/ 0 w 4085"/>
                  <a:gd name="T5" fmla="*/ 0 h 7064"/>
                  <a:gd name="T6" fmla="*/ 0 w 4085"/>
                  <a:gd name="T7" fmla="*/ 0 h 7064"/>
                  <a:gd name="T8" fmla="*/ 0 w 4085"/>
                  <a:gd name="T9" fmla="*/ 0 h 7064"/>
                  <a:gd name="T10" fmla="*/ 0 w 4085"/>
                  <a:gd name="T11" fmla="*/ 0 h 7064"/>
                  <a:gd name="T12" fmla="*/ 0 w 4085"/>
                  <a:gd name="T13" fmla="*/ 0 h 7064"/>
                  <a:gd name="T14" fmla="*/ 0 w 4085"/>
                  <a:gd name="T15" fmla="*/ 0 h 7064"/>
                  <a:gd name="T16" fmla="*/ 0 w 4085"/>
                  <a:gd name="T17" fmla="*/ 0 h 7064"/>
                  <a:gd name="T18" fmla="*/ 0 w 4085"/>
                  <a:gd name="T19" fmla="*/ 0 h 7064"/>
                  <a:gd name="T20" fmla="*/ 0 w 4085"/>
                  <a:gd name="T21" fmla="*/ 0 h 7064"/>
                  <a:gd name="T22" fmla="*/ 0 w 4085"/>
                  <a:gd name="T23" fmla="*/ 0 h 7064"/>
                  <a:gd name="T24" fmla="*/ 0 w 4085"/>
                  <a:gd name="T25" fmla="*/ 0 h 7064"/>
                  <a:gd name="T26" fmla="*/ 0 w 4085"/>
                  <a:gd name="T27" fmla="*/ 0 h 7064"/>
                  <a:gd name="T28" fmla="*/ 0 w 4085"/>
                  <a:gd name="T29" fmla="*/ 0 h 7064"/>
                  <a:gd name="T30" fmla="*/ 0 w 4085"/>
                  <a:gd name="T31" fmla="*/ 0 h 7064"/>
                  <a:gd name="T32" fmla="*/ 0 w 4085"/>
                  <a:gd name="T33" fmla="*/ 0 h 7064"/>
                  <a:gd name="T34" fmla="*/ 0 w 4085"/>
                  <a:gd name="T35" fmla="*/ 0 h 7064"/>
                  <a:gd name="T36" fmla="*/ 0 w 4085"/>
                  <a:gd name="T37" fmla="*/ 0 h 7064"/>
                  <a:gd name="T38" fmla="*/ 0 w 4085"/>
                  <a:gd name="T39" fmla="*/ 0 h 7064"/>
                  <a:gd name="T40" fmla="*/ 0 w 4085"/>
                  <a:gd name="T41" fmla="*/ 0 h 7064"/>
                  <a:gd name="T42" fmla="*/ 0 w 4085"/>
                  <a:gd name="T43" fmla="*/ 0 h 7064"/>
                  <a:gd name="T44" fmla="*/ 0 w 4085"/>
                  <a:gd name="T45" fmla="*/ 0 h 7064"/>
                  <a:gd name="T46" fmla="*/ 0 w 4085"/>
                  <a:gd name="T47" fmla="*/ 0 h 7064"/>
                  <a:gd name="T48" fmla="*/ 0 w 4085"/>
                  <a:gd name="T49" fmla="*/ 0 h 7064"/>
                  <a:gd name="T50" fmla="*/ 0 w 4085"/>
                  <a:gd name="T51" fmla="*/ 0 h 706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085"/>
                  <a:gd name="T79" fmla="*/ 0 h 7064"/>
                  <a:gd name="T80" fmla="*/ 4085 w 4085"/>
                  <a:gd name="T81" fmla="*/ 7064 h 706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085" h="7064">
                    <a:moveTo>
                      <a:pt x="1703" y="0"/>
                    </a:moveTo>
                    <a:lnTo>
                      <a:pt x="1628" y="0"/>
                    </a:lnTo>
                    <a:lnTo>
                      <a:pt x="1500" y="307"/>
                    </a:lnTo>
                    <a:lnTo>
                      <a:pt x="1500" y="399"/>
                    </a:lnTo>
                    <a:lnTo>
                      <a:pt x="841" y="685"/>
                    </a:lnTo>
                    <a:lnTo>
                      <a:pt x="329" y="729"/>
                    </a:lnTo>
                    <a:lnTo>
                      <a:pt x="90" y="874"/>
                    </a:lnTo>
                    <a:lnTo>
                      <a:pt x="13" y="2813"/>
                    </a:lnTo>
                    <a:lnTo>
                      <a:pt x="0" y="3025"/>
                    </a:lnTo>
                    <a:lnTo>
                      <a:pt x="103" y="3382"/>
                    </a:lnTo>
                    <a:lnTo>
                      <a:pt x="1044" y="3523"/>
                    </a:lnTo>
                    <a:lnTo>
                      <a:pt x="638" y="4562"/>
                    </a:lnTo>
                    <a:lnTo>
                      <a:pt x="546" y="5012"/>
                    </a:lnTo>
                    <a:lnTo>
                      <a:pt x="419" y="7064"/>
                    </a:lnTo>
                    <a:lnTo>
                      <a:pt x="967" y="6970"/>
                    </a:lnTo>
                    <a:lnTo>
                      <a:pt x="2819" y="6970"/>
                    </a:lnTo>
                    <a:lnTo>
                      <a:pt x="2819" y="2977"/>
                    </a:lnTo>
                    <a:lnTo>
                      <a:pt x="3865" y="1964"/>
                    </a:lnTo>
                    <a:lnTo>
                      <a:pt x="4085" y="1536"/>
                    </a:lnTo>
                    <a:lnTo>
                      <a:pt x="4085" y="920"/>
                    </a:lnTo>
                    <a:lnTo>
                      <a:pt x="3973" y="758"/>
                    </a:lnTo>
                    <a:lnTo>
                      <a:pt x="3773" y="664"/>
                    </a:lnTo>
                    <a:lnTo>
                      <a:pt x="3515" y="664"/>
                    </a:lnTo>
                    <a:lnTo>
                      <a:pt x="2674" y="452"/>
                    </a:lnTo>
                    <a:lnTo>
                      <a:pt x="2597" y="164"/>
                    </a:lnTo>
                    <a:lnTo>
                      <a:pt x="1703" y="0"/>
                    </a:lnTo>
                    <a:close/>
                  </a:path>
                </a:pathLst>
              </a:custGeom>
              <a:solidFill>
                <a:srgbClr val="00E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02" name="Freeform 8">
                <a:extLst>
                  <a:ext uri="{FF2B5EF4-FFF2-40B4-BE49-F238E27FC236}">
                    <a16:creationId xmlns:a16="http://schemas.microsoft.com/office/drawing/2014/main" id="{8A13A818-3DB5-4880-886D-77E7B795DCA2}"/>
                  </a:ext>
                </a:extLst>
              </p:cNvPr>
              <p:cNvSpPr>
                <a:spLocks/>
              </p:cNvSpPr>
              <p:nvPr/>
            </p:nvSpPr>
            <p:spPr bwMode="auto">
              <a:xfrm>
                <a:off x="5319" y="3831"/>
                <a:ext cx="353" cy="471"/>
              </a:xfrm>
              <a:custGeom>
                <a:avLst/>
                <a:gdLst>
                  <a:gd name="T0" fmla="*/ 0 w 2824"/>
                  <a:gd name="T1" fmla="*/ 0 h 3774"/>
                  <a:gd name="T2" fmla="*/ 0 w 2824"/>
                  <a:gd name="T3" fmla="*/ 0 h 3774"/>
                  <a:gd name="T4" fmla="*/ 0 w 2824"/>
                  <a:gd name="T5" fmla="*/ 0 h 3774"/>
                  <a:gd name="T6" fmla="*/ 0 w 2824"/>
                  <a:gd name="T7" fmla="*/ 0 h 3774"/>
                  <a:gd name="T8" fmla="*/ 0 w 2824"/>
                  <a:gd name="T9" fmla="*/ 0 h 3774"/>
                  <a:gd name="T10" fmla="*/ 0 w 2824"/>
                  <a:gd name="T11" fmla="*/ 0 h 3774"/>
                  <a:gd name="T12" fmla="*/ 0 w 2824"/>
                  <a:gd name="T13" fmla="*/ 0 h 3774"/>
                  <a:gd name="T14" fmla="*/ 0 w 2824"/>
                  <a:gd name="T15" fmla="*/ 0 h 3774"/>
                  <a:gd name="T16" fmla="*/ 0 w 2824"/>
                  <a:gd name="T17" fmla="*/ 0 h 3774"/>
                  <a:gd name="T18" fmla="*/ 0 w 2824"/>
                  <a:gd name="T19" fmla="*/ 0 h 3774"/>
                  <a:gd name="T20" fmla="*/ 0 w 2824"/>
                  <a:gd name="T21" fmla="*/ 0 h 3774"/>
                  <a:gd name="T22" fmla="*/ 0 w 2824"/>
                  <a:gd name="T23" fmla="*/ 0 h 3774"/>
                  <a:gd name="T24" fmla="*/ 0 w 2824"/>
                  <a:gd name="T25" fmla="*/ 0 h 3774"/>
                  <a:gd name="T26" fmla="*/ 0 w 2824"/>
                  <a:gd name="T27" fmla="*/ 0 h 3774"/>
                  <a:gd name="T28" fmla="*/ 0 w 2824"/>
                  <a:gd name="T29" fmla="*/ 0 h 3774"/>
                  <a:gd name="T30" fmla="*/ 0 w 2824"/>
                  <a:gd name="T31" fmla="*/ 0 h 3774"/>
                  <a:gd name="T32" fmla="*/ 0 w 2824"/>
                  <a:gd name="T33" fmla="*/ 0 h 3774"/>
                  <a:gd name="T34" fmla="*/ 0 w 2824"/>
                  <a:gd name="T35" fmla="*/ 0 h 3774"/>
                  <a:gd name="T36" fmla="*/ 0 w 2824"/>
                  <a:gd name="T37" fmla="*/ 0 h 3774"/>
                  <a:gd name="T38" fmla="*/ 0 w 2824"/>
                  <a:gd name="T39" fmla="*/ 0 h 3774"/>
                  <a:gd name="T40" fmla="*/ 0 w 2824"/>
                  <a:gd name="T41" fmla="*/ 0 h 3774"/>
                  <a:gd name="T42" fmla="*/ 0 w 2824"/>
                  <a:gd name="T43" fmla="*/ 0 h 3774"/>
                  <a:gd name="T44" fmla="*/ 0 w 2824"/>
                  <a:gd name="T45" fmla="*/ 0 h 3774"/>
                  <a:gd name="T46" fmla="*/ 0 w 2824"/>
                  <a:gd name="T47" fmla="*/ 0 h 3774"/>
                  <a:gd name="T48" fmla="*/ 0 w 2824"/>
                  <a:gd name="T49" fmla="*/ 0 h 37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824"/>
                  <a:gd name="T76" fmla="*/ 0 h 3774"/>
                  <a:gd name="T77" fmla="*/ 2824 w 2824"/>
                  <a:gd name="T78" fmla="*/ 3774 h 377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824" h="3774">
                    <a:moveTo>
                      <a:pt x="0" y="2697"/>
                    </a:moveTo>
                    <a:lnTo>
                      <a:pt x="13" y="2974"/>
                    </a:lnTo>
                    <a:lnTo>
                      <a:pt x="31" y="3421"/>
                    </a:lnTo>
                    <a:lnTo>
                      <a:pt x="73" y="3615"/>
                    </a:lnTo>
                    <a:lnTo>
                      <a:pt x="123" y="3774"/>
                    </a:lnTo>
                    <a:lnTo>
                      <a:pt x="2012" y="3774"/>
                    </a:lnTo>
                    <a:lnTo>
                      <a:pt x="2284" y="3615"/>
                    </a:lnTo>
                    <a:lnTo>
                      <a:pt x="2545" y="3354"/>
                    </a:lnTo>
                    <a:lnTo>
                      <a:pt x="2639" y="3193"/>
                    </a:lnTo>
                    <a:lnTo>
                      <a:pt x="2749" y="2697"/>
                    </a:lnTo>
                    <a:lnTo>
                      <a:pt x="2824" y="1966"/>
                    </a:lnTo>
                    <a:lnTo>
                      <a:pt x="2824" y="1141"/>
                    </a:lnTo>
                    <a:lnTo>
                      <a:pt x="2806" y="572"/>
                    </a:lnTo>
                    <a:lnTo>
                      <a:pt x="2736" y="231"/>
                    </a:lnTo>
                    <a:lnTo>
                      <a:pt x="2617" y="78"/>
                    </a:lnTo>
                    <a:lnTo>
                      <a:pt x="2411" y="0"/>
                    </a:lnTo>
                    <a:lnTo>
                      <a:pt x="2228" y="0"/>
                    </a:lnTo>
                    <a:lnTo>
                      <a:pt x="1903" y="0"/>
                    </a:lnTo>
                    <a:lnTo>
                      <a:pt x="1484" y="120"/>
                    </a:lnTo>
                    <a:lnTo>
                      <a:pt x="1013" y="344"/>
                    </a:lnTo>
                    <a:lnTo>
                      <a:pt x="613" y="684"/>
                    </a:lnTo>
                    <a:lnTo>
                      <a:pt x="345" y="1053"/>
                    </a:lnTo>
                    <a:lnTo>
                      <a:pt x="59" y="1874"/>
                    </a:lnTo>
                    <a:lnTo>
                      <a:pt x="13" y="2266"/>
                    </a:lnTo>
                    <a:lnTo>
                      <a:pt x="0" y="2697"/>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03" name="Freeform 9">
                <a:extLst>
                  <a:ext uri="{FF2B5EF4-FFF2-40B4-BE49-F238E27FC236}">
                    <a16:creationId xmlns:a16="http://schemas.microsoft.com/office/drawing/2014/main" id="{EF375C0E-CE80-76E3-9038-2A0FF2DA3FAE}"/>
                  </a:ext>
                </a:extLst>
              </p:cNvPr>
              <p:cNvSpPr>
                <a:spLocks/>
              </p:cNvSpPr>
              <p:nvPr/>
            </p:nvSpPr>
            <p:spPr bwMode="auto">
              <a:xfrm>
                <a:off x="5249" y="3428"/>
                <a:ext cx="182" cy="136"/>
              </a:xfrm>
              <a:custGeom>
                <a:avLst/>
                <a:gdLst>
                  <a:gd name="T0" fmla="*/ 0 w 1462"/>
                  <a:gd name="T1" fmla="*/ 0 h 1088"/>
                  <a:gd name="T2" fmla="*/ 0 w 1462"/>
                  <a:gd name="T3" fmla="*/ 0 h 1088"/>
                  <a:gd name="T4" fmla="*/ 0 w 1462"/>
                  <a:gd name="T5" fmla="*/ 0 h 1088"/>
                  <a:gd name="T6" fmla="*/ 0 w 1462"/>
                  <a:gd name="T7" fmla="*/ 0 h 1088"/>
                  <a:gd name="T8" fmla="*/ 0 w 1462"/>
                  <a:gd name="T9" fmla="*/ 0 h 1088"/>
                  <a:gd name="T10" fmla="*/ 0 w 1462"/>
                  <a:gd name="T11" fmla="*/ 0 h 1088"/>
                  <a:gd name="T12" fmla="*/ 0 w 1462"/>
                  <a:gd name="T13" fmla="*/ 0 h 1088"/>
                  <a:gd name="T14" fmla="*/ 0 w 1462"/>
                  <a:gd name="T15" fmla="*/ 0 h 1088"/>
                  <a:gd name="T16" fmla="*/ 0 w 1462"/>
                  <a:gd name="T17" fmla="*/ 0 h 1088"/>
                  <a:gd name="T18" fmla="*/ 0 w 1462"/>
                  <a:gd name="T19" fmla="*/ 0 h 1088"/>
                  <a:gd name="T20" fmla="*/ 0 w 1462"/>
                  <a:gd name="T21" fmla="*/ 0 h 1088"/>
                  <a:gd name="T22" fmla="*/ 0 w 1462"/>
                  <a:gd name="T23" fmla="*/ 0 h 1088"/>
                  <a:gd name="T24" fmla="*/ 0 w 1462"/>
                  <a:gd name="T25" fmla="*/ 0 h 10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62"/>
                  <a:gd name="T40" fmla="*/ 0 h 1088"/>
                  <a:gd name="T41" fmla="*/ 1462 w 1462"/>
                  <a:gd name="T42" fmla="*/ 1088 h 10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62" h="1088">
                    <a:moveTo>
                      <a:pt x="1337" y="0"/>
                    </a:moveTo>
                    <a:lnTo>
                      <a:pt x="1462" y="251"/>
                    </a:lnTo>
                    <a:lnTo>
                      <a:pt x="1121" y="251"/>
                    </a:lnTo>
                    <a:lnTo>
                      <a:pt x="883" y="334"/>
                    </a:lnTo>
                    <a:lnTo>
                      <a:pt x="544" y="530"/>
                    </a:lnTo>
                    <a:lnTo>
                      <a:pt x="343" y="719"/>
                    </a:lnTo>
                    <a:lnTo>
                      <a:pt x="0" y="1088"/>
                    </a:lnTo>
                    <a:lnTo>
                      <a:pt x="42" y="959"/>
                    </a:lnTo>
                    <a:lnTo>
                      <a:pt x="170" y="567"/>
                    </a:lnTo>
                    <a:lnTo>
                      <a:pt x="383" y="353"/>
                    </a:lnTo>
                    <a:lnTo>
                      <a:pt x="596" y="207"/>
                    </a:lnTo>
                    <a:lnTo>
                      <a:pt x="897" y="95"/>
                    </a:lnTo>
                    <a:lnTo>
                      <a:pt x="133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04" name="Freeform 10">
                <a:extLst>
                  <a:ext uri="{FF2B5EF4-FFF2-40B4-BE49-F238E27FC236}">
                    <a16:creationId xmlns:a16="http://schemas.microsoft.com/office/drawing/2014/main" id="{F9E32CDA-8802-FCF3-408F-99CF1429B55A}"/>
                  </a:ext>
                </a:extLst>
              </p:cNvPr>
              <p:cNvSpPr>
                <a:spLocks/>
              </p:cNvSpPr>
              <p:nvPr/>
            </p:nvSpPr>
            <p:spPr bwMode="auto">
              <a:xfrm>
                <a:off x="4177" y="3856"/>
                <a:ext cx="941" cy="444"/>
              </a:xfrm>
              <a:custGeom>
                <a:avLst/>
                <a:gdLst>
                  <a:gd name="T0" fmla="*/ 0 w 7528"/>
                  <a:gd name="T1" fmla="*/ 0 h 3549"/>
                  <a:gd name="T2" fmla="*/ 0 w 7528"/>
                  <a:gd name="T3" fmla="*/ 0 h 3549"/>
                  <a:gd name="T4" fmla="*/ 0 w 7528"/>
                  <a:gd name="T5" fmla="*/ 0 h 3549"/>
                  <a:gd name="T6" fmla="*/ 0 w 7528"/>
                  <a:gd name="T7" fmla="*/ 0 h 3549"/>
                  <a:gd name="T8" fmla="*/ 0 w 7528"/>
                  <a:gd name="T9" fmla="*/ 0 h 3549"/>
                  <a:gd name="T10" fmla="*/ 0 w 7528"/>
                  <a:gd name="T11" fmla="*/ 0 h 3549"/>
                  <a:gd name="T12" fmla="*/ 0 w 7528"/>
                  <a:gd name="T13" fmla="*/ 0 h 3549"/>
                  <a:gd name="T14" fmla="*/ 0 w 7528"/>
                  <a:gd name="T15" fmla="*/ 0 h 3549"/>
                  <a:gd name="T16" fmla="*/ 0 w 7528"/>
                  <a:gd name="T17" fmla="*/ 0 h 3549"/>
                  <a:gd name="T18" fmla="*/ 0 w 7528"/>
                  <a:gd name="T19" fmla="*/ 0 h 3549"/>
                  <a:gd name="T20" fmla="*/ 0 w 7528"/>
                  <a:gd name="T21" fmla="*/ 0 h 3549"/>
                  <a:gd name="T22" fmla="*/ 0 w 7528"/>
                  <a:gd name="T23" fmla="*/ 0 h 3549"/>
                  <a:gd name="T24" fmla="*/ 0 w 7528"/>
                  <a:gd name="T25" fmla="*/ 0 h 3549"/>
                  <a:gd name="T26" fmla="*/ 0 w 7528"/>
                  <a:gd name="T27" fmla="*/ 0 h 3549"/>
                  <a:gd name="T28" fmla="*/ 0 w 7528"/>
                  <a:gd name="T29" fmla="*/ 0 h 3549"/>
                  <a:gd name="T30" fmla="*/ 0 w 7528"/>
                  <a:gd name="T31" fmla="*/ 0 h 3549"/>
                  <a:gd name="T32" fmla="*/ 0 w 7528"/>
                  <a:gd name="T33" fmla="*/ 0 h 354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528"/>
                  <a:gd name="T52" fmla="*/ 0 h 3549"/>
                  <a:gd name="T53" fmla="*/ 7528 w 7528"/>
                  <a:gd name="T54" fmla="*/ 3549 h 354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528" h="3549">
                    <a:moveTo>
                      <a:pt x="0" y="1125"/>
                    </a:moveTo>
                    <a:lnTo>
                      <a:pt x="6893" y="0"/>
                    </a:lnTo>
                    <a:lnTo>
                      <a:pt x="7198" y="24"/>
                    </a:lnTo>
                    <a:lnTo>
                      <a:pt x="7469" y="119"/>
                    </a:lnTo>
                    <a:lnTo>
                      <a:pt x="7433" y="330"/>
                    </a:lnTo>
                    <a:lnTo>
                      <a:pt x="7528" y="400"/>
                    </a:lnTo>
                    <a:lnTo>
                      <a:pt x="7091" y="1337"/>
                    </a:lnTo>
                    <a:lnTo>
                      <a:pt x="6799" y="1337"/>
                    </a:lnTo>
                    <a:lnTo>
                      <a:pt x="6688" y="1289"/>
                    </a:lnTo>
                    <a:lnTo>
                      <a:pt x="6328" y="1266"/>
                    </a:lnTo>
                    <a:lnTo>
                      <a:pt x="6168" y="1266"/>
                    </a:lnTo>
                    <a:lnTo>
                      <a:pt x="5964" y="1479"/>
                    </a:lnTo>
                    <a:lnTo>
                      <a:pt x="5874" y="1759"/>
                    </a:lnTo>
                    <a:lnTo>
                      <a:pt x="6654" y="2343"/>
                    </a:lnTo>
                    <a:lnTo>
                      <a:pt x="6204" y="3549"/>
                    </a:lnTo>
                    <a:lnTo>
                      <a:pt x="11" y="3549"/>
                    </a:lnTo>
                    <a:lnTo>
                      <a:pt x="0" y="1125"/>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05" name="Freeform 11">
                <a:extLst>
                  <a:ext uri="{FF2B5EF4-FFF2-40B4-BE49-F238E27FC236}">
                    <a16:creationId xmlns:a16="http://schemas.microsoft.com/office/drawing/2014/main" id="{739DAAE4-1889-9389-4968-F888A90FD221}"/>
                  </a:ext>
                </a:extLst>
              </p:cNvPr>
              <p:cNvSpPr>
                <a:spLocks/>
              </p:cNvSpPr>
              <p:nvPr/>
            </p:nvSpPr>
            <p:spPr bwMode="auto">
              <a:xfrm>
                <a:off x="4338" y="3468"/>
                <a:ext cx="759" cy="593"/>
              </a:xfrm>
              <a:custGeom>
                <a:avLst/>
                <a:gdLst>
                  <a:gd name="T0" fmla="*/ 0 w 6072"/>
                  <a:gd name="T1" fmla="*/ 0 h 4744"/>
                  <a:gd name="T2" fmla="*/ 0 w 6072"/>
                  <a:gd name="T3" fmla="*/ 0 h 4744"/>
                  <a:gd name="T4" fmla="*/ 0 w 6072"/>
                  <a:gd name="T5" fmla="*/ 0 h 4744"/>
                  <a:gd name="T6" fmla="*/ 0 w 6072"/>
                  <a:gd name="T7" fmla="*/ 0 h 4744"/>
                  <a:gd name="T8" fmla="*/ 0 w 6072"/>
                  <a:gd name="T9" fmla="*/ 0 h 4744"/>
                  <a:gd name="T10" fmla="*/ 0 w 6072"/>
                  <a:gd name="T11" fmla="*/ 0 h 4744"/>
                  <a:gd name="T12" fmla="*/ 0 w 6072"/>
                  <a:gd name="T13" fmla="*/ 0 h 4744"/>
                  <a:gd name="T14" fmla="*/ 0 w 6072"/>
                  <a:gd name="T15" fmla="*/ 0 h 4744"/>
                  <a:gd name="T16" fmla="*/ 0 w 6072"/>
                  <a:gd name="T17" fmla="*/ 0 h 4744"/>
                  <a:gd name="T18" fmla="*/ 0 w 6072"/>
                  <a:gd name="T19" fmla="*/ 0 h 4744"/>
                  <a:gd name="T20" fmla="*/ 0 w 6072"/>
                  <a:gd name="T21" fmla="*/ 0 h 4744"/>
                  <a:gd name="T22" fmla="*/ 0 w 6072"/>
                  <a:gd name="T23" fmla="*/ 0 h 4744"/>
                  <a:gd name="T24" fmla="*/ 0 w 6072"/>
                  <a:gd name="T25" fmla="*/ 0 h 4744"/>
                  <a:gd name="T26" fmla="*/ 0 w 6072"/>
                  <a:gd name="T27" fmla="*/ 0 h 4744"/>
                  <a:gd name="T28" fmla="*/ 0 w 6072"/>
                  <a:gd name="T29" fmla="*/ 0 h 4744"/>
                  <a:gd name="T30" fmla="*/ 0 w 6072"/>
                  <a:gd name="T31" fmla="*/ 0 h 4744"/>
                  <a:gd name="T32" fmla="*/ 0 w 6072"/>
                  <a:gd name="T33" fmla="*/ 0 h 4744"/>
                  <a:gd name="T34" fmla="*/ 0 w 6072"/>
                  <a:gd name="T35" fmla="*/ 0 h 4744"/>
                  <a:gd name="T36" fmla="*/ 0 w 6072"/>
                  <a:gd name="T37" fmla="*/ 0 h 4744"/>
                  <a:gd name="T38" fmla="*/ 0 w 6072"/>
                  <a:gd name="T39" fmla="*/ 0 h 4744"/>
                  <a:gd name="T40" fmla="*/ 0 w 6072"/>
                  <a:gd name="T41" fmla="*/ 0 h 4744"/>
                  <a:gd name="T42" fmla="*/ 0 w 6072"/>
                  <a:gd name="T43" fmla="*/ 0 h 4744"/>
                  <a:gd name="T44" fmla="*/ 0 w 6072"/>
                  <a:gd name="T45" fmla="*/ 0 h 4744"/>
                  <a:gd name="T46" fmla="*/ 0 w 6072"/>
                  <a:gd name="T47" fmla="*/ 0 h 4744"/>
                  <a:gd name="T48" fmla="*/ 0 w 6072"/>
                  <a:gd name="T49" fmla="*/ 0 h 4744"/>
                  <a:gd name="T50" fmla="*/ 0 w 6072"/>
                  <a:gd name="T51" fmla="*/ 0 h 474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072"/>
                  <a:gd name="T79" fmla="*/ 0 h 4744"/>
                  <a:gd name="T80" fmla="*/ 6072 w 6072"/>
                  <a:gd name="T81" fmla="*/ 4744 h 474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072" h="4744">
                    <a:moveTo>
                      <a:pt x="682" y="580"/>
                    </a:moveTo>
                    <a:lnTo>
                      <a:pt x="1526" y="0"/>
                    </a:lnTo>
                    <a:lnTo>
                      <a:pt x="4725" y="0"/>
                    </a:lnTo>
                    <a:lnTo>
                      <a:pt x="4771" y="15"/>
                    </a:lnTo>
                    <a:lnTo>
                      <a:pt x="4783" y="71"/>
                    </a:lnTo>
                    <a:lnTo>
                      <a:pt x="4783" y="2817"/>
                    </a:lnTo>
                    <a:lnTo>
                      <a:pt x="4725" y="2890"/>
                    </a:lnTo>
                    <a:lnTo>
                      <a:pt x="4239" y="2943"/>
                    </a:lnTo>
                    <a:lnTo>
                      <a:pt x="5205" y="3013"/>
                    </a:lnTo>
                    <a:lnTo>
                      <a:pt x="5205" y="3782"/>
                    </a:lnTo>
                    <a:lnTo>
                      <a:pt x="5567" y="3744"/>
                    </a:lnTo>
                    <a:lnTo>
                      <a:pt x="6072" y="3889"/>
                    </a:lnTo>
                    <a:lnTo>
                      <a:pt x="5855" y="4359"/>
                    </a:lnTo>
                    <a:lnTo>
                      <a:pt x="5486" y="4410"/>
                    </a:lnTo>
                    <a:lnTo>
                      <a:pt x="4942" y="4380"/>
                    </a:lnTo>
                    <a:lnTo>
                      <a:pt x="4783" y="4447"/>
                    </a:lnTo>
                    <a:lnTo>
                      <a:pt x="4631" y="4603"/>
                    </a:lnTo>
                    <a:lnTo>
                      <a:pt x="3563" y="4744"/>
                    </a:lnTo>
                    <a:lnTo>
                      <a:pt x="2296" y="4447"/>
                    </a:lnTo>
                    <a:lnTo>
                      <a:pt x="2310" y="4324"/>
                    </a:lnTo>
                    <a:lnTo>
                      <a:pt x="2268" y="4324"/>
                    </a:lnTo>
                    <a:lnTo>
                      <a:pt x="0" y="4027"/>
                    </a:lnTo>
                    <a:lnTo>
                      <a:pt x="0" y="3133"/>
                    </a:lnTo>
                    <a:lnTo>
                      <a:pt x="1018" y="2992"/>
                    </a:lnTo>
                    <a:lnTo>
                      <a:pt x="682" y="2962"/>
                    </a:lnTo>
                    <a:lnTo>
                      <a:pt x="682" y="58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06" name="Freeform 12">
                <a:extLst>
                  <a:ext uri="{FF2B5EF4-FFF2-40B4-BE49-F238E27FC236}">
                    <a16:creationId xmlns:a16="http://schemas.microsoft.com/office/drawing/2014/main" id="{3D205BF0-6755-2D46-B39A-F5D0843C02E3}"/>
                  </a:ext>
                </a:extLst>
              </p:cNvPr>
              <p:cNvSpPr>
                <a:spLocks/>
              </p:cNvSpPr>
              <p:nvPr/>
            </p:nvSpPr>
            <p:spPr bwMode="auto">
              <a:xfrm>
                <a:off x="4329" y="3289"/>
                <a:ext cx="228" cy="86"/>
              </a:xfrm>
              <a:custGeom>
                <a:avLst/>
                <a:gdLst>
                  <a:gd name="T0" fmla="*/ 0 w 1826"/>
                  <a:gd name="T1" fmla="*/ 0 h 695"/>
                  <a:gd name="T2" fmla="*/ 0 w 1826"/>
                  <a:gd name="T3" fmla="*/ 0 h 695"/>
                  <a:gd name="T4" fmla="*/ 0 w 1826"/>
                  <a:gd name="T5" fmla="*/ 0 h 695"/>
                  <a:gd name="T6" fmla="*/ 0 w 1826"/>
                  <a:gd name="T7" fmla="*/ 0 h 695"/>
                  <a:gd name="T8" fmla="*/ 0 w 1826"/>
                  <a:gd name="T9" fmla="*/ 0 h 695"/>
                  <a:gd name="T10" fmla="*/ 0 60000 65536"/>
                  <a:gd name="T11" fmla="*/ 0 60000 65536"/>
                  <a:gd name="T12" fmla="*/ 0 60000 65536"/>
                  <a:gd name="T13" fmla="*/ 0 60000 65536"/>
                  <a:gd name="T14" fmla="*/ 0 60000 65536"/>
                  <a:gd name="T15" fmla="*/ 0 w 1826"/>
                  <a:gd name="T16" fmla="*/ 0 h 695"/>
                  <a:gd name="T17" fmla="*/ 1826 w 1826"/>
                  <a:gd name="T18" fmla="*/ 695 h 695"/>
                </a:gdLst>
                <a:ahLst/>
                <a:cxnLst>
                  <a:cxn ang="T10">
                    <a:pos x="T0" y="T1"/>
                  </a:cxn>
                  <a:cxn ang="T11">
                    <a:pos x="T2" y="T3"/>
                  </a:cxn>
                  <a:cxn ang="T12">
                    <a:pos x="T4" y="T5"/>
                  </a:cxn>
                  <a:cxn ang="T13">
                    <a:pos x="T6" y="T7"/>
                  </a:cxn>
                  <a:cxn ang="T14">
                    <a:pos x="T8" y="T9"/>
                  </a:cxn>
                </a:cxnLst>
                <a:rect l="T15" t="T16" r="T17" b="T18"/>
                <a:pathLst>
                  <a:path w="1826" h="695">
                    <a:moveTo>
                      <a:pt x="0" y="593"/>
                    </a:moveTo>
                    <a:lnTo>
                      <a:pt x="1771" y="0"/>
                    </a:lnTo>
                    <a:lnTo>
                      <a:pt x="1826" y="130"/>
                    </a:lnTo>
                    <a:lnTo>
                      <a:pt x="35" y="695"/>
                    </a:lnTo>
                    <a:lnTo>
                      <a:pt x="0" y="59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07" name="Freeform 13">
                <a:extLst>
                  <a:ext uri="{FF2B5EF4-FFF2-40B4-BE49-F238E27FC236}">
                    <a16:creationId xmlns:a16="http://schemas.microsoft.com/office/drawing/2014/main" id="{7FC987DC-9A83-28FF-B6AE-5810A9B26D73}"/>
                  </a:ext>
                </a:extLst>
              </p:cNvPr>
              <p:cNvSpPr>
                <a:spLocks/>
              </p:cNvSpPr>
              <p:nvPr/>
            </p:nvSpPr>
            <p:spPr bwMode="auto">
              <a:xfrm>
                <a:off x="4162" y="3287"/>
                <a:ext cx="167" cy="126"/>
              </a:xfrm>
              <a:custGeom>
                <a:avLst/>
                <a:gdLst>
                  <a:gd name="T0" fmla="*/ 0 w 1339"/>
                  <a:gd name="T1" fmla="*/ 0 h 1006"/>
                  <a:gd name="T2" fmla="*/ 0 w 1339"/>
                  <a:gd name="T3" fmla="*/ 0 h 1006"/>
                  <a:gd name="T4" fmla="*/ 0 w 1339"/>
                  <a:gd name="T5" fmla="*/ 0 h 1006"/>
                  <a:gd name="T6" fmla="*/ 0 w 1339"/>
                  <a:gd name="T7" fmla="*/ 0 h 1006"/>
                  <a:gd name="T8" fmla="*/ 0 w 1339"/>
                  <a:gd name="T9" fmla="*/ 0 h 1006"/>
                  <a:gd name="T10" fmla="*/ 0 60000 65536"/>
                  <a:gd name="T11" fmla="*/ 0 60000 65536"/>
                  <a:gd name="T12" fmla="*/ 0 60000 65536"/>
                  <a:gd name="T13" fmla="*/ 0 60000 65536"/>
                  <a:gd name="T14" fmla="*/ 0 60000 65536"/>
                  <a:gd name="T15" fmla="*/ 0 w 1339"/>
                  <a:gd name="T16" fmla="*/ 0 h 1006"/>
                  <a:gd name="T17" fmla="*/ 1339 w 1339"/>
                  <a:gd name="T18" fmla="*/ 1006 h 1006"/>
                </a:gdLst>
                <a:ahLst/>
                <a:cxnLst>
                  <a:cxn ang="T10">
                    <a:pos x="T0" y="T1"/>
                  </a:cxn>
                  <a:cxn ang="T11">
                    <a:pos x="T2" y="T3"/>
                  </a:cxn>
                  <a:cxn ang="T12">
                    <a:pos x="T4" y="T5"/>
                  </a:cxn>
                  <a:cxn ang="T13">
                    <a:pos x="T6" y="T7"/>
                  </a:cxn>
                  <a:cxn ang="T14">
                    <a:pos x="T8" y="T9"/>
                  </a:cxn>
                </a:cxnLst>
                <a:rect l="T15" t="T16" r="T17" b="T18"/>
                <a:pathLst>
                  <a:path w="1339" h="1006">
                    <a:moveTo>
                      <a:pt x="0" y="196"/>
                    </a:moveTo>
                    <a:lnTo>
                      <a:pt x="154" y="0"/>
                    </a:lnTo>
                    <a:lnTo>
                      <a:pt x="1339" y="778"/>
                    </a:lnTo>
                    <a:lnTo>
                      <a:pt x="1196" y="1006"/>
                    </a:lnTo>
                    <a:lnTo>
                      <a:pt x="0" y="1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08" name="Freeform 14">
                <a:extLst>
                  <a:ext uri="{FF2B5EF4-FFF2-40B4-BE49-F238E27FC236}">
                    <a16:creationId xmlns:a16="http://schemas.microsoft.com/office/drawing/2014/main" id="{ED1DCD4C-9B22-F474-E05D-B1AEC41B3440}"/>
                  </a:ext>
                </a:extLst>
              </p:cNvPr>
              <p:cNvSpPr>
                <a:spLocks/>
              </p:cNvSpPr>
              <p:nvPr/>
            </p:nvSpPr>
            <p:spPr bwMode="auto">
              <a:xfrm>
                <a:off x="4137" y="3295"/>
                <a:ext cx="482" cy="224"/>
              </a:xfrm>
              <a:custGeom>
                <a:avLst/>
                <a:gdLst>
                  <a:gd name="T0" fmla="*/ 0 w 3860"/>
                  <a:gd name="T1" fmla="*/ 0 h 1788"/>
                  <a:gd name="T2" fmla="*/ 0 w 3860"/>
                  <a:gd name="T3" fmla="*/ 0 h 1788"/>
                  <a:gd name="T4" fmla="*/ 0 w 3860"/>
                  <a:gd name="T5" fmla="*/ 0 h 1788"/>
                  <a:gd name="T6" fmla="*/ 0 w 3860"/>
                  <a:gd name="T7" fmla="*/ 0 h 1788"/>
                  <a:gd name="T8" fmla="*/ 0 w 3860"/>
                  <a:gd name="T9" fmla="*/ 0 h 1788"/>
                  <a:gd name="T10" fmla="*/ 0 w 3860"/>
                  <a:gd name="T11" fmla="*/ 0 h 1788"/>
                  <a:gd name="T12" fmla="*/ 0 w 3860"/>
                  <a:gd name="T13" fmla="*/ 0 h 1788"/>
                  <a:gd name="T14" fmla="*/ 0 w 3860"/>
                  <a:gd name="T15" fmla="*/ 0 h 1788"/>
                  <a:gd name="T16" fmla="*/ 0 w 3860"/>
                  <a:gd name="T17" fmla="*/ 0 h 17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60"/>
                  <a:gd name="T28" fmla="*/ 0 h 1788"/>
                  <a:gd name="T29" fmla="*/ 3860 w 3860"/>
                  <a:gd name="T30" fmla="*/ 1788 h 17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60" h="1788">
                    <a:moveTo>
                      <a:pt x="0" y="0"/>
                    </a:moveTo>
                    <a:lnTo>
                      <a:pt x="646" y="1163"/>
                    </a:lnTo>
                    <a:lnTo>
                      <a:pt x="1455" y="1788"/>
                    </a:lnTo>
                    <a:lnTo>
                      <a:pt x="1923" y="1626"/>
                    </a:lnTo>
                    <a:lnTo>
                      <a:pt x="3860" y="1077"/>
                    </a:lnTo>
                    <a:lnTo>
                      <a:pt x="3518" y="0"/>
                    </a:lnTo>
                    <a:lnTo>
                      <a:pt x="1589" y="628"/>
                    </a:lnTo>
                    <a:lnTo>
                      <a:pt x="1393" y="936"/>
                    </a:lnTo>
                    <a:lnTo>
                      <a:pt x="0" y="0"/>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09" name="Freeform 15">
                <a:extLst>
                  <a:ext uri="{FF2B5EF4-FFF2-40B4-BE49-F238E27FC236}">
                    <a16:creationId xmlns:a16="http://schemas.microsoft.com/office/drawing/2014/main" id="{067449FE-32FA-87CD-FE67-224746A685E5}"/>
                  </a:ext>
                </a:extLst>
              </p:cNvPr>
              <p:cNvSpPr>
                <a:spLocks/>
              </p:cNvSpPr>
              <p:nvPr/>
            </p:nvSpPr>
            <p:spPr bwMode="auto">
              <a:xfrm>
                <a:off x="4942" y="3086"/>
                <a:ext cx="142" cy="264"/>
              </a:xfrm>
              <a:custGeom>
                <a:avLst/>
                <a:gdLst>
                  <a:gd name="T0" fmla="*/ 0 w 1135"/>
                  <a:gd name="T1" fmla="*/ 0 h 2112"/>
                  <a:gd name="T2" fmla="*/ 0 w 1135"/>
                  <a:gd name="T3" fmla="*/ 0 h 2112"/>
                  <a:gd name="T4" fmla="*/ 0 w 1135"/>
                  <a:gd name="T5" fmla="*/ 0 h 2112"/>
                  <a:gd name="T6" fmla="*/ 0 w 1135"/>
                  <a:gd name="T7" fmla="*/ 0 h 2112"/>
                  <a:gd name="T8" fmla="*/ 0 w 1135"/>
                  <a:gd name="T9" fmla="*/ 0 h 2112"/>
                  <a:gd name="T10" fmla="*/ 0 w 1135"/>
                  <a:gd name="T11" fmla="*/ 0 h 2112"/>
                  <a:gd name="T12" fmla="*/ 0 w 1135"/>
                  <a:gd name="T13" fmla="*/ 0 h 2112"/>
                  <a:gd name="T14" fmla="*/ 0 w 1135"/>
                  <a:gd name="T15" fmla="*/ 0 h 2112"/>
                  <a:gd name="T16" fmla="*/ 0 w 1135"/>
                  <a:gd name="T17" fmla="*/ 0 h 2112"/>
                  <a:gd name="T18" fmla="*/ 0 w 1135"/>
                  <a:gd name="T19" fmla="*/ 0 h 2112"/>
                  <a:gd name="T20" fmla="*/ 0 w 1135"/>
                  <a:gd name="T21" fmla="*/ 0 h 2112"/>
                  <a:gd name="T22" fmla="*/ 0 w 1135"/>
                  <a:gd name="T23" fmla="*/ 0 h 2112"/>
                  <a:gd name="T24" fmla="*/ 0 w 1135"/>
                  <a:gd name="T25" fmla="*/ 0 h 2112"/>
                  <a:gd name="T26" fmla="*/ 0 w 1135"/>
                  <a:gd name="T27" fmla="*/ 0 h 2112"/>
                  <a:gd name="T28" fmla="*/ 0 w 1135"/>
                  <a:gd name="T29" fmla="*/ 0 h 211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35"/>
                  <a:gd name="T46" fmla="*/ 0 h 2112"/>
                  <a:gd name="T47" fmla="*/ 1135 w 1135"/>
                  <a:gd name="T48" fmla="*/ 2112 h 211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35" h="2112">
                    <a:moveTo>
                      <a:pt x="74" y="0"/>
                    </a:moveTo>
                    <a:lnTo>
                      <a:pt x="0" y="103"/>
                    </a:lnTo>
                    <a:lnTo>
                      <a:pt x="0" y="398"/>
                    </a:lnTo>
                    <a:lnTo>
                      <a:pt x="109" y="943"/>
                    </a:lnTo>
                    <a:lnTo>
                      <a:pt x="109" y="1215"/>
                    </a:lnTo>
                    <a:lnTo>
                      <a:pt x="195" y="1365"/>
                    </a:lnTo>
                    <a:lnTo>
                      <a:pt x="365" y="1719"/>
                    </a:lnTo>
                    <a:lnTo>
                      <a:pt x="522" y="1932"/>
                    </a:lnTo>
                    <a:lnTo>
                      <a:pt x="637" y="2112"/>
                    </a:lnTo>
                    <a:lnTo>
                      <a:pt x="885" y="1429"/>
                    </a:lnTo>
                    <a:lnTo>
                      <a:pt x="999" y="956"/>
                    </a:lnTo>
                    <a:lnTo>
                      <a:pt x="1075" y="495"/>
                    </a:lnTo>
                    <a:lnTo>
                      <a:pt x="1135" y="136"/>
                    </a:lnTo>
                    <a:lnTo>
                      <a:pt x="1135" y="46"/>
                    </a:lnTo>
                    <a:lnTo>
                      <a:pt x="7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10" name="Freeform 16">
                <a:extLst>
                  <a:ext uri="{FF2B5EF4-FFF2-40B4-BE49-F238E27FC236}">
                    <a16:creationId xmlns:a16="http://schemas.microsoft.com/office/drawing/2014/main" id="{E67911FE-9D1B-B2C9-20B7-561294E32906}"/>
                  </a:ext>
                </a:extLst>
              </p:cNvPr>
              <p:cNvSpPr>
                <a:spLocks/>
              </p:cNvSpPr>
              <p:nvPr/>
            </p:nvSpPr>
            <p:spPr bwMode="auto">
              <a:xfrm>
                <a:off x="4997" y="3163"/>
                <a:ext cx="54" cy="194"/>
              </a:xfrm>
              <a:custGeom>
                <a:avLst/>
                <a:gdLst>
                  <a:gd name="T0" fmla="*/ 0 w 437"/>
                  <a:gd name="T1" fmla="*/ 0 h 1553"/>
                  <a:gd name="T2" fmla="*/ 0 w 437"/>
                  <a:gd name="T3" fmla="*/ 0 h 1553"/>
                  <a:gd name="T4" fmla="*/ 0 w 437"/>
                  <a:gd name="T5" fmla="*/ 0 h 1553"/>
                  <a:gd name="T6" fmla="*/ 0 w 437"/>
                  <a:gd name="T7" fmla="*/ 0 h 1553"/>
                  <a:gd name="T8" fmla="*/ 0 w 437"/>
                  <a:gd name="T9" fmla="*/ 0 h 1553"/>
                  <a:gd name="T10" fmla="*/ 0 w 437"/>
                  <a:gd name="T11" fmla="*/ 0 h 1553"/>
                  <a:gd name="T12" fmla="*/ 0 w 437"/>
                  <a:gd name="T13" fmla="*/ 0 h 1553"/>
                  <a:gd name="T14" fmla="*/ 0 w 437"/>
                  <a:gd name="T15" fmla="*/ 0 h 1553"/>
                  <a:gd name="T16" fmla="*/ 0 w 437"/>
                  <a:gd name="T17" fmla="*/ 0 h 1553"/>
                  <a:gd name="T18" fmla="*/ 0 w 437"/>
                  <a:gd name="T19" fmla="*/ 0 h 1553"/>
                  <a:gd name="T20" fmla="*/ 0 w 437"/>
                  <a:gd name="T21" fmla="*/ 0 h 1553"/>
                  <a:gd name="T22" fmla="*/ 0 w 437"/>
                  <a:gd name="T23" fmla="*/ 0 h 1553"/>
                  <a:gd name="T24" fmla="*/ 0 w 437"/>
                  <a:gd name="T25" fmla="*/ 0 h 1553"/>
                  <a:gd name="T26" fmla="*/ 0 w 437"/>
                  <a:gd name="T27" fmla="*/ 0 h 1553"/>
                  <a:gd name="T28" fmla="*/ 0 w 437"/>
                  <a:gd name="T29" fmla="*/ 0 h 155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37"/>
                  <a:gd name="T46" fmla="*/ 0 h 1553"/>
                  <a:gd name="T47" fmla="*/ 437 w 437"/>
                  <a:gd name="T48" fmla="*/ 1553 h 155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37" h="1553">
                    <a:moveTo>
                      <a:pt x="347" y="90"/>
                    </a:moveTo>
                    <a:lnTo>
                      <a:pt x="310" y="241"/>
                    </a:lnTo>
                    <a:lnTo>
                      <a:pt x="251" y="369"/>
                    </a:lnTo>
                    <a:lnTo>
                      <a:pt x="360" y="564"/>
                    </a:lnTo>
                    <a:lnTo>
                      <a:pt x="437" y="864"/>
                    </a:lnTo>
                    <a:lnTo>
                      <a:pt x="279" y="1338"/>
                    </a:lnTo>
                    <a:lnTo>
                      <a:pt x="202" y="1553"/>
                    </a:lnTo>
                    <a:lnTo>
                      <a:pt x="97" y="1334"/>
                    </a:lnTo>
                    <a:lnTo>
                      <a:pt x="0" y="1221"/>
                    </a:lnTo>
                    <a:lnTo>
                      <a:pt x="35" y="564"/>
                    </a:lnTo>
                    <a:lnTo>
                      <a:pt x="108" y="329"/>
                    </a:lnTo>
                    <a:lnTo>
                      <a:pt x="39" y="24"/>
                    </a:lnTo>
                    <a:lnTo>
                      <a:pt x="165" y="0"/>
                    </a:lnTo>
                    <a:lnTo>
                      <a:pt x="290" y="37"/>
                    </a:lnTo>
                    <a:lnTo>
                      <a:pt x="347" y="9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11" name="Freeform 17">
                <a:extLst>
                  <a:ext uri="{FF2B5EF4-FFF2-40B4-BE49-F238E27FC236}">
                    <a16:creationId xmlns:a16="http://schemas.microsoft.com/office/drawing/2014/main" id="{DC1DA858-066D-42BC-3D2F-FB7F535C6C77}"/>
                  </a:ext>
                </a:extLst>
              </p:cNvPr>
              <p:cNvSpPr>
                <a:spLocks/>
              </p:cNvSpPr>
              <p:nvPr/>
            </p:nvSpPr>
            <p:spPr bwMode="auto">
              <a:xfrm>
                <a:off x="4995" y="3162"/>
                <a:ext cx="48" cy="166"/>
              </a:xfrm>
              <a:custGeom>
                <a:avLst/>
                <a:gdLst>
                  <a:gd name="T0" fmla="*/ 0 w 387"/>
                  <a:gd name="T1" fmla="*/ 0 h 1332"/>
                  <a:gd name="T2" fmla="*/ 0 w 387"/>
                  <a:gd name="T3" fmla="*/ 0 h 1332"/>
                  <a:gd name="T4" fmla="*/ 0 w 387"/>
                  <a:gd name="T5" fmla="*/ 0 h 1332"/>
                  <a:gd name="T6" fmla="*/ 0 w 387"/>
                  <a:gd name="T7" fmla="*/ 0 h 1332"/>
                  <a:gd name="T8" fmla="*/ 0 w 387"/>
                  <a:gd name="T9" fmla="*/ 0 h 1332"/>
                  <a:gd name="T10" fmla="*/ 0 w 387"/>
                  <a:gd name="T11" fmla="*/ 0 h 1332"/>
                  <a:gd name="T12" fmla="*/ 0 w 387"/>
                  <a:gd name="T13" fmla="*/ 0 h 1332"/>
                  <a:gd name="T14" fmla="*/ 0 w 387"/>
                  <a:gd name="T15" fmla="*/ 0 h 1332"/>
                  <a:gd name="T16" fmla="*/ 0 w 387"/>
                  <a:gd name="T17" fmla="*/ 0 h 1332"/>
                  <a:gd name="T18" fmla="*/ 0 w 387"/>
                  <a:gd name="T19" fmla="*/ 0 h 1332"/>
                  <a:gd name="T20" fmla="*/ 0 w 387"/>
                  <a:gd name="T21" fmla="*/ 0 h 1332"/>
                  <a:gd name="T22" fmla="*/ 0 w 387"/>
                  <a:gd name="T23" fmla="*/ 0 h 1332"/>
                  <a:gd name="T24" fmla="*/ 0 w 387"/>
                  <a:gd name="T25" fmla="*/ 0 h 1332"/>
                  <a:gd name="T26" fmla="*/ 0 w 387"/>
                  <a:gd name="T27" fmla="*/ 0 h 1332"/>
                  <a:gd name="T28" fmla="*/ 0 w 387"/>
                  <a:gd name="T29" fmla="*/ 0 h 1332"/>
                  <a:gd name="T30" fmla="*/ 0 w 387"/>
                  <a:gd name="T31" fmla="*/ 0 h 133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87"/>
                  <a:gd name="T49" fmla="*/ 0 h 1332"/>
                  <a:gd name="T50" fmla="*/ 387 w 387"/>
                  <a:gd name="T51" fmla="*/ 1332 h 133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87" h="1332">
                    <a:moveTo>
                      <a:pt x="233" y="33"/>
                    </a:moveTo>
                    <a:lnTo>
                      <a:pt x="212" y="312"/>
                    </a:lnTo>
                    <a:lnTo>
                      <a:pt x="387" y="646"/>
                    </a:lnTo>
                    <a:lnTo>
                      <a:pt x="280" y="506"/>
                    </a:lnTo>
                    <a:lnTo>
                      <a:pt x="318" y="646"/>
                    </a:lnTo>
                    <a:lnTo>
                      <a:pt x="159" y="793"/>
                    </a:lnTo>
                    <a:lnTo>
                      <a:pt x="122" y="637"/>
                    </a:lnTo>
                    <a:lnTo>
                      <a:pt x="87" y="1037"/>
                    </a:lnTo>
                    <a:lnTo>
                      <a:pt x="111" y="1332"/>
                    </a:lnTo>
                    <a:lnTo>
                      <a:pt x="9" y="1189"/>
                    </a:lnTo>
                    <a:lnTo>
                      <a:pt x="14" y="615"/>
                    </a:lnTo>
                    <a:lnTo>
                      <a:pt x="97" y="338"/>
                    </a:lnTo>
                    <a:lnTo>
                      <a:pt x="0" y="108"/>
                    </a:lnTo>
                    <a:lnTo>
                      <a:pt x="80" y="33"/>
                    </a:lnTo>
                    <a:lnTo>
                      <a:pt x="152" y="0"/>
                    </a:lnTo>
                    <a:lnTo>
                      <a:pt x="233" y="33"/>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12" name="Freeform 18">
                <a:extLst>
                  <a:ext uri="{FF2B5EF4-FFF2-40B4-BE49-F238E27FC236}">
                    <a16:creationId xmlns:a16="http://schemas.microsoft.com/office/drawing/2014/main" id="{2CA3F903-79D0-B653-A438-B6EEA5894394}"/>
                  </a:ext>
                </a:extLst>
              </p:cNvPr>
              <p:cNvSpPr>
                <a:spLocks/>
              </p:cNvSpPr>
              <p:nvPr/>
            </p:nvSpPr>
            <p:spPr bwMode="auto">
              <a:xfrm>
                <a:off x="4792" y="3906"/>
                <a:ext cx="175" cy="183"/>
              </a:xfrm>
              <a:custGeom>
                <a:avLst/>
                <a:gdLst>
                  <a:gd name="T0" fmla="*/ 0 w 1406"/>
                  <a:gd name="T1" fmla="*/ 0 h 1462"/>
                  <a:gd name="T2" fmla="*/ 0 w 1406"/>
                  <a:gd name="T3" fmla="*/ 0 h 1462"/>
                  <a:gd name="T4" fmla="*/ 0 w 1406"/>
                  <a:gd name="T5" fmla="*/ 0 h 1462"/>
                  <a:gd name="T6" fmla="*/ 0 w 1406"/>
                  <a:gd name="T7" fmla="*/ 0 h 1462"/>
                  <a:gd name="T8" fmla="*/ 0 w 1406"/>
                  <a:gd name="T9" fmla="*/ 0 h 1462"/>
                  <a:gd name="T10" fmla="*/ 0 w 1406"/>
                  <a:gd name="T11" fmla="*/ 0 h 1462"/>
                  <a:gd name="T12" fmla="*/ 0 w 1406"/>
                  <a:gd name="T13" fmla="*/ 0 h 1462"/>
                  <a:gd name="T14" fmla="*/ 0 w 1406"/>
                  <a:gd name="T15" fmla="*/ 0 h 1462"/>
                  <a:gd name="T16" fmla="*/ 0 w 1406"/>
                  <a:gd name="T17" fmla="*/ 0 h 1462"/>
                  <a:gd name="T18" fmla="*/ 0 w 1406"/>
                  <a:gd name="T19" fmla="*/ 0 h 1462"/>
                  <a:gd name="T20" fmla="*/ 0 w 1406"/>
                  <a:gd name="T21" fmla="*/ 0 h 1462"/>
                  <a:gd name="T22" fmla="*/ 0 w 1406"/>
                  <a:gd name="T23" fmla="*/ 0 h 1462"/>
                  <a:gd name="T24" fmla="*/ 0 w 1406"/>
                  <a:gd name="T25" fmla="*/ 0 h 1462"/>
                  <a:gd name="T26" fmla="*/ 0 w 1406"/>
                  <a:gd name="T27" fmla="*/ 0 h 1462"/>
                  <a:gd name="T28" fmla="*/ 0 w 1406"/>
                  <a:gd name="T29" fmla="*/ 0 h 1462"/>
                  <a:gd name="T30" fmla="*/ 0 w 1406"/>
                  <a:gd name="T31" fmla="*/ 0 h 1462"/>
                  <a:gd name="T32" fmla="*/ 0 w 1406"/>
                  <a:gd name="T33" fmla="*/ 0 h 1462"/>
                  <a:gd name="T34" fmla="*/ 0 w 1406"/>
                  <a:gd name="T35" fmla="*/ 0 h 1462"/>
                  <a:gd name="T36" fmla="*/ 0 w 1406"/>
                  <a:gd name="T37" fmla="*/ 0 h 1462"/>
                  <a:gd name="T38" fmla="*/ 0 w 1406"/>
                  <a:gd name="T39" fmla="*/ 0 h 1462"/>
                  <a:gd name="T40" fmla="*/ 0 w 1406"/>
                  <a:gd name="T41" fmla="*/ 0 h 1462"/>
                  <a:gd name="T42" fmla="*/ 0 w 1406"/>
                  <a:gd name="T43" fmla="*/ 0 h 1462"/>
                  <a:gd name="T44" fmla="*/ 0 w 1406"/>
                  <a:gd name="T45" fmla="*/ 0 h 1462"/>
                  <a:gd name="T46" fmla="*/ 0 w 1406"/>
                  <a:gd name="T47" fmla="*/ 0 h 1462"/>
                  <a:gd name="T48" fmla="*/ 0 w 1406"/>
                  <a:gd name="T49" fmla="*/ 0 h 1462"/>
                  <a:gd name="T50" fmla="*/ 0 w 1406"/>
                  <a:gd name="T51" fmla="*/ 0 h 1462"/>
                  <a:gd name="T52" fmla="*/ 0 w 1406"/>
                  <a:gd name="T53" fmla="*/ 0 h 1462"/>
                  <a:gd name="T54" fmla="*/ 0 w 1406"/>
                  <a:gd name="T55" fmla="*/ 0 h 1462"/>
                  <a:gd name="T56" fmla="*/ 0 w 1406"/>
                  <a:gd name="T57" fmla="*/ 0 h 146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406"/>
                  <a:gd name="T88" fmla="*/ 0 h 1462"/>
                  <a:gd name="T89" fmla="*/ 1406 w 1406"/>
                  <a:gd name="T90" fmla="*/ 1462 h 146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406" h="1462">
                    <a:moveTo>
                      <a:pt x="936" y="1452"/>
                    </a:moveTo>
                    <a:lnTo>
                      <a:pt x="1019" y="1100"/>
                    </a:lnTo>
                    <a:lnTo>
                      <a:pt x="1140" y="939"/>
                    </a:lnTo>
                    <a:lnTo>
                      <a:pt x="1298" y="858"/>
                    </a:lnTo>
                    <a:lnTo>
                      <a:pt x="1406" y="566"/>
                    </a:lnTo>
                    <a:lnTo>
                      <a:pt x="1298" y="282"/>
                    </a:lnTo>
                    <a:lnTo>
                      <a:pt x="1274" y="0"/>
                    </a:lnTo>
                    <a:lnTo>
                      <a:pt x="1221" y="0"/>
                    </a:lnTo>
                    <a:lnTo>
                      <a:pt x="1122" y="111"/>
                    </a:lnTo>
                    <a:lnTo>
                      <a:pt x="1107" y="364"/>
                    </a:lnTo>
                    <a:lnTo>
                      <a:pt x="892" y="148"/>
                    </a:lnTo>
                    <a:lnTo>
                      <a:pt x="692" y="180"/>
                    </a:lnTo>
                    <a:lnTo>
                      <a:pt x="465" y="122"/>
                    </a:lnTo>
                    <a:lnTo>
                      <a:pt x="400" y="129"/>
                    </a:lnTo>
                    <a:lnTo>
                      <a:pt x="345" y="233"/>
                    </a:lnTo>
                    <a:lnTo>
                      <a:pt x="276" y="217"/>
                    </a:lnTo>
                    <a:lnTo>
                      <a:pt x="173" y="270"/>
                    </a:lnTo>
                    <a:lnTo>
                      <a:pt x="163" y="325"/>
                    </a:lnTo>
                    <a:lnTo>
                      <a:pt x="83" y="328"/>
                    </a:lnTo>
                    <a:lnTo>
                      <a:pt x="22" y="369"/>
                    </a:lnTo>
                    <a:lnTo>
                      <a:pt x="0" y="447"/>
                    </a:lnTo>
                    <a:lnTo>
                      <a:pt x="22" y="566"/>
                    </a:lnTo>
                    <a:lnTo>
                      <a:pt x="186" y="713"/>
                    </a:lnTo>
                    <a:lnTo>
                      <a:pt x="267" y="858"/>
                    </a:lnTo>
                    <a:lnTo>
                      <a:pt x="382" y="1082"/>
                    </a:lnTo>
                    <a:lnTo>
                      <a:pt x="562" y="1291"/>
                    </a:lnTo>
                    <a:lnTo>
                      <a:pt x="742" y="1434"/>
                    </a:lnTo>
                    <a:lnTo>
                      <a:pt x="903" y="1462"/>
                    </a:lnTo>
                    <a:lnTo>
                      <a:pt x="936" y="1452"/>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13" name="Freeform 19">
                <a:extLst>
                  <a:ext uri="{FF2B5EF4-FFF2-40B4-BE49-F238E27FC236}">
                    <a16:creationId xmlns:a16="http://schemas.microsoft.com/office/drawing/2014/main" id="{095666FA-46A1-4970-E68F-CD622F1FF69E}"/>
                  </a:ext>
                </a:extLst>
              </p:cNvPr>
              <p:cNvSpPr>
                <a:spLocks/>
              </p:cNvSpPr>
              <p:nvPr/>
            </p:nvSpPr>
            <p:spPr bwMode="auto">
              <a:xfrm>
                <a:off x="4905" y="3688"/>
                <a:ext cx="230" cy="185"/>
              </a:xfrm>
              <a:custGeom>
                <a:avLst/>
                <a:gdLst>
                  <a:gd name="T0" fmla="*/ 0 w 1842"/>
                  <a:gd name="T1" fmla="*/ 0 h 1478"/>
                  <a:gd name="T2" fmla="*/ 0 w 1842"/>
                  <a:gd name="T3" fmla="*/ 0 h 1478"/>
                  <a:gd name="T4" fmla="*/ 0 w 1842"/>
                  <a:gd name="T5" fmla="*/ 0 h 1478"/>
                  <a:gd name="T6" fmla="*/ 0 w 1842"/>
                  <a:gd name="T7" fmla="*/ 0 h 1478"/>
                  <a:gd name="T8" fmla="*/ 0 w 1842"/>
                  <a:gd name="T9" fmla="*/ 0 h 1478"/>
                  <a:gd name="T10" fmla="*/ 0 w 1842"/>
                  <a:gd name="T11" fmla="*/ 0 h 1478"/>
                  <a:gd name="T12" fmla="*/ 0 w 1842"/>
                  <a:gd name="T13" fmla="*/ 0 h 1478"/>
                  <a:gd name="T14" fmla="*/ 0 w 1842"/>
                  <a:gd name="T15" fmla="*/ 0 h 1478"/>
                  <a:gd name="T16" fmla="*/ 0 w 1842"/>
                  <a:gd name="T17" fmla="*/ 0 h 1478"/>
                  <a:gd name="T18" fmla="*/ 0 w 1842"/>
                  <a:gd name="T19" fmla="*/ 0 h 1478"/>
                  <a:gd name="T20" fmla="*/ 0 w 1842"/>
                  <a:gd name="T21" fmla="*/ 0 h 1478"/>
                  <a:gd name="T22" fmla="*/ 0 w 1842"/>
                  <a:gd name="T23" fmla="*/ 0 h 1478"/>
                  <a:gd name="T24" fmla="*/ 0 w 1842"/>
                  <a:gd name="T25" fmla="*/ 0 h 1478"/>
                  <a:gd name="T26" fmla="*/ 0 w 1842"/>
                  <a:gd name="T27" fmla="*/ 0 h 1478"/>
                  <a:gd name="T28" fmla="*/ 0 w 1842"/>
                  <a:gd name="T29" fmla="*/ 0 h 1478"/>
                  <a:gd name="T30" fmla="*/ 0 w 1842"/>
                  <a:gd name="T31" fmla="*/ 0 h 1478"/>
                  <a:gd name="T32" fmla="*/ 0 w 1842"/>
                  <a:gd name="T33" fmla="*/ 0 h 1478"/>
                  <a:gd name="T34" fmla="*/ 0 w 1842"/>
                  <a:gd name="T35" fmla="*/ 0 h 1478"/>
                  <a:gd name="T36" fmla="*/ 0 w 1842"/>
                  <a:gd name="T37" fmla="*/ 0 h 1478"/>
                  <a:gd name="T38" fmla="*/ 0 w 1842"/>
                  <a:gd name="T39" fmla="*/ 0 h 1478"/>
                  <a:gd name="T40" fmla="*/ 0 w 1842"/>
                  <a:gd name="T41" fmla="*/ 0 h 1478"/>
                  <a:gd name="T42" fmla="*/ 0 w 1842"/>
                  <a:gd name="T43" fmla="*/ 0 h 1478"/>
                  <a:gd name="T44" fmla="*/ 0 w 1842"/>
                  <a:gd name="T45" fmla="*/ 0 h 1478"/>
                  <a:gd name="T46" fmla="*/ 0 w 1842"/>
                  <a:gd name="T47" fmla="*/ 0 h 1478"/>
                  <a:gd name="T48" fmla="*/ 0 w 1842"/>
                  <a:gd name="T49" fmla="*/ 0 h 1478"/>
                  <a:gd name="T50" fmla="*/ 0 w 1842"/>
                  <a:gd name="T51" fmla="*/ 0 h 1478"/>
                  <a:gd name="T52" fmla="*/ 0 w 1842"/>
                  <a:gd name="T53" fmla="*/ 0 h 1478"/>
                  <a:gd name="T54" fmla="*/ 0 w 1842"/>
                  <a:gd name="T55" fmla="*/ 0 h 1478"/>
                  <a:gd name="T56" fmla="*/ 0 w 1842"/>
                  <a:gd name="T57" fmla="*/ 0 h 1478"/>
                  <a:gd name="T58" fmla="*/ 0 w 1842"/>
                  <a:gd name="T59" fmla="*/ 0 h 1478"/>
                  <a:gd name="T60" fmla="*/ 0 w 1842"/>
                  <a:gd name="T61" fmla="*/ 0 h 147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842"/>
                  <a:gd name="T94" fmla="*/ 0 h 1478"/>
                  <a:gd name="T95" fmla="*/ 1842 w 1842"/>
                  <a:gd name="T96" fmla="*/ 1478 h 147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842" h="1478">
                    <a:moveTo>
                      <a:pt x="1661" y="1478"/>
                    </a:moveTo>
                    <a:lnTo>
                      <a:pt x="1842" y="943"/>
                    </a:lnTo>
                    <a:lnTo>
                      <a:pt x="1525" y="722"/>
                    </a:lnTo>
                    <a:lnTo>
                      <a:pt x="1255" y="419"/>
                    </a:lnTo>
                    <a:lnTo>
                      <a:pt x="903" y="235"/>
                    </a:lnTo>
                    <a:lnTo>
                      <a:pt x="341" y="32"/>
                    </a:lnTo>
                    <a:lnTo>
                      <a:pt x="53" y="0"/>
                    </a:lnTo>
                    <a:lnTo>
                      <a:pt x="19" y="0"/>
                    </a:lnTo>
                    <a:lnTo>
                      <a:pt x="0" y="19"/>
                    </a:lnTo>
                    <a:lnTo>
                      <a:pt x="0" y="63"/>
                    </a:lnTo>
                    <a:lnTo>
                      <a:pt x="68" y="140"/>
                    </a:lnTo>
                    <a:lnTo>
                      <a:pt x="512" y="316"/>
                    </a:lnTo>
                    <a:lnTo>
                      <a:pt x="606" y="399"/>
                    </a:lnTo>
                    <a:lnTo>
                      <a:pt x="635" y="507"/>
                    </a:lnTo>
                    <a:lnTo>
                      <a:pt x="399" y="436"/>
                    </a:lnTo>
                    <a:lnTo>
                      <a:pt x="360" y="436"/>
                    </a:lnTo>
                    <a:lnTo>
                      <a:pt x="314" y="465"/>
                    </a:lnTo>
                    <a:lnTo>
                      <a:pt x="305" y="540"/>
                    </a:lnTo>
                    <a:lnTo>
                      <a:pt x="334" y="634"/>
                    </a:lnTo>
                    <a:lnTo>
                      <a:pt x="341" y="756"/>
                    </a:lnTo>
                    <a:lnTo>
                      <a:pt x="392" y="828"/>
                    </a:lnTo>
                    <a:lnTo>
                      <a:pt x="588" y="894"/>
                    </a:lnTo>
                    <a:lnTo>
                      <a:pt x="389" y="1001"/>
                    </a:lnTo>
                    <a:lnTo>
                      <a:pt x="417" y="1109"/>
                    </a:lnTo>
                    <a:lnTo>
                      <a:pt x="542" y="1109"/>
                    </a:lnTo>
                    <a:lnTo>
                      <a:pt x="867" y="1217"/>
                    </a:lnTo>
                    <a:lnTo>
                      <a:pt x="1083" y="1331"/>
                    </a:lnTo>
                    <a:lnTo>
                      <a:pt x="1248" y="1367"/>
                    </a:lnTo>
                    <a:lnTo>
                      <a:pt x="1377" y="1370"/>
                    </a:lnTo>
                    <a:lnTo>
                      <a:pt x="1428" y="1367"/>
                    </a:lnTo>
                    <a:lnTo>
                      <a:pt x="1661" y="1478"/>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14" name="Freeform 20">
                <a:extLst>
                  <a:ext uri="{FF2B5EF4-FFF2-40B4-BE49-F238E27FC236}">
                    <a16:creationId xmlns:a16="http://schemas.microsoft.com/office/drawing/2014/main" id="{12DF0A1B-448F-60DB-F6F4-B7B093F12D00}"/>
                  </a:ext>
                </a:extLst>
              </p:cNvPr>
              <p:cNvSpPr>
                <a:spLocks/>
              </p:cNvSpPr>
              <p:nvPr/>
            </p:nvSpPr>
            <p:spPr bwMode="auto">
              <a:xfrm>
                <a:off x="5141" y="3193"/>
                <a:ext cx="262" cy="323"/>
              </a:xfrm>
              <a:custGeom>
                <a:avLst/>
                <a:gdLst>
                  <a:gd name="T0" fmla="*/ 0 w 2096"/>
                  <a:gd name="T1" fmla="*/ 0 h 2582"/>
                  <a:gd name="T2" fmla="*/ 0 w 2096"/>
                  <a:gd name="T3" fmla="*/ 0 h 2582"/>
                  <a:gd name="T4" fmla="*/ 0 w 2096"/>
                  <a:gd name="T5" fmla="*/ 0 h 2582"/>
                  <a:gd name="T6" fmla="*/ 0 w 2096"/>
                  <a:gd name="T7" fmla="*/ 0 h 2582"/>
                  <a:gd name="T8" fmla="*/ 0 w 2096"/>
                  <a:gd name="T9" fmla="*/ 0 h 2582"/>
                  <a:gd name="T10" fmla="*/ 0 w 2096"/>
                  <a:gd name="T11" fmla="*/ 0 h 2582"/>
                  <a:gd name="T12" fmla="*/ 0 w 2096"/>
                  <a:gd name="T13" fmla="*/ 0 h 2582"/>
                  <a:gd name="T14" fmla="*/ 0 w 2096"/>
                  <a:gd name="T15" fmla="*/ 0 h 2582"/>
                  <a:gd name="T16" fmla="*/ 0 w 2096"/>
                  <a:gd name="T17" fmla="*/ 0 h 2582"/>
                  <a:gd name="T18" fmla="*/ 0 w 2096"/>
                  <a:gd name="T19" fmla="*/ 0 h 2582"/>
                  <a:gd name="T20" fmla="*/ 0 w 2096"/>
                  <a:gd name="T21" fmla="*/ 0 h 2582"/>
                  <a:gd name="T22" fmla="*/ 0 w 2096"/>
                  <a:gd name="T23" fmla="*/ 0 h 2582"/>
                  <a:gd name="T24" fmla="*/ 0 w 2096"/>
                  <a:gd name="T25" fmla="*/ 0 h 2582"/>
                  <a:gd name="T26" fmla="*/ 0 w 2096"/>
                  <a:gd name="T27" fmla="*/ 0 h 2582"/>
                  <a:gd name="T28" fmla="*/ 0 w 2096"/>
                  <a:gd name="T29" fmla="*/ 0 h 2582"/>
                  <a:gd name="T30" fmla="*/ 0 w 2096"/>
                  <a:gd name="T31" fmla="*/ 0 h 2582"/>
                  <a:gd name="T32" fmla="*/ 0 w 2096"/>
                  <a:gd name="T33" fmla="*/ 0 h 2582"/>
                  <a:gd name="T34" fmla="*/ 0 w 2096"/>
                  <a:gd name="T35" fmla="*/ 0 h 2582"/>
                  <a:gd name="T36" fmla="*/ 0 w 2096"/>
                  <a:gd name="T37" fmla="*/ 0 h 2582"/>
                  <a:gd name="T38" fmla="*/ 0 w 2096"/>
                  <a:gd name="T39" fmla="*/ 0 h 2582"/>
                  <a:gd name="T40" fmla="*/ 0 w 2096"/>
                  <a:gd name="T41" fmla="*/ 0 h 2582"/>
                  <a:gd name="T42" fmla="*/ 0 w 2096"/>
                  <a:gd name="T43" fmla="*/ 0 h 2582"/>
                  <a:gd name="T44" fmla="*/ 0 w 2096"/>
                  <a:gd name="T45" fmla="*/ 0 h 2582"/>
                  <a:gd name="T46" fmla="*/ 0 w 2096"/>
                  <a:gd name="T47" fmla="*/ 0 h 2582"/>
                  <a:gd name="T48" fmla="*/ 0 w 2096"/>
                  <a:gd name="T49" fmla="*/ 0 h 2582"/>
                  <a:gd name="T50" fmla="*/ 0 w 2096"/>
                  <a:gd name="T51" fmla="*/ 0 h 2582"/>
                  <a:gd name="T52" fmla="*/ 0 w 2096"/>
                  <a:gd name="T53" fmla="*/ 0 h 2582"/>
                  <a:gd name="T54" fmla="*/ 0 w 2096"/>
                  <a:gd name="T55" fmla="*/ 0 h 2582"/>
                  <a:gd name="T56" fmla="*/ 0 w 2096"/>
                  <a:gd name="T57" fmla="*/ 0 h 2582"/>
                  <a:gd name="T58" fmla="*/ 0 w 2096"/>
                  <a:gd name="T59" fmla="*/ 0 h 2582"/>
                  <a:gd name="T60" fmla="*/ 0 w 2096"/>
                  <a:gd name="T61" fmla="*/ 0 h 2582"/>
                  <a:gd name="T62" fmla="*/ 0 w 2096"/>
                  <a:gd name="T63" fmla="*/ 0 h 2582"/>
                  <a:gd name="T64" fmla="*/ 0 w 2096"/>
                  <a:gd name="T65" fmla="*/ 0 h 2582"/>
                  <a:gd name="T66" fmla="*/ 0 w 2096"/>
                  <a:gd name="T67" fmla="*/ 0 h 2582"/>
                  <a:gd name="T68" fmla="*/ 0 w 2096"/>
                  <a:gd name="T69" fmla="*/ 0 h 2582"/>
                  <a:gd name="T70" fmla="*/ 0 w 2096"/>
                  <a:gd name="T71" fmla="*/ 0 h 2582"/>
                  <a:gd name="T72" fmla="*/ 0 w 2096"/>
                  <a:gd name="T73" fmla="*/ 0 h 2582"/>
                  <a:gd name="T74" fmla="*/ 0 w 2096"/>
                  <a:gd name="T75" fmla="*/ 0 h 258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96"/>
                  <a:gd name="T115" fmla="*/ 0 h 2582"/>
                  <a:gd name="T116" fmla="*/ 2096 w 2096"/>
                  <a:gd name="T117" fmla="*/ 2582 h 258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96" h="2582">
                    <a:moveTo>
                      <a:pt x="533" y="0"/>
                    </a:moveTo>
                    <a:lnTo>
                      <a:pt x="441" y="77"/>
                    </a:lnTo>
                    <a:lnTo>
                      <a:pt x="376" y="240"/>
                    </a:lnTo>
                    <a:lnTo>
                      <a:pt x="314" y="450"/>
                    </a:lnTo>
                    <a:lnTo>
                      <a:pt x="307" y="517"/>
                    </a:lnTo>
                    <a:lnTo>
                      <a:pt x="254" y="622"/>
                    </a:lnTo>
                    <a:lnTo>
                      <a:pt x="254" y="675"/>
                    </a:lnTo>
                    <a:lnTo>
                      <a:pt x="281" y="756"/>
                    </a:lnTo>
                    <a:lnTo>
                      <a:pt x="281" y="816"/>
                    </a:lnTo>
                    <a:lnTo>
                      <a:pt x="173" y="941"/>
                    </a:lnTo>
                    <a:lnTo>
                      <a:pt x="92" y="1066"/>
                    </a:lnTo>
                    <a:lnTo>
                      <a:pt x="0" y="1255"/>
                    </a:lnTo>
                    <a:lnTo>
                      <a:pt x="15" y="1291"/>
                    </a:lnTo>
                    <a:lnTo>
                      <a:pt x="193" y="1345"/>
                    </a:lnTo>
                    <a:lnTo>
                      <a:pt x="238" y="1418"/>
                    </a:lnTo>
                    <a:lnTo>
                      <a:pt x="238" y="1448"/>
                    </a:lnTo>
                    <a:lnTo>
                      <a:pt x="193" y="1575"/>
                    </a:lnTo>
                    <a:lnTo>
                      <a:pt x="229" y="1609"/>
                    </a:lnTo>
                    <a:lnTo>
                      <a:pt x="217" y="1666"/>
                    </a:lnTo>
                    <a:lnTo>
                      <a:pt x="254" y="1732"/>
                    </a:lnTo>
                    <a:lnTo>
                      <a:pt x="289" y="1824"/>
                    </a:lnTo>
                    <a:lnTo>
                      <a:pt x="281" y="1870"/>
                    </a:lnTo>
                    <a:lnTo>
                      <a:pt x="254" y="1950"/>
                    </a:lnTo>
                    <a:lnTo>
                      <a:pt x="254" y="2006"/>
                    </a:lnTo>
                    <a:lnTo>
                      <a:pt x="298" y="2094"/>
                    </a:lnTo>
                    <a:lnTo>
                      <a:pt x="395" y="2165"/>
                    </a:lnTo>
                    <a:lnTo>
                      <a:pt x="604" y="2188"/>
                    </a:lnTo>
                    <a:lnTo>
                      <a:pt x="755" y="2229"/>
                    </a:lnTo>
                    <a:lnTo>
                      <a:pt x="844" y="2312"/>
                    </a:lnTo>
                    <a:lnTo>
                      <a:pt x="923" y="2446"/>
                    </a:lnTo>
                    <a:lnTo>
                      <a:pt x="955" y="2582"/>
                    </a:lnTo>
                    <a:lnTo>
                      <a:pt x="1043" y="2421"/>
                    </a:lnTo>
                    <a:lnTo>
                      <a:pt x="1237" y="2241"/>
                    </a:lnTo>
                    <a:lnTo>
                      <a:pt x="1457" y="2094"/>
                    </a:lnTo>
                    <a:lnTo>
                      <a:pt x="1714" y="1996"/>
                    </a:lnTo>
                    <a:lnTo>
                      <a:pt x="2096" y="1905"/>
                    </a:lnTo>
                    <a:lnTo>
                      <a:pt x="1176" y="240"/>
                    </a:lnTo>
                    <a:lnTo>
                      <a:pt x="533" y="0"/>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15" name="Freeform 21">
                <a:extLst>
                  <a:ext uri="{FF2B5EF4-FFF2-40B4-BE49-F238E27FC236}">
                    <a16:creationId xmlns:a16="http://schemas.microsoft.com/office/drawing/2014/main" id="{C2106CED-299B-C379-E57D-BEBAEE1246BC}"/>
                  </a:ext>
                </a:extLst>
              </p:cNvPr>
              <p:cNvSpPr>
                <a:spLocks/>
              </p:cNvSpPr>
              <p:nvPr/>
            </p:nvSpPr>
            <p:spPr bwMode="auto">
              <a:xfrm>
                <a:off x="5215" y="3118"/>
                <a:ext cx="185" cy="42"/>
              </a:xfrm>
              <a:custGeom>
                <a:avLst/>
                <a:gdLst>
                  <a:gd name="T0" fmla="*/ 0 w 1483"/>
                  <a:gd name="T1" fmla="*/ 0 h 339"/>
                  <a:gd name="T2" fmla="*/ 0 w 1483"/>
                  <a:gd name="T3" fmla="*/ 0 h 339"/>
                  <a:gd name="T4" fmla="*/ 0 w 1483"/>
                  <a:gd name="T5" fmla="*/ 0 h 339"/>
                  <a:gd name="T6" fmla="*/ 0 w 1483"/>
                  <a:gd name="T7" fmla="*/ 0 h 339"/>
                  <a:gd name="T8" fmla="*/ 0 w 1483"/>
                  <a:gd name="T9" fmla="*/ 0 h 339"/>
                  <a:gd name="T10" fmla="*/ 0 w 1483"/>
                  <a:gd name="T11" fmla="*/ 0 h 339"/>
                  <a:gd name="T12" fmla="*/ 0 w 1483"/>
                  <a:gd name="T13" fmla="*/ 0 h 339"/>
                  <a:gd name="T14" fmla="*/ 0 w 1483"/>
                  <a:gd name="T15" fmla="*/ 0 h 339"/>
                  <a:gd name="T16" fmla="*/ 0 w 1483"/>
                  <a:gd name="T17" fmla="*/ 0 h 339"/>
                  <a:gd name="T18" fmla="*/ 0 w 1483"/>
                  <a:gd name="T19" fmla="*/ 0 h 339"/>
                  <a:gd name="T20" fmla="*/ 0 w 1483"/>
                  <a:gd name="T21" fmla="*/ 0 h 339"/>
                  <a:gd name="T22" fmla="*/ 0 w 1483"/>
                  <a:gd name="T23" fmla="*/ 0 h 3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3"/>
                  <a:gd name="T37" fmla="*/ 0 h 339"/>
                  <a:gd name="T38" fmla="*/ 1483 w 1483"/>
                  <a:gd name="T39" fmla="*/ 339 h 3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3" h="339">
                    <a:moveTo>
                      <a:pt x="0" y="330"/>
                    </a:moveTo>
                    <a:lnTo>
                      <a:pt x="72" y="261"/>
                    </a:lnTo>
                    <a:lnTo>
                      <a:pt x="251" y="127"/>
                    </a:lnTo>
                    <a:lnTo>
                      <a:pt x="450" y="58"/>
                    </a:lnTo>
                    <a:lnTo>
                      <a:pt x="784" y="0"/>
                    </a:lnTo>
                    <a:lnTo>
                      <a:pt x="1022" y="0"/>
                    </a:lnTo>
                    <a:lnTo>
                      <a:pt x="1242" y="37"/>
                    </a:lnTo>
                    <a:lnTo>
                      <a:pt x="1400" y="81"/>
                    </a:lnTo>
                    <a:lnTo>
                      <a:pt x="1483" y="152"/>
                    </a:lnTo>
                    <a:lnTo>
                      <a:pt x="872" y="310"/>
                    </a:lnTo>
                    <a:lnTo>
                      <a:pt x="64" y="339"/>
                    </a:lnTo>
                    <a:lnTo>
                      <a:pt x="0" y="330"/>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16" name="Freeform 22">
                <a:extLst>
                  <a:ext uri="{FF2B5EF4-FFF2-40B4-BE49-F238E27FC236}">
                    <a16:creationId xmlns:a16="http://schemas.microsoft.com/office/drawing/2014/main" id="{055DF539-6678-0B55-A87A-45D2CAF7557D}"/>
                  </a:ext>
                </a:extLst>
              </p:cNvPr>
              <p:cNvSpPr>
                <a:spLocks/>
              </p:cNvSpPr>
              <p:nvPr/>
            </p:nvSpPr>
            <p:spPr bwMode="auto">
              <a:xfrm>
                <a:off x="4493" y="3401"/>
                <a:ext cx="180" cy="136"/>
              </a:xfrm>
              <a:custGeom>
                <a:avLst/>
                <a:gdLst>
                  <a:gd name="T0" fmla="*/ 0 w 1443"/>
                  <a:gd name="T1" fmla="*/ 0 h 1092"/>
                  <a:gd name="T2" fmla="*/ 0 w 1443"/>
                  <a:gd name="T3" fmla="*/ 0 h 1092"/>
                  <a:gd name="T4" fmla="*/ 0 w 1443"/>
                  <a:gd name="T5" fmla="*/ 0 h 1092"/>
                  <a:gd name="T6" fmla="*/ 0 w 1443"/>
                  <a:gd name="T7" fmla="*/ 0 h 1092"/>
                  <a:gd name="T8" fmla="*/ 0 w 1443"/>
                  <a:gd name="T9" fmla="*/ 0 h 1092"/>
                  <a:gd name="T10" fmla="*/ 0 w 1443"/>
                  <a:gd name="T11" fmla="*/ 0 h 1092"/>
                  <a:gd name="T12" fmla="*/ 0 w 1443"/>
                  <a:gd name="T13" fmla="*/ 0 h 1092"/>
                  <a:gd name="T14" fmla="*/ 0 w 1443"/>
                  <a:gd name="T15" fmla="*/ 0 h 1092"/>
                  <a:gd name="T16" fmla="*/ 0 w 1443"/>
                  <a:gd name="T17" fmla="*/ 0 h 1092"/>
                  <a:gd name="T18" fmla="*/ 0 w 1443"/>
                  <a:gd name="T19" fmla="*/ 0 h 1092"/>
                  <a:gd name="T20" fmla="*/ 0 w 1443"/>
                  <a:gd name="T21" fmla="*/ 0 h 1092"/>
                  <a:gd name="T22" fmla="*/ 0 w 1443"/>
                  <a:gd name="T23" fmla="*/ 0 h 1092"/>
                  <a:gd name="T24" fmla="*/ 0 w 1443"/>
                  <a:gd name="T25" fmla="*/ 0 h 1092"/>
                  <a:gd name="T26" fmla="*/ 0 w 1443"/>
                  <a:gd name="T27" fmla="*/ 0 h 1092"/>
                  <a:gd name="T28" fmla="*/ 0 w 1443"/>
                  <a:gd name="T29" fmla="*/ 0 h 1092"/>
                  <a:gd name="T30" fmla="*/ 0 w 1443"/>
                  <a:gd name="T31" fmla="*/ 0 h 1092"/>
                  <a:gd name="T32" fmla="*/ 0 w 1443"/>
                  <a:gd name="T33" fmla="*/ 0 h 1092"/>
                  <a:gd name="T34" fmla="*/ 0 w 1443"/>
                  <a:gd name="T35" fmla="*/ 0 h 1092"/>
                  <a:gd name="T36" fmla="*/ 0 w 1443"/>
                  <a:gd name="T37" fmla="*/ 0 h 1092"/>
                  <a:gd name="T38" fmla="*/ 0 w 1443"/>
                  <a:gd name="T39" fmla="*/ 0 h 1092"/>
                  <a:gd name="T40" fmla="*/ 0 w 1443"/>
                  <a:gd name="T41" fmla="*/ 0 h 1092"/>
                  <a:gd name="T42" fmla="*/ 0 w 1443"/>
                  <a:gd name="T43" fmla="*/ 0 h 1092"/>
                  <a:gd name="T44" fmla="*/ 0 w 1443"/>
                  <a:gd name="T45" fmla="*/ 0 h 1092"/>
                  <a:gd name="T46" fmla="*/ 0 w 1443"/>
                  <a:gd name="T47" fmla="*/ 0 h 1092"/>
                  <a:gd name="T48" fmla="*/ 0 w 1443"/>
                  <a:gd name="T49" fmla="*/ 0 h 1092"/>
                  <a:gd name="T50" fmla="*/ 0 w 1443"/>
                  <a:gd name="T51" fmla="*/ 0 h 1092"/>
                  <a:gd name="T52" fmla="*/ 0 w 1443"/>
                  <a:gd name="T53" fmla="*/ 0 h 1092"/>
                  <a:gd name="T54" fmla="*/ 0 w 1443"/>
                  <a:gd name="T55" fmla="*/ 0 h 1092"/>
                  <a:gd name="T56" fmla="*/ 0 w 1443"/>
                  <a:gd name="T57" fmla="*/ 0 h 1092"/>
                  <a:gd name="T58" fmla="*/ 0 w 1443"/>
                  <a:gd name="T59" fmla="*/ 0 h 1092"/>
                  <a:gd name="T60" fmla="*/ 0 w 1443"/>
                  <a:gd name="T61" fmla="*/ 0 h 1092"/>
                  <a:gd name="T62" fmla="*/ 0 w 1443"/>
                  <a:gd name="T63" fmla="*/ 0 h 109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443"/>
                  <a:gd name="T97" fmla="*/ 0 h 1092"/>
                  <a:gd name="T98" fmla="*/ 1443 w 1443"/>
                  <a:gd name="T99" fmla="*/ 1092 h 109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443" h="1092">
                    <a:moveTo>
                      <a:pt x="1259" y="584"/>
                    </a:moveTo>
                    <a:lnTo>
                      <a:pt x="1215" y="566"/>
                    </a:lnTo>
                    <a:lnTo>
                      <a:pt x="1153" y="527"/>
                    </a:lnTo>
                    <a:lnTo>
                      <a:pt x="716" y="527"/>
                    </a:lnTo>
                    <a:lnTo>
                      <a:pt x="689" y="657"/>
                    </a:lnTo>
                    <a:lnTo>
                      <a:pt x="659" y="771"/>
                    </a:lnTo>
                    <a:lnTo>
                      <a:pt x="582" y="888"/>
                    </a:lnTo>
                    <a:lnTo>
                      <a:pt x="518" y="905"/>
                    </a:lnTo>
                    <a:lnTo>
                      <a:pt x="518" y="999"/>
                    </a:lnTo>
                    <a:lnTo>
                      <a:pt x="461" y="1092"/>
                    </a:lnTo>
                    <a:lnTo>
                      <a:pt x="389" y="1057"/>
                    </a:lnTo>
                    <a:lnTo>
                      <a:pt x="375" y="1020"/>
                    </a:lnTo>
                    <a:lnTo>
                      <a:pt x="336" y="1037"/>
                    </a:lnTo>
                    <a:lnTo>
                      <a:pt x="259" y="1008"/>
                    </a:lnTo>
                    <a:lnTo>
                      <a:pt x="202" y="875"/>
                    </a:lnTo>
                    <a:lnTo>
                      <a:pt x="0" y="612"/>
                    </a:lnTo>
                    <a:lnTo>
                      <a:pt x="0" y="435"/>
                    </a:lnTo>
                    <a:lnTo>
                      <a:pt x="92" y="349"/>
                    </a:lnTo>
                    <a:lnTo>
                      <a:pt x="292" y="266"/>
                    </a:lnTo>
                    <a:lnTo>
                      <a:pt x="373" y="204"/>
                    </a:lnTo>
                    <a:lnTo>
                      <a:pt x="558" y="105"/>
                    </a:lnTo>
                    <a:lnTo>
                      <a:pt x="677" y="77"/>
                    </a:lnTo>
                    <a:lnTo>
                      <a:pt x="804" y="0"/>
                    </a:lnTo>
                    <a:lnTo>
                      <a:pt x="1044" y="0"/>
                    </a:lnTo>
                    <a:lnTo>
                      <a:pt x="1136" y="24"/>
                    </a:lnTo>
                    <a:lnTo>
                      <a:pt x="1252" y="103"/>
                    </a:lnTo>
                    <a:lnTo>
                      <a:pt x="1277" y="144"/>
                    </a:lnTo>
                    <a:lnTo>
                      <a:pt x="1428" y="236"/>
                    </a:lnTo>
                    <a:lnTo>
                      <a:pt x="1443" y="294"/>
                    </a:lnTo>
                    <a:lnTo>
                      <a:pt x="1395" y="402"/>
                    </a:lnTo>
                    <a:lnTo>
                      <a:pt x="1351" y="545"/>
                    </a:lnTo>
                    <a:lnTo>
                      <a:pt x="1259" y="584"/>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17" name="Freeform 23">
                <a:extLst>
                  <a:ext uri="{FF2B5EF4-FFF2-40B4-BE49-F238E27FC236}">
                    <a16:creationId xmlns:a16="http://schemas.microsoft.com/office/drawing/2014/main" id="{77B288EB-F5B2-54A6-5F34-0F777B5AC156}"/>
                  </a:ext>
                </a:extLst>
              </p:cNvPr>
              <p:cNvSpPr>
                <a:spLocks/>
              </p:cNvSpPr>
              <p:nvPr/>
            </p:nvSpPr>
            <p:spPr bwMode="auto">
              <a:xfrm>
                <a:off x="4916" y="2886"/>
                <a:ext cx="206" cy="277"/>
              </a:xfrm>
              <a:custGeom>
                <a:avLst/>
                <a:gdLst>
                  <a:gd name="T0" fmla="*/ 0 w 1648"/>
                  <a:gd name="T1" fmla="*/ 0 h 2211"/>
                  <a:gd name="T2" fmla="*/ 0 w 1648"/>
                  <a:gd name="T3" fmla="*/ 0 h 2211"/>
                  <a:gd name="T4" fmla="*/ 0 w 1648"/>
                  <a:gd name="T5" fmla="*/ 0 h 2211"/>
                  <a:gd name="T6" fmla="*/ 0 w 1648"/>
                  <a:gd name="T7" fmla="*/ 0 h 2211"/>
                  <a:gd name="T8" fmla="*/ 0 w 1648"/>
                  <a:gd name="T9" fmla="*/ 0 h 2211"/>
                  <a:gd name="T10" fmla="*/ 0 w 1648"/>
                  <a:gd name="T11" fmla="*/ 0 h 2211"/>
                  <a:gd name="T12" fmla="*/ 0 w 1648"/>
                  <a:gd name="T13" fmla="*/ 0 h 2211"/>
                  <a:gd name="T14" fmla="*/ 0 w 1648"/>
                  <a:gd name="T15" fmla="*/ 0 h 2211"/>
                  <a:gd name="T16" fmla="*/ 0 w 1648"/>
                  <a:gd name="T17" fmla="*/ 0 h 2211"/>
                  <a:gd name="T18" fmla="*/ 0 w 1648"/>
                  <a:gd name="T19" fmla="*/ 0 h 2211"/>
                  <a:gd name="T20" fmla="*/ 0 w 1648"/>
                  <a:gd name="T21" fmla="*/ 0 h 2211"/>
                  <a:gd name="T22" fmla="*/ 0 w 1648"/>
                  <a:gd name="T23" fmla="*/ 0 h 2211"/>
                  <a:gd name="T24" fmla="*/ 0 w 1648"/>
                  <a:gd name="T25" fmla="*/ 0 h 2211"/>
                  <a:gd name="T26" fmla="*/ 0 w 1648"/>
                  <a:gd name="T27" fmla="*/ 0 h 2211"/>
                  <a:gd name="T28" fmla="*/ 0 w 1648"/>
                  <a:gd name="T29" fmla="*/ 0 h 2211"/>
                  <a:gd name="T30" fmla="*/ 0 w 1648"/>
                  <a:gd name="T31" fmla="*/ 0 h 2211"/>
                  <a:gd name="T32" fmla="*/ 0 w 1648"/>
                  <a:gd name="T33" fmla="*/ 0 h 2211"/>
                  <a:gd name="T34" fmla="*/ 0 w 1648"/>
                  <a:gd name="T35" fmla="*/ 0 h 2211"/>
                  <a:gd name="T36" fmla="*/ 0 w 1648"/>
                  <a:gd name="T37" fmla="*/ 0 h 2211"/>
                  <a:gd name="T38" fmla="*/ 0 w 1648"/>
                  <a:gd name="T39" fmla="*/ 0 h 2211"/>
                  <a:gd name="T40" fmla="*/ 0 w 1648"/>
                  <a:gd name="T41" fmla="*/ 0 h 2211"/>
                  <a:gd name="T42" fmla="*/ 0 w 1648"/>
                  <a:gd name="T43" fmla="*/ 0 h 2211"/>
                  <a:gd name="T44" fmla="*/ 0 w 1648"/>
                  <a:gd name="T45" fmla="*/ 0 h 2211"/>
                  <a:gd name="T46" fmla="*/ 0 w 1648"/>
                  <a:gd name="T47" fmla="*/ 0 h 2211"/>
                  <a:gd name="T48" fmla="*/ 0 w 1648"/>
                  <a:gd name="T49" fmla="*/ 0 h 221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648"/>
                  <a:gd name="T76" fmla="*/ 0 h 2211"/>
                  <a:gd name="T77" fmla="*/ 1648 w 1648"/>
                  <a:gd name="T78" fmla="*/ 2211 h 221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648" h="2211">
                    <a:moveTo>
                      <a:pt x="30" y="608"/>
                    </a:moveTo>
                    <a:lnTo>
                      <a:pt x="0" y="648"/>
                    </a:lnTo>
                    <a:lnTo>
                      <a:pt x="0" y="734"/>
                    </a:lnTo>
                    <a:lnTo>
                      <a:pt x="37" y="972"/>
                    </a:lnTo>
                    <a:lnTo>
                      <a:pt x="96" y="1106"/>
                    </a:lnTo>
                    <a:lnTo>
                      <a:pt x="180" y="1134"/>
                    </a:lnTo>
                    <a:lnTo>
                      <a:pt x="302" y="1657"/>
                    </a:lnTo>
                    <a:lnTo>
                      <a:pt x="302" y="1784"/>
                    </a:lnTo>
                    <a:lnTo>
                      <a:pt x="390" y="1991"/>
                    </a:lnTo>
                    <a:lnTo>
                      <a:pt x="760" y="2211"/>
                    </a:lnTo>
                    <a:lnTo>
                      <a:pt x="1151" y="1966"/>
                    </a:lnTo>
                    <a:lnTo>
                      <a:pt x="1353" y="1639"/>
                    </a:lnTo>
                    <a:lnTo>
                      <a:pt x="1386" y="1583"/>
                    </a:lnTo>
                    <a:lnTo>
                      <a:pt x="1482" y="1097"/>
                    </a:lnTo>
                    <a:lnTo>
                      <a:pt x="1551" y="1039"/>
                    </a:lnTo>
                    <a:lnTo>
                      <a:pt x="1602" y="862"/>
                    </a:lnTo>
                    <a:lnTo>
                      <a:pt x="1648" y="742"/>
                    </a:lnTo>
                    <a:lnTo>
                      <a:pt x="1648" y="686"/>
                    </a:lnTo>
                    <a:lnTo>
                      <a:pt x="1630" y="657"/>
                    </a:lnTo>
                    <a:lnTo>
                      <a:pt x="1593" y="640"/>
                    </a:lnTo>
                    <a:lnTo>
                      <a:pt x="1498" y="270"/>
                    </a:lnTo>
                    <a:lnTo>
                      <a:pt x="1424" y="0"/>
                    </a:lnTo>
                    <a:lnTo>
                      <a:pt x="237" y="136"/>
                    </a:lnTo>
                    <a:lnTo>
                      <a:pt x="133" y="334"/>
                    </a:lnTo>
                    <a:lnTo>
                      <a:pt x="30" y="608"/>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18" name="Freeform 24">
                <a:extLst>
                  <a:ext uri="{FF2B5EF4-FFF2-40B4-BE49-F238E27FC236}">
                    <a16:creationId xmlns:a16="http://schemas.microsoft.com/office/drawing/2014/main" id="{6A899767-1D27-529F-E4AC-F52571371A03}"/>
                  </a:ext>
                </a:extLst>
              </p:cNvPr>
              <p:cNvSpPr>
                <a:spLocks/>
              </p:cNvSpPr>
              <p:nvPr/>
            </p:nvSpPr>
            <p:spPr bwMode="auto">
              <a:xfrm>
                <a:off x="4926" y="2821"/>
                <a:ext cx="198" cy="154"/>
              </a:xfrm>
              <a:custGeom>
                <a:avLst/>
                <a:gdLst>
                  <a:gd name="T0" fmla="*/ 0 w 1584"/>
                  <a:gd name="T1" fmla="*/ 0 h 1228"/>
                  <a:gd name="T2" fmla="*/ 0 w 1584"/>
                  <a:gd name="T3" fmla="*/ 0 h 1228"/>
                  <a:gd name="T4" fmla="*/ 0 w 1584"/>
                  <a:gd name="T5" fmla="*/ 0 h 1228"/>
                  <a:gd name="T6" fmla="*/ 0 w 1584"/>
                  <a:gd name="T7" fmla="*/ 0 h 1228"/>
                  <a:gd name="T8" fmla="*/ 0 w 1584"/>
                  <a:gd name="T9" fmla="*/ 0 h 1228"/>
                  <a:gd name="T10" fmla="*/ 0 w 1584"/>
                  <a:gd name="T11" fmla="*/ 0 h 1228"/>
                  <a:gd name="T12" fmla="*/ 0 w 1584"/>
                  <a:gd name="T13" fmla="*/ 0 h 1228"/>
                  <a:gd name="T14" fmla="*/ 0 w 1584"/>
                  <a:gd name="T15" fmla="*/ 0 h 1228"/>
                  <a:gd name="T16" fmla="*/ 0 w 1584"/>
                  <a:gd name="T17" fmla="*/ 0 h 1228"/>
                  <a:gd name="T18" fmla="*/ 0 w 1584"/>
                  <a:gd name="T19" fmla="*/ 0 h 1228"/>
                  <a:gd name="T20" fmla="*/ 0 w 1584"/>
                  <a:gd name="T21" fmla="*/ 0 h 1228"/>
                  <a:gd name="T22" fmla="*/ 0 w 1584"/>
                  <a:gd name="T23" fmla="*/ 0 h 1228"/>
                  <a:gd name="T24" fmla="*/ 0 w 1584"/>
                  <a:gd name="T25" fmla="*/ 0 h 1228"/>
                  <a:gd name="T26" fmla="*/ 0 w 1584"/>
                  <a:gd name="T27" fmla="*/ 0 h 1228"/>
                  <a:gd name="T28" fmla="*/ 0 w 1584"/>
                  <a:gd name="T29" fmla="*/ 0 h 1228"/>
                  <a:gd name="T30" fmla="*/ 0 w 1584"/>
                  <a:gd name="T31" fmla="*/ 0 h 1228"/>
                  <a:gd name="T32" fmla="*/ 0 w 1584"/>
                  <a:gd name="T33" fmla="*/ 0 h 1228"/>
                  <a:gd name="T34" fmla="*/ 0 w 1584"/>
                  <a:gd name="T35" fmla="*/ 0 h 1228"/>
                  <a:gd name="T36" fmla="*/ 0 w 1584"/>
                  <a:gd name="T37" fmla="*/ 0 h 1228"/>
                  <a:gd name="T38" fmla="*/ 0 w 1584"/>
                  <a:gd name="T39" fmla="*/ 0 h 1228"/>
                  <a:gd name="T40" fmla="*/ 0 w 1584"/>
                  <a:gd name="T41" fmla="*/ 0 h 1228"/>
                  <a:gd name="T42" fmla="*/ 0 w 1584"/>
                  <a:gd name="T43" fmla="*/ 0 h 1228"/>
                  <a:gd name="T44" fmla="*/ 0 w 1584"/>
                  <a:gd name="T45" fmla="*/ 0 h 1228"/>
                  <a:gd name="T46" fmla="*/ 0 w 1584"/>
                  <a:gd name="T47" fmla="*/ 0 h 122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1228"/>
                  <a:gd name="T74" fmla="*/ 1584 w 1584"/>
                  <a:gd name="T75" fmla="*/ 1228 h 122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1228">
                    <a:moveTo>
                      <a:pt x="152" y="714"/>
                    </a:moveTo>
                    <a:lnTo>
                      <a:pt x="226" y="677"/>
                    </a:lnTo>
                    <a:lnTo>
                      <a:pt x="444" y="772"/>
                    </a:lnTo>
                    <a:lnTo>
                      <a:pt x="551" y="772"/>
                    </a:lnTo>
                    <a:lnTo>
                      <a:pt x="745" y="677"/>
                    </a:lnTo>
                    <a:lnTo>
                      <a:pt x="802" y="684"/>
                    </a:lnTo>
                    <a:lnTo>
                      <a:pt x="897" y="783"/>
                    </a:lnTo>
                    <a:lnTo>
                      <a:pt x="1319" y="521"/>
                    </a:lnTo>
                    <a:lnTo>
                      <a:pt x="1354" y="598"/>
                    </a:lnTo>
                    <a:lnTo>
                      <a:pt x="1422" y="912"/>
                    </a:lnTo>
                    <a:lnTo>
                      <a:pt x="1406" y="1066"/>
                    </a:lnTo>
                    <a:lnTo>
                      <a:pt x="1446" y="1228"/>
                    </a:lnTo>
                    <a:lnTo>
                      <a:pt x="1584" y="868"/>
                    </a:lnTo>
                    <a:lnTo>
                      <a:pt x="1540" y="620"/>
                    </a:lnTo>
                    <a:lnTo>
                      <a:pt x="1413" y="435"/>
                    </a:lnTo>
                    <a:lnTo>
                      <a:pt x="1348" y="389"/>
                    </a:lnTo>
                    <a:lnTo>
                      <a:pt x="1222" y="161"/>
                    </a:lnTo>
                    <a:lnTo>
                      <a:pt x="943" y="0"/>
                    </a:lnTo>
                    <a:lnTo>
                      <a:pt x="827" y="0"/>
                    </a:lnTo>
                    <a:lnTo>
                      <a:pt x="541" y="69"/>
                    </a:lnTo>
                    <a:lnTo>
                      <a:pt x="205" y="267"/>
                    </a:lnTo>
                    <a:lnTo>
                      <a:pt x="0" y="811"/>
                    </a:lnTo>
                    <a:lnTo>
                      <a:pt x="80" y="846"/>
                    </a:lnTo>
                    <a:lnTo>
                      <a:pt x="152" y="714"/>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19" name="Freeform 25">
                <a:extLst>
                  <a:ext uri="{FF2B5EF4-FFF2-40B4-BE49-F238E27FC236}">
                    <a16:creationId xmlns:a16="http://schemas.microsoft.com/office/drawing/2014/main" id="{08E79FFC-A022-7436-DDA8-9157B76B8F75}"/>
                  </a:ext>
                </a:extLst>
              </p:cNvPr>
              <p:cNvSpPr>
                <a:spLocks/>
              </p:cNvSpPr>
              <p:nvPr/>
            </p:nvSpPr>
            <p:spPr bwMode="auto">
              <a:xfrm>
                <a:off x="4227" y="3397"/>
                <a:ext cx="176" cy="192"/>
              </a:xfrm>
              <a:custGeom>
                <a:avLst/>
                <a:gdLst>
                  <a:gd name="T0" fmla="*/ 0 w 1409"/>
                  <a:gd name="T1" fmla="*/ 0 h 1537"/>
                  <a:gd name="T2" fmla="*/ 0 w 1409"/>
                  <a:gd name="T3" fmla="*/ 0 h 1537"/>
                  <a:gd name="T4" fmla="*/ 0 w 1409"/>
                  <a:gd name="T5" fmla="*/ 0 h 1537"/>
                  <a:gd name="T6" fmla="*/ 0 w 1409"/>
                  <a:gd name="T7" fmla="*/ 0 h 1537"/>
                  <a:gd name="T8" fmla="*/ 0 w 1409"/>
                  <a:gd name="T9" fmla="*/ 0 h 1537"/>
                  <a:gd name="T10" fmla="*/ 0 w 1409"/>
                  <a:gd name="T11" fmla="*/ 0 h 1537"/>
                  <a:gd name="T12" fmla="*/ 0 w 1409"/>
                  <a:gd name="T13" fmla="*/ 0 h 1537"/>
                  <a:gd name="T14" fmla="*/ 0 w 1409"/>
                  <a:gd name="T15" fmla="*/ 0 h 1537"/>
                  <a:gd name="T16" fmla="*/ 0 w 1409"/>
                  <a:gd name="T17" fmla="*/ 0 h 1537"/>
                  <a:gd name="T18" fmla="*/ 0 w 1409"/>
                  <a:gd name="T19" fmla="*/ 0 h 1537"/>
                  <a:gd name="T20" fmla="*/ 0 w 1409"/>
                  <a:gd name="T21" fmla="*/ 0 h 1537"/>
                  <a:gd name="T22" fmla="*/ 0 w 1409"/>
                  <a:gd name="T23" fmla="*/ 0 h 1537"/>
                  <a:gd name="T24" fmla="*/ 0 w 1409"/>
                  <a:gd name="T25" fmla="*/ 0 h 1537"/>
                  <a:gd name="T26" fmla="*/ 0 w 1409"/>
                  <a:gd name="T27" fmla="*/ 0 h 1537"/>
                  <a:gd name="T28" fmla="*/ 0 w 1409"/>
                  <a:gd name="T29" fmla="*/ 0 h 1537"/>
                  <a:gd name="T30" fmla="*/ 0 w 1409"/>
                  <a:gd name="T31" fmla="*/ 0 h 1537"/>
                  <a:gd name="T32" fmla="*/ 0 w 1409"/>
                  <a:gd name="T33" fmla="*/ 0 h 1537"/>
                  <a:gd name="T34" fmla="*/ 0 w 1409"/>
                  <a:gd name="T35" fmla="*/ 0 h 1537"/>
                  <a:gd name="T36" fmla="*/ 0 w 1409"/>
                  <a:gd name="T37" fmla="*/ 0 h 1537"/>
                  <a:gd name="T38" fmla="*/ 0 w 1409"/>
                  <a:gd name="T39" fmla="*/ 0 h 1537"/>
                  <a:gd name="T40" fmla="*/ 0 w 1409"/>
                  <a:gd name="T41" fmla="*/ 0 h 1537"/>
                  <a:gd name="T42" fmla="*/ 0 w 1409"/>
                  <a:gd name="T43" fmla="*/ 0 h 1537"/>
                  <a:gd name="T44" fmla="*/ 0 w 1409"/>
                  <a:gd name="T45" fmla="*/ 0 h 1537"/>
                  <a:gd name="T46" fmla="*/ 0 w 1409"/>
                  <a:gd name="T47" fmla="*/ 0 h 1537"/>
                  <a:gd name="T48" fmla="*/ 0 w 1409"/>
                  <a:gd name="T49" fmla="*/ 0 h 1537"/>
                  <a:gd name="T50" fmla="*/ 0 w 1409"/>
                  <a:gd name="T51" fmla="*/ 0 h 1537"/>
                  <a:gd name="T52" fmla="*/ 0 w 1409"/>
                  <a:gd name="T53" fmla="*/ 0 h 1537"/>
                  <a:gd name="T54" fmla="*/ 0 w 1409"/>
                  <a:gd name="T55" fmla="*/ 0 h 1537"/>
                  <a:gd name="T56" fmla="*/ 0 w 1409"/>
                  <a:gd name="T57" fmla="*/ 0 h 1537"/>
                  <a:gd name="T58" fmla="*/ 0 w 1409"/>
                  <a:gd name="T59" fmla="*/ 0 h 1537"/>
                  <a:gd name="T60" fmla="*/ 0 w 1409"/>
                  <a:gd name="T61" fmla="*/ 0 h 1537"/>
                  <a:gd name="T62" fmla="*/ 0 w 1409"/>
                  <a:gd name="T63" fmla="*/ 0 h 1537"/>
                  <a:gd name="T64" fmla="*/ 0 w 1409"/>
                  <a:gd name="T65" fmla="*/ 0 h 1537"/>
                  <a:gd name="T66" fmla="*/ 0 w 1409"/>
                  <a:gd name="T67" fmla="*/ 0 h 1537"/>
                  <a:gd name="T68" fmla="*/ 0 w 1409"/>
                  <a:gd name="T69" fmla="*/ 0 h 15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09"/>
                  <a:gd name="T106" fmla="*/ 0 h 1537"/>
                  <a:gd name="T107" fmla="*/ 1409 w 1409"/>
                  <a:gd name="T108" fmla="*/ 1537 h 15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09" h="1537">
                    <a:moveTo>
                      <a:pt x="7" y="0"/>
                    </a:moveTo>
                    <a:lnTo>
                      <a:pt x="93" y="152"/>
                    </a:lnTo>
                    <a:lnTo>
                      <a:pt x="175" y="350"/>
                    </a:lnTo>
                    <a:lnTo>
                      <a:pt x="196" y="488"/>
                    </a:lnTo>
                    <a:lnTo>
                      <a:pt x="231" y="694"/>
                    </a:lnTo>
                    <a:lnTo>
                      <a:pt x="16" y="921"/>
                    </a:lnTo>
                    <a:lnTo>
                      <a:pt x="0" y="1062"/>
                    </a:lnTo>
                    <a:lnTo>
                      <a:pt x="55" y="1205"/>
                    </a:lnTo>
                    <a:lnTo>
                      <a:pt x="196" y="1360"/>
                    </a:lnTo>
                    <a:lnTo>
                      <a:pt x="332" y="1537"/>
                    </a:lnTo>
                    <a:lnTo>
                      <a:pt x="408" y="1537"/>
                    </a:lnTo>
                    <a:lnTo>
                      <a:pt x="521" y="1521"/>
                    </a:lnTo>
                    <a:lnTo>
                      <a:pt x="627" y="1373"/>
                    </a:lnTo>
                    <a:lnTo>
                      <a:pt x="708" y="1249"/>
                    </a:lnTo>
                    <a:lnTo>
                      <a:pt x="789" y="1120"/>
                    </a:lnTo>
                    <a:lnTo>
                      <a:pt x="1023" y="1097"/>
                    </a:lnTo>
                    <a:lnTo>
                      <a:pt x="1106" y="975"/>
                    </a:lnTo>
                    <a:lnTo>
                      <a:pt x="1277" y="672"/>
                    </a:lnTo>
                    <a:lnTo>
                      <a:pt x="1409" y="281"/>
                    </a:lnTo>
                    <a:lnTo>
                      <a:pt x="1341" y="294"/>
                    </a:lnTo>
                    <a:lnTo>
                      <a:pt x="1397" y="110"/>
                    </a:lnTo>
                    <a:lnTo>
                      <a:pt x="1275" y="170"/>
                    </a:lnTo>
                    <a:lnTo>
                      <a:pt x="1106" y="431"/>
                    </a:lnTo>
                    <a:lnTo>
                      <a:pt x="791" y="714"/>
                    </a:lnTo>
                    <a:lnTo>
                      <a:pt x="722" y="714"/>
                    </a:lnTo>
                    <a:lnTo>
                      <a:pt x="961" y="488"/>
                    </a:lnTo>
                    <a:lnTo>
                      <a:pt x="1060" y="152"/>
                    </a:lnTo>
                    <a:lnTo>
                      <a:pt x="985" y="195"/>
                    </a:lnTo>
                    <a:lnTo>
                      <a:pt x="858" y="431"/>
                    </a:lnTo>
                    <a:lnTo>
                      <a:pt x="570" y="518"/>
                    </a:lnTo>
                    <a:lnTo>
                      <a:pt x="484" y="505"/>
                    </a:lnTo>
                    <a:lnTo>
                      <a:pt x="376" y="380"/>
                    </a:lnTo>
                    <a:lnTo>
                      <a:pt x="231" y="152"/>
                    </a:lnTo>
                    <a:lnTo>
                      <a:pt x="93" y="33"/>
                    </a:lnTo>
                    <a:lnTo>
                      <a:pt x="7" y="0"/>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20" name="Freeform 26">
                <a:extLst>
                  <a:ext uri="{FF2B5EF4-FFF2-40B4-BE49-F238E27FC236}">
                    <a16:creationId xmlns:a16="http://schemas.microsoft.com/office/drawing/2014/main" id="{FCB208F8-DEC0-53C4-FF20-C9581B04EFA6}"/>
                  </a:ext>
                </a:extLst>
              </p:cNvPr>
              <p:cNvSpPr>
                <a:spLocks/>
              </p:cNvSpPr>
              <p:nvPr/>
            </p:nvSpPr>
            <p:spPr bwMode="auto">
              <a:xfrm>
                <a:off x="4394" y="2897"/>
                <a:ext cx="190" cy="257"/>
              </a:xfrm>
              <a:custGeom>
                <a:avLst/>
                <a:gdLst>
                  <a:gd name="T0" fmla="*/ 0 w 1520"/>
                  <a:gd name="T1" fmla="*/ 0 h 2056"/>
                  <a:gd name="T2" fmla="*/ 0 w 1520"/>
                  <a:gd name="T3" fmla="*/ 0 h 2056"/>
                  <a:gd name="T4" fmla="*/ 0 w 1520"/>
                  <a:gd name="T5" fmla="*/ 0 h 2056"/>
                  <a:gd name="T6" fmla="*/ 0 w 1520"/>
                  <a:gd name="T7" fmla="*/ 0 h 2056"/>
                  <a:gd name="T8" fmla="*/ 0 w 1520"/>
                  <a:gd name="T9" fmla="*/ 0 h 2056"/>
                  <a:gd name="T10" fmla="*/ 0 w 1520"/>
                  <a:gd name="T11" fmla="*/ 0 h 2056"/>
                  <a:gd name="T12" fmla="*/ 0 w 1520"/>
                  <a:gd name="T13" fmla="*/ 0 h 2056"/>
                  <a:gd name="T14" fmla="*/ 0 w 1520"/>
                  <a:gd name="T15" fmla="*/ 0 h 2056"/>
                  <a:gd name="T16" fmla="*/ 0 w 1520"/>
                  <a:gd name="T17" fmla="*/ 0 h 2056"/>
                  <a:gd name="T18" fmla="*/ 0 w 1520"/>
                  <a:gd name="T19" fmla="*/ 0 h 2056"/>
                  <a:gd name="T20" fmla="*/ 0 w 1520"/>
                  <a:gd name="T21" fmla="*/ 0 h 2056"/>
                  <a:gd name="T22" fmla="*/ 0 w 1520"/>
                  <a:gd name="T23" fmla="*/ 0 h 2056"/>
                  <a:gd name="T24" fmla="*/ 0 w 1520"/>
                  <a:gd name="T25" fmla="*/ 0 h 2056"/>
                  <a:gd name="T26" fmla="*/ 0 w 1520"/>
                  <a:gd name="T27" fmla="*/ 0 h 2056"/>
                  <a:gd name="T28" fmla="*/ 0 w 1520"/>
                  <a:gd name="T29" fmla="*/ 0 h 2056"/>
                  <a:gd name="T30" fmla="*/ 0 w 1520"/>
                  <a:gd name="T31" fmla="*/ 0 h 2056"/>
                  <a:gd name="T32" fmla="*/ 0 w 1520"/>
                  <a:gd name="T33" fmla="*/ 0 h 2056"/>
                  <a:gd name="T34" fmla="*/ 0 w 1520"/>
                  <a:gd name="T35" fmla="*/ 0 h 2056"/>
                  <a:gd name="T36" fmla="*/ 0 w 1520"/>
                  <a:gd name="T37" fmla="*/ 0 h 2056"/>
                  <a:gd name="T38" fmla="*/ 0 w 1520"/>
                  <a:gd name="T39" fmla="*/ 0 h 2056"/>
                  <a:gd name="T40" fmla="*/ 0 w 1520"/>
                  <a:gd name="T41" fmla="*/ 0 h 2056"/>
                  <a:gd name="T42" fmla="*/ 0 w 1520"/>
                  <a:gd name="T43" fmla="*/ 0 h 2056"/>
                  <a:gd name="T44" fmla="*/ 0 w 1520"/>
                  <a:gd name="T45" fmla="*/ 0 h 2056"/>
                  <a:gd name="T46" fmla="*/ 0 w 1520"/>
                  <a:gd name="T47" fmla="*/ 0 h 205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20"/>
                  <a:gd name="T73" fmla="*/ 0 h 2056"/>
                  <a:gd name="T74" fmla="*/ 1520 w 1520"/>
                  <a:gd name="T75" fmla="*/ 2056 h 205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20" h="2056">
                    <a:moveTo>
                      <a:pt x="0" y="777"/>
                    </a:moveTo>
                    <a:lnTo>
                      <a:pt x="0" y="922"/>
                    </a:lnTo>
                    <a:lnTo>
                      <a:pt x="318" y="1361"/>
                    </a:lnTo>
                    <a:lnTo>
                      <a:pt x="237" y="1664"/>
                    </a:lnTo>
                    <a:lnTo>
                      <a:pt x="341" y="1816"/>
                    </a:lnTo>
                    <a:lnTo>
                      <a:pt x="523" y="1923"/>
                    </a:lnTo>
                    <a:lnTo>
                      <a:pt x="821" y="2056"/>
                    </a:lnTo>
                    <a:lnTo>
                      <a:pt x="1003" y="1964"/>
                    </a:lnTo>
                    <a:lnTo>
                      <a:pt x="1140" y="1803"/>
                    </a:lnTo>
                    <a:lnTo>
                      <a:pt x="1151" y="1602"/>
                    </a:lnTo>
                    <a:lnTo>
                      <a:pt x="1335" y="1554"/>
                    </a:lnTo>
                    <a:lnTo>
                      <a:pt x="1367" y="1440"/>
                    </a:lnTo>
                    <a:lnTo>
                      <a:pt x="1415" y="1203"/>
                    </a:lnTo>
                    <a:lnTo>
                      <a:pt x="1505" y="972"/>
                    </a:lnTo>
                    <a:lnTo>
                      <a:pt x="1520" y="864"/>
                    </a:lnTo>
                    <a:lnTo>
                      <a:pt x="1520" y="763"/>
                    </a:lnTo>
                    <a:lnTo>
                      <a:pt x="1496" y="666"/>
                    </a:lnTo>
                    <a:lnTo>
                      <a:pt x="1450" y="546"/>
                    </a:lnTo>
                    <a:lnTo>
                      <a:pt x="1450" y="410"/>
                    </a:lnTo>
                    <a:lnTo>
                      <a:pt x="1330" y="90"/>
                    </a:lnTo>
                    <a:lnTo>
                      <a:pt x="1222" y="42"/>
                    </a:lnTo>
                    <a:lnTo>
                      <a:pt x="670" y="0"/>
                    </a:lnTo>
                    <a:lnTo>
                      <a:pt x="62" y="647"/>
                    </a:lnTo>
                    <a:lnTo>
                      <a:pt x="0" y="777"/>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21" name="Freeform 27">
                <a:extLst>
                  <a:ext uri="{FF2B5EF4-FFF2-40B4-BE49-F238E27FC236}">
                    <a16:creationId xmlns:a16="http://schemas.microsoft.com/office/drawing/2014/main" id="{F4C75D77-9FE7-6E5B-FD78-7955A8307895}"/>
                  </a:ext>
                </a:extLst>
              </p:cNvPr>
              <p:cNvSpPr>
                <a:spLocks/>
              </p:cNvSpPr>
              <p:nvPr/>
            </p:nvSpPr>
            <p:spPr bwMode="auto">
              <a:xfrm>
                <a:off x="4401" y="2802"/>
                <a:ext cx="180" cy="108"/>
              </a:xfrm>
              <a:custGeom>
                <a:avLst/>
                <a:gdLst>
                  <a:gd name="T0" fmla="*/ 0 w 1441"/>
                  <a:gd name="T1" fmla="*/ 0 h 863"/>
                  <a:gd name="T2" fmla="*/ 0 w 1441"/>
                  <a:gd name="T3" fmla="*/ 0 h 863"/>
                  <a:gd name="T4" fmla="*/ 0 w 1441"/>
                  <a:gd name="T5" fmla="*/ 0 h 863"/>
                  <a:gd name="T6" fmla="*/ 0 w 1441"/>
                  <a:gd name="T7" fmla="*/ 0 h 863"/>
                  <a:gd name="T8" fmla="*/ 0 w 1441"/>
                  <a:gd name="T9" fmla="*/ 0 h 863"/>
                  <a:gd name="T10" fmla="*/ 0 w 1441"/>
                  <a:gd name="T11" fmla="*/ 0 h 863"/>
                  <a:gd name="T12" fmla="*/ 0 w 1441"/>
                  <a:gd name="T13" fmla="*/ 0 h 863"/>
                  <a:gd name="T14" fmla="*/ 0 w 1441"/>
                  <a:gd name="T15" fmla="*/ 0 h 863"/>
                  <a:gd name="T16" fmla="*/ 0 w 1441"/>
                  <a:gd name="T17" fmla="*/ 0 h 863"/>
                  <a:gd name="T18" fmla="*/ 0 w 1441"/>
                  <a:gd name="T19" fmla="*/ 0 h 863"/>
                  <a:gd name="T20" fmla="*/ 0 w 1441"/>
                  <a:gd name="T21" fmla="*/ 0 h 863"/>
                  <a:gd name="T22" fmla="*/ 0 w 1441"/>
                  <a:gd name="T23" fmla="*/ 0 h 863"/>
                  <a:gd name="T24" fmla="*/ 0 w 1441"/>
                  <a:gd name="T25" fmla="*/ 0 h 8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41"/>
                  <a:gd name="T40" fmla="*/ 0 h 863"/>
                  <a:gd name="T41" fmla="*/ 1441 w 1441"/>
                  <a:gd name="T42" fmla="*/ 863 h 86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41" h="863">
                    <a:moveTo>
                      <a:pt x="44" y="593"/>
                    </a:moveTo>
                    <a:lnTo>
                      <a:pt x="0" y="505"/>
                    </a:lnTo>
                    <a:lnTo>
                      <a:pt x="153" y="353"/>
                    </a:lnTo>
                    <a:lnTo>
                      <a:pt x="116" y="208"/>
                    </a:lnTo>
                    <a:lnTo>
                      <a:pt x="494" y="0"/>
                    </a:lnTo>
                    <a:lnTo>
                      <a:pt x="874" y="90"/>
                    </a:lnTo>
                    <a:lnTo>
                      <a:pt x="1441" y="613"/>
                    </a:lnTo>
                    <a:lnTo>
                      <a:pt x="1441" y="863"/>
                    </a:lnTo>
                    <a:lnTo>
                      <a:pt x="913" y="733"/>
                    </a:lnTo>
                    <a:lnTo>
                      <a:pt x="913" y="650"/>
                    </a:lnTo>
                    <a:lnTo>
                      <a:pt x="617" y="634"/>
                    </a:lnTo>
                    <a:lnTo>
                      <a:pt x="625" y="466"/>
                    </a:lnTo>
                    <a:lnTo>
                      <a:pt x="44" y="593"/>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22" name="Freeform 28">
                <a:extLst>
                  <a:ext uri="{FF2B5EF4-FFF2-40B4-BE49-F238E27FC236}">
                    <a16:creationId xmlns:a16="http://schemas.microsoft.com/office/drawing/2014/main" id="{591845AC-864B-BBCD-CE5D-C4A4CE5B9DC0}"/>
                  </a:ext>
                </a:extLst>
              </p:cNvPr>
              <p:cNvSpPr>
                <a:spLocks/>
              </p:cNvSpPr>
              <p:nvPr/>
            </p:nvSpPr>
            <p:spPr bwMode="auto">
              <a:xfrm>
                <a:off x="4518" y="3044"/>
                <a:ext cx="47" cy="11"/>
              </a:xfrm>
              <a:custGeom>
                <a:avLst/>
                <a:gdLst>
                  <a:gd name="T0" fmla="*/ 0 w 380"/>
                  <a:gd name="T1" fmla="*/ 0 h 94"/>
                  <a:gd name="T2" fmla="*/ 0 w 380"/>
                  <a:gd name="T3" fmla="*/ 0 h 94"/>
                  <a:gd name="T4" fmla="*/ 0 w 380"/>
                  <a:gd name="T5" fmla="*/ 0 h 94"/>
                  <a:gd name="T6" fmla="*/ 0 w 380"/>
                  <a:gd name="T7" fmla="*/ 0 h 94"/>
                  <a:gd name="T8" fmla="*/ 0 w 380"/>
                  <a:gd name="T9" fmla="*/ 0 h 94"/>
                  <a:gd name="T10" fmla="*/ 0 w 380"/>
                  <a:gd name="T11" fmla="*/ 0 h 94"/>
                  <a:gd name="T12" fmla="*/ 0 w 380"/>
                  <a:gd name="T13" fmla="*/ 0 h 94"/>
                  <a:gd name="T14" fmla="*/ 0 w 380"/>
                  <a:gd name="T15" fmla="*/ 0 h 94"/>
                  <a:gd name="T16" fmla="*/ 0 w 380"/>
                  <a:gd name="T17" fmla="*/ 0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0"/>
                  <a:gd name="T28" fmla="*/ 0 h 94"/>
                  <a:gd name="T29" fmla="*/ 380 w 380"/>
                  <a:gd name="T30" fmla="*/ 94 h 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0" h="94">
                    <a:moveTo>
                      <a:pt x="380" y="0"/>
                    </a:moveTo>
                    <a:lnTo>
                      <a:pt x="342" y="55"/>
                    </a:lnTo>
                    <a:lnTo>
                      <a:pt x="263" y="94"/>
                    </a:lnTo>
                    <a:lnTo>
                      <a:pt x="136" y="94"/>
                    </a:lnTo>
                    <a:lnTo>
                      <a:pt x="61" y="55"/>
                    </a:lnTo>
                    <a:lnTo>
                      <a:pt x="0" y="18"/>
                    </a:lnTo>
                    <a:lnTo>
                      <a:pt x="158" y="40"/>
                    </a:lnTo>
                    <a:lnTo>
                      <a:pt x="288" y="40"/>
                    </a:lnTo>
                    <a:lnTo>
                      <a:pt x="380"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23" name="Freeform 29">
                <a:extLst>
                  <a:ext uri="{FF2B5EF4-FFF2-40B4-BE49-F238E27FC236}">
                    <a16:creationId xmlns:a16="http://schemas.microsoft.com/office/drawing/2014/main" id="{A6B6915B-F949-60C7-DF40-F88C9AC33B71}"/>
                  </a:ext>
                </a:extLst>
              </p:cNvPr>
              <p:cNvSpPr>
                <a:spLocks/>
              </p:cNvSpPr>
              <p:nvPr/>
            </p:nvSpPr>
            <p:spPr bwMode="auto">
              <a:xfrm>
                <a:off x="4518" y="3037"/>
                <a:ext cx="47" cy="11"/>
              </a:xfrm>
              <a:custGeom>
                <a:avLst/>
                <a:gdLst>
                  <a:gd name="T0" fmla="*/ 0 w 380"/>
                  <a:gd name="T1" fmla="*/ 0 h 88"/>
                  <a:gd name="T2" fmla="*/ 0 w 380"/>
                  <a:gd name="T3" fmla="*/ 0 h 88"/>
                  <a:gd name="T4" fmla="*/ 0 w 380"/>
                  <a:gd name="T5" fmla="*/ 0 h 88"/>
                  <a:gd name="T6" fmla="*/ 0 w 380"/>
                  <a:gd name="T7" fmla="*/ 0 h 88"/>
                  <a:gd name="T8" fmla="*/ 0 w 380"/>
                  <a:gd name="T9" fmla="*/ 0 h 88"/>
                  <a:gd name="T10" fmla="*/ 0 w 380"/>
                  <a:gd name="T11" fmla="*/ 0 h 88"/>
                  <a:gd name="T12" fmla="*/ 0 w 380"/>
                  <a:gd name="T13" fmla="*/ 0 h 88"/>
                  <a:gd name="T14" fmla="*/ 0 w 380"/>
                  <a:gd name="T15" fmla="*/ 0 h 88"/>
                  <a:gd name="T16" fmla="*/ 0 60000 65536"/>
                  <a:gd name="T17" fmla="*/ 0 60000 65536"/>
                  <a:gd name="T18" fmla="*/ 0 60000 65536"/>
                  <a:gd name="T19" fmla="*/ 0 60000 65536"/>
                  <a:gd name="T20" fmla="*/ 0 60000 65536"/>
                  <a:gd name="T21" fmla="*/ 0 60000 65536"/>
                  <a:gd name="T22" fmla="*/ 0 60000 65536"/>
                  <a:gd name="T23" fmla="*/ 0 60000 65536"/>
                  <a:gd name="T24" fmla="*/ 0 w 380"/>
                  <a:gd name="T25" fmla="*/ 0 h 88"/>
                  <a:gd name="T26" fmla="*/ 380 w 380"/>
                  <a:gd name="T27" fmla="*/ 88 h 8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0" h="88">
                    <a:moveTo>
                      <a:pt x="0" y="66"/>
                    </a:moveTo>
                    <a:lnTo>
                      <a:pt x="147" y="88"/>
                    </a:lnTo>
                    <a:lnTo>
                      <a:pt x="288" y="88"/>
                    </a:lnTo>
                    <a:lnTo>
                      <a:pt x="380" y="57"/>
                    </a:lnTo>
                    <a:lnTo>
                      <a:pt x="380" y="26"/>
                    </a:lnTo>
                    <a:lnTo>
                      <a:pt x="337" y="0"/>
                    </a:lnTo>
                    <a:lnTo>
                      <a:pt x="173" y="0"/>
                    </a:lnTo>
                    <a:lnTo>
                      <a:pt x="0" y="6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24" name="Freeform 30">
                <a:extLst>
                  <a:ext uri="{FF2B5EF4-FFF2-40B4-BE49-F238E27FC236}">
                    <a16:creationId xmlns:a16="http://schemas.microsoft.com/office/drawing/2014/main" id="{EF31736C-E4A2-A20B-CA2A-16770ECACB5F}"/>
                  </a:ext>
                </a:extLst>
              </p:cNvPr>
              <p:cNvSpPr>
                <a:spLocks/>
              </p:cNvSpPr>
              <p:nvPr/>
            </p:nvSpPr>
            <p:spPr bwMode="auto">
              <a:xfrm>
                <a:off x="4498" y="2973"/>
                <a:ext cx="21" cy="9"/>
              </a:xfrm>
              <a:custGeom>
                <a:avLst/>
                <a:gdLst>
                  <a:gd name="T0" fmla="*/ 0 w 169"/>
                  <a:gd name="T1" fmla="*/ 0 h 69"/>
                  <a:gd name="T2" fmla="*/ 0 w 169"/>
                  <a:gd name="T3" fmla="*/ 0 h 69"/>
                  <a:gd name="T4" fmla="*/ 0 w 169"/>
                  <a:gd name="T5" fmla="*/ 0 h 69"/>
                  <a:gd name="T6" fmla="*/ 0 w 169"/>
                  <a:gd name="T7" fmla="*/ 0 h 69"/>
                  <a:gd name="T8" fmla="*/ 0 w 169"/>
                  <a:gd name="T9" fmla="*/ 0 h 69"/>
                  <a:gd name="T10" fmla="*/ 0 w 169"/>
                  <a:gd name="T11" fmla="*/ 0 h 69"/>
                  <a:gd name="T12" fmla="*/ 0 60000 65536"/>
                  <a:gd name="T13" fmla="*/ 0 60000 65536"/>
                  <a:gd name="T14" fmla="*/ 0 60000 65536"/>
                  <a:gd name="T15" fmla="*/ 0 60000 65536"/>
                  <a:gd name="T16" fmla="*/ 0 60000 65536"/>
                  <a:gd name="T17" fmla="*/ 0 60000 65536"/>
                  <a:gd name="T18" fmla="*/ 0 w 169"/>
                  <a:gd name="T19" fmla="*/ 0 h 69"/>
                  <a:gd name="T20" fmla="*/ 169 w 169"/>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169" h="69">
                    <a:moveTo>
                      <a:pt x="0" y="41"/>
                    </a:moveTo>
                    <a:lnTo>
                      <a:pt x="42" y="69"/>
                    </a:lnTo>
                    <a:lnTo>
                      <a:pt x="102" y="69"/>
                    </a:lnTo>
                    <a:lnTo>
                      <a:pt x="169" y="30"/>
                    </a:lnTo>
                    <a:lnTo>
                      <a:pt x="102" y="0"/>
                    </a:lnTo>
                    <a:lnTo>
                      <a:pt x="0"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25" name="Freeform 31">
                <a:extLst>
                  <a:ext uri="{FF2B5EF4-FFF2-40B4-BE49-F238E27FC236}">
                    <a16:creationId xmlns:a16="http://schemas.microsoft.com/office/drawing/2014/main" id="{CBAAED28-05E6-D404-2950-569B3F9B0DDA}"/>
                  </a:ext>
                </a:extLst>
              </p:cNvPr>
              <p:cNvSpPr>
                <a:spLocks/>
              </p:cNvSpPr>
              <p:nvPr/>
            </p:nvSpPr>
            <p:spPr bwMode="auto">
              <a:xfrm>
                <a:off x="4554" y="2971"/>
                <a:ext cx="18" cy="7"/>
              </a:xfrm>
              <a:custGeom>
                <a:avLst/>
                <a:gdLst>
                  <a:gd name="T0" fmla="*/ 0 w 143"/>
                  <a:gd name="T1" fmla="*/ 0 h 53"/>
                  <a:gd name="T2" fmla="*/ 0 w 143"/>
                  <a:gd name="T3" fmla="*/ 0 h 53"/>
                  <a:gd name="T4" fmla="*/ 0 w 143"/>
                  <a:gd name="T5" fmla="*/ 0 h 53"/>
                  <a:gd name="T6" fmla="*/ 0 w 143"/>
                  <a:gd name="T7" fmla="*/ 0 h 53"/>
                  <a:gd name="T8" fmla="*/ 0 w 143"/>
                  <a:gd name="T9" fmla="*/ 0 h 53"/>
                  <a:gd name="T10" fmla="*/ 0 60000 65536"/>
                  <a:gd name="T11" fmla="*/ 0 60000 65536"/>
                  <a:gd name="T12" fmla="*/ 0 60000 65536"/>
                  <a:gd name="T13" fmla="*/ 0 60000 65536"/>
                  <a:gd name="T14" fmla="*/ 0 60000 65536"/>
                  <a:gd name="T15" fmla="*/ 0 w 143"/>
                  <a:gd name="T16" fmla="*/ 0 h 53"/>
                  <a:gd name="T17" fmla="*/ 143 w 143"/>
                  <a:gd name="T18" fmla="*/ 53 h 53"/>
                </a:gdLst>
                <a:ahLst/>
                <a:cxnLst>
                  <a:cxn ang="T10">
                    <a:pos x="T0" y="T1"/>
                  </a:cxn>
                  <a:cxn ang="T11">
                    <a:pos x="T2" y="T3"/>
                  </a:cxn>
                  <a:cxn ang="T12">
                    <a:pos x="T4" y="T5"/>
                  </a:cxn>
                  <a:cxn ang="T13">
                    <a:pos x="T6" y="T7"/>
                  </a:cxn>
                  <a:cxn ang="T14">
                    <a:pos x="T8" y="T9"/>
                  </a:cxn>
                </a:cxnLst>
                <a:rect l="T15" t="T16" r="T17" b="T18"/>
                <a:pathLst>
                  <a:path w="143" h="53">
                    <a:moveTo>
                      <a:pt x="0" y="33"/>
                    </a:moveTo>
                    <a:lnTo>
                      <a:pt x="98" y="53"/>
                    </a:lnTo>
                    <a:lnTo>
                      <a:pt x="143" y="0"/>
                    </a:lnTo>
                    <a:lnTo>
                      <a:pt x="54" y="0"/>
                    </a:lnTo>
                    <a:lnTo>
                      <a:pt x="0" y="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26" name="Freeform 32">
                <a:extLst>
                  <a:ext uri="{FF2B5EF4-FFF2-40B4-BE49-F238E27FC236}">
                    <a16:creationId xmlns:a16="http://schemas.microsoft.com/office/drawing/2014/main" id="{27BE5317-C031-6BFA-DF8B-ED46633FB836}"/>
                  </a:ext>
                </a:extLst>
              </p:cNvPr>
              <p:cNvSpPr>
                <a:spLocks/>
              </p:cNvSpPr>
              <p:nvPr/>
            </p:nvSpPr>
            <p:spPr bwMode="auto">
              <a:xfrm>
                <a:off x="4640" y="3480"/>
                <a:ext cx="284" cy="365"/>
              </a:xfrm>
              <a:custGeom>
                <a:avLst/>
                <a:gdLst>
                  <a:gd name="T0" fmla="*/ 0 w 2268"/>
                  <a:gd name="T1" fmla="*/ 0 h 2923"/>
                  <a:gd name="T2" fmla="*/ 0 w 2268"/>
                  <a:gd name="T3" fmla="*/ 0 h 2923"/>
                  <a:gd name="T4" fmla="*/ 0 w 2268"/>
                  <a:gd name="T5" fmla="*/ 0 h 2923"/>
                  <a:gd name="T6" fmla="*/ 0 w 2268"/>
                  <a:gd name="T7" fmla="*/ 0 h 2923"/>
                  <a:gd name="T8" fmla="*/ 0 w 2268"/>
                  <a:gd name="T9" fmla="*/ 0 h 2923"/>
                  <a:gd name="T10" fmla="*/ 0 w 2268"/>
                  <a:gd name="T11" fmla="*/ 0 h 2923"/>
                  <a:gd name="T12" fmla="*/ 0 w 2268"/>
                  <a:gd name="T13" fmla="*/ 0 h 2923"/>
                  <a:gd name="T14" fmla="*/ 0 w 2268"/>
                  <a:gd name="T15" fmla="*/ 0 h 2923"/>
                  <a:gd name="T16" fmla="*/ 0 w 2268"/>
                  <a:gd name="T17" fmla="*/ 0 h 2923"/>
                  <a:gd name="T18" fmla="*/ 0 w 2268"/>
                  <a:gd name="T19" fmla="*/ 0 h 2923"/>
                  <a:gd name="T20" fmla="*/ 0 w 2268"/>
                  <a:gd name="T21" fmla="*/ 0 h 2923"/>
                  <a:gd name="T22" fmla="*/ 0 w 2268"/>
                  <a:gd name="T23" fmla="*/ 0 h 2923"/>
                  <a:gd name="T24" fmla="*/ 0 w 2268"/>
                  <a:gd name="T25" fmla="*/ 0 h 292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68"/>
                  <a:gd name="T40" fmla="*/ 0 h 2923"/>
                  <a:gd name="T41" fmla="*/ 2268 w 2268"/>
                  <a:gd name="T42" fmla="*/ 2923 h 292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68" h="2923">
                    <a:moveTo>
                      <a:pt x="2254" y="1819"/>
                    </a:moveTo>
                    <a:lnTo>
                      <a:pt x="2169" y="1775"/>
                    </a:lnTo>
                    <a:lnTo>
                      <a:pt x="2127" y="1701"/>
                    </a:lnTo>
                    <a:lnTo>
                      <a:pt x="2127" y="1650"/>
                    </a:lnTo>
                    <a:lnTo>
                      <a:pt x="2254" y="1650"/>
                    </a:lnTo>
                    <a:lnTo>
                      <a:pt x="2268" y="1659"/>
                    </a:lnTo>
                    <a:lnTo>
                      <a:pt x="2268" y="0"/>
                    </a:lnTo>
                    <a:lnTo>
                      <a:pt x="0" y="0"/>
                    </a:lnTo>
                    <a:lnTo>
                      <a:pt x="0" y="2902"/>
                    </a:lnTo>
                    <a:lnTo>
                      <a:pt x="23" y="2923"/>
                    </a:lnTo>
                    <a:lnTo>
                      <a:pt x="2268" y="2685"/>
                    </a:lnTo>
                    <a:lnTo>
                      <a:pt x="2268" y="1844"/>
                    </a:lnTo>
                    <a:lnTo>
                      <a:pt x="2254" y="1819"/>
                    </a:lnTo>
                    <a:close/>
                  </a:path>
                </a:pathLst>
              </a:custGeom>
              <a:solidFill>
                <a:srgbClr val="5151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27" name="Freeform 33">
                <a:extLst>
                  <a:ext uri="{FF2B5EF4-FFF2-40B4-BE49-F238E27FC236}">
                    <a16:creationId xmlns:a16="http://schemas.microsoft.com/office/drawing/2014/main" id="{5A96974A-3544-C882-1977-3DB6DCB8F108}"/>
                  </a:ext>
                </a:extLst>
              </p:cNvPr>
              <p:cNvSpPr>
                <a:spLocks/>
              </p:cNvSpPr>
              <p:nvPr/>
            </p:nvSpPr>
            <p:spPr bwMode="auto">
              <a:xfrm>
                <a:off x="4685" y="3501"/>
                <a:ext cx="209" cy="307"/>
              </a:xfrm>
              <a:custGeom>
                <a:avLst/>
                <a:gdLst>
                  <a:gd name="T0" fmla="*/ 0 w 1678"/>
                  <a:gd name="T1" fmla="*/ 0 h 2453"/>
                  <a:gd name="T2" fmla="*/ 0 w 1678"/>
                  <a:gd name="T3" fmla="*/ 0 h 2453"/>
                  <a:gd name="T4" fmla="*/ 0 w 1678"/>
                  <a:gd name="T5" fmla="*/ 0 h 2453"/>
                  <a:gd name="T6" fmla="*/ 0 w 1678"/>
                  <a:gd name="T7" fmla="*/ 0 h 2453"/>
                  <a:gd name="T8" fmla="*/ 0 w 1678"/>
                  <a:gd name="T9" fmla="*/ 0 h 2453"/>
                  <a:gd name="T10" fmla="*/ 0 w 1678"/>
                  <a:gd name="T11" fmla="*/ 0 h 2453"/>
                  <a:gd name="T12" fmla="*/ 0 w 1678"/>
                  <a:gd name="T13" fmla="*/ 0 h 2453"/>
                  <a:gd name="T14" fmla="*/ 0 w 1678"/>
                  <a:gd name="T15" fmla="*/ 0 h 2453"/>
                  <a:gd name="T16" fmla="*/ 0 w 1678"/>
                  <a:gd name="T17" fmla="*/ 0 h 2453"/>
                  <a:gd name="T18" fmla="*/ 0 w 1678"/>
                  <a:gd name="T19" fmla="*/ 0 h 2453"/>
                  <a:gd name="T20" fmla="*/ 0 w 1678"/>
                  <a:gd name="T21" fmla="*/ 0 h 2453"/>
                  <a:gd name="T22" fmla="*/ 0 w 1678"/>
                  <a:gd name="T23" fmla="*/ 0 h 2453"/>
                  <a:gd name="T24" fmla="*/ 0 w 1678"/>
                  <a:gd name="T25" fmla="*/ 0 h 2453"/>
                  <a:gd name="T26" fmla="*/ 0 w 1678"/>
                  <a:gd name="T27" fmla="*/ 0 h 2453"/>
                  <a:gd name="T28" fmla="*/ 0 w 1678"/>
                  <a:gd name="T29" fmla="*/ 0 h 2453"/>
                  <a:gd name="T30" fmla="*/ 0 w 1678"/>
                  <a:gd name="T31" fmla="*/ 0 h 2453"/>
                  <a:gd name="T32" fmla="*/ 0 w 1678"/>
                  <a:gd name="T33" fmla="*/ 0 h 2453"/>
                  <a:gd name="T34" fmla="*/ 0 w 1678"/>
                  <a:gd name="T35" fmla="*/ 0 h 2453"/>
                  <a:gd name="T36" fmla="*/ 0 w 1678"/>
                  <a:gd name="T37" fmla="*/ 0 h 2453"/>
                  <a:gd name="T38" fmla="*/ 0 w 1678"/>
                  <a:gd name="T39" fmla="*/ 0 h 2453"/>
                  <a:gd name="T40" fmla="*/ 0 w 1678"/>
                  <a:gd name="T41" fmla="*/ 0 h 2453"/>
                  <a:gd name="T42" fmla="*/ 0 w 1678"/>
                  <a:gd name="T43" fmla="*/ 0 h 2453"/>
                  <a:gd name="T44" fmla="*/ 0 w 1678"/>
                  <a:gd name="T45" fmla="*/ 0 h 2453"/>
                  <a:gd name="T46" fmla="*/ 0 w 1678"/>
                  <a:gd name="T47" fmla="*/ 0 h 2453"/>
                  <a:gd name="T48" fmla="*/ 0 w 1678"/>
                  <a:gd name="T49" fmla="*/ 0 h 2453"/>
                  <a:gd name="T50" fmla="*/ 0 w 1678"/>
                  <a:gd name="T51" fmla="*/ 0 h 2453"/>
                  <a:gd name="T52" fmla="*/ 0 w 1678"/>
                  <a:gd name="T53" fmla="*/ 0 h 2453"/>
                  <a:gd name="T54" fmla="*/ 0 w 1678"/>
                  <a:gd name="T55" fmla="*/ 0 h 2453"/>
                  <a:gd name="T56" fmla="*/ 0 w 1678"/>
                  <a:gd name="T57" fmla="*/ 0 h 2453"/>
                  <a:gd name="T58" fmla="*/ 0 w 1678"/>
                  <a:gd name="T59" fmla="*/ 0 h 2453"/>
                  <a:gd name="T60" fmla="*/ 0 w 1678"/>
                  <a:gd name="T61" fmla="*/ 0 h 2453"/>
                  <a:gd name="T62" fmla="*/ 0 w 1678"/>
                  <a:gd name="T63" fmla="*/ 0 h 2453"/>
                  <a:gd name="T64" fmla="*/ 0 w 1678"/>
                  <a:gd name="T65" fmla="*/ 0 h 2453"/>
                  <a:gd name="T66" fmla="*/ 0 w 1678"/>
                  <a:gd name="T67" fmla="*/ 0 h 2453"/>
                  <a:gd name="T68" fmla="*/ 0 w 1678"/>
                  <a:gd name="T69" fmla="*/ 0 h 2453"/>
                  <a:gd name="T70" fmla="*/ 0 w 1678"/>
                  <a:gd name="T71" fmla="*/ 0 h 2453"/>
                  <a:gd name="T72" fmla="*/ 0 w 1678"/>
                  <a:gd name="T73" fmla="*/ 0 h 2453"/>
                  <a:gd name="T74" fmla="*/ 0 w 1678"/>
                  <a:gd name="T75" fmla="*/ 0 h 2453"/>
                  <a:gd name="T76" fmla="*/ 0 w 1678"/>
                  <a:gd name="T77" fmla="*/ 0 h 2453"/>
                  <a:gd name="T78" fmla="*/ 0 w 1678"/>
                  <a:gd name="T79" fmla="*/ 0 h 2453"/>
                  <a:gd name="T80" fmla="*/ 0 w 1678"/>
                  <a:gd name="T81" fmla="*/ 0 h 2453"/>
                  <a:gd name="T82" fmla="*/ 0 w 1678"/>
                  <a:gd name="T83" fmla="*/ 0 h 2453"/>
                  <a:gd name="T84" fmla="*/ 0 w 1678"/>
                  <a:gd name="T85" fmla="*/ 0 h 2453"/>
                  <a:gd name="T86" fmla="*/ 0 w 1678"/>
                  <a:gd name="T87" fmla="*/ 0 h 2453"/>
                  <a:gd name="T88" fmla="*/ 0 w 1678"/>
                  <a:gd name="T89" fmla="*/ 0 h 245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678"/>
                  <a:gd name="T136" fmla="*/ 0 h 2453"/>
                  <a:gd name="T137" fmla="*/ 1678 w 1678"/>
                  <a:gd name="T138" fmla="*/ 2453 h 2453"/>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678" h="2453">
                    <a:moveTo>
                      <a:pt x="1678" y="1227"/>
                    </a:moveTo>
                    <a:lnTo>
                      <a:pt x="1673" y="1141"/>
                    </a:lnTo>
                    <a:lnTo>
                      <a:pt x="1667" y="1056"/>
                    </a:lnTo>
                    <a:lnTo>
                      <a:pt x="1658" y="973"/>
                    </a:lnTo>
                    <a:lnTo>
                      <a:pt x="1646" y="887"/>
                    </a:lnTo>
                    <a:lnTo>
                      <a:pt x="1623" y="805"/>
                    </a:lnTo>
                    <a:lnTo>
                      <a:pt x="1600" y="726"/>
                    </a:lnTo>
                    <a:lnTo>
                      <a:pt x="1577" y="650"/>
                    </a:lnTo>
                    <a:lnTo>
                      <a:pt x="1550" y="572"/>
                    </a:lnTo>
                    <a:lnTo>
                      <a:pt x="1515" y="502"/>
                    </a:lnTo>
                    <a:lnTo>
                      <a:pt x="1478" y="436"/>
                    </a:lnTo>
                    <a:lnTo>
                      <a:pt x="1440" y="371"/>
                    </a:lnTo>
                    <a:lnTo>
                      <a:pt x="1401" y="313"/>
                    </a:lnTo>
                    <a:lnTo>
                      <a:pt x="1354" y="258"/>
                    </a:lnTo>
                    <a:lnTo>
                      <a:pt x="1307" y="210"/>
                    </a:lnTo>
                    <a:lnTo>
                      <a:pt x="1251" y="164"/>
                    </a:lnTo>
                    <a:lnTo>
                      <a:pt x="1201" y="122"/>
                    </a:lnTo>
                    <a:lnTo>
                      <a:pt x="1148" y="87"/>
                    </a:lnTo>
                    <a:lnTo>
                      <a:pt x="1088" y="56"/>
                    </a:lnTo>
                    <a:lnTo>
                      <a:pt x="1031" y="39"/>
                    </a:lnTo>
                    <a:lnTo>
                      <a:pt x="978" y="21"/>
                    </a:lnTo>
                    <a:lnTo>
                      <a:pt x="917" y="9"/>
                    </a:lnTo>
                    <a:lnTo>
                      <a:pt x="858" y="0"/>
                    </a:lnTo>
                    <a:lnTo>
                      <a:pt x="805" y="5"/>
                    </a:lnTo>
                    <a:lnTo>
                      <a:pt x="742" y="12"/>
                    </a:lnTo>
                    <a:lnTo>
                      <a:pt x="687" y="25"/>
                    </a:lnTo>
                    <a:lnTo>
                      <a:pt x="625" y="41"/>
                    </a:lnTo>
                    <a:lnTo>
                      <a:pt x="567" y="65"/>
                    </a:lnTo>
                    <a:lnTo>
                      <a:pt x="514" y="97"/>
                    </a:lnTo>
                    <a:lnTo>
                      <a:pt x="460" y="133"/>
                    </a:lnTo>
                    <a:lnTo>
                      <a:pt x="408" y="177"/>
                    </a:lnTo>
                    <a:lnTo>
                      <a:pt x="359" y="221"/>
                    </a:lnTo>
                    <a:lnTo>
                      <a:pt x="311" y="276"/>
                    </a:lnTo>
                    <a:lnTo>
                      <a:pt x="267" y="329"/>
                    </a:lnTo>
                    <a:lnTo>
                      <a:pt x="225" y="390"/>
                    </a:lnTo>
                    <a:lnTo>
                      <a:pt x="187" y="456"/>
                    </a:lnTo>
                    <a:lnTo>
                      <a:pt x="152" y="524"/>
                    </a:lnTo>
                    <a:lnTo>
                      <a:pt x="122" y="597"/>
                    </a:lnTo>
                    <a:lnTo>
                      <a:pt x="90" y="671"/>
                    </a:lnTo>
                    <a:lnTo>
                      <a:pt x="64" y="752"/>
                    </a:lnTo>
                    <a:lnTo>
                      <a:pt x="44" y="830"/>
                    </a:lnTo>
                    <a:lnTo>
                      <a:pt x="30" y="913"/>
                    </a:lnTo>
                    <a:lnTo>
                      <a:pt x="16" y="996"/>
                    </a:lnTo>
                    <a:lnTo>
                      <a:pt x="7" y="1082"/>
                    </a:lnTo>
                    <a:lnTo>
                      <a:pt x="0" y="1166"/>
                    </a:lnTo>
                    <a:lnTo>
                      <a:pt x="0" y="1254"/>
                    </a:lnTo>
                    <a:lnTo>
                      <a:pt x="0" y="1342"/>
                    </a:lnTo>
                    <a:lnTo>
                      <a:pt x="7" y="1423"/>
                    </a:lnTo>
                    <a:lnTo>
                      <a:pt x="23" y="1508"/>
                    </a:lnTo>
                    <a:lnTo>
                      <a:pt x="39" y="1592"/>
                    </a:lnTo>
                    <a:lnTo>
                      <a:pt x="58" y="1676"/>
                    </a:lnTo>
                    <a:lnTo>
                      <a:pt x="80" y="1750"/>
                    </a:lnTo>
                    <a:lnTo>
                      <a:pt x="108" y="1830"/>
                    </a:lnTo>
                    <a:lnTo>
                      <a:pt x="141" y="1902"/>
                    </a:lnTo>
                    <a:lnTo>
                      <a:pt x="172" y="1970"/>
                    </a:lnTo>
                    <a:lnTo>
                      <a:pt x="210" y="2036"/>
                    </a:lnTo>
                    <a:lnTo>
                      <a:pt x="249" y="2100"/>
                    </a:lnTo>
                    <a:lnTo>
                      <a:pt x="295" y="2157"/>
                    </a:lnTo>
                    <a:lnTo>
                      <a:pt x="339" y="2209"/>
                    </a:lnTo>
                    <a:lnTo>
                      <a:pt x="387" y="2260"/>
                    </a:lnTo>
                    <a:lnTo>
                      <a:pt x="438" y="2303"/>
                    </a:lnTo>
                    <a:lnTo>
                      <a:pt x="493" y="2344"/>
                    </a:lnTo>
                    <a:lnTo>
                      <a:pt x="546" y="2379"/>
                    </a:lnTo>
                    <a:lnTo>
                      <a:pt x="602" y="2402"/>
                    </a:lnTo>
                    <a:lnTo>
                      <a:pt x="657" y="2423"/>
                    </a:lnTo>
                    <a:lnTo>
                      <a:pt x="717" y="2439"/>
                    </a:lnTo>
                    <a:lnTo>
                      <a:pt x="777" y="2446"/>
                    </a:lnTo>
                    <a:lnTo>
                      <a:pt x="834" y="2453"/>
                    </a:lnTo>
                    <a:lnTo>
                      <a:pt x="895" y="2446"/>
                    </a:lnTo>
                    <a:lnTo>
                      <a:pt x="954" y="2439"/>
                    </a:lnTo>
                    <a:lnTo>
                      <a:pt x="1012" y="2423"/>
                    </a:lnTo>
                    <a:lnTo>
                      <a:pt x="1067" y="2409"/>
                    </a:lnTo>
                    <a:lnTo>
                      <a:pt x="1123" y="2379"/>
                    </a:lnTo>
                    <a:lnTo>
                      <a:pt x="1178" y="2346"/>
                    </a:lnTo>
                    <a:lnTo>
                      <a:pt x="1231" y="2310"/>
                    </a:lnTo>
                    <a:lnTo>
                      <a:pt x="1282" y="2266"/>
                    </a:lnTo>
                    <a:lnTo>
                      <a:pt x="1332" y="2218"/>
                    </a:lnTo>
                    <a:lnTo>
                      <a:pt x="1379" y="2163"/>
                    </a:lnTo>
                    <a:lnTo>
                      <a:pt x="1420" y="2104"/>
                    </a:lnTo>
                    <a:lnTo>
                      <a:pt x="1464" y="2045"/>
                    </a:lnTo>
                    <a:lnTo>
                      <a:pt x="1499" y="1981"/>
                    </a:lnTo>
                    <a:lnTo>
                      <a:pt x="1535" y="1911"/>
                    </a:lnTo>
                    <a:lnTo>
                      <a:pt x="1568" y="1838"/>
                    </a:lnTo>
                    <a:lnTo>
                      <a:pt x="1589" y="1761"/>
                    </a:lnTo>
                    <a:lnTo>
                      <a:pt x="1614" y="1685"/>
                    </a:lnTo>
                    <a:lnTo>
                      <a:pt x="1636" y="1600"/>
                    </a:lnTo>
                    <a:lnTo>
                      <a:pt x="1651" y="1519"/>
                    </a:lnTo>
                    <a:lnTo>
                      <a:pt x="1660" y="1434"/>
                    </a:lnTo>
                    <a:lnTo>
                      <a:pt x="1671" y="1351"/>
                    </a:lnTo>
                    <a:lnTo>
                      <a:pt x="1678" y="1265"/>
                    </a:lnTo>
                    <a:lnTo>
                      <a:pt x="1678" y="1227"/>
                    </a:lnTo>
                    <a:close/>
                  </a:path>
                </a:pathLst>
              </a:custGeom>
              <a:solidFill>
                <a:srgbClr val="00E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28" name="Freeform 34">
                <a:extLst>
                  <a:ext uri="{FF2B5EF4-FFF2-40B4-BE49-F238E27FC236}">
                    <a16:creationId xmlns:a16="http://schemas.microsoft.com/office/drawing/2014/main" id="{A83C892F-AA67-7C04-D3D2-A3A32F3CBD31}"/>
                  </a:ext>
                </a:extLst>
              </p:cNvPr>
              <p:cNvSpPr>
                <a:spLocks/>
              </p:cNvSpPr>
              <p:nvPr/>
            </p:nvSpPr>
            <p:spPr bwMode="auto">
              <a:xfrm>
                <a:off x="4789" y="3502"/>
                <a:ext cx="105" cy="257"/>
              </a:xfrm>
              <a:custGeom>
                <a:avLst/>
                <a:gdLst>
                  <a:gd name="T0" fmla="*/ 0 w 841"/>
                  <a:gd name="T1" fmla="*/ 0 h 2058"/>
                  <a:gd name="T2" fmla="*/ 0 w 841"/>
                  <a:gd name="T3" fmla="*/ 0 h 2058"/>
                  <a:gd name="T4" fmla="*/ 0 w 841"/>
                  <a:gd name="T5" fmla="*/ 0 h 2058"/>
                  <a:gd name="T6" fmla="*/ 0 w 841"/>
                  <a:gd name="T7" fmla="*/ 0 h 2058"/>
                  <a:gd name="T8" fmla="*/ 0 w 841"/>
                  <a:gd name="T9" fmla="*/ 0 h 2058"/>
                  <a:gd name="T10" fmla="*/ 0 w 841"/>
                  <a:gd name="T11" fmla="*/ 0 h 2058"/>
                  <a:gd name="T12" fmla="*/ 0 w 841"/>
                  <a:gd name="T13" fmla="*/ 0 h 2058"/>
                  <a:gd name="T14" fmla="*/ 0 w 841"/>
                  <a:gd name="T15" fmla="*/ 0 h 2058"/>
                  <a:gd name="T16" fmla="*/ 0 w 841"/>
                  <a:gd name="T17" fmla="*/ 0 h 2058"/>
                  <a:gd name="T18" fmla="*/ 0 w 841"/>
                  <a:gd name="T19" fmla="*/ 0 h 2058"/>
                  <a:gd name="T20" fmla="*/ 0 w 841"/>
                  <a:gd name="T21" fmla="*/ 0 h 2058"/>
                  <a:gd name="T22" fmla="*/ 0 w 841"/>
                  <a:gd name="T23" fmla="*/ 0 h 2058"/>
                  <a:gd name="T24" fmla="*/ 0 w 841"/>
                  <a:gd name="T25" fmla="*/ 0 h 2058"/>
                  <a:gd name="T26" fmla="*/ 0 w 841"/>
                  <a:gd name="T27" fmla="*/ 0 h 2058"/>
                  <a:gd name="T28" fmla="*/ 0 w 841"/>
                  <a:gd name="T29" fmla="*/ 0 h 2058"/>
                  <a:gd name="T30" fmla="*/ 0 w 841"/>
                  <a:gd name="T31" fmla="*/ 0 h 2058"/>
                  <a:gd name="T32" fmla="*/ 0 w 841"/>
                  <a:gd name="T33" fmla="*/ 0 h 2058"/>
                  <a:gd name="T34" fmla="*/ 0 w 841"/>
                  <a:gd name="T35" fmla="*/ 0 h 2058"/>
                  <a:gd name="T36" fmla="*/ 0 w 841"/>
                  <a:gd name="T37" fmla="*/ 0 h 2058"/>
                  <a:gd name="T38" fmla="*/ 0 w 841"/>
                  <a:gd name="T39" fmla="*/ 0 h 2058"/>
                  <a:gd name="T40" fmla="*/ 0 w 841"/>
                  <a:gd name="T41" fmla="*/ 0 h 2058"/>
                  <a:gd name="T42" fmla="*/ 0 w 841"/>
                  <a:gd name="T43" fmla="*/ 0 h 2058"/>
                  <a:gd name="T44" fmla="*/ 0 w 841"/>
                  <a:gd name="T45" fmla="*/ 0 h 2058"/>
                  <a:gd name="T46" fmla="*/ 0 w 841"/>
                  <a:gd name="T47" fmla="*/ 0 h 2058"/>
                  <a:gd name="T48" fmla="*/ 0 w 841"/>
                  <a:gd name="T49" fmla="*/ 0 h 2058"/>
                  <a:gd name="T50" fmla="*/ 0 w 841"/>
                  <a:gd name="T51" fmla="*/ 0 h 2058"/>
                  <a:gd name="T52" fmla="*/ 0 w 841"/>
                  <a:gd name="T53" fmla="*/ 0 h 2058"/>
                  <a:gd name="T54" fmla="*/ 0 w 841"/>
                  <a:gd name="T55" fmla="*/ 0 h 2058"/>
                  <a:gd name="T56" fmla="*/ 0 w 841"/>
                  <a:gd name="T57" fmla="*/ 0 h 2058"/>
                  <a:gd name="T58" fmla="*/ 0 w 841"/>
                  <a:gd name="T59" fmla="*/ 0 h 2058"/>
                  <a:gd name="T60" fmla="*/ 0 w 841"/>
                  <a:gd name="T61" fmla="*/ 0 h 2058"/>
                  <a:gd name="T62" fmla="*/ 0 w 841"/>
                  <a:gd name="T63" fmla="*/ 0 h 2058"/>
                  <a:gd name="T64" fmla="*/ 0 w 841"/>
                  <a:gd name="T65" fmla="*/ 0 h 2058"/>
                  <a:gd name="T66" fmla="*/ 0 w 841"/>
                  <a:gd name="T67" fmla="*/ 0 h 2058"/>
                  <a:gd name="T68" fmla="*/ 0 w 841"/>
                  <a:gd name="T69" fmla="*/ 0 h 2058"/>
                  <a:gd name="T70" fmla="*/ 0 w 841"/>
                  <a:gd name="T71" fmla="*/ 0 h 2058"/>
                  <a:gd name="T72" fmla="*/ 0 w 841"/>
                  <a:gd name="T73" fmla="*/ 0 h 205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41"/>
                  <a:gd name="T112" fmla="*/ 0 h 2058"/>
                  <a:gd name="T113" fmla="*/ 841 w 841"/>
                  <a:gd name="T114" fmla="*/ 2058 h 205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41" h="2058">
                    <a:moveTo>
                      <a:pt x="616" y="2058"/>
                    </a:moveTo>
                    <a:lnTo>
                      <a:pt x="654" y="1996"/>
                    </a:lnTo>
                    <a:lnTo>
                      <a:pt x="689" y="1927"/>
                    </a:lnTo>
                    <a:lnTo>
                      <a:pt x="722" y="1853"/>
                    </a:lnTo>
                    <a:lnTo>
                      <a:pt x="749" y="1776"/>
                    </a:lnTo>
                    <a:lnTo>
                      <a:pt x="772" y="1697"/>
                    </a:lnTo>
                    <a:lnTo>
                      <a:pt x="797" y="1618"/>
                    </a:lnTo>
                    <a:lnTo>
                      <a:pt x="809" y="1537"/>
                    </a:lnTo>
                    <a:lnTo>
                      <a:pt x="823" y="1452"/>
                    </a:lnTo>
                    <a:lnTo>
                      <a:pt x="834" y="1367"/>
                    </a:lnTo>
                    <a:lnTo>
                      <a:pt x="841" y="1284"/>
                    </a:lnTo>
                    <a:lnTo>
                      <a:pt x="841" y="1198"/>
                    </a:lnTo>
                    <a:lnTo>
                      <a:pt x="836" y="1110"/>
                    </a:lnTo>
                    <a:lnTo>
                      <a:pt x="830" y="1025"/>
                    </a:lnTo>
                    <a:lnTo>
                      <a:pt x="818" y="943"/>
                    </a:lnTo>
                    <a:lnTo>
                      <a:pt x="799" y="857"/>
                    </a:lnTo>
                    <a:lnTo>
                      <a:pt x="783" y="776"/>
                    </a:lnTo>
                    <a:lnTo>
                      <a:pt x="761" y="698"/>
                    </a:lnTo>
                    <a:lnTo>
                      <a:pt x="735" y="622"/>
                    </a:lnTo>
                    <a:lnTo>
                      <a:pt x="702" y="546"/>
                    </a:lnTo>
                    <a:lnTo>
                      <a:pt x="666" y="477"/>
                    </a:lnTo>
                    <a:lnTo>
                      <a:pt x="629" y="410"/>
                    </a:lnTo>
                    <a:lnTo>
                      <a:pt x="592" y="352"/>
                    </a:lnTo>
                    <a:lnTo>
                      <a:pt x="551" y="290"/>
                    </a:lnTo>
                    <a:lnTo>
                      <a:pt x="500" y="237"/>
                    </a:lnTo>
                    <a:lnTo>
                      <a:pt x="452" y="189"/>
                    </a:lnTo>
                    <a:lnTo>
                      <a:pt x="401" y="145"/>
                    </a:lnTo>
                    <a:lnTo>
                      <a:pt x="348" y="108"/>
                    </a:lnTo>
                    <a:lnTo>
                      <a:pt x="293" y="78"/>
                    </a:lnTo>
                    <a:lnTo>
                      <a:pt x="236" y="44"/>
                    </a:lnTo>
                    <a:lnTo>
                      <a:pt x="179" y="27"/>
                    </a:lnTo>
                    <a:lnTo>
                      <a:pt x="122" y="13"/>
                    </a:lnTo>
                    <a:lnTo>
                      <a:pt x="64" y="4"/>
                    </a:lnTo>
                    <a:lnTo>
                      <a:pt x="3" y="0"/>
                    </a:lnTo>
                    <a:lnTo>
                      <a:pt x="0" y="0"/>
                    </a:lnTo>
                    <a:lnTo>
                      <a:pt x="0" y="1226"/>
                    </a:lnTo>
                    <a:lnTo>
                      <a:pt x="616" y="2058"/>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29" name="Freeform 35">
                <a:extLst>
                  <a:ext uri="{FF2B5EF4-FFF2-40B4-BE49-F238E27FC236}">
                    <a16:creationId xmlns:a16="http://schemas.microsoft.com/office/drawing/2014/main" id="{CF281F75-FB8D-144A-F99A-FF98EA8A7136}"/>
                  </a:ext>
                </a:extLst>
              </p:cNvPr>
              <p:cNvSpPr>
                <a:spLocks/>
              </p:cNvSpPr>
              <p:nvPr/>
            </p:nvSpPr>
            <p:spPr bwMode="auto">
              <a:xfrm>
                <a:off x="4757" y="3655"/>
                <a:ext cx="109" cy="152"/>
              </a:xfrm>
              <a:custGeom>
                <a:avLst/>
                <a:gdLst>
                  <a:gd name="T0" fmla="*/ 0 w 872"/>
                  <a:gd name="T1" fmla="*/ 0 h 1220"/>
                  <a:gd name="T2" fmla="*/ 0 w 872"/>
                  <a:gd name="T3" fmla="*/ 0 h 1220"/>
                  <a:gd name="T4" fmla="*/ 0 w 872"/>
                  <a:gd name="T5" fmla="*/ 0 h 1220"/>
                  <a:gd name="T6" fmla="*/ 0 w 872"/>
                  <a:gd name="T7" fmla="*/ 0 h 1220"/>
                  <a:gd name="T8" fmla="*/ 0 w 872"/>
                  <a:gd name="T9" fmla="*/ 0 h 1220"/>
                  <a:gd name="T10" fmla="*/ 0 w 872"/>
                  <a:gd name="T11" fmla="*/ 0 h 1220"/>
                  <a:gd name="T12" fmla="*/ 0 w 872"/>
                  <a:gd name="T13" fmla="*/ 0 h 1220"/>
                  <a:gd name="T14" fmla="*/ 0 w 872"/>
                  <a:gd name="T15" fmla="*/ 0 h 1220"/>
                  <a:gd name="T16" fmla="*/ 0 w 872"/>
                  <a:gd name="T17" fmla="*/ 0 h 1220"/>
                  <a:gd name="T18" fmla="*/ 0 w 872"/>
                  <a:gd name="T19" fmla="*/ 0 h 1220"/>
                  <a:gd name="T20" fmla="*/ 0 w 872"/>
                  <a:gd name="T21" fmla="*/ 0 h 1220"/>
                  <a:gd name="T22" fmla="*/ 0 w 872"/>
                  <a:gd name="T23" fmla="*/ 0 h 1220"/>
                  <a:gd name="T24" fmla="*/ 0 w 872"/>
                  <a:gd name="T25" fmla="*/ 0 h 1220"/>
                  <a:gd name="T26" fmla="*/ 0 w 872"/>
                  <a:gd name="T27" fmla="*/ 0 h 1220"/>
                  <a:gd name="T28" fmla="*/ 0 w 872"/>
                  <a:gd name="T29" fmla="*/ 0 h 1220"/>
                  <a:gd name="T30" fmla="*/ 0 w 872"/>
                  <a:gd name="T31" fmla="*/ 0 h 1220"/>
                  <a:gd name="T32" fmla="*/ 0 w 872"/>
                  <a:gd name="T33" fmla="*/ 0 h 1220"/>
                  <a:gd name="T34" fmla="*/ 0 w 872"/>
                  <a:gd name="T35" fmla="*/ 0 h 1220"/>
                  <a:gd name="T36" fmla="*/ 0 w 872"/>
                  <a:gd name="T37" fmla="*/ 0 h 122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72"/>
                  <a:gd name="T58" fmla="*/ 0 h 1220"/>
                  <a:gd name="T59" fmla="*/ 872 w 872"/>
                  <a:gd name="T60" fmla="*/ 1220 h 122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72" h="1220">
                    <a:moveTo>
                      <a:pt x="0" y="1165"/>
                    </a:moveTo>
                    <a:lnTo>
                      <a:pt x="59" y="1187"/>
                    </a:lnTo>
                    <a:lnTo>
                      <a:pt x="118" y="1205"/>
                    </a:lnTo>
                    <a:lnTo>
                      <a:pt x="178" y="1213"/>
                    </a:lnTo>
                    <a:lnTo>
                      <a:pt x="237" y="1220"/>
                    </a:lnTo>
                    <a:lnTo>
                      <a:pt x="299" y="1215"/>
                    </a:lnTo>
                    <a:lnTo>
                      <a:pt x="353" y="1211"/>
                    </a:lnTo>
                    <a:lnTo>
                      <a:pt x="411" y="1198"/>
                    </a:lnTo>
                    <a:lnTo>
                      <a:pt x="470" y="1178"/>
                    </a:lnTo>
                    <a:lnTo>
                      <a:pt x="528" y="1152"/>
                    </a:lnTo>
                    <a:lnTo>
                      <a:pt x="583" y="1125"/>
                    </a:lnTo>
                    <a:lnTo>
                      <a:pt x="634" y="1086"/>
                    </a:lnTo>
                    <a:lnTo>
                      <a:pt x="687" y="1044"/>
                    </a:lnTo>
                    <a:lnTo>
                      <a:pt x="738" y="994"/>
                    </a:lnTo>
                    <a:lnTo>
                      <a:pt x="786" y="943"/>
                    </a:lnTo>
                    <a:lnTo>
                      <a:pt x="835" y="890"/>
                    </a:lnTo>
                    <a:lnTo>
                      <a:pt x="872" y="832"/>
                    </a:lnTo>
                    <a:lnTo>
                      <a:pt x="256" y="0"/>
                    </a:lnTo>
                    <a:lnTo>
                      <a:pt x="0" y="1165"/>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30" name="Freeform 36">
                <a:extLst>
                  <a:ext uri="{FF2B5EF4-FFF2-40B4-BE49-F238E27FC236}">
                    <a16:creationId xmlns:a16="http://schemas.microsoft.com/office/drawing/2014/main" id="{6E96C297-6AD4-F65E-B002-BBE2E4A5BEAF}"/>
                  </a:ext>
                </a:extLst>
              </p:cNvPr>
              <p:cNvSpPr>
                <a:spLocks/>
              </p:cNvSpPr>
              <p:nvPr/>
            </p:nvSpPr>
            <p:spPr bwMode="auto">
              <a:xfrm>
                <a:off x="4713" y="3655"/>
                <a:ext cx="76" cy="146"/>
              </a:xfrm>
              <a:custGeom>
                <a:avLst/>
                <a:gdLst>
                  <a:gd name="T0" fmla="*/ 0 w 608"/>
                  <a:gd name="T1" fmla="*/ 0 h 1165"/>
                  <a:gd name="T2" fmla="*/ 0 w 608"/>
                  <a:gd name="T3" fmla="*/ 0 h 1165"/>
                  <a:gd name="T4" fmla="*/ 0 w 608"/>
                  <a:gd name="T5" fmla="*/ 0 h 1165"/>
                  <a:gd name="T6" fmla="*/ 0 w 608"/>
                  <a:gd name="T7" fmla="*/ 0 h 1165"/>
                  <a:gd name="T8" fmla="*/ 0 w 608"/>
                  <a:gd name="T9" fmla="*/ 0 h 1165"/>
                  <a:gd name="T10" fmla="*/ 0 w 608"/>
                  <a:gd name="T11" fmla="*/ 0 h 1165"/>
                  <a:gd name="T12" fmla="*/ 0 w 608"/>
                  <a:gd name="T13" fmla="*/ 0 h 1165"/>
                  <a:gd name="T14" fmla="*/ 0 w 608"/>
                  <a:gd name="T15" fmla="*/ 0 h 1165"/>
                  <a:gd name="T16" fmla="*/ 0 w 608"/>
                  <a:gd name="T17" fmla="*/ 0 h 1165"/>
                  <a:gd name="T18" fmla="*/ 0 w 608"/>
                  <a:gd name="T19" fmla="*/ 0 h 11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08"/>
                  <a:gd name="T31" fmla="*/ 0 h 1165"/>
                  <a:gd name="T32" fmla="*/ 608 w 608"/>
                  <a:gd name="T33" fmla="*/ 1165 h 11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08" h="1165">
                    <a:moveTo>
                      <a:pt x="0" y="840"/>
                    </a:moveTo>
                    <a:lnTo>
                      <a:pt x="42" y="899"/>
                    </a:lnTo>
                    <a:lnTo>
                      <a:pt x="91" y="957"/>
                    </a:lnTo>
                    <a:lnTo>
                      <a:pt x="143" y="1007"/>
                    </a:lnTo>
                    <a:lnTo>
                      <a:pt x="191" y="1053"/>
                    </a:lnTo>
                    <a:lnTo>
                      <a:pt x="244" y="1102"/>
                    </a:lnTo>
                    <a:lnTo>
                      <a:pt x="299" y="1134"/>
                    </a:lnTo>
                    <a:lnTo>
                      <a:pt x="352" y="1165"/>
                    </a:lnTo>
                    <a:lnTo>
                      <a:pt x="608" y="0"/>
                    </a:lnTo>
                    <a:lnTo>
                      <a:pt x="0" y="840"/>
                    </a:lnTo>
                    <a:close/>
                  </a:path>
                </a:pathLst>
              </a:custGeom>
              <a:solidFill>
                <a:srgbClr val="0CC1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31" name="Freeform 37">
                <a:extLst>
                  <a:ext uri="{FF2B5EF4-FFF2-40B4-BE49-F238E27FC236}">
                    <a16:creationId xmlns:a16="http://schemas.microsoft.com/office/drawing/2014/main" id="{03FDCFDB-F815-01D4-8B62-0D9A44D9E5C6}"/>
                  </a:ext>
                </a:extLst>
              </p:cNvPr>
              <p:cNvSpPr>
                <a:spLocks/>
              </p:cNvSpPr>
              <p:nvPr/>
            </p:nvSpPr>
            <p:spPr bwMode="auto">
              <a:xfrm>
                <a:off x="4685" y="3607"/>
                <a:ext cx="104" cy="153"/>
              </a:xfrm>
              <a:custGeom>
                <a:avLst/>
                <a:gdLst>
                  <a:gd name="T0" fmla="*/ 0 w 837"/>
                  <a:gd name="T1" fmla="*/ 0 h 1222"/>
                  <a:gd name="T2" fmla="*/ 0 w 837"/>
                  <a:gd name="T3" fmla="*/ 0 h 1222"/>
                  <a:gd name="T4" fmla="*/ 0 w 837"/>
                  <a:gd name="T5" fmla="*/ 0 h 1222"/>
                  <a:gd name="T6" fmla="*/ 0 w 837"/>
                  <a:gd name="T7" fmla="*/ 0 h 1222"/>
                  <a:gd name="T8" fmla="*/ 0 w 837"/>
                  <a:gd name="T9" fmla="*/ 0 h 1222"/>
                  <a:gd name="T10" fmla="*/ 0 w 837"/>
                  <a:gd name="T11" fmla="*/ 0 h 1222"/>
                  <a:gd name="T12" fmla="*/ 0 w 837"/>
                  <a:gd name="T13" fmla="*/ 0 h 1222"/>
                  <a:gd name="T14" fmla="*/ 0 w 837"/>
                  <a:gd name="T15" fmla="*/ 0 h 1222"/>
                  <a:gd name="T16" fmla="*/ 0 w 837"/>
                  <a:gd name="T17" fmla="*/ 0 h 1222"/>
                  <a:gd name="T18" fmla="*/ 0 w 837"/>
                  <a:gd name="T19" fmla="*/ 0 h 1222"/>
                  <a:gd name="T20" fmla="*/ 0 w 837"/>
                  <a:gd name="T21" fmla="*/ 0 h 1222"/>
                  <a:gd name="T22" fmla="*/ 0 w 837"/>
                  <a:gd name="T23" fmla="*/ 0 h 1222"/>
                  <a:gd name="T24" fmla="*/ 0 w 837"/>
                  <a:gd name="T25" fmla="*/ 0 h 1222"/>
                  <a:gd name="T26" fmla="*/ 0 w 837"/>
                  <a:gd name="T27" fmla="*/ 0 h 1222"/>
                  <a:gd name="T28" fmla="*/ 0 w 837"/>
                  <a:gd name="T29" fmla="*/ 0 h 1222"/>
                  <a:gd name="T30" fmla="*/ 0 w 837"/>
                  <a:gd name="T31" fmla="*/ 0 h 1222"/>
                  <a:gd name="T32" fmla="*/ 0 w 837"/>
                  <a:gd name="T33" fmla="*/ 0 h 1222"/>
                  <a:gd name="T34" fmla="*/ 0 w 837"/>
                  <a:gd name="T35" fmla="*/ 0 h 1222"/>
                  <a:gd name="T36" fmla="*/ 0 w 837"/>
                  <a:gd name="T37" fmla="*/ 0 h 12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7"/>
                  <a:gd name="T58" fmla="*/ 0 h 1222"/>
                  <a:gd name="T59" fmla="*/ 837 w 837"/>
                  <a:gd name="T60" fmla="*/ 1222 h 12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7" h="1222">
                    <a:moveTo>
                      <a:pt x="42" y="0"/>
                    </a:moveTo>
                    <a:lnTo>
                      <a:pt x="25" y="86"/>
                    </a:lnTo>
                    <a:lnTo>
                      <a:pt x="14" y="172"/>
                    </a:lnTo>
                    <a:lnTo>
                      <a:pt x="7" y="257"/>
                    </a:lnTo>
                    <a:lnTo>
                      <a:pt x="0" y="345"/>
                    </a:lnTo>
                    <a:lnTo>
                      <a:pt x="0" y="435"/>
                    </a:lnTo>
                    <a:lnTo>
                      <a:pt x="7" y="518"/>
                    </a:lnTo>
                    <a:lnTo>
                      <a:pt x="18" y="606"/>
                    </a:lnTo>
                    <a:lnTo>
                      <a:pt x="32" y="688"/>
                    </a:lnTo>
                    <a:lnTo>
                      <a:pt x="44" y="769"/>
                    </a:lnTo>
                    <a:lnTo>
                      <a:pt x="64" y="853"/>
                    </a:lnTo>
                    <a:lnTo>
                      <a:pt x="90" y="936"/>
                    </a:lnTo>
                    <a:lnTo>
                      <a:pt x="124" y="1009"/>
                    </a:lnTo>
                    <a:lnTo>
                      <a:pt x="157" y="1085"/>
                    </a:lnTo>
                    <a:lnTo>
                      <a:pt x="189" y="1154"/>
                    </a:lnTo>
                    <a:lnTo>
                      <a:pt x="225" y="1217"/>
                    </a:lnTo>
                    <a:lnTo>
                      <a:pt x="229" y="1222"/>
                    </a:lnTo>
                    <a:lnTo>
                      <a:pt x="837" y="382"/>
                    </a:lnTo>
                    <a:lnTo>
                      <a:pt x="42"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32" name="Freeform 38">
                <a:extLst>
                  <a:ext uri="{FF2B5EF4-FFF2-40B4-BE49-F238E27FC236}">
                    <a16:creationId xmlns:a16="http://schemas.microsoft.com/office/drawing/2014/main" id="{2ED92D42-0DCD-AD49-F441-0FA393432803}"/>
                  </a:ext>
                </a:extLst>
              </p:cNvPr>
              <p:cNvSpPr>
                <a:spLocks/>
              </p:cNvSpPr>
              <p:nvPr/>
            </p:nvSpPr>
            <p:spPr bwMode="auto">
              <a:xfrm>
                <a:off x="4414" y="3020"/>
                <a:ext cx="15" cy="15"/>
              </a:xfrm>
              <a:custGeom>
                <a:avLst/>
                <a:gdLst>
                  <a:gd name="T0" fmla="*/ 0 w 122"/>
                  <a:gd name="T1" fmla="*/ 0 h 119"/>
                  <a:gd name="T2" fmla="*/ 0 w 122"/>
                  <a:gd name="T3" fmla="*/ 0 h 119"/>
                  <a:gd name="T4" fmla="*/ 0 w 122"/>
                  <a:gd name="T5" fmla="*/ 0 h 119"/>
                  <a:gd name="T6" fmla="*/ 0 w 122"/>
                  <a:gd name="T7" fmla="*/ 0 h 119"/>
                  <a:gd name="T8" fmla="*/ 0 w 122"/>
                  <a:gd name="T9" fmla="*/ 0 h 119"/>
                  <a:gd name="T10" fmla="*/ 0 w 122"/>
                  <a:gd name="T11" fmla="*/ 0 h 119"/>
                  <a:gd name="T12" fmla="*/ 0 w 122"/>
                  <a:gd name="T13" fmla="*/ 0 h 119"/>
                  <a:gd name="T14" fmla="*/ 0 w 122"/>
                  <a:gd name="T15" fmla="*/ 0 h 119"/>
                  <a:gd name="T16" fmla="*/ 0 w 122"/>
                  <a:gd name="T17" fmla="*/ 0 h 119"/>
                  <a:gd name="T18" fmla="*/ 0 w 122"/>
                  <a:gd name="T19" fmla="*/ 0 h 119"/>
                  <a:gd name="T20" fmla="*/ 0 w 122"/>
                  <a:gd name="T21" fmla="*/ 0 h 119"/>
                  <a:gd name="T22" fmla="*/ 0 w 122"/>
                  <a:gd name="T23" fmla="*/ 0 h 119"/>
                  <a:gd name="T24" fmla="*/ 0 w 122"/>
                  <a:gd name="T25" fmla="*/ 0 h 119"/>
                  <a:gd name="T26" fmla="*/ 0 w 122"/>
                  <a:gd name="T27" fmla="*/ 0 h 119"/>
                  <a:gd name="T28" fmla="*/ 0 w 122"/>
                  <a:gd name="T29" fmla="*/ 0 h 119"/>
                  <a:gd name="T30" fmla="*/ 0 w 122"/>
                  <a:gd name="T31" fmla="*/ 0 h 119"/>
                  <a:gd name="T32" fmla="*/ 0 w 122"/>
                  <a:gd name="T33" fmla="*/ 0 h 119"/>
                  <a:gd name="T34" fmla="*/ 0 w 122"/>
                  <a:gd name="T35" fmla="*/ 0 h 119"/>
                  <a:gd name="T36" fmla="*/ 0 w 122"/>
                  <a:gd name="T37" fmla="*/ 0 h 119"/>
                  <a:gd name="T38" fmla="*/ 0 w 122"/>
                  <a:gd name="T39" fmla="*/ 0 h 119"/>
                  <a:gd name="T40" fmla="*/ 0 w 122"/>
                  <a:gd name="T41" fmla="*/ 0 h 11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22"/>
                  <a:gd name="T64" fmla="*/ 0 h 119"/>
                  <a:gd name="T65" fmla="*/ 122 w 122"/>
                  <a:gd name="T66" fmla="*/ 119 h 11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22" h="119">
                    <a:moveTo>
                      <a:pt x="122" y="57"/>
                    </a:moveTo>
                    <a:lnTo>
                      <a:pt x="117" y="44"/>
                    </a:lnTo>
                    <a:lnTo>
                      <a:pt x="106" y="25"/>
                    </a:lnTo>
                    <a:lnTo>
                      <a:pt x="95" y="13"/>
                    </a:lnTo>
                    <a:lnTo>
                      <a:pt x="76" y="4"/>
                    </a:lnTo>
                    <a:lnTo>
                      <a:pt x="60" y="0"/>
                    </a:lnTo>
                    <a:lnTo>
                      <a:pt x="41" y="4"/>
                    </a:lnTo>
                    <a:lnTo>
                      <a:pt x="25" y="13"/>
                    </a:lnTo>
                    <a:lnTo>
                      <a:pt x="12" y="29"/>
                    </a:lnTo>
                    <a:lnTo>
                      <a:pt x="0" y="44"/>
                    </a:lnTo>
                    <a:lnTo>
                      <a:pt x="0" y="64"/>
                    </a:lnTo>
                    <a:lnTo>
                      <a:pt x="5" y="82"/>
                    </a:lnTo>
                    <a:lnTo>
                      <a:pt x="14" y="99"/>
                    </a:lnTo>
                    <a:lnTo>
                      <a:pt x="27" y="110"/>
                    </a:lnTo>
                    <a:lnTo>
                      <a:pt x="47" y="119"/>
                    </a:lnTo>
                    <a:lnTo>
                      <a:pt x="62" y="119"/>
                    </a:lnTo>
                    <a:lnTo>
                      <a:pt x="83" y="115"/>
                    </a:lnTo>
                    <a:lnTo>
                      <a:pt x="99" y="106"/>
                    </a:lnTo>
                    <a:lnTo>
                      <a:pt x="113" y="92"/>
                    </a:lnTo>
                    <a:lnTo>
                      <a:pt x="120" y="69"/>
                    </a:lnTo>
                    <a:lnTo>
                      <a:pt x="122" y="57"/>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33" name="Freeform 39">
                <a:extLst>
                  <a:ext uri="{FF2B5EF4-FFF2-40B4-BE49-F238E27FC236}">
                    <a16:creationId xmlns:a16="http://schemas.microsoft.com/office/drawing/2014/main" id="{10E3F770-2268-B11F-816F-4C2E61FD23EE}"/>
                  </a:ext>
                </a:extLst>
              </p:cNvPr>
              <p:cNvSpPr>
                <a:spLocks/>
              </p:cNvSpPr>
              <p:nvPr/>
            </p:nvSpPr>
            <p:spPr bwMode="auto">
              <a:xfrm>
                <a:off x="5034" y="2980"/>
                <a:ext cx="57" cy="57"/>
              </a:xfrm>
              <a:custGeom>
                <a:avLst/>
                <a:gdLst>
                  <a:gd name="T0" fmla="*/ 0 w 457"/>
                  <a:gd name="T1" fmla="*/ 0 h 451"/>
                  <a:gd name="T2" fmla="*/ 0 w 457"/>
                  <a:gd name="T3" fmla="*/ 0 h 451"/>
                  <a:gd name="T4" fmla="*/ 0 w 457"/>
                  <a:gd name="T5" fmla="*/ 0 h 451"/>
                  <a:gd name="T6" fmla="*/ 0 w 457"/>
                  <a:gd name="T7" fmla="*/ 0 h 451"/>
                  <a:gd name="T8" fmla="*/ 0 w 457"/>
                  <a:gd name="T9" fmla="*/ 0 h 451"/>
                  <a:gd name="T10" fmla="*/ 0 w 457"/>
                  <a:gd name="T11" fmla="*/ 0 h 451"/>
                  <a:gd name="T12" fmla="*/ 0 w 457"/>
                  <a:gd name="T13" fmla="*/ 0 h 451"/>
                  <a:gd name="T14" fmla="*/ 0 w 457"/>
                  <a:gd name="T15" fmla="*/ 0 h 451"/>
                  <a:gd name="T16" fmla="*/ 0 w 457"/>
                  <a:gd name="T17" fmla="*/ 0 h 451"/>
                  <a:gd name="T18" fmla="*/ 0 w 457"/>
                  <a:gd name="T19" fmla="*/ 0 h 451"/>
                  <a:gd name="T20" fmla="*/ 0 w 457"/>
                  <a:gd name="T21" fmla="*/ 0 h 451"/>
                  <a:gd name="T22" fmla="*/ 0 w 457"/>
                  <a:gd name="T23" fmla="*/ 0 h 451"/>
                  <a:gd name="T24" fmla="*/ 0 w 457"/>
                  <a:gd name="T25" fmla="*/ 0 h 451"/>
                  <a:gd name="T26" fmla="*/ 0 w 457"/>
                  <a:gd name="T27" fmla="*/ 0 h 451"/>
                  <a:gd name="T28" fmla="*/ 0 w 457"/>
                  <a:gd name="T29" fmla="*/ 0 h 451"/>
                  <a:gd name="T30" fmla="*/ 0 w 457"/>
                  <a:gd name="T31" fmla="*/ 0 h 451"/>
                  <a:gd name="T32" fmla="*/ 0 w 457"/>
                  <a:gd name="T33" fmla="*/ 0 h 451"/>
                  <a:gd name="T34" fmla="*/ 0 w 457"/>
                  <a:gd name="T35" fmla="*/ 0 h 451"/>
                  <a:gd name="T36" fmla="*/ 0 w 457"/>
                  <a:gd name="T37" fmla="*/ 0 h 451"/>
                  <a:gd name="T38" fmla="*/ 0 w 457"/>
                  <a:gd name="T39" fmla="*/ 0 h 451"/>
                  <a:gd name="T40" fmla="*/ 0 w 457"/>
                  <a:gd name="T41" fmla="*/ 0 h 451"/>
                  <a:gd name="T42" fmla="*/ 0 w 457"/>
                  <a:gd name="T43" fmla="*/ 0 h 451"/>
                  <a:gd name="T44" fmla="*/ 0 w 457"/>
                  <a:gd name="T45" fmla="*/ 0 h 451"/>
                  <a:gd name="T46" fmla="*/ 0 w 457"/>
                  <a:gd name="T47" fmla="*/ 0 h 451"/>
                  <a:gd name="T48" fmla="*/ 0 w 457"/>
                  <a:gd name="T49" fmla="*/ 0 h 451"/>
                  <a:gd name="T50" fmla="*/ 0 w 457"/>
                  <a:gd name="T51" fmla="*/ 0 h 451"/>
                  <a:gd name="T52" fmla="*/ 0 w 457"/>
                  <a:gd name="T53" fmla="*/ 0 h 45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57"/>
                  <a:gd name="T82" fmla="*/ 0 h 451"/>
                  <a:gd name="T83" fmla="*/ 457 w 457"/>
                  <a:gd name="T84" fmla="*/ 451 h 45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57" h="451">
                    <a:moveTo>
                      <a:pt x="429" y="260"/>
                    </a:moveTo>
                    <a:lnTo>
                      <a:pt x="373" y="176"/>
                    </a:lnTo>
                    <a:lnTo>
                      <a:pt x="323" y="176"/>
                    </a:lnTo>
                    <a:lnTo>
                      <a:pt x="145" y="120"/>
                    </a:lnTo>
                    <a:lnTo>
                      <a:pt x="222" y="76"/>
                    </a:lnTo>
                    <a:lnTo>
                      <a:pt x="292" y="76"/>
                    </a:lnTo>
                    <a:lnTo>
                      <a:pt x="323" y="95"/>
                    </a:lnTo>
                    <a:lnTo>
                      <a:pt x="373" y="95"/>
                    </a:lnTo>
                    <a:lnTo>
                      <a:pt x="457" y="141"/>
                    </a:lnTo>
                    <a:lnTo>
                      <a:pt x="457" y="99"/>
                    </a:lnTo>
                    <a:lnTo>
                      <a:pt x="323" y="0"/>
                    </a:lnTo>
                    <a:lnTo>
                      <a:pt x="175" y="46"/>
                    </a:lnTo>
                    <a:lnTo>
                      <a:pt x="103" y="9"/>
                    </a:lnTo>
                    <a:lnTo>
                      <a:pt x="125" y="69"/>
                    </a:lnTo>
                    <a:lnTo>
                      <a:pt x="39" y="170"/>
                    </a:lnTo>
                    <a:lnTo>
                      <a:pt x="39" y="270"/>
                    </a:lnTo>
                    <a:lnTo>
                      <a:pt x="0" y="451"/>
                    </a:lnTo>
                    <a:lnTo>
                      <a:pt x="57" y="260"/>
                    </a:lnTo>
                    <a:lnTo>
                      <a:pt x="81" y="219"/>
                    </a:lnTo>
                    <a:lnTo>
                      <a:pt x="184" y="309"/>
                    </a:lnTo>
                    <a:lnTo>
                      <a:pt x="277" y="309"/>
                    </a:lnTo>
                    <a:lnTo>
                      <a:pt x="145" y="242"/>
                    </a:lnTo>
                    <a:lnTo>
                      <a:pt x="152" y="185"/>
                    </a:lnTo>
                    <a:lnTo>
                      <a:pt x="235" y="226"/>
                    </a:lnTo>
                    <a:lnTo>
                      <a:pt x="292" y="226"/>
                    </a:lnTo>
                    <a:lnTo>
                      <a:pt x="349" y="196"/>
                    </a:lnTo>
                    <a:lnTo>
                      <a:pt x="429" y="2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34" name="Freeform 40">
                <a:extLst>
                  <a:ext uri="{FF2B5EF4-FFF2-40B4-BE49-F238E27FC236}">
                    <a16:creationId xmlns:a16="http://schemas.microsoft.com/office/drawing/2014/main" id="{4EE30D34-4920-21D5-D0D9-8E3031AD4198}"/>
                  </a:ext>
                </a:extLst>
              </p:cNvPr>
              <p:cNvSpPr>
                <a:spLocks/>
              </p:cNvSpPr>
              <p:nvPr/>
            </p:nvSpPr>
            <p:spPr bwMode="auto">
              <a:xfrm>
                <a:off x="4959" y="2977"/>
                <a:ext cx="57" cy="37"/>
              </a:xfrm>
              <a:custGeom>
                <a:avLst/>
                <a:gdLst>
                  <a:gd name="T0" fmla="*/ 0 w 455"/>
                  <a:gd name="T1" fmla="*/ 0 h 296"/>
                  <a:gd name="T2" fmla="*/ 0 w 455"/>
                  <a:gd name="T3" fmla="*/ 0 h 296"/>
                  <a:gd name="T4" fmla="*/ 0 w 455"/>
                  <a:gd name="T5" fmla="*/ 0 h 296"/>
                  <a:gd name="T6" fmla="*/ 0 w 455"/>
                  <a:gd name="T7" fmla="*/ 0 h 296"/>
                  <a:gd name="T8" fmla="*/ 0 w 455"/>
                  <a:gd name="T9" fmla="*/ 0 h 296"/>
                  <a:gd name="T10" fmla="*/ 0 w 455"/>
                  <a:gd name="T11" fmla="*/ 0 h 296"/>
                  <a:gd name="T12" fmla="*/ 0 w 455"/>
                  <a:gd name="T13" fmla="*/ 0 h 296"/>
                  <a:gd name="T14" fmla="*/ 0 w 455"/>
                  <a:gd name="T15" fmla="*/ 0 h 296"/>
                  <a:gd name="T16" fmla="*/ 0 w 455"/>
                  <a:gd name="T17" fmla="*/ 0 h 296"/>
                  <a:gd name="T18" fmla="*/ 0 w 455"/>
                  <a:gd name="T19" fmla="*/ 0 h 296"/>
                  <a:gd name="T20" fmla="*/ 0 w 455"/>
                  <a:gd name="T21" fmla="*/ 0 h 296"/>
                  <a:gd name="T22" fmla="*/ 0 w 455"/>
                  <a:gd name="T23" fmla="*/ 0 h 296"/>
                  <a:gd name="T24" fmla="*/ 0 w 455"/>
                  <a:gd name="T25" fmla="*/ 0 h 296"/>
                  <a:gd name="T26" fmla="*/ 0 w 455"/>
                  <a:gd name="T27" fmla="*/ 0 h 296"/>
                  <a:gd name="T28" fmla="*/ 0 w 455"/>
                  <a:gd name="T29" fmla="*/ 0 h 296"/>
                  <a:gd name="T30" fmla="*/ 0 w 455"/>
                  <a:gd name="T31" fmla="*/ 0 h 296"/>
                  <a:gd name="T32" fmla="*/ 0 w 455"/>
                  <a:gd name="T33" fmla="*/ 0 h 296"/>
                  <a:gd name="T34" fmla="*/ 0 w 455"/>
                  <a:gd name="T35" fmla="*/ 0 h 296"/>
                  <a:gd name="T36" fmla="*/ 0 w 455"/>
                  <a:gd name="T37" fmla="*/ 0 h 296"/>
                  <a:gd name="T38" fmla="*/ 0 w 455"/>
                  <a:gd name="T39" fmla="*/ 0 h 296"/>
                  <a:gd name="T40" fmla="*/ 0 w 455"/>
                  <a:gd name="T41" fmla="*/ 0 h 296"/>
                  <a:gd name="T42" fmla="*/ 0 w 455"/>
                  <a:gd name="T43" fmla="*/ 0 h 296"/>
                  <a:gd name="T44" fmla="*/ 0 w 455"/>
                  <a:gd name="T45" fmla="*/ 0 h 296"/>
                  <a:gd name="T46" fmla="*/ 0 w 455"/>
                  <a:gd name="T47" fmla="*/ 0 h 296"/>
                  <a:gd name="T48" fmla="*/ 0 w 455"/>
                  <a:gd name="T49" fmla="*/ 0 h 29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55"/>
                  <a:gd name="T76" fmla="*/ 0 h 296"/>
                  <a:gd name="T77" fmla="*/ 455 w 455"/>
                  <a:gd name="T78" fmla="*/ 296 h 29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55" h="296">
                    <a:moveTo>
                      <a:pt x="70" y="236"/>
                    </a:moveTo>
                    <a:lnTo>
                      <a:pt x="141" y="167"/>
                    </a:lnTo>
                    <a:lnTo>
                      <a:pt x="298" y="152"/>
                    </a:lnTo>
                    <a:lnTo>
                      <a:pt x="402" y="112"/>
                    </a:lnTo>
                    <a:lnTo>
                      <a:pt x="330" y="72"/>
                    </a:lnTo>
                    <a:lnTo>
                      <a:pt x="182" y="72"/>
                    </a:lnTo>
                    <a:lnTo>
                      <a:pt x="0" y="125"/>
                    </a:lnTo>
                    <a:lnTo>
                      <a:pt x="0" y="112"/>
                    </a:lnTo>
                    <a:lnTo>
                      <a:pt x="105" y="17"/>
                    </a:lnTo>
                    <a:lnTo>
                      <a:pt x="220" y="0"/>
                    </a:lnTo>
                    <a:lnTo>
                      <a:pt x="342" y="53"/>
                    </a:lnTo>
                    <a:lnTo>
                      <a:pt x="411" y="53"/>
                    </a:lnTo>
                    <a:lnTo>
                      <a:pt x="424" y="121"/>
                    </a:lnTo>
                    <a:lnTo>
                      <a:pt x="360" y="167"/>
                    </a:lnTo>
                    <a:lnTo>
                      <a:pt x="386" y="222"/>
                    </a:lnTo>
                    <a:lnTo>
                      <a:pt x="455" y="202"/>
                    </a:lnTo>
                    <a:lnTo>
                      <a:pt x="420" y="268"/>
                    </a:lnTo>
                    <a:lnTo>
                      <a:pt x="286" y="296"/>
                    </a:lnTo>
                    <a:lnTo>
                      <a:pt x="238" y="296"/>
                    </a:lnTo>
                    <a:lnTo>
                      <a:pt x="376" y="245"/>
                    </a:lnTo>
                    <a:lnTo>
                      <a:pt x="342" y="206"/>
                    </a:lnTo>
                    <a:lnTo>
                      <a:pt x="263" y="211"/>
                    </a:lnTo>
                    <a:lnTo>
                      <a:pt x="215" y="220"/>
                    </a:lnTo>
                    <a:lnTo>
                      <a:pt x="162" y="196"/>
                    </a:lnTo>
                    <a:lnTo>
                      <a:pt x="70" y="2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35" name="Freeform 41">
                <a:extLst>
                  <a:ext uri="{FF2B5EF4-FFF2-40B4-BE49-F238E27FC236}">
                    <a16:creationId xmlns:a16="http://schemas.microsoft.com/office/drawing/2014/main" id="{D7848A8B-D53C-D07B-6D23-3FC9C789C655}"/>
                  </a:ext>
                </a:extLst>
              </p:cNvPr>
              <p:cNvSpPr>
                <a:spLocks/>
              </p:cNvSpPr>
              <p:nvPr/>
            </p:nvSpPr>
            <p:spPr bwMode="auto">
              <a:xfrm>
                <a:off x="4988" y="3050"/>
                <a:ext cx="80" cy="37"/>
              </a:xfrm>
              <a:custGeom>
                <a:avLst/>
                <a:gdLst>
                  <a:gd name="T0" fmla="*/ 0 w 634"/>
                  <a:gd name="T1" fmla="*/ 0 h 294"/>
                  <a:gd name="T2" fmla="*/ 0 w 634"/>
                  <a:gd name="T3" fmla="*/ 0 h 294"/>
                  <a:gd name="T4" fmla="*/ 0 w 634"/>
                  <a:gd name="T5" fmla="*/ 0 h 294"/>
                  <a:gd name="T6" fmla="*/ 0 w 634"/>
                  <a:gd name="T7" fmla="*/ 0 h 294"/>
                  <a:gd name="T8" fmla="*/ 0 w 634"/>
                  <a:gd name="T9" fmla="*/ 0 h 294"/>
                  <a:gd name="T10" fmla="*/ 0 w 634"/>
                  <a:gd name="T11" fmla="*/ 0 h 294"/>
                  <a:gd name="T12" fmla="*/ 0 w 634"/>
                  <a:gd name="T13" fmla="*/ 0 h 294"/>
                  <a:gd name="T14" fmla="*/ 0 w 634"/>
                  <a:gd name="T15" fmla="*/ 0 h 294"/>
                  <a:gd name="T16" fmla="*/ 0 w 634"/>
                  <a:gd name="T17" fmla="*/ 0 h 294"/>
                  <a:gd name="T18" fmla="*/ 0 w 634"/>
                  <a:gd name="T19" fmla="*/ 0 h 294"/>
                  <a:gd name="T20" fmla="*/ 0 w 634"/>
                  <a:gd name="T21" fmla="*/ 0 h 294"/>
                  <a:gd name="T22" fmla="*/ 0 w 634"/>
                  <a:gd name="T23" fmla="*/ 0 h 294"/>
                  <a:gd name="T24" fmla="*/ 0 w 634"/>
                  <a:gd name="T25" fmla="*/ 0 h 294"/>
                  <a:gd name="T26" fmla="*/ 0 w 634"/>
                  <a:gd name="T27" fmla="*/ 0 h 294"/>
                  <a:gd name="T28" fmla="*/ 0 w 634"/>
                  <a:gd name="T29" fmla="*/ 0 h 294"/>
                  <a:gd name="T30" fmla="*/ 0 w 634"/>
                  <a:gd name="T31" fmla="*/ 0 h 294"/>
                  <a:gd name="T32" fmla="*/ 0 w 634"/>
                  <a:gd name="T33" fmla="*/ 0 h 294"/>
                  <a:gd name="T34" fmla="*/ 0 w 634"/>
                  <a:gd name="T35" fmla="*/ 0 h 294"/>
                  <a:gd name="T36" fmla="*/ 0 w 634"/>
                  <a:gd name="T37" fmla="*/ 0 h 294"/>
                  <a:gd name="T38" fmla="*/ 0 w 634"/>
                  <a:gd name="T39" fmla="*/ 0 h 294"/>
                  <a:gd name="T40" fmla="*/ 0 w 634"/>
                  <a:gd name="T41" fmla="*/ 0 h 294"/>
                  <a:gd name="T42" fmla="*/ 0 w 634"/>
                  <a:gd name="T43" fmla="*/ 0 h 294"/>
                  <a:gd name="T44" fmla="*/ 0 w 634"/>
                  <a:gd name="T45" fmla="*/ 0 h 294"/>
                  <a:gd name="T46" fmla="*/ 0 w 634"/>
                  <a:gd name="T47" fmla="*/ 0 h 294"/>
                  <a:gd name="T48" fmla="*/ 0 w 634"/>
                  <a:gd name="T49" fmla="*/ 0 h 294"/>
                  <a:gd name="T50" fmla="*/ 0 w 634"/>
                  <a:gd name="T51" fmla="*/ 0 h 294"/>
                  <a:gd name="T52" fmla="*/ 0 w 634"/>
                  <a:gd name="T53" fmla="*/ 0 h 29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34"/>
                  <a:gd name="T82" fmla="*/ 0 h 294"/>
                  <a:gd name="T83" fmla="*/ 634 w 634"/>
                  <a:gd name="T84" fmla="*/ 294 h 29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34" h="294">
                    <a:moveTo>
                      <a:pt x="97" y="0"/>
                    </a:moveTo>
                    <a:lnTo>
                      <a:pt x="173" y="22"/>
                    </a:lnTo>
                    <a:lnTo>
                      <a:pt x="226" y="71"/>
                    </a:lnTo>
                    <a:lnTo>
                      <a:pt x="270" y="96"/>
                    </a:lnTo>
                    <a:lnTo>
                      <a:pt x="344" y="96"/>
                    </a:lnTo>
                    <a:lnTo>
                      <a:pt x="470" y="22"/>
                    </a:lnTo>
                    <a:lnTo>
                      <a:pt x="412" y="87"/>
                    </a:lnTo>
                    <a:lnTo>
                      <a:pt x="412" y="158"/>
                    </a:lnTo>
                    <a:lnTo>
                      <a:pt x="355" y="228"/>
                    </a:lnTo>
                    <a:lnTo>
                      <a:pt x="584" y="228"/>
                    </a:lnTo>
                    <a:lnTo>
                      <a:pt x="621" y="209"/>
                    </a:lnTo>
                    <a:lnTo>
                      <a:pt x="634" y="260"/>
                    </a:lnTo>
                    <a:lnTo>
                      <a:pt x="606" y="294"/>
                    </a:lnTo>
                    <a:lnTo>
                      <a:pt x="568" y="251"/>
                    </a:lnTo>
                    <a:lnTo>
                      <a:pt x="355" y="251"/>
                    </a:lnTo>
                    <a:lnTo>
                      <a:pt x="307" y="269"/>
                    </a:lnTo>
                    <a:lnTo>
                      <a:pt x="199" y="237"/>
                    </a:lnTo>
                    <a:lnTo>
                      <a:pt x="32" y="237"/>
                    </a:lnTo>
                    <a:lnTo>
                      <a:pt x="7" y="260"/>
                    </a:lnTo>
                    <a:lnTo>
                      <a:pt x="0" y="209"/>
                    </a:lnTo>
                    <a:lnTo>
                      <a:pt x="54" y="191"/>
                    </a:lnTo>
                    <a:lnTo>
                      <a:pt x="32" y="228"/>
                    </a:lnTo>
                    <a:lnTo>
                      <a:pt x="217" y="228"/>
                    </a:lnTo>
                    <a:lnTo>
                      <a:pt x="307" y="237"/>
                    </a:lnTo>
                    <a:lnTo>
                      <a:pt x="194" y="134"/>
                    </a:lnTo>
                    <a:lnTo>
                      <a:pt x="148" y="39"/>
                    </a:lnTo>
                    <a:lnTo>
                      <a:pt x="9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36" name="Freeform 42">
                <a:extLst>
                  <a:ext uri="{FF2B5EF4-FFF2-40B4-BE49-F238E27FC236}">
                    <a16:creationId xmlns:a16="http://schemas.microsoft.com/office/drawing/2014/main" id="{5238EC4B-0FE4-AF9D-2E96-F5063BBB8313}"/>
                  </a:ext>
                </a:extLst>
              </p:cNvPr>
              <p:cNvSpPr>
                <a:spLocks/>
              </p:cNvSpPr>
              <p:nvPr/>
            </p:nvSpPr>
            <p:spPr bwMode="auto">
              <a:xfrm>
                <a:off x="5010" y="3091"/>
                <a:ext cx="40" cy="9"/>
              </a:xfrm>
              <a:custGeom>
                <a:avLst/>
                <a:gdLst>
                  <a:gd name="T0" fmla="*/ 0 w 323"/>
                  <a:gd name="T1" fmla="*/ 0 h 73"/>
                  <a:gd name="T2" fmla="*/ 0 w 323"/>
                  <a:gd name="T3" fmla="*/ 0 h 73"/>
                  <a:gd name="T4" fmla="*/ 0 w 323"/>
                  <a:gd name="T5" fmla="*/ 0 h 73"/>
                  <a:gd name="T6" fmla="*/ 0 w 323"/>
                  <a:gd name="T7" fmla="*/ 0 h 73"/>
                  <a:gd name="T8" fmla="*/ 0 w 323"/>
                  <a:gd name="T9" fmla="*/ 0 h 73"/>
                  <a:gd name="T10" fmla="*/ 0 w 323"/>
                  <a:gd name="T11" fmla="*/ 0 h 73"/>
                  <a:gd name="T12" fmla="*/ 0 w 323"/>
                  <a:gd name="T13" fmla="*/ 0 h 73"/>
                  <a:gd name="T14" fmla="*/ 0 60000 65536"/>
                  <a:gd name="T15" fmla="*/ 0 60000 65536"/>
                  <a:gd name="T16" fmla="*/ 0 60000 65536"/>
                  <a:gd name="T17" fmla="*/ 0 60000 65536"/>
                  <a:gd name="T18" fmla="*/ 0 60000 65536"/>
                  <a:gd name="T19" fmla="*/ 0 60000 65536"/>
                  <a:gd name="T20" fmla="*/ 0 60000 65536"/>
                  <a:gd name="T21" fmla="*/ 0 w 323"/>
                  <a:gd name="T22" fmla="*/ 0 h 73"/>
                  <a:gd name="T23" fmla="*/ 323 w 323"/>
                  <a:gd name="T24" fmla="*/ 73 h 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 h="73">
                    <a:moveTo>
                      <a:pt x="0" y="0"/>
                    </a:moveTo>
                    <a:lnTo>
                      <a:pt x="97" y="46"/>
                    </a:lnTo>
                    <a:lnTo>
                      <a:pt x="208" y="46"/>
                    </a:lnTo>
                    <a:lnTo>
                      <a:pt x="323" y="0"/>
                    </a:lnTo>
                    <a:lnTo>
                      <a:pt x="230" y="73"/>
                    </a:lnTo>
                    <a:lnTo>
                      <a:pt x="90" y="7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37" name="Freeform 43">
                <a:extLst>
                  <a:ext uri="{FF2B5EF4-FFF2-40B4-BE49-F238E27FC236}">
                    <a16:creationId xmlns:a16="http://schemas.microsoft.com/office/drawing/2014/main" id="{BDC49460-7906-6C19-5B1B-68F4A7BF7DD3}"/>
                  </a:ext>
                </a:extLst>
              </p:cNvPr>
              <p:cNvSpPr>
                <a:spLocks/>
              </p:cNvSpPr>
              <p:nvPr/>
            </p:nvSpPr>
            <p:spPr bwMode="auto">
              <a:xfrm>
                <a:off x="5055" y="3045"/>
                <a:ext cx="16" cy="26"/>
              </a:xfrm>
              <a:custGeom>
                <a:avLst/>
                <a:gdLst>
                  <a:gd name="T0" fmla="*/ 0 w 129"/>
                  <a:gd name="T1" fmla="*/ 0 h 211"/>
                  <a:gd name="T2" fmla="*/ 0 w 129"/>
                  <a:gd name="T3" fmla="*/ 0 h 211"/>
                  <a:gd name="T4" fmla="*/ 0 w 129"/>
                  <a:gd name="T5" fmla="*/ 0 h 211"/>
                  <a:gd name="T6" fmla="*/ 0 w 129"/>
                  <a:gd name="T7" fmla="*/ 0 h 211"/>
                  <a:gd name="T8" fmla="*/ 0 w 129"/>
                  <a:gd name="T9" fmla="*/ 0 h 211"/>
                  <a:gd name="T10" fmla="*/ 0 60000 65536"/>
                  <a:gd name="T11" fmla="*/ 0 60000 65536"/>
                  <a:gd name="T12" fmla="*/ 0 60000 65536"/>
                  <a:gd name="T13" fmla="*/ 0 60000 65536"/>
                  <a:gd name="T14" fmla="*/ 0 60000 65536"/>
                  <a:gd name="T15" fmla="*/ 0 w 129"/>
                  <a:gd name="T16" fmla="*/ 0 h 211"/>
                  <a:gd name="T17" fmla="*/ 129 w 129"/>
                  <a:gd name="T18" fmla="*/ 211 h 211"/>
                </a:gdLst>
                <a:ahLst/>
                <a:cxnLst>
                  <a:cxn ang="T10">
                    <a:pos x="T0" y="T1"/>
                  </a:cxn>
                  <a:cxn ang="T11">
                    <a:pos x="T2" y="T3"/>
                  </a:cxn>
                  <a:cxn ang="T12">
                    <a:pos x="T4" y="T5"/>
                  </a:cxn>
                  <a:cxn ang="T13">
                    <a:pos x="T6" y="T7"/>
                  </a:cxn>
                  <a:cxn ang="T14">
                    <a:pos x="T8" y="T9"/>
                  </a:cxn>
                </a:cxnLst>
                <a:rect l="T15" t="T16" r="T17" b="T18"/>
                <a:pathLst>
                  <a:path w="129" h="211">
                    <a:moveTo>
                      <a:pt x="0" y="0"/>
                    </a:moveTo>
                    <a:lnTo>
                      <a:pt x="51" y="103"/>
                    </a:lnTo>
                    <a:lnTo>
                      <a:pt x="129" y="211"/>
                    </a:lnTo>
                    <a:lnTo>
                      <a:pt x="20" y="10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38" name="Freeform 44">
                <a:extLst>
                  <a:ext uri="{FF2B5EF4-FFF2-40B4-BE49-F238E27FC236}">
                    <a16:creationId xmlns:a16="http://schemas.microsoft.com/office/drawing/2014/main" id="{CCB9C4AF-8068-C276-095A-44D637BB4081}"/>
                  </a:ext>
                </a:extLst>
              </p:cNvPr>
              <p:cNvSpPr>
                <a:spLocks/>
              </p:cNvSpPr>
              <p:nvPr/>
            </p:nvSpPr>
            <p:spPr bwMode="auto">
              <a:xfrm>
                <a:off x="4978" y="3041"/>
                <a:ext cx="20" cy="31"/>
              </a:xfrm>
              <a:custGeom>
                <a:avLst/>
                <a:gdLst>
                  <a:gd name="T0" fmla="*/ 0 w 159"/>
                  <a:gd name="T1" fmla="*/ 0 h 242"/>
                  <a:gd name="T2" fmla="*/ 0 w 159"/>
                  <a:gd name="T3" fmla="*/ 0 h 242"/>
                  <a:gd name="T4" fmla="*/ 0 w 159"/>
                  <a:gd name="T5" fmla="*/ 0 h 242"/>
                  <a:gd name="T6" fmla="*/ 0 w 159"/>
                  <a:gd name="T7" fmla="*/ 0 h 242"/>
                  <a:gd name="T8" fmla="*/ 0 w 159"/>
                  <a:gd name="T9" fmla="*/ 0 h 242"/>
                  <a:gd name="T10" fmla="*/ 0 w 159"/>
                  <a:gd name="T11" fmla="*/ 0 h 242"/>
                  <a:gd name="T12" fmla="*/ 0 60000 65536"/>
                  <a:gd name="T13" fmla="*/ 0 60000 65536"/>
                  <a:gd name="T14" fmla="*/ 0 60000 65536"/>
                  <a:gd name="T15" fmla="*/ 0 60000 65536"/>
                  <a:gd name="T16" fmla="*/ 0 60000 65536"/>
                  <a:gd name="T17" fmla="*/ 0 60000 65536"/>
                  <a:gd name="T18" fmla="*/ 0 w 159"/>
                  <a:gd name="T19" fmla="*/ 0 h 242"/>
                  <a:gd name="T20" fmla="*/ 159 w 159"/>
                  <a:gd name="T21" fmla="*/ 242 h 242"/>
                </a:gdLst>
                <a:ahLst/>
                <a:cxnLst>
                  <a:cxn ang="T12">
                    <a:pos x="T0" y="T1"/>
                  </a:cxn>
                  <a:cxn ang="T13">
                    <a:pos x="T2" y="T3"/>
                  </a:cxn>
                  <a:cxn ang="T14">
                    <a:pos x="T4" y="T5"/>
                  </a:cxn>
                  <a:cxn ang="T15">
                    <a:pos x="T6" y="T7"/>
                  </a:cxn>
                  <a:cxn ang="T16">
                    <a:pos x="T8" y="T9"/>
                  </a:cxn>
                  <a:cxn ang="T17">
                    <a:pos x="T10" y="T11"/>
                  </a:cxn>
                </a:cxnLst>
                <a:rect l="T18" t="T19" r="T20" b="T21"/>
                <a:pathLst>
                  <a:path w="159" h="242">
                    <a:moveTo>
                      <a:pt x="159" y="0"/>
                    </a:moveTo>
                    <a:lnTo>
                      <a:pt x="74" y="103"/>
                    </a:lnTo>
                    <a:lnTo>
                      <a:pt x="0" y="143"/>
                    </a:lnTo>
                    <a:lnTo>
                      <a:pt x="0" y="242"/>
                    </a:lnTo>
                    <a:lnTo>
                      <a:pt x="102" y="83"/>
                    </a:lnTo>
                    <a:lnTo>
                      <a:pt x="15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39" name="Freeform 45">
                <a:extLst>
                  <a:ext uri="{FF2B5EF4-FFF2-40B4-BE49-F238E27FC236}">
                    <a16:creationId xmlns:a16="http://schemas.microsoft.com/office/drawing/2014/main" id="{174D2F1A-DD42-F48C-1A58-5887F84EDC8F}"/>
                  </a:ext>
                </a:extLst>
              </p:cNvPr>
              <p:cNvSpPr>
                <a:spLocks/>
              </p:cNvSpPr>
              <p:nvPr/>
            </p:nvSpPr>
            <p:spPr bwMode="auto">
              <a:xfrm>
                <a:off x="4916" y="2823"/>
                <a:ext cx="124" cy="337"/>
              </a:xfrm>
              <a:custGeom>
                <a:avLst/>
                <a:gdLst>
                  <a:gd name="T0" fmla="*/ 0 w 991"/>
                  <a:gd name="T1" fmla="*/ 0 h 2692"/>
                  <a:gd name="T2" fmla="*/ 0 w 991"/>
                  <a:gd name="T3" fmla="*/ 0 h 2692"/>
                  <a:gd name="T4" fmla="*/ 0 w 991"/>
                  <a:gd name="T5" fmla="*/ 0 h 2692"/>
                  <a:gd name="T6" fmla="*/ 0 w 991"/>
                  <a:gd name="T7" fmla="*/ 0 h 2692"/>
                  <a:gd name="T8" fmla="*/ 0 w 991"/>
                  <a:gd name="T9" fmla="*/ 0 h 2692"/>
                  <a:gd name="T10" fmla="*/ 0 w 991"/>
                  <a:gd name="T11" fmla="*/ 0 h 2692"/>
                  <a:gd name="T12" fmla="*/ 0 w 991"/>
                  <a:gd name="T13" fmla="*/ 0 h 2692"/>
                  <a:gd name="T14" fmla="*/ 0 w 991"/>
                  <a:gd name="T15" fmla="*/ 0 h 2692"/>
                  <a:gd name="T16" fmla="*/ 0 w 991"/>
                  <a:gd name="T17" fmla="*/ 0 h 2692"/>
                  <a:gd name="T18" fmla="*/ 0 w 991"/>
                  <a:gd name="T19" fmla="*/ 0 h 2692"/>
                  <a:gd name="T20" fmla="*/ 0 w 991"/>
                  <a:gd name="T21" fmla="*/ 0 h 2692"/>
                  <a:gd name="T22" fmla="*/ 0 w 991"/>
                  <a:gd name="T23" fmla="*/ 0 h 2692"/>
                  <a:gd name="T24" fmla="*/ 0 w 991"/>
                  <a:gd name="T25" fmla="*/ 0 h 2692"/>
                  <a:gd name="T26" fmla="*/ 0 w 991"/>
                  <a:gd name="T27" fmla="*/ 0 h 2692"/>
                  <a:gd name="T28" fmla="*/ 0 w 991"/>
                  <a:gd name="T29" fmla="*/ 0 h 2692"/>
                  <a:gd name="T30" fmla="*/ 0 w 991"/>
                  <a:gd name="T31" fmla="*/ 0 h 2692"/>
                  <a:gd name="T32" fmla="*/ 0 w 991"/>
                  <a:gd name="T33" fmla="*/ 0 h 2692"/>
                  <a:gd name="T34" fmla="*/ 0 w 991"/>
                  <a:gd name="T35" fmla="*/ 0 h 2692"/>
                  <a:gd name="T36" fmla="*/ 0 w 991"/>
                  <a:gd name="T37" fmla="*/ 0 h 2692"/>
                  <a:gd name="T38" fmla="*/ 0 w 991"/>
                  <a:gd name="T39" fmla="*/ 0 h 2692"/>
                  <a:gd name="T40" fmla="*/ 0 w 991"/>
                  <a:gd name="T41" fmla="*/ 0 h 2692"/>
                  <a:gd name="T42" fmla="*/ 0 w 991"/>
                  <a:gd name="T43" fmla="*/ 0 h 2692"/>
                  <a:gd name="T44" fmla="*/ 0 w 991"/>
                  <a:gd name="T45" fmla="*/ 0 h 2692"/>
                  <a:gd name="T46" fmla="*/ 0 w 991"/>
                  <a:gd name="T47" fmla="*/ 0 h 2692"/>
                  <a:gd name="T48" fmla="*/ 0 w 991"/>
                  <a:gd name="T49" fmla="*/ 0 h 2692"/>
                  <a:gd name="T50" fmla="*/ 0 w 991"/>
                  <a:gd name="T51" fmla="*/ 0 h 2692"/>
                  <a:gd name="T52" fmla="*/ 0 w 991"/>
                  <a:gd name="T53" fmla="*/ 0 h 2692"/>
                  <a:gd name="T54" fmla="*/ 0 w 991"/>
                  <a:gd name="T55" fmla="*/ 0 h 2692"/>
                  <a:gd name="T56" fmla="*/ 0 w 991"/>
                  <a:gd name="T57" fmla="*/ 0 h 2692"/>
                  <a:gd name="T58" fmla="*/ 0 w 991"/>
                  <a:gd name="T59" fmla="*/ 0 h 2692"/>
                  <a:gd name="T60" fmla="*/ 0 w 991"/>
                  <a:gd name="T61" fmla="*/ 0 h 2692"/>
                  <a:gd name="T62" fmla="*/ 0 w 991"/>
                  <a:gd name="T63" fmla="*/ 0 h 2692"/>
                  <a:gd name="T64" fmla="*/ 0 w 991"/>
                  <a:gd name="T65" fmla="*/ 0 h 2692"/>
                  <a:gd name="T66" fmla="*/ 0 w 991"/>
                  <a:gd name="T67" fmla="*/ 0 h 2692"/>
                  <a:gd name="T68" fmla="*/ 0 w 991"/>
                  <a:gd name="T69" fmla="*/ 0 h 2692"/>
                  <a:gd name="T70" fmla="*/ 0 w 991"/>
                  <a:gd name="T71" fmla="*/ 0 h 2692"/>
                  <a:gd name="T72" fmla="*/ 0 w 991"/>
                  <a:gd name="T73" fmla="*/ 0 h 2692"/>
                  <a:gd name="T74" fmla="*/ 0 w 991"/>
                  <a:gd name="T75" fmla="*/ 0 h 2692"/>
                  <a:gd name="T76" fmla="*/ 0 w 991"/>
                  <a:gd name="T77" fmla="*/ 0 h 2692"/>
                  <a:gd name="T78" fmla="*/ 0 w 991"/>
                  <a:gd name="T79" fmla="*/ 0 h 2692"/>
                  <a:gd name="T80" fmla="*/ 0 w 991"/>
                  <a:gd name="T81" fmla="*/ 0 h 2692"/>
                  <a:gd name="T82" fmla="*/ 0 w 991"/>
                  <a:gd name="T83" fmla="*/ 0 h 2692"/>
                  <a:gd name="T84" fmla="*/ 0 w 991"/>
                  <a:gd name="T85" fmla="*/ 0 h 2692"/>
                  <a:gd name="T86" fmla="*/ 0 w 991"/>
                  <a:gd name="T87" fmla="*/ 0 h 2692"/>
                  <a:gd name="T88" fmla="*/ 0 w 991"/>
                  <a:gd name="T89" fmla="*/ 0 h 2692"/>
                  <a:gd name="T90" fmla="*/ 0 w 991"/>
                  <a:gd name="T91" fmla="*/ 0 h 2692"/>
                  <a:gd name="T92" fmla="*/ 0 w 991"/>
                  <a:gd name="T93" fmla="*/ 0 h 2692"/>
                  <a:gd name="T94" fmla="*/ 0 w 991"/>
                  <a:gd name="T95" fmla="*/ 0 h 2692"/>
                  <a:gd name="T96" fmla="*/ 0 w 991"/>
                  <a:gd name="T97" fmla="*/ 0 h 2692"/>
                  <a:gd name="T98" fmla="*/ 0 w 991"/>
                  <a:gd name="T99" fmla="*/ 0 h 2692"/>
                  <a:gd name="T100" fmla="*/ 0 w 991"/>
                  <a:gd name="T101" fmla="*/ 0 h 2692"/>
                  <a:gd name="T102" fmla="*/ 0 w 991"/>
                  <a:gd name="T103" fmla="*/ 0 h 2692"/>
                  <a:gd name="T104" fmla="*/ 0 w 991"/>
                  <a:gd name="T105" fmla="*/ 0 h 2692"/>
                  <a:gd name="T106" fmla="*/ 0 w 991"/>
                  <a:gd name="T107" fmla="*/ 0 h 2692"/>
                  <a:gd name="T108" fmla="*/ 0 w 991"/>
                  <a:gd name="T109" fmla="*/ 0 h 2692"/>
                  <a:gd name="T110" fmla="*/ 0 w 991"/>
                  <a:gd name="T111" fmla="*/ 0 h 2692"/>
                  <a:gd name="T112" fmla="*/ 0 w 991"/>
                  <a:gd name="T113" fmla="*/ 0 h 2692"/>
                  <a:gd name="T114" fmla="*/ 0 w 991"/>
                  <a:gd name="T115" fmla="*/ 0 h 2692"/>
                  <a:gd name="T116" fmla="*/ 0 w 991"/>
                  <a:gd name="T117" fmla="*/ 0 h 2692"/>
                  <a:gd name="T118" fmla="*/ 0 w 991"/>
                  <a:gd name="T119" fmla="*/ 0 h 2692"/>
                  <a:gd name="T120" fmla="*/ 0 w 991"/>
                  <a:gd name="T121" fmla="*/ 0 h 2692"/>
                  <a:gd name="T122" fmla="*/ 0 w 991"/>
                  <a:gd name="T123" fmla="*/ 0 h 2692"/>
                  <a:gd name="T124" fmla="*/ 0 w 991"/>
                  <a:gd name="T125" fmla="*/ 0 h 269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991"/>
                  <a:gd name="T190" fmla="*/ 0 h 2692"/>
                  <a:gd name="T191" fmla="*/ 991 w 991"/>
                  <a:gd name="T192" fmla="*/ 2692 h 269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991" h="2692">
                    <a:moveTo>
                      <a:pt x="176" y="465"/>
                    </a:moveTo>
                    <a:lnTo>
                      <a:pt x="60" y="615"/>
                    </a:lnTo>
                    <a:lnTo>
                      <a:pt x="0" y="975"/>
                    </a:lnTo>
                    <a:lnTo>
                      <a:pt x="31" y="1102"/>
                    </a:lnTo>
                    <a:lnTo>
                      <a:pt x="5" y="1171"/>
                    </a:lnTo>
                    <a:lnTo>
                      <a:pt x="60" y="1151"/>
                    </a:lnTo>
                    <a:lnTo>
                      <a:pt x="125" y="1256"/>
                    </a:lnTo>
                    <a:lnTo>
                      <a:pt x="176" y="1630"/>
                    </a:lnTo>
                    <a:lnTo>
                      <a:pt x="251" y="2035"/>
                    </a:lnTo>
                    <a:lnTo>
                      <a:pt x="293" y="2111"/>
                    </a:lnTo>
                    <a:lnTo>
                      <a:pt x="293" y="2259"/>
                    </a:lnTo>
                    <a:lnTo>
                      <a:pt x="393" y="2513"/>
                    </a:lnTo>
                    <a:lnTo>
                      <a:pt x="727" y="2692"/>
                    </a:lnTo>
                    <a:lnTo>
                      <a:pt x="400" y="2480"/>
                    </a:lnTo>
                    <a:lnTo>
                      <a:pt x="330" y="2250"/>
                    </a:lnTo>
                    <a:lnTo>
                      <a:pt x="330" y="2158"/>
                    </a:lnTo>
                    <a:lnTo>
                      <a:pt x="535" y="2375"/>
                    </a:lnTo>
                    <a:lnTo>
                      <a:pt x="743" y="2485"/>
                    </a:lnTo>
                    <a:lnTo>
                      <a:pt x="899" y="2527"/>
                    </a:lnTo>
                    <a:lnTo>
                      <a:pt x="980" y="2485"/>
                    </a:lnTo>
                    <a:lnTo>
                      <a:pt x="811" y="2485"/>
                    </a:lnTo>
                    <a:lnTo>
                      <a:pt x="639" y="2413"/>
                    </a:lnTo>
                    <a:lnTo>
                      <a:pt x="519" y="2316"/>
                    </a:lnTo>
                    <a:lnTo>
                      <a:pt x="316" y="2086"/>
                    </a:lnTo>
                    <a:lnTo>
                      <a:pt x="307" y="1931"/>
                    </a:lnTo>
                    <a:lnTo>
                      <a:pt x="213" y="1650"/>
                    </a:lnTo>
                    <a:lnTo>
                      <a:pt x="220" y="1441"/>
                    </a:lnTo>
                    <a:lnTo>
                      <a:pt x="183" y="1283"/>
                    </a:lnTo>
                    <a:lnTo>
                      <a:pt x="251" y="1019"/>
                    </a:lnTo>
                    <a:lnTo>
                      <a:pt x="220" y="809"/>
                    </a:lnTo>
                    <a:lnTo>
                      <a:pt x="266" y="703"/>
                    </a:lnTo>
                    <a:lnTo>
                      <a:pt x="341" y="694"/>
                    </a:lnTo>
                    <a:lnTo>
                      <a:pt x="284" y="818"/>
                    </a:lnTo>
                    <a:lnTo>
                      <a:pt x="363" y="784"/>
                    </a:lnTo>
                    <a:lnTo>
                      <a:pt x="316" y="852"/>
                    </a:lnTo>
                    <a:lnTo>
                      <a:pt x="334" y="918"/>
                    </a:lnTo>
                    <a:lnTo>
                      <a:pt x="496" y="784"/>
                    </a:lnTo>
                    <a:lnTo>
                      <a:pt x="639" y="784"/>
                    </a:lnTo>
                    <a:lnTo>
                      <a:pt x="743" y="719"/>
                    </a:lnTo>
                    <a:lnTo>
                      <a:pt x="826" y="672"/>
                    </a:lnTo>
                    <a:lnTo>
                      <a:pt x="874" y="672"/>
                    </a:lnTo>
                    <a:lnTo>
                      <a:pt x="991" y="775"/>
                    </a:lnTo>
                    <a:lnTo>
                      <a:pt x="890" y="663"/>
                    </a:lnTo>
                    <a:lnTo>
                      <a:pt x="828" y="654"/>
                    </a:lnTo>
                    <a:lnTo>
                      <a:pt x="778" y="663"/>
                    </a:lnTo>
                    <a:lnTo>
                      <a:pt x="620" y="749"/>
                    </a:lnTo>
                    <a:lnTo>
                      <a:pt x="545" y="749"/>
                    </a:lnTo>
                    <a:lnTo>
                      <a:pt x="400" y="663"/>
                    </a:lnTo>
                    <a:lnTo>
                      <a:pt x="316" y="654"/>
                    </a:lnTo>
                    <a:lnTo>
                      <a:pt x="266" y="663"/>
                    </a:lnTo>
                    <a:lnTo>
                      <a:pt x="159" y="771"/>
                    </a:lnTo>
                    <a:lnTo>
                      <a:pt x="316" y="514"/>
                    </a:lnTo>
                    <a:lnTo>
                      <a:pt x="183" y="599"/>
                    </a:lnTo>
                    <a:lnTo>
                      <a:pt x="378" y="305"/>
                    </a:lnTo>
                    <a:lnTo>
                      <a:pt x="266" y="362"/>
                    </a:lnTo>
                    <a:lnTo>
                      <a:pt x="390" y="219"/>
                    </a:lnTo>
                    <a:lnTo>
                      <a:pt x="671" y="66"/>
                    </a:lnTo>
                    <a:lnTo>
                      <a:pt x="912" y="0"/>
                    </a:lnTo>
                    <a:lnTo>
                      <a:pt x="648" y="53"/>
                    </a:lnTo>
                    <a:lnTo>
                      <a:pt x="307" y="219"/>
                    </a:lnTo>
                    <a:lnTo>
                      <a:pt x="198" y="334"/>
                    </a:lnTo>
                    <a:lnTo>
                      <a:pt x="176" y="419"/>
                    </a:lnTo>
                    <a:lnTo>
                      <a:pt x="176" y="4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40" name="Freeform 46">
                <a:extLst>
                  <a:ext uri="{FF2B5EF4-FFF2-40B4-BE49-F238E27FC236}">
                    <a16:creationId xmlns:a16="http://schemas.microsoft.com/office/drawing/2014/main" id="{C3BE569D-A332-9577-3D68-C0476C7C58E9}"/>
                  </a:ext>
                </a:extLst>
              </p:cNvPr>
              <p:cNvSpPr>
                <a:spLocks/>
              </p:cNvSpPr>
              <p:nvPr/>
            </p:nvSpPr>
            <p:spPr bwMode="auto">
              <a:xfrm>
                <a:off x="5031" y="2823"/>
                <a:ext cx="67" cy="101"/>
              </a:xfrm>
              <a:custGeom>
                <a:avLst/>
                <a:gdLst>
                  <a:gd name="T0" fmla="*/ 0 w 530"/>
                  <a:gd name="T1" fmla="*/ 0 h 809"/>
                  <a:gd name="T2" fmla="*/ 0 w 530"/>
                  <a:gd name="T3" fmla="*/ 0 h 809"/>
                  <a:gd name="T4" fmla="*/ 0 w 530"/>
                  <a:gd name="T5" fmla="*/ 0 h 809"/>
                  <a:gd name="T6" fmla="*/ 0 w 530"/>
                  <a:gd name="T7" fmla="*/ 0 h 809"/>
                  <a:gd name="T8" fmla="*/ 0 w 530"/>
                  <a:gd name="T9" fmla="*/ 0 h 809"/>
                  <a:gd name="T10" fmla="*/ 0 w 530"/>
                  <a:gd name="T11" fmla="*/ 0 h 809"/>
                  <a:gd name="T12" fmla="*/ 0 w 530"/>
                  <a:gd name="T13" fmla="*/ 0 h 809"/>
                  <a:gd name="T14" fmla="*/ 0 w 530"/>
                  <a:gd name="T15" fmla="*/ 0 h 809"/>
                  <a:gd name="T16" fmla="*/ 0 w 530"/>
                  <a:gd name="T17" fmla="*/ 0 h 809"/>
                  <a:gd name="T18" fmla="*/ 0 w 530"/>
                  <a:gd name="T19" fmla="*/ 0 h 809"/>
                  <a:gd name="T20" fmla="*/ 0 w 530"/>
                  <a:gd name="T21" fmla="*/ 0 h 809"/>
                  <a:gd name="T22" fmla="*/ 0 w 530"/>
                  <a:gd name="T23" fmla="*/ 0 h 809"/>
                  <a:gd name="T24" fmla="*/ 0 w 530"/>
                  <a:gd name="T25" fmla="*/ 0 h 809"/>
                  <a:gd name="T26" fmla="*/ 0 w 530"/>
                  <a:gd name="T27" fmla="*/ 0 h 809"/>
                  <a:gd name="T28" fmla="*/ 0 w 530"/>
                  <a:gd name="T29" fmla="*/ 0 h 809"/>
                  <a:gd name="T30" fmla="*/ 0 w 530"/>
                  <a:gd name="T31" fmla="*/ 0 h 809"/>
                  <a:gd name="T32" fmla="*/ 0 w 530"/>
                  <a:gd name="T33" fmla="*/ 0 h 809"/>
                  <a:gd name="T34" fmla="*/ 0 w 530"/>
                  <a:gd name="T35" fmla="*/ 0 h 809"/>
                  <a:gd name="T36" fmla="*/ 0 w 530"/>
                  <a:gd name="T37" fmla="*/ 0 h 809"/>
                  <a:gd name="T38" fmla="*/ 0 w 530"/>
                  <a:gd name="T39" fmla="*/ 0 h 809"/>
                  <a:gd name="T40" fmla="*/ 0 w 530"/>
                  <a:gd name="T41" fmla="*/ 0 h 809"/>
                  <a:gd name="T42" fmla="*/ 0 w 530"/>
                  <a:gd name="T43" fmla="*/ 0 h 809"/>
                  <a:gd name="T44" fmla="*/ 0 w 530"/>
                  <a:gd name="T45" fmla="*/ 0 h 809"/>
                  <a:gd name="T46" fmla="*/ 0 w 530"/>
                  <a:gd name="T47" fmla="*/ 0 h 809"/>
                  <a:gd name="T48" fmla="*/ 0 w 530"/>
                  <a:gd name="T49" fmla="*/ 0 h 809"/>
                  <a:gd name="T50" fmla="*/ 0 w 530"/>
                  <a:gd name="T51" fmla="*/ 0 h 809"/>
                  <a:gd name="T52" fmla="*/ 0 w 530"/>
                  <a:gd name="T53" fmla="*/ 0 h 809"/>
                  <a:gd name="T54" fmla="*/ 0 w 530"/>
                  <a:gd name="T55" fmla="*/ 0 h 809"/>
                  <a:gd name="T56" fmla="*/ 0 w 530"/>
                  <a:gd name="T57" fmla="*/ 0 h 809"/>
                  <a:gd name="T58" fmla="*/ 0 w 530"/>
                  <a:gd name="T59" fmla="*/ 0 h 80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30"/>
                  <a:gd name="T91" fmla="*/ 0 h 809"/>
                  <a:gd name="T92" fmla="*/ 530 w 530"/>
                  <a:gd name="T93" fmla="*/ 809 h 809"/>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30" h="809">
                    <a:moveTo>
                      <a:pt x="4" y="636"/>
                    </a:moveTo>
                    <a:lnTo>
                      <a:pt x="75" y="809"/>
                    </a:lnTo>
                    <a:lnTo>
                      <a:pt x="362" y="636"/>
                    </a:lnTo>
                    <a:lnTo>
                      <a:pt x="362" y="578"/>
                    </a:lnTo>
                    <a:lnTo>
                      <a:pt x="400" y="650"/>
                    </a:lnTo>
                    <a:lnTo>
                      <a:pt x="447" y="564"/>
                    </a:lnTo>
                    <a:lnTo>
                      <a:pt x="495" y="567"/>
                    </a:lnTo>
                    <a:lnTo>
                      <a:pt x="512" y="564"/>
                    </a:lnTo>
                    <a:lnTo>
                      <a:pt x="530" y="440"/>
                    </a:lnTo>
                    <a:lnTo>
                      <a:pt x="523" y="325"/>
                    </a:lnTo>
                    <a:lnTo>
                      <a:pt x="447" y="189"/>
                    </a:lnTo>
                    <a:lnTo>
                      <a:pt x="295" y="81"/>
                    </a:lnTo>
                    <a:lnTo>
                      <a:pt x="121" y="0"/>
                    </a:lnTo>
                    <a:lnTo>
                      <a:pt x="325" y="127"/>
                    </a:lnTo>
                    <a:lnTo>
                      <a:pt x="413" y="230"/>
                    </a:lnTo>
                    <a:lnTo>
                      <a:pt x="246" y="136"/>
                    </a:lnTo>
                    <a:lnTo>
                      <a:pt x="382" y="251"/>
                    </a:lnTo>
                    <a:lnTo>
                      <a:pt x="417" y="334"/>
                    </a:lnTo>
                    <a:lnTo>
                      <a:pt x="341" y="258"/>
                    </a:lnTo>
                    <a:lnTo>
                      <a:pt x="209" y="219"/>
                    </a:lnTo>
                    <a:lnTo>
                      <a:pt x="348" y="334"/>
                    </a:lnTo>
                    <a:lnTo>
                      <a:pt x="373" y="465"/>
                    </a:lnTo>
                    <a:lnTo>
                      <a:pt x="253" y="351"/>
                    </a:lnTo>
                    <a:lnTo>
                      <a:pt x="295" y="465"/>
                    </a:lnTo>
                    <a:lnTo>
                      <a:pt x="170" y="465"/>
                    </a:lnTo>
                    <a:lnTo>
                      <a:pt x="202" y="608"/>
                    </a:lnTo>
                    <a:lnTo>
                      <a:pt x="180" y="703"/>
                    </a:lnTo>
                    <a:lnTo>
                      <a:pt x="0" y="514"/>
                    </a:lnTo>
                    <a:lnTo>
                      <a:pt x="99" y="760"/>
                    </a:lnTo>
                    <a:lnTo>
                      <a:pt x="4" y="6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41" name="Freeform 47">
                <a:extLst>
                  <a:ext uri="{FF2B5EF4-FFF2-40B4-BE49-F238E27FC236}">
                    <a16:creationId xmlns:a16="http://schemas.microsoft.com/office/drawing/2014/main" id="{071E6908-7E48-199D-554C-96CB5AA3473C}"/>
                  </a:ext>
                </a:extLst>
              </p:cNvPr>
              <p:cNvSpPr>
                <a:spLocks/>
              </p:cNvSpPr>
              <p:nvPr/>
            </p:nvSpPr>
            <p:spPr bwMode="auto">
              <a:xfrm>
                <a:off x="5017" y="2877"/>
                <a:ext cx="111" cy="286"/>
              </a:xfrm>
              <a:custGeom>
                <a:avLst/>
                <a:gdLst>
                  <a:gd name="T0" fmla="*/ 0 w 887"/>
                  <a:gd name="T1" fmla="*/ 0 h 2288"/>
                  <a:gd name="T2" fmla="*/ 0 w 887"/>
                  <a:gd name="T3" fmla="*/ 0 h 2288"/>
                  <a:gd name="T4" fmla="*/ 0 w 887"/>
                  <a:gd name="T5" fmla="*/ 0 h 2288"/>
                  <a:gd name="T6" fmla="*/ 0 w 887"/>
                  <a:gd name="T7" fmla="*/ 0 h 2288"/>
                  <a:gd name="T8" fmla="*/ 0 w 887"/>
                  <a:gd name="T9" fmla="*/ 0 h 2288"/>
                  <a:gd name="T10" fmla="*/ 0 w 887"/>
                  <a:gd name="T11" fmla="*/ 0 h 2288"/>
                  <a:gd name="T12" fmla="*/ 0 w 887"/>
                  <a:gd name="T13" fmla="*/ 0 h 2288"/>
                  <a:gd name="T14" fmla="*/ 0 w 887"/>
                  <a:gd name="T15" fmla="*/ 0 h 2288"/>
                  <a:gd name="T16" fmla="*/ 0 w 887"/>
                  <a:gd name="T17" fmla="*/ 0 h 2288"/>
                  <a:gd name="T18" fmla="*/ 0 w 887"/>
                  <a:gd name="T19" fmla="*/ 0 h 2288"/>
                  <a:gd name="T20" fmla="*/ 0 w 887"/>
                  <a:gd name="T21" fmla="*/ 0 h 2288"/>
                  <a:gd name="T22" fmla="*/ 0 w 887"/>
                  <a:gd name="T23" fmla="*/ 0 h 2288"/>
                  <a:gd name="T24" fmla="*/ 0 w 887"/>
                  <a:gd name="T25" fmla="*/ 0 h 2288"/>
                  <a:gd name="T26" fmla="*/ 0 w 887"/>
                  <a:gd name="T27" fmla="*/ 0 h 2288"/>
                  <a:gd name="T28" fmla="*/ 0 w 887"/>
                  <a:gd name="T29" fmla="*/ 0 h 2288"/>
                  <a:gd name="T30" fmla="*/ 0 w 887"/>
                  <a:gd name="T31" fmla="*/ 0 h 2288"/>
                  <a:gd name="T32" fmla="*/ 0 w 887"/>
                  <a:gd name="T33" fmla="*/ 0 h 2288"/>
                  <a:gd name="T34" fmla="*/ 0 w 887"/>
                  <a:gd name="T35" fmla="*/ 0 h 2288"/>
                  <a:gd name="T36" fmla="*/ 0 w 887"/>
                  <a:gd name="T37" fmla="*/ 0 h 2288"/>
                  <a:gd name="T38" fmla="*/ 0 w 887"/>
                  <a:gd name="T39" fmla="*/ 0 h 2288"/>
                  <a:gd name="T40" fmla="*/ 0 w 887"/>
                  <a:gd name="T41" fmla="*/ 0 h 2288"/>
                  <a:gd name="T42" fmla="*/ 0 w 887"/>
                  <a:gd name="T43" fmla="*/ 0 h 2288"/>
                  <a:gd name="T44" fmla="*/ 0 w 887"/>
                  <a:gd name="T45" fmla="*/ 0 h 2288"/>
                  <a:gd name="T46" fmla="*/ 0 w 887"/>
                  <a:gd name="T47" fmla="*/ 0 h 2288"/>
                  <a:gd name="T48" fmla="*/ 0 w 887"/>
                  <a:gd name="T49" fmla="*/ 0 h 2288"/>
                  <a:gd name="T50" fmla="*/ 0 w 887"/>
                  <a:gd name="T51" fmla="*/ 0 h 2288"/>
                  <a:gd name="T52" fmla="*/ 0 w 887"/>
                  <a:gd name="T53" fmla="*/ 0 h 2288"/>
                  <a:gd name="T54" fmla="*/ 0 w 887"/>
                  <a:gd name="T55" fmla="*/ 0 h 2288"/>
                  <a:gd name="T56" fmla="*/ 0 w 887"/>
                  <a:gd name="T57" fmla="*/ 0 h 2288"/>
                  <a:gd name="T58" fmla="*/ 0 w 887"/>
                  <a:gd name="T59" fmla="*/ 0 h 2288"/>
                  <a:gd name="T60" fmla="*/ 0 w 887"/>
                  <a:gd name="T61" fmla="*/ 0 h 2288"/>
                  <a:gd name="T62" fmla="*/ 0 w 887"/>
                  <a:gd name="T63" fmla="*/ 0 h 2288"/>
                  <a:gd name="T64" fmla="*/ 0 w 887"/>
                  <a:gd name="T65" fmla="*/ 0 h 2288"/>
                  <a:gd name="T66" fmla="*/ 0 w 887"/>
                  <a:gd name="T67" fmla="*/ 0 h 2288"/>
                  <a:gd name="T68" fmla="*/ 0 w 887"/>
                  <a:gd name="T69" fmla="*/ 0 h 2288"/>
                  <a:gd name="T70" fmla="*/ 0 w 887"/>
                  <a:gd name="T71" fmla="*/ 0 h 228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87"/>
                  <a:gd name="T109" fmla="*/ 0 h 2288"/>
                  <a:gd name="T110" fmla="*/ 887 w 887"/>
                  <a:gd name="T111" fmla="*/ 2288 h 228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87" h="2288">
                    <a:moveTo>
                      <a:pt x="641" y="139"/>
                    </a:moveTo>
                    <a:lnTo>
                      <a:pt x="698" y="480"/>
                    </a:lnTo>
                    <a:lnTo>
                      <a:pt x="669" y="669"/>
                    </a:lnTo>
                    <a:lnTo>
                      <a:pt x="698" y="874"/>
                    </a:lnTo>
                    <a:lnTo>
                      <a:pt x="669" y="1250"/>
                    </a:lnTo>
                    <a:lnTo>
                      <a:pt x="588" y="1668"/>
                    </a:lnTo>
                    <a:lnTo>
                      <a:pt x="470" y="1806"/>
                    </a:lnTo>
                    <a:lnTo>
                      <a:pt x="239" y="2057"/>
                    </a:lnTo>
                    <a:lnTo>
                      <a:pt x="358" y="1993"/>
                    </a:lnTo>
                    <a:lnTo>
                      <a:pt x="342" y="2052"/>
                    </a:lnTo>
                    <a:lnTo>
                      <a:pt x="0" y="2288"/>
                    </a:lnTo>
                    <a:lnTo>
                      <a:pt x="385" y="2052"/>
                    </a:lnTo>
                    <a:lnTo>
                      <a:pt x="535" y="1815"/>
                    </a:lnTo>
                    <a:lnTo>
                      <a:pt x="565" y="1716"/>
                    </a:lnTo>
                    <a:lnTo>
                      <a:pt x="613" y="1658"/>
                    </a:lnTo>
                    <a:lnTo>
                      <a:pt x="705" y="1202"/>
                    </a:lnTo>
                    <a:lnTo>
                      <a:pt x="768" y="1137"/>
                    </a:lnTo>
                    <a:lnTo>
                      <a:pt x="786" y="1070"/>
                    </a:lnTo>
                    <a:lnTo>
                      <a:pt x="768" y="1119"/>
                    </a:lnTo>
                    <a:lnTo>
                      <a:pt x="705" y="1174"/>
                    </a:lnTo>
                    <a:lnTo>
                      <a:pt x="736" y="982"/>
                    </a:lnTo>
                    <a:lnTo>
                      <a:pt x="821" y="669"/>
                    </a:lnTo>
                    <a:lnTo>
                      <a:pt x="887" y="490"/>
                    </a:lnTo>
                    <a:lnTo>
                      <a:pt x="887" y="347"/>
                    </a:lnTo>
                    <a:lnTo>
                      <a:pt x="846" y="187"/>
                    </a:lnTo>
                    <a:lnTo>
                      <a:pt x="705" y="0"/>
                    </a:lnTo>
                    <a:lnTo>
                      <a:pt x="821" y="198"/>
                    </a:lnTo>
                    <a:lnTo>
                      <a:pt x="835" y="291"/>
                    </a:lnTo>
                    <a:lnTo>
                      <a:pt x="786" y="235"/>
                    </a:lnTo>
                    <a:lnTo>
                      <a:pt x="821" y="424"/>
                    </a:lnTo>
                    <a:lnTo>
                      <a:pt x="749" y="406"/>
                    </a:lnTo>
                    <a:lnTo>
                      <a:pt x="764" y="600"/>
                    </a:lnTo>
                    <a:lnTo>
                      <a:pt x="724" y="717"/>
                    </a:lnTo>
                    <a:lnTo>
                      <a:pt x="705" y="611"/>
                    </a:lnTo>
                    <a:lnTo>
                      <a:pt x="714" y="439"/>
                    </a:lnTo>
                    <a:lnTo>
                      <a:pt x="641" y="1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42" name="Freeform 48">
                <a:extLst>
                  <a:ext uri="{FF2B5EF4-FFF2-40B4-BE49-F238E27FC236}">
                    <a16:creationId xmlns:a16="http://schemas.microsoft.com/office/drawing/2014/main" id="{7E5BFAE9-80B4-024E-D375-EA8B6C2AD7F2}"/>
                  </a:ext>
                </a:extLst>
              </p:cNvPr>
              <p:cNvSpPr>
                <a:spLocks/>
              </p:cNvSpPr>
              <p:nvPr/>
            </p:nvSpPr>
            <p:spPr bwMode="auto">
              <a:xfrm>
                <a:off x="5115" y="2970"/>
                <a:ext cx="10" cy="39"/>
              </a:xfrm>
              <a:custGeom>
                <a:avLst/>
                <a:gdLst>
                  <a:gd name="T0" fmla="*/ 0 w 81"/>
                  <a:gd name="T1" fmla="*/ 0 h 311"/>
                  <a:gd name="T2" fmla="*/ 0 w 81"/>
                  <a:gd name="T3" fmla="*/ 0 h 311"/>
                  <a:gd name="T4" fmla="*/ 0 w 81"/>
                  <a:gd name="T5" fmla="*/ 0 h 311"/>
                  <a:gd name="T6" fmla="*/ 0 w 81"/>
                  <a:gd name="T7" fmla="*/ 0 h 311"/>
                  <a:gd name="T8" fmla="*/ 0 w 81"/>
                  <a:gd name="T9" fmla="*/ 0 h 311"/>
                  <a:gd name="T10" fmla="*/ 0 w 81"/>
                  <a:gd name="T11" fmla="*/ 0 h 311"/>
                  <a:gd name="T12" fmla="*/ 0 w 81"/>
                  <a:gd name="T13" fmla="*/ 0 h 311"/>
                  <a:gd name="T14" fmla="*/ 0 w 81"/>
                  <a:gd name="T15" fmla="*/ 0 h 311"/>
                  <a:gd name="T16" fmla="*/ 0 w 81"/>
                  <a:gd name="T17" fmla="*/ 0 h 3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1"/>
                  <a:gd name="T28" fmla="*/ 0 h 311"/>
                  <a:gd name="T29" fmla="*/ 81 w 81"/>
                  <a:gd name="T30" fmla="*/ 311 h 3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1" h="311">
                    <a:moveTo>
                      <a:pt x="60" y="0"/>
                    </a:moveTo>
                    <a:lnTo>
                      <a:pt x="72" y="37"/>
                    </a:lnTo>
                    <a:lnTo>
                      <a:pt x="64" y="103"/>
                    </a:lnTo>
                    <a:lnTo>
                      <a:pt x="24" y="180"/>
                    </a:lnTo>
                    <a:lnTo>
                      <a:pt x="0" y="311"/>
                    </a:lnTo>
                    <a:lnTo>
                      <a:pt x="40" y="180"/>
                    </a:lnTo>
                    <a:lnTo>
                      <a:pt x="81" y="94"/>
                    </a:lnTo>
                    <a:lnTo>
                      <a:pt x="81" y="37"/>
                    </a:lnTo>
                    <a:lnTo>
                      <a:pt x="6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43" name="Freeform 49">
                <a:extLst>
                  <a:ext uri="{FF2B5EF4-FFF2-40B4-BE49-F238E27FC236}">
                    <a16:creationId xmlns:a16="http://schemas.microsoft.com/office/drawing/2014/main" id="{3F30AF86-7316-6E0C-58F4-BDDBAF2DA02E}"/>
                  </a:ext>
                </a:extLst>
              </p:cNvPr>
              <p:cNvSpPr>
                <a:spLocks/>
              </p:cNvSpPr>
              <p:nvPr/>
            </p:nvSpPr>
            <p:spPr bwMode="auto">
              <a:xfrm>
                <a:off x="4917" y="2968"/>
                <a:ext cx="23" cy="64"/>
              </a:xfrm>
              <a:custGeom>
                <a:avLst/>
                <a:gdLst>
                  <a:gd name="T0" fmla="*/ 0 w 189"/>
                  <a:gd name="T1" fmla="*/ 0 h 509"/>
                  <a:gd name="T2" fmla="*/ 0 w 189"/>
                  <a:gd name="T3" fmla="*/ 0 h 509"/>
                  <a:gd name="T4" fmla="*/ 0 w 189"/>
                  <a:gd name="T5" fmla="*/ 0 h 509"/>
                  <a:gd name="T6" fmla="*/ 0 w 189"/>
                  <a:gd name="T7" fmla="*/ 0 h 509"/>
                  <a:gd name="T8" fmla="*/ 0 w 189"/>
                  <a:gd name="T9" fmla="*/ 0 h 509"/>
                  <a:gd name="T10" fmla="*/ 0 w 189"/>
                  <a:gd name="T11" fmla="*/ 0 h 509"/>
                  <a:gd name="T12" fmla="*/ 0 w 189"/>
                  <a:gd name="T13" fmla="*/ 0 h 509"/>
                  <a:gd name="T14" fmla="*/ 0 w 189"/>
                  <a:gd name="T15" fmla="*/ 0 h 509"/>
                  <a:gd name="T16" fmla="*/ 0 w 189"/>
                  <a:gd name="T17" fmla="*/ 0 h 509"/>
                  <a:gd name="T18" fmla="*/ 0 w 189"/>
                  <a:gd name="T19" fmla="*/ 0 h 509"/>
                  <a:gd name="T20" fmla="*/ 0 w 189"/>
                  <a:gd name="T21" fmla="*/ 0 h 509"/>
                  <a:gd name="T22" fmla="*/ 0 w 189"/>
                  <a:gd name="T23" fmla="*/ 0 h 50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89"/>
                  <a:gd name="T37" fmla="*/ 0 h 509"/>
                  <a:gd name="T38" fmla="*/ 189 w 189"/>
                  <a:gd name="T39" fmla="*/ 509 h 50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89" h="509">
                    <a:moveTo>
                      <a:pt x="0" y="0"/>
                    </a:moveTo>
                    <a:lnTo>
                      <a:pt x="7" y="151"/>
                    </a:lnTo>
                    <a:lnTo>
                      <a:pt x="41" y="315"/>
                    </a:lnTo>
                    <a:lnTo>
                      <a:pt x="67" y="424"/>
                    </a:lnTo>
                    <a:lnTo>
                      <a:pt x="136" y="490"/>
                    </a:lnTo>
                    <a:lnTo>
                      <a:pt x="189" y="509"/>
                    </a:lnTo>
                    <a:lnTo>
                      <a:pt x="178" y="461"/>
                    </a:lnTo>
                    <a:lnTo>
                      <a:pt x="111" y="442"/>
                    </a:lnTo>
                    <a:lnTo>
                      <a:pt x="74" y="387"/>
                    </a:lnTo>
                    <a:lnTo>
                      <a:pt x="30" y="216"/>
                    </a:lnTo>
                    <a:lnTo>
                      <a:pt x="7" y="7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44" name="Freeform 50">
                <a:extLst>
                  <a:ext uri="{FF2B5EF4-FFF2-40B4-BE49-F238E27FC236}">
                    <a16:creationId xmlns:a16="http://schemas.microsoft.com/office/drawing/2014/main" id="{AC2CA812-03B9-84E5-5E0B-906AD296D89F}"/>
                  </a:ext>
                </a:extLst>
              </p:cNvPr>
              <p:cNvSpPr>
                <a:spLocks/>
              </p:cNvSpPr>
              <p:nvPr/>
            </p:nvSpPr>
            <p:spPr bwMode="auto">
              <a:xfrm>
                <a:off x="5171" y="3195"/>
                <a:ext cx="37" cy="127"/>
              </a:xfrm>
              <a:custGeom>
                <a:avLst/>
                <a:gdLst>
                  <a:gd name="T0" fmla="*/ 0 w 293"/>
                  <a:gd name="T1" fmla="*/ 0 h 1015"/>
                  <a:gd name="T2" fmla="*/ 0 w 293"/>
                  <a:gd name="T3" fmla="*/ 0 h 1015"/>
                  <a:gd name="T4" fmla="*/ 0 w 293"/>
                  <a:gd name="T5" fmla="*/ 0 h 1015"/>
                  <a:gd name="T6" fmla="*/ 0 w 293"/>
                  <a:gd name="T7" fmla="*/ 0 h 1015"/>
                  <a:gd name="T8" fmla="*/ 0 w 293"/>
                  <a:gd name="T9" fmla="*/ 0 h 1015"/>
                  <a:gd name="T10" fmla="*/ 0 w 293"/>
                  <a:gd name="T11" fmla="*/ 0 h 1015"/>
                  <a:gd name="T12" fmla="*/ 0 w 293"/>
                  <a:gd name="T13" fmla="*/ 0 h 1015"/>
                  <a:gd name="T14" fmla="*/ 0 w 293"/>
                  <a:gd name="T15" fmla="*/ 0 h 1015"/>
                  <a:gd name="T16" fmla="*/ 0 w 293"/>
                  <a:gd name="T17" fmla="*/ 0 h 1015"/>
                  <a:gd name="T18" fmla="*/ 0 w 293"/>
                  <a:gd name="T19" fmla="*/ 0 h 1015"/>
                  <a:gd name="T20" fmla="*/ 0 w 293"/>
                  <a:gd name="T21" fmla="*/ 0 h 1015"/>
                  <a:gd name="T22" fmla="*/ 0 w 293"/>
                  <a:gd name="T23" fmla="*/ 0 h 1015"/>
                  <a:gd name="T24" fmla="*/ 0 w 293"/>
                  <a:gd name="T25" fmla="*/ 0 h 1015"/>
                  <a:gd name="T26" fmla="*/ 0 w 293"/>
                  <a:gd name="T27" fmla="*/ 0 h 1015"/>
                  <a:gd name="T28" fmla="*/ 0 w 293"/>
                  <a:gd name="T29" fmla="*/ 0 h 1015"/>
                  <a:gd name="T30" fmla="*/ 0 w 293"/>
                  <a:gd name="T31" fmla="*/ 0 h 1015"/>
                  <a:gd name="T32" fmla="*/ 0 w 293"/>
                  <a:gd name="T33" fmla="*/ 0 h 1015"/>
                  <a:gd name="T34" fmla="*/ 0 w 293"/>
                  <a:gd name="T35" fmla="*/ 0 h 1015"/>
                  <a:gd name="T36" fmla="*/ 0 w 293"/>
                  <a:gd name="T37" fmla="*/ 0 h 1015"/>
                  <a:gd name="T38" fmla="*/ 0 w 293"/>
                  <a:gd name="T39" fmla="*/ 0 h 101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93"/>
                  <a:gd name="T61" fmla="*/ 0 h 1015"/>
                  <a:gd name="T62" fmla="*/ 293 w 293"/>
                  <a:gd name="T63" fmla="*/ 1015 h 101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93" h="1015">
                    <a:moveTo>
                      <a:pt x="293" y="0"/>
                    </a:moveTo>
                    <a:lnTo>
                      <a:pt x="212" y="63"/>
                    </a:lnTo>
                    <a:lnTo>
                      <a:pt x="152" y="167"/>
                    </a:lnTo>
                    <a:lnTo>
                      <a:pt x="82" y="420"/>
                    </a:lnTo>
                    <a:lnTo>
                      <a:pt x="78" y="499"/>
                    </a:lnTo>
                    <a:lnTo>
                      <a:pt x="0" y="609"/>
                    </a:lnTo>
                    <a:lnTo>
                      <a:pt x="0" y="683"/>
                    </a:lnTo>
                    <a:lnTo>
                      <a:pt x="82" y="784"/>
                    </a:lnTo>
                    <a:lnTo>
                      <a:pt x="82" y="1015"/>
                    </a:lnTo>
                    <a:lnTo>
                      <a:pt x="168" y="900"/>
                    </a:lnTo>
                    <a:lnTo>
                      <a:pt x="101" y="951"/>
                    </a:lnTo>
                    <a:lnTo>
                      <a:pt x="101" y="800"/>
                    </a:lnTo>
                    <a:lnTo>
                      <a:pt x="230" y="837"/>
                    </a:lnTo>
                    <a:lnTo>
                      <a:pt x="29" y="621"/>
                    </a:lnTo>
                    <a:lnTo>
                      <a:pt x="43" y="569"/>
                    </a:lnTo>
                    <a:lnTo>
                      <a:pt x="82" y="499"/>
                    </a:lnTo>
                    <a:lnTo>
                      <a:pt x="108" y="340"/>
                    </a:lnTo>
                    <a:lnTo>
                      <a:pt x="161" y="180"/>
                    </a:lnTo>
                    <a:lnTo>
                      <a:pt x="221" y="63"/>
                    </a:lnTo>
                    <a:lnTo>
                      <a:pt x="29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45" name="Freeform 51">
                <a:extLst>
                  <a:ext uri="{FF2B5EF4-FFF2-40B4-BE49-F238E27FC236}">
                    <a16:creationId xmlns:a16="http://schemas.microsoft.com/office/drawing/2014/main" id="{37398F52-7A0C-E959-0254-331926239534}"/>
                  </a:ext>
                </a:extLst>
              </p:cNvPr>
              <p:cNvSpPr>
                <a:spLocks/>
              </p:cNvSpPr>
              <p:nvPr/>
            </p:nvSpPr>
            <p:spPr bwMode="auto">
              <a:xfrm>
                <a:off x="5154" y="3276"/>
                <a:ext cx="28" cy="71"/>
              </a:xfrm>
              <a:custGeom>
                <a:avLst/>
                <a:gdLst>
                  <a:gd name="T0" fmla="*/ 0 w 220"/>
                  <a:gd name="T1" fmla="*/ 0 h 567"/>
                  <a:gd name="T2" fmla="*/ 0 w 220"/>
                  <a:gd name="T3" fmla="*/ 0 h 567"/>
                  <a:gd name="T4" fmla="*/ 0 w 220"/>
                  <a:gd name="T5" fmla="*/ 0 h 567"/>
                  <a:gd name="T6" fmla="*/ 0 w 220"/>
                  <a:gd name="T7" fmla="*/ 0 h 567"/>
                  <a:gd name="T8" fmla="*/ 0 w 220"/>
                  <a:gd name="T9" fmla="*/ 0 h 567"/>
                  <a:gd name="T10" fmla="*/ 0 w 220"/>
                  <a:gd name="T11" fmla="*/ 0 h 567"/>
                  <a:gd name="T12" fmla="*/ 0 w 220"/>
                  <a:gd name="T13" fmla="*/ 0 h 567"/>
                  <a:gd name="T14" fmla="*/ 0 w 220"/>
                  <a:gd name="T15" fmla="*/ 0 h 567"/>
                  <a:gd name="T16" fmla="*/ 0 w 220"/>
                  <a:gd name="T17" fmla="*/ 0 h 567"/>
                  <a:gd name="T18" fmla="*/ 0 w 220"/>
                  <a:gd name="T19" fmla="*/ 0 h 567"/>
                  <a:gd name="T20" fmla="*/ 0 w 220"/>
                  <a:gd name="T21" fmla="*/ 0 h 567"/>
                  <a:gd name="T22" fmla="*/ 0 w 220"/>
                  <a:gd name="T23" fmla="*/ 0 h 567"/>
                  <a:gd name="T24" fmla="*/ 0 w 220"/>
                  <a:gd name="T25" fmla="*/ 0 h 567"/>
                  <a:gd name="T26" fmla="*/ 0 w 220"/>
                  <a:gd name="T27" fmla="*/ 0 h 567"/>
                  <a:gd name="T28" fmla="*/ 0 w 220"/>
                  <a:gd name="T29" fmla="*/ 0 h 567"/>
                  <a:gd name="T30" fmla="*/ 0 w 220"/>
                  <a:gd name="T31" fmla="*/ 0 h 56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0"/>
                  <a:gd name="T49" fmla="*/ 0 h 567"/>
                  <a:gd name="T50" fmla="*/ 220 w 220"/>
                  <a:gd name="T51" fmla="*/ 567 h 56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0" h="567">
                    <a:moveTo>
                      <a:pt x="138" y="0"/>
                    </a:moveTo>
                    <a:lnTo>
                      <a:pt x="90" y="0"/>
                    </a:lnTo>
                    <a:lnTo>
                      <a:pt x="13" y="46"/>
                    </a:lnTo>
                    <a:lnTo>
                      <a:pt x="0" y="136"/>
                    </a:lnTo>
                    <a:lnTo>
                      <a:pt x="31" y="420"/>
                    </a:lnTo>
                    <a:lnTo>
                      <a:pt x="112" y="567"/>
                    </a:lnTo>
                    <a:lnTo>
                      <a:pt x="181" y="567"/>
                    </a:lnTo>
                    <a:lnTo>
                      <a:pt x="220" y="441"/>
                    </a:lnTo>
                    <a:lnTo>
                      <a:pt x="161" y="532"/>
                    </a:lnTo>
                    <a:lnTo>
                      <a:pt x="124" y="532"/>
                    </a:lnTo>
                    <a:lnTo>
                      <a:pt x="64" y="409"/>
                    </a:lnTo>
                    <a:lnTo>
                      <a:pt x="31" y="101"/>
                    </a:lnTo>
                    <a:lnTo>
                      <a:pt x="53" y="46"/>
                    </a:lnTo>
                    <a:lnTo>
                      <a:pt x="101" y="22"/>
                    </a:lnTo>
                    <a:lnTo>
                      <a:pt x="149" y="22"/>
                    </a:lnTo>
                    <a:lnTo>
                      <a:pt x="13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46" name="Freeform 52">
                <a:extLst>
                  <a:ext uri="{FF2B5EF4-FFF2-40B4-BE49-F238E27FC236}">
                    <a16:creationId xmlns:a16="http://schemas.microsoft.com/office/drawing/2014/main" id="{CD36FC20-19A0-9AF5-735A-1EE7DE1C4E26}"/>
                  </a:ext>
                </a:extLst>
              </p:cNvPr>
              <p:cNvSpPr>
                <a:spLocks/>
              </p:cNvSpPr>
              <p:nvPr/>
            </p:nvSpPr>
            <p:spPr bwMode="auto">
              <a:xfrm>
                <a:off x="5158" y="3277"/>
                <a:ext cx="166" cy="48"/>
              </a:xfrm>
              <a:custGeom>
                <a:avLst/>
                <a:gdLst>
                  <a:gd name="T0" fmla="*/ 0 w 1329"/>
                  <a:gd name="T1" fmla="*/ 0 h 384"/>
                  <a:gd name="T2" fmla="*/ 0 w 1329"/>
                  <a:gd name="T3" fmla="*/ 0 h 384"/>
                  <a:gd name="T4" fmla="*/ 0 w 1329"/>
                  <a:gd name="T5" fmla="*/ 0 h 384"/>
                  <a:gd name="T6" fmla="*/ 0 w 1329"/>
                  <a:gd name="T7" fmla="*/ 0 h 384"/>
                  <a:gd name="T8" fmla="*/ 0 w 1329"/>
                  <a:gd name="T9" fmla="*/ 0 h 384"/>
                  <a:gd name="T10" fmla="*/ 0 w 1329"/>
                  <a:gd name="T11" fmla="*/ 0 h 384"/>
                  <a:gd name="T12" fmla="*/ 0 w 1329"/>
                  <a:gd name="T13" fmla="*/ 0 h 384"/>
                  <a:gd name="T14" fmla="*/ 0 w 1329"/>
                  <a:gd name="T15" fmla="*/ 0 h 384"/>
                  <a:gd name="T16" fmla="*/ 0 w 1329"/>
                  <a:gd name="T17" fmla="*/ 0 h 384"/>
                  <a:gd name="T18" fmla="*/ 0 w 1329"/>
                  <a:gd name="T19" fmla="*/ 0 h 384"/>
                  <a:gd name="T20" fmla="*/ 0 w 1329"/>
                  <a:gd name="T21" fmla="*/ 0 h 384"/>
                  <a:gd name="T22" fmla="*/ 0 w 1329"/>
                  <a:gd name="T23" fmla="*/ 0 h 384"/>
                  <a:gd name="T24" fmla="*/ 0 w 1329"/>
                  <a:gd name="T25" fmla="*/ 0 h 384"/>
                  <a:gd name="T26" fmla="*/ 0 w 1329"/>
                  <a:gd name="T27" fmla="*/ 0 h 384"/>
                  <a:gd name="T28" fmla="*/ 0 w 1329"/>
                  <a:gd name="T29" fmla="*/ 0 h 38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29"/>
                  <a:gd name="T46" fmla="*/ 0 h 384"/>
                  <a:gd name="T47" fmla="*/ 1329 w 1329"/>
                  <a:gd name="T48" fmla="*/ 384 h 38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29" h="384">
                    <a:moveTo>
                      <a:pt x="13" y="114"/>
                    </a:moveTo>
                    <a:lnTo>
                      <a:pt x="1200" y="0"/>
                    </a:lnTo>
                    <a:lnTo>
                      <a:pt x="1285" y="54"/>
                    </a:lnTo>
                    <a:lnTo>
                      <a:pt x="1329" y="194"/>
                    </a:lnTo>
                    <a:lnTo>
                      <a:pt x="1248" y="114"/>
                    </a:lnTo>
                    <a:lnTo>
                      <a:pt x="1160" y="105"/>
                    </a:lnTo>
                    <a:lnTo>
                      <a:pt x="1114" y="105"/>
                    </a:lnTo>
                    <a:lnTo>
                      <a:pt x="1052" y="180"/>
                    </a:lnTo>
                    <a:lnTo>
                      <a:pt x="1026" y="286"/>
                    </a:lnTo>
                    <a:lnTo>
                      <a:pt x="1026" y="384"/>
                    </a:lnTo>
                    <a:lnTo>
                      <a:pt x="1015" y="268"/>
                    </a:lnTo>
                    <a:lnTo>
                      <a:pt x="1040" y="153"/>
                    </a:lnTo>
                    <a:lnTo>
                      <a:pt x="1114" y="68"/>
                    </a:lnTo>
                    <a:lnTo>
                      <a:pt x="0" y="171"/>
                    </a:lnTo>
                    <a:lnTo>
                      <a:pt x="13" y="1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47" name="Freeform 53">
                <a:extLst>
                  <a:ext uri="{FF2B5EF4-FFF2-40B4-BE49-F238E27FC236}">
                    <a16:creationId xmlns:a16="http://schemas.microsoft.com/office/drawing/2014/main" id="{D3F463F8-59FF-A26B-7593-C469DDAB7A39}"/>
                  </a:ext>
                </a:extLst>
              </p:cNvPr>
              <p:cNvSpPr>
                <a:spLocks/>
              </p:cNvSpPr>
              <p:nvPr/>
            </p:nvSpPr>
            <p:spPr bwMode="auto">
              <a:xfrm>
                <a:off x="5139" y="3295"/>
                <a:ext cx="38" cy="95"/>
              </a:xfrm>
              <a:custGeom>
                <a:avLst/>
                <a:gdLst>
                  <a:gd name="T0" fmla="*/ 0 w 297"/>
                  <a:gd name="T1" fmla="*/ 0 h 757"/>
                  <a:gd name="T2" fmla="*/ 0 w 297"/>
                  <a:gd name="T3" fmla="*/ 0 h 757"/>
                  <a:gd name="T4" fmla="*/ 0 w 297"/>
                  <a:gd name="T5" fmla="*/ 0 h 757"/>
                  <a:gd name="T6" fmla="*/ 0 w 297"/>
                  <a:gd name="T7" fmla="*/ 0 h 757"/>
                  <a:gd name="T8" fmla="*/ 0 w 297"/>
                  <a:gd name="T9" fmla="*/ 0 h 757"/>
                  <a:gd name="T10" fmla="*/ 0 w 297"/>
                  <a:gd name="T11" fmla="*/ 0 h 757"/>
                  <a:gd name="T12" fmla="*/ 0 w 297"/>
                  <a:gd name="T13" fmla="*/ 0 h 757"/>
                  <a:gd name="T14" fmla="*/ 0 w 297"/>
                  <a:gd name="T15" fmla="*/ 0 h 757"/>
                  <a:gd name="T16" fmla="*/ 0 w 297"/>
                  <a:gd name="T17" fmla="*/ 0 h 757"/>
                  <a:gd name="T18" fmla="*/ 0 w 297"/>
                  <a:gd name="T19" fmla="*/ 0 h 757"/>
                  <a:gd name="T20" fmla="*/ 0 w 297"/>
                  <a:gd name="T21" fmla="*/ 0 h 757"/>
                  <a:gd name="T22" fmla="*/ 0 w 297"/>
                  <a:gd name="T23" fmla="*/ 0 h 757"/>
                  <a:gd name="T24" fmla="*/ 0 w 297"/>
                  <a:gd name="T25" fmla="*/ 0 h 757"/>
                  <a:gd name="T26" fmla="*/ 0 w 297"/>
                  <a:gd name="T27" fmla="*/ 0 h 75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97"/>
                  <a:gd name="T43" fmla="*/ 0 h 757"/>
                  <a:gd name="T44" fmla="*/ 297 w 297"/>
                  <a:gd name="T45" fmla="*/ 757 h 75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97" h="757">
                    <a:moveTo>
                      <a:pt x="297" y="0"/>
                    </a:moveTo>
                    <a:lnTo>
                      <a:pt x="169" y="143"/>
                    </a:lnTo>
                    <a:lnTo>
                      <a:pt x="0" y="441"/>
                    </a:lnTo>
                    <a:lnTo>
                      <a:pt x="21" y="496"/>
                    </a:lnTo>
                    <a:lnTo>
                      <a:pt x="206" y="551"/>
                    </a:lnTo>
                    <a:lnTo>
                      <a:pt x="249" y="609"/>
                    </a:lnTo>
                    <a:lnTo>
                      <a:pt x="217" y="757"/>
                    </a:lnTo>
                    <a:lnTo>
                      <a:pt x="265" y="619"/>
                    </a:lnTo>
                    <a:lnTo>
                      <a:pt x="254" y="551"/>
                    </a:lnTo>
                    <a:lnTo>
                      <a:pt x="206" y="521"/>
                    </a:lnTo>
                    <a:lnTo>
                      <a:pt x="39" y="468"/>
                    </a:lnTo>
                    <a:lnTo>
                      <a:pt x="30" y="428"/>
                    </a:lnTo>
                    <a:lnTo>
                      <a:pt x="189" y="143"/>
                    </a:lnTo>
                    <a:lnTo>
                      <a:pt x="29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48" name="Freeform 54">
                <a:extLst>
                  <a:ext uri="{FF2B5EF4-FFF2-40B4-BE49-F238E27FC236}">
                    <a16:creationId xmlns:a16="http://schemas.microsoft.com/office/drawing/2014/main" id="{5BB28037-BA47-0633-34D4-A0F4577400DA}"/>
                  </a:ext>
                </a:extLst>
              </p:cNvPr>
              <p:cNvSpPr>
                <a:spLocks/>
              </p:cNvSpPr>
              <p:nvPr/>
            </p:nvSpPr>
            <p:spPr bwMode="auto">
              <a:xfrm>
                <a:off x="5169" y="3393"/>
                <a:ext cx="25" cy="28"/>
              </a:xfrm>
              <a:custGeom>
                <a:avLst/>
                <a:gdLst>
                  <a:gd name="T0" fmla="*/ 0 w 195"/>
                  <a:gd name="T1" fmla="*/ 0 h 223"/>
                  <a:gd name="T2" fmla="*/ 0 w 195"/>
                  <a:gd name="T3" fmla="*/ 0 h 223"/>
                  <a:gd name="T4" fmla="*/ 0 w 195"/>
                  <a:gd name="T5" fmla="*/ 0 h 223"/>
                  <a:gd name="T6" fmla="*/ 0 w 195"/>
                  <a:gd name="T7" fmla="*/ 0 h 223"/>
                  <a:gd name="T8" fmla="*/ 0 w 195"/>
                  <a:gd name="T9" fmla="*/ 0 h 223"/>
                  <a:gd name="T10" fmla="*/ 0 w 195"/>
                  <a:gd name="T11" fmla="*/ 0 h 223"/>
                  <a:gd name="T12" fmla="*/ 0 w 195"/>
                  <a:gd name="T13" fmla="*/ 0 h 223"/>
                  <a:gd name="T14" fmla="*/ 0 60000 65536"/>
                  <a:gd name="T15" fmla="*/ 0 60000 65536"/>
                  <a:gd name="T16" fmla="*/ 0 60000 65536"/>
                  <a:gd name="T17" fmla="*/ 0 60000 65536"/>
                  <a:gd name="T18" fmla="*/ 0 60000 65536"/>
                  <a:gd name="T19" fmla="*/ 0 60000 65536"/>
                  <a:gd name="T20" fmla="*/ 0 60000 65536"/>
                  <a:gd name="T21" fmla="*/ 0 w 195"/>
                  <a:gd name="T22" fmla="*/ 0 h 223"/>
                  <a:gd name="T23" fmla="*/ 195 w 195"/>
                  <a:gd name="T24" fmla="*/ 223 h 2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5" h="223">
                    <a:moveTo>
                      <a:pt x="106" y="23"/>
                    </a:moveTo>
                    <a:lnTo>
                      <a:pt x="195" y="223"/>
                    </a:lnTo>
                    <a:lnTo>
                      <a:pt x="106" y="111"/>
                    </a:lnTo>
                    <a:lnTo>
                      <a:pt x="92" y="61"/>
                    </a:lnTo>
                    <a:lnTo>
                      <a:pt x="0" y="0"/>
                    </a:lnTo>
                    <a:lnTo>
                      <a:pt x="96" y="50"/>
                    </a:lnTo>
                    <a:lnTo>
                      <a:pt x="106"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49" name="Freeform 55">
                <a:extLst>
                  <a:ext uri="{FF2B5EF4-FFF2-40B4-BE49-F238E27FC236}">
                    <a16:creationId xmlns:a16="http://schemas.microsoft.com/office/drawing/2014/main" id="{C878F0D1-51F0-0396-BB81-86D707B1AF12}"/>
                  </a:ext>
                </a:extLst>
              </p:cNvPr>
              <p:cNvSpPr>
                <a:spLocks/>
              </p:cNvSpPr>
              <p:nvPr/>
            </p:nvSpPr>
            <p:spPr bwMode="auto">
              <a:xfrm>
                <a:off x="5171" y="3406"/>
                <a:ext cx="11" cy="30"/>
              </a:xfrm>
              <a:custGeom>
                <a:avLst/>
                <a:gdLst>
                  <a:gd name="T0" fmla="*/ 0 w 82"/>
                  <a:gd name="T1" fmla="*/ 0 h 239"/>
                  <a:gd name="T2" fmla="*/ 0 w 82"/>
                  <a:gd name="T3" fmla="*/ 0 h 239"/>
                  <a:gd name="T4" fmla="*/ 0 w 82"/>
                  <a:gd name="T5" fmla="*/ 0 h 239"/>
                  <a:gd name="T6" fmla="*/ 0 w 82"/>
                  <a:gd name="T7" fmla="*/ 0 h 239"/>
                  <a:gd name="T8" fmla="*/ 0 w 82"/>
                  <a:gd name="T9" fmla="*/ 0 h 239"/>
                  <a:gd name="T10" fmla="*/ 0 w 82"/>
                  <a:gd name="T11" fmla="*/ 0 h 239"/>
                  <a:gd name="T12" fmla="*/ 0 60000 65536"/>
                  <a:gd name="T13" fmla="*/ 0 60000 65536"/>
                  <a:gd name="T14" fmla="*/ 0 60000 65536"/>
                  <a:gd name="T15" fmla="*/ 0 60000 65536"/>
                  <a:gd name="T16" fmla="*/ 0 60000 65536"/>
                  <a:gd name="T17" fmla="*/ 0 60000 65536"/>
                  <a:gd name="T18" fmla="*/ 0 w 82"/>
                  <a:gd name="T19" fmla="*/ 0 h 239"/>
                  <a:gd name="T20" fmla="*/ 82 w 82"/>
                  <a:gd name="T21" fmla="*/ 239 h 239"/>
                </a:gdLst>
                <a:ahLst/>
                <a:cxnLst>
                  <a:cxn ang="T12">
                    <a:pos x="T0" y="T1"/>
                  </a:cxn>
                  <a:cxn ang="T13">
                    <a:pos x="T2" y="T3"/>
                  </a:cxn>
                  <a:cxn ang="T14">
                    <a:pos x="T4" y="T5"/>
                  </a:cxn>
                  <a:cxn ang="T15">
                    <a:pos x="T6" y="T7"/>
                  </a:cxn>
                  <a:cxn ang="T16">
                    <a:pos x="T8" y="T9"/>
                  </a:cxn>
                  <a:cxn ang="T17">
                    <a:pos x="T10" y="T11"/>
                  </a:cxn>
                </a:cxnLst>
                <a:rect l="T18" t="T19" r="T20" b="T21"/>
                <a:pathLst>
                  <a:path w="82" h="239">
                    <a:moveTo>
                      <a:pt x="0" y="0"/>
                    </a:moveTo>
                    <a:lnTo>
                      <a:pt x="82" y="103"/>
                    </a:lnTo>
                    <a:lnTo>
                      <a:pt x="23" y="239"/>
                    </a:lnTo>
                    <a:lnTo>
                      <a:pt x="51" y="124"/>
                    </a:lnTo>
                    <a:lnTo>
                      <a:pt x="0" y="3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50" name="Freeform 56">
                <a:extLst>
                  <a:ext uri="{FF2B5EF4-FFF2-40B4-BE49-F238E27FC236}">
                    <a16:creationId xmlns:a16="http://schemas.microsoft.com/office/drawing/2014/main" id="{94194078-4927-3D84-6400-A7DD7D3160A2}"/>
                  </a:ext>
                </a:extLst>
              </p:cNvPr>
              <p:cNvSpPr>
                <a:spLocks/>
              </p:cNvSpPr>
              <p:nvPr/>
            </p:nvSpPr>
            <p:spPr bwMode="auto">
              <a:xfrm>
                <a:off x="5174" y="3407"/>
                <a:ext cx="149" cy="146"/>
              </a:xfrm>
              <a:custGeom>
                <a:avLst/>
                <a:gdLst>
                  <a:gd name="T0" fmla="*/ 0 w 1191"/>
                  <a:gd name="T1" fmla="*/ 0 h 1166"/>
                  <a:gd name="T2" fmla="*/ 0 w 1191"/>
                  <a:gd name="T3" fmla="*/ 0 h 1166"/>
                  <a:gd name="T4" fmla="*/ 0 w 1191"/>
                  <a:gd name="T5" fmla="*/ 0 h 1166"/>
                  <a:gd name="T6" fmla="*/ 0 w 1191"/>
                  <a:gd name="T7" fmla="*/ 0 h 1166"/>
                  <a:gd name="T8" fmla="*/ 0 w 1191"/>
                  <a:gd name="T9" fmla="*/ 0 h 1166"/>
                  <a:gd name="T10" fmla="*/ 0 w 1191"/>
                  <a:gd name="T11" fmla="*/ 0 h 1166"/>
                  <a:gd name="T12" fmla="*/ 0 w 1191"/>
                  <a:gd name="T13" fmla="*/ 0 h 1166"/>
                  <a:gd name="T14" fmla="*/ 0 w 1191"/>
                  <a:gd name="T15" fmla="*/ 0 h 1166"/>
                  <a:gd name="T16" fmla="*/ 0 w 1191"/>
                  <a:gd name="T17" fmla="*/ 0 h 1166"/>
                  <a:gd name="T18" fmla="*/ 0 w 1191"/>
                  <a:gd name="T19" fmla="*/ 0 h 1166"/>
                  <a:gd name="T20" fmla="*/ 0 w 1191"/>
                  <a:gd name="T21" fmla="*/ 0 h 1166"/>
                  <a:gd name="T22" fmla="*/ 0 w 1191"/>
                  <a:gd name="T23" fmla="*/ 0 h 1166"/>
                  <a:gd name="T24" fmla="*/ 0 w 1191"/>
                  <a:gd name="T25" fmla="*/ 0 h 1166"/>
                  <a:gd name="T26" fmla="*/ 0 w 1191"/>
                  <a:gd name="T27" fmla="*/ 0 h 1166"/>
                  <a:gd name="T28" fmla="*/ 0 w 1191"/>
                  <a:gd name="T29" fmla="*/ 0 h 1166"/>
                  <a:gd name="T30" fmla="*/ 0 w 1191"/>
                  <a:gd name="T31" fmla="*/ 0 h 1166"/>
                  <a:gd name="T32" fmla="*/ 0 w 1191"/>
                  <a:gd name="T33" fmla="*/ 0 h 1166"/>
                  <a:gd name="T34" fmla="*/ 0 w 1191"/>
                  <a:gd name="T35" fmla="*/ 0 h 1166"/>
                  <a:gd name="T36" fmla="*/ 0 w 1191"/>
                  <a:gd name="T37" fmla="*/ 0 h 1166"/>
                  <a:gd name="T38" fmla="*/ 0 w 1191"/>
                  <a:gd name="T39" fmla="*/ 0 h 1166"/>
                  <a:gd name="T40" fmla="*/ 0 w 1191"/>
                  <a:gd name="T41" fmla="*/ 0 h 1166"/>
                  <a:gd name="T42" fmla="*/ 0 w 1191"/>
                  <a:gd name="T43" fmla="*/ 0 h 1166"/>
                  <a:gd name="T44" fmla="*/ 0 w 1191"/>
                  <a:gd name="T45" fmla="*/ 0 h 1166"/>
                  <a:gd name="T46" fmla="*/ 0 w 1191"/>
                  <a:gd name="T47" fmla="*/ 0 h 1166"/>
                  <a:gd name="T48" fmla="*/ 0 w 1191"/>
                  <a:gd name="T49" fmla="*/ 0 h 1166"/>
                  <a:gd name="T50" fmla="*/ 0 w 1191"/>
                  <a:gd name="T51" fmla="*/ 0 h 1166"/>
                  <a:gd name="T52" fmla="*/ 0 w 1191"/>
                  <a:gd name="T53" fmla="*/ 0 h 1166"/>
                  <a:gd name="T54" fmla="*/ 0 w 1191"/>
                  <a:gd name="T55" fmla="*/ 0 h 1166"/>
                  <a:gd name="T56" fmla="*/ 0 w 1191"/>
                  <a:gd name="T57" fmla="*/ 0 h 1166"/>
                  <a:gd name="T58" fmla="*/ 0 w 1191"/>
                  <a:gd name="T59" fmla="*/ 0 h 1166"/>
                  <a:gd name="T60" fmla="*/ 0 w 1191"/>
                  <a:gd name="T61" fmla="*/ 0 h 1166"/>
                  <a:gd name="T62" fmla="*/ 0 w 1191"/>
                  <a:gd name="T63" fmla="*/ 0 h 1166"/>
                  <a:gd name="T64" fmla="*/ 0 w 1191"/>
                  <a:gd name="T65" fmla="*/ 0 h 11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191"/>
                  <a:gd name="T100" fmla="*/ 0 h 1166"/>
                  <a:gd name="T101" fmla="*/ 1191 w 1191"/>
                  <a:gd name="T102" fmla="*/ 1166 h 116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191" h="1166">
                    <a:moveTo>
                      <a:pt x="0" y="280"/>
                    </a:moveTo>
                    <a:lnTo>
                      <a:pt x="0" y="357"/>
                    </a:lnTo>
                    <a:lnTo>
                      <a:pt x="41" y="447"/>
                    </a:lnTo>
                    <a:lnTo>
                      <a:pt x="118" y="508"/>
                    </a:lnTo>
                    <a:lnTo>
                      <a:pt x="224" y="532"/>
                    </a:lnTo>
                    <a:lnTo>
                      <a:pt x="396" y="559"/>
                    </a:lnTo>
                    <a:lnTo>
                      <a:pt x="491" y="618"/>
                    </a:lnTo>
                    <a:lnTo>
                      <a:pt x="582" y="735"/>
                    </a:lnTo>
                    <a:lnTo>
                      <a:pt x="670" y="1018"/>
                    </a:lnTo>
                    <a:lnTo>
                      <a:pt x="639" y="1166"/>
                    </a:lnTo>
                    <a:lnTo>
                      <a:pt x="775" y="776"/>
                    </a:lnTo>
                    <a:lnTo>
                      <a:pt x="951" y="571"/>
                    </a:lnTo>
                    <a:lnTo>
                      <a:pt x="1191" y="391"/>
                    </a:lnTo>
                    <a:lnTo>
                      <a:pt x="959" y="532"/>
                    </a:lnTo>
                    <a:lnTo>
                      <a:pt x="815" y="661"/>
                    </a:lnTo>
                    <a:lnTo>
                      <a:pt x="738" y="750"/>
                    </a:lnTo>
                    <a:lnTo>
                      <a:pt x="738" y="378"/>
                    </a:lnTo>
                    <a:lnTo>
                      <a:pt x="767" y="202"/>
                    </a:lnTo>
                    <a:lnTo>
                      <a:pt x="855" y="0"/>
                    </a:lnTo>
                    <a:lnTo>
                      <a:pt x="738" y="53"/>
                    </a:lnTo>
                    <a:lnTo>
                      <a:pt x="639" y="154"/>
                    </a:lnTo>
                    <a:lnTo>
                      <a:pt x="540" y="267"/>
                    </a:lnTo>
                    <a:lnTo>
                      <a:pt x="483" y="290"/>
                    </a:lnTo>
                    <a:lnTo>
                      <a:pt x="424" y="290"/>
                    </a:lnTo>
                    <a:lnTo>
                      <a:pt x="351" y="253"/>
                    </a:lnTo>
                    <a:lnTo>
                      <a:pt x="270" y="202"/>
                    </a:lnTo>
                    <a:lnTo>
                      <a:pt x="270" y="290"/>
                    </a:lnTo>
                    <a:lnTo>
                      <a:pt x="244" y="370"/>
                    </a:lnTo>
                    <a:lnTo>
                      <a:pt x="207" y="391"/>
                    </a:lnTo>
                    <a:lnTo>
                      <a:pt x="138" y="391"/>
                    </a:lnTo>
                    <a:lnTo>
                      <a:pt x="69" y="378"/>
                    </a:lnTo>
                    <a:lnTo>
                      <a:pt x="20" y="330"/>
                    </a:lnTo>
                    <a:lnTo>
                      <a:pt x="0" y="2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51" name="Freeform 57">
                <a:extLst>
                  <a:ext uri="{FF2B5EF4-FFF2-40B4-BE49-F238E27FC236}">
                    <a16:creationId xmlns:a16="http://schemas.microsoft.com/office/drawing/2014/main" id="{B81500D4-4F73-D4DB-6C24-A993AA98526B}"/>
                  </a:ext>
                </a:extLst>
              </p:cNvPr>
              <p:cNvSpPr>
                <a:spLocks/>
              </p:cNvSpPr>
              <p:nvPr/>
            </p:nvSpPr>
            <p:spPr bwMode="auto">
              <a:xfrm>
                <a:off x="5308" y="3304"/>
                <a:ext cx="12" cy="62"/>
              </a:xfrm>
              <a:custGeom>
                <a:avLst/>
                <a:gdLst>
                  <a:gd name="T0" fmla="*/ 0 w 99"/>
                  <a:gd name="T1" fmla="*/ 0 h 494"/>
                  <a:gd name="T2" fmla="*/ 0 w 99"/>
                  <a:gd name="T3" fmla="*/ 0 h 494"/>
                  <a:gd name="T4" fmla="*/ 0 w 99"/>
                  <a:gd name="T5" fmla="*/ 0 h 494"/>
                  <a:gd name="T6" fmla="*/ 0 w 99"/>
                  <a:gd name="T7" fmla="*/ 0 h 494"/>
                  <a:gd name="T8" fmla="*/ 0 w 99"/>
                  <a:gd name="T9" fmla="*/ 0 h 494"/>
                  <a:gd name="T10" fmla="*/ 0 w 99"/>
                  <a:gd name="T11" fmla="*/ 0 h 494"/>
                  <a:gd name="T12" fmla="*/ 0 w 99"/>
                  <a:gd name="T13" fmla="*/ 0 h 494"/>
                  <a:gd name="T14" fmla="*/ 0 w 99"/>
                  <a:gd name="T15" fmla="*/ 0 h 494"/>
                  <a:gd name="T16" fmla="*/ 0 w 99"/>
                  <a:gd name="T17" fmla="*/ 0 h 4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9"/>
                  <a:gd name="T28" fmla="*/ 0 h 494"/>
                  <a:gd name="T29" fmla="*/ 99 w 99"/>
                  <a:gd name="T30" fmla="*/ 494 h 4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9" h="494">
                    <a:moveTo>
                      <a:pt x="0" y="0"/>
                    </a:moveTo>
                    <a:lnTo>
                      <a:pt x="77" y="117"/>
                    </a:lnTo>
                    <a:lnTo>
                      <a:pt x="99" y="240"/>
                    </a:lnTo>
                    <a:lnTo>
                      <a:pt x="85" y="341"/>
                    </a:lnTo>
                    <a:lnTo>
                      <a:pt x="20" y="494"/>
                    </a:lnTo>
                    <a:lnTo>
                      <a:pt x="68" y="332"/>
                    </a:lnTo>
                    <a:lnTo>
                      <a:pt x="68" y="231"/>
                    </a:lnTo>
                    <a:lnTo>
                      <a:pt x="59" y="11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52" name="Freeform 58">
                <a:extLst>
                  <a:ext uri="{FF2B5EF4-FFF2-40B4-BE49-F238E27FC236}">
                    <a16:creationId xmlns:a16="http://schemas.microsoft.com/office/drawing/2014/main" id="{CA30159D-ED03-7FFB-F192-20EABA2C4783}"/>
                  </a:ext>
                </a:extLst>
              </p:cNvPr>
              <p:cNvSpPr>
                <a:spLocks/>
              </p:cNvSpPr>
              <p:nvPr/>
            </p:nvSpPr>
            <p:spPr bwMode="auto">
              <a:xfrm>
                <a:off x="5206" y="3131"/>
                <a:ext cx="269" cy="313"/>
              </a:xfrm>
              <a:custGeom>
                <a:avLst/>
                <a:gdLst>
                  <a:gd name="T0" fmla="*/ 0 w 2158"/>
                  <a:gd name="T1" fmla="*/ 0 h 2496"/>
                  <a:gd name="T2" fmla="*/ 0 w 2158"/>
                  <a:gd name="T3" fmla="*/ 0 h 2496"/>
                  <a:gd name="T4" fmla="*/ 0 w 2158"/>
                  <a:gd name="T5" fmla="*/ 0 h 2496"/>
                  <a:gd name="T6" fmla="*/ 0 w 2158"/>
                  <a:gd name="T7" fmla="*/ 0 h 2496"/>
                  <a:gd name="T8" fmla="*/ 0 w 2158"/>
                  <a:gd name="T9" fmla="*/ 0 h 2496"/>
                  <a:gd name="T10" fmla="*/ 0 w 2158"/>
                  <a:gd name="T11" fmla="*/ 0 h 2496"/>
                  <a:gd name="T12" fmla="*/ 0 w 2158"/>
                  <a:gd name="T13" fmla="*/ 0 h 2496"/>
                  <a:gd name="T14" fmla="*/ 0 w 2158"/>
                  <a:gd name="T15" fmla="*/ 0 h 2496"/>
                  <a:gd name="T16" fmla="*/ 0 w 2158"/>
                  <a:gd name="T17" fmla="*/ 0 h 2496"/>
                  <a:gd name="T18" fmla="*/ 0 w 2158"/>
                  <a:gd name="T19" fmla="*/ 0 h 2496"/>
                  <a:gd name="T20" fmla="*/ 0 w 2158"/>
                  <a:gd name="T21" fmla="*/ 0 h 2496"/>
                  <a:gd name="T22" fmla="*/ 0 w 2158"/>
                  <a:gd name="T23" fmla="*/ 0 h 2496"/>
                  <a:gd name="T24" fmla="*/ 0 w 2158"/>
                  <a:gd name="T25" fmla="*/ 0 h 2496"/>
                  <a:gd name="T26" fmla="*/ 0 w 2158"/>
                  <a:gd name="T27" fmla="*/ 0 h 2496"/>
                  <a:gd name="T28" fmla="*/ 0 w 2158"/>
                  <a:gd name="T29" fmla="*/ 0 h 2496"/>
                  <a:gd name="T30" fmla="*/ 0 w 2158"/>
                  <a:gd name="T31" fmla="*/ 0 h 2496"/>
                  <a:gd name="T32" fmla="*/ 0 w 2158"/>
                  <a:gd name="T33" fmla="*/ 0 h 2496"/>
                  <a:gd name="T34" fmla="*/ 0 w 2158"/>
                  <a:gd name="T35" fmla="*/ 0 h 2496"/>
                  <a:gd name="T36" fmla="*/ 0 w 2158"/>
                  <a:gd name="T37" fmla="*/ 0 h 2496"/>
                  <a:gd name="T38" fmla="*/ 0 w 2158"/>
                  <a:gd name="T39" fmla="*/ 0 h 2496"/>
                  <a:gd name="T40" fmla="*/ 0 w 2158"/>
                  <a:gd name="T41" fmla="*/ 0 h 2496"/>
                  <a:gd name="T42" fmla="*/ 0 w 2158"/>
                  <a:gd name="T43" fmla="*/ 0 h 2496"/>
                  <a:gd name="T44" fmla="*/ 0 w 2158"/>
                  <a:gd name="T45" fmla="*/ 0 h 2496"/>
                  <a:gd name="T46" fmla="*/ 0 w 2158"/>
                  <a:gd name="T47" fmla="*/ 0 h 2496"/>
                  <a:gd name="T48" fmla="*/ 0 w 2158"/>
                  <a:gd name="T49" fmla="*/ 0 h 2496"/>
                  <a:gd name="T50" fmla="*/ 0 w 2158"/>
                  <a:gd name="T51" fmla="*/ 0 h 2496"/>
                  <a:gd name="T52" fmla="*/ 0 w 2158"/>
                  <a:gd name="T53" fmla="*/ 0 h 2496"/>
                  <a:gd name="T54" fmla="*/ 0 w 2158"/>
                  <a:gd name="T55" fmla="*/ 0 h 2496"/>
                  <a:gd name="T56" fmla="*/ 0 w 2158"/>
                  <a:gd name="T57" fmla="*/ 0 h 2496"/>
                  <a:gd name="T58" fmla="*/ 0 w 2158"/>
                  <a:gd name="T59" fmla="*/ 0 h 2496"/>
                  <a:gd name="T60" fmla="*/ 0 w 2158"/>
                  <a:gd name="T61" fmla="*/ 0 h 2496"/>
                  <a:gd name="T62" fmla="*/ 0 w 2158"/>
                  <a:gd name="T63" fmla="*/ 0 h 2496"/>
                  <a:gd name="T64" fmla="*/ 0 w 2158"/>
                  <a:gd name="T65" fmla="*/ 0 h 2496"/>
                  <a:gd name="T66" fmla="*/ 0 w 2158"/>
                  <a:gd name="T67" fmla="*/ 0 h 2496"/>
                  <a:gd name="T68" fmla="*/ 0 w 2158"/>
                  <a:gd name="T69" fmla="*/ 0 h 2496"/>
                  <a:gd name="T70" fmla="*/ 0 w 2158"/>
                  <a:gd name="T71" fmla="*/ 0 h 2496"/>
                  <a:gd name="T72" fmla="*/ 0 w 2158"/>
                  <a:gd name="T73" fmla="*/ 0 h 2496"/>
                  <a:gd name="T74" fmla="*/ 0 w 2158"/>
                  <a:gd name="T75" fmla="*/ 0 h 2496"/>
                  <a:gd name="T76" fmla="*/ 0 w 2158"/>
                  <a:gd name="T77" fmla="*/ 0 h 2496"/>
                  <a:gd name="T78" fmla="*/ 0 w 2158"/>
                  <a:gd name="T79" fmla="*/ 0 h 2496"/>
                  <a:gd name="T80" fmla="*/ 0 w 2158"/>
                  <a:gd name="T81" fmla="*/ 0 h 2496"/>
                  <a:gd name="T82" fmla="*/ 0 w 2158"/>
                  <a:gd name="T83" fmla="*/ 0 h 2496"/>
                  <a:gd name="T84" fmla="*/ 0 w 2158"/>
                  <a:gd name="T85" fmla="*/ 0 h 2496"/>
                  <a:gd name="T86" fmla="*/ 0 w 2158"/>
                  <a:gd name="T87" fmla="*/ 0 h 2496"/>
                  <a:gd name="T88" fmla="*/ 0 w 2158"/>
                  <a:gd name="T89" fmla="*/ 0 h 2496"/>
                  <a:gd name="T90" fmla="*/ 0 w 2158"/>
                  <a:gd name="T91" fmla="*/ 0 h 2496"/>
                  <a:gd name="T92" fmla="*/ 0 w 2158"/>
                  <a:gd name="T93" fmla="*/ 0 h 2496"/>
                  <a:gd name="T94" fmla="*/ 0 w 2158"/>
                  <a:gd name="T95" fmla="*/ 0 h 2496"/>
                  <a:gd name="T96" fmla="*/ 0 w 2158"/>
                  <a:gd name="T97" fmla="*/ 0 h 2496"/>
                  <a:gd name="T98" fmla="*/ 0 w 2158"/>
                  <a:gd name="T99" fmla="*/ 0 h 2496"/>
                  <a:gd name="T100" fmla="*/ 0 w 2158"/>
                  <a:gd name="T101" fmla="*/ 0 h 2496"/>
                  <a:gd name="T102" fmla="*/ 0 w 2158"/>
                  <a:gd name="T103" fmla="*/ 0 h 2496"/>
                  <a:gd name="T104" fmla="*/ 0 w 2158"/>
                  <a:gd name="T105" fmla="*/ 0 h 2496"/>
                  <a:gd name="T106" fmla="*/ 0 w 2158"/>
                  <a:gd name="T107" fmla="*/ 0 h 2496"/>
                  <a:gd name="T108" fmla="*/ 0 w 2158"/>
                  <a:gd name="T109" fmla="*/ 0 h 2496"/>
                  <a:gd name="T110" fmla="*/ 0 w 2158"/>
                  <a:gd name="T111" fmla="*/ 0 h 2496"/>
                  <a:gd name="T112" fmla="*/ 0 w 2158"/>
                  <a:gd name="T113" fmla="*/ 0 h 2496"/>
                  <a:gd name="T114" fmla="*/ 0 w 2158"/>
                  <a:gd name="T115" fmla="*/ 0 h 249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158"/>
                  <a:gd name="T175" fmla="*/ 0 h 2496"/>
                  <a:gd name="T176" fmla="*/ 2158 w 2158"/>
                  <a:gd name="T177" fmla="*/ 2496 h 249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158" h="2496">
                    <a:moveTo>
                      <a:pt x="975" y="1433"/>
                    </a:moveTo>
                    <a:lnTo>
                      <a:pt x="1006" y="1576"/>
                    </a:lnTo>
                    <a:lnTo>
                      <a:pt x="1006" y="1701"/>
                    </a:lnTo>
                    <a:lnTo>
                      <a:pt x="964" y="1818"/>
                    </a:lnTo>
                    <a:lnTo>
                      <a:pt x="865" y="1954"/>
                    </a:lnTo>
                    <a:lnTo>
                      <a:pt x="749" y="2053"/>
                    </a:lnTo>
                    <a:lnTo>
                      <a:pt x="706" y="2053"/>
                    </a:lnTo>
                    <a:lnTo>
                      <a:pt x="657" y="2053"/>
                    </a:lnTo>
                    <a:lnTo>
                      <a:pt x="632" y="2028"/>
                    </a:lnTo>
                    <a:lnTo>
                      <a:pt x="652" y="2081"/>
                    </a:lnTo>
                    <a:lnTo>
                      <a:pt x="731" y="2081"/>
                    </a:lnTo>
                    <a:lnTo>
                      <a:pt x="786" y="2053"/>
                    </a:lnTo>
                    <a:lnTo>
                      <a:pt x="894" y="2039"/>
                    </a:lnTo>
                    <a:lnTo>
                      <a:pt x="984" y="1954"/>
                    </a:lnTo>
                    <a:lnTo>
                      <a:pt x="1061" y="1829"/>
                    </a:lnTo>
                    <a:lnTo>
                      <a:pt x="1107" y="1675"/>
                    </a:lnTo>
                    <a:lnTo>
                      <a:pt x="1201" y="2018"/>
                    </a:lnTo>
                    <a:lnTo>
                      <a:pt x="1307" y="2156"/>
                    </a:lnTo>
                    <a:lnTo>
                      <a:pt x="1474" y="2288"/>
                    </a:lnTo>
                    <a:lnTo>
                      <a:pt x="1338" y="2270"/>
                    </a:lnTo>
                    <a:lnTo>
                      <a:pt x="1538" y="2397"/>
                    </a:lnTo>
                    <a:lnTo>
                      <a:pt x="1169" y="2496"/>
                    </a:lnTo>
                    <a:lnTo>
                      <a:pt x="1693" y="2387"/>
                    </a:lnTo>
                    <a:lnTo>
                      <a:pt x="1725" y="2433"/>
                    </a:lnTo>
                    <a:lnTo>
                      <a:pt x="1819" y="2206"/>
                    </a:lnTo>
                    <a:lnTo>
                      <a:pt x="2023" y="1839"/>
                    </a:lnTo>
                    <a:lnTo>
                      <a:pt x="2135" y="1459"/>
                    </a:lnTo>
                    <a:lnTo>
                      <a:pt x="2158" y="1147"/>
                    </a:lnTo>
                    <a:lnTo>
                      <a:pt x="2115" y="892"/>
                    </a:lnTo>
                    <a:lnTo>
                      <a:pt x="2065" y="714"/>
                    </a:lnTo>
                    <a:lnTo>
                      <a:pt x="1966" y="442"/>
                    </a:lnTo>
                    <a:lnTo>
                      <a:pt x="1792" y="202"/>
                    </a:lnTo>
                    <a:lnTo>
                      <a:pt x="1564" y="31"/>
                    </a:lnTo>
                    <a:lnTo>
                      <a:pt x="1326" y="0"/>
                    </a:lnTo>
                    <a:lnTo>
                      <a:pt x="1192" y="31"/>
                    </a:lnTo>
                    <a:lnTo>
                      <a:pt x="955" y="114"/>
                    </a:lnTo>
                    <a:lnTo>
                      <a:pt x="894" y="31"/>
                    </a:lnTo>
                    <a:lnTo>
                      <a:pt x="740" y="80"/>
                    </a:lnTo>
                    <a:lnTo>
                      <a:pt x="386" y="154"/>
                    </a:lnTo>
                    <a:lnTo>
                      <a:pt x="187" y="181"/>
                    </a:lnTo>
                    <a:lnTo>
                      <a:pt x="98" y="231"/>
                    </a:lnTo>
                    <a:lnTo>
                      <a:pt x="17" y="327"/>
                    </a:lnTo>
                    <a:lnTo>
                      <a:pt x="0" y="442"/>
                    </a:lnTo>
                    <a:lnTo>
                      <a:pt x="30" y="497"/>
                    </a:lnTo>
                    <a:lnTo>
                      <a:pt x="98" y="622"/>
                    </a:lnTo>
                    <a:lnTo>
                      <a:pt x="107" y="751"/>
                    </a:lnTo>
                    <a:lnTo>
                      <a:pt x="92" y="976"/>
                    </a:lnTo>
                    <a:lnTo>
                      <a:pt x="129" y="1106"/>
                    </a:lnTo>
                    <a:lnTo>
                      <a:pt x="279" y="1270"/>
                    </a:lnTo>
                    <a:lnTo>
                      <a:pt x="287" y="1477"/>
                    </a:lnTo>
                    <a:lnTo>
                      <a:pt x="395" y="1723"/>
                    </a:lnTo>
                    <a:lnTo>
                      <a:pt x="505" y="1661"/>
                    </a:lnTo>
                    <a:lnTo>
                      <a:pt x="505" y="1537"/>
                    </a:lnTo>
                    <a:lnTo>
                      <a:pt x="652" y="1382"/>
                    </a:lnTo>
                    <a:lnTo>
                      <a:pt x="731" y="1257"/>
                    </a:lnTo>
                    <a:lnTo>
                      <a:pt x="876" y="1270"/>
                    </a:lnTo>
                    <a:lnTo>
                      <a:pt x="946" y="1359"/>
                    </a:lnTo>
                    <a:lnTo>
                      <a:pt x="975" y="14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53" name="Freeform 59">
                <a:extLst>
                  <a:ext uri="{FF2B5EF4-FFF2-40B4-BE49-F238E27FC236}">
                    <a16:creationId xmlns:a16="http://schemas.microsoft.com/office/drawing/2014/main" id="{7D8D170E-648C-5B62-2B4E-0EEEA9F867C8}"/>
                  </a:ext>
                </a:extLst>
              </p:cNvPr>
              <p:cNvSpPr>
                <a:spLocks/>
              </p:cNvSpPr>
              <p:nvPr/>
            </p:nvSpPr>
            <p:spPr bwMode="auto">
              <a:xfrm>
                <a:off x="5208" y="3116"/>
                <a:ext cx="212" cy="55"/>
              </a:xfrm>
              <a:custGeom>
                <a:avLst/>
                <a:gdLst>
                  <a:gd name="T0" fmla="*/ 0 w 1696"/>
                  <a:gd name="T1" fmla="*/ 0 h 446"/>
                  <a:gd name="T2" fmla="*/ 0 w 1696"/>
                  <a:gd name="T3" fmla="*/ 0 h 446"/>
                  <a:gd name="T4" fmla="*/ 0 w 1696"/>
                  <a:gd name="T5" fmla="*/ 0 h 446"/>
                  <a:gd name="T6" fmla="*/ 0 w 1696"/>
                  <a:gd name="T7" fmla="*/ 0 h 446"/>
                  <a:gd name="T8" fmla="*/ 0 w 1696"/>
                  <a:gd name="T9" fmla="*/ 0 h 446"/>
                  <a:gd name="T10" fmla="*/ 0 w 1696"/>
                  <a:gd name="T11" fmla="*/ 0 h 446"/>
                  <a:gd name="T12" fmla="*/ 0 w 1696"/>
                  <a:gd name="T13" fmla="*/ 0 h 446"/>
                  <a:gd name="T14" fmla="*/ 0 w 1696"/>
                  <a:gd name="T15" fmla="*/ 0 h 446"/>
                  <a:gd name="T16" fmla="*/ 0 w 1696"/>
                  <a:gd name="T17" fmla="*/ 0 h 446"/>
                  <a:gd name="T18" fmla="*/ 0 w 1696"/>
                  <a:gd name="T19" fmla="*/ 0 h 446"/>
                  <a:gd name="T20" fmla="*/ 0 w 1696"/>
                  <a:gd name="T21" fmla="*/ 0 h 446"/>
                  <a:gd name="T22" fmla="*/ 0 w 1696"/>
                  <a:gd name="T23" fmla="*/ 0 h 446"/>
                  <a:gd name="T24" fmla="*/ 0 w 1696"/>
                  <a:gd name="T25" fmla="*/ 0 h 446"/>
                  <a:gd name="T26" fmla="*/ 0 w 1696"/>
                  <a:gd name="T27" fmla="*/ 0 h 446"/>
                  <a:gd name="T28" fmla="*/ 0 w 1696"/>
                  <a:gd name="T29" fmla="*/ 0 h 446"/>
                  <a:gd name="T30" fmla="*/ 0 w 1696"/>
                  <a:gd name="T31" fmla="*/ 0 h 44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96"/>
                  <a:gd name="T49" fmla="*/ 0 h 446"/>
                  <a:gd name="T50" fmla="*/ 1696 w 1696"/>
                  <a:gd name="T51" fmla="*/ 446 h 44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96" h="446">
                    <a:moveTo>
                      <a:pt x="0" y="446"/>
                    </a:moveTo>
                    <a:lnTo>
                      <a:pt x="103" y="297"/>
                    </a:lnTo>
                    <a:lnTo>
                      <a:pt x="327" y="119"/>
                    </a:lnTo>
                    <a:lnTo>
                      <a:pt x="681" y="29"/>
                    </a:lnTo>
                    <a:lnTo>
                      <a:pt x="1009" y="0"/>
                    </a:lnTo>
                    <a:lnTo>
                      <a:pt x="1290" y="29"/>
                    </a:lnTo>
                    <a:lnTo>
                      <a:pt x="1547" y="142"/>
                    </a:lnTo>
                    <a:lnTo>
                      <a:pt x="1696" y="267"/>
                    </a:lnTo>
                    <a:lnTo>
                      <a:pt x="1422" y="105"/>
                    </a:lnTo>
                    <a:lnTo>
                      <a:pt x="1224" y="52"/>
                    </a:lnTo>
                    <a:lnTo>
                      <a:pt x="1009" y="41"/>
                    </a:lnTo>
                    <a:lnTo>
                      <a:pt x="740" y="52"/>
                    </a:lnTo>
                    <a:lnTo>
                      <a:pt x="468" y="105"/>
                    </a:lnTo>
                    <a:lnTo>
                      <a:pt x="292" y="167"/>
                    </a:lnTo>
                    <a:lnTo>
                      <a:pt x="112" y="308"/>
                    </a:lnTo>
                    <a:lnTo>
                      <a:pt x="0" y="4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54" name="Freeform 60">
                <a:extLst>
                  <a:ext uri="{FF2B5EF4-FFF2-40B4-BE49-F238E27FC236}">
                    <a16:creationId xmlns:a16="http://schemas.microsoft.com/office/drawing/2014/main" id="{30A30EF8-7ED8-7F8C-CC6D-DD14FA3A074E}"/>
                  </a:ext>
                </a:extLst>
              </p:cNvPr>
              <p:cNvSpPr>
                <a:spLocks/>
              </p:cNvSpPr>
              <p:nvPr/>
            </p:nvSpPr>
            <p:spPr bwMode="auto">
              <a:xfrm>
                <a:off x="5296" y="3304"/>
                <a:ext cx="8" cy="34"/>
              </a:xfrm>
              <a:custGeom>
                <a:avLst/>
                <a:gdLst>
                  <a:gd name="T0" fmla="*/ 0 w 66"/>
                  <a:gd name="T1" fmla="*/ 0 h 268"/>
                  <a:gd name="T2" fmla="*/ 0 w 66"/>
                  <a:gd name="T3" fmla="*/ 0 h 268"/>
                  <a:gd name="T4" fmla="*/ 0 w 66"/>
                  <a:gd name="T5" fmla="*/ 0 h 268"/>
                  <a:gd name="T6" fmla="*/ 0 w 66"/>
                  <a:gd name="T7" fmla="*/ 0 h 268"/>
                  <a:gd name="T8" fmla="*/ 0 w 66"/>
                  <a:gd name="T9" fmla="*/ 0 h 268"/>
                  <a:gd name="T10" fmla="*/ 0 w 66"/>
                  <a:gd name="T11" fmla="*/ 0 h 268"/>
                  <a:gd name="T12" fmla="*/ 0 w 66"/>
                  <a:gd name="T13" fmla="*/ 0 h 268"/>
                  <a:gd name="T14" fmla="*/ 0 60000 65536"/>
                  <a:gd name="T15" fmla="*/ 0 60000 65536"/>
                  <a:gd name="T16" fmla="*/ 0 60000 65536"/>
                  <a:gd name="T17" fmla="*/ 0 60000 65536"/>
                  <a:gd name="T18" fmla="*/ 0 60000 65536"/>
                  <a:gd name="T19" fmla="*/ 0 60000 65536"/>
                  <a:gd name="T20" fmla="*/ 0 60000 65536"/>
                  <a:gd name="T21" fmla="*/ 0 w 66"/>
                  <a:gd name="T22" fmla="*/ 0 h 268"/>
                  <a:gd name="T23" fmla="*/ 66 w 66"/>
                  <a:gd name="T24" fmla="*/ 268 h 2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268">
                    <a:moveTo>
                      <a:pt x="57" y="0"/>
                    </a:moveTo>
                    <a:lnTo>
                      <a:pt x="0" y="26"/>
                    </a:lnTo>
                    <a:lnTo>
                      <a:pt x="0" y="128"/>
                    </a:lnTo>
                    <a:lnTo>
                      <a:pt x="66" y="268"/>
                    </a:lnTo>
                    <a:lnTo>
                      <a:pt x="29" y="128"/>
                    </a:lnTo>
                    <a:lnTo>
                      <a:pt x="29" y="40"/>
                    </a:lnTo>
                    <a:lnTo>
                      <a:pt x="5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55" name="Freeform 61">
                <a:extLst>
                  <a:ext uri="{FF2B5EF4-FFF2-40B4-BE49-F238E27FC236}">
                    <a16:creationId xmlns:a16="http://schemas.microsoft.com/office/drawing/2014/main" id="{2024F1F6-B39C-D171-F63E-D5518E575F0E}"/>
                  </a:ext>
                </a:extLst>
              </p:cNvPr>
              <p:cNvSpPr>
                <a:spLocks/>
              </p:cNvSpPr>
              <p:nvPr/>
            </p:nvSpPr>
            <p:spPr bwMode="auto">
              <a:xfrm>
                <a:off x="5283" y="3337"/>
                <a:ext cx="26" cy="27"/>
              </a:xfrm>
              <a:custGeom>
                <a:avLst/>
                <a:gdLst>
                  <a:gd name="T0" fmla="*/ 0 w 207"/>
                  <a:gd name="T1" fmla="*/ 0 h 219"/>
                  <a:gd name="T2" fmla="*/ 0 w 207"/>
                  <a:gd name="T3" fmla="*/ 0 h 219"/>
                  <a:gd name="T4" fmla="*/ 0 w 207"/>
                  <a:gd name="T5" fmla="*/ 0 h 219"/>
                  <a:gd name="T6" fmla="*/ 0 w 207"/>
                  <a:gd name="T7" fmla="*/ 0 h 219"/>
                  <a:gd name="T8" fmla="*/ 0 w 207"/>
                  <a:gd name="T9" fmla="*/ 0 h 219"/>
                  <a:gd name="T10" fmla="*/ 0 w 207"/>
                  <a:gd name="T11" fmla="*/ 0 h 219"/>
                  <a:gd name="T12" fmla="*/ 0 w 207"/>
                  <a:gd name="T13" fmla="*/ 0 h 219"/>
                  <a:gd name="T14" fmla="*/ 0 w 207"/>
                  <a:gd name="T15" fmla="*/ 0 h 219"/>
                  <a:gd name="T16" fmla="*/ 0 w 207"/>
                  <a:gd name="T17" fmla="*/ 0 h 2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7"/>
                  <a:gd name="T28" fmla="*/ 0 h 219"/>
                  <a:gd name="T29" fmla="*/ 207 w 207"/>
                  <a:gd name="T30" fmla="*/ 219 h 21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7" h="219">
                    <a:moveTo>
                      <a:pt x="156" y="0"/>
                    </a:moveTo>
                    <a:lnTo>
                      <a:pt x="128" y="35"/>
                    </a:lnTo>
                    <a:lnTo>
                      <a:pt x="68" y="21"/>
                    </a:lnTo>
                    <a:lnTo>
                      <a:pt x="48" y="136"/>
                    </a:lnTo>
                    <a:lnTo>
                      <a:pt x="0" y="219"/>
                    </a:lnTo>
                    <a:lnTo>
                      <a:pt x="85" y="136"/>
                    </a:lnTo>
                    <a:lnTo>
                      <a:pt x="165" y="136"/>
                    </a:lnTo>
                    <a:lnTo>
                      <a:pt x="207" y="74"/>
                    </a:lnTo>
                    <a:lnTo>
                      <a:pt x="15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56" name="Freeform 62">
                <a:extLst>
                  <a:ext uri="{FF2B5EF4-FFF2-40B4-BE49-F238E27FC236}">
                    <a16:creationId xmlns:a16="http://schemas.microsoft.com/office/drawing/2014/main" id="{26FF6D11-998D-02ED-2180-233F8569269C}"/>
                  </a:ext>
                </a:extLst>
              </p:cNvPr>
              <p:cNvSpPr>
                <a:spLocks/>
              </p:cNvSpPr>
              <p:nvPr/>
            </p:nvSpPr>
            <p:spPr bwMode="auto">
              <a:xfrm>
                <a:off x="4465" y="2952"/>
                <a:ext cx="70" cy="13"/>
              </a:xfrm>
              <a:custGeom>
                <a:avLst/>
                <a:gdLst>
                  <a:gd name="T0" fmla="*/ 0 w 558"/>
                  <a:gd name="T1" fmla="*/ 0 h 104"/>
                  <a:gd name="T2" fmla="*/ 0 w 558"/>
                  <a:gd name="T3" fmla="*/ 0 h 104"/>
                  <a:gd name="T4" fmla="*/ 0 w 558"/>
                  <a:gd name="T5" fmla="*/ 0 h 104"/>
                  <a:gd name="T6" fmla="*/ 0 w 558"/>
                  <a:gd name="T7" fmla="*/ 0 h 104"/>
                  <a:gd name="T8" fmla="*/ 0 w 558"/>
                  <a:gd name="T9" fmla="*/ 0 h 104"/>
                  <a:gd name="T10" fmla="*/ 0 w 558"/>
                  <a:gd name="T11" fmla="*/ 0 h 104"/>
                  <a:gd name="T12" fmla="*/ 0 w 558"/>
                  <a:gd name="T13" fmla="*/ 0 h 104"/>
                  <a:gd name="T14" fmla="*/ 0 w 558"/>
                  <a:gd name="T15" fmla="*/ 0 h 104"/>
                  <a:gd name="T16" fmla="*/ 0 w 558"/>
                  <a:gd name="T17" fmla="*/ 0 h 1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8"/>
                  <a:gd name="T28" fmla="*/ 0 h 104"/>
                  <a:gd name="T29" fmla="*/ 558 w 558"/>
                  <a:gd name="T30" fmla="*/ 104 h 1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8" h="104">
                    <a:moveTo>
                      <a:pt x="525" y="104"/>
                    </a:moveTo>
                    <a:lnTo>
                      <a:pt x="236" y="44"/>
                    </a:lnTo>
                    <a:lnTo>
                      <a:pt x="149" y="44"/>
                    </a:lnTo>
                    <a:lnTo>
                      <a:pt x="0" y="104"/>
                    </a:lnTo>
                    <a:lnTo>
                      <a:pt x="149" y="12"/>
                    </a:lnTo>
                    <a:lnTo>
                      <a:pt x="224" y="0"/>
                    </a:lnTo>
                    <a:lnTo>
                      <a:pt x="545" y="44"/>
                    </a:lnTo>
                    <a:lnTo>
                      <a:pt x="558" y="79"/>
                    </a:lnTo>
                    <a:lnTo>
                      <a:pt x="525" y="1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57" name="Freeform 63">
                <a:extLst>
                  <a:ext uri="{FF2B5EF4-FFF2-40B4-BE49-F238E27FC236}">
                    <a16:creationId xmlns:a16="http://schemas.microsoft.com/office/drawing/2014/main" id="{1DB32572-C209-4889-C575-C45EDB396720}"/>
                  </a:ext>
                </a:extLst>
              </p:cNvPr>
              <p:cNvSpPr>
                <a:spLocks/>
              </p:cNvSpPr>
              <p:nvPr/>
            </p:nvSpPr>
            <p:spPr bwMode="auto">
              <a:xfrm>
                <a:off x="4515" y="3034"/>
                <a:ext cx="52" cy="11"/>
              </a:xfrm>
              <a:custGeom>
                <a:avLst/>
                <a:gdLst>
                  <a:gd name="T0" fmla="*/ 0 w 420"/>
                  <a:gd name="T1" fmla="*/ 0 h 88"/>
                  <a:gd name="T2" fmla="*/ 0 w 420"/>
                  <a:gd name="T3" fmla="*/ 0 h 88"/>
                  <a:gd name="T4" fmla="*/ 0 w 420"/>
                  <a:gd name="T5" fmla="*/ 0 h 88"/>
                  <a:gd name="T6" fmla="*/ 0 w 420"/>
                  <a:gd name="T7" fmla="*/ 0 h 88"/>
                  <a:gd name="T8" fmla="*/ 0 w 420"/>
                  <a:gd name="T9" fmla="*/ 0 h 88"/>
                  <a:gd name="T10" fmla="*/ 0 w 420"/>
                  <a:gd name="T11" fmla="*/ 0 h 88"/>
                  <a:gd name="T12" fmla="*/ 0 w 420"/>
                  <a:gd name="T13" fmla="*/ 0 h 88"/>
                  <a:gd name="T14" fmla="*/ 0 60000 65536"/>
                  <a:gd name="T15" fmla="*/ 0 60000 65536"/>
                  <a:gd name="T16" fmla="*/ 0 60000 65536"/>
                  <a:gd name="T17" fmla="*/ 0 60000 65536"/>
                  <a:gd name="T18" fmla="*/ 0 60000 65536"/>
                  <a:gd name="T19" fmla="*/ 0 60000 65536"/>
                  <a:gd name="T20" fmla="*/ 0 60000 65536"/>
                  <a:gd name="T21" fmla="*/ 0 w 420"/>
                  <a:gd name="T22" fmla="*/ 0 h 88"/>
                  <a:gd name="T23" fmla="*/ 420 w 420"/>
                  <a:gd name="T24" fmla="*/ 88 h 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0" h="88">
                    <a:moveTo>
                      <a:pt x="0" y="88"/>
                    </a:moveTo>
                    <a:lnTo>
                      <a:pt x="240" y="0"/>
                    </a:lnTo>
                    <a:lnTo>
                      <a:pt x="362" y="0"/>
                    </a:lnTo>
                    <a:lnTo>
                      <a:pt x="420" y="58"/>
                    </a:lnTo>
                    <a:lnTo>
                      <a:pt x="362" y="23"/>
                    </a:lnTo>
                    <a:lnTo>
                      <a:pt x="231" y="23"/>
                    </a:lnTo>
                    <a:lnTo>
                      <a:pt x="0" y="8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58" name="Freeform 64">
                <a:extLst>
                  <a:ext uri="{FF2B5EF4-FFF2-40B4-BE49-F238E27FC236}">
                    <a16:creationId xmlns:a16="http://schemas.microsoft.com/office/drawing/2014/main" id="{D9E127AD-E5E0-F8B8-C6B8-399E385B5C35}"/>
                  </a:ext>
                </a:extLst>
              </p:cNvPr>
              <p:cNvSpPr>
                <a:spLocks/>
              </p:cNvSpPr>
              <p:nvPr/>
            </p:nvSpPr>
            <p:spPr bwMode="auto">
              <a:xfrm>
                <a:off x="4515" y="3044"/>
                <a:ext cx="51" cy="14"/>
              </a:xfrm>
              <a:custGeom>
                <a:avLst/>
                <a:gdLst>
                  <a:gd name="T0" fmla="*/ 0 w 411"/>
                  <a:gd name="T1" fmla="*/ 0 h 108"/>
                  <a:gd name="T2" fmla="*/ 0 w 411"/>
                  <a:gd name="T3" fmla="*/ 0 h 108"/>
                  <a:gd name="T4" fmla="*/ 0 w 411"/>
                  <a:gd name="T5" fmla="*/ 0 h 108"/>
                  <a:gd name="T6" fmla="*/ 0 w 411"/>
                  <a:gd name="T7" fmla="*/ 0 h 108"/>
                  <a:gd name="T8" fmla="*/ 0 w 411"/>
                  <a:gd name="T9" fmla="*/ 0 h 108"/>
                  <a:gd name="T10" fmla="*/ 0 w 411"/>
                  <a:gd name="T11" fmla="*/ 0 h 108"/>
                  <a:gd name="T12" fmla="*/ 0 w 411"/>
                  <a:gd name="T13" fmla="*/ 0 h 108"/>
                  <a:gd name="T14" fmla="*/ 0 w 411"/>
                  <a:gd name="T15" fmla="*/ 0 h 108"/>
                  <a:gd name="T16" fmla="*/ 0 w 411"/>
                  <a:gd name="T17" fmla="*/ 0 h 108"/>
                  <a:gd name="T18" fmla="*/ 0 w 411"/>
                  <a:gd name="T19" fmla="*/ 0 h 108"/>
                  <a:gd name="T20" fmla="*/ 0 w 411"/>
                  <a:gd name="T21" fmla="*/ 0 h 108"/>
                  <a:gd name="T22" fmla="*/ 0 w 411"/>
                  <a:gd name="T23" fmla="*/ 0 h 108"/>
                  <a:gd name="T24" fmla="*/ 0 w 411"/>
                  <a:gd name="T25" fmla="*/ 0 h 108"/>
                  <a:gd name="T26" fmla="*/ 0 w 411"/>
                  <a:gd name="T27" fmla="*/ 0 h 10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11"/>
                  <a:gd name="T43" fmla="*/ 0 h 108"/>
                  <a:gd name="T44" fmla="*/ 411 w 411"/>
                  <a:gd name="T45" fmla="*/ 108 h 10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11" h="108">
                    <a:moveTo>
                      <a:pt x="27" y="9"/>
                    </a:moveTo>
                    <a:lnTo>
                      <a:pt x="216" y="36"/>
                    </a:lnTo>
                    <a:lnTo>
                      <a:pt x="326" y="36"/>
                    </a:lnTo>
                    <a:lnTo>
                      <a:pt x="411" y="0"/>
                    </a:lnTo>
                    <a:lnTo>
                      <a:pt x="326" y="42"/>
                    </a:lnTo>
                    <a:lnTo>
                      <a:pt x="189" y="42"/>
                    </a:lnTo>
                    <a:lnTo>
                      <a:pt x="106" y="62"/>
                    </a:lnTo>
                    <a:lnTo>
                      <a:pt x="183" y="95"/>
                    </a:lnTo>
                    <a:lnTo>
                      <a:pt x="309" y="95"/>
                    </a:lnTo>
                    <a:lnTo>
                      <a:pt x="387" y="51"/>
                    </a:lnTo>
                    <a:lnTo>
                      <a:pt x="309" y="108"/>
                    </a:lnTo>
                    <a:lnTo>
                      <a:pt x="163" y="108"/>
                    </a:lnTo>
                    <a:lnTo>
                      <a:pt x="0" y="9"/>
                    </a:lnTo>
                    <a:lnTo>
                      <a:pt x="27"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59" name="Freeform 65">
                <a:extLst>
                  <a:ext uri="{FF2B5EF4-FFF2-40B4-BE49-F238E27FC236}">
                    <a16:creationId xmlns:a16="http://schemas.microsoft.com/office/drawing/2014/main" id="{0CE5ED71-CB5B-C645-3529-1154860B1E96}"/>
                  </a:ext>
                </a:extLst>
              </p:cNvPr>
              <p:cNvSpPr>
                <a:spLocks/>
              </p:cNvSpPr>
              <p:nvPr/>
            </p:nvSpPr>
            <p:spPr bwMode="auto">
              <a:xfrm>
                <a:off x="4557" y="2947"/>
                <a:ext cx="20" cy="18"/>
              </a:xfrm>
              <a:custGeom>
                <a:avLst/>
                <a:gdLst>
                  <a:gd name="T0" fmla="*/ 0 w 160"/>
                  <a:gd name="T1" fmla="*/ 0 h 145"/>
                  <a:gd name="T2" fmla="*/ 0 w 160"/>
                  <a:gd name="T3" fmla="*/ 0 h 145"/>
                  <a:gd name="T4" fmla="*/ 0 w 160"/>
                  <a:gd name="T5" fmla="*/ 0 h 145"/>
                  <a:gd name="T6" fmla="*/ 0 w 160"/>
                  <a:gd name="T7" fmla="*/ 0 h 145"/>
                  <a:gd name="T8" fmla="*/ 0 w 160"/>
                  <a:gd name="T9" fmla="*/ 0 h 145"/>
                  <a:gd name="T10" fmla="*/ 0 w 160"/>
                  <a:gd name="T11" fmla="*/ 0 h 145"/>
                  <a:gd name="T12" fmla="*/ 0 w 160"/>
                  <a:gd name="T13" fmla="*/ 0 h 145"/>
                  <a:gd name="T14" fmla="*/ 0 w 160"/>
                  <a:gd name="T15" fmla="*/ 0 h 145"/>
                  <a:gd name="T16" fmla="*/ 0 60000 65536"/>
                  <a:gd name="T17" fmla="*/ 0 60000 65536"/>
                  <a:gd name="T18" fmla="*/ 0 60000 65536"/>
                  <a:gd name="T19" fmla="*/ 0 60000 65536"/>
                  <a:gd name="T20" fmla="*/ 0 60000 65536"/>
                  <a:gd name="T21" fmla="*/ 0 60000 65536"/>
                  <a:gd name="T22" fmla="*/ 0 60000 65536"/>
                  <a:gd name="T23" fmla="*/ 0 60000 65536"/>
                  <a:gd name="T24" fmla="*/ 0 w 160"/>
                  <a:gd name="T25" fmla="*/ 0 h 145"/>
                  <a:gd name="T26" fmla="*/ 160 w 160"/>
                  <a:gd name="T27" fmla="*/ 145 h 1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 h="145">
                    <a:moveTo>
                      <a:pt x="20" y="145"/>
                    </a:moveTo>
                    <a:lnTo>
                      <a:pt x="0" y="111"/>
                    </a:lnTo>
                    <a:lnTo>
                      <a:pt x="34" y="53"/>
                    </a:lnTo>
                    <a:lnTo>
                      <a:pt x="142" y="0"/>
                    </a:lnTo>
                    <a:lnTo>
                      <a:pt x="160" y="9"/>
                    </a:lnTo>
                    <a:lnTo>
                      <a:pt x="68" y="85"/>
                    </a:lnTo>
                    <a:lnTo>
                      <a:pt x="43" y="134"/>
                    </a:lnTo>
                    <a:lnTo>
                      <a:pt x="20" y="1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60" name="Freeform 66">
                <a:extLst>
                  <a:ext uri="{FF2B5EF4-FFF2-40B4-BE49-F238E27FC236}">
                    <a16:creationId xmlns:a16="http://schemas.microsoft.com/office/drawing/2014/main" id="{53FF019A-645F-CFB0-69D0-C8CD93CDB304}"/>
                  </a:ext>
                </a:extLst>
              </p:cNvPr>
              <p:cNvSpPr>
                <a:spLocks/>
              </p:cNvSpPr>
              <p:nvPr/>
            </p:nvSpPr>
            <p:spPr bwMode="auto">
              <a:xfrm>
                <a:off x="4555" y="2966"/>
                <a:ext cx="12" cy="50"/>
              </a:xfrm>
              <a:custGeom>
                <a:avLst/>
                <a:gdLst>
                  <a:gd name="T0" fmla="*/ 0 w 99"/>
                  <a:gd name="T1" fmla="*/ 0 h 399"/>
                  <a:gd name="T2" fmla="*/ 0 w 99"/>
                  <a:gd name="T3" fmla="*/ 0 h 399"/>
                  <a:gd name="T4" fmla="*/ 0 w 99"/>
                  <a:gd name="T5" fmla="*/ 0 h 399"/>
                  <a:gd name="T6" fmla="*/ 0 w 99"/>
                  <a:gd name="T7" fmla="*/ 0 h 399"/>
                  <a:gd name="T8" fmla="*/ 0 w 99"/>
                  <a:gd name="T9" fmla="*/ 0 h 399"/>
                  <a:gd name="T10" fmla="*/ 0 w 99"/>
                  <a:gd name="T11" fmla="*/ 0 h 399"/>
                  <a:gd name="T12" fmla="*/ 0 60000 65536"/>
                  <a:gd name="T13" fmla="*/ 0 60000 65536"/>
                  <a:gd name="T14" fmla="*/ 0 60000 65536"/>
                  <a:gd name="T15" fmla="*/ 0 60000 65536"/>
                  <a:gd name="T16" fmla="*/ 0 60000 65536"/>
                  <a:gd name="T17" fmla="*/ 0 60000 65536"/>
                  <a:gd name="T18" fmla="*/ 0 w 99"/>
                  <a:gd name="T19" fmla="*/ 0 h 399"/>
                  <a:gd name="T20" fmla="*/ 99 w 99"/>
                  <a:gd name="T21" fmla="*/ 399 h 399"/>
                </a:gdLst>
                <a:ahLst/>
                <a:cxnLst>
                  <a:cxn ang="T12">
                    <a:pos x="T0" y="T1"/>
                  </a:cxn>
                  <a:cxn ang="T13">
                    <a:pos x="T2" y="T3"/>
                  </a:cxn>
                  <a:cxn ang="T14">
                    <a:pos x="T4" y="T5"/>
                  </a:cxn>
                  <a:cxn ang="T15">
                    <a:pos x="T6" y="T7"/>
                  </a:cxn>
                  <a:cxn ang="T16">
                    <a:pos x="T8" y="T9"/>
                  </a:cxn>
                  <a:cxn ang="T17">
                    <a:pos x="T10" y="T11"/>
                  </a:cxn>
                </a:cxnLst>
                <a:rect l="T18" t="T19" r="T20" b="T21"/>
                <a:pathLst>
                  <a:path w="99" h="399">
                    <a:moveTo>
                      <a:pt x="14" y="0"/>
                    </a:moveTo>
                    <a:lnTo>
                      <a:pt x="0" y="81"/>
                    </a:lnTo>
                    <a:lnTo>
                      <a:pt x="0" y="114"/>
                    </a:lnTo>
                    <a:lnTo>
                      <a:pt x="99" y="344"/>
                    </a:lnTo>
                    <a:lnTo>
                      <a:pt x="90" y="378"/>
                    </a:lnTo>
                    <a:lnTo>
                      <a:pt x="41" y="399"/>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761" name="Freeform 67">
                <a:extLst>
                  <a:ext uri="{FF2B5EF4-FFF2-40B4-BE49-F238E27FC236}">
                    <a16:creationId xmlns:a16="http://schemas.microsoft.com/office/drawing/2014/main" id="{BF73DD34-B03F-80AC-4659-2A50E2801FD1}"/>
                  </a:ext>
                </a:extLst>
              </p:cNvPr>
              <p:cNvSpPr>
                <a:spLocks/>
              </p:cNvSpPr>
              <p:nvPr/>
            </p:nvSpPr>
            <p:spPr bwMode="auto">
              <a:xfrm>
                <a:off x="4531" y="3014"/>
                <a:ext cx="29" cy="15"/>
              </a:xfrm>
              <a:custGeom>
                <a:avLst/>
                <a:gdLst>
                  <a:gd name="T0" fmla="*/ 0 w 232"/>
                  <a:gd name="T1" fmla="*/ 0 h 123"/>
                  <a:gd name="T2" fmla="*/ 0 w 232"/>
                  <a:gd name="T3" fmla="*/ 0 h 123"/>
                  <a:gd name="T4" fmla="*/ 0 w 232"/>
                  <a:gd name="T5" fmla="*/ 0 h 123"/>
                  <a:gd name="T6" fmla="*/ 0 w 232"/>
                  <a:gd name="T7" fmla="*/ 0 h 123"/>
                  <a:gd name="T8" fmla="*/ 0 w 232"/>
                  <a:gd name="T9" fmla="*/ 0 h 123"/>
                  <a:gd name="T10" fmla="*/ 0 w 232"/>
                  <a:gd name="T11" fmla="*/ 0 h 123"/>
                  <a:gd name="T12" fmla="*/ 0 w 232"/>
                  <a:gd name="T13" fmla="*/ 0 h 123"/>
                  <a:gd name="T14" fmla="*/ 0 w 232"/>
                  <a:gd name="T15" fmla="*/ 0 h 123"/>
                  <a:gd name="T16" fmla="*/ 0 w 232"/>
                  <a:gd name="T17" fmla="*/ 0 h 123"/>
                  <a:gd name="T18" fmla="*/ 0 w 232"/>
                  <a:gd name="T19" fmla="*/ 0 h 123"/>
                  <a:gd name="T20" fmla="*/ 0 w 232"/>
                  <a:gd name="T21" fmla="*/ 0 h 1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2"/>
                  <a:gd name="T34" fmla="*/ 0 h 123"/>
                  <a:gd name="T35" fmla="*/ 232 w 232"/>
                  <a:gd name="T36" fmla="*/ 123 h 1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2" h="123">
                    <a:moveTo>
                      <a:pt x="232" y="21"/>
                    </a:moveTo>
                    <a:lnTo>
                      <a:pt x="191" y="8"/>
                    </a:lnTo>
                    <a:lnTo>
                      <a:pt x="119" y="0"/>
                    </a:lnTo>
                    <a:lnTo>
                      <a:pt x="24" y="21"/>
                    </a:lnTo>
                    <a:lnTo>
                      <a:pt x="0" y="0"/>
                    </a:lnTo>
                    <a:lnTo>
                      <a:pt x="20" y="42"/>
                    </a:lnTo>
                    <a:lnTo>
                      <a:pt x="77" y="76"/>
                    </a:lnTo>
                    <a:lnTo>
                      <a:pt x="130" y="67"/>
                    </a:lnTo>
                    <a:lnTo>
                      <a:pt x="205" y="123"/>
                    </a:lnTo>
                    <a:lnTo>
                      <a:pt x="232" y="33"/>
                    </a:lnTo>
                    <a:lnTo>
                      <a:pt x="232"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62" name="Freeform 68">
                <a:extLst>
                  <a:ext uri="{FF2B5EF4-FFF2-40B4-BE49-F238E27FC236}">
                    <a16:creationId xmlns:a16="http://schemas.microsoft.com/office/drawing/2014/main" id="{C9FDB503-5163-358F-3D21-53B853D09902}"/>
                  </a:ext>
                </a:extLst>
              </p:cNvPr>
              <p:cNvSpPr>
                <a:spLocks/>
              </p:cNvSpPr>
              <p:nvPr/>
            </p:nvSpPr>
            <p:spPr bwMode="auto">
              <a:xfrm>
                <a:off x="4555" y="2968"/>
                <a:ext cx="25" cy="13"/>
              </a:xfrm>
              <a:custGeom>
                <a:avLst/>
                <a:gdLst>
                  <a:gd name="T0" fmla="*/ 0 w 205"/>
                  <a:gd name="T1" fmla="*/ 0 h 102"/>
                  <a:gd name="T2" fmla="*/ 0 w 205"/>
                  <a:gd name="T3" fmla="*/ 0 h 102"/>
                  <a:gd name="T4" fmla="*/ 0 w 205"/>
                  <a:gd name="T5" fmla="*/ 0 h 102"/>
                  <a:gd name="T6" fmla="*/ 0 w 205"/>
                  <a:gd name="T7" fmla="*/ 0 h 102"/>
                  <a:gd name="T8" fmla="*/ 0 w 205"/>
                  <a:gd name="T9" fmla="*/ 0 h 102"/>
                  <a:gd name="T10" fmla="*/ 0 w 205"/>
                  <a:gd name="T11" fmla="*/ 0 h 102"/>
                  <a:gd name="T12" fmla="*/ 0 w 205"/>
                  <a:gd name="T13" fmla="*/ 0 h 102"/>
                  <a:gd name="T14" fmla="*/ 0 w 205"/>
                  <a:gd name="T15" fmla="*/ 0 h 102"/>
                  <a:gd name="T16" fmla="*/ 0 w 205"/>
                  <a:gd name="T17" fmla="*/ 0 h 102"/>
                  <a:gd name="T18" fmla="*/ 0 w 205"/>
                  <a:gd name="T19" fmla="*/ 0 h 102"/>
                  <a:gd name="T20" fmla="*/ 0 w 205"/>
                  <a:gd name="T21" fmla="*/ 0 h 102"/>
                  <a:gd name="T22" fmla="*/ 0 w 205"/>
                  <a:gd name="T23" fmla="*/ 0 h 1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5"/>
                  <a:gd name="T37" fmla="*/ 0 h 102"/>
                  <a:gd name="T38" fmla="*/ 205 w 205"/>
                  <a:gd name="T39" fmla="*/ 102 h 10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5" h="102">
                    <a:moveTo>
                      <a:pt x="0" y="78"/>
                    </a:moveTo>
                    <a:lnTo>
                      <a:pt x="48" y="34"/>
                    </a:lnTo>
                    <a:lnTo>
                      <a:pt x="90" y="69"/>
                    </a:lnTo>
                    <a:lnTo>
                      <a:pt x="48" y="78"/>
                    </a:lnTo>
                    <a:lnTo>
                      <a:pt x="119" y="102"/>
                    </a:lnTo>
                    <a:lnTo>
                      <a:pt x="156" y="55"/>
                    </a:lnTo>
                    <a:lnTo>
                      <a:pt x="205" y="55"/>
                    </a:lnTo>
                    <a:lnTo>
                      <a:pt x="170" y="34"/>
                    </a:lnTo>
                    <a:lnTo>
                      <a:pt x="183" y="0"/>
                    </a:lnTo>
                    <a:lnTo>
                      <a:pt x="135" y="23"/>
                    </a:lnTo>
                    <a:lnTo>
                      <a:pt x="48" y="23"/>
                    </a:lnTo>
                    <a:lnTo>
                      <a:pt x="0"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63" name="Freeform 69">
                <a:extLst>
                  <a:ext uri="{FF2B5EF4-FFF2-40B4-BE49-F238E27FC236}">
                    <a16:creationId xmlns:a16="http://schemas.microsoft.com/office/drawing/2014/main" id="{6A4BAF8B-2657-2F72-DAA1-44D54CC3EAC0}"/>
                  </a:ext>
                </a:extLst>
              </p:cNvPr>
              <p:cNvSpPr>
                <a:spLocks/>
              </p:cNvSpPr>
              <p:nvPr/>
            </p:nvSpPr>
            <p:spPr bwMode="auto">
              <a:xfrm>
                <a:off x="4484" y="2971"/>
                <a:ext cx="42" cy="15"/>
              </a:xfrm>
              <a:custGeom>
                <a:avLst/>
                <a:gdLst>
                  <a:gd name="T0" fmla="*/ 0 w 334"/>
                  <a:gd name="T1" fmla="*/ 0 h 122"/>
                  <a:gd name="T2" fmla="*/ 0 w 334"/>
                  <a:gd name="T3" fmla="*/ 0 h 122"/>
                  <a:gd name="T4" fmla="*/ 0 w 334"/>
                  <a:gd name="T5" fmla="*/ 0 h 122"/>
                  <a:gd name="T6" fmla="*/ 0 w 334"/>
                  <a:gd name="T7" fmla="*/ 0 h 122"/>
                  <a:gd name="T8" fmla="*/ 0 w 334"/>
                  <a:gd name="T9" fmla="*/ 0 h 122"/>
                  <a:gd name="T10" fmla="*/ 0 w 334"/>
                  <a:gd name="T11" fmla="*/ 0 h 122"/>
                  <a:gd name="T12" fmla="*/ 0 w 334"/>
                  <a:gd name="T13" fmla="*/ 0 h 122"/>
                  <a:gd name="T14" fmla="*/ 0 w 334"/>
                  <a:gd name="T15" fmla="*/ 0 h 122"/>
                  <a:gd name="T16" fmla="*/ 0 w 334"/>
                  <a:gd name="T17" fmla="*/ 0 h 122"/>
                  <a:gd name="T18" fmla="*/ 0 w 334"/>
                  <a:gd name="T19" fmla="*/ 0 h 122"/>
                  <a:gd name="T20" fmla="*/ 0 w 334"/>
                  <a:gd name="T21" fmla="*/ 0 h 122"/>
                  <a:gd name="T22" fmla="*/ 0 w 334"/>
                  <a:gd name="T23" fmla="*/ 0 h 122"/>
                  <a:gd name="T24" fmla="*/ 0 w 334"/>
                  <a:gd name="T25" fmla="*/ 0 h 122"/>
                  <a:gd name="T26" fmla="*/ 0 w 334"/>
                  <a:gd name="T27" fmla="*/ 0 h 122"/>
                  <a:gd name="T28" fmla="*/ 0 w 334"/>
                  <a:gd name="T29" fmla="*/ 0 h 122"/>
                  <a:gd name="T30" fmla="*/ 0 w 334"/>
                  <a:gd name="T31" fmla="*/ 0 h 1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34"/>
                  <a:gd name="T49" fmla="*/ 0 h 122"/>
                  <a:gd name="T50" fmla="*/ 334 w 334"/>
                  <a:gd name="T51" fmla="*/ 122 h 1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34" h="122">
                    <a:moveTo>
                      <a:pt x="328" y="32"/>
                    </a:moveTo>
                    <a:lnTo>
                      <a:pt x="237" y="0"/>
                    </a:lnTo>
                    <a:lnTo>
                      <a:pt x="69" y="55"/>
                    </a:lnTo>
                    <a:lnTo>
                      <a:pt x="0" y="55"/>
                    </a:lnTo>
                    <a:lnTo>
                      <a:pt x="48" y="79"/>
                    </a:lnTo>
                    <a:lnTo>
                      <a:pt x="135" y="67"/>
                    </a:lnTo>
                    <a:lnTo>
                      <a:pt x="143" y="88"/>
                    </a:lnTo>
                    <a:lnTo>
                      <a:pt x="119" y="122"/>
                    </a:lnTo>
                    <a:lnTo>
                      <a:pt x="172" y="101"/>
                    </a:lnTo>
                    <a:lnTo>
                      <a:pt x="154" y="55"/>
                    </a:lnTo>
                    <a:lnTo>
                      <a:pt x="196" y="23"/>
                    </a:lnTo>
                    <a:lnTo>
                      <a:pt x="196" y="88"/>
                    </a:lnTo>
                    <a:lnTo>
                      <a:pt x="246" y="88"/>
                    </a:lnTo>
                    <a:lnTo>
                      <a:pt x="273" y="55"/>
                    </a:lnTo>
                    <a:lnTo>
                      <a:pt x="334" y="55"/>
                    </a:lnTo>
                    <a:lnTo>
                      <a:pt x="328"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64" name="Line 70">
                <a:extLst>
                  <a:ext uri="{FF2B5EF4-FFF2-40B4-BE49-F238E27FC236}">
                    <a16:creationId xmlns:a16="http://schemas.microsoft.com/office/drawing/2014/main" id="{77BC8DC6-A515-F8BA-C4E0-A1208D555290}"/>
                  </a:ext>
                </a:extLst>
              </p:cNvPr>
              <p:cNvSpPr>
                <a:spLocks noChangeShapeType="1"/>
              </p:cNvSpPr>
              <p:nvPr/>
            </p:nvSpPr>
            <p:spPr bwMode="auto">
              <a:xfrm>
                <a:off x="4443" y="2989"/>
                <a:ext cx="8" cy="2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65" name="Line 71">
                <a:extLst>
                  <a:ext uri="{FF2B5EF4-FFF2-40B4-BE49-F238E27FC236}">
                    <a16:creationId xmlns:a16="http://schemas.microsoft.com/office/drawing/2014/main" id="{FDA53388-91D9-867D-CA14-0787344FA002}"/>
                  </a:ext>
                </a:extLst>
              </p:cNvPr>
              <p:cNvSpPr>
                <a:spLocks noChangeShapeType="1"/>
              </p:cNvSpPr>
              <p:nvPr/>
            </p:nvSpPr>
            <p:spPr bwMode="auto">
              <a:xfrm>
                <a:off x="4450" y="2991"/>
                <a:ext cx="9" cy="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66" name="Line 72">
                <a:extLst>
                  <a:ext uri="{FF2B5EF4-FFF2-40B4-BE49-F238E27FC236}">
                    <a16:creationId xmlns:a16="http://schemas.microsoft.com/office/drawing/2014/main" id="{F33784F1-F256-2ACF-7B6D-AE36C7B72E97}"/>
                  </a:ext>
                </a:extLst>
              </p:cNvPr>
              <p:cNvSpPr>
                <a:spLocks noChangeShapeType="1"/>
              </p:cNvSpPr>
              <p:nvPr/>
            </p:nvSpPr>
            <p:spPr bwMode="auto">
              <a:xfrm>
                <a:off x="4459" y="3000"/>
                <a:ext cx="11" cy="2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67" name="Line 73">
                <a:extLst>
                  <a:ext uri="{FF2B5EF4-FFF2-40B4-BE49-F238E27FC236}">
                    <a16:creationId xmlns:a16="http://schemas.microsoft.com/office/drawing/2014/main" id="{737678BC-DBA5-1417-DA76-83B63A398B0F}"/>
                  </a:ext>
                </a:extLst>
              </p:cNvPr>
              <p:cNvSpPr>
                <a:spLocks noChangeShapeType="1"/>
              </p:cNvSpPr>
              <p:nvPr/>
            </p:nvSpPr>
            <p:spPr bwMode="auto">
              <a:xfrm>
                <a:off x="4471" y="3014"/>
                <a:ext cx="6" cy="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68" name="Freeform 74">
                <a:extLst>
                  <a:ext uri="{FF2B5EF4-FFF2-40B4-BE49-F238E27FC236}">
                    <a16:creationId xmlns:a16="http://schemas.microsoft.com/office/drawing/2014/main" id="{0991C753-5580-C64C-F815-C21190E9C206}"/>
                  </a:ext>
                </a:extLst>
              </p:cNvPr>
              <p:cNvSpPr>
                <a:spLocks/>
              </p:cNvSpPr>
              <p:nvPr/>
            </p:nvSpPr>
            <p:spPr bwMode="auto">
              <a:xfrm>
                <a:off x="4436" y="3012"/>
                <a:ext cx="136" cy="142"/>
              </a:xfrm>
              <a:custGeom>
                <a:avLst/>
                <a:gdLst>
                  <a:gd name="T0" fmla="*/ 0 w 1088"/>
                  <a:gd name="T1" fmla="*/ 0 h 1136"/>
                  <a:gd name="T2" fmla="*/ 0 w 1088"/>
                  <a:gd name="T3" fmla="*/ 0 h 1136"/>
                  <a:gd name="T4" fmla="*/ 0 w 1088"/>
                  <a:gd name="T5" fmla="*/ 0 h 1136"/>
                  <a:gd name="T6" fmla="*/ 0 w 1088"/>
                  <a:gd name="T7" fmla="*/ 0 h 1136"/>
                  <a:gd name="T8" fmla="*/ 0 w 1088"/>
                  <a:gd name="T9" fmla="*/ 0 h 1136"/>
                  <a:gd name="T10" fmla="*/ 0 w 1088"/>
                  <a:gd name="T11" fmla="*/ 0 h 1136"/>
                  <a:gd name="T12" fmla="*/ 0 w 1088"/>
                  <a:gd name="T13" fmla="*/ 0 h 1136"/>
                  <a:gd name="T14" fmla="*/ 0 w 1088"/>
                  <a:gd name="T15" fmla="*/ 0 h 1136"/>
                  <a:gd name="T16" fmla="*/ 0 w 1088"/>
                  <a:gd name="T17" fmla="*/ 0 h 1136"/>
                  <a:gd name="T18" fmla="*/ 0 w 1088"/>
                  <a:gd name="T19" fmla="*/ 0 h 1136"/>
                  <a:gd name="T20" fmla="*/ 0 w 1088"/>
                  <a:gd name="T21" fmla="*/ 0 h 1136"/>
                  <a:gd name="T22" fmla="*/ 0 w 1088"/>
                  <a:gd name="T23" fmla="*/ 0 h 1136"/>
                  <a:gd name="T24" fmla="*/ 0 w 1088"/>
                  <a:gd name="T25" fmla="*/ 0 h 1136"/>
                  <a:gd name="T26" fmla="*/ 0 w 1088"/>
                  <a:gd name="T27" fmla="*/ 0 h 1136"/>
                  <a:gd name="T28" fmla="*/ 0 w 1088"/>
                  <a:gd name="T29" fmla="*/ 0 h 1136"/>
                  <a:gd name="T30" fmla="*/ 0 w 1088"/>
                  <a:gd name="T31" fmla="*/ 0 h 1136"/>
                  <a:gd name="T32" fmla="*/ 0 w 1088"/>
                  <a:gd name="T33" fmla="*/ 0 h 1136"/>
                  <a:gd name="T34" fmla="*/ 0 w 1088"/>
                  <a:gd name="T35" fmla="*/ 0 h 1136"/>
                  <a:gd name="T36" fmla="*/ 0 w 1088"/>
                  <a:gd name="T37" fmla="*/ 0 h 1136"/>
                  <a:gd name="T38" fmla="*/ 0 w 1088"/>
                  <a:gd name="T39" fmla="*/ 0 h 1136"/>
                  <a:gd name="T40" fmla="*/ 0 w 1088"/>
                  <a:gd name="T41" fmla="*/ 0 h 1136"/>
                  <a:gd name="T42" fmla="*/ 0 w 1088"/>
                  <a:gd name="T43" fmla="*/ 0 h 1136"/>
                  <a:gd name="T44" fmla="*/ 0 w 1088"/>
                  <a:gd name="T45" fmla="*/ 0 h 11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88"/>
                  <a:gd name="T70" fmla="*/ 0 h 1136"/>
                  <a:gd name="T71" fmla="*/ 1088 w 1088"/>
                  <a:gd name="T72" fmla="*/ 1136 h 11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88" h="1136">
                    <a:moveTo>
                      <a:pt x="0" y="0"/>
                    </a:moveTo>
                    <a:lnTo>
                      <a:pt x="189" y="450"/>
                    </a:lnTo>
                    <a:lnTo>
                      <a:pt x="248" y="487"/>
                    </a:lnTo>
                    <a:lnTo>
                      <a:pt x="747" y="637"/>
                    </a:lnTo>
                    <a:lnTo>
                      <a:pt x="839" y="637"/>
                    </a:lnTo>
                    <a:lnTo>
                      <a:pt x="994" y="637"/>
                    </a:lnTo>
                    <a:lnTo>
                      <a:pt x="1026" y="565"/>
                    </a:lnTo>
                    <a:lnTo>
                      <a:pt x="1088" y="290"/>
                    </a:lnTo>
                    <a:lnTo>
                      <a:pt x="1043" y="551"/>
                    </a:lnTo>
                    <a:lnTo>
                      <a:pt x="1010" y="659"/>
                    </a:lnTo>
                    <a:lnTo>
                      <a:pt x="848" y="714"/>
                    </a:lnTo>
                    <a:lnTo>
                      <a:pt x="821" y="938"/>
                    </a:lnTo>
                    <a:lnTo>
                      <a:pt x="701" y="1045"/>
                    </a:lnTo>
                    <a:lnTo>
                      <a:pt x="521" y="1136"/>
                    </a:lnTo>
                    <a:lnTo>
                      <a:pt x="768" y="903"/>
                    </a:lnTo>
                    <a:lnTo>
                      <a:pt x="804" y="714"/>
                    </a:lnTo>
                    <a:lnTo>
                      <a:pt x="667" y="669"/>
                    </a:lnTo>
                    <a:lnTo>
                      <a:pt x="441" y="1114"/>
                    </a:lnTo>
                    <a:lnTo>
                      <a:pt x="189" y="1001"/>
                    </a:lnTo>
                    <a:lnTo>
                      <a:pt x="378" y="1067"/>
                    </a:lnTo>
                    <a:lnTo>
                      <a:pt x="597" y="650"/>
                    </a:lnTo>
                    <a:lnTo>
                      <a:pt x="171" y="47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69" name="Freeform 75">
                <a:extLst>
                  <a:ext uri="{FF2B5EF4-FFF2-40B4-BE49-F238E27FC236}">
                    <a16:creationId xmlns:a16="http://schemas.microsoft.com/office/drawing/2014/main" id="{380592B1-BC04-5053-2CA8-53F6D6906E63}"/>
                  </a:ext>
                </a:extLst>
              </p:cNvPr>
              <p:cNvSpPr>
                <a:spLocks/>
              </p:cNvSpPr>
              <p:nvPr/>
            </p:nvSpPr>
            <p:spPr bwMode="auto">
              <a:xfrm>
                <a:off x="4423" y="3027"/>
                <a:ext cx="28" cy="106"/>
              </a:xfrm>
              <a:custGeom>
                <a:avLst/>
                <a:gdLst>
                  <a:gd name="T0" fmla="*/ 0 w 226"/>
                  <a:gd name="T1" fmla="*/ 0 h 842"/>
                  <a:gd name="T2" fmla="*/ 0 w 226"/>
                  <a:gd name="T3" fmla="*/ 0 h 842"/>
                  <a:gd name="T4" fmla="*/ 0 w 226"/>
                  <a:gd name="T5" fmla="*/ 0 h 842"/>
                  <a:gd name="T6" fmla="*/ 0 w 226"/>
                  <a:gd name="T7" fmla="*/ 0 h 842"/>
                  <a:gd name="T8" fmla="*/ 0 w 226"/>
                  <a:gd name="T9" fmla="*/ 0 h 842"/>
                  <a:gd name="T10" fmla="*/ 0 w 226"/>
                  <a:gd name="T11" fmla="*/ 0 h 842"/>
                  <a:gd name="T12" fmla="*/ 0 w 226"/>
                  <a:gd name="T13" fmla="*/ 0 h 842"/>
                  <a:gd name="T14" fmla="*/ 0 w 226"/>
                  <a:gd name="T15" fmla="*/ 0 h 842"/>
                  <a:gd name="T16" fmla="*/ 0 w 226"/>
                  <a:gd name="T17" fmla="*/ 0 h 842"/>
                  <a:gd name="T18" fmla="*/ 0 w 226"/>
                  <a:gd name="T19" fmla="*/ 0 h 842"/>
                  <a:gd name="T20" fmla="*/ 0 w 226"/>
                  <a:gd name="T21" fmla="*/ 0 h 842"/>
                  <a:gd name="T22" fmla="*/ 0 w 226"/>
                  <a:gd name="T23" fmla="*/ 0 h 842"/>
                  <a:gd name="T24" fmla="*/ 0 w 226"/>
                  <a:gd name="T25" fmla="*/ 0 h 842"/>
                  <a:gd name="T26" fmla="*/ 0 w 226"/>
                  <a:gd name="T27" fmla="*/ 0 h 842"/>
                  <a:gd name="T28" fmla="*/ 0 w 226"/>
                  <a:gd name="T29" fmla="*/ 0 h 84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26"/>
                  <a:gd name="T46" fmla="*/ 0 h 842"/>
                  <a:gd name="T47" fmla="*/ 226 w 226"/>
                  <a:gd name="T48" fmla="*/ 842 h 84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26" h="842">
                    <a:moveTo>
                      <a:pt x="120" y="0"/>
                    </a:moveTo>
                    <a:lnTo>
                      <a:pt x="120" y="78"/>
                    </a:lnTo>
                    <a:lnTo>
                      <a:pt x="78" y="152"/>
                    </a:lnTo>
                    <a:lnTo>
                      <a:pt x="198" y="627"/>
                    </a:lnTo>
                    <a:lnTo>
                      <a:pt x="226" y="842"/>
                    </a:lnTo>
                    <a:lnTo>
                      <a:pt x="103" y="783"/>
                    </a:lnTo>
                    <a:lnTo>
                      <a:pt x="25" y="640"/>
                    </a:lnTo>
                    <a:lnTo>
                      <a:pt x="120" y="774"/>
                    </a:lnTo>
                    <a:lnTo>
                      <a:pt x="158" y="783"/>
                    </a:lnTo>
                    <a:lnTo>
                      <a:pt x="96" y="308"/>
                    </a:lnTo>
                    <a:lnTo>
                      <a:pt x="32" y="572"/>
                    </a:lnTo>
                    <a:lnTo>
                      <a:pt x="78" y="265"/>
                    </a:lnTo>
                    <a:lnTo>
                      <a:pt x="43" y="78"/>
                    </a:lnTo>
                    <a:lnTo>
                      <a:pt x="0" y="69"/>
                    </a:lnTo>
                    <a:lnTo>
                      <a:pt x="12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70" name="Freeform 76">
                <a:extLst>
                  <a:ext uri="{FF2B5EF4-FFF2-40B4-BE49-F238E27FC236}">
                    <a16:creationId xmlns:a16="http://schemas.microsoft.com/office/drawing/2014/main" id="{13AD70A9-AD56-C7FD-55C4-4A842A1F95C1}"/>
                  </a:ext>
                </a:extLst>
              </p:cNvPr>
              <p:cNvSpPr>
                <a:spLocks/>
              </p:cNvSpPr>
              <p:nvPr/>
            </p:nvSpPr>
            <p:spPr bwMode="auto">
              <a:xfrm>
                <a:off x="4562" y="2910"/>
                <a:ext cx="23" cy="135"/>
              </a:xfrm>
              <a:custGeom>
                <a:avLst/>
                <a:gdLst>
                  <a:gd name="T0" fmla="*/ 0 w 187"/>
                  <a:gd name="T1" fmla="*/ 0 h 1081"/>
                  <a:gd name="T2" fmla="*/ 0 w 187"/>
                  <a:gd name="T3" fmla="*/ 0 h 1081"/>
                  <a:gd name="T4" fmla="*/ 0 w 187"/>
                  <a:gd name="T5" fmla="*/ 0 h 1081"/>
                  <a:gd name="T6" fmla="*/ 0 w 187"/>
                  <a:gd name="T7" fmla="*/ 0 h 1081"/>
                  <a:gd name="T8" fmla="*/ 0 w 187"/>
                  <a:gd name="T9" fmla="*/ 0 h 1081"/>
                  <a:gd name="T10" fmla="*/ 0 w 187"/>
                  <a:gd name="T11" fmla="*/ 0 h 1081"/>
                  <a:gd name="T12" fmla="*/ 0 w 187"/>
                  <a:gd name="T13" fmla="*/ 0 h 1081"/>
                  <a:gd name="T14" fmla="*/ 0 w 187"/>
                  <a:gd name="T15" fmla="*/ 0 h 1081"/>
                  <a:gd name="T16" fmla="*/ 0 w 187"/>
                  <a:gd name="T17" fmla="*/ 0 h 108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7"/>
                  <a:gd name="T28" fmla="*/ 0 h 1081"/>
                  <a:gd name="T29" fmla="*/ 187 w 187"/>
                  <a:gd name="T30" fmla="*/ 1081 h 108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7" h="1081">
                    <a:moveTo>
                      <a:pt x="86" y="1081"/>
                    </a:moveTo>
                    <a:lnTo>
                      <a:pt x="170" y="871"/>
                    </a:lnTo>
                    <a:lnTo>
                      <a:pt x="187" y="760"/>
                    </a:lnTo>
                    <a:lnTo>
                      <a:pt x="187" y="675"/>
                    </a:lnTo>
                    <a:lnTo>
                      <a:pt x="170" y="587"/>
                    </a:lnTo>
                    <a:lnTo>
                      <a:pt x="117" y="451"/>
                    </a:lnTo>
                    <a:lnTo>
                      <a:pt x="117" y="338"/>
                    </a:lnTo>
                    <a:lnTo>
                      <a:pt x="113" y="297"/>
                    </a:lnTo>
                    <a:lnTo>
                      <a:pt x="0"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771" name="Freeform 77">
                <a:extLst>
                  <a:ext uri="{FF2B5EF4-FFF2-40B4-BE49-F238E27FC236}">
                    <a16:creationId xmlns:a16="http://schemas.microsoft.com/office/drawing/2014/main" id="{8C938BF0-C38F-C547-73BC-1172A6742B18}"/>
                  </a:ext>
                </a:extLst>
              </p:cNvPr>
              <p:cNvSpPr>
                <a:spLocks/>
              </p:cNvSpPr>
              <p:nvPr/>
            </p:nvSpPr>
            <p:spPr bwMode="auto">
              <a:xfrm>
                <a:off x="4345" y="2795"/>
                <a:ext cx="249" cy="290"/>
              </a:xfrm>
              <a:custGeom>
                <a:avLst/>
                <a:gdLst>
                  <a:gd name="T0" fmla="*/ 0 w 1994"/>
                  <a:gd name="T1" fmla="*/ 0 h 2320"/>
                  <a:gd name="T2" fmla="*/ 0 w 1994"/>
                  <a:gd name="T3" fmla="*/ 0 h 2320"/>
                  <a:gd name="T4" fmla="*/ 0 w 1994"/>
                  <a:gd name="T5" fmla="*/ 0 h 2320"/>
                  <a:gd name="T6" fmla="*/ 0 w 1994"/>
                  <a:gd name="T7" fmla="*/ 0 h 2320"/>
                  <a:gd name="T8" fmla="*/ 0 w 1994"/>
                  <a:gd name="T9" fmla="*/ 0 h 2320"/>
                  <a:gd name="T10" fmla="*/ 0 w 1994"/>
                  <a:gd name="T11" fmla="*/ 0 h 2320"/>
                  <a:gd name="T12" fmla="*/ 0 w 1994"/>
                  <a:gd name="T13" fmla="*/ 0 h 2320"/>
                  <a:gd name="T14" fmla="*/ 0 w 1994"/>
                  <a:gd name="T15" fmla="*/ 0 h 2320"/>
                  <a:gd name="T16" fmla="*/ 0 w 1994"/>
                  <a:gd name="T17" fmla="*/ 0 h 2320"/>
                  <a:gd name="T18" fmla="*/ 0 w 1994"/>
                  <a:gd name="T19" fmla="*/ 0 h 2320"/>
                  <a:gd name="T20" fmla="*/ 0 w 1994"/>
                  <a:gd name="T21" fmla="*/ 0 h 2320"/>
                  <a:gd name="T22" fmla="*/ 0 w 1994"/>
                  <a:gd name="T23" fmla="*/ 0 h 2320"/>
                  <a:gd name="T24" fmla="*/ 0 w 1994"/>
                  <a:gd name="T25" fmla="*/ 0 h 2320"/>
                  <a:gd name="T26" fmla="*/ 0 w 1994"/>
                  <a:gd name="T27" fmla="*/ 0 h 2320"/>
                  <a:gd name="T28" fmla="*/ 0 w 1994"/>
                  <a:gd name="T29" fmla="*/ 0 h 2320"/>
                  <a:gd name="T30" fmla="*/ 0 w 1994"/>
                  <a:gd name="T31" fmla="*/ 0 h 2320"/>
                  <a:gd name="T32" fmla="*/ 0 w 1994"/>
                  <a:gd name="T33" fmla="*/ 0 h 2320"/>
                  <a:gd name="T34" fmla="*/ 0 w 1994"/>
                  <a:gd name="T35" fmla="*/ 0 h 2320"/>
                  <a:gd name="T36" fmla="*/ 0 w 1994"/>
                  <a:gd name="T37" fmla="*/ 0 h 2320"/>
                  <a:gd name="T38" fmla="*/ 0 w 1994"/>
                  <a:gd name="T39" fmla="*/ 0 h 2320"/>
                  <a:gd name="T40" fmla="*/ 0 w 1994"/>
                  <a:gd name="T41" fmla="*/ 0 h 2320"/>
                  <a:gd name="T42" fmla="*/ 0 w 1994"/>
                  <a:gd name="T43" fmla="*/ 0 h 2320"/>
                  <a:gd name="T44" fmla="*/ 0 w 1994"/>
                  <a:gd name="T45" fmla="*/ 0 h 2320"/>
                  <a:gd name="T46" fmla="*/ 0 w 1994"/>
                  <a:gd name="T47" fmla="*/ 0 h 2320"/>
                  <a:gd name="T48" fmla="*/ 0 w 1994"/>
                  <a:gd name="T49" fmla="*/ 0 h 2320"/>
                  <a:gd name="T50" fmla="*/ 0 w 1994"/>
                  <a:gd name="T51" fmla="*/ 0 h 2320"/>
                  <a:gd name="T52" fmla="*/ 0 w 1994"/>
                  <a:gd name="T53" fmla="*/ 0 h 2320"/>
                  <a:gd name="T54" fmla="*/ 0 w 1994"/>
                  <a:gd name="T55" fmla="*/ 0 h 2320"/>
                  <a:gd name="T56" fmla="*/ 0 w 1994"/>
                  <a:gd name="T57" fmla="*/ 0 h 2320"/>
                  <a:gd name="T58" fmla="*/ 0 w 1994"/>
                  <a:gd name="T59" fmla="*/ 0 h 2320"/>
                  <a:gd name="T60" fmla="*/ 0 w 1994"/>
                  <a:gd name="T61" fmla="*/ 0 h 2320"/>
                  <a:gd name="T62" fmla="*/ 0 w 1994"/>
                  <a:gd name="T63" fmla="*/ 0 h 2320"/>
                  <a:gd name="T64" fmla="*/ 0 w 1994"/>
                  <a:gd name="T65" fmla="*/ 0 h 2320"/>
                  <a:gd name="T66" fmla="*/ 0 w 1994"/>
                  <a:gd name="T67" fmla="*/ 0 h 2320"/>
                  <a:gd name="T68" fmla="*/ 0 w 1994"/>
                  <a:gd name="T69" fmla="*/ 0 h 2320"/>
                  <a:gd name="T70" fmla="*/ 0 w 1994"/>
                  <a:gd name="T71" fmla="*/ 0 h 2320"/>
                  <a:gd name="T72" fmla="*/ 0 w 1994"/>
                  <a:gd name="T73" fmla="*/ 0 h 2320"/>
                  <a:gd name="T74" fmla="*/ 0 w 1994"/>
                  <a:gd name="T75" fmla="*/ 0 h 2320"/>
                  <a:gd name="T76" fmla="*/ 0 w 1994"/>
                  <a:gd name="T77" fmla="*/ 0 h 232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994"/>
                  <a:gd name="T118" fmla="*/ 0 h 2320"/>
                  <a:gd name="T119" fmla="*/ 1994 w 1994"/>
                  <a:gd name="T120" fmla="*/ 2320 h 2320"/>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994" h="2320">
                    <a:moveTo>
                      <a:pt x="598" y="597"/>
                    </a:moveTo>
                    <a:lnTo>
                      <a:pt x="823" y="443"/>
                    </a:lnTo>
                    <a:lnTo>
                      <a:pt x="904" y="443"/>
                    </a:lnTo>
                    <a:lnTo>
                      <a:pt x="1031" y="318"/>
                    </a:lnTo>
                    <a:lnTo>
                      <a:pt x="1106" y="397"/>
                    </a:lnTo>
                    <a:lnTo>
                      <a:pt x="1201" y="369"/>
                    </a:lnTo>
                    <a:lnTo>
                      <a:pt x="1130" y="475"/>
                    </a:lnTo>
                    <a:lnTo>
                      <a:pt x="1277" y="487"/>
                    </a:lnTo>
                    <a:lnTo>
                      <a:pt x="1145" y="652"/>
                    </a:lnTo>
                    <a:lnTo>
                      <a:pt x="1378" y="575"/>
                    </a:lnTo>
                    <a:lnTo>
                      <a:pt x="1319" y="671"/>
                    </a:lnTo>
                    <a:lnTo>
                      <a:pt x="1490" y="671"/>
                    </a:lnTo>
                    <a:lnTo>
                      <a:pt x="1457" y="754"/>
                    </a:lnTo>
                    <a:lnTo>
                      <a:pt x="1543" y="795"/>
                    </a:lnTo>
                    <a:lnTo>
                      <a:pt x="1669" y="729"/>
                    </a:lnTo>
                    <a:lnTo>
                      <a:pt x="1895" y="839"/>
                    </a:lnTo>
                    <a:lnTo>
                      <a:pt x="1800" y="696"/>
                    </a:lnTo>
                    <a:lnTo>
                      <a:pt x="1627" y="696"/>
                    </a:lnTo>
                    <a:lnTo>
                      <a:pt x="1627" y="608"/>
                    </a:lnTo>
                    <a:lnTo>
                      <a:pt x="1514" y="586"/>
                    </a:lnTo>
                    <a:lnTo>
                      <a:pt x="1701" y="540"/>
                    </a:lnTo>
                    <a:lnTo>
                      <a:pt x="1490" y="521"/>
                    </a:lnTo>
                    <a:lnTo>
                      <a:pt x="1543" y="417"/>
                    </a:lnTo>
                    <a:lnTo>
                      <a:pt x="1360" y="461"/>
                    </a:lnTo>
                    <a:lnTo>
                      <a:pt x="1387" y="290"/>
                    </a:lnTo>
                    <a:lnTo>
                      <a:pt x="1240" y="338"/>
                    </a:lnTo>
                    <a:lnTo>
                      <a:pt x="1240" y="203"/>
                    </a:lnTo>
                    <a:lnTo>
                      <a:pt x="1145" y="305"/>
                    </a:lnTo>
                    <a:lnTo>
                      <a:pt x="1106" y="0"/>
                    </a:lnTo>
                    <a:lnTo>
                      <a:pt x="1339" y="81"/>
                    </a:lnTo>
                    <a:lnTo>
                      <a:pt x="1484" y="203"/>
                    </a:lnTo>
                    <a:lnTo>
                      <a:pt x="1653" y="247"/>
                    </a:lnTo>
                    <a:lnTo>
                      <a:pt x="1771" y="397"/>
                    </a:lnTo>
                    <a:lnTo>
                      <a:pt x="1875" y="461"/>
                    </a:lnTo>
                    <a:lnTo>
                      <a:pt x="1960" y="664"/>
                    </a:lnTo>
                    <a:lnTo>
                      <a:pt x="1994" y="839"/>
                    </a:lnTo>
                    <a:lnTo>
                      <a:pt x="1969" y="950"/>
                    </a:lnTo>
                    <a:lnTo>
                      <a:pt x="1886" y="1042"/>
                    </a:lnTo>
                    <a:lnTo>
                      <a:pt x="1789" y="1042"/>
                    </a:lnTo>
                    <a:lnTo>
                      <a:pt x="1729" y="918"/>
                    </a:lnTo>
                    <a:lnTo>
                      <a:pt x="1627" y="874"/>
                    </a:lnTo>
                    <a:lnTo>
                      <a:pt x="1532" y="874"/>
                    </a:lnTo>
                    <a:lnTo>
                      <a:pt x="1420" y="927"/>
                    </a:lnTo>
                    <a:lnTo>
                      <a:pt x="1325" y="918"/>
                    </a:lnTo>
                    <a:lnTo>
                      <a:pt x="1130" y="874"/>
                    </a:lnTo>
                    <a:lnTo>
                      <a:pt x="1077" y="885"/>
                    </a:lnTo>
                    <a:lnTo>
                      <a:pt x="994" y="997"/>
                    </a:lnTo>
                    <a:lnTo>
                      <a:pt x="842" y="1072"/>
                    </a:lnTo>
                    <a:lnTo>
                      <a:pt x="823" y="1224"/>
                    </a:lnTo>
                    <a:lnTo>
                      <a:pt x="728" y="1381"/>
                    </a:lnTo>
                    <a:lnTo>
                      <a:pt x="737" y="1566"/>
                    </a:lnTo>
                    <a:lnTo>
                      <a:pt x="712" y="1702"/>
                    </a:lnTo>
                    <a:lnTo>
                      <a:pt x="611" y="1593"/>
                    </a:lnTo>
                    <a:lnTo>
                      <a:pt x="411" y="1593"/>
                    </a:lnTo>
                    <a:lnTo>
                      <a:pt x="418" y="1692"/>
                    </a:lnTo>
                    <a:lnTo>
                      <a:pt x="497" y="1845"/>
                    </a:lnTo>
                    <a:lnTo>
                      <a:pt x="592" y="1925"/>
                    </a:lnTo>
                    <a:lnTo>
                      <a:pt x="650" y="1925"/>
                    </a:lnTo>
                    <a:lnTo>
                      <a:pt x="689" y="1969"/>
                    </a:lnTo>
                    <a:lnTo>
                      <a:pt x="712" y="2121"/>
                    </a:lnTo>
                    <a:lnTo>
                      <a:pt x="689" y="2278"/>
                    </a:lnTo>
                    <a:lnTo>
                      <a:pt x="576" y="2320"/>
                    </a:lnTo>
                    <a:lnTo>
                      <a:pt x="505" y="2128"/>
                    </a:lnTo>
                    <a:lnTo>
                      <a:pt x="352" y="2026"/>
                    </a:lnTo>
                    <a:lnTo>
                      <a:pt x="200" y="1747"/>
                    </a:lnTo>
                    <a:lnTo>
                      <a:pt x="86" y="1579"/>
                    </a:lnTo>
                    <a:lnTo>
                      <a:pt x="9" y="1291"/>
                    </a:lnTo>
                    <a:lnTo>
                      <a:pt x="0" y="1049"/>
                    </a:lnTo>
                    <a:lnTo>
                      <a:pt x="42" y="761"/>
                    </a:lnTo>
                    <a:lnTo>
                      <a:pt x="130" y="540"/>
                    </a:lnTo>
                    <a:lnTo>
                      <a:pt x="233" y="417"/>
                    </a:lnTo>
                    <a:lnTo>
                      <a:pt x="479" y="212"/>
                    </a:lnTo>
                    <a:lnTo>
                      <a:pt x="592" y="178"/>
                    </a:lnTo>
                    <a:lnTo>
                      <a:pt x="805" y="386"/>
                    </a:lnTo>
                    <a:lnTo>
                      <a:pt x="625" y="338"/>
                    </a:lnTo>
                    <a:lnTo>
                      <a:pt x="721" y="443"/>
                    </a:lnTo>
                    <a:lnTo>
                      <a:pt x="583" y="540"/>
                    </a:lnTo>
                    <a:lnTo>
                      <a:pt x="598" y="5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72" name="Freeform 78">
                <a:extLst>
                  <a:ext uri="{FF2B5EF4-FFF2-40B4-BE49-F238E27FC236}">
                    <a16:creationId xmlns:a16="http://schemas.microsoft.com/office/drawing/2014/main" id="{9ABA2382-0025-127A-20E1-4108A3432E81}"/>
                  </a:ext>
                </a:extLst>
              </p:cNvPr>
              <p:cNvSpPr>
                <a:spLocks/>
              </p:cNvSpPr>
              <p:nvPr/>
            </p:nvSpPr>
            <p:spPr bwMode="auto">
              <a:xfrm>
                <a:off x="4417" y="2795"/>
                <a:ext cx="70" cy="45"/>
              </a:xfrm>
              <a:custGeom>
                <a:avLst/>
                <a:gdLst>
                  <a:gd name="T0" fmla="*/ 0 w 563"/>
                  <a:gd name="T1" fmla="*/ 0 h 353"/>
                  <a:gd name="T2" fmla="*/ 0 w 563"/>
                  <a:gd name="T3" fmla="*/ 0 h 353"/>
                  <a:gd name="T4" fmla="*/ 0 w 563"/>
                  <a:gd name="T5" fmla="*/ 0 h 353"/>
                  <a:gd name="T6" fmla="*/ 0 w 563"/>
                  <a:gd name="T7" fmla="*/ 0 h 353"/>
                  <a:gd name="T8" fmla="*/ 0 w 563"/>
                  <a:gd name="T9" fmla="*/ 0 h 353"/>
                  <a:gd name="T10" fmla="*/ 0 w 563"/>
                  <a:gd name="T11" fmla="*/ 0 h 353"/>
                  <a:gd name="T12" fmla="*/ 0 w 563"/>
                  <a:gd name="T13" fmla="*/ 0 h 353"/>
                  <a:gd name="T14" fmla="*/ 0 w 563"/>
                  <a:gd name="T15" fmla="*/ 0 h 353"/>
                  <a:gd name="T16" fmla="*/ 0 w 563"/>
                  <a:gd name="T17" fmla="*/ 0 h 353"/>
                  <a:gd name="T18" fmla="*/ 0 w 563"/>
                  <a:gd name="T19" fmla="*/ 0 h 353"/>
                  <a:gd name="T20" fmla="*/ 0 w 563"/>
                  <a:gd name="T21" fmla="*/ 0 h 353"/>
                  <a:gd name="T22" fmla="*/ 0 w 563"/>
                  <a:gd name="T23" fmla="*/ 0 h 353"/>
                  <a:gd name="T24" fmla="*/ 0 w 563"/>
                  <a:gd name="T25" fmla="*/ 0 h 353"/>
                  <a:gd name="T26" fmla="*/ 0 w 563"/>
                  <a:gd name="T27" fmla="*/ 0 h 3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63"/>
                  <a:gd name="T43" fmla="*/ 0 h 353"/>
                  <a:gd name="T44" fmla="*/ 563 w 563"/>
                  <a:gd name="T45" fmla="*/ 353 h 3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63" h="353">
                    <a:moveTo>
                      <a:pt x="196" y="353"/>
                    </a:moveTo>
                    <a:lnTo>
                      <a:pt x="187" y="224"/>
                    </a:lnTo>
                    <a:lnTo>
                      <a:pt x="303" y="353"/>
                    </a:lnTo>
                    <a:lnTo>
                      <a:pt x="351" y="122"/>
                    </a:lnTo>
                    <a:lnTo>
                      <a:pt x="385" y="270"/>
                    </a:lnTo>
                    <a:lnTo>
                      <a:pt x="433" y="203"/>
                    </a:lnTo>
                    <a:lnTo>
                      <a:pt x="479" y="247"/>
                    </a:lnTo>
                    <a:lnTo>
                      <a:pt x="563" y="113"/>
                    </a:lnTo>
                    <a:lnTo>
                      <a:pt x="538" y="0"/>
                    </a:lnTo>
                    <a:lnTo>
                      <a:pt x="323" y="0"/>
                    </a:lnTo>
                    <a:lnTo>
                      <a:pt x="207" y="46"/>
                    </a:lnTo>
                    <a:lnTo>
                      <a:pt x="116" y="122"/>
                    </a:lnTo>
                    <a:lnTo>
                      <a:pt x="0" y="191"/>
                    </a:lnTo>
                    <a:lnTo>
                      <a:pt x="196" y="3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73" name="Freeform 79">
                <a:extLst>
                  <a:ext uri="{FF2B5EF4-FFF2-40B4-BE49-F238E27FC236}">
                    <a16:creationId xmlns:a16="http://schemas.microsoft.com/office/drawing/2014/main" id="{88F1BDE3-69FA-A35A-D589-900ABCFFB562}"/>
                  </a:ext>
                </a:extLst>
              </p:cNvPr>
              <p:cNvSpPr>
                <a:spLocks/>
              </p:cNvSpPr>
              <p:nvPr/>
            </p:nvSpPr>
            <p:spPr bwMode="auto">
              <a:xfrm>
                <a:off x="4228" y="3398"/>
                <a:ext cx="177" cy="192"/>
              </a:xfrm>
              <a:custGeom>
                <a:avLst/>
                <a:gdLst>
                  <a:gd name="T0" fmla="*/ 0 w 1413"/>
                  <a:gd name="T1" fmla="*/ 0 h 1538"/>
                  <a:gd name="T2" fmla="*/ 0 w 1413"/>
                  <a:gd name="T3" fmla="*/ 0 h 1538"/>
                  <a:gd name="T4" fmla="*/ 0 w 1413"/>
                  <a:gd name="T5" fmla="*/ 0 h 1538"/>
                  <a:gd name="T6" fmla="*/ 0 w 1413"/>
                  <a:gd name="T7" fmla="*/ 0 h 1538"/>
                  <a:gd name="T8" fmla="*/ 0 w 1413"/>
                  <a:gd name="T9" fmla="*/ 0 h 1538"/>
                  <a:gd name="T10" fmla="*/ 0 w 1413"/>
                  <a:gd name="T11" fmla="*/ 0 h 1538"/>
                  <a:gd name="T12" fmla="*/ 0 w 1413"/>
                  <a:gd name="T13" fmla="*/ 0 h 1538"/>
                  <a:gd name="T14" fmla="*/ 0 w 1413"/>
                  <a:gd name="T15" fmla="*/ 0 h 1538"/>
                  <a:gd name="T16" fmla="*/ 0 w 1413"/>
                  <a:gd name="T17" fmla="*/ 0 h 1538"/>
                  <a:gd name="T18" fmla="*/ 0 w 1413"/>
                  <a:gd name="T19" fmla="*/ 0 h 1538"/>
                  <a:gd name="T20" fmla="*/ 0 w 1413"/>
                  <a:gd name="T21" fmla="*/ 0 h 1538"/>
                  <a:gd name="T22" fmla="*/ 0 w 1413"/>
                  <a:gd name="T23" fmla="*/ 0 h 1538"/>
                  <a:gd name="T24" fmla="*/ 0 w 1413"/>
                  <a:gd name="T25" fmla="*/ 0 h 1538"/>
                  <a:gd name="T26" fmla="*/ 0 w 1413"/>
                  <a:gd name="T27" fmla="*/ 0 h 1538"/>
                  <a:gd name="T28" fmla="*/ 0 w 1413"/>
                  <a:gd name="T29" fmla="*/ 0 h 1538"/>
                  <a:gd name="T30" fmla="*/ 0 w 1413"/>
                  <a:gd name="T31" fmla="*/ 0 h 1538"/>
                  <a:gd name="T32" fmla="*/ 0 w 1413"/>
                  <a:gd name="T33" fmla="*/ 0 h 1538"/>
                  <a:gd name="T34" fmla="*/ 0 w 1413"/>
                  <a:gd name="T35" fmla="*/ 0 h 1538"/>
                  <a:gd name="T36" fmla="*/ 0 w 1413"/>
                  <a:gd name="T37" fmla="*/ 0 h 1538"/>
                  <a:gd name="T38" fmla="*/ 0 w 1413"/>
                  <a:gd name="T39" fmla="*/ 0 h 1538"/>
                  <a:gd name="T40" fmla="*/ 0 w 1413"/>
                  <a:gd name="T41" fmla="*/ 0 h 1538"/>
                  <a:gd name="T42" fmla="*/ 0 w 1413"/>
                  <a:gd name="T43" fmla="*/ 0 h 1538"/>
                  <a:gd name="T44" fmla="*/ 0 w 1413"/>
                  <a:gd name="T45" fmla="*/ 0 h 1538"/>
                  <a:gd name="T46" fmla="*/ 0 w 1413"/>
                  <a:gd name="T47" fmla="*/ 0 h 1538"/>
                  <a:gd name="T48" fmla="*/ 0 w 1413"/>
                  <a:gd name="T49" fmla="*/ 0 h 1538"/>
                  <a:gd name="T50" fmla="*/ 0 w 1413"/>
                  <a:gd name="T51" fmla="*/ 0 h 1538"/>
                  <a:gd name="T52" fmla="*/ 0 w 1413"/>
                  <a:gd name="T53" fmla="*/ 0 h 1538"/>
                  <a:gd name="T54" fmla="*/ 0 w 1413"/>
                  <a:gd name="T55" fmla="*/ 0 h 1538"/>
                  <a:gd name="T56" fmla="*/ 0 w 1413"/>
                  <a:gd name="T57" fmla="*/ 0 h 1538"/>
                  <a:gd name="T58" fmla="*/ 0 w 1413"/>
                  <a:gd name="T59" fmla="*/ 0 h 1538"/>
                  <a:gd name="T60" fmla="*/ 0 w 1413"/>
                  <a:gd name="T61" fmla="*/ 0 h 1538"/>
                  <a:gd name="T62" fmla="*/ 0 w 1413"/>
                  <a:gd name="T63" fmla="*/ 0 h 1538"/>
                  <a:gd name="T64" fmla="*/ 0 w 1413"/>
                  <a:gd name="T65" fmla="*/ 0 h 1538"/>
                  <a:gd name="T66" fmla="*/ 0 w 1413"/>
                  <a:gd name="T67" fmla="*/ 0 h 153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413"/>
                  <a:gd name="T103" fmla="*/ 0 h 1538"/>
                  <a:gd name="T104" fmla="*/ 1413 w 1413"/>
                  <a:gd name="T105" fmla="*/ 1538 h 153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413" h="1538">
                    <a:moveTo>
                      <a:pt x="0" y="0"/>
                    </a:moveTo>
                    <a:lnTo>
                      <a:pt x="86" y="150"/>
                    </a:lnTo>
                    <a:lnTo>
                      <a:pt x="176" y="335"/>
                    </a:lnTo>
                    <a:lnTo>
                      <a:pt x="205" y="468"/>
                    </a:lnTo>
                    <a:lnTo>
                      <a:pt x="233" y="695"/>
                    </a:lnTo>
                    <a:lnTo>
                      <a:pt x="12" y="920"/>
                    </a:lnTo>
                    <a:lnTo>
                      <a:pt x="0" y="1070"/>
                    </a:lnTo>
                    <a:lnTo>
                      <a:pt x="58" y="1204"/>
                    </a:lnTo>
                    <a:lnTo>
                      <a:pt x="187" y="1352"/>
                    </a:lnTo>
                    <a:lnTo>
                      <a:pt x="277" y="1469"/>
                    </a:lnTo>
                    <a:lnTo>
                      <a:pt x="337" y="1538"/>
                    </a:lnTo>
                    <a:lnTo>
                      <a:pt x="394" y="1538"/>
                    </a:lnTo>
                    <a:lnTo>
                      <a:pt x="519" y="1522"/>
                    </a:lnTo>
                    <a:lnTo>
                      <a:pt x="671" y="1315"/>
                    </a:lnTo>
                    <a:lnTo>
                      <a:pt x="803" y="1106"/>
                    </a:lnTo>
                    <a:lnTo>
                      <a:pt x="1033" y="1091"/>
                    </a:lnTo>
                    <a:lnTo>
                      <a:pt x="1280" y="675"/>
                    </a:lnTo>
                    <a:lnTo>
                      <a:pt x="1413" y="279"/>
                    </a:lnTo>
                    <a:lnTo>
                      <a:pt x="1341" y="302"/>
                    </a:lnTo>
                    <a:lnTo>
                      <a:pt x="1400" y="113"/>
                    </a:lnTo>
                    <a:lnTo>
                      <a:pt x="1280" y="174"/>
                    </a:lnTo>
                    <a:lnTo>
                      <a:pt x="1110" y="434"/>
                    </a:lnTo>
                    <a:lnTo>
                      <a:pt x="803" y="713"/>
                    </a:lnTo>
                    <a:lnTo>
                      <a:pt x="731" y="713"/>
                    </a:lnTo>
                    <a:lnTo>
                      <a:pt x="963" y="489"/>
                    </a:lnTo>
                    <a:lnTo>
                      <a:pt x="1064" y="150"/>
                    </a:lnTo>
                    <a:lnTo>
                      <a:pt x="996" y="187"/>
                    </a:lnTo>
                    <a:lnTo>
                      <a:pt x="860" y="434"/>
                    </a:lnTo>
                    <a:lnTo>
                      <a:pt x="567" y="526"/>
                    </a:lnTo>
                    <a:lnTo>
                      <a:pt x="493" y="508"/>
                    </a:lnTo>
                    <a:lnTo>
                      <a:pt x="381" y="374"/>
                    </a:lnTo>
                    <a:lnTo>
                      <a:pt x="233" y="150"/>
                    </a:lnTo>
                    <a:lnTo>
                      <a:pt x="102" y="38"/>
                    </a:lnTo>
                    <a:lnTo>
                      <a:pt x="0" y="0"/>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774" name="Freeform 80">
                <a:extLst>
                  <a:ext uri="{FF2B5EF4-FFF2-40B4-BE49-F238E27FC236}">
                    <a16:creationId xmlns:a16="http://schemas.microsoft.com/office/drawing/2014/main" id="{F41B3BAD-1713-C75E-998F-E78D4AB5C552}"/>
                  </a:ext>
                </a:extLst>
              </p:cNvPr>
              <p:cNvSpPr>
                <a:spLocks/>
              </p:cNvSpPr>
              <p:nvPr/>
            </p:nvSpPr>
            <p:spPr bwMode="auto">
              <a:xfrm>
                <a:off x="4293" y="3503"/>
                <a:ext cx="97" cy="54"/>
              </a:xfrm>
              <a:custGeom>
                <a:avLst/>
                <a:gdLst>
                  <a:gd name="T0" fmla="*/ 0 w 776"/>
                  <a:gd name="T1" fmla="*/ 0 h 431"/>
                  <a:gd name="T2" fmla="*/ 0 w 776"/>
                  <a:gd name="T3" fmla="*/ 0 h 431"/>
                  <a:gd name="T4" fmla="*/ 0 w 776"/>
                  <a:gd name="T5" fmla="*/ 0 h 431"/>
                  <a:gd name="T6" fmla="*/ 0 w 776"/>
                  <a:gd name="T7" fmla="*/ 0 h 431"/>
                  <a:gd name="T8" fmla="*/ 0 w 776"/>
                  <a:gd name="T9" fmla="*/ 0 h 431"/>
                  <a:gd name="T10" fmla="*/ 0 w 776"/>
                  <a:gd name="T11" fmla="*/ 0 h 431"/>
                  <a:gd name="T12" fmla="*/ 0 w 776"/>
                  <a:gd name="T13" fmla="*/ 0 h 431"/>
                  <a:gd name="T14" fmla="*/ 0 w 776"/>
                  <a:gd name="T15" fmla="*/ 0 h 431"/>
                  <a:gd name="T16" fmla="*/ 0 w 776"/>
                  <a:gd name="T17" fmla="*/ 0 h 431"/>
                  <a:gd name="T18" fmla="*/ 0 w 776"/>
                  <a:gd name="T19" fmla="*/ 0 h 43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76"/>
                  <a:gd name="T31" fmla="*/ 0 h 431"/>
                  <a:gd name="T32" fmla="*/ 776 w 776"/>
                  <a:gd name="T33" fmla="*/ 431 h 43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76" h="431">
                    <a:moveTo>
                      <a:pt x="0" y="260"/>
                    </a:moveTo>
                    <a:lnTo>
                      <a:pt x="297" y="260"/>
                    </a:lnTo>
                    <a:lnTo>
                      <a:pt x="505" y="245"/>
                    </a:lnTo>
                    <a:lnTo>
                      <a:pt x="578" y="152"/>
                    </a:lnTo>
                    <a:lnTo>
                      <a:pt x="636" y="224"/>
                    </a:lnTo>
                    <a:lnTo>
                      <a:pt x="776" y="0"/>
                    </a:lnTo>
                    <a:lnTo>
                      <a:pt x="648" y="317"/>
                    </a:lnTo>
                    <a:lnTo>
                      <a:pt x="330" y="431"/>
                    </a:lnTo>
                    <a:lnTo>
                      <a:pt x="330" y="286"/>
                    </a:lnTo>
                    <a:lnTo>
                      <a:pt x="0" y="2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75" name="Freeform 81">
                <a:extLst>
                  <a:ext uri="{FF2B5EF4-FFF2-40B4-BE49-F238E27FC236}">
                    <a16:creationId xmlns:a16="http://schemas.microsoft.com/office/drawing/2014/main" id="{90A11217-75A7-DD89-76D9-D838BE637AF1}"/>
                  </a:ext>
                </a:extLst>
              </p:cNvPr>
              <p:cNvSpPr>
                <a:spLocks/>
              </p:cNvSpPr>
              <p:nvPr/>
            </p:nvSpPr>
            <p:spPr bwMode="auto">
              <a:xfrm>
                <a:off x="4215" y="3437"/>
                <a:ext cx="16" cy="94"/>
              </a:xfrm>
              <a:custGeom>
                <a:avLst/>
                <a:gdLst>
                  <a:gd name="T0" fmla="*/ 0 w 132"/>
                  <a:gd name="T1" fmla="*/ 0 h 751"/>
                  <a:gd name="T2" fmla="*/ 0 w 132"/>
                  <a:gd name="T3" fmla="*/ 0 h 751"/>
                  <a:gd name="T4" fmla="*/ 0 w 132"/>
                  <a:gd name="T5" fmla="*/ 0 h 751"/>
                  <a:gd name="T6" fmla="*/ 0 w 132"/>
                  <a:gd name="T7" fmla="*/ 0 h 751"/>
                  <a:gd name="T8" fmla="*/ 0 w 132"/>
                  <a:gd name="T9" fmla="*/ 0 h 751"/>
                  <a:gd name="T10" fmla="*/ 0 w 132"/>
                  <a:gd name="T11" fmla="*/ 0 h 751"/>
                  <a:gd name="T12" fmla="*/ 0 60000 65536"/>
                  <a:gd name="T13" fmla="*/ 0 60000 65536"/>
                  <a:gd name="T14" fmla="*/ 0 60000 65536"/>
                  <a:gd name="T15" fmla="*/ 0 60000 65536"/>
                  <a:gd name="T16" fmla="*/ 0 60000 65536"/>
                  <a:gd name="T17" fmla="*/ 0 60000 65536"/>
                  <a:gd name="T18" fmla="*/ 0 w 132"/>
                  <a:gd name="T19" fmla="*/ 0 h 751"/>
                  <a:gd name="T20" fmla="*/ 132 w 132"/>
                  <a:gd name="T21" fmla="*/ 751 h 751"/>
                </a:gdLst>
                <a:ahLst/>
                <a:cxnLst>
                  <a:cxn ang="T12">
                    <a:pos x="T0" y="T1"/>
                  </a:cxn>
                  <a:cxn ang="T13">
                    <a:pos x="T2" y="T3"/>
                  </a:cxn>
                  <a:cxn ang="T14">
                    <a:pos x="T4" y="T5"/>
                  </a:cxn>
                  <a:cxn ang="T15">
                    <a:pos x="T6" y="T7"/>
                  </a:cxn>
                  <a:cxn ang="T16">
                    <a:pos x="T8" y="T9"/>
                  </a:cxn>
                  <a:cxn ang="T17">
                    <a:pos x="T10" y="T11"/>
                  </a:cxn>
                </a:cxnLst>
                <a:rect l="T18" t="T19" r="T20" b="T21"/>
                <a:pathLst>
                  <a:path w="132" h="751">
                    <a:moveTo>
                      <a:pt x="132" y="583"/>
                    </a:moveTo>
                    <a:lnTo>
                      <a:pt x="31" y="223"/>
                    </a:lnTo>
                    <a:lnTo>
                      <a:pt x="31" y="0"/>
                    </a:lnTo>
                    <a:lnTo>
                      <a:pt x="0" y="262"/>
                    </a:lnTo>
                    <a:lnTo>
                      <a:pt x="105" y="751"/>
                    </a:lnTo>
                    <a:lnTo>
                      <a:pt x="132" y="5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76" name="Freeform 82">
                <a:extLst>
                  <a:ext uri="{FF2B5EF4-FFF2-40B4-BE49-F238E27FC236}">
                    <a16:creationId xmlns:a16="http://schemas.microsoft.com/office/drawing/2014/main" id="{E5F7855D-FCE0-C747-CFD6-F0910B4F7048}"/>
                  </a:ext>
                </a:extLst>
              </p:cNvPr>
              <p:cNvSpPr>
                <a:spLocks/>
              </p:cNvSpPr>
              <p:nvPr/>
            </p:nvSpPr>
            <p:spPr bwMode="auto">
              <a:xfrm>
                <a:off x="4138" y="3296"/>
                <a:ext cx="475" cy="172"/>
              </a:xfrm>
              <a:custGeom>
                <a:avLst/>
                <a:gdLst>
                  <a:gd name="T0" fmla="*/ 0 w 3797"/>
                  <a:gd name="T1" fmla="*/ 0 h 1374"/>
                  <a:gd name="T2" fmla="*/ 0 w 3797"/>
                  <a:gd name="T3" fmla="*/ 0 h 1374"/>
                  <a:gd name="T4" fmla="*/ 0 w 3797"/>
                  <a:gd name="T5" fmla="*/ 0 h 1374"/>
                  <a:gd name="T6" fmla="*/ 0 w 3797"/>
                  <a:gd name="T7" fmla="*/ 0 h 1374"/>
                  <a:gd name="T8" fmla="*/ 0 w 3797"/>
                  <a:gd name="T9" fmla="*/ 0 h 1374"/>
                  <a:gd name="T10" fmla="*/ 0 w 3797"/>
                  <a:gd name="T11" fmla="*/ 0 h 1374"/>
                  <a:gd name="T12" fmla="*/ 0 w 3797"/>
                  <a:gd name="T13" fmla="*/ 0 h 1374"/>
                  <a:gd name="T14" fmla="*/ 0 60000 65536"/>
                  <a:gd name="T15" fmla="*/ 0 60000 65536"/>
                  <a:gd name="T16" fmla="*/ 0 60000 65536"/>
                  <a:gd name="T17" fmla="*/ 0 60000 65536"/>
                  <a:gd name="T18" fmla="*/ 0 60000 65536"/>
                  <a:gd name="T19" fmla="*/ 0 60000 65536"/>
                  <a:gd name="T20" fmla="*/ 0 60000 65536"/>
                  <a:gd name="T21" fmla="*/ 0 w 3797"/>
                  <a:gd name="T22" fmla="*/ 0 h 1374"/>
                  <a:gd name="T23" fmla="*/ 3797 w 3797"/>
                  <a:gd name="T24" fmla="*/ 1374 h 13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97" h="1374">
                    <a:moveTo>
                      <a:pt x="921" y="1374"/>
                    </a:moveTo>
                    <a:lnTo>
                      <a:pt x="642" y="1146"/>
                    </a:lnTo>
                    <a:lnTo>
                      <a:pt x="0" y="0"/>
                    </a:lnTo>
                    <a:lnTo>
                      <a:pt x="1387" y="941"/>
                    </a:lnTo>
                    <a:lnTo>
                      <a:pt x="1591" y="620"/>
                    </a:lnTo>
                    <a:lnTo>
                      <a:pt x="3514" y="0"/>
                    </a:lnTo>
                    <a:lnTo>
                      <a:pt x="3797" y="827"/>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777" name="Line 83">
                <a:extLst>
                  <a:ext uri="{FF2B5EF4-FFF2-40B4-BE49-F238E27FC236}">
                    <a16:creationId xmlns:a16="http://schemas.microsoft.com/office/drawing/2014/main" id="{84CA4ACD-EDE9-7845-996C-21A74FED97C7}"/>
                  </a:ext>
                </a:extLst>
              </p:cNvPr>
              <p:cNvSpPr>
                <a:spLocks noChangeShapeType="1"/>
              </p:cNvSpPr>
              <p:nvPr/>
            </p:nvSpPr>
            <p:spPr bwMode="auto">
              <a:xfrm>
                <a:off x="4314" y="3414"/>
                <a:ext cx="16" cy="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8" name="Line 84">
                <a:extLst>
                  <a:ext uri="{FF2B5EF4-FFF2-40B4-BE49-F238E27FC236}">
                    <a16:creationId xmlns:a16="http://schemas.microsoft.com/office/drawing/2014/main" id="{09BA68FC-9A4E-F05E-4B28-9846D38AB8C7}"/>
                  </a:ext>
                </a:extLst>
              </p:cNvPr>
              <p:cNvSpPr>
                <a:spLocks noChangeShapeType="1"/>
              </p:cNvSpPr>
              <p:nvPr/>
            </p:nvSpPr>
            <p:spPr bwMode="auto">
              <a:xfrm>
                <a:off x="4335" y="3376"/>
                <a:ext cx="18" cy="4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9" name="Line 85">
                <a:extLst>
                  <a:ext uri="{FF2B5EF4-FFF2-40B4-BE49-F238E27FC236}">
                    <a16:creationId xmlns:a16="http://schemas.microsoft.com/office/drawing/2014/main" id="{7AAC0D89-93A9-A2E0-B184-BA48C54415AE}"/>
                  </a:ext>
                </a:extLst>
              </p:cNvPr>
              <p:cNvSpPr>
                <a:spLocks noChangeShapeType="1"/>
              </p:cNvSpPr>
              <p:nvPr/>
            </p:nvSpPr>
            <p:spPr bwMode="auto">
              <a:xfrm>
                <a:off x="4357" y="3433"/>
                <a:ext cx="6" cy="1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80" name="Line 86">
                <a:extLst>
                  <a:ext uri="{FF2B5EF4-FFF2-40B4-BE49-F238E27FC236}">
                    <a16:creationId xmlns:a16="http://schemas.microsoft.com/office/drawing/2014/main" id="{863541AD-1591-026B-C210-FBA3D721A26E}"/>
                  </a:ext>
                </a:extLst>
              </p:cNvPr>
              <p:cNvSpPr>
                <a:spLocks noChangeShapeType="1"/>
              </p:cNvSpPr>
              <p:nvPr/>
            </p:nvSpPr>
            <p:spPr bwMode="auto">
              <a:xfrm flipV="1">
                <a:off x="4388" y="3468"/>
                <a:ext cx="100" cy="2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81" name="Freeform 87">
                <a:extLst>
                  <a:ext uri="{FF2B5EF4-FFF2-40B4-BE49-F238E27FC236}">
                    <a16:creationId xmlns:a16="http://schemas.microsoft.com/office/drawing/2014/main" id="{562A98BD-7672-502A-727C-23CB7E841065}"/>
                  </a:ext>
                </a:extLst>
              </p:cNvPr>
              <p:cNvSpPr>
                <a:spLocks/>
              </p:cNvSpPr>
              <p:nvPr/>
            </p:nvSpPr>
            <p:spPr bwMode="auto">
              <a:xfrm>
                <a:off x="4163" y="3287"/>
                <a:ext cx="165" cy="97"/>
              </a:xfrm>
              <a:custGeom>
                <a:avLst/>
                <a:gdLst>
                  <a:gd name="T0" fmla="*/ 0 w 1326"/>
                  <a:gd name="T1" fmla="*/ 0 h 772"/>
                  <a:gd name="T2" fmla="*/ 0 w 1326"/>
                  <a:gd name="T3" fmla="*/ 0 h 772"/>
                  <a:gd name="T4" fmla="*/ 0 w 1326"/>
                  <a:gd name="T5" fmla="*/ 0 h 772"/>
                  <a:gd name="T6" fmla="*/ 0 60000 65536"/>
                  <a:gd name="T7" fmla="*/ 0 60000 65536"/>
                  <a:gd name="T8" fmla="*/ 0 60000 65536"/>
                  <a:gd name="T9" fmla="*/ 0 w 1326"/>
                  <a:gd name="T10" fmla="*/ 0 h 772"/>
                  <a:gd name="T11" fmla="*/ 1326 w 1326"/>
                  <a:gd name="T12" fmla="*/ 772 h 772"/>
                </a:gdLst>
                <a:ahLst/>
                <a:cxnLst>
                  <a:cxn ang="T6">
                    <a:pos x="T0" y="T1"/>
                  </a:cxn>
                  <a:cxn ang="T7">
                    <a:pos x="T2" y="T3"/>
                  </a:cxn>
                  <a:cxn ang="T8">
                    <a:pos x="T4" y="T5"/>
                  </a:cxn>
                </a:cxnLst>
                <a:rect l="T9" t="T10" r="T11" b="T12"/>
                <a:pathLst>
                  <a:path w="1326" h="772">
                    <a:moveTo>
                      <a:pt x="0" y="187"/>
                    </a:moveTo>
                    <a:lnTo>
                      <a:pt x="157" y="0"/>
                    </a:lnTo>
                    <a:lnTo>
                      <a:pt x="1326" y="772"/>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782" name="Freeform 88">
                <a:extLst>
                  <a:ext uri="{FF2B5EF4-FFF2-40B4-BE49-F238E27FC236}">
                    <a16:creationId xmlns:a16="http://schemas.microsoft.com/office/drawing/2014/main" id="{CD335953-3BDD-2704-675E-2AABFEDB6A5C}"/>
                  </a:ext>
                </a:extLst>
              </p:cNvPr>
              <p:cNvSpPr>
                <a:spLocks/>
              </p:cNvSpPr>
              <p:nvPr/>
            </p:nvSpPr>
            <p:spPr bwMode="auto">
              <a:xfrm>
                <a:off x="4332" y="3290"/>
                <a:ext cx="225" cy="84"/>
              </a:xfrm>
              <a:custGeom>
                <a:avLst/>
                <a:gdLst>
                  <a:gd name="T0" fmla="*/ 0 w 1807"/>
                  <a:gd name="T1" fmla="*/ 0 h 674"/>
                  <a:gd name="T2" fmla="*/ 0 w 1807"/>
                  <a:gd name="T3" fmla="*/ 0 h 674"/>
                  <a:gd name="T4" fmla="*/ 0 w 1807"/>
                  <a:gd name="T5" fmla="*/ 0 h 674"/>
                  <a:gd name="T6" fmla="*/ 0 w 1807"/>
                  <a:gd name="T7" fmla="*/ 0 h 674"/>
                  <a:gd name="T8" fmla="*/ 0 60000 65536"/>
                  <a:gd name="T9" fmla="*/ 0 60000 65536"/>
                  <a:gd name="T10" fmla="*/ 0 60000 65536"/>
                  <a:gd name="T11" fmla="*/ 0 60000 65536"/>
                  <a:gd name="T12" fmla="*/ 0 w 1807"/>
                  <a:gd name="T13" fmla="*/ 0 h 674"/>
                  <a:gd name="T14" fmla="*/ 1807 w 1807"/>
                  <a:gd name="T15" fmla="*/ 674 h 674"/>
                </a:gdLst>
                <a:ahLst/>
                <a:cxnLst>
                  <a:cxn ang="T8">
                    <a:pos x="T0" y="T1"/>
                  </a:cxn>
                  <a:cxn ang="T9">
                    <a:pos x="T2" y="T3"/>
                  </a:cxn>
                  <a:cxn ang="T10">
                    <a:pos x="T4" y="T5"/>
                  </a:cxn>
                  <a:cxn ang="T11">
                    <a:pos x="T6" y="T7"/>
                  </a:cxn>
                </a:cxnLst>
                <a:rect l="T12" t="T13" r="T14" b="T15"/>
                <a:pathLst>
                  <a:path w="1807" h="674">
                    <a:moveTo>
                      <a:pt x="32" y="674"/>
                    </a:moveTo>
                    <a:lnTo>
                      <a:pt x="0" y="580"/>
                    </a:lnTo>
                    <a:lnTo>
                      <a:pt x="1768" y="0"/>
                    </a:lnTo>
                    <a:lnTo>
                      <a:pt x="1807" y="95"/>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783" name="Freeform 89">
                <a:extLst>
                  <a:ext uri="{FF2B5EF4-FFF2-40B4-BE49-F238E27FC236}">
                    <a16:creationId xmlns:a16="http://schemas.microsoft.com/office/drawing/2014/main" id="{9CEE54AE-1AB4-7F6D-4983-5CFE14AB6B4C}"/>
                  </a:ext>
                </a:extLst>
              </p:cNvPr>
              <p:cNvSpPr>
                <a:spLocks/>
              </p:cNvSpPr>
              <p:nvPr/>
            </p:nvSpPr>
            <p:spPr bwMode="auto">
              <a:xfrm>
                <a:off x="4266" y="3099"/>
                <a:ext cx="248" cy="99"/>
              </a:xfrm>
              <a:custGeom>
                <a:avLst/>
                <a:gdLst>
                  <a:gd name="T0" fmla="*/ 0 w 1984"/>
                  <a:gd name="T1" fmla="*/ 0 h 791"/>
                  <a:gd name="T2" fmla="*/ 0 w 1984"/>
                  <a:gd name="T3" fmla="*/ 0 h 791"/>
                  <a:gd name="T4" fmla="*/ 0 w 1984"/>
                  <a:gd name="T5" fmla="*/ 0 h 791"/>
                  <a:gd name="T6" fmla="*/ 0 w 1984"/>
                  <a:gd name="T7" fmla="*/ 0 h 791"/>
                  <a:gd name="T8" fmla="*/ 0 w 1984"/>
                  <a:gd name="T9" fmla="*/ 0 h 791"/>
                  <a:gd name="T10" fmla="*/ 0 w 1984"/>
                  <a:gd name="T11" fmla="*/ 0 h 791"/>
                  <a:gd name="T12" fmla="*/ 0 w 1984"/>
                  <a:gd name="T13" fmla="*/ 0 h 791"/>
                  <a:gd name="T14" fmla="*/ 0 w 1984"/>
                  <a:gd name="T15" fmla="*/ 0 h 791"/>
                  <a:gd name="T16" fmla="*/ 0 w 1984"/>
                  <a:gd name="T17" fmla="*/ 0 h 791"/>
                  <a:gd name="T18" fmla="*/ 0 w 1984"/>
                  <a:gd name="T19" fmla="*/ 0 h 791"/>
                  <a:gd name="T20" fmla="*/ 0 w 1984"/>
                  <a:gd name="T21" fmla="*/ 0 h 791"/>
                  <a:gd name="T22" fmla="*/ 0 w 1984"/>
                  <a:gd name="T23" fmla="*/ 0 h 791"/>
                  <a:gd name="T24" fmla="*/ 0 w 1984"/>
                  <a:gd name="T25" fmla="*/ 0 h 791"/>
                  <a:gd name="T26" fmla="*/ 0 w 1984"/>
                  <a:gd name="T27" fmla="*/ 0 h 791"/>
                  <a:gd name="T28" fmla="*/ 0 w 1984"/>
                  <a:gd name="T29" fmla="*/ 0 h 791"/>
                  <a:gd name="T30" fmla="*/ 0 w 1984"/>
                  <a:gd name="T31" fmla="*/ 0 h 791"/>
                  <a:gd name="T32" fmla="*/ 0 w 1984"/>
                  <a:gd name="T33" fmla="*/ 0 h 791"/>
                  <a:gd name="T34" fmla="*/ 0 w 1984"/>
                  <a:gd name="T35" fmla="*/ 0 h 791"/>
                  <a:gd name="T36" fmla="*/ 0 w 1984"/>
                  <a:gd name="T37" fmla="*/ 0 h 7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984"/>
                  <a:gd name="T58" fmla="*/ 0 h 791"/>
                  <a:gd name="T59" fmla="*/ 1984 w 1984"/>
                  <a:gd name="T60" fmla="*/ 791 h 7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984" h="791">
                    <a:moveTo>
                      <a:pt x="1226" y="0"/>
                    </a:moveTo>
                    <a:lnTo>
                      <a:pt x="1077" y="323"/>
                    </a:lnTo>
                    <a:lnTo>
                      <a:pt x="333" y="657"/>
                    </a:lnTo>
                    <a:lnTo>
                      <a:pt x="0" y="701"/>
                    </a:lnTo>
                    <a:lnTo>
                      <a:pt x="522" y="679"/>
                    </a:lnTo>
                    <a:lnTo>
                      <a:pt x="1121" y="398"/>
                    </a:lnTo>
                    <a:lnTo>
                      <a:pt x="1400" y="679"/>
                    </a:lnTo>
                    <a:lnTo>
                      <a:pt x="1795" y="791"/>
                    </a:lnTo>
                    <a:lnTo>
                      <a:pt x="1863" y="774"/>
                    </a:lnTo>
                    <a:lnTo>
                      <a:pt x="1912" y="679"/>
                    </a:lnTo>
                    <a:lnTo>
                      <a:pt x="1984" y="657"/>
                    </a:lnTo>
                    <a:lnTo>
                      <a:pt x="1969" y="492"/>
                    </a:lnTo>
                    <a:lnTo>
                      <a:pt x="1898" y="492"/>
                    </a:lnTo>
                    <a:lnTo>
                      <a:pt x="1806" y="719"/>
                    </a:lnTo>
                    <a:lnTo>
                      <a:pt x="1604" y="701"/>
                    </a:lnTo>
                    <a:lnTo>
                      <a:pt x="1400" y="624"/>
                    </a:lnTo>
                    <a:lnTo>
                      <a:pt x="1121" y="341"/>
                    </a:lnTo>
                    <a:lnTo>
                      <a:pt x="1136" y="267"/>
                    </a:lnTo>
                    <a:lnTo>
                      <a:pt x="122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84" name="Freeform 90">
                <a:extLst>
                  <a:ext uri="{FF2B5EF4-FFF2-40B4-BE49-F238E27FC236}">
                    <a16:creationId xmlns:a16="http://schemas.microsoft.com/office/drawing/2014/main" id="{77D5F7C6-3E05-C8CB-9DAB-45D2A3028CC3}"/>
                  </a:ext>
                </a:extLst>
              </p:cNvPr>
              <p:cNvSpPr>
                <a:spLocks/>
              </p:cNvSpPr>
              <p:nvPr/>
            </p:nvSpPr>
            <p:spPr bwMode="auto">
              <a:xfrm>
                <a:off x="4201" y="3189"/>
                <a:ext cx="136" cy="197"/>
              </a:xfrm>
              <a:custGeom>
                <a:avLst/>
                <a:gdLst>
                  <a:gd name="T0" fmla="*/ 0 w 1094"/>
                  <a:gd name="T1" fmla="*/ 0 h 1577"/>
                  <a:gd name="T2" fmla="*/ 0 w 1094"/>
                  <a:gd name="T3" fmla="*/ 0 h 1577"/>
                  <a:gd name="T4" fmla="*/ 0 w 1094"/>
                  <a:gd name="T5" fmla="*/ 0 h 1577"/>
                  <a:gd name="T6" fmla="*/ 0 w 1094"/>
                  <a:gd name="T7" fmla="*/ 0 h 1577"/>
                  <a:gd name="T8" fmla="*/ 0 w 1094"/>
                  <a:gd name="T9" fmla="*/ 0 h 1577"/>
                  <a:gd name="T10" fmla="*/ 0 w 1094"/>
                  <a:gd name="T11" fmla="*/ 0 h 1577"/>
                  <a:gd name="T12" fmla="*/ 0 w 1094"/>
                  <a:gd name="T13" fmla="*/ 0 h 1577"/>
                  <a:gd name="T14" fmla="*/ 0 w 1094"/>
                  <a:gd name="T15" fmla="*/ 0 h 1577"/>
                  <a:gd name="T16" fmla="*/ 0 w 1094"/>
                  <a:gd name="T17" fmla="*/ 0 h 1577"/>
                  <a:gd name="T18" fmla="*/ 0 w 1094"/>
                  <a:gd name="T19" fmla="*/ 0 h 1577"/>
                  <a:gd name="T20" fmla="*/ 0 w 1094"/>
                  <a:gd name="T21" fmla="*/ 0 h 1577"/>
                  <a:gd name="T22" fmla="*/ 0 w 1094"/>
                  <a:gd name="T23" fmla="*/ 0 h 1577"/>
                  <a:gd name="T24" fmla="*/ 0 w 1094"/>
                  <a:gd name="T25" fmla="*/ 0 h 1577"/>
                  <a:gd name="T26" fmla="*/ 0 w 1094"/>
                  <a:gd name="T27" fmla="*/ 0 h 1577"/>
                  <a:gd name="T28" fmla="*/ 0 w 1094"/>
                  <a:gd name="T29" fmla="*/ 0 h 1577"/>
                  <a:gd name="T30" fmla="*/ 0 w 1094"/>
                  <a:gd name="T31" fmla="*/ 0 h 1577"/>
                  <a:gd name="T32" fmla="*/ 0 w 1094"/>
                  <a:gd name="T33" fmla="*/ 0 h 1577"/>
                  <a:gd name="T34" fmla="*/ 0 w 1094"/>
                  <a:gd name="T35" fmla="*/ 0 h 1577"/>
                  <a:gd name="T36" fmla="*/ 0 w 1094"/>
                  <a:gd name="T37" fmla="*/ 0 h 1577"/>
                  <a:gd name="T38" fmla="*/ 0 w 1094"/>
                  <a:gd name="T39" fmla="*/ 0 h 1577"/>
                  <a:gd name="T40" fmla="*/ 0 w 1094"/>
                  <a:gd name="T41" fmla="*/ 0 h 1577"/>
                  <a:gd name="T42" fmla="*/ 0 w 1094"/>
                  <a:gd name="T43" fmla="*/ 0 h 1577"/>
                  <a:gd name="T44" fmla="*/ 0 w 1094"/>
                  <a:gd name="T45" fmla="*/ 0 h 1577"/>
                  <a:gd name="T46" fmla="*/ 0 w 1094"/>
                  <a:gd name="T47" fmla="*/ 0 h 1577"/>
                  <a:gd name="T48" fmla="*/ 0 w 1094"/>
                  <a:gd name="T49" fmla="*/ 0 h 1577"/>
                  <a:gd name="T50" fmla="*/ 0 w 1094"/>
                  <a:gd name="T51" fmla="*/ 0 h 157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094"/>
                  <a:gd name="T79" fmla="*/ 0 h 1577"/>
                  <a:gd name="T80" fmla="*/ 1094 w 1094"/>
                  <a:gd name="T81" fmla="*/ 1577 h 157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094" h="1577">
                    <a:moveTo>
                      <a:pt x="436" y="0"/>
                    </a:moveTo>
                    <a:lnTo>
                      <a:pt x="173" y="129"/>
                    </a:lnTo>
                    <a:lnTo>
                      <a:pt x="0" y="581"/>
                    </a:lnTo>
                    <a:lnTo>
                      <a:pt x="17" y="901"/>
                    </a:lnTo>
                    <a:lnTo>
                      <a:pt x="1035" y="1577"/>
                    </a:lnTo>
                    <a:lnTo>
                      <a:pt x="1094" y="1480"/>
                    </a:lnTo>
                    <a:lnTo>
                      <a:pt x="1035" y="1371"/>
                    </a:lnTo>
                    <a:lnTo>
                      <a:pt x="978" y="1238"/>
                    </a:lnTo>
                    <a:lnTo>
                      <a:pt x="950" y="975"/>
                    </a:lnTo>
                    <a:lnTo>
                      <a:pt x="932" y="707"/>
                    </a:lnTo>
                    <a:lnTo>
                      <a:pt x="842" y="562"/>
                    </a:lnTo>
                    <a:lnTo>
                      <a:pt x="768" y="788"/>
                    </a:lnTo>
                    <a:lnTo>
                      <a:pt x="768" y="1074"/>
                    </a:lnTo>
                    <a:lnTo>
                      <a:pt x="890" y="1351"/>
                    </a:lnTo>
                    <a:lnTo>
                      <a:pt x="858" y="1408"/>
                    </a:lnTo>
                    <a:lnTo>
                      <a:pt x="712" y="1296"/>
                    </a:lnTo>
                    <a:lnTo>
                      <a:pt x="657" y="1107"/>
                    </a:lnTo>
                    <a:lnTo>
                      <a:pt x="685" y="881"/>
                    </a:lnTo>
                    <a:lnTo>
                      <a:pt x="582" y="1107"/>
                    </a:lnTo>
                    <a:lnTo>
                      <a:pt x="538" y="975"/>
                    </a:lnTo>
                    <a:lnTo>
                      <a:pt x="567" y="823"/>
                    </a:lnTo>
                    <a:lnTo>
                      <a:pt x="600" y="450"/>
                    </a:lnTo>
                    <a:lnTo>
                      <a:pt x="538" y="244"/>
                    </a:lnTo>
                    <a:lnTo>
                      <a:pt x="436" y="145"/>
                    </a:lnTo>
                    <a:lnTo>
                      <a:pt x="277" y="129"/>
                    </a:lnTo>
                    <a:lnTo>
                      <a:pt x="43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85" name="Freeform 91">
                <a:extLst>
                  <a:ext uri="{FF2B5EF4-FFF2-40B4-BE49-F238E27FC236}">
                    <a16:creationId xmlns:a16="http://schemas.microsoft.com/office/drawing/2014/main" id="{F64F96B8-93B1-B534-A5ED-D0F5C7E78077}"/>
                  </a:ext>
                </a:extLst>
              </p:cNvPr>
              <p:cNvSpPr>
                <a:spLocks/>
              </p:cNvSpPr>
              <p:nvPr/>
            </p:nvSpPr>
            <p:spPr bwMode="auto">
              <a:xfrm>
                <a:off x="4321" y="3207"/>
                <a:ext cx="18" cy="144"/>
              </a:xfrm>
              <a:custGeom>
                <a:avLst/>
                <a:gdLst>
                  <a:gd name="T0" fmla="*/ 0 w 145"/>
                  <a:gd name="T1" fmla="*/ 0 h 1151"/>
                  <a:gd name="T2" fmla="*/ 0 w 145"/>
                  <a:gd name="T3" fmla="*/ 0 h 1151"/>
                  <a:gd name="T4" fmla="*/ 0 w 145"/>
                  <a:gd name="T5" fmla="*/ 0 h 1151"/>
                  <a:gd name="T6" fmla="*/ 0 w 145"/>
                  <a:gd name="T7" fmla="*/ 0 h 1151"/>
                  <a:gd name="T8" fmla="*/ 0 w 145"/>
                  <a:gd name="T9" fmla="*/ 0 h 1151"/>
                  <a:gd name="T10" fmla="*/ 0 w 145"/>
                  <a:gd name="T11" fmla="*/ 0 h 1151"/>
                  <a:gd name="T12" fmla="*/ 0 w 145"/>
                  <a:gd name="T13" fmla="*/ 0 h 1151"/>
                  <a:gd name="T14" fmla="*/ 0 w 145"/>
                  <a:gd name="T15" fmla="*/ 0 h 1151"/>
                  <a:gd name="T16" fmla="*/ 0 w 145"/>
                  <a:gd name="T17" fmla="*/ 0 h 11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5"/>
                  <a:gd name="T28" fmla="*/ 0 h 1151"/>
                  <a:gd name="T29" fmla="*/ 145 w 145"/>
                  <a:gd name="T30" fmla="*/ 1151 h 11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5" h="1151">
                    <a:moveTo>
                      <a:pt x="0" y="0"/>
                    </a:moveTo>
                    <a:lnTo>
                      <a:pt x="83" y="285"/>
                    </a:lnTo>
                    <a:lnTo>
                      <a:pt x="115" y="621"/>
                    </a:lnTo>
                    <a:lnTo>
                      <a:pt x="115" y="907"/>
                    </a:lnTo>
                    <a:lnTo>
                      <a:pt x="104" y="1151"/>
                    </a:lnTo>
                    <a:lnTo>
                      <a:pt x="145" y="830"/>
                    </a:lnTo>
                    <a:lnTo>
                      <a:pt x="130" y="494"/>
                    </a:lnTo>
                    <a:lnTo>
                      <a:pt x="83" y="22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86" name="Freeform 92">
                <a:extLst>
                  <a:ext uri="{FF2B5EF4-FFF2-40B4-BE49-F238E27FC236}">
                    <a16:creationId xmlns:a16="http://schemas.microsoft.com/office/drawing/2014/main" id="{9F2E1E4B-1D86-E1ED-24E4-793A6131D59F}"/>
                  </a:ext>
                </a:extLst>
              </p:cNvPr>
              <p:cNvSpPr>
                <a:spLocks/>
              </p:cNvSpPr>
              <p:nvPr/>
            </p:nvSpPr>
            <p:spPr bwMode="auto">
              <a:xfrm>
                <a:off x="4516" y="3116"/>
                <a:ext cx="142" cy="73"/>
              </a:xfrm>
              <a:custGeom>
                <a:avLst/>
                <a:gdLst>
                  <a:gd name="T0" fmla="*/ 0 w 1136"/>
                  <a:gd name="T1" fmla="*/ 0 h 585"/>
                  <a:gd name="T2" fmla="*/ 0 w 1136"/>
                  <a:gd name="T3" fmla="*/ 0 h 585"/>
                  <a:gd name="T4" fmla="*/ 0 w 1136"/>
                  <a:gd name="T5" fmla="*/ 0 h 585"/>
                  <a:gd name="T6" fmla="*/ 0 w 1136"/>
                  <a:gd name="T7" fmla="*/ 0 h 585"/>
                  <a:gd name="T8" fmla="*/ 0 w 1136"/>
                  <a:gd name="T9" fmla="*/ 0 h 585"/>
                  <a:gd name="T10" fmla="*/ 0 w 1136"/>
                  <a:gd name="T11" fmla="*/ 0 h 585"/>
                  <a:gd name="T12" fmla="*/ 0 w 1136"/>
                  <a:gd name="T13" fmla="*/ 0 h 585"/>
                  <a:gd name="T14" fmla="*/ 0 w 1136"/>
                  <a:gd name="T15" fmla="*/ 0 h 585"/>
                  <a:gd name="T16" fmla="*/ 0 w 1136"/>
                  <a:gd name="T17" fmla="*/ 0 h 585"/>
                  <a:gd name="T18" fmla="*/ 0 w 1136"/>
                  <a:gd name="T19" fmla="*/ 0 h 585"/>
                  <a:gd name="T20" fmla="*/ 0 w 1136"/>
                  <a:gd name="T21" fmla="*/ 0 h 585"/>
                  <a:gd name="T22" fmla="*/ 0 w 1136"/>
                  <a:gd name="T23" fmla="*/ 0 h 585"/>
                  <a:gd name="T24" fmla="*/ 0 w 1136"/>
                  <a:gd name="T25" fmla="*/ 0 h 585"/>
                  <a:gd name="T26" fmla="*/ 0 w 1136"/>
                  <a:gd name="T27" fmla="*/ 0 h 585"/>
                  <a:gd name="T28" fmla="*/ 0 w 1136"/>
                  <a:gd name="T29" fmla="*/ 0 h 58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36"/>
                  <a:gd name="T46" fmla="*/ 0 h 585"/>
                  <a:gd name="T47" fmla="*/ 1136 w 1136"/>
                  <a:gd name="T48" fmla="*/ 585 h 58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36" h="585">
                    <a:moveTo>
                      <a:pt x="0" y="567"/>
                    </a:moveTo>
                    <a:lnTo>
                      <a:pt x="70" y="567"/>
                    </a:lnTo>
                    <a:lnTo>
                      <a:pt x="186" y="453"/>
                    </a:lnTo>
                    <a:lnTo>
                      <a:pt x="272" y="281"/>
                    </a:lnTo>
                    <a:lnTo>
                      <a:pt x="204" y="0"/>
                    </a:lnTo>
                    <a:lnTo>
                      <a:pt x="305" y="264"/>
                    </a:lnTo>
                    <a:lnTo>
                      <a:pt x="698" y="338"/>
                    </a:lnTo>
                    <a:lnTo>
                      <a:pt x="1136" y="505"/>
                    </a:lnTo>
                    <a:lnTo>
                      <a:pt x="857" y="453"/>
                    </a:lnTo>
                    <a:lnTo>
                      <a:pt x="740" y="585"/>
                    </a:lnTo>
                    <a:lnTo>
                      <a:pt x="540" y="453"/>
                    </a:lnTo>
                    <a:lnTo>
                      <a:pt x="272" y="585"/>
                    </a:lnTo>
                    <a:lnTo>
                      <a:pt x="248" y="472"/>
                    </a:lnTo>
                    <a:lnTo>
                      <a:pt x="85" y="585"/>
                    </a:lnTo>
                    <a:lnTo>
                      <a:pt x="0" y="5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87" name="Freeform 93">
                <a:extLst>
                  <a:ext uri="{FF2B5EF4-FFF2-40B4-BE49-F238E27FC236}">
                    <a16:creationId xmlns:a16="http://schemas.microsoft.com/office/drawing/2014/main" id="{17871BEB-2F50-5FAF-89E5-65D5EAB20CAB}"/>
                  </a:ext>
                </a:extLst>
              </p:cNvPr>
              <p:cNvSpPr>
                <a:spLocks/>
              </p:cNvSpPr>
              <p:nvPr/>
            </p:nvSpPr>
            <p:spPr bwMode="auto">
              <a:xfrm>
                <a:off x="4561" y="3179"/>
                <a:ext cx="220" cy="237"/>
              </a:xfrm>
              <a:custGeom>
                <a:avLst/>
                <a:gdLst>
                  <a:gd name="T0" fmla="*/ 0 w 1754"/>
                  <a:gd name="T1" fmla="*/ 0 h 1901"/>
                  <a:gd name="T2" fmla="*/ 0 w 1754"/>
                  <a:gd name="T3" fmla="*/ 0 h 1901"/>
                  <a:gd name="T4" fmla="*/ 0 w 1754"/>
                  <a:gd name="T5" fmla="*/ 0 h 1901"/>
                  <a:gd name="T6" fmla="*/ 0 w 1754"/>
                  <a:gd name="T7" fmla="*/ 0 h 1901"/>
                  <a:gd name="T8" fmla="*/ 0 w 1754"/>
                  <a:gd name="T9" fmla="*/ 0 h 1901"/>
                  <a:gd name="T10" fmla="*/ 0 w 1754"/>
                  <a:gd name="T11" fmla="*/ 0 h 1901"/>
                  <a:gd name="T12" fmla="*/ 0 w 1754"/>
                  <a:gd name="T13" fmla="*/ 0 h 1901"/>
                  <a:gd name="T14" fmla="*/ 0 w 1754"/>
                  <a:gd name="T15" fmla="*/ 0 h 1901"/>
                  <a:gd name="T16" fmla="*/ 0 w 1754"/>
                  <a:gd name="T17" fmla="*/ 0 h 1901"/>
                  <a:gd name="T18" fmla="*/ 0 w 1754"/>
                  <a:gd name="T19" fmla="*/ 0 h 1901"/>
                  <a:gd name="T20" fmla="*/ 0 w 1754"/>
                  <a:gd name="T21" fmla="*/ 0 h 1901"/>
                  <a:gd name="T22" fmla="*/ 0 w 1754"/>
                  <a:gd name="T23" fmla="*/ 0 h 1901"/>
                  <a:gd name="T24" fmla="*/ 0 w 1754"/>
                  <a:gd name="T25" fmla="*/ 0 h 1901"/>
                  <a:gd name="T26" fmla="*/ 0 w 1754"/>
                  <a:gd name="T27" fmla="*/ 0 h 1901"/>
                  <a:gd name="T28" fmla="*/ 0 w 1754"/>
                  <a:gd name="T29" fmla="*/ 0 h 1901"/>
                  <a:gd name="T30" fmla="*/ 0 w 1754"/>
                  <a:gd name="T31" fmla="*/ 0 h 1901"/>
                  <a:gd name="T32" fmla="*/ 0 w 1754"/>
                  <a:gd name="T33" fmla="*/ 0 h 1901"/>
                  <a:gd name="T34" fmla="*/ 0 w 1754"/>
                  <a:gd name="T35" fmla="*/ 0 h 1901"/>
                  <a:gd name="T36" fmla="*/ 0 w 1754"/>
                  <a:gd name="T37" fmla="*/ 0 h 1901"/>
                  <a:gd name="T38" fmla="*/ 0 w 1754"/>
                  <a:gd name="T39" fmla="*/ 0 h 1901"/>
                  <a:gd name="T40" fmla="*/ 0 w 1754"/>
                  <a:gd name="T41" fmla="*/ 0 h 1901"/>
                  <a:gd name="T42" fmla="*/ 0 w 1754"/>
                  <a:gd name="T43" fmla="*/ 0 h 1901"/>
                  <a:gd name="T44" fmla="*/ 0 w 1754"/>
                  <a:gd name="T45" fmla="*/ 0 h 1901"/>
                  <a:gd name="T46" fmla="*/ 0 w 1754"/>
                  <a:gd name="T47" fmla="*/ 0 h 1901"/>
                  <a:gd name="T48" fmla="*/ 0 w 1754"/>
                  <a:gd name="T49" fmla="*/ 0 h 1901"/>
                  <a:gd name="T50" fmla="*/ 0 w 1754"/>
                  <a:gd name="T51" fmla="*/ 0 h 1901"/>
                  <a:gd name="T52" fmla="*/ 0 w 1754"/>
                  <a:gd name="T53" fmla="*/ 0 h 1901"/>
                  <a:gd name="T54" fmla="*/ 0 w 1754"/>
                  <a:gd name="T55" fmla="*/ 0 h 1901"/>
                  <a:gd name="T56" fmla="*/ 0 w 1754"/>
                  <a:gd name="T57" fmla="*/ 0 h 1901"/>
                  <a:gd name="T58" fmla="*/ 0 w 1754"/>
                  <a:gd name="T59" fmla="*/ 0 h 1901"/>
                  <a:gd name="T60" fmla="*/ 0 w 1754"/>
                  <a:gd name="T61" fmla="*/ 0 h 1901"/>
                  <a:gd name="T62" fmla="*/ 0 w 1754"/>
                  <a:gd name="T63" fmla="*/ 0 h 1901"/>
                  <a:gd name="T64" fmla="*/ 0 w 1754"/>
                  <a:gd name="T65" fmla="*/ 0 h 1901"/>
                  <a:gd name="T66" fmla="*/ 0 w 1754"/>
                  <a:gd name="T67" fmla="*/ 0 h 1901"/>
                  <a:gd name="T68" fmla="*/ 0 w 1754"/>
                  <a:gd name="T69" fmla="*/ 0 h 190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754"/>
                  <a:gd name="T106" fmla="*/ 0 h 1901"/>
                  <a:gd name="T107" fmla="*/ 1754 w 1754"/>
                  <a:gd name="T108" fmla="*/ 1901 h 190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754" h="1901">
                    <a:moveTo>
                      <a:pt x="1007" y="0"/>
                    </a:moveTo>
                    <a:lnTo>
                      <a:pt x="1255" y="80"/>
                    </a:lnTo>
                    <a:lnTo>
                      <a:pt x="1475" y="435"/>
                    </a:lnTo>
                    <a:lnTo>
                      <a:pt x="1431" y="697"/>
                    </a:lnTo>
                    <a:lnTo>
                      <a:pt x="1754" y="1094"/>
                    </a:lnTo>
                    <a:lnTo>
                      <a:pt x="1622" y="1037"/>
                    </a:lnTo>
                    <a:lnTo>
                      <a:pt x="1415" y="829"/>
                    </a:lnTo>
                    <a:lnTo>
                      <a:pt x="1312" y="981"/>
                    </a:lnTo>
                    <a:lnTo>
                      <a:pt x="1312" y="1094"/>
                    </a:lnTo>
                    <a:lnTo>
                      <a:pt x="1222" y="1187"/>
                    </a:lnTo>
                    <a:lnTo>
                      <a:pt x="1083" y="1358"/>
                    </a:lnTo>
                    <a:lnTo>
                      <a:pt x="1023" y="1525"/>
                    </a:lnTo>
                    <a:lnTo>
                      <a:pt x="714" y="1881"/>
                    </a:lnTo>
                    <a:lnTo>
                      <a:pt x="585" y="1811"/>
                    </a:lnTo>
                    <a:lnTo>
                      <a:pt x="468" y="1789"/>
                    </a:lnTo>
                    <a:lnTo>
                      <a:pt x="274" y="1789"/>
                    </a:lnTo>
                    <a:lnTo>
                      <a:pt x="103" y="1901"/>
                    </a:lnTo>
                    <a:lnTo>
                      <a:pt x="0" y="1901"/>
                    </a:lnTo>
                    <a:lnTo>
                      <a:pt x="90" y="1864"/>
                    </a:lnTo>
                    <a:lnTo>
                      <a:pt x="274" y="1751"/>
                    </a:lnTo>
                    <a:lnTo>
                      <a:pt x="394" y="1733"/>
                    </a:lnTo>
                    <a:lnTo>
                      <a:pt x="440" y="1413"/>
                    </a:lnTo>
                    <a:lnTo>
                      <a:pt x="541" y="1244"/>
                    </a:lnTo>
                    <a:lnTo>
                      <a:pt x="613" y="1358"/>
                    </a:lnTo>
                    <a:lnTo>
                      <a:pt x="714" y="1244"/>
                    </a:lnTo>
                    <a:lnTo>
                      <a:pt x="714" y="719"/>
                    </a:lnTo>
                    <a:lnTo>
                      <a:pt x="949" y="1389"/>
                    </a:lnTo>
                    <a:lnTo>
                      <a:pt x="1083" y="1264"/>
                    </a:lnTo>
                    <a:lnTo>
                      <a:pt x="820" y="530"/>
                    </a:lnTo>
                    <a:lnTo>
                      <a:pt x="1023" y="756"/>
                    </a:lnTo>
                    <a:lnTo>
                      <a:pt x="1198" y="1055"/>
                    </a:lnTo>
                    <a:lnTo>
                      <a:pt x="1299" y="620"/>
                    </a:lnTo>
                    <a:lnTo>
                      <a:pt x="1299" y="209"/>
                    </a:lnTo>
                    <a:lnTo>
                      <a:pt x="1222" y="99"/>
                    </a:lnTo>
                    <a:lnTo>
                      <a:pt x="100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88" name="Freeform 94">
                <a:extLst>
                  <a:ext uri="{FF2B5EF4-FFF2-40B4-BE49-F238E27FC236}">
                    <a16:creationId xmlns:a16="http://schemas.microsoft.com/office/drawing/2014/main" id="{13A2922C-BB0D-0182-8C5B-DA19F38DBC4E}"/>
                  </a:ext>
                </a:extLst>
              </p:cNvPr>
              <p:cNvSpPr>
                <a:spLocks/>
              </p:cNvSpPr>
              <p:nvPr/>
            </p:nvSpPr>
            <p:spPr bwMode="auto">
              <a:xfrm>
                <a:off x="4640" y="3419"/>
                <a:ext cx="38" cy="56"/>
              </a:xfrm>
              <a:custGeom>
                <a:avLst/>
                <a:gdLst>
                  <a:gd name="T0" fmla="*/ 0 w 298"/>
                  <a:gd name="T1" fmla="*/ 0 h 450"/>
                  <a:gd name="T2" fmla="*/ 0 w 298"/>
                  <a:gd name="T3" fmla="*/ 0 h 450"/>
                  <a:gd name="T4" fmla="*/ 0 w 298"/>
                  <a:gd name="T5" fmla="*/ 0 h 450"/>
                  <a:gd name="T6" fmla="*/ 0 w 298"/>
                  <a:gd name="T7" fmla="*/ 0 h 450"/>
                  <a:gd name="T8" fmla="*/ 0 w 298"/>
                  <a:gd name="T9" fmla="*/ 0 h 450"/>
                  <a:gd name="T10" fmla="*/ 0 w 298"/>
                  <a:gd name="T11" fmla="*/ 0 h 450"/>
                  <a:gd name="T12" fmla="*/ 0 w 298"/>
                  <a:gd name="T13" fmla="*/ 0 h 450"/>
                  <a:gd name="T14" fmla="*/ 0 w 298"/>
                  <a:gd name="T15" fmla="*/ 0 h 450"/>
                  <a:gd name="T16" fmla="*/ 0 w 298"/>
                  <a:gd name="T17" fmla="*/ 0 h 450"/>
                  <a:gd name="T18" fmla="*/ 0 w 298"/>
                  <a:gd name="T19" fmla="*/ 0 h 450"/>
                  <a:gd name="T20" fmla="*/ 0 w 298"/>
                  <a:gd name="T21" fmla="*/ 0 h 450"/>
                  <a:gd name="T22" fmla="*/ 0 w 298"/>
                  <a:gd name="T23" fmla="*/ 0 h 450"/>
                  <a:gd name="T24" fmla="*/ 0 w 298"/>
                  <a:gd name="T25" fmla="*/ 0 h 450"/>
                  <a:gd name="T26" fmla="*/ 0 w 298"/>
                  <a:gd name="T27" fmla="*/ 0 h 45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98"/>
                  <a:gd name="T43" fmla="*/ 0 h 450"/>
                  <a:gd name="T44" fmla="*/ 298 w 298"/>
                  <a:gd name="T45" fmla="*/ 450 h 45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98" h="450">
                    <a:moveTo>
                      <a:pt x="0" y="0"/>
                    </a:moveTo>
                    <a:lnTo>
                      <a:pt x="114" y="8"/>
                    </a:lnTo>
                    <a:lnTo>
                      <a:pt x="275" y="90"/>
                    </a:lnTo>
                    <a:lnTo>
                      <a:pt x="298" y="151"/>
                    </a:lnTo>
                    <a:lnTo>
                      <a:pt x="233" y="259"/>
                    </a:lnTo>
                    <a:lnTo>
                      <a:pt x="194" y="413"/>
                    </a:lnTo>
                    <a:lnTo>
                      <a:pt x="83" y="450"/>
                    </a:lnTo>
                    <a:lnTo>
                      <a:pt x="171" y="393"/>
                    </a:lnTo>
                    <a:lnTo>
                      <a:pt x="210" y="305"/>
                    </a:lnTo>
                    <a:lnTo>
                      <a:pt x="210" y="217"/>
                    </a:lnTo>
                    <a:lnTo>
                      <a:pt x="261" y="129"/>
                    </a:lnTo>
                    <a:lnTo>
                      <a:pt x="210" y="79"/>
                    </a:lnTo>
                    <a:lnTo>
                      <a:pt x="95" y="1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89" name="Freeform 95">
                <a:extLst>
                  <a:ext uri="{FF2B5EF4-FFF2-40B4-BE49-F238E27FC236}">
                    <a16:creationId xmlns:a16="http://schemas.microsoft.com/office/drawing/2014/main" id="{F72EF4EC-2BB9-0771-A91C-6FB9E2B245F8}"/>
                  </a:ext>
                </a:extLst>
              </p:cNvPr>
              <p:cNvSpPr>
                <a:spLocks/>
              </p:cNvSpPr>
              <p:nvPr/>
            </p:nvSpPr>
            <p:spPr bwMode="auto">
              <a:xfrm>
                <a:off x="4633" y="3429"/>
                <a:ext cx="15" cy="44"/>
              </a:xfrm>
              <a:custGeom>
                <a:avLst/>
                <a:gdLst>
                  <a:gd name="T0" fmla="*/ 0 w 122"/>
                  <a:gd name="T1" fmla="*/ 0 h 353"/>
                  <a:gd name="T2" fmla="*/ 0 w 122"/>
                  <a:gd name="T3" fmla="*/ 0 h 353"/>
                  <a:gd name="T4" fmla="*/ 0 w 122"/>
                  <a:gd name="T5" fmla="*/ 0 h 353"/>
                  <a:gd name="T6" fmla="*/ 0 w 122"/>
                  <a:gd name="T7" fmla="*/ 0 h 353"/>
                  <a:gd name="T8" fmla="*/ 0 w 122"/>
                  <a:gd name="T9" fmla="*/ 0 h 353"/>
                  <a:gd name="T10" fmla="*/ 0 w 122"/>
                  <a:gd name="T11" fmla="*/ 0 h 353"/>
                  <a:gd name="T12" fmla="*/ 0 w 122"/>
                  <a:gd name="T13" fmla="*/ 0 h 353"/>
                  <a:gd name="T14" fmla="*/ 0 w 122"/>
                  <a:gd name="T15" fmla="*/ 0 h 353"/>
                  <a:gd name="T16" fmla="*/ 0 60000 65536"/>
                  <a:gd name="T17" fmla="*/ 0 60000 65536"/>
                  <a:gd name="T18" fmla="*/ 0 60000 65536"/>
                  <a:gd name="T19" fmla="*/ 0 60000 65536"/>
                  <a:gd name="T20" fmla="*/ 0 60000 65536"/>
                  <a:gd name="T21" fmla="*/ 0 60000 65536"/>
                  <a:gd name="T22" fmla="*/ 0 60000 65536"/>
                  <a:gd name="T23" fmla="*/ 0 60000 65536"/>
                  <a:gd name="T24" fmla="*/ 0 w 122"/>
                  <a:gd name="T25" fmla="*/ 0 h 353"/>
                  <a:gd name="T26" fmla="*/ 122 w 122"/>
                  <a:gd name="T27" fmla="*/ 353 h 35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2" h="353">
                    <a:moveTo>
                      <a:pt x="122" y="348"/>
                    </a:moveTo>
                    <a:lnTo>
                      <a:pt x="27" y="193"/>
                    </a:lnTo>
                    <a:lnTo>
                      <a:pt x="56" y="48"/>
                    </a:lnTo>
                    <a:lnTo>
                      <a:pt x="104" y="0"/>
                    </a:lnTo>
                    <a:lnTo>
                      <a:pt x="25" y="43"/>
                    </a:lnTo>
                    <a:lnTo>
                      <a:pt x="0" y="219"/>
                    </a:lnTo>
                    <a:lnTo>
                      <a:pt x="104" y="353"/>
                    </a:lnTo>
                    <a:lnTo>
                      <a:pt x="122" y="3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90" name="Freeform 96">
                <a:extLst>
                  <a:ext uri="{FF2B5EF4-FFF2-40B4-BE49-F238E27FC236}">
                    <a16:creationId xmlns:a16="http://schemas.microsoft.com/office/drawing/2014/main" id="{6DE45A66-891B-E1BF-4F11-A99560FFB9DA}"/>
                  </a:ext>
                </a:extLst>
              </p:cNvPr>
              <p:cNvSpPr>
                <a:spLocks/>
              </p:cNvSpPr>
              <p:nvPr/>
            </p:nvSpPr>
            <p:spPr bwMode="auto">
              <a:xfrm>
                <a:off x="4552" y="3447"/>
                <a:ext cx="81" cy="92"/>
              </a:xfrm>
              <a:custGeom>
                <a:avLst/>
                <a:gdLst>
                  <a:gd name="T0" fmla="*/ 0 w 653"/>
                  <a:gd name="T1" fmla="*/ 0 h 740"/>
                  <a:gd name="T2" fmla="*/ 0 w 653"/>
                  <a:gd name="T3" fmla="*/ 0 h 740"/>
                  <a:gd name="T4" fmla="*/ 0 w 653"/>
                  <a:gd name="T5" fmla="*/ 0 h 740"/>
                  <a:gd name="T6" fmla="*/ 0 w 653"/>
                  <a:gd name="T7" fmla="*/ 0 h 740"/>
                  <a:gd name="T8" fmla="*/ 0 w 653"/>
                  <a:gd name="T9" fmla="*/ 0 h 740"/>
                  <a:gd name="T10" fmla="*/ 0 w 653"/>
                  <a:gd name="T11" fmla="*/ 0 h 740"/>
                  <a:gd name="T12" fmla="*/ 0 w 653"/>
                  <a:gd name="T13" fmla="*/ 0 h 740"/>
                  <a:gd name="T14" fmla="*/ 0 w 653"/>
                  <a:gd name="T15" fmla="*/ 0 h 740"/>
                  <a:gd name="T16" fmla="*/ 0 w 653"/>
                  <a:gd name="T17" fmla="*/ 0 h 740"/>
                  <a:gd name="T18" fmla="*/ 0 w 653"/>
                  <a:gd name="T19" fmla="*/ 0 h 740"/>
                  <a:gd name="T20" fmla="*/ 0 w 653"/>
                  <a:gd name="T21" fmla="*/ 0 h 740"/>
                  <a:gd name="T22" fmla="*/ 0 w 653"/>
                  <a:gd name="T23" fmla="*/ 0 h 740"/>
                  <a:gd name="T24" fmla="*/ 0 w 653"/>
                  <a:gd name="T25" fmla="*/ 0 h 740"/>
                  <a:gd name="T26" fmla="*/ 0 w 653"/>
                  <a:gd name="T27" fmla="*/ 0 h 740"/>
                  <a:gd name="T28" fmla="*/ 0 w 653"/>
                  <a:gd name="T29" fmla="*/ 0 h 740"/>
                  <a:gd name="T30" fmla="*/ 0 w 653"/>
                  <a:gd name="T31" fmla="*/ 0 h 740"/>
                  <a:gd name="T32" fmla="*/ 0 w 653"/>
                  <a:gd name="T33" fmla="*/ 0 h 740"/>
                  <a:gd name="T34" fmla="*/ 0 w 653"/>
                  <a:gd name="T35" fmla="*/ 0 h 740"/>
                  <a:gd name="T36" fmla="*/ 0 w 653"/>
                  <a:gd name="T37" fmla="*/ 0 h 740"/>
                  <a:gd name="T38" fmla="*/ 0 w 653"/>
                  <a:gd name="T39" fmla="*/ 0 h 740"/>
                  <a:gd name="T40" fmla="*/ 0 w 653"/>
                  <a:gd name="T41" fmla="*/ 0 h 740"/>
                  <a:gd name="T42" fmla="*/ 0 w 653"/>
                  <a:gd name="T43" fmla="*/ 0 h 74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53"/>
                  <a:gd name="T67" fmla="*/ 0 h 740"/>
                  <a:gd name="T68" fmla="*/ 653 w 653"/>
                  <a:gd name="T69" fmla="*/ 740 h 74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53" h="740">
                    <a:moveTo>
                      <a:pt x="653" y="81"/>
                    </a:moveTo>
                    <a:lnTo>
                      <a:pt x="551" y="81"/>
                    </a:lnTo>
                    <a:lnTo>
                      <a:pt x="413" y="48"/>
                    </a:lnTo>
                    <a:lnTo>
                      <a:pt x="249" y="132"/>
                    </a:lnTo>
                    <a:lnTo>
                      <a:pt x="242" y="281"/>
                    </a:lnTo>
                    <a:lnTo>
                      <a:pt x="207" y="420"/>
                    </a:lnTo>
                    <a:lnTo>
                      <a:pt x="130" y="540"/>
                    </a:lnTo>
                    <a:lnTo>
                      <a:pt x="67" y="558"/>
                    </a:lnTo>
                    <a:lnTo>
                      <a:pt x="67" y="646"/>
                    </a:lnTo>
                    <a:lnTo>
                      <a:pt x="0" y="740"/>
                    </a:lnTo>
                    <a:lnTo>
                      <a:pt x="53" y="618"/>
                    </a:lnTo>
                    <a:lnTo>
                      <a:pt x="0" y="390"/>
                    </a:lnTo>
                    <a:lnTo>
                      <a:pt x="60" y="48"/>
                    </a:lnTo>
                    <a:lnTo>
                      <a:pt x="40" y="415"/>
                    </a:lnTo>
                    <a:lnTo>
                      <a:pt x="60" y="533"/>
                    </a:lnTo>
                    <a:lnTo>
                      <a:pt x="123" y="514"/>
                    </a:lnTo>
                    <a:lnTo>
                      <a:pt x="196" y="404"/>
                    </a:lnTo>
                    <a:lnTo>
                      <a:pt x="231" y="226"/>
                    </a:lnTo>
                    <a:lnTo>
                      <a:pt x="235" y="120"/>
                    </a:lnTo>
                    <a:lnTo>
                      <a:pt x="436" y="0"/>
                    </a:lnTo>
                    <a:lnTo>
                      <a:pt x="572" y="76"/>
                    </a:lnTo>
                    <a:lnTo>
                      <a:pt x="653"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91" name="Freeform 97">
                <a:extLst>
                  <a:ext uri="{FF2B5EF4-FFF2-40B4-BE49-F238E27FC236}">
                    <a16:creationId xmlns:a16="http://schemas.microsoft.com/office/drawing/2014/main" id="{6CDC3A2C-49C6-45C1-6968-BFF9F49FA4C3}"/>
                  </a:ext>
                </a:extLst>
              </p:cNvPr>
              <p:cNvSpPr>
                <a:spLocks/>
              </p:cNvSpPr>
              <p:nvPr/>
            </p:nvSpPr>
            <p:spPr bwMode="auto">
              <a:xfrm>
                <a:off x="4561" y="3416"/>
                <a:ext cx="31" cy="29"/>
              </a:xfrm>
              <a:custGeom>
                <a:avLst/>
                <a:gdLst>
                  <a:gd name="T0" fmla="*/ 0 w 249"/>
                  <a:gd name="T1" fmla="*/ 0 h 228"/>
                  <a:gd name="T2" fmla="*/ 0 w 249"/>
                  <a:gd name="T3" fmla="*/ 0 h 228"/>
                  <a:gd name="T4" fmla="*/ 0 w 249"/>
                  <a:gd name="T5" fmla="*/ 0 h 228"/>
                  <a:gd name="T6" fmla="*/ 0 w 249"/>
                  <a:gd name="T7" fmla="*/ 0 h 228"/>
                  <a:gd name="T8" fmla="*/ 0 w 249"/>
                  <a:gd name="T9" fmla="*/ 0 h 228"/>
                  <a:gd name="T10" fmla="*/ 0 w 249"/>
                  <a:gd name="T11" fmla="*/ 0 h 228"/>
                  <a:gd name="T12" fmla="*/ 0 60000 65536"/>
                  <a:gd name="T13" fmla="*/ 0 60000 65536"/>
                  <a:gd name="T14" fmla="*/ 0 60000 65536"/>
                  <a:gd name="T15" fmla="*/ 0 60000 65536"/>
                  <a:gd name="T16" fmla="*/ 0 60000 65536"/>
                  <a:gd name="T17" fmla="*/ 0 60000 65536"/>
                  <a:gd name="T18" fmla="*/ 0 w 249"/>
                  <a:gd name="T19" fmla="*/ 0 h 228"/>
                  <a:gd name="T20" fmla="*/ 249 w 249"/>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249" h="228">
                    <a:moveTo>
                      <a:pt x="0" y="228"/>
                    </a:moveTo>
                    <a:lnTo>
                      <a:pt x="78" y="138"/>
                    </a:lnTo>
                    <a:lnTo>
                      <a:pt x="249" y="0"/>
                    </a:lnTo>
                    <a:lnTo>
                      <a:pt x="42" y="129"/>
                    </a:lnTo>
                    <a:lnTo>
                      <a:pt x="0" y="205"/>
                    </a:lnTo>
                    <a:lnTo>
                      <a:pt x="0" y="2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92" name="Freeform 98">
                <a:extLst>
                  <a:ext uri="{FF2B5EF4-FFF2-40B4-BE49-F238E27FC236}">
                    <a16:creationId xmlns:a16="http://schemas.microsoft.com/office/drawing/2014/main" id="{1E0D23C8-B3BB-551B-5FA7-17CCD609B4C6}"/>
                  </a:ext>
                </a:extLst>
              </p:cNvPr>
              <p:cNvSpPr>
                <a:spLocks/>
              </p:cNvSpPr>
              <p:nvPr/>
            </p:nvSpPr>
            <p:spPr bwMode="auto">
              <a:xfrm>
                <a:off x="4508" y="3416"/>
                <a:ext cx="55" cy="121"/>
              </a:xfrm>
              <a:custGeom>
                <a:avLst/>
                <a:gdLst>
                  <a:gd name="T0" fmla="*/ 0 w 440"/>
                  <a:gd name="T1" fmla="*/ 0 h 969"/>
                  <a:gd name="T2" fmla="*/ 0 w 440"/>
                  <a:gd name="T3" fmla="*/ 0 h 969"/>
                  <a:gd name="T4" fmla="*/ 0 w 440"/>
                  <a:gd name="T5" fmla="*/ 0 h 969"/>
                  <a:gd name="T6" fmla="*/ 0 w 440"/>
                  <a:gd name="T7" fmla="*/ 0 h 969"/>
                  <a:gd name="T8" fmla="*/ 0 w 440"/>
                  <a:gd name="T9" fmla="*/ 0 h 969"/>
                  <a:gd name="T10" fmla="*/ 0 w 440"/>
                  <a:gd name="T11" fmla="*/ 0 h 969"/>
                  <a:gd name="T12" fmla="*/ 0 w 440"/>
                  <a:gd name="T13" fmla="*/ 0 h 969"/>
                  <a:gd name="T14" fmla="*/ 0 w 440"/>
                  <a:gd name="T15" fmla="*/ 0 h 969"/>
                  <a:gd name="T16" fmla="*/ 0 w 440"/>
                  <a:gd name="T17" fmla="*/ 0 h 969"/>
                  <a:gd name="T18" fmla="*/ 0 w 440"/>
                  <a:gd name="T19" fmla="*/ 0 h 969"/>
                  <a:gd name="T20" fmla="*/ 0 w 440"/>
                  <a:gd name="T21" fmla="*/ 0 h 969"/>
                  <a:gd name="T22" fmla="*/ 0 w 440"/>
                  <a:gd name="T23" fmla="*/ 0 h 969"/>
                  <a:gd name="T24" fmla="*/ 0 w 440"/>
                  <a:gd name="T25" fmla="*/ 0 h 969"/>
                  <a:gd name="T26" fmla="*/ 0 w 440"/>
                  <a:gd name="T27" fmla="*/ 0 h 969"/>
                  <a:gd name="T28" fmla="*/ 0 w 440"/>
                  <a:gd name="T29" fmla="*/ 0 h 969"/>
                  <a:gd name="T30" fmla="*/ 0 w 440"/>
                  <a:gd name="T31" fmla="*/ 0 h 969"/>
                  <a:gd name="T32" fmla="*/ 0 w 440"/>
                  <a:gd name="T33" fmla="*/ 0 h 969"/>
                  <a:gd name="T34" fmla="*/ 0 w 440"/>
                  <a:gd name="T35" fmla="*/ 0 h 969"/>
                  <a:gd name="T36" fmla="*/ 0 w 440"/>
                  <a:gd name="T37" fmla="*/ 0 h 969"/>
                  <a:gd name="T38" fmla="*/ 0 w 440"/>
                  <a:gd name="T39" fmla="*/ 0 h 969"/>
                  <a:gd name="T40" fmla="*/ 0 w 440"/>
                  <a:gd name="T41" fmla="*/ 0 h 969"/>
                  <a:gd name="T42" fmla="*/ 0 w 440"/>
                  <a:gd name="T43" fmla="*/ 0 h 969"/>
                  <a:gd name="T44" fmla="*/ 0 w 440"/>
                  <a:gd name="T45" fmla="*/ 0 h 969"/>
                  <a:gd name="T46" fmla="*/ 0 w 440"/>
                  <a:gd name="T47" fmla="*/ 0 h 969"/>
                  <a:gd name="T48" fmla="*/ 0 w 440"/>
                  <a:gd name="T49" fmla="*/ 0 h 96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40"/>
                  <a:gd name="T76" fmla="*/ 0 h 969"/>
                  <a:gd name="T77" fmla="*/ 440 w 440"/>
                  <a:gd name="T78" fmla="*/ 969 h 96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40" h="969">
                    <a:moveTo>
                      <a:pt x="440" y="0"/>
                    </a:moveTo>
                    <a:lnTo>
                      <a:pt x="320" y="138"/>
                    </a:lnTo>
                    <a:lnTo>
                      <a:pt x="181" y="389"/>
                    </a:lnTo>
                    <a:lnTo>
                      <a:pt x="187" y="468"/>
                    </a:lnTo>
                    <a:lnTo>
                      <a:pt x="288" y="934"/>
                    </a:lnTo>
                    <a:lnTo>
                      <a:pt x="334" y="969"/>
                    </a:lnTo>
                    <a:lnTo>
                      <a:pt x="276" y="945"/>
                    </a:lnTo>
                    <a:lnTo>
                      <a:pt x="269" y="914"/>
                    </a:lnTo>
                    <a:lnTo>
                      <a:pt x="229" y="941"/>
                    </a:lnTo>
                    <a:lnTo>
                      <a:pt x="147" y="894"/>
                    </a:lnTo>
                    <a:lnTo>
                      <a:pt x="103" y="791"/>
                    </a:lnTo>
                    <a:lnTo>
                      <a:pt x="161" y="888"/>
                    </a:lnTo>
                    <a:lnTo>
                      <a:pt x="229" y="914"/>
                    </a:lnTo>
                    <a:lnTo>
                      <a:pt x="255" y="894"/>
                    </a:lnTo>
                    <a:lnTo>
                      <a:pt x="147" y="422"/>
                    </a:lnTo>
                    <a:lnTo>
                      <a:pt x="147" y="362"/>
                    </a:lnTo>
                    <a:lnTo>
                      <a:pt x="352" y="62"/>
                    </a:lnTo>
                    <a:lnTo>
                      <a:pt x="246" y="116"/>
                    </a:lnTo>
                    <a:lnTo>
                      <a:pt x="163" y="228"/>
                    </a:lnTo>
                    <a:lnTo>
                      <a:pt x="172" y="185"/>
                    </a:lnTo>
                    <a:lnTo>
                      <a:pt x="0" y="228"/>
                    </a:lnTo>
                    <a:lnTo>
                      <a:pt x="207" y="127"/>
                    </a:lnTo>
                    <a:lnTo>
                      <a:pt x="255" y="83"/>
                    </a:lnTo>
                    <a:lnTo>
                      <a:pt x="419" y="9"/>
                    </a:lnTo>
                    <a:lnTo>
                      <a:pt x="4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93" name="Freeform 99">
                <a:extLst>
                  <a:ext uri="{FF2B5EF4-FFF2-40B4-BE49-F238E27FC236}">
                    <a16:creationId xmlns:a16="http://schemas.microsoft.com/office/drawing/2014/main" id="{07B8C9A1-DC75-71F5-20A0-AA7B7C5B370F}"/>
                  </a:ext>
                </a:extLst>
              </p:cNvPr>
              <p:cNvSpPr>
                <a:spLocks/>
              </p:cNvSpPr>
              <p:nvPr/>
            </p:nvSpPr>
            <p:spPr bwMode="auto">
              <a:xfrm>
                <a:off x="4493" y="3447"/>
                <a:ext cx="32" cy="68"/>
              </a:xfrm>
              <a:custGeom>
                <a:avLst/>
                <a:gdLst>
                  <a:gd name="T0" fmla="*/ 0 w 253"/>
                  <a:gd name="T1" fmla="*/ 0 h 542"/>
                  <a:gd name="T2" fmla="*/ 0 w 253"/>
                  <a:gd name="T3" fmla="*/ 0 h 542"/>
                  <a:gd name="T4" fmla="*/ 0 w 253"/>
                  <a:gd name="T5" fmla="*/ 0 h 542"/>
                  <a:gd name="T6" fmla="*/ 0 w 253"/>
                  <a:gd name="T7" fmla="*/ 0 h 542"/>
                  <a:gd name="T8" fmla="*/ 0 w 253"/>
                  <a:gd name="T9" fmla="*/ 0 h 542"/>
                  <a:gd name="T10" fmla="*/ 0 w 253"/>
                  <a:gd name="T11" fmla="*/ 0 h 542"/>
                  <a:gd name="T12" fmla="*/ 0 w 253"/>
                  <a:gd name="T13" fmla="*/ 0 h 542"/>
                  <a:gd name="T14" fmla="*/ 0 w 253"/>
                  <a:gd name="T15" fmla="*/ 0 h 542"/>
                  <a:gd name="T16" fmla="*/ 0 w 253"/>
                  <a:gd name="T17" fmla="*/ 0 h 542"/>
                  <a:gd name="T18" fmla="*/ 0 w 253"/>
                  <a:gd name="T19" fmla="*/ 0 h 542"/>
                  <a:gd name="T20" fmla="*/ 0 w 253"/>
                  <a:gd name="T21" fmla="*/ 0 h 542"/>
                  <a:gd name="T22" fmla="*/ 0 w 253"/>
                  <a:gd name="T23" fmla="*/ 0 h 542"/>
                  <a:gd name="T24" fmla="*/ 0 w 253"/>
                  <a:gd name="T25" fmla="*/ 0 h 542"/>
                  <a:gd name="T26" fmla="*/ 0 w 253"/>
                  <a:gd name="T27" fmla="*/ 0 h 542"/>
                  <a:gd name="T28" fmla="*/ 0 w 253"/>
                  <a:gd name="T29" fmla="*/ 0 h 542"/>
                  <a:gd name="T30" fmla="*/ 0 w 253"/>
                  <a:gd name="T31" fmla="*/ 0 h 542"/>
                  <a:gd name="T32" fmla="*/ 0 w 253"/>
                  <a:gd name="T33" fmla="*/ 0 h 5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53"/>
                  <a:gd name="T52" fmla="*/ 0 h 542"/>
                  <a:gd name="T53" fmla="*/ 253 w 253"/>
                  <a:gd name="T54" fmla="*/ 542 h 5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53" h="542">
                    <a:moveTo>
                      <a:pt x="253" y="17"/>
                    </a:moveTo>
                    <a:lnTo>
                      <a:pt x="171" y="118"/>
                    </a:lnTo>
                    <a:lnTo>
                      <a:pt x="145" y="186"/>
                    </a:lnTo>
                    <a:lnTo>
                      <a:pt x="150" y="289"/>
                    </a:lnTo>
                    <a:lnTo>
                      <a:pt x="217" y="542"/>
                    </a:lnTo>
                    <a:lnTo>
                      <a:pt x="104" y="404"/>
                    </a:lnTo>
                    <a:lnTo>
                      <a:pt x="12" y="334"/>
                    </a:lnTo>
                    <a:lnTo>
                      <a:pt x="0" y="240"/>
                    </a:lnTo>
                    <a:lnTo>
                      <a:pt x="0" y="69"/>
                    </a:lnTo>
                    <a:lnTo>
                      <a:pt x="81" y="0"/>
                    </a:lnTo>
                    <a:lnTo>
                      <a:pt x="12" y="74"/>
                    </a:lnTo>
                    <a:lnTo>
                      <a:pt x="12" y="219"/>
                    </a:lnTo>
                    <a:lnTo>
                      <a:pt x="46" y="296"/>
                    </a:lnTo>
                    <a:lnTo>
                      <a:pt x="145" y="362"/>
                    </a:lnTo>
                    <a:lnTo>
                      <a:pt x="127" y="208"/>
                    </a:lnTo>
                    <a:lnTo>
                      <a:pt x="159" y="109"/>
                    </a:lnTo>
                    <a:lnTo>
                      <a:pt x="253"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94" name="Freeform 100">
                <a:extLst>
                  <a:ext uri="{FF2B5EF4-FFF2-40B4-BE49-F238E27FC236}">
                    <a16:creationId xmlns:a16="http://schemas.microsoft.com/office/drawing/2014/main" id="{D48EEF7F-7446-4755-BF0C-5DBA6F7A86C6}"/>
                  </a:ext>
                </a:extLst>
              </p:cNvPr>
              <p:cNvSpPr>
                <a:spLocks/>
              </p:cNvSpPr>
              <p:nvPr/>
            </p:nvSpPr>
            <p:spPr bwMode="auto">
              <a:xfrm>
                <a:off x="4652" y="3390"/>
                <a:ext cx="162" cy="77"/>
              </a:xfrm>
              <a:custGeom>
                <a:avLst/>
                <a:gdLst>
                  <a:gd name="T0" fmla="*/ 0 w 1296"/>
                  <a:gd name="T1" fmla="*/ 0 h 618"/>
                  <a:gd name="T2" fmla="*/ 0 w 1296"/>
                  <a:gd name="T3" fmla="*/ 0 h 618"/>
                  <a:gd name="T4" fmla="*/ 0 w 1296"/>
                  <a:gd name="T5" fmla="*/ 0 h 618"/>
                  <a:gd name="T6" fmla="*/ 0 w 1296"/>
                  <a:gd name="T7" fmla="*/ 0 h 618"/>
                  <a:gd name="T8" fmla="*/ 0 w 1296"/>
                  <a:gd name="T9" fmla="*/ 0 h 618"/>
                  <a:gd name="T10" fmla="*/ 0 w 1296"/>
                  <a:gd name="T11" fmla="*/ 0 h 618"/>
                  <a:gd name="T12" fmla="*/ 0 w 1296"/>
                  <a:gd name="T13" fmla="*/ 0 h 618"/>
                  <a:gd name="T14" fmla="*/ 0 w 1296"/>
                  <a:gd name="T15" fmla="*/ 0 h 618"/>
                  <a:gd name="T16" fmla="*/ 0 w 1296"/>
                  <a:gd name="T17" fmla="*/ 0 h 618"/>
                  <a:gd name="T18" fmla="*/ 0 w 1296"/>
                  <a:gd name="T19" fmla="*/ 0 h 618"/>
                  <a:gd name="T20" fmla="*/ 0 w 1296"/>
                  <a:gd name="T21" fmla="*/ 0 h 618"/>
                  <a:gd name="T22" fmla="*/ 0 w 1296"/>
                  <a:gd name="T23" fmla="*/ 0 h 618"/>
                  <a:gd name="T24" fmla="*/ 0 w 1296"/>
                  <a:gd name="T25" fmla="*/ 0 h 618"/>
                  <a:gd name="T26" fmla="*/ 0 w 1296"/>
                  <a:gd name="T27" fmla="*/ 0 h 618"/>
                  <a:gd name="T28" fmla="*/ 0 w 1296"/>
                  <a:gd name="T29" fmla="*/ 0 h 618"/>
                  <a:gd name="T30" fmla="*/ 0 w 1296"/>
                  <a:gd name="T31" fmla="*/ 0 h 61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96"/>
                  <a:gd name="T49" fmla="*/ 0 h 618"/>
                  <a:gd name="T50" fmla="*/ 1296 w 1296"/>
                  <a:gd name="T51" fmla="*/ 618 h 61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96" h="618">
                    <a:moveTo>
                      <a:pt x="493" y="618"/>
                    </a:moveTo>
                    <a:lnTo>
                      <a:pt x="311" y="332"/>
                    </a:lnTo>
                    <a:lnTo>
                      <a:pt x="340" y="311"/>
                    </a:lnTo>
                    <a:lnTo>
                      <a:pt x="924" y="572"/>
                    </a:lnTo>
                    <a:lnTo>
                      <a:pt x="940" y="511"/>
                    </a:lnTo>
                    <a:lnTo>
                      <a:pt x="581" y="286"/>
                    </a:lnTo>
                    <a:lnTo>
                      <a:pt x="0" y="177"/>
                    </a:lnTo>
                    <a:lnTo>
                      <a:pt x="617" y="247"/>
                    </a:lnTo>
                    <a:lnTo>
                      <a:pt x="786" y="352"/>
                    </a:lnTo>
                    <a:lnTo>
                      <a:pt x="995" y="177"/>
                    </a:lnTo>
                    <a:lnTo>
                      <a:pt x="1144" y="115"/>
                    </a:lnTo>
                    <a:lnTo>
                      <a:pt x="1212" y="0"/>
                    </a:lnTo>
                    <a:lnTo>
                      <a:pt x="1296" y="618"/>
                    </a:lnTo>
                    <a:lnTo>
                      <a:pt x="1212" y="399"/>
                    </a:lnTo>
                    <a:lnTo>
                      <a:pt x="995" y="618"/>
                    </a:lnTo>
                    <a:lnTo>
                      <a:pt x="493" y="6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95" name="Freeform 101">
                <a:extLst>
                  <a:ext uri="{FF2B5EF4-FFF2-40B4-BE49-F238E27FC236}">
                    <a16:creationId xmlns:a16="http://schemas.microsoft.com/office/drawing/2014/main" id="{31A85080-BF63-75F5-EA0B-F0A10CD728BC}"/>
                  </a:ext>
                </a:extLst>
              </p:cNvPr>
              <p:cNvSpPr>
                <a:spLocks/>
              </p:cNvSpPr>
              <p:nvPr/>
            </p:nvSpPr>
            <p:spPr bwMode="auto">
              <a:xfrm>
                <a:off x="4744" y="3203"/>
                <a:ext cx="58" cy="192"/>
              </a:xfrm>
              <a:custGeom>
                <a:avLst/>
                <a:gdLst>
                  <a:gd name="T0" fmla="*/ 0 w 463"/>
                  <a:gd name="T1" fmla="*/ 0 h 1540"/>
                  <a:gd name="T2" fmla="*/ 0 w 463"/>
                  <a:gd name="T3" fmla="*/ 0 h 1540"/>
                  <a:gd name="T4" fmla="*/ 0 w 463"/>
                  <a:gd name="T5" fmla="*/ 0 h 1540"/>
                  <a:gd name="T6" fmla="*/ 0 w 463"/>
                  <a:gd name="T7" fmla="*/ 0 h 1540"/>
                  <a:gd name="T8" fmla="*/ 0 w 463"/>
                  <a:gd name="T9" fmla="*/ 0 h 1540"/>
                  <a:gd name="T10" fmla="*/ 0 w 463"/>
                  <a:gd name="T11" fmla="*/ 0 h 1540"/>
                  <a:gd name="T12" fmla="*/ 0 w 463"/>
                  <a:gd name="T13" fmla="*/ 0 h 1540"/>
                  <a:gd name="T14" fmla="*/ 0 w 463"/>
                  <a:gd name="T15" fmla="*/ 0 h 1540"/>
                  <a:gd name="T16" fmla="*/ 0 w 463"/>
                  <a:gd name="T17" fmla="*/ 0 h 1540"/>
                  <a:gd name="T18" fmla="*/ 0 w 463"/>
                  <a:gd name="T19" fmla="*/ 0 h 1540"/>
                  <a:gd name="T20" fmla="*/ 0 w 463"/>
                  <a:gd name="T21" fmla="*/ 0 h 1540"/>
                  <a:gd name="T22" fmla="*/ 0 w 463"/>
                  <a:gd name="T23" fmla="*/ 0 h 1540"/>
                  <a:gd name="T24" fmla="*/ 0 w 463"/>
                  <a:gd name="T25" fmla="*/ 0 h 154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63"/>
                  <a:gd name="T40" fmla="*/ 0 h 1540"/>
                  <a:gd name="T41" fmla="*/ 463 w 463"/>
                  <a:gd name="T42" fmla="*/ 1540 h 154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63" h="1540">
                    <a:moveTo>
                      <a:pt x="463" y="1494"/>
                    </a:moveTo>
                    <a:lnTo>
                      <a:pt x="193" y="1540"/>
                    </a:lnTo>
                    <a:lnTo>
                      <a:pt x="0" y="1427"/>
                    </a:lnTo>
                    <a:lnTo>
                      <a:pt x="174" y="1427"/>
                    </a:lnTo>
                    <a:lnTo>
                      <a:pt x="431" y="1258"/>
                    </a:lnTo>
                    <a:lnTo>
                      <a:pt x="313" y="1117"/>
                    </a:lnTo>
                    <a:lnTo>
                      <a:pt x="431" y="1185"/>
                    </a:lnTo>
                    <a:lnTo>
                      <a:pt x="431" y="860"/>
                    </a:lnTo>
                    <a:lnTo>
                      <a:pt x="413" y="357"/>
                    </a:lnTo>
                    <a:lnTo>
                      <a:pt x="361" y="0"/>
                    </a:lnTo>
                    <a:lnTo>
                      <a:pt x="431" y="308"/>
                    </a:lnTo>
                    <a:lnTo>
                      <a:pt x="463" y="1233"/>
                    </a:lnTo>
                    <a:lnTo>
                      <a:pt x="463" y="14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96" name="Freeform 102">
                <a:extLst>
                  <a:ext uri="{FF2B5EF4-FFF2-40B4-BE49-F238E27FC236}">
                    <a16:creationId xmlns:a16="http://schemas.microsoft.com/office/drawing/2014/main" id="{B12A472B-9285-7E0C-14AB-27B6A787CD69}"/>
                  </a:ext>
                </a:extLst>
              </p:cNvPr>
              <p:cNvSpPr>
                <a:spLocks/>
              </p:cNvSpPr>
              <p:nvPr/>
            </p:nvSpPr>
            <p:spPr bwMode="auto">
              <a:xfrm>
                <a:off x="4753" y="3157"/>
                <a:ext cx="24" cy="100"/>
              </a:xfrm>
              <a:custGeom>
                <a:avLst/>
                <a:gdLst>
                  <a:gd name="T0" fmla="*/ 0 w 189"/>
                  <a:gd name="T1" fmla="*/ 0 h 805"/>
                  <a:gd name="T2" fmla="*/ 0 w 189"/>
                  <a:gd name="T3" fmla="*/ 0 h 805"/>
                  <a:gd name="T4" fmla="*/ 0 w 189"/>
                  <a:gd name="T5" fmla="*/ 0 h 805"/>
                  <a:gd name="T6" fmla="*/ 0 w 189"/>
                  <a:gd name="T7" fmla="*/ 0 h 805"/>
                  <a:gd name="T8" fmla="*/ 0 w 189"/>
                  <a:gd name="T9" fmla="*/ 0 h 805"/>
                  <a:gd name="T10" fmla="*/ 0 w 189"/>
                  <a:gd name="T11" fmla="*/ 0 h 805"/>
                  <a:gd name="T12" fmla="*/ 0 w 189"/>
                  <a:gd name="T13" fmla="*/ 0 h 805"/>
                  <a:gd name="T14" fmla="*/ 0 w 189"/>
                  <a:gd name="T15" fmla="*/ 0 h 805"/>
                  <a:gd name="T16" fmla="*/ 0 w 189"/>
                  <a:gd name="T17" fmla="*/ 0 h 805"/>
                  <a:gd name="T18" fmla="*/ 0 w 189"/>
                  <a:gd name="T19" fmla="*/ 0 h 805"/>
                  <a:gd name="T20" fmla="*/ 0 w 189"/>
                  <a:gd name="T21" fmla="*/ 0 h 805"/>
                  <a:gd name="T22" fmla="*/ 0 w 189"/>
                  <a:gd name="T23" fmla="*/ 0 h 8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89"/>
                  <a:gd name="T37" fmla="*/ 0 h 805"/>
                  <a:gd name="T38" fmla="*/ 189 w 189"/>
                  <a:gd name="T39" fmla="*/ 805 h 80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89" h="805">
                    <a:moveTo>
                      <a:pt x="0" y="636"/>
                    </a:moveTo>
                    <a:lnTo>
                      <a:pt x="171" y="805"/>
                    </a:lnTo>
                    <a:lnTo>
                      <a:pt x="65" y="636"/>
                    </a:lnTo>
                    <a:lnTo>
                      <a:pt x="65" y="348"/>
                    </a:lnTo>
                    <a:lnTo>
                      <a:pt x="151" y="411"/>
                    </a:lnTo>
                    <a:lnTo>
                      <a:pt x="99" y="240"/>
                    </a:lnTo>
                    <a:lnTo>
                      <a:pt x="189" y="0"/>
                    </a:lnTo>
                    <a:lnTo>
                      <a:pt x="53" y="216"/>
                    </a:lnTo>
                    <a:lnTo>
                      <a:pt x="53" y="279"/>
                    </a:lnTo>
                    <a:lnTo>
                      <a:pt x="17" y="348"/>
                    </a:lnTo>
                    <a:lnTo>
                      <a:pt x="17" y="611"/>
                    </a:lnTo>
                    <a:lnTo>
                      <a:pt x="0" y="6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97" name="Freeform 103">
                <a:extLst>
                  <a:ext uri="{FF2B5EF4-FFF2-40B4-BE49-F238E27FC236}">
                    <a16:creationId xmlns:a16="http://schemas.microsoft.com/office/drawing/2014/main" id="{B9282EC6-8DD8-9655-6483-2D99210E66A1}"/>
                  </a:ext>
                </a:extLst>
              </p:cNvPr>
              <p:cNvSpPr>
                <a:spLocks/>
              </p:cNvSpPr>
              <p:nvPr/>
            </p:nvSpPr>
            <p:spPr bwMode="auto">
              <a:xfrm>
                <a:off x="4862" y="3217"/>
                <a:ext cx="59" cy="250"/>
              </a:xfrm>
              <a:custGeom>
                <a:avLst/>
                <a:gdLst>
                  <a:gd name="T0" fmla="*/ 0 w 475"/>
                  <a:gd name="T1" fmla="*/ 0 h 2002"/>
                  <a:gd name="T2" fmla="*/ 0 w 475"/>
                  <a:gd name="T3" fmla="*/ 0 h 2002"/>
                  <a:gd name="T4" fmla="*/ 0 w 475"/>
                  <a:gd name="T5" fmla="*/ 0 h 2002"/>
                  <a:gd name="T6" fmla="*/ 0 w 475"/>
                  <a:gd name="T7" fmla="*/ 0 h 2002"/>
                  <a:gd name="T8" fmla="*/ 0 w 475"/>
                  <a:gd name="T9" fmla="*/ 0 h 2002"/>
                  <a:gd name="T10" fmla="*/ 0 w 475"/>
                  <a:gd name="T11" fmla="*/ 0 h 2002"/>
                  <a:gd name="T12" fmla="*/ 0 60000 65536"/>
                  <a:gd name="T13" fmla="*/ 0 60000 65536"/>
                  <a:gd name="T14" fmla="*/ 0 60000 65536"/>
                  <a:gd name="T15" fmla="*/ 0 60000 65536"/>
                  <a:gd name="T16" fmla="*/ 0 60000 65536"/>
                  <a:gd name="T17" fmla="*/ 0 60000 65536"/>
                  <a:gd name="T18" fmla="*/ 0 w 475"/>
                  <a:gd name="T19" fmla="*/ 0 h 2002"/>
                  <a:gd name="T20" fmla="*/ 475 w 475"/>
                  <a:gd name="T21" fmla="*/ 2002 h 2002"/>
                </a:gdLst>
                <a:ahLst/>
                <a:cxnLst>
                  <a:cxn ang="T12">
                    <a:pos x="T0" y="T1"/>
                  </a:cxn>
                  <a:cxn ang="T13">
                    <a:pos x="T2" y="T3"/>
                  </a:cxn>
                  <a:cxn ang="T14">
                    <a:pos x="T4" y="T5"/>
                  </a:cxn>
                  <a:cxn ang="T15">
                    <a:pos x="T6" y="T7"/>
                  </a:cxn>
                  <a:cxn ang="T16">
                    <a:pos x="T8" y="T9"/>
                  </a:cxn>
                  <a:cxn ang="T17">
                    <a:pos x="T10" y="T11"/>
                  </a:cxn>
                </a:cxnLst>
                <a:rect l="T18" t="T19" r="T20" b="T21"/>
                <a:pathLst>
                  <a:path w="475" h="2002">
                    <a:moveTo>
                      <a:pt x="475" y="2002"/>
                    </a:moveTo>
                    <a:lnTo>
                      <a:pt x="81" y="572"/>
                    </a:lnTo>
                    <a:lnTo>
                      <a:pt x="0" y="0"/>
                    </a:lnTo>
                    <a:lnTo>
                      <a:pt x="48" y="552"/>
                    </a:lnTo>
                    <a:lnTo>
                      <a:pt x="408" y="2002"/>
                    </a:lnTo>
                    <a:lnTo>
                      <a:pt x="475" y="20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98" name="Freeform 104">
                <a:extLst>
                  <a:ext uri="{FF2B5EF4-FFF2-40B4-BE49-F238E27FC236}">
                    <a16:creationId xmlns:a16="http://schemas.microsoft.com/office/drawing/2014/main" id="{241BADCB-8A79-469C-4550-C30DE7531F25}"/>
                  </a:ext>
                </a:extLst>
              </p:cNvPr>
              <p:cNvSpPr>
                <a:spLocks/>
              </p:cNvSpPr>
              <p:nvPr/>
            </p:nvSpPr>
            <p:spPr bwMode="auto">
              <a:xfrm>
                <a:off x="4938" y="3516"/>
                <a:ext cx="21" cy="168"/>
              </a:xfrm>
              <a:custGeom>
                <a:avLst/>
                <a:gdLst>
                  <a:gd name="T0" fmla="*/ 0 w 171"/>
                  <a:gd name="T1" fmla="*/ 0 h 1340"/>
                  <a:gd name="T2" fmla="*/ 0 w 171"/>
                  <a:gd name="T3" fmla="*/ 0 h 1340"/>
                  <a:gd name="T4" fmla="*/ 0 w 171"/>
                  <a:gd name="T5" fmla="*/ 0 h 1340"/>
                  <a:gd name="T6" fmla="*/ 0 w 171"/>
                  <a:gd name="T7" fmla="*/ 0 h 1340"/>
                  <a:gd name="T8" fmla="*/ 0 w 171"/>
                  <a:gd name="T9" fmla="*/ 0 h 1340"/>
                  <a:gd name="T10" fmla="*/ 0 w 171"/>
                  <a:gd name="T11" fmla="*/ 0 h 1340"/>
                  <a:gd name="T12" fmla="*/ 0 60000 65536"/>
                  <a:gd name="T13" fmla="*/ 0 60000 65536"/>
                  <a:gd name="T14" fmla="*/ 0 60000 65536"/>
                  <a:gd name="T15" fmla="*/ 0 60000 65536"/>
                  <a:gd name="T16" fmla="*/ 0 60000 65536"/>
                  <a:gd name="T17" fmla="*/ 0 60000 65536"/>
                  <a:gd name="T18" fmla="*/ 0 w 171"/>
                  <a:gd name="T19" fmla="*/ 0 h 1340"/>
                  <a:gd name="T20" fmla="*/ 171 w 171"/>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171" h="1340">
                    <a:moveTo>
                      <a:pt x="18" y="42"/>
                    </a:moveTo>
                    <a:lnTo>
                      <a:pt x="171" y="528"/>
                    </a:lnTo>
                    <a:lnTo>
                      <a:pt x="171" y="725"/>
                    </a:lnTo>
                    <a:lnTo>
                      <a:pt x="0" y="1340"/>
                    </a:lnTo>
                    <a:lnTo>
                      <a:pt x="0" y="0"/>
                    </a:lnTo>
                    <a:lnTo>
                      <a:pt x="18"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99" name="Freeform 105">
                <a:extLst>
                  <a:ext uri="{FF2B5EF4-FFF2-40B4-BE49-F238E27FC236}">
                    <a16:creationId xmlns:a16="http://schemas.microsoft.com/office/drawing/2014/main" id="{906B05CE-E98B-A64F-7DAB-DE3AC0FAF185}"/>
                  </a:ext>
                </a:extLst>
              </p:cNvPr>
              <p:cNvSpPr>
                <a:spLocks/>
              </p:cNvSpPr>
              <p:nvPr/>
            </p:nvSpPr>
            <p:spPr bwMode="auto">
              <a:xfrm>
                <a:off x="4942" y="3099"/>
                <a:ext cx="71" cy="355"/>
              </a:xfrm>
              <a:custGeom>
                <a:avLst/>
                <a:gdLst>
                  <a:gd name="T0" fmla="*/ 0 w 562"/>
                  <a:gd name="T1" fmla="*/ 0 h 2840"/>
                  <a:gd name="T2" fmla="*/ 0 w 562"/>
                  <a:gd name="T3" fmla="*/ 0 h 2840"/>
                  <a:gd name="T4" fmla="*/ 0 w 562"/>
                  <a:gd name="T5" fmla="*/ 0 h 2840"/>
                  <a:gd name="T6" fmla="*/ 0 w 562"/>
                  <a:gd name="T7" fmla="*/ 0 h 2840"/>
                  <a:gd name="T8" fmla="*/ 0 w 562"/>
                  <a:gd name="T9" fmla="*/ 0 h 2840"/>
                  <a:gd name="T10" fmla="*/ 0 w 562"/>
                  <a:gd name="T11" fmla="*/ 0 h 2840"/>
                  <a:gd name="T12" fmla="*/ 0 w 562"/>
                  <a:gd name="T13" fmla="*/ 0 h 2840"/>
                  <a:gd name="T14" fmla="*/ 0 w 562"/>
                  <a:gd name="T15" fmla="*/ 0 h 2840"/>
                  <a:gd name="T16" fmla="*/ 0 w 562"/>
                  <a:gd name="T17" fmla="*/ 0 h 2840"/>
                  <a:gd name="T18" fmla="*/ 0 w 562"/>
                  <a:gd name="T19" fmla="*/ 0 h 2840"/>
                  <a:gd name="T20" fmla="*/ 0 w 562"/>
                  <a:gd name="T21" fmla="*/ 0 h 2840"/>
                  <a:gd name="T22" fmla="*/ 0 w 562"/>
                  <a:gd name="T23" fmla="*/ 0 h 2840"/>
                  <a:gd name="T24" fmla="*/ 0 w 562"/>
                  <a:gd name="T25" fmla="*/ 0 h 2840"/>
                  <a:gd name="T26" fmla="*/ 0 w 562"/>
                  <a:gd name="T27" fmla="*/ 0 h 2840"/>
                  <a:gd name="T28" fmla="*/ 0 w 562"/>
                  <a:gd name="T29" fmla="*/ 0 h 284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62"/>
                  <a:gd name="T46" fmla="*/ 0 h 2840"/>
                  <a:gd name="T47" fmla="*/ 562 w 562"/>
                  <a:gd name="T48" fmla="*/ 2840 h 284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62" h="2840">
                    <a:moveTo>
                      <a:pt x="0" y="0"/>
                    </a:moveTo>
                    <a:lnTo>
                      <a:pt x="0" y="330"/>
                    </a:lnTo>
                    <a:lnTo>
                      <a:pt x="103" y="904"/>
                    </a:lnTo>
                    <a:lnTo>
                      <a:pt x="103" y="1451"/>
                    </a:lnTo>
                    <a:lnTo>
                      <a:pt x="73" y="1741"/>
                    </a:lnTo>
                    <a:lnTo>
                      <a:pt x="136" y="2154"/>
                    </a:lnTo>
                    <a:lnTo>
                      <a:pt x="136" y="2796"/>
                    </a:lnTo>
                    <a:lnTo>
                      <a:pt x="189" y="2576"/>
                    </a:lnTo>
                    <a:lnTo>
                      <a:pt x="562" y="2840"/>
                    </a:lnTo>
                    <a:lnTo>
                      <a:pt x="189" y="2329"/>
                    </a:lnTo>
                    <a:lnTo>
                      <a:pt x="119" y="1849"/>
                    </a:lnTo>
                    <a:lnTo>
                      <a:pt x="136" y="1385"/>
                    </a:lnTo>
                    <a:lnTo>
                      <a:pt x="119" y="835"/>
                    </a:lnTo>
                    <a:lnTo>
                      <a:pt x="20" y="33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00" name="Freeform 106">
                <a:extLst>
                  <a:ext uri="{FF2B5EF4-FFF2-40B4-BE49-F238E27FC236}">
                    <a16:creationId xmlns:a16="http://schemas.microsoft.com/office/drawing/2014/main" id="{F5650AC7-7F2B-C76A-BC3D-EA3929E33F12}"/>
                  </a:ext>
                </a:extLst>
              </p:cNvPr>
              <p:cNvSpPr>
                <a:spLocks/>
              </p:cNvSpPr>
              <p:nvPr/>
            </p:nvSpPr>
            <p:spPr bwMode="auto">
              <a:xfrm>
                <a:off x="4913" y="3448"/>
                <a:ext cx="149" cy="294"/>
              </a:xfrm>
              <a:custGeom>
                <a:avLst/>
                <a:gdLst>
                  <a:gd name="T0" fmla="*/ 0 w 1192"/>
                  <a:gd name="T1" fmla="*/ 0 h 2349"/>
                  <a:gd name="T2" fmla="*/ 0 w 1192"/>
                  <a:gd name="T3" fmla="*/ 0 h 2349"/>
                  <a:gd name="T4" fmla="*/ 0 w 1192"/>
                  <a:gd name="T5" fmla="*/ 0 h 2349"/>
                  <a:gd name="T6" fmla="*/ 0 w 1192"/>
                  <a:gd name="T7" fmla="*/ 0 h 2349"/>
                  <a:gd name="T8" fmla="*/ 0 w 1192"/>
                  <a:gd name="T9" fmla="*/ 0 h 2349"/>
                  <a:gd name="T10" fmla="*/ 0 w 1192"/>
                  <a:gd name="T11" fmla="*/ 0 h 2349"/>
                  <a:gd name="T12" fmla="*/ 0 w 1192"/>
                  <a:gd name="T13" fmla="*/ 0 h 2349"/>
                  <a:gd name="T14" fmla="*/ 0 w 1192"/>
                  <a:gd name="T15" fmla="*/ 0 h 2349"/>
                  <a:gd name="T16" fmla="*/ 0 w 1192"/>
                  <a:gd name="T17" fmla="*/ 0 h 2349"/>
                  <a:gd name="T18" fmla="*/ 0 w 1192"/>
                  <a:gd name="T19" fmla="*/ 0 h 2349"/>
                  <a:gd name="T20" fmla="*/ 0 w 1192"/>
                  <a:gd name="T21" fmla="*/ 0 h 2349"/>
                  <a:gd name="T22" fmla="*/ 0 w 1192"/>
                  <a:gd name="T23" fmla="*/ 0 h 2349"/>
                  <a:gd name="T24" fmla="*/ 0 w 1192"/>
                  <a:gd name="T25" fmla="*/ 0 h 2349"/>
                  <a:gd name="T26" fmla="*/ 0 w 1192"/>
                  <a:gd name="T27" fmla="*/ 0 h 2349"/>
                  <a:gd name="T28" fmla="*/ 0 w 1192"/>
                  <a:gd name="T29" fmla="*/ 0 h 2349"/>
                  <a:gd name="T30" fmla="*/ 0 w 1192"/>
                  <a:gd name="T31" fmla="*/ 0 h 2349"/>
                  <a:gd name="T32" fmla="*/ 0 w 1192"/>
                  <a:gd name="T33" fmla="*/ 0 h 2349"/>
                  <a:gd name="T34" fmla="*/ 0 w 1192"/>
                  <a:gd name="T35" fmla="*/ 0 h 2349"/>
                  <a:gd name="T36" fmla="*/ 0 w 1192"/>
                  <a:gd name="T37" fmla="*/ 0 h 2349"/>
                  <a:gd name="T38" fmla="*/ 0 w 1192"/>
                  <a:gd name="T39" fmla="*/ 0 h 234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92"/>
                  <a:gd name="T61" fmla="*/ 0 h 2349"/>
                  <a:gd name="T62" fmla="*/ 1192 w 1192"/>
                  <a:gd name="T63" fmla="*/ 2349 h 234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92" h="2349">
                    <a:moveTo>
                      <a:pt x="374" y="130"/>
                    </a:moveTo>
                    <a:lnTo>
                      <a:pt x="357" y="1075"/>
                    </a:lnTo>
                    <a:lnTo>
                      <a:pt x="203" y="1931"/>
                    </a:lnTo>
                    <a:lnTo>
                      <a:pt x="0" y="1931"/>
                    </a:lnTo>
                    <a:lnTo>
                      <a:pt x="311" y="1975"/>
                    </a:lnTo>
                    <a:lnTo>
                      <a:pt x="853" y="2173"/>
                    </a:lnTo>
                    <a:lnTo>
                      <a:pt x="1192" y="2349"/>
                    </a:lnTo>
                    <a:lnTo>
                      <a:pt x="1143" y="2020"/>
                    </a:lnTo>
                    <a:lnTo>
                      <a:pt x="1007" y="1778"/>
                    </a:lnTo>
                    <a:lnTo>
                      <a:pt x="987" y="1494"/>
                    </a:lnTo>
                    <a:lnTo>
                      <a:pt x="682" y="1165"/>
                    </a:lnTo>
                    <a:lnTo>
                      <a:pt x="1040" y="1101"/>
                    </a:lnTo>
                    <a:lnTo>
                      <a:pt x="698" y="874"/>
                    </a:lnTo>
                    <a:lnTo>
                      <a:pt x="546" y="679"/>
                    </a:lnTo>
                    <a:lnTo>
                      <a:pt x="579" y="566"/>
                    </a:lnTo>
                    <a:lnTo>
                      <a:pt x="1007" y="787"/>
                    </a:lnTo>
                    <a:lnTo>
                      <a:pt x="800" y="547"/>
                    </a:lnTo>
                    <a:lnTo>
                      <a:pt x="460" y="215"/>
                    </a:lnTo>
                    <a:lnTo>
                      <a:pt x="374" y="0"/>
                    </a:lnTo>
                    <a:lnTo>
                      <a:pt x="374" y="1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01" name="Freeform 107">
                <a:extLst>
                  <a:ext uri="{FF2B5EF4-FFF2-40B4-BE49-F238E27FC236}">
                    <a16:creationId xmlns:a16="http://schemas.microsoft.com/office/drawing/2014/main" id="{001928EC-5E9C-25A1-56E0-FE65B26451BF}"/>
                  </a:ext>
                </a:extLst>
              </p:cNvPr>
              <p:cNvSpPr>
                <a:spLocks/>
              </p:cNvSpPr>
              <p:nvPr/>
            </p:nvSpPr>
            <p:spPr bwMode="auto">
              <a:xfrm>
                <a:off x="5062" y="3692"/>
                <a:ext cx="79" cy="116"/>
              </a:xfrm>
              <a:custGeom>
                <a:avLst/>
                <a:gdLst>
                  <a:gd name="T0" fmla="*/ 0 w 633"/>
                  <a:gd name="T1" fmla="*/ 0 h 925"/>
                  <a:gd name="T2" fmla="*/ 0 w 633"/>
                  <a:gd name="T3" fmla="*/ 0 h 925"/>
                  <a:gd name="T4" fmla="*/ 0 w 633"/>
                  <a:gd name="T5" fmla="*/ 0 h 925"/>
                  <a:gd name="T6" fmla="*/ 0 w 633"/>
                  <a:gd name="T7" fmla="*/ 0 h 925"/>
                  <a:gd name="T8" fmla="*/ 0 w 633"/>
                  <a:gd name="T9" fmla="*/ 0 h 925"/>
                  <a:gd name="T10" fmla="*/ 0 w 633"/>
                  <a:gd name="T11" fmla="*/ 0 h 925"/>
                  <a:gd name="T12" fmla="*/ 0 w 633"/>
                  <a:gd name="T13" fmla="*/ 0 h 925"/>
                  <a:gd name="T14" fmla="*/ 0 w 633"/>
                  <a:gd name="T15" fmla="*/ 0 h 925"/>
                  <a:gd name="T16" fmla="*/ 0 w 633"/>
                  <a:gd name="T17" fmla="*/ 0 h 9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33"/>
                  <a:gd name="T28" fmla="*/ 0 h 925"/>
                  <a:gd name="T29" fmla="*/ 633 w 633"/>
                  <a:gd name="T30" fmla="*/ 925 h 92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33" h="925">
                    <a:moveTo>
                      <a:pt x="613" y="925"/>
                    </a:moveTo>
                    <a:lnTo>
                      <a:pt x="292" y="681"/>
                    </a:lnTo>
                    <a:lnTo>
                      <a:pt x="205" y="526"/>
                    </a:lnTo>
                    <a:lnTo>
                      <a:pt x="327" y="113"/>
                    </a:lnTo>
                    <a:lnTo>
                      <a:pt x="633" y="176"/>
                    </a:lnTo>
                    <a:lnTo>
                      <a:pt x="219" y="0"/>
                    </a:lnTo>
                    <a:lnTo>
                      <a:pt x="0" y="376"/>
                    </a:lnTo>
                    <a:lnTo>
                      <a:pt x="274" y="724"/>
                    </a:lnTo>
                    <a:lnTo>
                      <a:pt x="613" y="9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02" name="Freeform 108">
                <a:extLst>
                  <a:ext uri="{FF2B5EF4-FFF2-40B4-BE49-F238E27FC236}">
                    <a16:creationId xmlns:a16="http://schemas.microsoft.com/office/drawing/2014/main" id="{0F9FDD8C-2317-AC6F-8A62-BD01AAEB7AC5}"/>
                  </a:ext>
                </a:extLst>
              </p:cNvPr>
              <p:cNvSpPr>
                <a:spLocks/>
              </p:cNvSpPr>
              <p:nvPr/>
            </p:nvSpPr>
            <p:spPr bwMode="auto">
              <a:xfrm>
                <a:off x="4866" y="3176"/>
                <a:ext cx="35" cy="21"/>
              </a:xfrm>
              <a:custGeom>
                <a:avLst/>
                <a:gdLst>
                  <a:gd name="T0" fmla="*/ 0 w 277"/>
                  <a:gd name="T1" fmla="*/ 0 h 162"/>
                  <a:gd name="T2" fmla="*/ 0 w 277"/>
                  <a:gd name="T3" fmla="*/ 0 h 162"/>
                  <a:gd name="T4" fmla="*/ 0 w 277"/>
                  <a:gd name="T5" fmla="*/ 0 h 162"/>
                  <a:gd name="T6" fmla="*/ 0 w 277"/>
                  <a:gd name="T7" fmla="*/ 0 h 162"/>
                  <a:gd name="T8" fmla="*/ 0 60000 65536"/>
                  <a:gd name="T9" fmla="*/ 0 60000 65536"/>
                  <a:gd name="T10" fmla="*/ 0 60000 65536"/>
                  <a:gd name="T11" fmla="*/ 0 60000 65536"/>
                  <a:gd name="T12" fmla="*/ 0 w 277"/>
                  <a:gd name="T13" fmla="*/ 0 h 162"/>
                  <a:gd name="T14" fmla="*/ 277 w 277"/>
                  <a:gd name="T15" fmla="*/ 162 h 162"/>
                </a:gdLst>
                <a:ahLst/>
                <a:cxnLst>
                  <a:cxn ang="T8">
                    <a:pos x="T0" y="T1"/>
                  </a:cxn>
                  <a:cxn ang="T9">
                    <a:pos x="T2" y="T3"/>
                  </a:cxn>
                  <a:cxn ang="T10">
                    <a:pos x="T4" y="T5"/>
                  </a:cxn>
                  <a:cxn ang="T11">
                    <a:pos x="T6" y="T7"/>
                  </a:cxn>
                </a:cxnLst>
                <a:rect l="T12" t="T13" r="T14" b="T15"/>
                <a:pathLst>
                  <a:path w="277" h="162">
                    <a:moveTo>
                      <a:pt x="242" y="162"/>
                    </a:moveTo>
                    <a:lnTo>
                      <a:pt x="277" y="138"/>
                    </a:lnTo>
                    <a:lnTo>
                      <a:pt x="0" y="0"/>
                    </a:lnTo>
                    <a:lnTo>
                      <a:pt x="242" y="16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03" name="Freeform 109">
                <a:extLst>
                  <a:ext uri="{FF2B5EF4-FFF2-40B4-BE49-F238E27FC236}">
                    <a16:creationId xmlns:a16="http://schemas.microsoft.com/office/drawing/2014/main" id="{AEFDAD40-A89C-2CCF-4835-FA242A3E2A61}"/>
                  </a:ext>
                </a:extLst>
              </p:cNvPr>
              <p:cNvSpPr>
                <a:spLocks/>
              </p:cNvSpPr>
              <p:nvPr/>
            </p:nvSpPr>
            <p:spPr bwMode="auto">
              <a:xfrm>
                <a:off x="4789" y="3097"/>
                <a:ext cx="149" cy="61"/>
              </a:xfrm>
              <a:custGeom>
                <a:avLst/>
                <a:gdLst>
                  <a:gd name="T0" fmla="*/ 0 w 1195"/>
                  <a:gd name="T1" fmla="*/ 0 h 484"/>
                  <a:gd name="T2" fmla="*/ 0 w 1195"/>
                  <a:gd name="T3" fmla="*/ 0 h 484"/>
                  <a:gd name="T4" fmla="*/ 0 w 1195"/>
                  <a:gd name="T5" fmla="*/ 0 h 484"/>
                  <a:gd name="T6" fmla="*/ 0 w 1195"/>
                  <a:gd name="T7" fmla="*/ 0 h 484"/>
                  <a:gd name="T8" fmla="*/ 0 w 1195"/>
                  <a:gd name="T9" fmla="*/ 0 h 484"/>
                  <a:gd name="T10" fmla="*/ 0 w 1195"/>
                  <a:gd name="T11" fmla="*/ 0 h 484"/>
                  <a:gd name="T12" fmla="*/ 0 w 1195"/>
                  <a:gd name="T13" fmla="*/ 0 h 484"/>
                  <a:gd name="T14" fmla="*/ 0 w 1195"/>
                  <a:gd name="T15" fmla="*/ 0 h 484"/>
                  <a:gd name="T16" fmla="*/ 0 w 1195"/>
                  <a:gd name="T17" fmla="*/ 0 h 484"/>
                  <a:gd name="T18" fmla="*/ 0 w 1195"/>
                  <a:gd name="T19" fmla="*/ 0 h 48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95"/>
                  <a:gd name="T31" fmla="*/ 0 h 484"/>
                  <a:gd name="T32" fmla="*/ 1195 w 1195"/>
                  <a:gd name="T33" fmla="*/ 484 h 48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95" h="484">
                    <a:moveTo>
                      <a:pt x="0" y="484"/>
                    </a:moveTo>
                    <a:lnTo>
                      <a:pt x="173" y="348"/>
                    </a:lnTo>
                    <a:lnTo>
                      <a:pt x="386" y="247"/>
                    </a:lnTo>
                    <a:lnTo>
                      <a:pt x="812" y="175"/>
                    </a:lnTo>
                    <a:lnTo>
                      <a:pt x="1195" y="0"/>
                    </a:lnTo>
                    <a:lnTo>
                      <a:pt x="826" y="187"/>
                    </a:lnTo>
                    <a:lnTo>
                      <a:pt x="674" y="223"/>
                    </a:lnTo>
                    <a:lnTo>
                      <a:pt x="386" y="288"/>
                    </a:lnTo>
                    <a:lnTo>
                      <a:pt x="164" y="383"/>
                    </a:lnTo>
                    <a:lnTo>
                      <a:pt x="0" y="4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04" name="Freeform 110">
                <a:extLst>
                  <a:ext uri="{FF2B5EF4-FFF2-40B4-BE49-F238E27FC236}">
                    <a16:creationId xmlns:a16="http://schemas.microsoft.com/office/drawing/2014/main" id="{8553A1F2-ED68-B064-3EA3-E9D902BE3D92}"/>
                  </a:ext>
                </a:extLst>
              </p:cNvPr>
              <p:cNvSpPr>
                <a:spLocks/>
              </p:cNvSpPr>
              <p:nvPr/>
            </p:nvSpPr>
            <p:spPr bwMode="auto">
              <a:xfrm>
                <a:off x="5094" y="3077"/>
                <a:ext cx="159" cy="47"/>
              </a:xfrm>
              <a:custGeom>
                <a:avLst/>
                <a:gdLst>
                  <a:gd name="T0" fmla="*/ 0 w 1275"/>
                  <a:gd name="T1" fmla="*/ 0 h 369"/>
                  <a:gd name="T2" fmla="*/ 0 w 1275"/>
                  <a:gd name="T3" fmla="*/ 0 h 369"/>
                  <a:gd name="T4" fmla="*/ 0 w 1275"/>
                  <a:gd name="T5" fmla="*/ 0 h 369"/>
                  <a:gd name="T6" fmla="*/ 0 w 1275"/>
                  <a:gd name="T7" fmla="*/ 0 h 369"/>
                  <a:gd name="T8" fmla="*/ 0 w 1275"/>
                  <a:gd name="T9" fmla="*/ 0 h 369"/>
                  <a:gd name="T10" fmla="*/ 0 w 1275"/>
                  <a:gd name="T11" fmla="*/ 0 h 369"/>
                  <a:gd name="T12" fmla="*/ 0 w 1275"/>
                  <a:gd name="T13" fmla="*/ 0 h 369"/>
                  <a:gd name="T14" fmla="*/ 0 w 1275"/>
                  <a:gd name="T15" fmla="*/ 0 h 369"/>
                  <a:gd name="T16" fmla="*/ 0 w 1275"/>
                  <a:gd name="T17" fmla="*/ 0 h 369"/>
                  <a:gd name="T18" fmla="*/ 0 w 1275"/>
                  <a:gd name="T19" fmla="*/ 0 h 36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75"/>
                  <a:gd name="T31" fmla="*/ 0 h 369"/>
                  <a:gd name="T32" fmla="*/ 1275 w 1275"/>
                  <a:gd name="T33" fmla="*/ 369 h 36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75" h="369">
                    <a:moveTo>
                      <a:pt x="13" y="0"/>
                    </a:moveTo>
                    <a:lnTo>
                      <a:pt x="413" y="197"/>
                    </a:lnTo>
                    <a:lnTo>
                      <a:pt x="802" y="283"/>
                    </a:lnTo>
                    <a:lnTo>
                      <a:pt x="1086" y="318"/>
                    </a:lnTo>
                    <a:lnTo>
                      <a:pt x="1275" y="369"/>
                    </a:lnTo>
                    <a:lnTo>
                      <a:pt x="1081" y="334"/>
                    </a:lnTo>
                    <a:lnTo>
                      <a:pt x="740" y="293"/>
                    </a:lnTo>
                    <a:lnTo>
                      <a:pt x="384" y="208"/>
                    </a:lnTo>
                    <a:lnTo>
                      <a:pt x="0" y="21"/>
                    </a:lnTo>
                    <a:lnTo>
                      <a:pt x="1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05" name="Freeform 111">
                <a:extLst>
                  <a:ext uri="{FF2B5EF4-FFF2-40B4-BE49-F238E27FC236}">
                    <a16:creationId xmlns:a16="http://schemas.microsoft.com/office/drawing/2014/main" id="{0E5A331F-CE2C-3CD8-E9B0-27D4BEA85A80}"/>
                  </a:ext>
                </a:extLst>
              </p:cNvPr>
              <p:cNvSpPr>
                <a:spLocks/>
              </p:cNvSpPr>
              <p:nvPr/>
            </p:nvSpPr>
            <p:spPr bwMode="auto">
              <a:xfrm>
                <a:off x="5132" y="3147"/>
                <a:ext cx="25" cy="23"/>
              </a:xfrm>
              <a:custGeom>
                <a:avLst/>
                <a:gdLst>
                  <a:gd name="T0" fmla="*/ 0 w 203"/>
                  <a:gd name="T1" fmla="*/ 0 h 187"/>
                  <a:gd name="T2" fmla="*/ 0 w 203"/>
                  <a:gd name="T3" fmla="*/ 0 h 187"/>
                  <a:gd name="T4" fmla="*/ 0 w 203"/>
                  <a:gd name="T5" fmla="*/ 0 h 187"/>
                  <a:gd name="T6" fmla="*/ 0 w 203"/>
                  <a:gd name="T7" fmla="*/ 0 h 187"/>
                  <a:gd name="T8" fmla="*/ 0 60000 65536"/>
                  <a:gd name="T9" fmla="*/ 0 60000 65536"/>
                  <a:gd name="T10" fmla="*/ 0 60000 65536"/>
                  <a:gd name="T11" fmla="*/ 0 60000 65536"/>
                  <a:gd name="T12" fmla="*/ 0 w 203"/>
                  <a:gd name="T13" fmla="*/ 0 h 187"/>
                  <a:gd name="T14" fmla="*/ 203 w 203"/>
                  <a:gd name="T15" fmla="*/ 187 h 187"/>
                </a:gdLst>
                <a:ahLst/>
                <a:cxnLst>
                  <a:cxn ang="T8">
                    <a:pos x="T0" y="T1"/>
                  </a:cxn>
                  <a:cxn ang="T9">
                    <a:pos x="T2" y="T3"/>
                  </a:cxn>
                  <a:cxn ang="T10">
                    <a:pos x="T4" y="T5"/>
                  </a:cxn>
                  <a:cxn ang="T11">
                    <a:pos x="T6" y="T7"/>
                  </a:cxn>
                </a:cxnLst>
                <a:rect l="T12" t="T13" r="T14" b="T15"/>
                <a:pathLst>
                  <a:path w="203" h="187">
                    <a:moveTo>
                      <a:pt x="203" y="0"/>
                    </a:moveTo>
                    <a:lnTo>
                      <a:pt x="0" y="176"/>
                    </a:lnTo>
                    <a:lnTo>
                      <a:pt x="49" y="187"/>
                    </a:lnTo>
                    <a:lnTo>
                      <a:pt x="20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06" name="Freeform 112">
                <a:extLst>
                  <a:ext uri="{FF2B5EF4-FFF2-40B4-BE49-F238E27FC236}">
                    <a16:creationId xmlns:a16="http://schemas.microsoft.com/office/drawing/2014/main" id="{16152F67-4E55-9369-3D9F-43F8DEEE2572}"/>
                  </a:ext>
                </a:extLst>
              </p:cNvPr>
              <p:cNvSpPr>
                <a:spLocks/>
              </p:cNvSpPr>
              <p:nvPr/>
            </p:nvSpPr>
            <p:spPr bwMode="auto">
              <a:xfrm>
                <a:off x="4959" y="3101"/>
                <a:ext cx="127" cy="253"/>
              </a:xfrm>
              <a:custGeom>
                <a:avLst/>
                <a:gdLst>
                  <a:gd name="T0" fmla="*/ 0 w 1015"/>
                  <a:gd name="T1" fmla="*/ 0 h 2024"/>
                  <a:gd name="T2" fmla="*/ 0 w 1015"/>
                  <a:gd name="T3" fmla="*/ 0 h 2024"/>
                  <a:gd name="T4" fmla="*/ 0 w 1015"/>
                  <a:gd name="T5" fmla="*/ 0 h 2024"/>
                  <a:gd name="T6" fmla="*/ 0 w 1015"/>
                  <a:gd name="T7" fmla="*/ 0 h 2024"/>
                  <a:gd name="T8" fmla="*/ 0 w 1015"/>
                  <a:gd name="T9" fmla="*/ 0 h 2024"/>
                  <a:gd name="T10" fmla="*/ 0 w 1015"/>
                  <a:gd name="T11" fmla="*/ 0 h 2024"/>
                  <a:gd name="T12" fmla="*/ 0 w 1015"/>
                  <a:gd name="T13" fmla="*/ 0 h 2024"/>
                  <a:gd name="T14" fmla="*/ 0 w 1015"/>
                  <a:gd name="T15" fmla="*/ 0 h 2024"/>
                  <a:gd name="T16" fmla="*/ 0 w 1015"/>
                  <a:gd name="T17" fmla="*/ 0 h 2024"/>
                  <a:gd name="T18" fmla="*/ 0 w 1015"/>
                  <a:gd name="T19" fmla="*/ 0 h 2024"/>
                  <a:gd name="T20" fmla="*/ 0 w 1015"/>
                  <a:gd name="T21" fmla="*/ 0 h 2024"/>
                  <a:gd name="T22" fmla="*/ 0 w 1015"/>
                  <a:gd name="T23" fmla="*/ 0 h 2024"/>
                  <a:gd name="T24" fmla="*/ 0 w 1015"/>
                  <a:gd name="T25" fmla="*/ 0 h 2024"/>
                  <a:gd name="T26" fmla="*/ 0 w 1015"/>
                  <a:gd name="T27" fmla="*/ 0 h 2024"/>
                  <a:gd name="T28" fmla="*/ 0 w 1015"/>
                  <a:gd name="T29" fmla="*/ 0 h 2024"/>
                  <a:gd name="T30" fmla="*/ 0 w 1015"/>
                  <a:gd name="T31" fmla="*/ 0 h 2024"/>
                  <a:gd name="T32" fmla="*/ 0 w 1015"/>
                  <a:gd name="T33" fmla="*/ 0 h 2024"/>
                  <a:gd name="T34" fmla="*/ 0 w 1015"/>
                  <a:gd name="T35" fmla="*/ 0 h 2024"/>
                  <a:gd name="T36" fmla="*/ 0 w 1015"/>
                  <a:gd name="T37" fmla="*/ 0 h 2024"/>
                  <a:gd name="T38" fmla="*/ 0 w 1015"/>
                  <a:gd name="T39" fmla="*/ 0 h 2024"/>
                  <a:gd name="T40" fmla="*/ 0 w 1015"/>
                  <a:gd name="T41" fmla="*/ 0 h 2024"/>
                  <a:gd name="T42" fmla="*/ 0 w 1015"/>
                  <a:gd name="T43" fmla="*/ 0 h 2024"/>
                  <a:gd name="T44" fmla="*/ 0 w 1015"/>
                  <a:gd name="T45" fmla="*/ 0 h 2024"/>
                  <a:gd name="T46" fmla="*/ 0 w 1015"/>
                  <a:gd name="T47" fmla="*/ 0 h 2024"/>
                  <a:gd name="T48" fmla="*/ 0 w 1015"/>
                  <a:gd name="T49" fmla="*/ 0 h 2024"/>
                  <a:gd name="T50" fmla="*/ 0 w 1015"/>
                  <a:gd name="T51" fmla="*/ 0 h 2024"/>
                  <a:gd name="T52" fmla="*/ 0 w 1015"/>
                  <a:gd name="T53" fmla="*/ 0 h 2024"/>
                  <a:gd name="T54" fmla="*/ 0 w 1015"/>
                  <a:gd name="T55" fmla="*/ 0 h 2024"/>
                  <a:gd name="T56" fmla="*/ 0 w 1015"/>
                  <a:gd name="T57" fmla="*/ 0 h 2024"/>
                  <a:gd name="T58" fmla="*/ 0 w 1015"/>
                  <a:gd name="T59" fmla="*/ 0 h 2024"/>
                  <a:gd name="T60" fmla="*/ 0 w 1015"/>
                  <a:gd name="T61" fmla="*/ 0 h 2024"/>
                  <a:gd name="T62" fmla="*/ 0 w 1015"/>
                  <a:gd name="T63" fmla="*/ 0 h 2024"/>
                  <a:gd name="T64" fmla="*/ 0 w 1015"/>
                  <a:gd name="T65" fmla="*/ 0 h 2024"/>
                  <a:gd name="T66" fmla="*/ 0 w 1015"/>
                  <a:gd name="T67" fmla="*/ 0 h 2024"/>
                  <a:gd name="T68" fmla="*/ 0 w 1015"/>
                  <a:gd name="T69" fmla="*/ 0 h 2024"/>
                  <a:gd name="T70" fmla="*/ 0 w 1015"/>
                  <a:gd name="T71" fmla="*/ 0 h 2024"/>
                  <a:gd name="T72" fmla="*/ 0 w 1015"/>
                  <a:gd name="T73" fmla="*/ 0 h 2024"/>
                  <a:gd name="T74" fmla="*/ 0 w 1015"/>
                  <a:gd name="T75" fmla="*/ 0 h 2024"/>
                  <a:gd name="T76" fmla="*/ 0 w 1015"/>
                  <a:gd name="T77" fmla="*/ 0 h 2024"/>
                  <a:gd name="T78" fmla="*/ 0 w 1015"/>
                  <a:gd name="T79" fmla="*/ 0 h 2024"/>
                  <a:gd name="T80" fmla="*/ 0 w 1015"/>
                  <a:gd name="T81" fmla="*/ 0 h 2024"/>
                  <a:gd name="T82" fmla="*/ 0 w 1015"/>
                  <a:gd name="T83" fmla="*/ 0 h 2024"/>
                  <a:gd name="T84" fmla="*/ 0 w 1015"/>
                  <a:gd name="T85" fmla="*/ 0 h 2024"/>
                  <a:gd name="T86" fmla="*/ 0 w 1015"/>
                  <a:gd name="T87" fmla="*/ 0 h 2024"/>
                  <a:gd name="T88" fmla="*/ 0 w 1015"/>
                  <a:gd name="T89" fmla="*/ 0 h 2024"/>
                  <a:gd name="T90" fmla="*/ 0 w 1015"/>
                  <a:gd name="T91" fmla="*/ 0 h 2024"/>
                  <a:gd name="T92" fmla="*/ 0 w 1015"/>
                  <a:gd name="T93" fmla="*/ 0 h 2024"/>
                  <a:gd name="T94" fmla="*/ 0 w 1015"/>
                  <a:gd name="T95" fmla="*/ 0 h 2024"/>
                  <a:gd name="T96" fmla="*/ 0 w 1015"/>
                  <a:gd name="T97" fmla="*/ 0 h 2024"/>
                  <a:gd name="T98" fmla="*/ 0 w 1015"/>
                  <a:gd name="T99" fmla="*/ 0 h 2024"/>
                  <a:gd name="T100" fmla="*/ 0 w 1015"/>
                  <a:gd name="T101" fmla="*/ 0 h 2024"/>
                  <a:gd name="T102" fmla="*/ 0 w 1015"/>
                  <a:gd name="T103" fmla="*/ 0 h 2024"/>
                  <a:gd name="T104" fmla="*/ 0 w 1015"/>
                  <a:gd name="T105" fmla="*/ 0 h 2024"/>
                  <a:gd name="T106" fmla="*/ 0 w 1015"/>
                  <a:gd name="T107" fmla="*/ 0 h 2024"/>
                  <a:gd name="T108" fmla="*/ 0 w 1015"/>
                  <a:gd name="T109" fmla="*/ 0 h 202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015"/>
                  <a:gd name="T166" fmla="*/ 0 h 2024"/>
                  <a:gd name="T167" fmla="*/ 1015 w 1015"/>
                  <a:gd name="T168" fmla="*/ 2024 h 202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015" h="2024">
                    <a:moveTo>
                      <a:pt x="441" y="499"/>
                    </a:moveTo>
                    <a:lnTo>
                      <a:pt x="335" y="533"/>
                    </a:lnTo>
                    <a:lnTo>
                      <a:pt x="263" y="607"/>
                    </a:lnTo>
                    <a:lnTo>
                      <a:pt x="182" y="720"/>
                    </a:lnTo>
                    <a:lnTo>
                      <a:pt x="145" y="870"/>
                    </a:lnTo>
                    <a:lnTo>
                      <a:pt x="37" y="1193"/>
                    </a:lnTo>
                    <a:lnTo>
                      <a:pt x="0" y="1130"/>
                    </a:lnTo>
                    <a:lnTo>
                      <a:pt x="88" y="1365"/>
                    </a:lnTo>
                    <a:lnTo>
                      <a:pt x="204" y="1591"/>
                    </a:lnTo>
                    <a:lnTo>
                      <a:pt x="356" y="1780"/>
                    </a:lnTo>
                    <a:lnTo>
                      <a:pt x="483" y="1971"/>
                    </a:lnTo>
                    <a:lnTo>
                      <a:pt x="514" y="2024"/>
                    </a:lnTo>
                    <a:lnTo>
                      <a:pt x="406" y="1813"/>
                    </a:lnTo>
                    <a:lnTo>
                      <a:pt x="279" y="1639"/>
                    </a:lnTo>
                    <a:lnTo>
                      <a:pt x="204" y="1516"/>
                    </a:lnTo>
                    <a:lnTo>
                      <a:pt x="59" y="1206"/>
                    </a:lnTo>
                    <a:lnTo>
                      <a:pt x="211" y="729"/>
                    </a:lnTo>
                    <a:lnTo>
                      <a:pt x="250" y="692"/>
                    </a:lnTo>
                    <a:lnTo>
                      <a:pt x="376" y="833"/>
                    </a:lnTo>
                    <a:lnTo>
                      <a:pt x="307" y="1105"/>
                    </a:lnTo>
                    <a:lnTo>
                      <a:pt x="307" y="1554"/>
                    </a:lnTo>
                    <a:lnTo>
                      <a:pt x="330" y="1118"/>
                    </a:lnTo>
                    <a:lnTo>
                      <a:pt x="415" y="859"/>
                    </a:lnTo>
                    <a:lnTo>
                      <a:pt x="487" y="1105"/>
                    </a:lnTo>
                    <a:lnTo>
                      <a:pt x="558" y="1079"/>
                    </a:lnTo>
                    <a:lnTo>
                      <a:pt x="514" y="833"/>
                    </a:lnTo>
                    <a:lnTo>
                      <a:pt x="672" y="1105"/>
                    </a:lnTo>
                    <a:lnTo>
                      <a:pt x="734" y="1354"/>
                    </a:lnTo>
                    <a:lnTo>
                      <a:pt x="549" y="1971"/>
                    </a:lnTo>
                    <a:lnTo>
                      <a:pt x="780" y="1365"/>
                    </a:lnTo>
                    <a:lnTo>
                      <a:pt x="897" y="859"/>
                    </a:lnTo>
                    <a:lnTo>
                      <a:pt x="1015" y="0"/>
                    </a:lnTo>
                    <a:lnTo>
                      <a:pt x="877" y="756"/>
                    </a:lnTo>
                    <a:lnTo>
                      <a:pt x="828" y="892"/>
                    </a:lnTo>
                    <a:lnTo>
                      <a:pt x="771" y="778"/>
                    </a:lnTo>
                    <a:lnTo>
                      <a:pt x="734" y="595"/>
                    </a:lnTo>
                    <a:lnTo>
                      <a:pt x="655" y="547"/>
                    </a:lnTo>
                    <a:lnTo>
                      <a:pt x="521" y="510"/>
                    </a:lnTo>
                    <a:lnTo>
                      <a:pt x="639" y="595"/>
                    </a:lnTo>
                    <a:lnTo>
                      <a:pt x="626" y="720"/>
                    </a:lnTo>
                    <a:lnTo>
                      <a:pt x="600" y="819"/>
                    </a:lnTo>
                    <a:lnTo>
                      <a:pt x="692" y="607"/>
                    </a:lnTo>
                    <a:lnTo>
                      <a:pt x="720" y="657"/>
                    </a:lnTo>
                    <a:lnTo>
                      <a:pt x="762" y="819"/>
                    </a:lnTo>
                    <a:lnTo>
                      <a:pt x="828" y="945"/>
                    </a:lnTo>
                    <a:lnTo>
                      <a:pt x="762" y="1226"/>
                    </a:lnTo>
                    <a:lnTo>
                      <a:pt x="685" y="1031"/>
                    </a:lnTo>
                    <a:lnTo>
                      <a:pt x="514" y="793"/>
                    </a:lnTo>
                    <a:lnTo>
                      <a:pt x="464" y="793"/>
                    </a:lnTo>
                    <a:lnTo>
                      <a:pt x="424" y="807"/>
                    </a:lnTo>
                    <a:lnTo>
                      <a:pt x="384" y="720"/>
                    </a:lnTo>
                    <a:lnTo>
                      <a:pt x="406" y="692"/>
                    </a:lnTo>
                    <a:lnTo>
                      <a:pt x="483" y="756"/>
                    </a:lnTo>
                    <a:lnTo>
                      <a:pt x="356" y="558"/>
                    </a:lnTo>
                    <a:lnTo>
                      <a:pt x="441" y="4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07" name="Freeform 113">
                <a:extLst>
                  <a:ext uri="{FF2B5EF4-FFF2-40B4-BE49-F238E27FC236}">
                    <a16:creationId xmlns:a16="http://schemas.microsoft.com/office/drawing/2014/main" id="{55FCFD9E-34D1-1410-5521-F539A5BFDD09}"/>
                  </a:ext>
                </a:extLst>
              </p:cNvPr>
              <p:cNvSpPr>
                <a:spLocks/>
              </p:cNvSpPr>
              <p:nvPr/>
            </p:nvSpPr>
            <p:spPr bwMode="auto">
              <a:xfrm>
                <a:off x="5070" y="3160"/>
                <a:ext cx="79" cy="577"/>
              </a:xfrm>
              <a:custGeom>
                <a:avLst/>
                <a:gdLst>
                  <a:gd name="T0" fmla="*/ 0 w 632"/>
                  <a:gd name="T1" fmla="*/ 0 h 4620"/>
                  <a:gd name="T2" fmla="*/ 0 w 632"/>
                  <a:gd name="T3" fmla="*/ 0 h 4620"/>
                  <a:gd name="T4" fmla="*/ 0 w 632"/>
                  <a:gd name="T5" fmla="*/ 0 h 4620"/>
                  <a:gd name="T6" fmla="*/ 0 w 632"/>
                  <a:gd name="T7" fmla="*/ 0 h 4620"/>
                  <a:gd name="T8" fmla="*/ 0 w 632"/>
                  <a:gd name="T9" fmla="*/ 0 h 4620"/>
                  <a:gd name="T10" fmla="*/ 0 w 632"/>
                  <a:gd name="T11" fmla="*/ 0 h 4620"/>
                  <a:gd name="T12" fmla="*/ 0 w 632"/>
                  <a:gd name="T13" fmla="*/ 0 h 4620"/>
                  <a:gd name="T14" fmla="*/ 0 w 632"/>
                  <a:gd name="T15" fmla="*/ 0 h 4620"/>
                  <a:gd name="T16" fmla="*/ 0 w 632"/>
                  <a:gd name="T17" fmla="*/ 0 h 4620"/>
                  <a:gd name="T18" fmla="*/ 0 w 632"/>
                  <a:gd name="T19" fmla="*/ 0 h 4620"/>
                  <a:gd name="T20" fmla="*/ 0 w 632"/>
                  <a:gd name="T21" fmla="*/ 0 h 4620"/>
                  <a:gd name="T22" fmla="*/ 0 w 632"/>
                  <a:gd name="T23" fmla="*/ 0 h 4620"/>
                  <a:gd name="T24" fmla="*/ 0 w 632"/>
                  <a:gd name="T25" fmla="*/ 0 h 4620"/>
                  <a:gd name="T26" fmla="*/ 0 w 632"/>
                  <a:gd name="T27" fmla="*/ 0 h 4620"/>
                  <a:gd name="T28" fmla="*/ 0 w 632"/>
                  <a:gd name="T29" fmla="*/ 0 h 4620"/>
                  <a:gd name="T30" fmla="*/ 0 w 632"/>
                  <a:gd name="T31" fmla="*/ 0 h 4620"/>
                  <a:gd name="T32" fmla="*/ 0 w 632"/>
                  <a:gd name="T33" fmla="*/ 0 h 46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32"/>
                  <a:gd name="T52" fmla="*/ 0 h 4620"/>
                  <a:gd name="T53" fmla="*/ 632 w 632"/>
                  <a:gd name="T54" fmla="*/ 4620 h 462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32" h="4620">
                    <a:moveTo>
                      <a:pt x="56" y="0"/>
                    </a:moveTo>
                    <a:lnTo>
                      <a:pt x="28" y="487"/>
                    </a:lnTo>
                    <a:lnTo>
                      <a:pt x="28" y="901"/>
                    </a:lnTo>
                    <a:lnTo>
                      <a:pt x="94" y="2683"/>
                    </a:lnTo>
                    <a:lnTo>
                      <a:pt x="155" y="3133"/>
                    </a:lnTo>
                    <a:lnTo>
                      <a:pt x="240" y="2577"/>
                    </a:lnTo>
                    <a:lnTo>
                      <a:pt x="512" y="1660"/>
                    </a:lnTo>
                    <a:lnTo>
                      <a:pt x="431" y="2063"/>
                    </a:lnTo>
                    <a:lnTo>
                      <a:pt x="296" y="2806"/>
                    </a:lnTo>
                    <a:lnTo>
                      <a:pt x="272" y="3340"/>
                    </a:lnTo>
                    <a:lnTo>
                      <a:pt x="312" y="3684"/>
                    </a:lnTo>
                    <a:lnTo>
                      <a:pt x="632" y="4620"/>
                    </a:lnTo>
                    <a:lnTo>
                      <a:pt x="240" y="3705"/>
                    </a:lnTo>
                    <a:lnTo>
                      <a:pt x="83" y="3045"/>
                    </a:lnTo>
                    <a:lnTo>
                      <a:pt x="46" y="2421"/>
                    </a:lnTo>
                    <a:lnTo>
                      <a:pt x="0" y="450"/>
                    </a:lnTo>
                    <a:lnTo>
                      <a:pt x="5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08" name="Freeform 114">
                <a:extLst>
                  <a:ext uri="{FF2B5EF4-FFF2-40B4-BE49-F238E27FC236}">
                    <a16:creationId xmlns:a16="http://schemas.microsoft.com/office/drawing/2014/main" id="{2F756EA7-47B0-5D67-7731-44D3BBDBA0C5}"/>
                  </a:ext>
                </a:extLst>
              </p:cNvPr>
              <p:cNvSpPr>
                <a:spLocks/>
              </p:cNvSpPr>
              <p:nvPr/>
            </p:nvSpPr>
            <p:spPr bwMode="auto">
              <a:xfrm>
                <a:off x="5018" y="3394"/>
                <a:ext cx="17" cy="17"/>
              </a:xfrm>
              <a:custGeom>
                <a:avLst/>
                <a:gdLst>
                  <a:gd name="T0" fmla="*/ 0 w 137"/>
                  <a:gd name="T1" fmla="*/ 0 h 136"/>
                  <a:gd name="T2" fmla="*/ 0 w 137"/>
                  <a:gd name="T3" fmla="*/ 0 h 136"/>
                  <a:gd name="T4" fmla="*/ 0 w 137"/>
                  <a:gd name="T5" fmla="*/ 0 h 136"/>
                  <a:gd name="T6" fmla="*/ 0 w 137"/>
                  <a:gd name="T7" fmla="*/ 0 h 136"/>
                  <a:gd name="T8" fmla="*/ 0 w 137"/>
                  <a:gd name="T9" fmla="*/ 0 h 136"/>
                  <a:gd name="T10" fmla="*/ 0 w 137"/>
                  <a:gd name="T11" fmla="*/ 0 h 136"/>
                  <a:gd name="T12" fmla="*/ 0 w 137"/>
                  <a:gd name="T13" fmla="*/ 0 h 136"/>
                  <a:gd name="T14" fmla="*/ 0 w 137"/>
                  <a:gd name="T15" fmla="*/ 0 h 136"/>
                  <a:gd name="T16" fmla="*/ 0 w 137"/>
                  <a:gd name="T17" fmla="*/ 0 h 136"/>
                  <a:gd name="T18" fmla="*/ 0 w 137"/>
                  <a:gd name="T19" fmla="*/ 0 h 136"/>
                  <a:gd name="T20" fmla="*/ 0 w 137"/>
                  <a:gd name="T21" fmla="*/ 0 h 136"/>
                  <a:gd name="T22" fmla="*/ 0 w 137"/>
                  <a:gd name="T23" fmla="*/ 0 h 136"/>
                  <a:gd name="T24" fmla="*/ 0 w 137"/>
                  <a:gd name="T25" fmla="*/ 0 h 136"/>
                  <a:gd name="T26" fmla="*/ 0 w 137"/>
                  <a:gd name="T27" fmla="*/ 0 h 136"/>
                  <a:gd name="T28" fmla="*/ 0 w 137"/>
                  <a:gd name="T29" fmla="*/ 0 h 136"/>
                  <a:gd name="T30" fmla="*/ 0 w 137"/>
                  <a:gd name="T31" fmla="*/ 0 h 136"/>
                  <a:gd name="T32" fmla="*/ 0 w 137"/>
                  <a:gd name="T33" fmla="*/ 0 h 136"/>
                  <a:gd name="T34" fmla="*/ 0 w 137"/>
                  <a:gd name="T35" fmla="*/ 0 h 136"/>
                  <a:gd name="T36" fmla="*/ 0 w 137"/>
                  <a:gd name="T37" fmla="*/ 0 h 136"/>
                  <a:gd name="T38" fmla="*/ 0 w 137"/>
                  <a:gd name="T39" fmla="*/ 0 h 136"/>
                  <a:gd name="T40" fmla="*/ 0 w 137"/>
                  <a:gd name="T41" fmla="*/ 0 h 136"/>
                  <a:gd name="T42" fmla="*/ 0 w 137"/>
                  <a:gd name="T43" fmla="*/ 0 h 1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7"/>
                  <a:gd name="T67" fmla="*/ 0 h 136"/>
                  <a:gd name="T68" fmla="*/ 137 w 137"/>
                  <a:gd name="T69" fmla="*/ 136 h 1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7" h="136">
                    <a:moveTo>
                      <a:pt x="137" y="67"/>
                    </a:moveTo>
                    <a:lnTo>
                      <a:pt x="134" y="46"/>
                    </a:lnTo>
                    <a:lnTo>
                      <a:pt x="125" y="23"/>
                    </a:lnTo>
                    <a:lnTo>
                      <a:pt x="112" y="11"/>
                    </a:lnTo>
                    <a:lnTo>
                      <a:pt x="95" y="2"/>
                    </a:lnTo>
                    <a:lnTo>
                      <a:pt x="70" y="0"/>
                    </a:lnTo>
                    <a:lnTo>
                      <a:pt x="49" y="0"/>
                    </a:lnTo>
                    <a:lnTo>
                      <a:pt x="31" y="11"/>
                    </a:lnTo>
                    <a:lnTo>
                      <a:pt x="15" y="23"/>
                    </a:lnTo>
                    <a:lnTo>
                      <a:pt x="3" y="41"/>
                    </a:lnTo>
                    <a:lnTo>
                      <a:pt x="0" y="67"/>
                    </a:lnTo>
                    <a:lnTo>
                      <a:pt x="3" y="85"/>
                    </a:lnTo>
                    <a:lnTo>
                      <a:pt x="13" y="106"/>
                    </a:lnTo>
                    <a:lnTo>
                      <a:pt x="26" y="120"/>
                    </a:lnTo>
                    <a:lnTo>
                      <a:pt x="44" y="131"/>
                    </a:lnTo>
                    <a:lnTo>
                      <a:pt x="66" y="136"/>
                    </a:lnTo>
                    <a:lnTo>
                      <a:pt x="88" y="134"/>
                    </a:lnTo>
                    <a:lnTo>
                      <a:pt x="112" y="125"/>
                    </a:lnTo>
                    <a:lnTo>
                      <a:pt x="123" y="109"/>
                    </a:lnTo>
                    <a:lnTo>
                      <a:pt x="134" y="92"/>
                    </a:lnTo>
                    <a:lnTo>
                      <a:pt x="137" y="70"/>
                    </a:lnTo>
                    <a:lnTo>
                      <a:pt x="137" y="67"/>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09" name="Freeform 115">
                <a:extLst>
                  <a:ext uri="{FF2B5EF4-FFF2-40B4-BE49-F238E27FC236}">
                    <a16:creationId xmlns:a16="http://schemas.microsoft.com/office/drawing/2014/main" id="{8A0854E1-FE8C-6E7F-7E37-4A693E1F9464}"/>
                  </a:ext>
                </a:extLst>
              </p:cNvPr>
              <p:cNvSpPr>
                <a:spLocks/>
              </p:cNvSpPr>
              <p:nvPr/>
            </p:nvSpPr>
            <p:spPr bwMode="auto">
              <a:xfrm>
                <a:off x="5029" y="3456"/>
                <a:ext cx="18" cy="17"/>
              </a:xfrm>
              <a:custGeom>
                <a:avLst/>
                <a:gdLst>
                  <a:gd name="T0" fmla="*/ 0 w 138"/>
                  <a:gd name="T1" fmla="*/ 0 h 138"/>
                  <a:gd name="T2" fmla="*/ 0 w 138"/>
                  <a:gd name="T3" fmla="*/ 0 h 138"/>
                  <a:gd name="T4" fmla="*/ 0 w 138"/>
                  <a:gd name="T5" fmla="*/ 0 h 138"/>
                  <a:gd name="T6" fmla="*/ 0 w 138"/>
                  <a:gd name="T7" fmla="*/ 0 h 138"/>
                  <a:gd name="T8" fmla="*/ 0 w 138"/>
                  <a:gd name="T9" fmla="*/ 0 h 138"/>
                  <a:gd name="T10" fmla="*/ 0 w 138"/>
                  <a:gd name="T11" fmla="*/ 0 h 138"/>
                  <a:gd name="T12" fmla="*/ 0 w 138"/>
                  <a:gd name="T13" fmla="*/ 0 h 138"/>
                  <a:gd name="T14" fmla="*/ 0 w 138"/>
                  <a:gd name="T15" fmla="*/ 0 h 138"/>
                  <a:gd name="T16" fmla="*/ 0 w 138"/>
                  <a:gd name="T17" fmla="*/ 0 h 138"/>
                  <a:gd name="T18" fmla="*/ 0 w 138"/>
                  <a:gd name="T19" fmla="*/ 0 h 138"/>
                  <a:gd name="T20" fmla="*/ 0 w 138"/>
                  <a:gd name="T21" fmla="*/ 0 h 138"/>
                  <a:gd name="T22" fmla="*/ 0 w 138"/>
                  <a:gd name="T23" fmla="*/ 0 h 138"/>
                  <a:gd name="T24" fmla="*/ 0 w 138"/>
                  <a:gd name="T25" fmla="*/ 0 h 138"/>
                  <a:gd name="T26" fmla="*/ 0 w 138"/>
                  <a:gd name="T27" fmla="*/ 0 h 138"/>
                  <a:gd name="T28" fmla="*/ 0 w 138"/>
                  <a:gd name="T29" fmla="*/ 0 h 138"/>
                  <a:gd name="T30" fmla="*/ 0 w 138"/>
                  <a:gd name="T31" fmla="*/ 0 h 138"/>
                  <a:gd name="T32" fmla="*/ 0 w 138"/>
                  <a:gd name="T33" fmla="*/ 0 h 138"/>
                  <a:gd name="T34" fmla="*/ 0 w 138"/>
                  <a:gd name="T35" fmla="*/ 0 h 138"/>
                  <a:gd name="T36" fmla="*/ 0 w 138"/>
                  <a:gd name="T37" fmla="*/ 0 h 138"/>
                  <a:gd name="T38" fmla="*/ 0 w 138"/>
                  <a:gd name="T39" fmla="*/ 0 h 138"/>
                  <a:gd name="T40" fmla="*/ 0 w 138"/>
                  <a:gd name="T41" fmla="*/ 0 h 138"/>
                  <a:gd name="T42" fmla="*/ 0 w 138"/>
                  <a:gd name="T43" fmla="*/ 0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8"/>
                  <a:gd name="T67" fmla="*/ 0 h 138"/>
                  <a:gd name="T68" fmla="*/ 138 w 138"/>
                  <a:gd name="T69" fmla="*/ 138 h 13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8" h="138">
                    <a:moveTo>
                      <a:pt x="138" y="69"/>
                    </a:moveTo>
                    <a:lnTo>
                      <a:pt x="129" y="48"/>
                    </a:lnTo>
                    <a:lnTo>
                      <a:pt x="120" y="27"/>
                    </a:lnTo>
                    <a:lnTo>
                      <a:pt x="107" y="9"/>
                    </a:lnTo>
                    <a:lnTo>
                      <a:pt x="90" y="4"/>
                    </a:lnTo>
                    <a:lnTo>
                      <a:pt x="65" y="0"/>
                    </a:lnTo>
                    <a:lnTo>
                      <a:pt x="44" y="4"/>
                    </a:lnTo>
                    <a:lnTo>
                      <a:pt x="28" y="9"/>
                    </a:lnTo>
                    <a:lnTo>
                      <a:pt x="12" y="27"/>
                    </a:lnTo>
                    <a:lnTo>
                      <a:pt x="4" y="44"/>
                    </a:lnTo>
                    <a:lnTo>
                      <a:pt x="0" y="69"/>
                    </a:lnTo>
                    <a:lnTo>
                      <a:pt x="0" y="90"/>
                    </a:lnTo>
                    <a:lnTo>
                      <a:pt x="8" y="108"/>
                    </a:lnTo>
                    <a:lnTo>
                      <a:pt x="26" y="124"/>
                    </a:lnTo>
                    <a:lnTo>
                      <a:pt x="39" y="134"/>
                    </a:lnTo>
                    <a:lnTo>
                      <a:pt x="65" y="138"/>
                    </a:lnTo>
                    <a:lnTo>
                      <a:pt x="85" y="138"/>
                    </a:lnTo>
                    <a:lnTo>
                      <a:pt x="107" y="126"/>
                    </a:lnTo>
                    <a:lnTo>
                      <a:pt x="120" y="110"/>
                    </a:lnTo>
                    <a:lnTo>
                      <a:pt x="129" y="94"/>
                    </a:lnTo>
                    <a:lnTo>
                      <a:pt x="138" y="73"/>
                    </a:lnTo>
                    <a:lnTo>
                      <a:pt x="138" y="69"/>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10" name="Freeform 116">
                <a:extLst>
                  <a:ext uri="{FF2B5EF4-FFF2-40B4-BE49-F238E27FC236}">
                    <a16:creationId xmlns:a16="http://schemas.microsoft.com/office/drawing/2014/main" id="{7E2C096C-5A14-7841-E01E-E83F5A50FBBB}"/>
                  </a:ext>
                </a:extLst>
              </p:cNvPr>
              <p:cNvSpPr>
                <a:spLocks/>
              </p:cNvSpPr>
              <p:nvPr/>
            </p:nvSpPr>
            <p:spPr bwMode="auto">
              <a:xfrm>
                <a:off x="5041" y="3514"/>
                <a:ext cx="17" cy="17"/>
              </a:xfrm>
              <a:custGeom>
                <a:avLst/>
                <a:gdLst>
                  <a:gd name="T0" fmla="*/ 0 w 136"/>
                  <a:gd name="T1" fmla="*/ 0 h 136"/>
                  <a:gd name="T2" fmla="*/ 0 w 136"/>
                  <a:gd name="T3" fmla="*/ 0 h 136"/>
                  <a:gd name="T4" fmla="*/ 0 w 136"/>
                  <a:gd name="T5" fmla="*/ 0 h 136"/>
                  <a:gd name="T6" fmla="*/ 0 w 136"/>
                  <a:gd name="T7" fmla="*/ 0 h 136"/>
                  <a:gd name="T8" fmla="*/ 0 w 136"/>
                  <a:gd name="T9" fmla="*/ 0 h 136"/>
                  <a:gd name="T10" fmla="*/ 0 w 136"/>
                  <a:gd name="T11" fmla="*/ 0 h 136"/>
                  <a:gd name="T12" fmla="*/ 0 w 136"/>
                  <a:gd name="T13" fmla="*/ 0 h 136"/>
                  <a:gd name="T14" fmla="*/ 0 w 136"/>
                  <a:gd name="T15" fmla="*/ 0 h 136"/>
                  <a:gd name="T16" fmla="*/ 0 w 136"/>
                  <a:gd name="T17" fmla="*/ 0 h 136"/>
                  <a:gd name="T18" fmla="*/ 0 w 136"/>
                  <a:gd name="T19" fmla="*/ 0 h 136"/>
                  <a:gd name="T20" fmla="*/ 0 w 136"/>
                  <a:gd name="T21" fmla="*/ 0 h 136"/>
                  <a:gd name="T22" fmla="*/ 0 w 136"/>
                  <a:gd name="T23" fmla="*/ 0 h 136"/>
                  <a:gd name="T24" fmla="*/ 0 w 136"/>
                  <a:gd name="T25" fmla="*/ 0 h 136"/>
                  <a:gd name="T26" fmla="*/ 0 w 136"/>
                  <a:gd name="T27" fmla="*/ 0 h 136"/>
                  <a:gd name="T28" fmla="*/ 0 w 136"/>
                  <a:gd name="T29" fmla="*/ 0 h 136"/>
                  <a:gd name="T30" fmla="*/ 0 w 136"/>
                  <a:gd name="T31" fmla="*/ 0 h 136"/>
                  <a:gd name="T32" fmla="*/ 0 w 136"/>
                  <a:gd name="T33" fmla="*/ 0 h 136"/>
                  <a:gd name="T34" fmla="*/ 0 w 136"/>
                  <a:gd name="T35" fmla="*/ 0 h 136"/>
                  <a:gd name="T36" fmla="*/ 0 w 136"/>
                  <a:gd name="T37" fmla="*/ 0 h 136"/>
                  <a:gd name="T38" fmla="*/ 0 w 136"/>
                  <a:gd name="T39" fmla="*/ 0 h 136"/>
                  <a:gd name="T40" fmla="*/ 0 w 136"/>
                  <a:gd name="T41" fmla="*/ 0 h 136"/>
                  <a:gd name="T42" fmla="*/ 0 w 136"/>
                  <a:gd name="T43" fmla="*/ 0 h 1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6"/>
                  <a:gd name="T67" fmla="*/ 0 h 136"/>
                  <a:gd name="T68" fmla="*/ 136 w 136"/>
                  <a:gd name="T69" fmla="*/ 136 h 1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6" h="136">
                    <a:moveTo>
                      <a:pt x="136" y="67"/>
                    </a:moveTo>
                    <a:lnTo>
                      <a:pt x="134" y="44"/>
                    </a:lnTo>
                    <a:lnTo>
                      <a:pt x="123" y="25"/>
                    </a:lnTo>
                    <a:lnTo>
                      <a:pt x="109" y="14"/>
                    </a:lnTo>
                    <a:lnTo>
                      <a:pt x="88" y="0"/>
                    </a:lnTo>
                    <a:lnTo>
                      <a:pt x="70" y="0"/>
                    </a:lnTo>
                    <a:lnTo>
                      <a:pt x="46" y="0"/>
                    </a:lnTo>
                    <a:lnTo>
                      <a:pt x="28" y="9"/>
                    </a:lnTo>
                    <a:lnTo>
                      <a:pt x="15" y="25"/>
                    </a:lnTo>
                    <a:lnTo>
                      <a:pt x="2" y="42"/>
                    </a:lnTo>
                    <a:lnTo>
                      <a:pt x="0" y="64"/>
                    </a:lnTo>
                    <a:lnTo>
                      <a:pt x="0" y="86"/>
                    </a:lnTo>
                    <a:lnTo>
                      <a:pt x="10" y="104"/>
                    </a:lnTo>
                    <a:lnTo>
                      <a:pt x="28" y="122"/>
                    </a:lnTo>
                    <a:lnTo>
                      <a:pt x="46" y="130"/>
                    </a:lnTo>
                    <a:lnTo>
                      <a:pt x="63" y="136"/>
                    </a:lnTo>
                    <a:lnTo>
                      <a:pt x="86" y="134"/>
                    </a:lnTo>
                    <a:lnTo>
                      <a:pt x="107" y="126"/>
                    </a:lnTo>
                    <a:lnTo>
                      <a:pt x="121" y="110"/>
                    </a:lnTo>
                    <a:lnTo>
                      <a:pt x="132" y="92"/>
                    </a:lnTo>
                    <a:lnTo>
                      <a:pt x="136" y="71"/>
                    </a:lnTo>
                    <a:lnTo>
                      <a:pt x="136" y="67"/>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11" name="Freeform 117">
                <a:extLst>
                  <a:ext uri="{FF2B5EF4-FFF2-40B4-BE49-F238E27FC236}">
                    <a16:creationId xmlns:a16="http://schemas.microsoft.com/office/drawing/2014/main" id="{79500F3A-5013-1A05-E699-BE60AB3DFBE6}"/>
                  </a:ext>
                </a:extLst>
              </p:cNvPr>
              <p:cNvSpPr>
                <a:spLocks/>
              </p:cNvSpPr>
              <p:nvPr/>
            </p:nvSpPr>
            <p:spPr bwMode="auto">
              <a:xfrm>
                <a:off x="5058" y="3581"/>
                <a:ext cx="18" cy="18"/>
              </a:xfrm>
              <a:custGeom>
                <a:avLst/>
                <a:gdLst>
                  <a:gd name="T0" fmla="*/ 0 w 141"/>
                  <a:gd name="T1" fmla="*/ 0 h 138"/>
                  <a:gd name="T2" fmla="*/ 0 w 141"/>
                  <a:gd name="T3" fmla="*/ 0 h 138"/>
                  <a:gd name="T4" fmla="*/ 0 w 141"/>
                  <a:gd name="T5" fmla="*/ 0 h 138"/>
                  <a:gd name="T6" fmla="*/ 0 w 141"/>
                  <a:gd name="T7" fmla="*/ 0 h 138"/>
                  <a:gd name="T8" fmla="*/ 0 w 141"/>
                  <a:gd name="T9" fmla="*/ 0 h 138"/>
                  <a:gd name="T10" fmla="*/ 0 w 141"/>
                  <a:gd name="T11" fmla="*/ 0 h 138"/>
                  <a:gd name="T12" fmla="*/ 0 w 141"/>
                  <a:gd name="T13" fmla="*/ 0 h 138"/>
                  <a:gd name="T14" fmla="*/ 0 w 141"/>
                  <a:gd name="T15" fmla="*/ 0 h 138"/>
                  <a:gd name="T16" fmla="*/ 0 w 141"/>
                  <a:gd name="T17" fmla="*/ 0 h 138"/>
                  <a:gd name="T18" fmla="*/ 0 w 141"/>
                  <a:gd name="T19" fmla="*/ 0 h 138"/>
                  <a:gd name="T20" fmla="*/ 0 w 141"/>
                  <a:gd name="T21" fmla="*/ 0 h 138"/>
                  <a:gd name="T22" fmla="*/ 0 w 141"/>
                  <a:gd name="T23" fmla="*/ 0 h 138"/>
                  <a:gd name="T24" fmla="*/ 0 w 141"/>
                  <a:gd name="T25" fmla="*/ 0 h 138"/>
                  <a:gd name="T26" fmla="*/ 0 w 141"/>
                  <a:gd name="T27" fmla="*/ 0 h 138"/>
                  <a:gd name="T28" fmla="*/ 0 w 141"/>
                  <a:gd name="T29" fmla="*/ 0 h 138"/>
                  <a:gd name="T30" fmla="*/ 0 w 141"/>
                  <a:gd name="T31" fmla="*/ 0 h 138"/>
                  <a:gd name="T32" fmla="*/ 0 w 141"/>
                  <a:gd name="T33" fmla="*/ 0 h 138"/>
                  <a:gd name="T34" fmla="*/ 0 w 141"/>
                  <a:gd name="T35" fmla="*/ 0 h 138"/>
                  <a:gd name="T36" fmla="*/ 0 w 141"/>
                  <a:gd name="T37" fmla="*/ 0 h 138"/>
                  <a:gd name="T38" fmla="*/ 0 w 141"/>
                  <a:gd name="T39" fmla="*/ 0 h 138"/>
                  <a:gd name="T40" fmla="*/ 0 w 141"/>
                  <a:gd name="T41" fmla="*/ 0 h 138"/>
                  <a:gd name="T42" fmla="*/ 0 w 141"/>
                  <a:gd name="T43" fmla="*/ 0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1"/>
                  <a:gd name="T67" fmla="*/ 0 h 138"/>
                  <a:gd name="T68" fmla="*/ 141 w 141"/>
                  <a:gd name="T69" fmla="*/ 138 h 13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1" h="138">
                    <a:moveTo>
                      <a:pt x="141" y="65"/>
                    </a:moveTo>
                    <a:lnTo>
                      <a:pt x="132" y="50"/>
                    </a:lnTo>
                    <a:lnTo>
                      <a:pt x="123" y="30"/>
                    </a:lnTo>
                    <a:lnTo>
                      <a:pt x="112" y="15"/>
                    </a:lnTo>
                    <a:lnTo>
                      <a:pt x="90" y="4"/>
                    </a:lnTo>
                    <a:lnTo>
                      <a:pt x="68" y="0"/>
                    </a:lnTo>
                    <a:lnTo>
                      <a:pt x="51" y="0"/>
                    </a:lnTo>
                    <a:lnTo>
                      <a:pt x="29" y="13"/>
                    </a:lnTo>
                    <a:lnTo>
                      <a:pt x="13" y="26"/>
                    </a:lnTo>
                    <a:lnTo>
                      <a:pt x="5" y="46"/>
                    </a:lnTo>
                    <a:lnTo>
                      <a:pt x="0" y="65"/>
                    </a:lnTo>
                    <a:lnTo>
                      <a:pt x="0" y="87"/>
                    </a:lnTo>
                    <a:lnTo>
                      <a:pt x="9" y="103"/>
                    </a:lnTo>
                    <a:lnTo>
                      <a:pt x="26" y="122"/>
                    </a:lnTo>
                    <a:lnTo>
                      <a:pt x="44" y="136"/>
                    </a:lnTo>
                    <a:lnTo>
                      <a:pt x="66" y="138"/>
                    </a:lnTo>
                    <a:lnTo>
                      <a:pt x="84" y="136"/>
                    </a:lnTo>
                    <a:lnTo>
                      <a:pt x="107" y="125"/>
                    </a:lnTo>
                    <a:lnTo>
                      <a:pt x="123" y="113"/>
                    </a:lnTo>
                    <a:lnTo>
                      <a:pt x="130" y="90"/>
                    </a:lnTo>
                    <a:lnTo>
                      <a:pt x="141" y="69"/>
                    </a:lnTo>
                    <a:lnTo>
                      <a:pt x="141" y="65"/>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12" name="Freeform 118">
                <a:extLst>
                  <a:ext uri="{FF2B5EF4-FFF2-40B4-BE49-F238E27FC236}">
                    <a16:creationId xmlns:a16="http://schemas.microsoft.com/office/drawing/2014/main" id="{8968AC53-6F00-0199-858F-537C42A74146}"/>
                  </a:ext>
                </a:extLst>
              </p:cNvPr>
              <p:cNvSpPr>
                <a:spLocks/>
              </p:cNvSpPr>
              <p:nvPr/>
            </p:nvSpPr>
            <p:spPr bwMode="auto">
              <a:xfrm>
                <a:off x="5256" y="3458"/>
                <a:ext cx="216" cy="102"/>
              </a:xfrm>
              <a:custGeom>
                <a:avLst/>
                <a:gdLst>
                  <a:gd name="T0" fmla="*/ 0 w 1722"/>
                  <a:gd name="T1" fmla="*/ 0 h 816"/>
                  <a:gd name="T2" fmla="*/ 0 w 1722"/>
                  <a:gd name="T3" fmla="*/ 0 h 816"/>
                  <a:gd name="T4" fmla="*/ 0 w 1722"/>
                  <a:gd name="T5" fmla="*/ 0 h 816"/>
                  <a:gd name="T6" fmla="*/ 0 w 1722"/>
                  <a:gd name="T7" fmla="*/ 0 h 816"/>
                  <a:gd name="T8" fmla="*/ 0 w 1722"/>
                  <a:gd name="T9" fmla="*/ 0 h 816"/>
                  <a:gd name="T10" fmla="*/ 0 w 1722"/>
                  <a:gd name="T11" fmla="*/ 0 h 816"/>
                  <a:gd name="T12" fmla="*/ 0 w 1722"/>
                  <a:gd name="T13" fmla="*/ 0 h 816"/>
                  <a:gd name="T14" fmla="*/ 0 w 1722"/>
                  <a:gd name="T15" fmla="*/ 0 h 816"/>
                  <a:gd name="T16" fmla="*/ 0 w 1722"/>
                  <a:gd name="T17" fmla="*/ 0 h 816"/>
                  <a:gd name="T18" fmla="*/ 0 w 1722"/>
                  <a:gd name="T19" fmla="*/ 0 h 816"/>
                  <a:gd name="T20" fmla="*/ 0 w 1722"/>
                  <a:gd name="T21" fmla="*/ 0 h 816"/>
                  <a:gd name="T22" fmla="*/ 0 w 1722"/>
                  <a:gd name="T23" fmla="*/ 0 h 816"/>
                  <a:gd name="T24" fmla="*/ 0 w 1722"/>
                  <a:gd name="T25" fmla="*/ 0 h 816"/>
                  <a:gd name="T26" fmla="*/ 0 w 1722"/>
                  <a:gd name="T27" fmla="*/ 0 h 816"/>
                  <a:gd name="T28" fmla="*/ 0 w 1722"/>
                  <a:gd name="T29" fmla="*/ 0 h 816"/>
                  <a:gd name="T30" fmla="*/ 0 w 1722"/>
                  <a:gd name="T31" fmla="*/ 0 h 816"/>
                  <a:gd name="T32" fmla="*/ 0 w 1722"/>
                  <a:gd name="T33" fmla="*/ 0 h 816"/>
                  <a:gd name="T34" fmla="*/ 0 w 1722"/>
                  <a:gd name="T35" fmla="*/ 0 h 816"/>
                  <a:gd name="T36" fmla="*/ 0 w 1722"/>
                  <a:gd name="T37" fmla="*/ 0 h 816"/>
                  <a:gd name="T38" fmla="*/ 0 w 1722"/>
                  <a:gd name="T39" fmla="*/ 0 h 816"/>
                  <a:gd name="T40" fmla="*/ 0 w 1722"/>
                  <a:gd name="T41" fmla="*/ 0 h 816"/>
                  <a:gd name="T42" fmla="*/ 0 w 1722"/>
                  <a:gd name="T43" fmla="*/ 0 h 816"/>
                  <a:gd name="T44" fmla="*/ 0 w 1722"/>
                  <a:gd name="T45" fmla="*/ 0 h 81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722"/>
                  <a:gd name="T70" fmla="*/ 0 h 816"/>
                  <a:gd name="T71" fmla="*/ 1722 w 1722"/>
                  <a:gd name="T72" fmla="*/ 816 h 81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722" h="816">
                    <a:moveTo>
                      <a:pt x="0" y="816"/>
                    </a:moveTo>
                    <a:lnTo>
                      <a:pt x="307" y="452"/>
                    </a:lnTo>
                    <a:lnTo>
                      <a:pt x="560" y="226"/>
                    </a:lnTo>
                    <a:lnTo>
                      <a:pt x="846" y="72"/>
                    </a:lnTo>
                    <a:lnTo>
                      <a:pt x="1090" y="0"/>
                    </a:lnTo>
                    <a:lnTo>
                      <a:pt x="1397" y="0"/>
                    </a:lnTo>
                    <a:lnTo>
                      <a:pt x="1556" y="72"/>
                    </a:lnTo>
                    <a:lnTo>
                      <a:pt x="1722" y="433"/>
                    </a:lnTo>
                    <a:lnTo>
                      <a:pt x="1466" y="486"/>
                    </a:lnTo>
                    <a:lnTo>
                      <a:pt x="1208" y="452"/>
                    </a:lnTo>
                    <a:lnTo>
                      <a:pt x="980" y="433"/>
                    </a:lnTo>
                    <a:lnTo>
                      <a:pt x="832" y="452"/>
                    </a:lnTo>
                    <a:lnTo>
                      <a:pt x="228" y="675"/>
                    </a:lnTo>
                    <a:lnTo>
                      <a:pt x="912" y="346"/>
                    </a:lnTo>
                    <a:lnTo>
                      <a:pt x="1151" y="346"/>
                    </a:lnTo>
                    <a:lnTo>
                      <a:pt x="1661" y="395"/>
                    </a:lnTo>
                    <a:lnTo>
                      <a:pt x="1529" y="103"/>
                    </a:lnTo>
                    <a:lnTo>
                      <a:pt x="1340" y="55"/>
                    </a:lnTo>
                    <a:lnTo>
                      <a:pt x="1090" y="55"/>
                    </a:lnTo>
                    <a:lnTo>
                      <a:pt x="832" y="125"/>
                    </a:lnTo>
                    <a:lnTo>
                      <a:pt x="481" y="314"/>
                    </a:lnTo>
                    <a:lnTo>
                      <a:pt x="253" y="538"/>
                    </a:lnTo>
                    <a:lnTo>
                      <a:pt x="0" y="8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13" name="Freeform 119">
                <a:extLst>
                  <a:ext uri="{FF2B5EF4-FFF2-40B4-BE49-F238E27FC236}">
                    <a16:creationId xmlns:a16="http://schemas.microsoft.com/office/drawing/2014/main" id="{A05CAAB6-EBCD-BDBE-D6A1-A20107574461}"/>
                  </a:ext>
                </a:extLst>
              </p:cNvPr>
              <p:cNvSpPr>
                <a:spLocks/>
              </p:cNvSpPr>
              <p:nvPr/>
            </p:nvSpPr>
            <p:spPr bwMode="auto">
              <a:xfrm>
                <a:off x="4943" y="3735"/>
                <a:ext cx="105" cy="92"/>
              </a:xfrm>
              <a:custGeom>
                <a:avLst/>
                <a:gdLst>
                  <a:gd name="T0" fmla="*/ 0 w 844"/>
                  <a:gd name="T1" fmla="*/ 0 h 734"/>
                  <a:gd name="T2" fmla="*/ 0 w 844"/>
                  <a:gd name="T3" fmla="*/ 0 h 734"/>
                  <a:gd name="T4" fmla="*/ 0 w 844"/>
                  <a:gd name="T5" fmla="*/ 0 h 734"/>
                  <a:gd name="T6" fmla="*/ 0 w 844"/>
                  <a:gd name="T7" fmla="*/ 0 h 734"/>
                  <a:gd name="T8" fmla="*/ 0 w 844"/>
                  <a:gd name="T9" fmla="*/ 0 h 734"/>
                  <a:gd name="T10" fmla="*/ 0 w 844"/>
                  <a:gd name="T11" fmla="*/ 0 h 734"/>
                  <a:gd name="T12" fmla="*/ 0 w 844"/>
                  <a:gd name="T13" fmla="*/ 0 h 734"/>
                  <a:gd name="T14" fmla="*/ 0 w 844"/>
                  <a:gd name="T15" fmla="*/ 0 h 734"/>
                  <a:gd name="T16" fmla="*/ 0 w 844"/>
                  <a:gd name="T17" fmla="*/ 0 h 734"/>
                  <a:gd name="T18" fmla="*/ 0 w 844"/>
                  <a:gd name="T19" fmla="*/ 0 h 734"/>
                  <a:gd name="T20" fmla="*/ 0 w 844"/>
                  <a:gd name="T21" fmla="*/ 0 h 734"/>
                  <a:gd name="T22" fmla="*/ 0 w 844"/>
                  <a:gd name="T23" fmla="*/ 0 h 734"/>
                  <a:gd name="T24" fmla="*/ 0 w 844"/>
                  <a:gd name="T25" fmla="*/ 0 h 734"/>
                  <a:gd name="T26" fmla="*/ 0 w 844"/>
                  <a:gd name="T27" fmla="*/ 0 h 734"/>
                  <a:gd name="T28" fmla="*/ 0 w 844"/>
                  <a:gd name="T29" fmla="*/ 0 h 734"/>
                  <a:gd name="T30" fmla="*/ 0 w 844"/>
                  <a:gd name="T31" fmla="*/ 0 h 734"/>
                  <a:gd name="T32" fmla="*/ 0 w 844"/>
                  <a:gd name="T33" fmla="*/ 0 h 734"/>
                  <a:gd name="T34" fmla="*/ 0 w 844"/>
                  <a:gd name="T35" fmla="*/ 0 h 734"/>
                  <a:gd name="T36" fmla="*/ 0 w 844"/>
                  <a:gd name="T37" fmla="*/ 0 h 734"/>
                  <a:gd name="T38" fmla="*/ 0 w 844"/>
                  <a:gd name="T39" fmla="*/ 0 h 734"/>
                  <a:gd name="T40" fmla="*/ 0 w 844"/>
                  <a:gd name="T41" fmla="*/ 0 h 734"/>
                  <a:gd name="T42" fmla="*/ 0 w 844"/>
                  <a:gd name="T43" fmla="*/ 0 h 734"/>
                  <a:gd name="T44" fmla="*/ 0 w 844"/>
                  <a:gd name="T45" fmla="*/ 0 h 734"/>
                  <a:gd name="T46" fmla="*/ 0 w 844"/>
                  <a:gd name="T47" fmla="*/ 0 h 734"/>
                  <a:gd name="T48" fmla="*/ 0 w 844"/>
                  <a:gd name="T49" fmla="*/ 0 h 734"/>
                  <a:gd name="T50" fmla="*/ 0 w 844"/>
                  <a:gd name="T51" fmla="*/ 0 h 734"/>
                  <a:gd name="T52" fmla="*/ 0 w 844"/>
                  <a:gd name="T53" fmla="*/ 0 h 734"/>
                  <a:gd name="T54" fmla="*/ 0 w 844"/>
                  <a:gd name="T55" fmla="*/ 0 h 734"/>
                  <a:gd name="T56" fmla="*/ 0 w 844"/>
                  <a:gd name="T57" fmla="*/ 0 h 734"/>
                  <a:gd name="T58" fmla="*/ 0 w 844"/>
                  <a:gd name="T59" fmla="*/ 0 h 734"/>
                  <a:gd name="T60" fmla="*/ 0 w 844"/>
                  <a:gd name="T61" fmla="*/ 0 h 7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44"/>
                  <a:gd name="T94" fmla="*/ 0 h 734"/>
                  <a:gd name="T95" fmla="*/ 844 w 844"/>
                  <a:gd name="T96" fmla="*/ 734 h 73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44" h="734">
                    <a:moveTo>
                      <a:pt x="844" y="0"/>
                    </a:moveTo>
                    <a:lnTo>
                      <a:pt x="237" y="292"/>
                    </a:lnTo>
                    <a:lnTo>
                      <a:pt x="31" y="233"/>
                    </a:lnTo>
                    <a:lnTo>
                      <a:pt x="29" y="160"/>
                    </a:lnTo>
                    <a:lnTo>
                      <a:pt x="53" y="81"/>
                    </a:lnTo>
                    <a:lnTo>
                      <a:pt x="124" y="68"/>
                    </a:lnTo>
                    <a:lnTo>
                      <a:pt x="55" y="63"/>
                    </a:lnTo>
                    <a:lnTo>
                      <a:pt x="4" y="97"/>
                    </a:lnTo>
                    <a:lnTo>
                      <a:pt x="0" y="174"/>
                    </a:lnTo>
                    <a:lnTo>
                      <a:pt x="29" y="266"/>
                    </a:lnTo>
                    <a:lnTo>
                      <a:pt x="31" y="400"/>
                    </a:lnTo>
                    <a:lnTo>
                      <a:pt x="87" y="462"/>
                    </a:lnTo>
                    <a:lnTo>
                      <a:pt x="242" y="519"/>
                    </a:lnTo>
                    <a:lnTo>
                      <a:pt x="94" y="596"/>
                    </a:lnTo>
                    <a:lnTo>
                      <a:pt x="84" y="635"/>
                    </a:lnTo>
                    <a:lnTo>
                      <a:pt x="117" y="734"/>
                    </a:lnTo>
                    <a:lnTo>
                      <a:pt x="112" y="631"/>
                    </a:lnTo>
                    <a:lnTo>
                      <a:pt x="286" y="561"/>
                    </a:lnTo>
                    <a:lnTo>
                      <a:pt x="453" y="568"/>
                    </a:lnTo>
                    <a:lnTo>
                      <a:pt x="488" y="531"/>
                    </a:lnTo>
                    <a:lnTo>
                      <a:pt x="504" y="453"/>
                    </a:lnTo>
                    <a:lnTo>
                      <a:pt x="444" y="531"/>
                    </a:lnTo>
                    <a:lnTo>
                      <a:pt x="405" y="540"/>
                    </a:lnTo>
                    <a:lnTo>
                      <a:pt x="87" y="430"/>
                    </a:lnTo>
                    <a:lnTo>
                      <a:pt x="53" y="372"/>
                    </a:lnTo>
                    <a:lnTo>
                      <a:pt x="53" y="266"/>
                    </a:lnTo>
                    <a:lnTo>
                      <a:pt x="237" y="319"/>
                    </a:lnTo>
                    <a:lnTo>
                      <a:pt x="290" y="404"/>
                    </a:lnTo>
                    <a:lnTo>
                      <a:pt x="258" y="303"/>
                    </a:lnTo>
                    <a:lnTo>
                      <a:pt x="596" y="139"/>
                    </a:lnTo>
                    <a:lnTo>
                      <a:pt x="8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14" name="Freeform 120">
                <a:extLst>
                  <a:ext uri="{FF2B5EF4-FFF2-40B4-BE49-F238E27FC236}">
                    <a16:creationId xmlns:a16="http://schemas.microsoft.com/office/drawing/2014/main" id="{90B46DFA-2FBC-C4A4-BB08-FDE9F2D0AAF4}"/>
                  </a:ext>
                </a:extLst>
              </p:cNvPr>
              <p:cNvSpPr>
                <a:spLocks/>
              </p:cNvSpPr>
              <p:nvPr/>
            </p:nvSpPr>
            <p:spPr bwMode="auto">
              <a:xfrm>
                <a:off x="4983" y="3763"/>
                <a:ext cx="114" cy="51"/>
              </a:xfrm>
              <a:custGeom>
                <a:avLst/>
                <a:gdLst>
                  <a:gd name="T0" fmla="*/ 0 w 910"/>
                  <a:gd name="T1" fmla="*/ 0 h 407"/>
                  <a:gd name="T2" fmla="*/ 0 w 910"/>
                  <a:gd name="T3" fmla="*/ 0 h 407"/>
                  <a:gd name="T4" fmla="*/ 0 w 910"/>
                  <a:gd name="T5" fmla="*/ 0 h 407"/>
                  <a:gd name="T6" fmla="*/ 0 w 910"/>
                  <a:gd name="T7" fmla="*/ 0 h 407"/>
                  <a:gd name="T8" fmla="*/ 0 w 910"/>
                  <a:gd name="T9" fmla="*/ 0 h 407"/>
                  <a:gd name="T10" fmla="*/ 0 w 910"/>
                  <a:gd name="T11" fmla="*/ 0 h 407"/>
                  <a:gd name="T12" fmla="*/ 0 w 910"/>
                  <a:gd name="T13" fmla="*/ 0 h 407"/>
                  <a:gd name="T14" fmla="*/ 0 w 910"/>
                  <a:gd name="T15" fmla="*/ 0 h 407"/>
                  <a:gd name="T16" fmla="*/ 0 w 910"/>
                  <a:gd name="T17" fmla="*/ 0 h 407"/>
                  <a:gd name="T18" fmla="*/ 0 w 910"/>
                  <a:gd name="T19" fmla="*/ 0 h 407"/>
                  <a:gd name="T20" fmla="*/ 0 w 910"/>
                  <a:gd name="T21" fmla="*/ 0 h 407"/>
                  <a:gd name="T22" fmla="*/ 0 w 910"/>
                  <a:gd name="T23" fmla="*/ 0 h 407"/>
                  <a:gd name="T24" fmla="*/ 0 w 910"/>
                  <a:gd name="T25" fmla="*/ 0 h 407"/>
                  <a:gd name="T26" fmla="*/ 0 w 910"/>
                  <a:gd name="T27" fmla="*/ 0 h 407"/>
                  <a:gd name="T28" fmla="*/ 0 w 910"/>
                  <a:gd name="T29" fmla="*/ 0 h 40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10"/>
                  <a:gd name="T46" fmla="*/ 0 h 407"/>
                  <a:gd name="T47" fmla="*/ 910 w 910"/>
                  <a:gd name="T48" fmla="*/ 407 h 40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10" h="407">
                    <a:moveTo>
                      <a:pt x="0" y="176"/>
                    </a:moveTo>
                    <a:lnTo>
                      <a:pt x="75" y="176"/>
                    </a:lnTo>
                    <a:lnTo>
                      <a:pt x="460" y="0"/>
                    </a:lnTo>
                    <a:lnTo>
                      <a:pt x="405" y="77"/>
                    </a:lnTo>
                    <a:lnTo>
                      <a:pt x="486" y="238"/>
                    </a:lnTo>
                    <a:lnTo>
                      <a:pt x="605" y="337"/>
                    </a:lnTo>
                    <a:lnTo>
                      <a:pt x="739" y="378"/>
                    </a:lnTo>
                    <a:lnTo>
                      <a:pt x="910" y="378"/>
                    </a:lnTo>
                    <a:lnTo>
                      <a:pt x="702" y="407"/>
                    </a:lnTo>
                    <a:lnTo>
                      <a:pt x="580" y="381"/>
                    </a:lnTo>
                    <a:lnTo>
                      <a:pt x="490" y="307"/>
                    </a:lnTo>
                    <a:lnTo>
                      <a:pt x="455" y="238"/>
                    </a:lnTo>
                    <a:lnTo>
                      <a:pt x="387" y="79"/>
                    </a:lnTo>
                    <a:lnTo>
                      <a:pt x="84" y="180"/>
                    </a:lnTo>
                    <a:lnTo>
                      <a:pt x="0" y="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15" name="Freeform 121">
                <a:extLst>
                  <a:ext uri="{FF2B5EF4-FFF2-40B4-BE49-F238E27FC236}">
                    <a16:creationId xmlns:a16="http://schemas.microsoft.com/office/drawing/2014/main" id="{974E6736-780B-E9FD-BDCB-0E83306EF79D}"/>
                  </a:ext>
                </a:extLst>
              </p:cNvPr>
              <p:cNvSpPr>
                <a:spLocks/>
              </p:cNvSpPr>
              <p:nvPr/>
            </p:nvSpPr>
            <p:spPr bwMode="auto">
              <a:xfrm>
                <a:off x="4958" y="3805"/>
                <a:ext cx="31" cy="23"/>
              </a:xfrm>
              <a:custGeom>
                <a:avLst/>
                <a:gdLst>
                  <a:gd name="T0" fmla="*/ 0 w 249"/>
                  <a:gd name="T1" fmla="*/ 0 h 187"/>
                  <a:gd name="T2" fmla="*/ 0 w 249"/>
                  <a:gd name="T3" fmla="*/ 0 h 187"/>
                  <a:gd name="T4" fmla="*/ 0 w 249"/>
                  <a:gd name="T5" fmla="*/ 0 h 187"/>
                  <a:gd name="T6" fmla="*/ 0 w 249"/>
                  <a:gd name="T7" fmla="*/ 0 h 187"/>
                  <a:gd name="T8" fmla="*/ 0 w 249"/>
                  <a:gd name="T9" fmla="*/ 0 h 187"/>
                  <a:gd name="T10" fmla="*/ 0 w 249"/>
                  <a:gd name="T11" fmla="*/ 0 h 187"/>
                  <a:gd name="T12" fmla="*/ 0 w 249"/>
                  <a:gd name="T13" fmla="*/ 0 h 187"/>
                  <a:gd name="T14" fmla="*/ 0 w 249"/>
                  <a:gd name="T15" fmla="*/ 0 h 187"/>
                  <a:gd name="T16" fmla="*/ 0 w 249"/>
                  <a:gd name="T17" fmla="*/ 0 h 1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9"/>
                  <a:gd name="T28" fmla="*/ 0 h 187"/>
                  <a:gd name="T29" fmla="*/ 249 w 249"/>
                  <a:gd name="T30" fmla="*/ 187 h 1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9" h="187">
                    <a:moveTo>
                      <a:pt x="233" y="0"/>
                    </a:moveTo>
                    <a:lnTo>
                      <a:pt x="228" y="74"/>
                    </a:lnTo>
                    <a:lnTo>
                      <a:pt x="134" y="149"/>
                    </a:lnTo>
                    <a:lnTo>
                      <a:pt x="0" y="180"/>
                    </a:lnTo>
                    <a:lnTo>
                      <a:pt x="127" y="187"/>
                    </a:lnTo>
                    <a:lnTo>
                      <a:pt x="233" y="136"/>
                    </a:lnTo>
                    <a:lnTo>
                      <a:pt x="249" y="85"/>
                    </a:lnTo>
                    <a:lnTo>
                      <a:pt x="249" y="0"/>
                    </a:lnTo>
                    <a:lnTo>
                      <a:pt x="2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16" name="Freeform 122">
                <a:extLst>
                  <a:ext uri="{FF2B5EF4-FFF2-40B4-BE49-F238E27FC236}">
                    <a16:creationId xmlns:a16="http://schemas.microsoft.com/office/drawing/2014/main" id="{F3497CD6-59E4-63AB-BE11-A3F2931858A0}"/>
                  </a:ext>
                </a:extLst>
              </p:cNvPr>
              <p:cNvSpPr>
                <a:spLocks/>
              </p:cNvSpPr>
              <p:nvPr/>
            </p:nvSpPr>
            <p:spPr bwMode="auto">
              <a:xfrm>
                <a:off x="4977" y="3829"/>
                <a:ext cx="138" cy="47"/>
              </a:xfrm>
              <a:custGeom>
                <a:avLst/>
                <a:gdLst>
                  <a:gd name="T0" fmla="*/ 0 w 1104"/>
                  <a:gd name="T1" fmla="*/ 0 h 376"/>
                  <a:gd name="T2" fmla="*/ 0 w 1104"/>
                  <a:gd name="T3" fmla="*/ 0 h 376"/>
                  <a:gd name="T4" fmla="*/ 0 w 1104"/>
                  <a:gd name="T5" fmla="*/ 0 h 376"/>
                  <a:gd name="T6" fmla="*/ 0 w 1104"/>
                  <a:gd name="T7" fmla="*/ 0 h 376"/>
                  <a:gd name="T8" fmla="*/ 0 w 1104"/>
                  <a:gd name="T9" fmla="*/ 0 h 376"/>
                  <a:gd name="T10" fmla="*/ 0 w 1104"/>
                  <a:gd name="T11" fmla="*/ 0 h 376"/>
                  <a:gd name="T12" fmla="*/ 0 w 1104"/>
                  <a:gd name="T13" fmla="*/ 0 h 376"/>
                  <a:gd name="T14" fmla="*/ 0 w 1104"/>
                  <a:gd name="T15" fmla="*/ 0 h 376"/>
                  <a:gd name="T16" fmla="*/ 0 w 1104"/>
                  <a:gd name="T17" fmla="*/ 0 h 376"/>
                  <a:gd name="T18" fmla="*/ 0 w 1104"/>
                  <a:gd name="T19" fmla="*/ 0 h 376"/>
                  <a:gd name="T20" fmla="*/ 0 w 1104"/>
                  <a:gd name="T21" fmla="*/ 0 h 376"/>
                  <a:gd name="T22" fmla="*/ 0 w 1104"/>
                  <a:gd name="T23" fmla="*/ 0 h 376"/>
                  <a:gd name="T24" fmla="*/ 0 w 1104"/>
                  <a:gd name="T25" fmla="*/ 0 h 376"/>
                  <a:gd name="T26" fmla="*/ 0 w 1104"/>
                  <a:gd name="T27" fmla="*/ 0 h 37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104"/>
                  <a:gd name="T43" fmla="*/ 0 h 376"/>
                  <a:gd name="T44" fmla="*/ 1104 w 1104"/>
                  <a:gd name="T45" fmla="*/ 376 h 37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104" h="376">
                    <a:moveTo>
                      <a:pt x="0" y="0"/>
                    </a:moveTo>
                    <a:lnTo>
                      <a:pt x="288" y="86"/>
                    </a:lnTo>
                    <a:lnTo>
                      <a:pt x="539" y="206"/>
                    </a:lnTo>
                    <a:lnTo>
                      <a:pt x="698" y="226"/>
                    </a:lnTo>
                    <a:lnTo>
                      <a:pt x="832" y="211"/>
                    </a:lnTo>
                    <a:lnTo>
                      <a:pt x="970" y="121"/>
                    </a:lnTo>
                    <a:lnTo>
                      <a:pt x="959" y="176"/>
                    </a:lnTo>
                    <a:lnTo>
                      <a:pt x="1104" y="246"/>
                    </a:lnTo>
                    <a:lnTo>
                      <a:pt x="1069" y="376"/>
                    </a:lnTo>
                    <a:lnTo>
                      <a:pt x="836" y="266"/>
                    </a:lnTo>
                    <a:lnTo>
                      <a:pt x="654" y="252"/>
                    </a:lnTo>
                    <a:lnTo>
                      <a:pt x="493" y="217"/>
                    </a:lnTo>
                    <a:lnTo>
                      <a:pt x="302" y="10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17" name="Freeform 123">
                <a:extLst>
                  <a:ext uri="{FF2B5EF4-FFF2-40B4-BE49-F238E27FC236}">
                    <a16:creationId xmlns:a16="http://schemas.microsoft.com/office/drawing/2014/main" id="{D81AE876-BD05-D35D-8FBE-B0F9DB7BFF32}"/>
                  </a:ext>
                </a:extLst>
              </p:cNvPr>
              <p:cNvSpPr>
                <a:spLocks/>
              </p:cNvSpPr>
              <p:nvPr/>
            </p:nvSpPr>
            <p:spPr bwMode="auto">
              <a:xfrm>
                <a:off x="4905" y="3690"/>
                <a:ext cx="93" cy="70"/>
              </a:xfrm>
              <a:custGeom>
                <a:avLst/>
                <a:gdLst>
                  <a:gd name="T0" fmla="*/ 0 w 749"/>
                  <a:gd name="T1" fmla="*/ 0 h 556"/>
                  <a:gd name="T2" fmla="*/ 0 w 749"/>
                  <a:gd name="T3" fmla="*/ 0 h 556"/>
                  <a:gd name="T4" fmla="*/ 0 w 749"/>
                  <a:gd name="T5" fmla="*/ 0 h 556"/>
                  <a:gd name="T6" fmla="*/ 0 w 749"/>
                  <a:gd name="T7" fmla="*/ 0 h 556"/>
                  <a:gd name="T8" fmla="*/ 0 w 749"/>
                  <a:gd name="T9" fmla="*/ 0 h 556"/>
                  <a:gd name="T10" fmla="*/ 0 w 749"/>
                  <a:gd name="T11" fmla="*/ 0 h 556"/>
                  <a:gd name="T12" fmla="*/ 0 w 749"/>
                  <a:gd name="T13" fmla="*/ 0 h 556"/>
                  <a:gd name="T14" fmla="*/ 0 w 749"/>
                  <a:gd name="T15" fmla="*/ 0 h 556"/>
                  <a:gd name="T16" fmla="*/ 0 w 749"/>
                  <a:gd name="T17" fmla="*/ 0 h 556"/>
                  <a:gd name="T18" fmla="*/ 0 w 749"/>
                  <a:gd name="T19" fmla="*/ 0 h 556"/>
                  <a:gd name="T20" fmla="*/ 0 w 749"/>
                  <a:gd name="T21" fmla="*/ 0 h 556"/>
                  <a:gd name="T22" fmla="*/ 0 w 749"/>
                  <a:gd name="T23" fmla="*/ 0 h 556"/>
                  <a:gd name="T24" fmla="*/ 0 w 749"/>
                  <a:gd name="T25" fmla="*/ 0 h 556"/>
                  <a:gd name="T26" fmla="*/ 0 w 749"/>
                  <a:gd name="T27" fmla="*/ 0 h 556"/>
                  <a:gd name="T28" fmla="*/ 0 w 749"/>
                  <a:gd name="T29" fmla="*/ 0 h 556"/>
                  <a:gd name="T30" fmla="*/ 0 w 749"/>
                  <a:gd name="T31" fmla="*/ 0 h 556"/>
                  <a:gd name="T32" fmla="*/ 0 w 749"/>
                  <a:gd name="T33" fmla="*/ 0 h 556"/>
                  <a:gd name="T34" fmla="*/ 0 w 749"/>
                  <a:gd name="T35" fmla="*/ 0 h 5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49"/>
                  <a:gd name="T55" fmla="*/ 0 h 556"/>
                  <a:gd name="T56" fmla="*/ 749 w 749"/>
                  <a:gd name="T57" fmla="*/ 556 h 5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49" h="556">
                    <a:moveTo>
                      <a:pt x="11" y="0"/>
                    </a:moveTo>
                    <a:lnTo>
                      <a:pt x="11" y="44"/>
                    </a:lnTo>
                    <a:lnTo>
                      <a:pt x="70" y="108"/>
                    </a:lnTo>
                    <a:lnTo>
                      <a:pt x="263" y="189"/>
                    </a:lnTo>
                    <a:lnTo>
                      <a:pt x="538" y="288"/>
                    </a:lnTo>
                    <a:lnTo>
                      <a:pt x="641" y="382"/>
                    </a:lnTo>
                    <a:lnTo>
                      <a:pt x="657" y="477"/>
                    </a:lnTo>
                    <a:lnTo>
                      <a:pt x="749" y="556"/>
                    </a:lnTo>
                    <a:lnTo>
                      <a:pt x="648" y="504"/>
                    </a:lnTo>
                    <a:lnTo>
                      <a:pt x="367" y="419"/>
                    </a:lnTo>
                    <a:lnTo>
                      <a:pt x="429" y="419"/>
                    </a:lnTo>
                    <a:lnTo>
                      <a:pt x="628" y="468"/>
                    </a:lnTo>
                    <a:lnTo>
                      <a:pt x="595" y="373"/>
                    </a:lnTo>
                    <a:lnTo>
                      <a:pt x="433" y="283"/>
                    </a:lnTo>
                    <a:lnTo>
                      <a:pt x="68" y="126"/>
                    </a:lnTo>
                    <a:lnTo>
                      <a:pt x="0" y="44"/>
                    </a:lnTo>
                    <a:lnTo>
                      <a:pt x="7" y="16"/>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18" name="Freeform 124">
                <a:extLst>
                  <a:ext uri="{FF2B5EF4-FFF2-40B4-BE49-F238E27FC236}">
                    <a16:creationId xmlns:a16="http://schemas.microsoft.com/office/drawing/2014/main" id="{0D55A5A2-C529-3240-84BC-692A47E07AC9}"/>
                  </a:ext>
                </a:extLst>
              </p:cNvPr>
              <p:cNvSpPr>
                <a:spLocks/>
              </p:cNvSpPr>
              <p:nvPr/>
            </p:nvSpPr>
            <p:spPr bwMode="auto">
              <a:xfrm>
                <a:off x="5106" y="3798"/>
                <a:ext cx="35" cy="111"/>
              </a:xfrm>
              <a:custGeom>
                <a:avLst/>
                <a:gdLst>
                  <a:gd name="T0" fmla="*/ 0 w 279"/>
                  <a:gd name="T1" fmla="*/ 0 h 883"/>
                  <a:gd name="T2" fmla="*/ 0 w 279"/>
                  <a:gd name="T3" fmla="*/ 0 h 883"/>
                  <a:gd name="T4" fmla="*/ 0 w 279"/>
                  <a:gd name="T5" fmla="*/ 0 h 883"/>
                  <a:gd name="T6" fmla="*/ 0 w 279"/>
                  <a:gd name="T7" fmla="*/ 0 h 883"/>
                  <a:gd name="T8" fmla="*/ 0 w 279"/>
                  <a:gd name="T9" fmla="*/ 0 h 883"/>
                  <a:gd name="T10" fmla="*/ 0 w 279"/>
                  <a:gd name="T11" fmla="*/ 0 h 883"/>
                  <a:gd name="T12" fmla="*/ 0 w 279"/>
                  <a:gd name="T13" fmla="*/ 0 h 883"/>
                  <a:gd name="T14" fmla="*/ 0 60000 65536"/>
                  <a:gd name="T15" fmla="*/ 0 60000 65536"/>
                  <a:gd name="T16" fmla="*/ 0 60000 65536"/>
                  <a:gd name="T17" fmla="*/ 0 60000 65536"/>
                  <a:gd name="T18" fmla="*/ 0 60000 65536"/>
                  <a:gd name="T19" fmla="*/ 0 60000 65536"/>
                  <a:gd name="T20" fmla="*/ 0 60000 65536"/>
                  <a:gd name="T21" fmla="*/ 0 w 279"/>
                  <a:gd name="T22" fmla="*/ 0 h 883"/>
                  <a:gd name="T23" fmla="*/ 279 w 279"/>
                  <a:gd name="T24" fmla="*/ 883 h 8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9" h="883">
                    <a:moveTo>
                      <a:pt x="279" y="19"/>
                    </a:moveTo>
                    <a:lnTo>
                      <a:pt x="33" y="802"/>
                    </a:lnTo>
                    <a:lnTo>
                      <a:pt x="132" y="883"/>
                    </a:lnTo>
                    <a:lnTo>
                      <a:pt x="0" y="802"/>
                    </a:lnTo>
                    <a:lnTo>
                      <a:pt x="33" y="588"/>
                    </a:lnTo>
                    <a:lnTo>
                      <a:pt x="259" y="0"/>
                    </a:lnTo>
                    <a:lnTo>
                      <a:pt x="279"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19" name="Freeform 125">
                <a:extLst>
                  <a:ext uri="{FF2B5EF4-FFF2-40B4-BE49-F238E27FC236}">
                    <a16:creationId xmlns:a16="http://schemas.microsoft.com/office/drawing/2014/main" id="{590B186A-1D98-1045-F3BC-4FDF9DDADDEC}"/>
                  </a:ext>
                </a:extLst>
              </p:cNvPr>
              <p:cNvSpPr>
                <a:spLocks/>
              </p:cNvSpPr>
              <p:nvPr/>
            </p:nvSpPr>
            <p:spPr bwMode="auto">
              <a:xfrm>
                <a:off x="5116" y="3563"/>
                <a:ext cx="136" cy="445"/>
              </a:xfrm>
              <a:custGeom>
                <a:avLst/>
                <a:gdLst>
                  <a:gd name="T0" fmla="*/ 0 w 1088"/>
                  <a:gd name="T1" fmla="*/ 0 h 3562"/>
                  <a:gd name="T2" fmla="*/ 0 w 1088"/>
                  <a:gd name="T3" fmla="*/ 0 h 3562"/>
                  <a:gd name="T4" fmla="*/ 0 w 1088"/>
                  <a:gd name="T5" fmla="*/ 0 h 3562"/>
                  <a:gd name="T6" fmla="*/ 0 w 1088"/>
                  <a:gd name="T7" fmla="*/ 0 h 3562"/>
                  <a:gd name="T8" fmla="*/ 0 w 1088"/>
                  <a:gd name="T9" fmla="*/ 0 h 3562"/>
                  <a:gd name="T10" fmla="*/ 0 w 1088"/>
                  <a:gd name="T11" fmla="*/ 0 h 3562"/>
                  <a:gd name="T12" fmla="*/ 0 w 1088"/>
                  <a:gd name="T13" fmla="*/ 0 h 3562"/>
                  <a:gd name="T14" fmla="*/ 0 w 1088"/>
                  <a:gd name="T15" fmla="*/ 0 h 3562"/>
                  <a:gd name="T16" fmla="*/ 0 w 1088"/>
                  <a:gd name="T17" fmla="*/ 0 h 3562"/>
                  <a:gd name="T18" fmla="*/ 0 w 1088"/>
                  <a:gd name="T19" fmla="*/ 0 h 3562"/>
                  <a:gd name="T20" fmla="*/ 0 w 1088"/>
                  <a:gd name="T21" fmla="*/ 0 h 3562"/>
                  <a:gd name="T22" fmla="*/ 0 w 1088"/>
                  <a:gd name="T23" fmla="*/ 0 h 3562"/>
                  <a:gd name="T24" fmla="*/ 0 w 1088"/>
                  <a:gd name="T25" fmla="*/ 0 h 3562"/>
                  <a:gd name="T26" fmla="*/ 0 w 1088"/>
                  <a:gd name="T27" fmla="*/ 0 h 3562"/>
                  <a:gd name="T28" fmla="*/ 0 w 1088"/>
                  <a:gd name="T29" fmla="*/ 0 h 3562"/>
                  <a:gd name="T30" fmla="*/ 0 w 1088"/>
                  <a:gd name="T31" fmla="*/ 0 h 3562"/>
                  <a:gd name="T32" fmla="*/ 0 w 1088"/>
                  <a:gd name="T33" fmla="*/ 0 h 3562"/>
                  <a:gd name="T34" fmla="*/ 0 w 1088"/>
                  <a:gd name="T35" fmla="*/ 0 h 3562"/>
                  <a:gd name="T36" fmla="*/ 0 w 1088"/>
                  <a:gd name="T37" fmla="*/ 0 h 3562"/>
                  <a:gd name="T38" fmla="*/ 0 w 1088"/>
                  <a:gd name="T39" fmla="*/ 0 h 3562"/>
                  <a:gd name="T40" fmla="*/ 0 w 1088"/>
                  <a:gd name="T41" fmla="*/ 0 h 3562"/>
                  <a:gd name="T42" fmla="*/ 0 w 1088"/>
                  <a:gd name="T43" fmla="*/ 0 h 3562"/>
                  <a:gd name="T44" fmla="*/ 0 w 1088"/>
                  <a:gd name="T45" fmla="*/ 0 h 3562"/>
                  <a:gd name="T46" fmla="*/ 0 w 1088"/>
                  <a:gd name="T47" fmla="*/ 0 h 356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88"/>
                  <a:gd name="T73" fmla="*/ 0 h 3562"/>
                  <a:gd name="T74" fmla="*/ 1088 w 1088"/>
                  <a:gd name="T75" fmla="*/ 3562 h 356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88" h="3562">
                    <a:moveTo>
                      <a:pt x="1088" y="0"/>
                    </a:moveTo>
                    <a:lnTo>
                      <a:pt x="826" y="270"/>
                    </a:lnTo>
                    <a:lnTo>
                      <a:pt x="620" y="589"/>
                    </a:lnTo>
                    <a:lnTo>
                      <a:pt x="536" y="877"/>
                    </a:lnTo>
                    <a:lnTo>
                      <a:pt x="404" y="1536"/>
                    </a:lnTo>
                    <a:lnTo>
                      <a:pt x="310" y="2497"/>
                    </a:lnTo>
                    <a:lnTo>
                      <a:pt x="176" y="2808"/>
                    </a:lnTo>
                    <a:lnTo>
                      <a:pt x="110" y="3267"/>
                    </a:lnTo>
                    <a:lnTo>
                      <a:pt x="13" y="3442"/>
                    </a:lnTo>
                    <a:lnTo>
                      <a:pt x="0" y="3562"/>
                    </a:lnTo>
                    <a:lnTo>
                      <a:pt x="29" y="3442"/>
                    </a:lnTo>
                    <a:lnTo>
                      <a:pt x="125" y="3267"/>
                    </a:lnTo>
                    <a:lnTo>
                      <a:pt x="229" y="2789"/>
                    </a:lnTo>
                    <a:lnTo>
                      <a:pt x="389" y="2407"/>
                    </a:lnTo>
                    <a:lnTo>
                      <a:pt x="697" y="1736"/>
                    </a:lnTo>
                    <a:lnTo>
                      <a:pt x="943" y="648"/>
                    </a:lnTo>
                    <a:lnTo>
                      <a:pt x="651" y="1238"/>
                    </a:lnTo>
                    <a:lnTo>
                      <a:pt x="549" y="1949"/>
                    </a:lnTo>
                    <a:lnTo>
                      <a:pt x="389" y="2327"/>
                    </a:lnTo>
                    <a:lnTo>
                      <a:pt x="455" y="1466"/>
                    </a:lnTo>
                    <a:lnTo>
                      <a:pt x="633" y="629"/>
                    </a:lnTo>
                    <a:lnTo>
                      <a:pt x="844" y="297"/>
                    </a:lnTo>
                    <a:lnTo>
                      <a:pt x="960" y="148"/>
                    </a:lnTo>
                    <a:lnTo>
                      <a:pt x="108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0" name="Freeform 126">
                <a:extLst>
                  <a:ext uri="{FF2B5EF4-FFF2-40B4-BE49-F238E27FC236}">
                    <a16:creationId xmlns:a16="http://schemas.microsoft.com/office/drawing/2014/main" id="{901AAA46-5494-28DC-FC5D-26895AB68240}"/>
                  </a:ext>
                </a:extLst>
              </p:cNvPr>
              <p:cNvSpPr>
                <a:spLocks/>
              </p:cNvSpPr>
              <p:nvPr/>
            </p:nvSpPr>
            <p:spPr bwMode="auto">
              <a:xfrm>
                <a:off x="4908" y="3526"/>
                <a:ext cx="733" cy="776"/>
              </a:xfrm>
              <a:custGeom>
                <a:avLst/>
                <a:gdLst>
                  <a:gd name="T0" fmla="*/ 0 w 5859"/>
                  <a:gd name="T1" fmla="*/ 0 h 6211"/>
                  <a:gd name="T2" fmla="*/ 0 w 5859"/>
                  <a:gd name="T3" fmla="*/ 0 h 6211"/>
                  <a:gd name="T4" fmla="*/ 0 w 5859"/>
                  <a:gd name="T5" fmla="*/ 0 h 6211"/>
                  <a:gd name="T6" fmla="*/ 0 w 5859"/>
                  <a:gd name="T7" fmla="*/ 0 h 6211"/>
                  <a:gd name="T8" fmla="*/ 0 w 5859"/>
                  <a:gd name="T9" fmla="*/ 0 h 6211"/>
                  <a:gd name="T10" fmla="*/ 0 w 5859"/>
                  <a:gd name="T11" fmla="*/ 0 h 6211"/>
                  <a:gd name="T12" fmla="*/ 0 w 5859"/>
                  <a:gd name="T13" fmla="*/ 0 h 6211"/>
                  <a:gd name="T14" fmla="*/ 0 w 5859"/>
                  <a:gd name="T15" fmla="*/ 0 h 6211"/>
                  <a:gd name="T16" fmla="*/ 0 w 5859"/>
                  <a:gd name="T17" fmla="*/ 0 h 6211"/>
                  <a:gd name="T18" fmla="*/ 0 w 5859"/>
                  <a:gd name="T19" fmla="*/ 0 h 6211"/>
                  <a:gd name="T20" fmla="*/ 0 w 5859"/>
                  <a:gd name="T21" fmla="*/ 0 h 6211"/>
                  <a:gd name="T22" fmla="*/ 0 w 5859"/>
                  <a:gd name="T23" fmla="*/ 0 h 6211"/>
                  <a:gd name="T24" fmla="*/ 0 w 5859"/>
                  <a:gd name="T25" fmla="*/ 0 h 6211"/>
                  <a:gd name="T26" fmla="*/ 0 w 5859"/>
                  <a:gd name="T27" fmla="*/ 0 h 6211"/>
                  <a:gd name="T28" fmla="*/ 0 w 5859"/>
                  <a:gd name="T29" fmla="*/ 0 h 6211"/>
                  <a:gd name="T30" fmla="*/ 0 w 5859"/>
                  <a:gd name="T31" fmla="*/ 0 h 6211"/>
                  <a:gd name="T32" fmla="*/ 0 w 5859"/>
                  <a:gd name="T33" fmla="*/ 0 h 6211"/>
                  <a:gd name="T34" fmla="*/ 0 w 5859"/>
                  <a:gd name="T35" fmla="*/ 0 h 6211"/>
                  <a:gd name="T36" fmla="*/ 0 w 5859"/>
                  <a:gd name="T37" fmla="*/ 0 h 6211"/>
                  <a:gd name="T38" fmla="*/ 0 w 5859"/>
                  <a:gd name="T39" fmla="*/ 0 h 6211"/>
                  <a:gd name="T40" fmla="*/ 0 w 5859"/>
                  <a:gd name="T41" fmla="*/ 0 h 6211"/>
                  <a:gd name="T42" fmla="*/ 0 w 5859"/>
                  <a:gd name="T43" fmla="*/ 0 h 6211"/>
                  <a:gd name="T44" fmla="*/ 0 w 5859"/>
                  <a:gd name="T45" fmla="*/ 0 h 6211"/>
                  <a:gd name="T46" fmla="*/ 0 w 5859"/>
                  <a:gd name="T47" fmla="*/ 0 h 6211"/>
                  <a:gd name="T48" fmla="*/ 0 w 5859"/>
                  <a:gd name="T49" fmla="*/ 0 h 6211"/>
                  <a:gd name="T50" fmla="*/ 0 w 5859"/>
                  <a:gd name="T51" fmla="*/ 0 h 6211"/>
                  <a:gd name="T52" fmla="*/ 0 w 5859"/>
                  <a:gd name="T53" fmla="*/ 0 h 6211"/>
                  <a:gd name="T54" fmla="*/ 0 w 5859"/>
                  <a:gd name="T55" fmla="*/ 0 h 6211"/>
                  <a:gd name="T56" fmla="*/ 0 w 5859"/>
                  <a:gd name="T57" fmla="*/ 0 h 6211"/>
                  <a:gd name="T58" fmla="*/ 0 w 5859"/>
                  <a:gd name="T59" fmla="*/ 0 h 6211"/>
                  <a:gd name="T60" fmla="*/ 0 w 5859"/>
                  <a:gd name="T61" fmla="*/ 0 h 6211"/>
                  <a:gd name="T62" fmla="*/ 0 w 5859"/>
                  <a:gd name="T63" fmla="*/ 0 h 6211"/>
                  <a:gd name="T64" fmla="*/ 0 w 5859"/>
                  <a:gd name="T65" fmla="*/ 0 h 6211"/>
                  <a:gd name="T66" fmla="*/ 0 w 5859"/>
                  <a:gd name="T67" fmla="*/ 0 h 6211"/>
                  <a:gd name="T68" fmla="*/ 0 w 5859"/>
                  <a:gd name="T69" fmla="*/ 0 h 6211"/>
                  <a:gd name="T70" fmla="*/ 0 w 5859"/>
                  <a:gd name="T71" fmla="*/ 0 h 6211"/>
                  <a:gd name="T72" fmla="*/ 0 w 5859"/>
                  <a:gd name="T73" fmla="*/ 0 h 6211"/>
                  <a:gd name="T74" fmla="*/ 0 w 5859"/>
                  <a:gd name="T75" fmla="*/ 0 h 6211"/>
                  <a:gd name="T76" fmla="*/ 0 w 5859"/>
                  <a:gd name="T77" fmla="*/ 0 h 6211"/>
                  <a:gd name="T78" fmla="*/ 0 w 5859"/>
                  <a:gd name="T79" fmla="*/ 0 h 6211"/>
                  <a:gd name="T80" fmla="*/ 0 w 5859"/>
                  <a:gd name="T81" fmla="*/ 0 h 6211"/>
                  <a:gd name="T82" fmla="*/ 0 w 5859"/>
                  <a:gd name="T83" fmla="*/ 0 h 6211"/>
                  <a:gd name="T84" fmla="*/ 0 w 5859"/>
                  <a:gd name="T85" fmla="*/ 0 h 6211"/>
                  <a:gd name="T86" fmla="*/ 0 w 5859"/>
                  <a:gd name="T87" fmla="*/ 0 h 6211"/>
                  <a:gd name="T88" fmla="*/ 0 w 5859"/>
                  <a:gd name="T89" fmla="*/ 0 h 6211"/>
                  <a:gd name="T90" fmla="*/ 0 w 5859"/>
                  <a:gd name="T91" fmla="*/ 0 h 621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5859"/>
                  <a:gd name="T139" fmla="*/ 0 h 6211"/>
                  <a:gd name="T140" fmla="*/ 5859 w 5859"/>
                  <a:gd name="T141" fmla="*/ 6211 h 6211"/>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5859" h="6211">
                    <a:moveTo>
                      <a:pt x="3728" y="1425"/>
                    </a:moveTo>
                    <a:lnTo>
                      <a:pt x="3795" y="2031"/>
                    </a:lnTo>
                    <a:lnTo>
                      <a:pt x="3781" y="2460"/>
                    </a:lnTo>
                    <a:lnTo>
                      <a:pt x="3682" y="2811"/>
                    </a:lnTo>
                    <a:lnTo>
                      <a:pt x="3516" y="3145"/>
                    </a:lnTo>
                    <a:lnTo>
                      <a:pt x="3728" y="2875"/>
                    </a:lnTo>
                    <a:lnTo>
                      <a:pt x="3956" y="2414"/>
                    </a:lnTo>
                    <a:lnTo>
                      <a:pt x="4007" y="2013"/>
                    </a:lnTo>
                    <a:lnTo>
                      <a:pt x="3956" y="1552"/>
                    </a:lnTo>
                    <a:lnTo>
                      <a:pt x="3781" y="1091"/>
                    </a:lnTo>
                    <a:lnTo>
                      <a:pt x="3453" y="544"/>
                    </a:lnTo>
                    <a:lnTo>
                      <a:pt x="3747" y="482"/>
                    </a:lnTo>
                    <a:lnTo>
                      <a:pt x="4284" y="669"/>
                    </a:lnTo>
                    <a:lnTo>
                      <a:pt x="4754" y="505"/>
                    </a:lnTo>
                    <a:lnTo>
                      <a:pt x="5148" y="669"/>
                    </a:lnTo>
                    <a:lnTo>
                      <a:pt x="5063" y="379"/>
                    </a:lnTo>
                    <a:lnTo>
                      <a:pt x="4705" y="0"/>
                    </a:lnTo>
                    <a:lnTo>
                      <a:pt x="5293" y="482"/>
                    </a:lnTo>
                    <a:lnTo>
                      <a:pt x="5584" y="924"/>
                    </a:lnTo>
                    <a:lnTo>
                      <a:pt x="5778" y="1722"/>
                    </a:lnTo>
                    <a:lnTo>
                      <a:pt x="5859" y="2499"/>
                    </a:lnTo>
                    <a:lnTo>
                      <a:pt x="5679" y="2460"/>
                    </a:lnTo>
                    <a:lnTo>
                      <a:pt x="5378" y="2460"/>
                    </a:lnTo>
                    <a:lnTo>
                      <a:pt x="4855" y="2583"/>
                    </a:lnTo>
                    <a:lnTo>
                      <a:pt x="4348" y="2811"/>
                    </a:lnTo>
                    <a:lnTo>
                      <a:pt x="4057" y="3043"/>
                    </a:lnTo>
                    <a:lnTo>
                      <a:pt x="3839" y="3292"/>
                    </a:lnTo>
                    <a:lnTo>
                      <a:pt x="3633" y="3712"/>
                    </a:lnTo>
                    <a:lnTo>
                      <a:pt x="3420" y="4222"/>
                    </a:lnTo>
                    <a:lnTo>
                      <a:pt x="3341" y="4657"/>
                    </a:lnTo>
                    <a:lnTo>
                      <a:pt x="3292" y="5139"/>
                    </a:lnTo>
                    <a:lnTo>
                      <a:pt x="3292" y="4173"/>
                    </a:lnTo>
                    <a:lnTo>
                      <a:pt x="3011" y="4973"/>
                    </a:lnTo>
                    <a:lnTo>
                      <a:pt x="2737" y="6211"/>
                    </a:lnTo>
                    <a:lnTo>
                      <a:pt x="2638" y="5980"/>
                    </a:lnTo>
                    <a:lnTo>
                      <a:pt x="2539" y="6020"/>
                    </a:lnTo>
                    <a:lnTo>
                      <a:pt x="2539" y="5162"/>
                    </a:lnTo>
                    <a:lnTo>
                      <a:pt x="2405" y="5079"/>
                    </a:lnTo>
                    <a:lnTo>
                      <a:pt x="2284" y="5139"/>
                    </a:lnTo>
                    <a:lnTo>
                      <a:pt x="2379" y="5791"/>
                    </a:lnTo>
                    <a:lnTo>
                      <a:pt x="2269" y="5831"/>
                    </a:lnTo>
                    <a:lnTo>
                      <a:pt x="1677" y="5060"/>
                    </a:lnTo>
                    <a:lnTo>
                      <a:pt x="1268" y="5060"/>
                    </a:lnTo>
                    <a:lnTo>
                      <a:pt x="1187" y="5455"/>
                    </a:lnTo>
                    <a:lnTo>
                      <a:pt x="1372" y="5936"/>
                    </a:lnTo>
                    <a:lnTo>
                      <a:pt x="1119" y="5455"/>
                    </a:lnTo>
                    <a:lnTo>
                      <a:pt x="1155" y="5060"/>
                    </a:lnTo>
                    <a:lnTo>
                      <a:pt x="862" y="5014"/>
                    </a:lnTo>
                    <a:lnTo>
                      <a:pt x="16" y="4996"/>
                    </a:lnTo>
                    <a:lnTo>
                      <a:pt x="0" y="4427"/>
                    </a:lnTo>
                    <a:lnTo>
                      <a:pt x="65" y="4154"/>
                    </a:lnTo>
                    <a:lnTo>
                      <a:pt x="198" y="3982"/>
                    </a:lnTo>
                    <a:lnTo>
                      <a:pt x="376" y="3906"/>
                    </a:lnTo>
                    <a:lnTo>
                      <a:pt x="212" y="4030"/>
                    </a:lnTo>
                    <a:lnTo>
                      <a:pt x="117" y="4198"/>
                    </a:lnTo>
                    <a:lnTo>
                      <a:pt x="117" y="4380"/>
                    </a:lnTo>
                    <a:lnTo>
                      <a:pt x="245" y="4323"/>
                    </a:lnTo>
                    <a:lnTo>
                      <a:pt x="376" y="4427"/>
                    </a:lnTo>
                    <a:lnTo>
                      <a:pt x="585" y="4427"/>
                    </a:lnTo>
                    <a:lnTo>
                      <a:pt x="765" y="4784"/>
                    </a:lnTo>
                    <a:lnTo>
                      <a:pt x="961" y="4932"/>
                    </a:lnTo>
                    <a:lnTo>
                      <a:pt x="781" y="4302"/>
                    </a:lnTo>
                    <a:lnTo>
                      <a:pt x="1464" y="4932"/>
                    </a:lnTo>
                    <a:lnTo>
                      <a:pt x="1565" y="4910"/>
                    </a:lnTo>
                    <a:lnTo>
                      <a:pt x="1225" y="4362"/>
                    </a:lnTo>
                    <a:lnTo>
                      <a:pt x="1268" y="4302"/>
                    </a:lnTo>
                    <a:lnTo>
                      <a:pt x="1565" y="4743"/>
                    </a:lnTo>
                    <a:lnTo>
                      <a:pt x="1893" y="4869"/>
                    </a:lnTo>
                    <a:lnTo>
                      <a:pt x="1789" y="4551"/>
                    </a:lnTo>
                    <a:lnTo>
                      <a:pt x="2101" y="4825"/>
                    </a:lnTo>
                    <a:lnTo>
                      <a:pt x="2361" y="4636"/>
                    </a:lnTo>
                    <a:lnTo>
                      <a:pt x="2624" y="4611"/>
                    </a:lnTo>
                    <a:lnTo>
                      <a:pt x="2798" y="4279"/>
                    </a:lnTo>
                    <a:lnTo>
                      <a:pt x="2638" y="4721"/>
                    </a:lnTo>
                    <a:lnTo>
                      <a:pt x="2523" y="4869"/>
                    </a:lnTo>
                    <a:lnTo>
                      <a:pt x="2752" y="4761"/>
                    </a:lnTo>
                    <a:lnTo>
                      <a:pt x="3077" y="4154"/>
                    </a:lnTo>
                    <a:lnTo>
                      <a:pt x="3110" y="3965"/>
                    </a:lnTo>
                    <a:lnTo>
                      <a:pt x="2866" y="4115"/>
                    </a:lnTo>
                    <a:lnTo>
                      <a:pt x="2995" y="3820"/>
                    </a:lnTo>
                    <a:lnTo>
                      <a:pt x="2995" y="3481"/>
                    </a:lnTo>
                    <a:lnTo>
                      <a:pt x="2831" y="3546"/>
                    </a:lnTo>
                    <a:lnTo>
                      <a:pt x="3062" y="3103"/>
                    </a:lnTo>
                    <a:lnTo>
                      <a:pt x="3240" y="2601"/>
                    </a:lnTo>
                    <a:lnTo>
                      <a:pt x="3341" y="2013"/>
                    </a:lnTo>
                    <a:lnTo>
                      <a:pt x="3420" y="1448"/>
                    </a:lnTo>
                    <a:lnTo>
                      <a:pt x="3387" y="1992"/>
                    </a:lnTo>
                    <a:lnTo>
                      <a:pt x="3420" y="2269"/>
                    </a:lnTo>
                    <a:lnTo>
                      <a:pt x="3497" y="2478"/>
                    </a:lnTo>
                    <a:lnTo>
                      <a:pt x="3633" y="2200"/>
                    </a:lnTo>
                    <a:lnTo>
                      <a:pt x="3714" y="1743"/>
                    </a:lnTo>
                    <a:lnTo>
                      <a:pt x="3728" y="14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1" name="Freeform 127">
                <a:extLst>
                  <a:ext uri="{FF2B5EF4-FFF2-40B4-BE49-F238E27FC236}">
                    <a16:creationId xmlns:a16="http://schemas.microsoft.com/office/drawing/2014/main" id="{B17B72C2-1B34-9064-AD76-A1BC04964A6D}"/>
                  </a:ext>
                </a:extLst>
              </p:cNvPr>
              <p:cNvSpPr>
                <a:spLocks/>
              </p:cNvSpPr>
              <p:nvPr/>
            </p:nvSpPr>
            <p:spPr bwMode="auto">
              <a:xfrm>
                <a:off x="5114" y="4011"/>
                <a:ext cx="55" cy="115"/>
              </a:xfrm>
              <a:custGeom>
                <a:avLst/>
                <a:gdLst>
                  <a:gd name="T0" fmla="*/ 0 w 445"/>
                  <a:gd name="T1" fmla="*/ 0 h 921"/>
                  <a:gd name="T2" fmla="*/ 0 w 445"/>
                  <a:gd name="T3" fmla="*/ 0 h 921"/>
                  <a:gd name="T4" fmla="*/ 0 w 445"/>
                  <a:gd name="T5" fmla="*/ 0 h 921"/>
                  <a:gd name="T6" fmla="*/ 0 w 445"/>
                  <a:gd name="T7" fmla="*/ 0 h 921"/>
                  <a:gd name="T8" fmla="*/ 0 w 445"/>
                  <a:gd name="T9" fmla="*/ 0 h 921"/>
                  <a:gd name="T10" fmla="*/ 0 60000 65536"/>
                  <a:gd name="T11" fmla="*/ 0 60000 65536"/>
                  <a:gd name="T12" fmla="*/ 0 60000 65536"/>
                  <a:gd name="T13" fmla="*/ 0 60000 65536"/>
                  <a:gd name="T14" fmla="*/ 0 60000 65536"/>
                  <a:gd name="T15" fmla="*/ 0 w 445"/>
                  <a:gd name="T16" fmla="*/ 0 h 921"/>
                  <a:gd name="T17" fmla="*/ 445 w 445"/>
                  <a:gd name="T18" fmla="*/ 921 h 921"/>
                </a:gdLst>
                <a:ahLst/>
                <a:cxnLst>
                  <a:cxn ang="T10">
                    <a:pos x="T0" y="T1"/>
                  </a:cxn>
                  <a:cxn ang="T11">
                    <a:pos x="T2" y="T3"/>
                  </a:cxn>
                  <a:cxn ang="T12">
                    <a:pos x="T4" y="T5"/>
                  </a:cxn>
                  <a:cxn ang="T13">
                    <a:pos x="T6" y="T7"/>
                  </a:cxn>
                  <a:cxn ang="T14">
                    <a:pos x="T8" y="T9"/>
                  </a:cxn>
                </a:cxnLst>
                <a:rect l="T15" t="T16" r="T17" b="T18"/>
                <a:pathLst>
                  <a:path w="445" h="921">
                    <a:moveTo>
                      <a:pt x="0" y="0"/>
                    </a:moveTo>
                    <a:lnTo>
                      <a:pt x="81" y="231"/>
                    </a:lnTo>
                    <a:lnTo>
                      <a:pt x="445" y="921"/>
                    </a:lnTo>
                    <a:lnTo>
                      <a:pt x="49" y="28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2" name="Freeform 128">
                <a:extLst>
                  <a:ext uri="{FF2B5EF4-FFF2-40B4-BE49-F238E27FC236}">
                    <a16:creationId xmlns:a16="http://schemas.microsoft.com/office/drawing/2014/main" id="{075177E3-3E60-D292-F64C-D1D7292BFCD1}"/>
                  </a:ext>
                </a:extLst>
              </p:cNvPr>
              <p:cNvSpPr>
                <a:spLocks/>
              </p:cNvSpPr>
              <p:nvPr/>
            </p:nvSpPr>
            <p:spPr bwMode="auto">
              <a:xfrm>
                <a:off x="4953" y="3998"/>
                <a:ext cx="165" cy="68"/>
              </a:xfrm>
              <a:custGeom>
                <a:avLst/>
                <a:gdLst>
                  <a:gd name="T0" fmla="*/ 0 w 1318"/>
                  <a:gd name="T1" fmla="*/ 0 h 549"/>
                  <a:gd name="T2" fmla="*/ 0 w 1318"/>
                  <a:gd name="T3" fmla="*/ 0 h 549"/>
                  <a:gd name="T4" fmla="*/ 0 w 1318"/>
                  <a:gd name="T5" fmla="*/ 0 h 549"/>
                  <a:gd name="T6" fmla="*/ 0 w 1318"/>
                  <a:gd name="T7" fmla="*/ 0 h 549"/>
                  <a:gd name="T8" fmla="*/ 0 w 1318"/>
                  <a:gd name="T9" fmla="*/ 0 h 549"/>
                  <a:gd name="T10" fmla="*/ 0 w 1318"/>
                  <a:gd name="T11" fmla="*/ 0 h 549"/>
                  <a:gd name="T12" fmla="*/ 0 w 1318"/>
                  <a:gd name="T13" fmla="*/ 0 h 549"/>
                  <a:gd name="T14" fmla="*/ 0 w 1318"/>
                  <a:gd name="T15" fmla="*/ 0 h 549"/>
                  <a:gd name="T16" fmla="*/ 0 w 1318"/>
                  <a:gd name="T17" fmla="*/ 0 h 549"/>
                  <a:gd name="T18" fmla="*/ 0 w 1318"/>
                  <a:gd name="T19" fmla="*/ 0 h 549"/>
                  <a:gd name="T20" fmla="*/ 0 w 1318"/>
                  <a:gd name="T21" fmla="*/ 0 h 549"/>
                  <a:gd name="T22" fmla="*/ 0 w 1318"/>
                  <a:gd name="T23" fmla="*/ 0 h 549"/>
                  <a:gd name="T24" fmla="*/ 0 w 1318"/>
                  <a:gd name="T25" fmla="*/ 0 h 549"/>
                  <a:gd name="T26" fmla="*/ 0 w 1318"/>
                  <a:gd name="T27" fmla="*/ 0 h 549"/>
                  <a:gd name="T28" fmla="*/ 0 w 1318"/>
                  <a:gd name="T29" fmla="*/ 0 h 549"/>
                  <a:gd name="T30" fmla="*/ 0 w 1318"/>
                  <a:gd name="T31" fmla="*/ 0 h 549"/>
                  <a:gd name="T32" fmla="*/ 0 w 1318"/>
                  <a:gd name="T33" fmla="*/ 0 h 549"/>
                  <a:gd name="T34" fmla="*/ 0 w 1318"/>
                  <a:gd name="T35" fmla="*/ 0 h 5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18"/>
                  <a:gd name="T55" fmla="*/ 0 h 549"/>
                  <a:gd name="T56" fmla="*/ 1318 w 1318"/>
                  <a:gd name="T57" fmla="*/ 549 h 54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18" h="549">
                    <a:moveTo>
                      <a:pt x="1272" y="46"/>
                    </a:moveTo>
                    <a:lnTo>
                      <a:pt x="1156" y="0"/>
                    </a:lnTo>
                    <a:lnTo>
                      <a:pt x="1059" y="66"/>
                    </a:lnTo>
                    <a:lnTo>
                      <a:pt x="1043" y="191"/>
                    </a:lnTo>
                    <a:lnTo>
                      <a:pt x="815" y="191"/>
                    </a:lnTo>
                    <a:lnTo>
                      <a:pt x="648" y="83"/>
                    </a:lnTo>
                    <a:lnTo>
                      <a:pt x="522" y="150"/>
                    </a:lnTo>
                    <a:lnTo>
                      <a:pt x="0" y="150"/>
                    </a:lnTo>
                    <a:lnTo>
                      <a:pt x="540" y="191"/>
                    </a:lnTo>
                    <a:lnTo>
                      <a:pt x="602" y="274"/>
                    </a:lnTo>
                    <a:lnTo>
                      <a:pt x="750" y="256"/>
                    </a:lnTo>
                    <a:lnTo>
                      <a:pt x="621" y="486"/>
                    </a:lnTo>
                    <a:lnTo>
                      <a:pt x="637" y="549"/>
                    </a:lnTo>
                    <a:lnTo>
                      <a:pt x="846" y="235"/>
                    </a:lnTo>
                    <a:lnTo>
                      <a:pt x="1059" y="256"/>
                    </a:lnTo>
                    <a:lnTo>
                      <a:pt x="1156" y="83"/>
                    </a:lnTo>
                    <a:lnTo>
                      <a:pt x="1318" y="169"/>
                    </a:lnTo>
                    <a:lnTo>
                      <a:pt x="1272"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3" name="Freeform 129">
                <a:extLst>
                  <a:ext uri="{FF2B5EF4-FFF2-40B4-BE49-F238E27FC236}">
                    <a16:creationId xmlns:a16="http://schemas.microsoft.com/office/drawing/2014/main" id="{A3EEE62C-1576-7A22-303C-D4C7289D63F6}"/>
                  </a:ext>
                </a:extLst>
              </p:cNvPr>
              <p:cNvSpPr>
                <a:spLocks/>
              </p:cNvSpPr>
              <p:nvPr/>
            </p:nvSpPr>
            <p:spPr bwMode="auto">
              <a:xfrm>
                <a:off x="5067" y="3812"/>
                <a:ext cx="96" cy="210"/>
              </a:xfrm>
              <a:custGeom>
                <a:avLst/>
                <a:gdLst>
                  <a:gd name="T0" fmla="*/ 0 w 768"/>
                  <a:gd name="T1" fmla="*/ 0 h 1678"/>
                  <a:gd name="T2" fmla="*/ 0 w 768"/>
                  <a:gd name="T3" fmla="*/ 0 h 1678"/>
                  <a:gd name="T4" fmla="*/ 0 w 768"/>
                  <a:gd name="T5" fmla="*/ 0 h 1678"/>
                  <a:gd name="T6" fmla="*/ 0 w 768"/>
                  <a:gd name="T7" fmla="*/ 0 h 1678"/>
                  <a:gd name="T8" fmla="*/ 0 w 768"/>
                  <a:gd name="T9" fmla="*/ 0 h 1678"/>
                  <a:gd name="T10" fmla="*/ 0 w 768"/>
                  <a:gd name="T11" fmla="*/ 0 h 1678"/>
                  <a:gd name="T12" fmla="*/ 0 w 768"/>
                  <a:gd name="T13" fmla="*/ 0 h 1678"/>
                  <a:gd name="T14" fmla="*/ 0 w 768"/>
                  <a:gd name="T15" fmla="*/ 0 h 1678"/>
                  <a:gd name="T16" fmla="*/ 0 60000 65536"/>
                  <a:gd name="T17" fmla="*/ 0 60000 65536"/>
                  <a:gd name="T18" fmla="*/ 0 60000 65536"/>
                  <a:gd name="T19" fmla="*/ 0 60000 65536"/>
                  <a:gd name="T20" fmla="*/ 0 60000 65536"/>
                  <a:gd name="T21" fmla="*/ 0 60000 65536"/>
                  <a:gd name="T22" fmla="*/ 0 60000 65536"/>
                  <a:gd name="T23" fmla="*/ 0 60000 65536"/>
                  <a:gd name="T24" fmla="*/ 0 w 768"/>
                  <a:gd name="T25" fmla="*/ 0 h 1678"/>
                  <a:gd name="T26" fmla="*/ 768 w 768"/>
                  <a:gd name="T27" fmla="*/ 1678 h 16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68" h="1678">
                    <a:moveTo>
                      <a:pt x="0" y="1678"/>
                    </a:moveTo>
                    <a:lnTo>
                      <a:pt x="313" y="944"/>
                    </a:lnTo>
                    <a:lnTo>
                      <a:pt x="768" y="0"/>
                    </a:lnTo>
                    <a:lnTo>
                      <a:pt x="363" y="1005"/>
                    </a:lnTo>
                    <a:lnTo>
                      <a:pt x="641" y="654"/>
                    </a:lnTo>
                    <a:lnTo>
                      <a:pt x="572" y="944"/>
                    </a:lnTo>
                    <a:lnTo>
                      <a:pt x="164" y="1379"/>
                    </a:lnTo>
                    <a:lnTo>
                      <a:pt x="0" y="16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4" name="Freeform 130">
                <a:extLst>
                  <a:ext uri="{FF2B5EF4-FFF2-40B4-BE49-F238E27FC236}">
                    <a16:creationId xmlns:a16="http://schemas.microsoft.com/office/drawing/2014/main" id="{FE1D0E53-C088-43BE-424B-F3E4E4C581A5}"/>
                  </a:ext>
                </a:extLst>
              </p:cNvPr>
              <p:cNvSpPr>
                <a:spLocks/>
              </p:cNvSpPr>
              <p:nvPr/>
            </p:nvSpPr>
            <p:spPr bwMode="auto">
              <a:xfrm>
                <a:off x="4959" y="4148"/>
                <a:ext cx="53" cy="138"/>
              </a:xfrm>
              <a:custGeom>
                <a:avLst/>
                <a:gdLst>
                  <a:gd name="T0" fmla="*/ 0 w 426"/>
                  <a:gd name="T1" fmla="*/ 0 h 1111"/>
                  <a:gd name="T2" fmla="*/ 0 w 426"/>
                  <a:gd name="T3" fmla="*/ 0 h 1111"/>
                  <a:gd name="T4" fmla="*/ 0 w 426"/>
                  <a:gd name="T5" fmla="*/ 0 h 1111"/>
                  <a:gd name="T6" fmla="*/ 0 w 426"/>
                  <a:gd name="T7" fmla="*/ 0 h 1111"/>
                  <a:gd name="T8" fmla="*/ 0 w 426"/>
                  <a:gd name="T9" fmla="*/ 0 h 1111"/>
                  <a:gd name="T10" fmla="*/ 0 60000 65536"/>
                  <a:gd name="T11" fmla="*/ 0 60000 65536"/>
                  <a:gd name="T12" fmla="*/ 0 60000 65536"/>
                  <a:gd name="T13" fmla="*/ 0 60000 65536"/>
                  <a:gd name="T14" fmla="*/ 0 60000 65536"/>
                  <a:gd name="T15" fmla="*/ 0 w 426"/>
                  <a:gd name="T16" fmla="*/ 0 h 1111"/>
                  <a:gd name="T17" fmla="*/ 426 w 426"/>
                  <a:gd name="T18" fmla="*/ 1111 h 1111"/>
                </a:gdLst>
                <a:ahLst/>
                <a:cxnLst>
                  <a:cxn ang="T10">
                    <a:pos x="T0" y="T1"/>
                  </a:cxn>
                  <a:cxn ang="T11">
                    <a:pos x="T2" y="T3"/>
                  </a:cxn>
                  <a:cxn ang="T12">
                    <a:pos x="T4" y="T5"/>
                  </a:cxn>
                  <a:cxn ang="T13">
                    <a:pos x="T6" y="T7"/>
                  </a:cxn>
                  <a:cxn ang="T14">
                    <a:pos x="T8" y="T9"/>
                  </a:cxn>
                </a:cxnLst>
                <a:rect l="T15" t="T16" r="T17" b="T18"/>
                <a:pathLst>
                  <a:path w="426" h="1111">
                    <a:moveTo>
                      <a:pt x="426" y="41"/>
                    </a:moveTo>
                    <a:lnTo>
                      <a:pt x="0" y="1111"/>
                    </a:lnTo>
                    <a:lnTo>
                      <a:pt x="180" y="502"/>
                    </a:lnTo>
                    <a:lnTo>
                      <a:pt x="376" y="0"/>
                    </a:lnTo>
                    <a:lnTo>
                      <a:pt x="426"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5" name="Freeform 131">
                <a:extLst>
                  <a:ext uri="{FF2B5EF4-FFF2-40B4-BE49-F238E27FC236}">
                    <a16:creationId xmlns:a16="http://schemas.microsoft.com/office/drawing/2014/main" id="{EF4D12F2-2747-1789-8C3A-BE209EB7E534}"/>
                  </a:ext>
                </a:extLst>
              </p:cNvPr>
              <p:cNvSpPr>
                <a:spLocks/>
              </p:cNvSpPr>
              <p:nvPr/>
            </p:nvSpPr>
            <p:spPr bwMode="auto">
              <a:xfrm>
                <a:off x="5598" y="3830"/>
                <a:ext cx="84" cy="459"/>
              </a:xfrm>
              <a:custGeom>
                <a:avLst/>
                <a:gdLst>
                  <a:gd name="T0" fmla="*/ 0 w 669"/>
                  <a:gd name="T1" fmla="*/ 0 h 3670"/>
                  <a:gd name="T2" fmla="*/ 0 w 669"/>
                  <a:gd name="T3" fmla="*/ 0 h 3670"/>
                  <a:gd name="T4" fmla="*/ 0 w 669"/>
                  <a:gd name="T5" fmla="*/ 0 h 3670"/>
                  <a:gd name="T6" fmla="*/ 0 w 669"/>
                  <a:gd name="T7" fmla="*/ 0 h 3670"/>
                  <a:gd name="T8" fmla="*/ 0 w 669"/>
                  <a:gd name="T9" fmla="*/ 0 h 3670"/>
                  <a:gd name="T10" fmla="*/ 0 w 669"/>
                  <a:gd name="T11" fmla="*/ 0 h 3670"/>
                  <a:gd name="T12" fmla="*/ 0 w 669"/>
                  <a:gd name="T13" fmla="*/ 0 h 3670"/>
                  <a:gd name="T14" fmla="*/ 0 w 669"/>
                  <a:gd name="T15" fmla="*/ 0 h 3670"/>
                  <a:gd name="T16" fmla="*/ 0 w 669"/>
                  <a:gd name="T17" fmla="*/ 0 h 3670"/>
                  <a:gd name="T18" fmla="*/ 0 w 669"/>
                  <a:gd name="T19" fmla="*/ 0 h 3670"/>
                  <a:gd name="T20" fmla="*/ 0 w 669"/>
                  <a:gd name="T21" fmla="*/ 0 h 3670"/>
                  <a:gd name="T22" fmla="*/ 0 w 669"/>
                  <a:gd name="T23" fmla="*/ 0 h 3670"/>
                  <a:gd name="T24" fmla="*/ 0 w 669"/>
                  <a:gd name="T25" fmla="*/ 0 h 3670"/>
                  <a:gd name="T26" fmla="*/ 0 w 669"/>
                  <a:gd name="T27" fmla="*/ 0 h 3670"/>
                  <a:gd name="T28" fmla="*/ 0 w 669"/>
                  <a:gd name="T29" fmla="*/ 0 h 3670"/>
                  <a:gd name="T30" fmla="*/ 0 w 669"/>
                  <a:gd name="T31" fmla="*/ 0 h 3670"/>
                  <a:gd name="T32" fmla="*/ 0 w 669"/>
                  <a:gd name="T33" fmla="*/ 0 h 3670"/>
                  <a:gd name="T34" fmla="*/ 0 w 669"/>
                  <a:gd name="T35" fmla="*/ 0 h 3670"/>
                  <a:gd name="T36" fmla="*/ 0 w 669"/>
                  <a:gd name="T37" fmla="*/ 0 h 3670"/>
                  <a:gd name="T38" fmla="*/ 0 w 669"/>
                  <a:gd name="T39" fmla="*/ 0 h 3670"/>
                  <a:gd name="T40" fmla="*/ 0 w 669"/>
                  <a:gd name="T41" fmla="*/ 0 h 367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69"/>
                  <a:gd name="T64" fmla="*/ 0 h 3670"/>
                  <a:gd name="T65" fmla="*/ 669 w 669"/>
                  <a:gd name="T66" fmla="*/ 3670 h 367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69" h="3670">
                    <a:moveTo>
                      <a:pt x="143" y="27"/>
                    </a:moveTo>
                    <a:lnTo>
                      <a:pt x="390" y="103"/>
                    </a:lnTo>
                    <a:lnTo>
                      <a:pt x="507" y="255"/>
                    </a:lnTo>
                    <a:lnTo>
                      <a:pt x="571" y="631"/>
                    </a:lnTo>
                    <a:lnTo>
                      <a:pt x="590" y="1597"/>
                    </a:lnTo>
                    <a:lnTo>
                      <a:pt x="540" y="2328"/>
                    </a:lnTo>
                    <a:lnTo>
                      <a:pt x="459" y="2914"/>
                    </a:lnTo>
                    <a:lnTo>
                      <a:pt x="342" y="3294"/>
                    </a:lnTo>
                    <a:lnTo>
                      <a:pt x="261" y="3420"/>
                    </a:lnTo>
                    <a:lnTo>
                      <a:pt x="0" y="3670"/>
                    </a:lnTo>
                    <a:lnTo>
                      <a:pt x="296" y="3441"/>
                    </a:lnTo>
                    <a:lnTo>
                      <a:pt x="426" y="3255"/>
                    </a:lnTo>
                    <a:lnTo>
                      <a:pt x="521" y="2892"/>
                    </a:lnTo>
                    <a:lnTo>
                      <a:pt x="625" y="2162"/>
                    </a:lnTo>
                    <a:lnTo>
                      <a:pt x="669" y="1365"/>
                    </a:lnTo>
                    <a:lnTo>
                      <a:pt x="639" y="739"/>
                    </a:lnTo>
                    <a:lnTo>
                      <a:pt x="571" y="315"/>
                    </a:lnTo>
                    <a:lnTo>
                      <a:pt x="507" y="168"/>
                    </a:lnTo>
                    <a:lnTo>
                      <a:pt x="378" y="45"/>
                    </a:lnTo>
                    <a:lnTo>
                      <a:pt x="162" y="0"/>
                    </a:lnTo>
                    <a:lnTo>
                      <a:pt x="143"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6" name="Freeform 132">
                <a:extLst>
                  <a:ext uri="{FF2B5EF4-FFF2-40B4-BE49-F238E27FC236}">
                    <a16:creationId xmlns:a16="http://schemas.microsoft.com/office/drawing/2014/main" id="{06C55BCC-C785-95EB-D79E-9DEF251081A1}"/>
                  </a:ext>
                </a:extLst>
              </p:cNvPr>
              <p:cNvSpPr>
                <a:spLocks/>
              </p:cNvSpPr>
              <p:nvPr/>
            </p:nvSpPr>
            <p:spPr bwMode="auto">
              <a:xfrm>
                <a:off x="4952" y="3908"/>
                <a:ext cx="18" cy="108"/>
              </a:xfrm>
              <a:custGeom>
                <a:avLst/>
                <a:gdLst>
                  <a:gd name="T0" fmla="*/ 0 w 149"/>
                  <a:gd name="T1" fmla="*/ 0 h 864"/>
                  <a:gd name="T2" fmla="*/ 0 w 149"/>
                  <a:gd name="T3" fmla="*/ 0 h 864"/>
                  <a:gd name="T4" fmla="*/ 0 w 149"/>
                  <a:gd name="T5" fmla="*/ 0 h 864"/>
                  <a:gd name="T6" fmla="*/ 0 w 149"/>
                  <a:gd name="T7" fmla="*/ 0 h 864"/>
                  <a:gd name="T8" fmla="*/ 0 w 149"/>
                  <a:gd name="T9" fmla="*/ 0 h 864"/>
                  <a:gd name="T10" fmla="*/ 0 w 149"/>
                  <a:gd name="T11" fmla="*/ 0 h 864"/>
                  <a:gd name="T12" fmla="*/ 0 w 149"/>
                  <a:gd name="T13" fmla="*/ 0 h 864"/>
                  <a:gd name="T14" fmla="*/ 0 w 149"/>
                  <a:gd name="T15" fmla="*/ 0 h 864"/>
                  <a:gd name="T16" fmla="*/ 0 60000 65536"/>
                  <a:gd name="T17" fmla="*/ 0 60000 65536"/>
                  <a:gd name="T18" fmla="*/ 0 60000 65536"/>
                  <a:gd name="T19" fmla="*/ 0 60000 65536"/>
                  <a:gd name="T20" fmla="*/ 0 60000 65536"/>
                  <a:gd name="T21" fmla="*/ 0 60000 65536"/>
                  <a:gd name="T22" fmla="*/ 0 60000 65536"/>
                  <a:gd name="T23" fmla="*/ 0 60000 65536"/>
                  <a:gd name="T24" fmla="*/ 0 w 149"/>
                  <a:gd name="T25" fmla="*/ 0 h 864"/>
                  <a:gd name="T26" fmla="*/ 149 w 149"/>
                  <a:gd name="T27" fmla="*/ 864 h 86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9" h="864">
                    <a:moveTo>
                      <a:pt x="57" y="864"/>
                    </a:moveTo>
                    <a:lnTo>
                      <a:pt x="149" y="558"/>
                    </a:lnTo>
                    <a:lnTo>
                      <a:pt x="44" y="281"/>
                    </a:lnTo>
                    <a:lnTo>
                      <a:pt x="9" y="0"/>
                    </a:lnTo>
                    <a:lnTo>
                      <a:pt x="19" y="281"/>
                    </a:lnTo>
                    <a:lnTo>
                      <a:pt x="127" y="567"/>
                    </a:lnTo>
                    <a:lnTo>
                      <a:pt x="0" y="864"/>
                    </a:lnTo>
                    <a:lnTo>
                      <a:pt x="57" y="8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7" name="Freeform 133">
                <a:extLst>
                  <a:ext uri="{FF2B5EF4-FFF2-40B4-BE49-F238E27FC236}">
                    <a16:creationId xmlns:a16="http://schemas.microsoft.com/office/drawing/2014/main" id="{77F07C59-6ED4-B588-FC35-267C763EBB6F}"/>
                  </a:ext>
                </a:extLst>
              </p:cNvPr>
              <p:cNvSpPr>
                <a:spLocks/>
              </p:cNvSpPr>
              <p:nvPr/>
            </p:nvSpPr>
            <p:spPr bwMode="auto">
              <a:xfrm>
                <a:off x="4837" y="3907"/>
                <a:ext cx="117" cy="77"/>
              </a:xfrm>
              <a:custGeom>
                <a:avLst/>
                <a:gdLst>
                  <a:gd name="T0" fmla="*/ 0 w 933"/>
                  <a:gd name="T1" fmla="*/ 0 h 616"/>
                  <a:gd name="T2" fmla="*/ 0 w 933"/>
                  <a:gd name="T3" fmla="*/ 0 h 616"/>
                  <a:gd name="T4" fmla="*/ 0 w 933"/>
                  <a:gd name="T5" fmla="*/ 0 h 616"/>
                  <a:gd name="T6" fmla="*/ 0 w 933"/>
                  <a:gd name="T7" fmla="*/ 0 h 616"/>
                  <a:gd name="T8" fmla="*/ 0 w 933"/>
                  <a:gd name="T9" fmla="*/ 0 h 616"/>
                  <a:gd name="T10" fmla="*/ 0 w 933"/>
                  <a:gd name="T11" fmla="*/ 0 h 616"/>
                  <a:gd name="T12" fmla="*/ 0 w 933"/>
                  <a:gd name="T13" fmla="*/ 0 h 616"/>
                  <a:gd name="T14" fmla="*/ 0 w 933"/>
                  <a:gd name="T15" fmla="*/ 0 h 616"/>
                  <a:gd name="T16" fmla="*/ 0 w 933"/>
                  <a:gd name="T17" fmla="*/ 0 h 616"/>
                  <a:gd name="T18" fmla="*/ 0 w 933"/>
                  <a:gd name="T19" fmla="*/ 0 h 616"/>
                  <a:gd name="T20" fmla="*/ 0 w 933"/>
                  <a:gd name="T21" fmla="*/ 0 h 616"/>
                  <a:gd name="T22" fmla="*/ 0 w 933"/>
                  <a:gd name="T23" fmla="*/ 0 h 616"/>
                  <a:gd name="T24" fmla="*/ 0 w 933"/>
                  <a:gd name="T25" fmla="*/ 0 h 616"/>
                  <a:gd name="T26" fmla="*/ 0 w 933"/>
                  <a:gd name="T27" fmla="*/ 0 h 616"/>
                  <a:gd name="T28" fmla="*/ 0 w 933"/>
                  <a:gd name="T29" fmla="*/ 0 h 616"/>
                  <a:gd name="T30" fmla="*/ 0 w 933"/>
                  <a:gd name="T31" fmla="*/ 0 h 616"/>
                  <a:gd name="T32" fmla="*/ 0 w 933"/>
                  <a:gd name="T33" fmla="*/ 0 h 616"/>
                  <a:gd name="T34" fmla="*/ 0 w 933"/>
                  <a:gd name="T35" fmla="*/ 0 h 616"/>
                  <a:gd name="T36" fmla="*/ 0 w 933"/>
                  <a:gd name="T37" fmla="*/ 0 h 61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33"/>
                  <a:gd name="T58" fmla="*/ 0 h 616"/>
                  <a:gd name="T59" fmla="*/ 933 w 933"/>
                  <a:gd name="T60" fmla="*/ 616 h 61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33" h="616">
                    <a:moveTo>
                      <a:pt x="873" y="0"/>
                    </a:moveTo>
                    <a:lnTo>
                      <a:pt x="758" y="106"/>
                    </a:lnTo>
                    <a:lnTo>
                      <a:pt x="737" y="337"/>
                    </a:lnTo>
                    <a:lnTo>
                      <a:pt x="548" y="131"/>
                    </a:lnTo>
                    <a:lnTo>
                      <a:pt x="458" y="131"/>
                    </a:lnTo>
                    <a:lnTo>
                      <a:pt x="325" y="166"/>
                    </a:lnTo>
                    <a:lnTo>
                      <a:pt x="94" y="106"/>
                    </a:lnTo>
                    <a:lnTo>
                      <a:pt x="31" y="124"/>
                    </a:lnTo>
                    <a:lnTo>
                      <a:pt x="0" y="235"/>
                    </a:lnTo>
                    <a:lnTo>
                      <a:pt x="62" y="131"/>
                    </a:lnTo>
                    <a:lnTo>
                      <a:pt x="126" y="131"/>
                    </a:lnTo>
                    <a:lnTo>
                      <a:pt x="352" y="210"/>
                    </a:lnTo>
                    <a:lnTo>
                      <a:pt x="508" y="154"/>
                    </a:lnTo>
                    <a:lnTo>
                      <a:pt x="548" y="154"/>
                    </a:lnTo>
                    <a:lnTo>
                      <a:pt x="816" y="438"/>
                    </a:lnTo>
                    <a:lnTo>
                      <a:pt x="933" y="616"/>
                    </a:lnTo>
                    <a:lnTo>
                      <a:pt x="822" y="381"/>
                    </a:lnTo>
                    <a:lnTo>
                      <a:pt x="790" y="106"/>
                    </a:lnTo>
                    <a:lnTo>
                      <a:pt x="87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8" name="Freeform 134">
                <a:extLst>
                  <a:ext uri="{FF2B5EF4-FFF2-40B4-BE49-F238E27FC236}">
                    <a16:creationId xmlns:a16="http://schemas.microsoft.com/office/drawing/2014/main" id="{E39AA028-2482-65EC-B1EA-EB12C58AD8FD}"/>
                  </a:ext>
                </a:extLst>
              </p:cNvPr>
              <p:cNvSpPr>
                <a:spLocks/>
              </p:cNvSpPr>
              <p:nvPr/>
            </p:nvSpPr>
            <p:spPr bwMode="auto">
              <a:xfrm>
                <a:off x="4792" y="3932"/>
                <a:ext cx="68" cy="62"/>
              </a:xfrm>
              <a:custGeom>
                <a:avLst/>
                <a:gdLst>
                  <a:gd name="T0" fmla="*/ 0 w 544"/>
                  <a:gd name="T1" fmla="*/ 0 h 497"/>
                  <a:gd name="T2" fmla="*/ 0 w 544"/>
                  <a:gd name="T3" fmla="*/ 0 h 497"/>
                  <a:gd name="T4" fmla="*/ 0 w 544"/>
                  <a:gd name="T5" fmla="*/ 0 h 497"/>
                  <a:gd name="T6" fmla="*/ 0 w 544"/>
                  <a:gd name="T7" fmla="*/ 0 h 497"/>
                  <a:gd name="T8" fmla="*/ 0 w 544"/>
                  <a:gd name="T9" fmla="*/ 0 h 497"/>
                  <a:gd name="T10" fmla="*/ 0 w 544"/>
                  <a:gd name="T11" fmla="*/ 0 h 497"/>
                  <a:gd name="T12" fmla="*/ 0 w 544"/>
                  <a:gd name="T13" fmla="*/ 0 h 497"/>
                  <a:gd name="T14" fmla="*/ 0 w 544"/>
                  <a:gd name="T15" fmla="*/ 0 h 497"/>
                  <a:gd name="T16" fmla="*/ 0 w 544"/>
                  <a:gd name="T17" fmla="*/ 0 h 497"/>
                  <a:gd name="T18" fmla="*/ 0 w 544"/>
                  <a:gd name="T19" fmla="*/ 0 h 497"/>
                  <a:gd name="T20" fmla="*/ 0 w 544"/>
                  <a:gd name="T21" fmla="*/ 0 h 497"/>
                  <a:gd name="T22" fmla="*/ 0 w 544"/>
                  <a:gd name="T23" fmla="*/ 0 h 497"/>
                  <a:gd name="T24" fmla="*/ 0 w 544"/>
                  <a:gd name="T25" fmla="*/ 0 h 497"/>
                  <a:gd name="T26" fmla="*/ 0 w 544"/>
                  <a:gd name="T27" fmla="*/ 0 h 497"/>
                  <a:gd name="T28" fmla="*/ 0 w 544"/>
                  <a:gd name="T29" fmla="*/ 0 h 497"/>
                  <a:gd name="T30" fmla="*/ 0 w 544"/>
                  <a:gd name="T31" fmla="*/ 0 h 497"/>
                  <a:gd name="T32" fmla="*/ 0 w 544"/>
                  <a:gd name="T33" fmla="*/ 0 h 497"/>
                  <a:gd name="T34" fmla="*/ 0 w 544"/>
                  <a:gd name="T35" fmla="*/ 0 h 497"/>
                  <a:gd name="T36" fmla="*/ 0 w 544"/>
                  <a:gd name="T37" fmla="*/ 0 h 497"/>
                  <a:gd name="T38" fmla="*/ 0 w 544"/>
                  <a:gd name="T39" fmla="*/ 0 h 497"/>
                  <a:gd name="T40" fmla="*/ 0 w 544"/>
                  <a:gd name="T41" fmla="*/ 0 h 49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44"/>
                  <a:gd name="T64" fmla="*/ 0 h 497"/>
                  <a:gd name="T65" fmla="*/ 544 w 544"/>
                  <a:gd name="T66" fmla="*/ 497 h 49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44" h="497">
                    <a:moveTo>
                      <a:pt x="544" y="124"/>
                    </a:moveTo>
                    <a:lnTo>
                      <a:pt x="380" y="27"/>
                    </a:lnTo>
                    <a:lnTo>
                      <a:pt x="265" y="0"/>
                    </a:lnTo>
                    <a:lnTo>
                      <a:pt x="173" y="64"/>
                    </a:lnTo>
                    <a:lnTo>
                      <a:pt x="165" y="112"/>
                    </a:lnTo>
                    <a:lnTo>
                      <a:pt x="96" y="110"/>
                    </a:lnTo>
                    <a:lnTo>
                      <a:pt x="11" y="173"/>
                    </a:lnTo>
                    <a:lnTo>
                      <a:pt x="0" y="313"/>
                    </a:lnTo>
                    <a:lnTo>
                      <a:pt x="59" y="456"/>
                    </a:lnTo>
                    <a:lnTo>
                      <a:pt x="182" y="497"/>
                    </a:lnTo>
                    <a:lnTo>
                      <a:pt x="43" y="354"/>
                    </a:lnTo>
                    <a:lnTo>
                      <a:pt x="22" y="228"/>
                    </a:lnTo>
                    <a:lnTo>
                      <a:pt x="43" y="167"/>
                    </a:lnTo>
                    <a:lnTo>
                      <a:pt x="117" y="136"/>
                    </a:lnTo>
                    <a:lnTo>
                      <a:pt x="177" y="142"/>
                    </a:lnTo>
                    <a:lnTo>
                      <a:pt x="371" y="270"/>
                    </a:lnTo>
                    <a:lnTo>
                      <a:pt x="182" y="110"/>
                    </a:lnTo>
                    <a:lnTo>
                      <a:pt x="195" y="64"/>
                    </a:lnTo>
                    <a:lnTo>
                      <a:pt x="288" y="20"/>
                    </a:lnTo>
                    <a:lnTo>
                      <a:pt x="456" y="110"/>
                    </a:lnTo>
                    <a:lnTo>
                      <a:pt x="544" y="1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9" name="Freeform 135">
                <a:extLst>
                  <a:ext uri="{FF2B5EF4-FFF2-40B4-BE49-F238E27FC236}">
                    <a16:creationId xmlns:a16="http://schemas.microsoft.com/office/drawing/2014/main" id="{B23BFCF8-7DC5-5B23-E0EF-1E86BE55EFE4}"/>
                  </a:ext>
                </a:extLst>
              </p:cNvPr>
              <p:cNvSpPr>
                <a:spLocks/>
              </p:cNvSpPr>
              <p:nvPr/>
            </p:nvSpPr>
            <p:spPr bwMode="auto">
              <a:xfrm>
                <a:off x="4817" y="3996"/>
                <a:ext cx="93" cy="94"/>
              </a:xfrm>
              <a:custGeom>
                <a:avLst/>
                <a:gdLst>
                  <a:gd name="T0" fmla="*/ 0 w 742"/>
                  <a:gd name="T1" fmla="*/ 0 h 757"/>
                  <a:gd name="T2" fmla="*/ 0 w 742"/>
                  <a:gd name="T3" fmla="*/ 0 h 757"/>
                  <a:gd name="T4" fmla="*/ 0 w 742"/>
                  <a:gd name="T5" fmla="*/ 0 h 757"/>
                  <a:gd name="T6" fmla="*/ 0 w 742"/>
                  <a:gd name="T7" fmla="*/ 0 h 757"/>
                  <a:gd name="T8" fmla="*/ 0 w 742"/>
                  <a:gd name="T9" fmla="*/ 0 h 757"/>
                  <a:gd name="T10" fmla="*/ 0 w 742"/>
                  <a:gd name="T11" fmla="*/ 0 h 757"/>
                  <a:gd name="T12" fmla="*/ 0 w 742"/>
                  <a:gd name="T13" fmla="*/ 0 h 757"/>
                  <a:gd name="T14" fmla="*/ 0 w 742"/>
                  <a:gd name="T15" fmla="*/ 0 h 757"/>
                  <a:gd name="T16" fmla="*/ 0 w 742"/>
                  <a:gd name="T17" fmla="*/ 0 h 757"/>
                  <a:gd name="T18" fmla="*/ 0 w 742"/>
                  <a:gd name="T19" fmla="*/ 0 h 757"/>
                  <a:gd name="T20" fmla="*/ 0 w 742"/>
                  <a:gd name="T21" fmla="*/ 0 h 757"/>
                  <a:gd name="T22" fmla="*/ 0 w 742"/>
                  <a:gd name="T23" fmla="*/ 0 h 757"/>
                  <a:gd name="T24" fmla="*/ 0 w 742"/>
                  <a:gd name="T25" fmla="*/ 0 h 757"/>
                  <a:gd name="T26" fmla="*/ 0 w 742"/>
                  <a:gd name="T27" fmla="*/ 0 h 757"/>
                  <a:gd name="T28" fmla="*/ 0 w 742"/>
                  <a:gd name="T29" fmla="*/ 0 h 757"/>
                  <a:gd name="T30" fmla="*/ 0 w 742"/>
                  <a:gd name="T31" fmla="*/ 0 h 75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42"/>
                  <a:gd name="T49" fmla="*/ 0 h 757"/>
                  <a:gd name="T50" fmla="*/ 742 w 742"/>
                  <a:gd name="T51" fmla="*/ 757 h 75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42" h="757">
                    <a:moveTo>
                      <a:pt x="0" y="0"/>
                    </a:moveTo>
                    <a:lnTo>
                      <a:pt x="65" y="99"/>
                    </a:lnTo>
                    <a:lnTo>
                      <a:pt x="152" y="279"/>
                    </a:lnTo>
                    <a:lnTo>
                      <a:pt x="277" y="462"/>
                    </a:lnTo>
                    <a:lnTo>
                      <a:pt x="399" y="583"/>
                    </a:lnTo>
                    <a:lnTo>
                      <a:pt x="501" y="667"/>
                    </a:lnTo>
                    <a:lnTo>
                      <a:pt x="588" y="722"/>
                    </a:lnTo>
                    <a:lnTo>
                      <a:pt x="666" y="735"/>
                    </a:lnTo>
                    <a:lnTo>
                      <a:pt x="742" y="735"/>
                    </a:lnTo>
                    <a:lnTo>
                      <a:pt x="742" y="757"/>
                    </a:lnTo>
                    <a:lnTo>
                      <a:pt x="565" y="754"/>
                    </a:lnTo>
                    <a:lnTo>
                      <a:pt x="441" y="682"/>
                    </a:lnTo>
                    <a:lnTo>
                      <a:pt x="296" y="533"/>
                    </a:lnTo>
                    <a:lnTo>
                      <a:pt x="162" y="355"/>
                    </a:lnTo>
                    <a:lnTo>
                      <a:pt x="101" y="21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30" name="Freeform 136">
                <a:extLst>
                  <a:ext uri="{FF2B5EF4-FFF2-40B4-BE49-F238E27FC236}">
                    <a16:creationId xmlns:a16="http://schemas.microsoft.com/office/drawing/2014/main" id="{FC76052C-6CC4-D7C9-34B6-E8F4CCC5A31E}"/>
                  </a:ext>
                </a:extLst>
              </p:cNvPr>
              <p:cNvSpPr>
                <a:spLocks/>
              </p:cNvSpPr>
              <p:nvPr/>
            </p:nvSpPr>
            <p:spPr bwMode="auto">
              <a:xfrm>
                <a:off x="4281" y="3523"/>
                <a:ext cx="146" cy="307"/>
              </a:xfrm>
              <a:custGeom>
                <a:avLst/>
                <a:gdLst>
                  <a:gd name="T0" fmla="*/ 0 w 1164"/>
                  <a:gd name="T1" fmla="*/ 0 h 2451"/>
                  <a:gd name="T2" fmla="*/ 0 w 1164"/>
                  <a:gd name="T3" fmla="*/ 0 h 2451"/>
                  <a:gd name="T4" fmla="*/ 0 w 1164"/>
                  <a:gd name="T5" fmla="*/ 0 h 2451"/>
                  <a:gd name="T6" fmla="*/ 0 w 1164"/>
                  <a:gd name="T7" fmla="*/ 0 h 2451"/>
                  <a:gd name="T8" fmla="*/ 0 w 1164"/>
                  <a:gd name="T9" fmla="*/ 0 h 2451"/>
                  <a:gd name="T10" fmla="*/ 0 w 1164"/>
                  <a:gd name="T11" fmla="*/ 0 h 2451"/>
                  <a:gd name="T12" fmla="*/ 0 w 1164"/>
                  <a:gd name="T13" fmla="*/ 0 h 2451"/>
                  <a:gd name="T14" fmla="*/ 0 w 1164"/>
                  <a:gd name="T15" fmla="*/ 0 h 2451"/>
                  <a:gd name="T16" fmla="*/ 0 w 1164"/>
                  <a:gd name="T17" fmla="*/ 0 h 2451"/>
                  <a:gd name="T18" fmla="*/ 0 w 1164"/>
                  <a:gd name="T19" fmla="*/ 0 h 2451"/>
                  <a:gd name="T20" fmla="*/ 0 w 1164"/>
                  <a:gd name="T21" fmla="*/ 0 h 2451"/>
                  <a:gd name="T22" fmla="*/ 0 w 1164"/>
                  <a:gd name="T23" fmla="*/ 0 h 2451"/>
                  <a:gd name="T24" fmla="*/ 0 w 1164"/>
                  <a:gd name="T25" fmla="*/ 0 h 2451"/>
                  <a:gd name="T26" fmla="*/ 0 w 1164"/>
                  <a:gd name="T27" fmla="*/ 0 h 2451"/>
                  <a:gd name="T28" fmla="*/ 0 w 1164"/>
                  <a:gd name="T29" fmla="*/ 0 h 2451"/>
                  <a:gd name="T30" fmla="*/ 0 w 1164"/>
                  <a:gd name="T31" fmla="*/ 0 h 2451"/>
                  <a:gd name="T32" fmla="*/ 0 w 1164"/>
                  <a:gd name="T33" fmla="*/ 0 h 2451"/>
                  <a:gd name="T34" fmla="*/ 0 w 1164"/>
                  <a:gd name="T35" fmla="*/ 0 h 2451"/>
                  <a:gd name="T36" fmla="*/ 0 w 1164"/>
                  <a:gd name="T37" fmla="*/ 0 h 2451"/>
                  <a:gd name="T38" fmla="*/ 0 w 1164"/>
                  <a:gd name="T39" fmla="*/ 0 h 245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64"/>
                  <a:gd name="T61" fmla="*/ 0 h 2451"/>
                  <a:gd name="T62" fmla="*/ 1164 w 1164"/>
                  <a:gd name="T63" fmla="*/ 2451 h 245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64" h="2451">
                    <a:moveTo>
                      <a:pt x="1164" y="0"/>
                    </a:moveTo>
                    <a:lnTo>
                      <a:pt x="963" y="402"/>
                    </a:lnTo>
                    <a:lnTo>
                      <a:pt x="977" y="2030"/>
                    </a:lnTo>
                    <a:lnTo>
                      <a:pt x="910" y="1877"/>
                    </a:lnTo>
                    <a:lnTo>
                      <a:pt x="949" y="1718"/>
                    </a:lnTo>
                    <a:lnTo>
                      <a:pt x="853" y="821"/>
                    </a:lnTo>
                    <a:lnTo>
                      <a:pt x="426" y="2451"/>
                    </a:lnTo>
                    <a:lnTo>
                      <a:pt x="779" y="439"/>
                    </a:lnTo>
                    <a:lnTo>
                      <a:pt x="670" y="584"/>
                    </a:lnTo>
                    <a:lnTo>
                      <a:pt x="525" y="1061"/>
                    </a:lnTo>
                    <a:lnTo>
                      <a:pt x="571" y="620"/>
                    </a:lnTo>
                    <a:lnTo>
                      <a:pt x="637" y="402"/>
                    </a:lnTo>
                    <a:lnTo>
                      <a:pt x="466" y="584"/>
                    </a:lnTo>
                    <a:lnTo>
                      <a:pt x="399" y="510"/>
                    </a:lnTo>
                    <a:lnTo>
                      <a:pt x="140" y="1116"/>
                    </a:lnTo>
                    <a:lnTo>
                      <a:pt x="0" y="1702"/>
                    </a:lnTo>
                    <a:lnTo>
                      <a:pt x="122" y="951"/>
                    </a:lnTo>
                    <a:lnTo>
                      <a:pt x="426" y="254"/>
                    </a:lnTo>
                    <a:lnTo>
                      <a:pt x="910" y="17"/>
                    </a:lnTo>
                    <a:lnTo>
                      <a:pt x="116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31" name="Freeform 137">
                <a:extLst>
                  <a:ext uri="{FF2B5EF4-FFF2-40B4-BE49-F238E27FC236}">
                    <a16:creationId xmlns:a16="http://schemas.microsoft.com/office/drawing/2014/main" id="{52D1F783-E4D8-F9D1-1582-D5A89052BBDB}"/>
                  </a:ext>
                </a:extLst>
              </p:cNvPr>
              <p:cNvSpPr>
                <a:spLocks/>
              </p:cNvSpPr>
              <p:nvPr/>
            </p:nvSpPr>
            <p:spPr bwMode="auto">
              <a:xfrm>
                <a:off x="4260" y="3706"/>
                <a:ext cx="78" cy="276"/>
              </a:xfrm>
              <a:custGeom>
                <a:avLst/>
                <a:gdLst>
                  <a:gd name="T0" fmla="*/ 0 w 621"/>
                  <a:gd name="T1" fmla="*/ 0 h 2209"/>
                  <a:gd name="T2" fmla="*/ 0 w 621"/>
                  <a:gd name="T3" fmla="*/ 0 h 2209"/>
                  <a:gd name="T4" fmla="*/ 0 w 621"/>
                  <a:gd name="T5" fmla="*/ 0 h 2209"/>
                  <a:gd name="T6" fmla="*/ 0 w 621"/>
                  <a:gd name="T7" fmla="*/ 0 h 2209"/>
                  <a:gd name="T8" fmla="*/ 0 w 621"/>
                  <a:gd name="T9" fmla="*/ 0 h 2209"/>
                  <a:gd name="T10" fmla="*/ 0 w 621"/>
                  <a:gd name="T11" fmla="*/ 0 h 2209"/>
                  <a:gd name="T12" fmla="*/ 0 w 621"/>
                  <a:gd name="T13" fmla="*/ 0 h 2209"/>
                  <a:gd name="T14" fmla="*/ 0 w 621"/>
                  <a:gd name="T15" fmla="*/ 0 h 2209"/>
                  <a:gd name="T16" fmla="*/ 0 w 621"/>
                  <a:gd name="T17" fmla="*/ 0 h 2209"/>
                  <a:gd name="T18" fmla="*/ 0 w 621"/>
                  <a:gd name="T19" fmla="*/ 0 h 2209"/>
                  <a:gd name="T20" fmla="*/ 0 w 621"/>
                  <a:gd name="T21" fmla="*/ 0 h 2209"/>
                  <a:gd name="T22" fmla="*/ 0 w 621"/>
                  <a:gd name="T23" fmla="*/ 0 h 2209"/>
                  <a:gd name="T24" fmla="*/ 0 w 621"/>
                  <a:gd name="T25" fmla="*/ 0 h 22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21"/>
                  <a:gd name="T40" fmla="*/ 0 h 2209"/>
                  <a:gd name="T41" fmla="*/ 621 w 621"/>
                  <a:gd name="T42" fmla="*/ 2209 h 220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21" h="2209">
                    <a:moveTo>
                      <a:pt x="240" y="0"/>
                    </a:moveTo>
                    <a:lnTo>
                      <a:pt x="169" y="1441"/>
                    </a:lnTo>
                    <a:lnTo>
                      <a:pt x="397" y="692"/>
                    </a:lnTo>
                    <a:lnTo>
                      <a:pt x="340" y="1291"/>
                    </a:lnTo>
                    <a:lnTo>
                      <a:pt x="184" y="2117"/>
                    </a:lnTo>
                    <a:lnTo>
                      <a:pt x="595" y="1021"/>
                    </a:lnTo>
                    <a:lnTo>
                      <a:pt x="397" y="2100"/>
                    </a:lnTo>
                    <a:lnTo>
                      <a:pt x="621" y="1863"/>
                    </a:lnTo>
                    <a:lnTo>
                      <a:pt x="621" y="2117"/>
                    </a:lnTo>
                    <a:lnTo>
                      <a:pt x="0" y="2209"/>
                    </a:lnTo>
                    <a:lnTo>
                      <a:pt x="56" y="1151"/>
                    </a:lnTo>
                    <a:lnTo>
                      <a:pt x="169" y="199"/>
                    </a:lnTo>
                    <a:lnTo>
                      <a:pt x="2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32" name="Freeform 138">
                <a:extLst>
                  <a:ext uri="{FF2B5EF4-FFF2-40B4-BE49-F238E27FC236}">
                    <a16:creationId xmlns:a16="http://schemas.microsoft.com/office/drawing/2014/main" id="{33013879-690C-9F6E-E58A-768BEFC8881B}"/>
                  </a:ext>
                </a:extLst>
              </p:cNvPr>
              <p:cNvSpPr>
                <a:spLocks/>
              </p:cNvSpPr>
              <p:nvPr/>
            </p:nvSpPr>
            <p:spPr bwMode="auto">
              <a:xfrm>
                <a:off x="4665" y="3468"/>
                <a:ext cx="273" cy="62"/>
              </a:xfrm>
              <a:custGeom>
                <a:avLst/>
                <a:gdLst>
                  <a:gd name="T0" fmla="*/ 0 w 2183"/>
                  <a:gd name="T1" fmla="*/ 0 h 497"/>
                  <a:gd name="T2" fmla="*/ 0 w 2183"/>
                  <a:gd name="T3" fmla="*/ 0 h 497"/>
                  <a:gd name="T4" fmla="*/ 0 w 2183"/>
                  <a:gd name="T5" fmla="*/ 0 h 497"/>
                  <a:gd name="T6" fmla="*/ 0 w 2183"/>
                  <a:gd name="T7" fmla="*/ 0 h 497"/>
                  <a:gd name="T8" fmla="*/ 0 60000 65536"/>
                  <a:gd name="T9" fmla="*/ 0 60000 65536"/>
                  <a:gd name="T10" fmla="*/ 0 60000 65536"/>
                  <a:gd name="T11" fmla="*/ 0 60000 65536"/>
                  <a:gd name="T12" fmla="*/ 0 w 2183"/>
                  <a:gd name="T13" fmla="*/ 0 h 497"/>
                  <a:gd name="T14" fmla="*/ 2183 w 2183"/>
                  <a:gd name="T15" fmla="*/ 497 h 497"/>
                </a:gdLst>
                <a:ahLst/>
                <a:cxnLst>
                  <a:cxn ang="T8">
                    <a:pos x="T0" y="T1"/>
                  </a:cxn>
                  <a:cxn ang="T9">
                    <a:pos x="T2" y="T3"/>
                  </a:cxn>
                  <a:cxn ang="T10">
                    <a:pos x="T4" y="T5"/>
                  </a:cxn>
                  <a:cxn ang="T11">
                    <a:pos x="T6" y="T7"/>
                  </a:cxn>
                </a:cxnLst>
                <a:rect l="T12" t="T13" r="T14" b="T15"/>
                <a:pathLst>
                  <a:path w="2183" h="497">
                    <a:moveTo>
                      <a:pt x="2183" y="497"/>
                    </a:moveTo>
                    <a:lnTo>
                      <a:pt x="2183" y="55"/>
                    </a:lnTo>
                    <a:lnTo>
                      <a:pt x="2139" y="0"/>
                    </a:lnTo>
                    <a:lnTo>
                      <a:pt x="0"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33" name="Line 139">
                <a:extLst>
                  <a:ext uri="{FF2B5EF4-FFF2-40B4-BE49-F238E27FC236}">
                    <a16:creationId xmlns:a16="http://schemas.microsoft.com/office/drawing/2014/main" id="{AE70C875-14DC-F060-9711-87F0E3685F40}"/>
                  </a:ext>
                </a:extLst>
              </p:cNvPr>
              <p:cNvSpPr>
                <a:spLocks noChangeShapeType="1"/>
              </p:cNvSpPr>
              <p:nvPr/>
            </p:nvSpPr>
            <p:spPr bwMode="auto">
              <a:xfrm flipH="1">
                <a:off x="4583" y="3468"/>
                <a:ext cx="6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834" name="Freeform 140">
                <a:extLst>
                  <a:ext uri="{FF2B5EF4-FFF2-40B4-BE49-F238E27FC236}">
                    <a16:creationId xmlns:a16="http://schemas.microsoft.com/office/drawing/2014/main" id="{AEA708C3-E49D-FBA4-E40B-BF90016D44E9}"/>
                  </a:ext>
                </a:extLst>
              </p:cNvPr>
              <p:cNvSpPr>
                <a:spLocks/>
              </p:cNvSpPr>
              <p:nvPr/>
            </p:nvSpPr>
            <p:spPr bwMode="auto">
              <a:xfrm>
                <a:off x="4425" y="3491"/>
                <a:ext cx="513" cy="370"/>
              </a:xfrm>
              <a:custGeom>
                <a:avLst/>
                <a:gdLst>
                  <a:gd name="T0" fmla="*/ 0 w 4099"/>
                  <a:gd name="T1" fmla="*/ 0 h 2963"/>
                  <a:gd name="T2" fmla="*/ 0 w 4099"/>
                  <a:gd name="T3" fmla="*/ 0 h 2963"/>
                  <a:gd name="T4" fmla="*/ 0 w 4099"/>
                  <a:gd name="T5" fmla="*/ 0 h 2963"/>
                  <a:gd name="T6" fmla="*/ 0 w 4099"/>
                  <a:gd name="T7" fmla="*/ 0 h 2963"/>
                  <a:gd name="T8" fmla="*/ 0 w 4099"/>
                  <a:gd name="T9" fmla="*/ 0 h 2963"/>
                  <a:gd name="T10" fmla="*/ 0 w 4099"/>
                  <a:gd name="T11" fmla="*/ 0 h 2963"/>
                  <a:gd name="T12" fmla="*/ 0 w 4099"/>
                  <a:gd name="T13" fmla="*/ 0 h 2963"/>
                  <a:gd name="T14" fmla="*/ 0 w 4099"/>
                  <a:gd name="T15" fmla="*/ 0 h 2963"/>
                  <a:gd name="T16" fmla="*/ 0 60000 65536"/>
                  <a:gd name="T17" fmla="*/ 0 60000 65536"/>
                  <a:gd name="T18" fmla="*/ 0 60000 65536"/>
                  <a:gd name="T19" fmla="*/ 0 60000 65536"/>
                  <a:gd name="T20" fmla="*/ 0 60000 65536"/>
                  <a:gd name="T21" fmla="*/ 0 60000 65536"/>
                  <a:gd name="T22" fmla="*/ 0 60000 65536"/>
                  <a:gd name="T23" fmla="*/ 0 60000 65536"/>
                  <a:gd name="T24" fmla="*/ 0 w 4099"/>
                  <a:gd name="T25" fmla="*/ 0 h 2963"/>
                  <a:gd name="T26" fmla="*/ 4099 w 4099"/>
                  <a:gd name="T27" fmla="*/ 2963 h 29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99" h="2963">
                    <a:moveTo>
                      <a:pt x="581" y="0"/>
                    </a:moveTo>
                    <a:lnTo>
                      <a:pt x="0" y="401"/>
                    </a:lnTo>
                    <a:lnTo>
                      <a:pt x="0" y="2778"/>
                    </a:lnTo>
                    <a:lnTo>
                      <a:pt x="1702" y="2963"/>
                    </a:lnTo>
                    <a:lnTo>
                      <a:pt x="4032" y="2709"/>
                    </a:lnTo>
                    <a:lnTo>
                      <a:pt x="4055" y="2691"/>
                    </a:lnTo>
                    <a:lnTo>
                      <a:pt x="4099" y="2617"/>
                    </a:lnTo>
                    <a:lnTo>
                      <a:pt x="4099" y="1812"/>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35" name="Freeform 141">
                <a:extLst>
                  <a:ext uri="{FF2B5EF4-FFF2-40B4-BE49-F238E27FC236}">
                    <a16:creationId xmlns:a16="http://schemas.microsoft.com/office/drawing/2014/main" id="{86ECC41C-95FA-EFB2-36E9-615F16A69CDC}"/>
                  </a:ext>
                </a:extLst>
              </p:cNvPr>
              <p:cNvSpPr>
                <a:spLocks/>
              </p:cNvSpPr>
              <p:nvPr/>
            </p:nvSpPr>
            <p:spPr bwMode="auto">
              <a:xfrm>
                <a:off x="4629" y="3468"/>
                <a:ext cx="9" cy="393"/>
              </a:xfrm>
              <a:custGeom>
                <a:avLst/>
                <a:gdLst>
                  <a:gd name="T0" fmla="*/ 0 w 70"/>
                  <a:gd name="T1" fmla="*/ 0 h 3147"/>
                  <a:gd name="T2" fmla="*/ 0 w 70"/>
                  <a:gd name="T3" fmla="*/ 0 h 3147"/>
                  <a:gd name="T4" fmla="*/ 0 w 70"/>
                  <a:gd name="T5" fmla="*/ 0 h 3147"/>
                  <a:gd name="T6" fmla="*/ 0 w 70"/>
                  <a:gd name="T7" fmla="*/ 0 h 3147"/>
                  <a:gd name="T8" fmla="*/ 0 60000 65536"/>
                  <a:gd name="T9" fmla="*/ 0 60000 65536"/>
                  <a:gd name="T10" fmla="*/ 0 60000 65536"/>
                  <a:gd name="T11" fmla="*/ 0 60000 65536"/>
                  <a:gd name="T12" fmla="*/ 0 w 70"/>
                  <a:gd name="T13" fmla="*/ 0 h 3147"/>
                  <a:gd name="T14" fmla="*/ 70 w 70"/>
                  <a:gd name="T15" fmla="*/ 3147 h 3147"/>
                </a:gdLst>
                <a:ahLst/>
                <a:cxnLst>
                  <a:cxn ang="T8">
                    <a:pos x="T0" y="T1"/>
                  </a:cxn>
                  <a:cxn ang="T9">
                    <a:pos x="T2" y="T3"/>
                  </a:cxn>
                  <a:cxn ang="T10">
                    <a:pos x="T4" y="T5"/>
                  </a:cxn>
                  <a:cxn ang="T11">
                    <a:pos x="T6" y="T7"/>
                  </a:cxn>
                </a:cxnLst>
                <a:rect l="T12" t="T13" r="T14" b="T15"/>
                <a:pathLst>
                  <a:path w="70" h="3147">
                    <a:moveTo>
                      <a:pt x="70" y="0"/>
                    </a:moveTo>
                    <a:lnTo>
                      <a:pt x="0" y="92"/>
                    </a:lnTo>
                    <a:lnTo>
                      <a:pt x="0" y="3035"/>
                    </a:lnTo>
                    <a:lnTo>
                      <a:pt x="70" y="3147"/>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36" name="Freeform 142">
                <a:extLst>
                  <a:ext uri="{FF2B5EF4-FFF2-40B4-BE49-F238E27FC236}">
                    <a16:creationId xmlns:a16="http://schemas.microsoft.com/office/drawing/2014/main" id="{530A335A-132C-1380-9A2C-FC7771930050}"/>
                  </a:ext>
                </a:extLst>
              </p:cNvPr>
              <p:cNvSpPr>
                <a:spLocks/>
              </p:cNvSpPr>
              <p:nvPr/>
            </p:nvSpPr>
            <p:spPr bwMode="auto">
              <a:xfrm>
                <a:off x="4869" y="3836"/>
                <a:ext cx="120" cy="105"/>
              </a:xfrm>
              <a:custGeom>
                <a:avLst/>
                <a:gdLst>
                  <a:gd name="T0" fmla="*/ 0 w 962"/>
                  <a:gd name="T1" fmla="*/ 0 h 840"/>
                  <a:gd name="T2" fmla="*/ 0 w 962"/>
                  <a:gd name="T3" fmla="*/ 0 h 840"/>
                  <a:gd name="T4" fmla="*/ 0 w 962"/>
                  <a:gd name="T5" fmla="*/ 0 h 840"/>
                  <a:gd name="T6" fmla="*/ 0 60000 65536"/>
                  <a:gd name="T7" fmla="*/ 0 60000 65536"/>
                  <a:gd name="T8" fmla="*/ 0 60000 65536"/>
                  <a:gd name="T9" fmla="*/ 0 w 962"/>
                  <a:gd name="T10" fmla="*/ 0 h 840"/>
                  <a:gd name="T11" fmla="*/ 962 w 962"/>
                  <a:gd name="T12" fmla="*/ 840 h 840"/>
                </a:gdLst>
                <a:ahLst/>
                <a:cxnLst>
                  <a:cxn ang="T6">
                    <a:pos x="T0" y="T1"/>
                  </a:cxn>
                  <a:cxn ang="T7">
                    <a:pos x="T2" y="T3"/>
                  </a:cxn>
                  <a:cxn ang="T8">
                    <a:pos x="T4" y="T5"/>
                  </a:cxn>
                </a:cxnLst>
                <a:rect l="T9" t="T10" r="T11" b="T12"/>
                <a:pathLst>
                  <a:path w="962" h="840">
                    <a:moveTo>
                      <a:pt x="0" y="0"/>
                    </a:moveTo>
                    <a:lnTo>
                      <a:pt x="962" y="73"/>
                    </a:lnTo>
                    <a:lnTo>
                      <a:pt x="962" y="84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37" name="Freeform 143">
                <a:extLst>
                  <a:ext uri="{FF2B5EF4-FFF2-40B4-BE49-F238E27FC236}">
                    <a16:creationId xmlns:a16="http://schemas.microsoft.com/office/drawing/2014/main" id="{1B2B0455-1784-7399-96AA-B7BC2E6E8474}"/>
                  </a:ext>
                </a:extLst>
              </p:cNvPr>
              <p:cNvSpPr>
                <a:spLocks/>
              </p:cNvSpPr>
              <p:nvPr/>
            </p:nvSpPr>
            <p:spPr bwMode="auto">
              <a:xfrm>
                <a:off x="4340" y="3843"/>
                <a:ext cx="649" cy="51"/>
              </a:xfrm>
              <a:custGeom>
                <a:avLst/>
                <a:gdLst>
                  <a:gd name="T0" fmla="*/ 0 w 5194"/>
                  <a:gd name="T1" fmla="*/ 0 h 407"/>
                  <a:gd name="T2" fmla="*/ 0 w 5194"/>
                  <a:gd name="T3" fmla="*/ 0 h 407"/>
                  <a:gd name="T4" fmla="*/ 0 w 5194"/>
                  <a:gd name="T5" fmla="*/ 0 h 407"/>
                  <a:gd name="T6" fmla="*/ 0 w 5194"/>
                  <a:gd name="T7" fmla="*/ 0 h 407"/>
                  <a:gd name="T8" fmla="*/ 0 60000 65536"/>
                  <a:gd name="T9" fmla="*/ 0 60000 65536"/>
                  <a:gd name="T10" fmla="*/ 0 60000 65536"/>
                  <a:gd name="T11" fmla="*/ 0 60000 65536"/>
                  <a:gd name="T12" fmla="*/ 0 w 5194"/>
                  <a:gd name="T13" fmla="*/ 0 h 407"/>
                  <a:gd name="T14" fmla="*/ 5194 w 5194"/>
                  <a:gd name="T15" fmla="*/ 407 h 407"/>
                </a:gdLst>
                <a:ahLst/>
                <a:cxnLst>
                  <a:cxn ang="T8">
                    <a:pos x="T0" y="T1"/>
                  </a:cxn>
                  <a:cxn ang="T9">
                    <a:pos x="T2" y="T3"/>
                  </a:cxn>
                  <a:cxn ang="T10">
                    <a:pos x="T4" y="T5"/>
                  </a:cxn>
                  <a:cxn ang="T11">
                    <a:pos x="T6" y="T7"/>
                  </a:cxn>
                </a:cxnLst>
                <a:rect l="T12" t="T13" r="T14" b="T15"/>
                <a:pathLst>
                  <a:path w="5194" h="407">
                    <a:moveTo>
                      <a:pt x="5194" y="23"/>
                    </a:moveTo>
                    <a:lnTo>
                      <a:pt x="2270" y="407"/>
                    </a:lnTo>
                    <a:lnTo>
                      <a:pt x="0" y="150"/>
                    </a:lnTo>
                    <a:lnTo>
                      <a:pt x="1026"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38" name="Freeform 144">
                <a:extLst>
                  <a:ext uri="{FF2B5EF4-FFF2-40B4-BE49-F238E27FC236}">
                    <a16:creationId xmlns:a16="http://schemas.microsoft.com/office/drawing/2014/main" id="{8D1ED882-82CB-34ED-9108-3C1E3456D232}"/>
                  </a:ext>
                </a:extLst>
              </p:cNvPr>
              <p:cNvSpPr>
                <a:spLocks/>
              </p:cNvSpPr>
              <p:nvPr/>
            </p:nvSpPr>
            <p:spPr bwMode="auto">
              <a:xfrm>
                <a:off x="4340" y="3861"/>
                <a:ext cx="283" cy="149"/>
              </a:xfrm>
              <a:custGeom>
                <a:avLst/>
                <a:gdLst>
                  <a:gd name="T0" fmla="*/ 0 w 2270"/>
                  <a:gd name="T1" fmla="*/ 0 h 1187"/>
                  <a:gd name="T2" fmla="*/ 0 w 2270"/>
                  <a:gd name="T3" fmla="*/ 0 h 1187"/>
                  <a:gd name="T4" fmla="*/ 0 w 2270"/>
                  <a:gd name="T5" fmla="*/ 0 h 1187"/>
                  <a:gd name="T6" fmla="*/ 0 w 2270"/>
                  <a:gd name="T7" fmla="*/ 0 h 1187"/>
                  <a:gd name="T8" fmla="*/ 0 60000 65536"/>
                  <a:gd name="T9" fmla="*/ 0 60000 65536"/>
                  <a:gd name="T10" fmla="*/ 0 60000 65536"/>
                  <a:gd name="T11" fmla="*/ 0 60000 65536"/>
                  <a:gd name="T12" fmla="*/ 0 w 2270"/>
                  <a:gd name="T13" fmla="*/ 0 h 1187"/>
                  <a:gd name="T14" fmla="*/ 2270 w 2270"/>
                  <a:gd name="T15" fmla="*/ 1187 h 1187"/>
                </a:gdLst>
                <a:ahLst/>
                <a:cxnLst>
                  <a:cxn ang="T8">
                    <a:pos x="T0" y="T1"/>
                  </a:cxn>
                  <a:cxn ang="T9">
                    <a:pos x="T2" y="T3"/>
                  </a:cxn>
                  <a:cxn ang="T10">
                    <a:pos x="T4" y="T5"/>
                  </a:cxn>
                  <a:cxn ang="T11">
                    <a:pos x="T6" y="T7"/>
                  </a:cxn>
                </a:cxnLst>
                <a:rect l="T12" t="T13" r="T14" b="T15"/>
                <a:pathLst>
                  <a:path w="2270" h="1187">
                    <a:moveTo>
                      <a:pt x="0" y="0"/>
                    </a:moveTo>
                    <a:lnTo>
                      <a:pt x="0" y="876"/>
                    </a:lnTo>
                    <a:lnTo>
                      <a:pt x="2270" y="1187"/>
                    </a:lnTo>
                    <a:lnTo>
                      <a:pt x="2270" y="257"/>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39" name="Line 145">
                <a:extLst>
                  <a:ext uri="{FF2B5EF4-FFF2-40B4-BE49-F238E27FC236}">
                    <a16:creationId xmlns:a16="http://schemas.microsoft.com/office/drawing/2014/main" id="{5E9F2A45-31C8-FDD4-3281-B7E1B1A0497E}"/>
                  </a:ext>
                </a:extLst>
              </p:cNvPr>
              <p:cNvSpPr>
                <a:spLocks noChangeShapeType="1"/>
              </p:cNvSpPr>
              <p:nvPr/>
            </p:nvSpPr>
            <p:spPr bwMode="auto">
              <a:xfrm flipH="1">
                <a:off x="4982" y="4003"/>
                <a:ext cx="94" cy="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840" name="Freeform 146">
                <a:extLst>
                  <a:ext uri="{FF2B5EF4-FFF2-40B4-BE49-F238E27FC236}">
                    <a16:creationId xmlns:a16="http://schemas.microsoft.com/office/drawing/2014/main" id="{69833630-0D55-7494-8028-28BF21140A39}"/>
                  </a:ext>
                </a:extLst>
              </p:cNvPr>
              <p:cNvSpPr>
                <a:spLocks/>
              </p:cNvSpPr>
              <p:nvPr/>
            </p:nvSpPr>
            <p:spPr bwMode="auto">
              <a:xfrm>
                <a:off x="4633" y="3969"/>
                <a:ext cx="205" cy="77"/>
              </a:xfrm>
              <a:custGeom>
                <a:avLst/>
                <a:gdLst>
                  <a:gd name="T0" fmla="*/ 0 w 1644"/>
                  <a:gd name="T1" fmla="*/ 0 h 620"/>
                  <a:gd name="T2" fmla="*/ 0 w 1644"/>
                  <a:gd name="T3" fmla="*/ 0 h 620"/>
                  <a:gd name="T4" fmla="*/ 0 w 1644"/>
                  <a:gd name="T5" fmla="*/ 0 h 620"/>
                  <a:gd name="T6" fmla="*/ 0 w 1644"/>
                  <a:gd name="T7" fmla="*/ 0 h 620"/>
                  <a:gd name="T8" fmla="*/ 0 60000 65536"/>
                  <a:gd name="T9" fmla="*/ 0 60000 65536"/>
                  <a:gd name="T10" fmla="*/ 0 60000 65536"/>
                  <a:gd name="T11" fmla="*/ 0 60000 65536"/>
                  <a:gd name="T12" fmla="*/ 0 w 1644"/>
                  <a:gd name="T13" fmla="*/ 0 h 620"/>
                  <a:gd name="T14" fmla="*/ 1644 w 1644"/>
                  <a:gd name="T15" fmla="*/ 620 h 620"/>
                </a:gdLst>
                <a:ahLst/>
                <a:cxnLst>
                  <a:cxn ang="T8">
                    <a:pos x="T0" y="T1"/>
                  </a:cxn>
                  <a:cxn ang="T9">
                    <a:pos x="T2" y="T3"/>
                  </a:cxn>
                  <a:cxn ang="T10">
                    <a:pos x="T4" y="T5"/>
                  </a:cxn>
                  <a:cxn ang="T11">
                    <a:pos x="T6" y="T7"/>
                  </a:cxn>
                </a:cxnLst>
                <a:rect l="T12" t="T13" r="T14" b="T15"/>
                <a:pathLst>
                  <a:path w="1644" h="620">
                    <a:moveTo>
                      <a:pt x="1644" y="567"/>
                    </a:moveTo>
                    <a:lnTo>
                      <a:pt x="1245" y="620"/>
                    </a:lnTo>
                    <a:lnTo>
                      <a:pt x="0" y="183"/>
                    </a:lnTo>
                    <a:lnTo>
                      <a:pt x="1301"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41" name="Freeform 147">
                <a:extLst>
                  <a:ext uri="{FF2B5EF4-FFF2-40B4-BE49-F238E27FC236}">
                    <a16:creationId xmlns:a16="http://schemas.microsoft.com/office/drawing/2014/main" id="{8E3B53EC-558B-F748-4DA7-8C7695206782}"/>
                  </a:ext>
                </a:extLst>
              </p:cNvPr>
              <p:cNvSpPr>
                <a:spLocks/>
              </p:cNvSpPr>
              <p:nvPr/>
            </p:nvSpPr>
            <p:spPr bwMode="auto">
              <a:xfrm>
                <a:off x="4957" y="3937"/>
                <a:ext cx="142" cy="18"/>
              </a:xfrm>
              <a:custGeom>
                <a:avLst/>
                <a:gdLst>
                  <a:gd name="T0" fmla="*/ 0 w 1134"/>
                  <a:gd name="T1" fmla="*/ 0 h 143"/>
                  <a:gd name="T2" fmla="*/ 0 w 1134"/>
                  <a:gd name="T3" fmla="*/ 0 h 143"/>
                  <a:gd name="T4" fmla="*/ 0 w 1134"/>
                  <a:gd name="T5" fmla="*/ 0 h 143"/>
                  <a:gd name="T6" fmla="*/ 0 60000 65536"/>
                  <a:gd name="T7" fmla="*/ 0 60000 65536"/>
                  <a:gd name="T8" fmla="*/ 0 60000 65536"/>
                  <a:gd name="T9" fmla="*/ 0 w 1134"/>
                  <a:gd name="T10" fmla="*/ 0 h 143"/>
                  <a:gd name="T11" fmla="*/ 1134 w 1134"/>
                  <a:gd name="T12" fmla="*/ 143 h 143"/>
                </a:gdLst>
                <a:ahLst/>
                <a:cxnLst>
                  <a:cxn ang="T6">
                    <a:pos x="T0" y="T1"/>
                  </a:cxn>
                  <a:cxn ang="T7">
                    <a:pos x="T2" y="T3"/>
                  </a:cxn>
                  <a:cxn ang="T8">
                    <a:pos x="T4" y="T5"/>
                  </a:cxn>
                </a:cxnLst>
                <a:rect l="T9" t="T10" r="T11" b="T12"/>
                <a:pathLst>
                  <a:path w="1134" h="143">
                    <a:moveTo>
                      <a:pt x="0" y="73"/>
                    </a:moveTo>
                    <a:lnTo>
                      <a:pt x="620" y="0"/>
                    </a:lnTo>
                    <a:lnTo>
                      <a:pt x="1134" y="143"/>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42" name="Freeform 148">
                <a:extLst>
                  <a:ext uri="{FF2B5EF4-FFF2-40B4-BE49-F238E27FC236}">
                    <a16:creationId xmlns:a16="http://schemas.microsoft.com/office/drawing/2014/main" id="{05BADA9D-D929-BB79-8B2D-826D5C3F3466}"/>
                  </a:ext>
                </a:extLst>
              </p:cNvPr>
              <p:cNvSpPr>
                <a:spLocks/>
              </p:cNvSpPr>
              <p:nvPr/>
            </p:nvSpPr>
            <p:spPr bwMode="auto">
              <a:xfrm>
                <a:off x="4627" y="3992"/>
                <a:ext cx="163" cy="70"/>
              </a:xfrm>
              <a:custGeom>
                <a:avLst/>
                <a:gdLst>
                  <a:gd name="T0" fmla="*/ 0 w 1305"/>
                  <a:gd name="T1" fmla="*/ 0 h 567"/>
                  <a:gd name="T2" fmla="*/ 0 w 1305"/>
                  <a:gd name="T3" fmla="*/ 0 h 567"/>
                  <a:gd name="T4" fmla="*/ 0 w 1305"/>
                  <a:gd name="T5" fmla="*/ 0 h 567"/>
                  <a:gd name="T6" fmla="*/ 0 w 1305"/>
                  <a:gd name="T7" fmla="*/ 0 h 567"/>
                  <a:gd name="T8" fmla="*/ 0 60000 65536"/>
                  <a:gd name="T9" fmla="*/ 0 60000 65536"/>
                  <a:gd name="T10" fmla="*/ 0 60000 65536"/>
                  <a:gd name="T11" fmla="*/ 0 60000 65536"/>
                  <a:gd name="T12" fmla="*/ 0 w 1305"/>
                  <a:gd name="T13" fmla="*/ 0 h 567"/>
                  <a:gd name="T14" fmla="*/ 1305 w 1305"/>
                  <a:gd name="T15" fmla="*/ 567 h 567"/>
                </a:gdLst>
                <a:ahLst/>
                <a:cxnLst>
                  <a:cxn ang="T8">
                    <a:pos x="T0" y="T1"/>
                  </a:cxn>
                  <a:cxn ang="T9">
                    <a:pos x="T2" y="T3"/>
                  </a:cxn>
                  <a:cxn ang="T10">
                    <a:pos x="T4" y="T5"/>
                  </a:cxn>
                  <a:cxn ang="T11">
                    <a:pos x="T6" y="T7"/>
                  </a:cxn>
                </a:cxnLst>
                <a:rect l="T12" t="T13" r="T14" b="T15"/>
                <a:pathLst>
                  <a:path w="1305" h="567">
                    <a:moveTo>
                      <a:pt x="28" y="0"/>
                    </a:moveTo>
                    <a:lnTo>
                      <a:pt x="0" y="255"/>
                    </a:lnTo>
                    <a:lnTo>
                      <a:pt x="1277" y="567"/>
                    </a:lnTo>
                    <a:lnTo>
                      <a:pt x="1305" y="437"/>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43" name="Line 149">
                <a:extLst>
                  <a:ext uri="{FF2B5EF4-FFF2-40B4-BE49-F238E27FC236}">
                    <a16:creationId xmlns:a16="http://schemas.microsoft.com/office/drawing/2014/main" id="{617D5460-4E8F-2966-4F71-A31227278FB7}"/>
                  </a:ext>
                </a:extLst>
              </p:cNvPr>
              <p:cNvSpPr>
                <a:spLocks noChangeShapeType="1"/>
              </p:cNvSpPr>
              <p:nvPr/>
            </p:nvSpPr>
            <p:spPr bwMode="auto">
              <a:xfrm flipV="1">
                <a:off x="4787" y="4054"/>
                <a:ext cx="60"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844" name="Freeform 150">
                <a:extLst>
                  <a:ext uri="{FF2B5EF4-FFF2-40B4-BE49-F238E27FC236}">
                    <a16:creationId xmlns:a16="http://schemas.microsoft.com/office/drawing/2014/main" id="{B6D897C3-A1A0-5B29-3F60-49FDE9E04289}"/>
                  </a:ext>
                </a:extLst>
              </p:cNvPr>
              <p:cNvSpPr>
                <a:spLocks/>
              </p:cNvSpPr>
              <p:nvPr/>
            </p:nvSpPr>
            <p:spPr bwMode="auto">
              <a:xfrm>
                <a:off x="4179" y="3970"/>
                <a:ext cx="162" cy="324"/>
              </a:xfrm>
              <a:custGeom>
                <a:avLst/>
                <a:gdLst>
                  <a:gd name="T0" fmla="*/ 0 w 1293"/>
                  <a:gd name="T1" fmla="*/ 0 h 2592"/>
                  <a:gd name="T2" fmla="*/ 0 w 1293"/>
                  <a:gd name="T3" fmla="*/ 0 h 2592"/>
                  <a:gd name="T4" fmla="*/ 0 w 1293"/>
                  <a:gd name="T5" fmla="*/ 0 h 2592"/>
                  <a:gd name="T6" fmla="*/ 0 60000 65536"/>
                  <a:gd name="T7" fmla="*/ 0 60000 65536"/>
                  <a:gd name="T8" fmla="*/ 0 60000 65536"/>
                  <a:gd name="T9" fmla="*/ 0 w 1293"/>
                  <a:gd name="T10" fmla="*/ 0 h 2592"/>
                  <a:gd name="T11" fmla="*/ 1293 w 1293"/>
                  <a:gd name="T12" fmla="*/ 2592 h 2592"/>
                </a:gdLst>
                <a:ahLst/>
                <a:cxnLst>
                  <a:cxn ang="T6">
                    <a:pos x="T0" y="T1"/>
                  </a:cxn>
                  <a:cxn ang="T7">
                    <a:pos x="T2" y="T3"/>
                  </a:cxn>
                  <a:cxn ang="T8">
                    <a:pos x="T4" y="T5"/>
                  </a:cxn>
                </a:cxnLst>
                <a:rect l="T9" t="T10" r="T11" b="T12"/>
                <a:pathLst>
                  <a:path w="1293" h="2592">
                    <a:moveTo>
                      <a:pt x="1293" y="0"/>
                    </a:moveTo>
                    <a:lnTo>
                      <a:pt x="0" y="235"/>
                    </a:lnTo>
                    <a:lnTo>
                      <a:pt x="0" y="2592"/>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45" name="Freeform 151">
                <a:extLst>
                  <a:ext uri="{FF2B5EF4-FFF2-40B4-BE49-F238E27FC236}">
                    <a16:creationId xmlns:a16="http://schemas.microsoft.com/office/drawing/2014/main" id="{BF8250CA-A2A5-DE7B-7A92-3C9DA9C072D0}"/>
                  </a:ext>
                </a:extLst>
              </p:cNvPr>
              <p:cNvSpPr>
                <a:spLocks/>
              </p:cNvSpPr>
              <p:nvPr/>
            </p:nvSpPr>
            <p:spPr bwMode="auto">
              <a:xfrm>
                <a:off x="4179" y="3999"/>
                <a:ext cx="684" cy="91"/>
              </a:xfrm>
              <a:custGeom>
                <a:avLst/>
                <a:gdLst>
                  <a:gd name="T0" fmla="*/ 0 w 5474"/>
                  <a:gd name="T1" fmla="*/ 0 h 732"/>
                  <a:gd name="T2" fmla="*/ 0 w 5474"/>
                  <a:gd name="T3" fmla="*/ 0 h 732"/>
                  <a:gd name="T4" fmla="*/ 0 w 5474"/>
                  <a:gd name="T5" fmla="*/ 0 h 732"/>
                  <a:gd name="T6" fmla="*/ 0 60000 65536"/>
                  <a:gd name="T7" fmla="*/ 0 60000 65536"/>
                  <a:gd name="T8" fmla="*/ 0 60000 65536"/>
                  <a:gd name="T9" fmla="*/ 0 w 5474"/>
                  <a:gd name="T10" fmla="*/ 0 h 732"/>
                  <a:gd name="T11" fmla="*/ 5474 w 5474"/>
                  <a:gd name="T12" fmla="*/ 732 h 732"/>
                </a:gdLst>
                <a:ahLst/>
                <a:cxnLst>
                  <a:cxn ang="T6">
                    <a:pos x="T0" y="T1"/>
                  </a:cxn>
                  <a:cxn ang="T7">
                    <a:pos x="T2" y="T3"/>
                  </a:cxn>
                  <a:cxn ang="T8">
                    <a:pos x="T4" y="T5"/>
                  </a:cxn>
                </a:cxnLst>
                <a:rect l="T9" t="T10" r="T11" b="T12"/>
                <a:pathLst>
                  <a:path w="5474" h="732">
                    <a:moveTo>
                      <a:pt x="0" y="0"/>
                    </a:moveTo>
                    <a:lnTo>
                      <a:pt x="4553" y="732"/>
                    </a:lnTo>
                    <a:lnTo>
                      <a:pt x="5474" y="567"/>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46" name="Line 152">
                <a:extLst>
                  <a:ext uri="{FF2B5EF4-FFF2-40B4-BE49-F238E27FC236}">
                    <a16:creationId xmlns:a16="http://schemas.microsoft.com/office/drawing/2014/main" id="{E4880290-7298-E607-3788-22F21A994DB0}"/>
                  </a:ext>
                </a:extLst>
              </p:cNvPr>
              <p:cNvSpPr>
                <a:spLocks noChangeShapeType="1"/>
              </p:cNvSpPr>
              <p:nvPr/>
            </p:nvSpPr>
            <p:spPr bwMode="auto">
              <a:xfrm>
                <a:off x="4748" y="4093"/>
                <a:ext cx="1" cy="20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847" name="Freeform 153">
                <a:extLst>
                  <a:ext uri="{FF2B5EF4-FFF2-40B4-BE49-F238E27FC236}">
                    <a16:creationId xmlns:a16="http://schemas.microsoft.com/office/drawing/2014/main" id="{34132C29-7FF2-50DE-E30D-920D9FCC7CEC}"/>
                  </a:ext>
                </a:extLst>
              </p:cNvPr>
              <p:cNvSpPr>
                <a:spLocks/>
              </p:cNvSpPr>
              <p:nvPr/>
            </p:nvSpPr>
            <p:spPr bwMode="auto">
              <a:xfrm>
                <a:off x="4414" y="3020"/>
                <a:ext cx="15" cy="15"/>
              </a:xfrm>
              <a:custGeom>
                <a:avLst/>
                <a:gdLst>
                  <a:gd name="T0" fmla="*/ 0 w 122"/>
                  <a:gd name="T1" fmla="*/ 0 h 119"/>
                  <a:gd name="T2" fmla="*/ 0 w 122"/>
                  <a:gd name="T3" fmla="*/ 0 h 119"/>
                  <a:gd name="T4" fmla="*/ 0 w 122"/>
                  <a:gd name="T5" fmla="*/ 0 h 119"/>
                  <a:gd name="T6" fmla="*/ 0 w 122"/>
                  <a:gd name="T7" fmla="*/ 0 h 119"/>
                  <a:gd name="T8" fmla="*/ 0 w 122"/>
                  <a:gd name="T9" fmla="*/ 0 h 119"/>
                  <a:gd name="T10" fmla="*/ 0 w 122"/>
                  <a:gd name="T11" fmla="*/ 0 h 119"/>
                  <a:gd name="T12" fmla="*/ 0 w 122"/>
                  <a:gd name="T13" fmla="*/ 0 h 119"/>
                  <a:gd name="T14" fmla="*/ 0 w 122"/>
                  <a:gd name="T15" fmla="*/ 0 h 119"/>
                  <a:gd name="T16" fmla="*/ 0 w 122"/>
                  <a:gd name="T17" fmla="*/ 0 h 119"/>
                  <a:gd name="T18" fmla="*/ 0 w 122"/>
                  <a:gd name="T19" fmla="*/ 0 h 119"/>
                  <a:gd name="T20" fmla="*/ 0 w 122"/>
                  <a:gd name="T21" fmla="*/ 0 h 119"/>
                  <a:gd name="T22" fmla="*/ 0 w 122"/>
                  <a:gd name="T23" fmla="*/ 0 h 119"/>
                  <a:gd name="T24" fmla="*/ 0 w 122"/>
                  <a:gd name="T25" fmla="*/ 0 h 119"/>
                  <a:gd name="T26" fmla="*/ 0 w 122"/>
                  <a:gd name="T27" fmla="*/ 0 h 119"/>
                  <a:gd name="T28" fmla="*/ 0 w 122"/>
                  <a:gd name="T29" fmla="*/ 0 h 119"/>
                  <a:gd name="T30" fmla="*/ 0 w 122"/>
                  <a:gd name="T31" fmla="*/ 0 h 119"/>
                  <a:gd name="T32" fmla="*/ 0 w 122"/>
                  <a:gd name="T33" fmla="*/ 0 h 119"/>
                  <a:gd name="T34" fmla="*/ 0 w 122"/>
                  <a:gd name="T35" fmla="*/ 0 h 119"/>
                  <a:gd name="T36" fmla="*/ 0 w 122"/>
                  <a:gd name="T37" fmla="*/ 0 h 119"/>
                  <a:gd name="T38" fmla="*/ 0 w 122"/>
                  <a:gd name="T39" fmla="*/ 0 h 119"/>
                  <a:gd name="T40" fmla="*/ 0 w 122"/>
                  <a:gd name="T41" fmla="*/ 0 h 11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22"/>
                  <a:gd name="T64" fmla="*/ 0 h 119"/>
                  <a:gd name="T65" fmla="*/ 122 w 122"/>
                  <a:gd name="T66" fmla="*/ 119 h 11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22" h="119">
                    <a:moveTo>
                      <a:pt x="122" y="57"/>
                    </a:moveTo>
                    <a:lnTo>
                      <a:pt x="117" y="44"/>
                    </a:lnTo>
                    <a:lnTo>
                      <a:pt x="106" y="25"/>
                    </a:lnTo>
                    <a:lnTo>
                      <a:pt x="95" y="13"/>
                    </a:lnTo>
                    <a:lnTo>
                      <a:pt x="76" y="4"/>
                    </a:lnTo>
                    <a:lnTo>
                      <a:pt x="60" y="0"/>
                    </a:lnTo>
                    <a:lnTo>
                      <a:pt x="41" y="4"/>
                    </a:lnTo>
                    <a:lnTo>
                      <a:pt x="25" y="13"/>
                    </a:lnTo>
                    <a:lnTo>
                      <a:pt x="12" y="29"/>
                    </a:lnTo>
                    <a:lnTo>
                      <a:pt x="0" y="44"/>
                    </a:lnTo>
                    <a:lnTo>
                      <a:pt x="0" y="64"/>
                    </a:lnTo>
                    <a:lnTo>
                      <a:pt x="5" y="82"/>
                    </a:lnTo>
                    <a:lnTo>
                      <a:pt x="14" y="99"/>
                    </a:lnTo>
                    <a:lnTo>
                      <a:pt x="27" y="110"/>
                    </a:lnTo>
                    <a:lnTo>
                      <a:pt x="47" y="119"/>
                    </a:lnTo>
                    <a:lnTo>
                      <a:pt x="62" y="119"/>
                    </a:lnTo>
                    <a:lnTo>
                      <a:pt x="83" y="115"/>
                    </a:lnTo>
                    <a:lnTo>
                      <a:pt x="99" y="106"/>
                    </a:lnTo>
                    <a:lnTo>
                      <a:pt x="113" y="92"/>
                    </a:lnTo>
                    <a:lnTo>
                      <a:pt x="120" y="69"/>
                    </a:lnTo>
                    <a:lnTo>
                      <a:pt x="122" y="57"/>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48" name="Freeform 154">
                <a:extLst>
                  <a:ext uri="{FF2B5EF4-FFF2-40B4-BE49-F238E27FC236}">
                    <a16:creationId xmlns:a16="http://schemas.microsoft.com/office/drawing/2014/main" id="{DC1838AB-D5CF-2FA4-7015-EC055C52BC68}"/>
                  </a:ext>
                </a:extLst>
              </p:cNvPr>
              <p:cNvSpPr>
                <a:spLocks/>
              </p:cNvSpPr>
              <p:nvPr/>
            </p:nvSpPr>
            <p:spPr bwMode="auto">
              <a:xfrm>
                <a:off x="4642" y="3482"/>
                <a:ext cx="283" cy="365"/>
              </a:xfrm>
              <a:custGeom>
                <a:avLst/>
                <a:gdLst>
                  <a:gd name="T0" fmla="*/ 0 w 2269"/>
                  <a:gd name="T1" fmla="*/ 0 h 2925"/>
                  <a:gd name="T2" fmla="*/ 0 w 2269"/>
                  <a:gd name="T3" fmla="*/ 0 h 2925"/>
                  <a:gd name="T4" fmla="*/ 0 w 2269"/>
                  <a:gd name="T5" fmla="*/ 0 h 2925"/>
                  <a:gd name="T6" fmla="*/ 0 w 2269"/>
                  <a:gd name="T7" fmla="*/ 0 h 2925"/>
                  <a:gd name="T8" fmla="*/ 0 w 2269"/>
                  <a:gd name="T9" fmla="*/ 0 h 2925"/>
                  <a:gd name="T10" fmla="*/ 0 w 2269"/>
                  <a:gd name="T11" fmla="*/ 0 h 2925"/>
                  <a:gd name="T12" fmla="*/ 0 w 2269"/>
                  <a:gd name="T13" fmla="*/ 0 h 2925"/>
                  <a:gd name="T14" fmla="*/ 0 w 2269"/>
                  <a:gd name="T15" fmla="*/ 0 h 2925"/>
                  <a:gd name="T16" fmla="*/ 0 w 2269"/>
                  <a:gd name="T17" fmla="*/ 0 h 2925"/>
                  <a:gd name="T18" fmla="*/ 0 w 2269"/>
                  <a:gd name="T19" fmla="*/ 0 h 2925"/>
                  <a:gd name="T20" fmla="*/ 0 w 2269"/>
                  <a:gd name="T21" fmla="*/ 0 h 2925"/>
                  <a:gd name="T22" fmla="*/ 0 w 2269"/>
                  <a:gd name="T23" fmla="*/ 0 h 2925"/>
                  <a:gd name="T24" fmla="*/ 0 w 2269"/>
                  <a:gd name="T25" fmla="*/ 0 h 29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69"/>
                  <a:gd name="T40" fmla="*/ 0 h 2925"/>
                  <a:gd name="T41" fmla="*/ 2269 w 2269"/>
                  <a:gd name="T42" fmla="*/ 2925 h 29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69" h="2925">
                    <a:moveTo>
                      <a:pt x="2257" y="1826"/>
                    </a:moveTo>
                    <a:lnTo>
                      <a:pt x="2170" y="1778"/>
                    </a:lnTo>
                    <a:lnTo>
                      <a:pt x="2129" y="1705"/>
                    </a:lnTo>
                    <a:lnTo>
                      <a:pt x="2129" y="1655"/>
                    </a:lnTo>
                    <a:lnTo>
                      <a:pt x="2257" y="1655"/>
                    </a:lnTo>
                    <a:lnTo>
                      <a:pt x="2269" y="1663"/>
                    </a:lnTo>
                    <a:lnTo>
                      <a:pt x="2269" y="0"/>
                    </a:lnTo>
                    <a:lnTo>
                      <a:pt x="0" y="0"/>
                    </a:lnTo>
                    <a:lnTo>
                      <a:pt x="0" y="2910"/>
                    </a:lnTo>
                    <a:lnTo>
                      <a:pt x="26" y="2925"/>
                    </a:lnTo>
                    <a:lnTo>
                      <a:pt x="2269" y="2691"/>
                    </a:lnTo>
                    <a:lnTo>
                      <a:pt x="2269" y="1848"/>
                    </a:lnTo>
                    <a:lnTo>
                      <a:pt x="2257" y="1826"/>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49" name="Freeform 155">
                <a:extLst>
                  <a:ext uri="{FF2B5EF4-FFF2-40B4-BE49-F238E27FC236}">
                    <a16:creationId xmlns:a16="http://schemas.microsoft.com/office/drawing/2014/main" id="{C750017D-CF07-3080-8D40-F7ADA3C0A009}"/>
                  </a:ext>
                </a:extLst>
              </p:cNvPr>
              <p:cNvSpPr>
                <a:spLocks/>
              </p:cNvSpPr>
              <p:nvPr/>
            </p:nvSpPr>
            <p:spPr bwMode="auto">
              <a:xfrm>
                <a:off x="4684" y="3502"/>
                <a:ext cx="209" cy="306"/>
              </a:xfrm>
              <a:custGeom>
                <a:avLst/>
                <a:gdLst>
                  <a:gd name="T0" fmla="*/ 0 w 1679"/>
                  <a:gd name="T1" fmla="*/ 0 h 2450"/>
                  <a:gd name="T2" fmla="*/ 0 w 1679"/>
                  <a:gd name="T3" fmla="*/ 0 h 2450"/>
                  <a:gd name="T4" fmla="*/ 0 w 1679"/>
                  <a:gd name="T5" fmla="*/ 0 h 2450"/>
                  <a:gd name="T6" fmla="*/ 0 w 1679"/>
                  <a:gd name="T7" fmla="*/ 0 h 2450"/>
                  <a:gd name="T8" fmla="*/ 0 w 1679"/>
                  <a:gd name="T9" fmla="*/ 0 h 2450"/>
                  <a:gd name="T10" fmla="*/ 0 w 1679"/>
                  <a:gd name="T11" fmla="*/ 0 h 2450"/>
                  <a:gd name="T12" fmla="*/ 0 w 1679"/>
                  <a:gd name="T13" fmla="*/ 0 h 2450"/>
                  <a:gd name="T14" fmla="*/ 0 w 1679"/>
                  <a:gd name="T15" fmla="*/ 0 h 2450"/>
                  <a:gd name="T16" fmla="*/ 0 w 1679"/>
                  <a:gd name="T17" fmla="*/ 0 h 2450"/>
                  <a:gd name="T18" fmla="*/ 0 w 1679"/>
                  <a:gd name="T19" fmla="*/ 0 h 2450"/>
                  <a:gd name="T20" fmla="*/ 0 w 1679"/>
                  <a:gd name="T21" fmla="*/ 0 h 2450"/>
                  <a:gd name="T22" fmla="*/ 0 w 1679"/>
                  <a:gd name="T23" fmla="*/ 0 h 2450"/>
                  <a:gd name="T24" fmla="*/ 0 w 1679"/>
                  <a:gd name="T25" fmla="*/ 0 h 2450"/>
                  <a:gd name="T26" fmla="*/ 0 w 1679"/>
                  <a:gd name="T27" fmla="*/ 0 h 2450"/>
                  <a:gd name="T28" fmla="*/ 0 w 1679"/>
                  <a:gd name="T29" fmla="*/ 0 h 2450"/>
                  <a:gd name="T30" fmla="*/ 0 w 1679"/>
                  <a:gd name="T31" fmla="*/ 0 h 2450"/>
                  <a:gd name="T32" fmla="*/ 0 w 1679"/>
                  <a:gd name="T33" fmla="*/ 0 h 2450"/>
                  <a:gd name="T34" fmla="*/ 0 w 1679"/>
                  <a:gd name="T35" fmla="*/ 0 h 2450"/>
                  <a:gd name="T36" fmla="*/ 0 w 1679"/>
                  <a:gd name="T37" fmla="*/ 0 h 2450"/>
                  <a:gd name="T38" fmla="*/ 0 w 1679"/>
                  <a:gd name="T39" fmla="*/ 0 h 2450"/>
                  <a:gd name="T40" fmla="*/ 0 w 1679"/>
                  <a:gd name="T41" fmla="*/ 0 h 2450"/>
                  <a:gd name="T42" fmla="*/ 0 w 1679"/>
                  <a:gd name="T43" fmla="*/ 0 h 2450"/>
                  <a:gd name="T44" fmla="*/ 0 w 1679"/>
                  <a:gd name="T45" fmla="*/ 0 h 2450"/>
                  <a:gd name="T46" fmla="*/ 0 w 1679"/>
                  <a:gd name="T47" fmla="*/ 0 h 2450"/>
                  <a:gd name="T48" fmla="*/ 0 w 1679"/>
                  <a:gd name="T49" fmla="*/ 0 h 2450"/>
                  <a:gd name="T50" fmla="*/ 0 w 1679"/>
                  <a:gd name="T51" fmla="*/ 0 h 2450"/>
                  <a:gd name="T52" fmla="*/ 0 w 1679"/>
                  <a:gd name="T53" fmla="*/ 0 h 2450"/>
                  <a:gd name="T54" fmla="*/ 0 w 1679"/>
                  <a:gd name="T55" fmla="*/ 0 h 2450"/>
                  <a:gd name="T56" fmla="*/ 0 w 1679"/>
                  <a:gd name="T57" fmla="*/ 0 h 2450"/>
                  <a:gd name="T58" fmla="*/ 0 w 1679"/>
                  <a:gd name="T59" fmla="*/ 0 h 2450"/>
                  <a:gd name="T60" fmla="*/ 0 w 1679"/>
                  <a:gd name="T61" fmla="*/ 0 h 2450"/>
                  <a:gd name="T62" fmla="*/ 0 w 1679"/>
                  <a:gd name="T63" fmla="*/ 0 h 2450"/>
                  <a:gd name="T64" fmla="*/ 0 w 1679"/>
                  <a:gd name="T65" fmla="*/ 0 h 2450"/>
                  <a:gd name="T66" fmla="*/ 0 w 1679"/>
                  <a:gd name="T67" fmla="*/ 0 h 2450"/>
                  <a:gd name="T68" fmla="*/ 0 w 1679"/>
                  <a:gd name="T69" fmla="*/ 0 h 2450"/>
                  <a:gd name="T70" fmla="*/ 0 w 1679"/>
                  <a:gd name="T71" fmla="*/ 0 h 2450"/>
                  <a:gd name="T72" fmla="*/ 0 w 1679"/>
                  <a:gd name="T73" fmla="*/ 0 h 2450"/>
                  <a:gd name="T74" fmla="*/ 0 w 1679"/>
                  <a:gd name="T75" fmla="*/ 0 h 2450"/>
                  <a:gd name="T76" fmla="*/ 0 w 1679"/>
                  <a:gd name="T77" fmla="*/ 0 h 2450"/>
                  <a:gd name="T78" fmla="*/ 0 w 1679"/>
                  <a:gd name="T79" fmla="*/ 0 h 2450"/>
                  <a:gd name="T80" fmla="*/ 0 w 1679"/>
                  <a:gd name="T81" fmla="*/ 0 h 2450"/>
                  <a:gd name="T82" fmla="*/ 0 w 1679"/>
                  <a:gd name="T83" fmla="*/ 0 h 2450"/>
                  <a:gd name="T84" fmla="*/ 0 w 1679"/>
                  <a:gd name="T85" fmla="*/ 0 h 2450"/>
                  <a:gd name="T86" fmla="*/ 0 w 1679"/>
                  <a:gd name="T87" fmla="*/ 0 h 2450"/>
                  <a:gd name="T88" fmla="*/ 0 w 1679"/>
                  <a:gd name="T89" fmla="*/ 0 h 245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679"/>
                  <a:gd name="T136" fmla="*/ 0 h 2450"/>
                  <a:gd name="T137" fmla="*/ 1679 w 1679"/>
                  <a:gd name="T138" fmla="*/ 2450 h 245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679" h="2450">
                    <a:moveTo>
                      <a:pt x="1679" y="1226"/>
                    </a:moveTo>
                    <a:lnTo>
                      <a:pt x="1672" y="1139"/>
                    </a:lnTo>
                    <a:lnTo>
                      <a:pt x="1666" y="1053"/>
                    </a:lnTo>
                    <a:lnTo>
                      <a:pt x="1654" y="970"/>
                    </a:lnTo>
                    <a:lnTo>
                      <a:pt x="1644" y="887"/>
                    </a:lnTo>
                    <a:lnTo>
                      <a:pt x="1622" y="802"/>
                    </a:lnTo>
                    <a:lnTo>
                      <a:pt x="1597" y="723"/>
                    </a:lnTo>
                    <a:lnTo>
                      <a:pt x="1576" y="649"/>
                    </a:lnTo>
                    <a:lnTo>
                      <a:pt x="1547" y="572"/>
                    </a:lnTo>
                    <a:lnTo>
                      <a:pt x="1511" y="500"/>
                    </a:lnTo>
                    <a:lnTo>
                      <a:pt x="1477" y="431"/>
                    </a:lnTo>
                    <a:lnTo>
                      <a:pt x="1439" y="371"/>
                    </a:lnTo>
                    <a:lnTo>
                      <a:pt x="1396" y="308"/>
                    </a:lnTo>
                    <a:lnTo>
                      <a:pt x="1349" y="258"/>
                    </a:lnTo>
                    <a:lnTo>
                      <a:pt x="1303" y="205"/>
                    </a:lnTo>
                    <a:lnTo>
                      <a:pt x="1253" y="159"/>
                    </a:lnTo>
                    <a:lnTo>
                      <a:pt x="1200" y="117"/>
                    </a:lnTo>
                    <a:lnTo>
                      <a:pt x="1145" y="87"/>
                    </a:lnTo>
                    <a:lnTo>
                      <a:pt x="1085" y="55"/>
                    </a:lnTo>
                    <a:lnTo>
                      <a:pt x="1031" y="36"/>
                    </a:lnTo>
                    <a:lnTo>
                      <a:pt x="974" y="20"/>
                    </a:lnTo>
                    <a:lnTo>
                      <a:pt x="914" y="7"/>
                    </a:lnTo>
                    <a:lnTo>
                      <a:pt x="857" y="0"/>
                    </a:lnTo>
                    <a:lnTo>
                      <a:pt x="804" y="4"/>
                    </a:lnTo>
                    <a:lnTo>
                      <a:pt x="741" y="9"/>
                    </a:lnTo>
                    <a:lnTo>
                      <a:pt x="683" y="20"/>
                    </a:lnTo>
                    <a:lnTo>
                      <a:pt x="621" y="40"/>
                    </a:lnTo>
                    <a:lnTo>
                      <a:pt x="566" y="64"/>
                    </a:lnTo>
                    <a:lnTo>
                      <a:pt x="512" y="92"/>
                    </a:lnTo>
                    <a:lnTo>
                      <a:pt x="459" y="130"/>
                    </a:lnTo>
                    <a:lnTo>
                      <a:pt x="404" y="172"/>
                    </a:lnTo>
                    <a:lnTo>
                      <a:pt x="356" y="216"/>
                    </a:lnTo>
                    <a:lnTo>
                      <a:pt x="310" y="273"/>
                    </a:lnTo>
                    <a:lnTo>
                      <a:pt x="266" y="325"/>
                    </a:lnTo>
                    <a:lnTo>
                      <a:pt x="224" y="387"/>
                    </a:lnTo>
                    <a:lnTo>
                      <a:pt x="185" y="451"/>
                    </a:lnTo>
                    <a:lnTo>
                      <a:pt x="151" y="521"/>
                    </a:lnTo>
                    <a:lnTo>
                      <a:pt x="119" y="594"/>
                    </a:lnTo>
                    <a:lnTo>
                      <a:pt x="88" y="671"/>
                    </a:lnTo>
                    <a:lnTo>
                      <a:pt x="63" y="749"/>
                    </a:lnTo>
                    <a:lnTo>
                      <a:pt x="47" y="829"/>
                    </a:lnTo>
                    <a:lnTo>
                      <a:pt x="26" y="908"/>
                    </a:lnTo>
                    <a:lnTo>
                      <a:pt x="15" y="993"/>
                    </a:lnTo>
                    <a:lnTo>
                      <a:pt x="4" y="1079"/>
                    </a:lnTo>
                    <a:lnTo>
                      <a:pt x="0" y="1168"/>
                    </a:lnTo>
                    <a:lnTo>
                      <a:pt x="0" y="1251"/>
                    </a:lnTo>
                    <a:lnTo>
                      <a:pt x="0" y="1339"/>
                    </a:lnTo>
                    <a:lnTo>
                      <a:pt x="4" y="1418"/>
                    </a:lnTo>
                    <a:lnTo>
                      <a:pt x="22" y="1508"/>
                    </a:lnTo>
                    <a:lnTo>
                      <a:pt x="38" y="1590"/>
                    </a:lnTo>
                    <a:lnTo>
                      <a:pt x="57" y="1671"/>
                    </a:lnTo>
                    <a:lnTo>
                      <a:pt x="79" y="1747"/>
                    </a:lnTo>
                    <a:lnTo>
                      <a:pt x="107" y="1826"/>
                    </a:lnTo>
                    <a:lnTo>
                      <a:pt x="139" y="1899"/>
                    </a:lnTo>
                    <a:lnTo>
                      <a:pt x="171" y="1969"/>
                    </a:lnTo>
                    <a:lnTo>
                      <a:pt x="209" y="2035"/>
                    </a:lnTo>
                    <a:lnTo>
                      <a:pt x="246" y="2097"/>
                    </a:lnTo>
                    <a:lnTo>
                      <a:pt x="290" y="2156"/>
                    </a:lnTo>
                    <a:lnTo>
                      <a:pt x="338" y="2206"/>
                    </a:lnTo>
                    <a:lnTo>
                      <a:pt x="389" y="2259"/>
                    </a:lnTo>
                    <a:lnTo>
                      <a:pt x="437" y="2303"/>
                    </a:lnTo>
                    <a:lnTo>
                      <a:pt x="490" y="2339"/>
                    </a:lnTo>
                    <a:lnTo>
                      <a:pt x="545" y="2374"/>
                    </a:lnTo>
                    <a:lnTo>
                      <a:pt x="602" y="2400"/>
                    </a:lnTo>
                    <a:lnTo>
                      <a:pt x="657" y="2422"/>
                    </a:lnTo>
                    <a:lnTo>
                      <a:pt x="716" y="2437"/>
                    </a:lnTo>
                    <a:lnTo>
                      <a:pt x="776" y="2446"/>
                    </a:lnTo>
                    <a:lnTo>
                      <a:pt x="833" y="2450"/>
                    </a:lnTo>
                    <a:lnTo>
                      <a:pt x="894" y="2446"/>
                    </a:lnTo>
                    <a:lnTo>
                      <a:pt x="949" y="2437"/>
                    </a:lnTo>
                    <a:lnTo>
                      <a:pt x="1006" y="2422"/>
                    </a:lnTo>
                    <a:lnTo>
                      <a:pt x="1066" y="2406"/>
                    </a:lnTo>
                    <a:lnTo>
                      <a:pt x="1121" y="2376"/>
                    </a:lnTo>
                    <a:lnTo>
                      <a:pt x="1177" y="2345"/>
                    </a:lnTo>
                    <a:lnTo>
                      <a:pt x="1228" y="2305"/>
                    </a:lnTo>
                    <a:lnTo>
                      <a:pt x="1281" y="2266"/>
                    </a:lnTo>
                    <a:lnTo>
                      <a:pt x="1331" y="2213"/>
                    </a:lnTo>
                    <a:lnTo>
                      <a:pt x="1375" y="2160"/>
                    </a:lnTo>
                    <a:lnTo>
                      <a:pt x="1419" y="2104"/>
                    </a:lnTo>
                    <a:lnTo>
                      <a:pt x="1461" y="2040"/>
                    </a:lnTo>
                    <a:lnTo>
                      <a:pt x="1499" y="1978"/>
                    </a:lnTo>
                    <a:lnTo>
                      <a:pt x="1534" y="1910"/>
                    </a:lnTo>
                    <a:lnTo>
                      <a:pt x="1567" y="1835"/>
                    </a:lnTo>
                    <a:lnTo>
                      <a:pt x="1589" y="1756"/>
                    </a:lnTo>
                    <a:lnTo>
                      <a:pt x="1615" y="1680"/>
                    </a:lnTo>
                    <a:lnTo>
                      <a:pt x="1631" y="1598"/>
                    </a:lnTo>
                    <a:lnTo>
                      <a:pt x="1650" y="1517"/>
                    </a:lnTo>
                    <a:lnTo>
                      <a:pt x="1659" y="1431"/>
                    </a:lnTo>
                    <a:lnTo>
                      <a:pt x="1668" y="1348"/>
                    </a:lnTo>
                    <a:lnTo>
                      <a:pt x="1675" y="1260"/>
                    </a:lnTo>
                    <a:lnTo>
                      <a:pt x="1679" y="1226"/>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50" name="Freeform 156">
                <a:extLst>
                  <a:ext uri="{FF2B5EF4-FFF2-40B4-BE49-F238E27FC236}">
                    <a16:creationId xmlns:a16="http://schemas.microsoft.com/office/drawing/2014/main" id="{D9244819-9654-F6C9-6593-BB7D58ADD62C}"/>
                  </a:ext>
                </a:extLst>
              </p:cNvPr>
              <p:cNvSpPr>
                <a:spLocks/>
              </p:cNvSpPr>
              <p:nvPr/>
            </p:nvSpPr>
            <p:spPr bwMode="auto">
              <a:xfrm>
                <a:off x="4788" y="3502"/>
                <a:ext cx="105" cy="257"/>
              </a:xfrm>
              <a:custGeom>
                <a:avLst/>
                <a:gdLst>
                  <a:gd name="T0" fmla="*/ 0 w 842"/>
                  <a:gd name="T1" fmla="*/ 0 h 2056"/>
                  <a:gd name="T2" fmla="*/ 0 w 842"/>
                  <a:gd name="T3" fmla="*/ 0 h 2056"/>
                  <a:gd name="T4" fmla="*/ 0 w 842"/>
                  <a:gd name="T5" fmla="*/ 0 h 2056"/>
                  <a:gd name="T6" fmla="*/ 0 w 842"/>
                  <a:gd name="T7" fmla="*/ 0 h 2056"/>
                  <a:gd name="T8" fmla="*/ 0 w 842"/>
                  <a:gd name="T9" fmla="*/ 0 h 2056"/>
                  <a:gd name="T10" fmla="*/ 0 w 842"/>
                  <a:gd name="T11" fmla="*/ 0 h 2056"/>
                  <a:gd name="T12" fmla="*/ 0 w 842"/>
                  <a:gd name="T13" fmla="*/ 0 h 2056"/>
                  <a:gd name="T14" fmla="*/ 0 w 842"/>
                  <a:gd name="T15" fmla="*/ 0 h 2056"/>
                  <a:gd name="T16" fmla="*/ 0 w 842"/>
                  <a:gd name="T17" fmla="*/ 0 h 2056"/>
                  <a:gd name="T18" fmla="*/ 0 w 842"/>
                  <a:gd name="T19" fmla="*/ 0 h 2056"/>
                  <a:gd name="T20" fmla="*/ 0 w 842"/>
                  <a:gd name="T21" fmla="*/ 0 h 2056"/>
                  <a:gd name="T22" fmla="*/ 0 w 842"/>
                  <a:gd name="T23" fmla="*/ 0 h 2056"/>
                  <a:gd name="T24" fmla="*/ 0 w 842"/>
                  <a:gd name="T25" fmla="*/ 0 h 2056"/>
                  <a:gd name="T26" fmla="*/ 0 w 842"/>
                  <a:gd name="T27" fmla="*/ 0 h 2056"/>
                  <a:gd name="T28" fmla="*/ 0 w 842"/>
                  <a:gd name="T29" fmla="*/ 0 h 2056"/>
                  <a:gd name="T30" fmla="*/ 0 w 842"/>
                  <a:gd name="T31" fmla="*/ 0 h 2056"/>
                  <a:gd name="T32" fmla="*/ 0 w 842"/>
                  <a:gd name="T33" fmla="*/ 0 h 2056"/>
                  <a:gd name="T34" fmla="*/ 0 w 842"/>
                  <a:gd name="T35" fmla="*/ 0 h 2056"/>
                  <a:gd name="T36" fmla="*/ 0 w 842"/>
                  <a:gd name="T37" fmla="*/ 0 h 2056"/>
                  <a:gd name="T38" fmla="*/ 0 w 842"/>
                  <a:gd name="T39" fmla="*/ 0 h 2056"/>
                  <a:gd name="T40" fmla="*/ 0 w 842"/>
                  <a:gd name="T41" fmla="*/ 0 h 2056"/>
                  <a:gd name="T42" fmla="*/ 0 w 842"/>
                  <a:gd name="T43" fmla="*/ 0 h 2056"/>
                  <a:gd name="T44" fmla="*/ 0 w 842"/>
                  <a:gd name="T45" fmla="*/ 0 h 2056"/>
                  <a:gd name="T46" fmla="*/ 0 w 842"/>
                  <a:gd name="T47" fmla="*/ 0 h 2056"/>
                  <a:gd name="T48" fmla="*/ 0 w 842"/>
                  <a:gd name="T49" fmla="*/ 0 h 2056"/>
                  <a:gd name="T50" fmla="*/ 0 w 842"/>
                  <a:gd name="T51" fmla="*/ 0 h 2056"/>
                  <a:gd name="T52" fmla="*/ 0 w 842"/>
                  <a:gd name="T53" fmla="*/ 0 h 2056"/>
                  <a:gd name="T54" fmla="*/ 0 w 842"/>
                  <a:gd name="T55" fmla="*/ 0 h 2056"/>
                  <a:gd name="T56" fmla="*/ 0 w 842"/>
                  <a:gd name="T57" fmla="*/ 0 h 2056"/>
                  <a:gd name="T58" fmla="*/ 0 w 842"/>
                  <a:gd name="T59" fmla="*/ 0 h 2056"/>
                  <a:gd name="T60" fmla="*/ 0 w 842"/>
                  <a:gd name="T61" fmla="*/ 0 h 2056"/>
                  <a:gd name="T62" fmla="*/ 0 w 842"/>
                  <a:gd name="T63" fmla="*/ 0 h 2056"/>
                  <a:gd name="T64" fmla="*/ 0 w 842"/>
                  <a:gd name="T65" fmla="*/ 0 h 2056"/>
                  <a:gd name="T66" fmla="*/ 0 w 842"/>
                  <a:gd name="T67" fmla="*/ 0 h 2056"/>
                  <a:gd name="T68" fmla="*/ 0 w 842"/>
                  <a:gd name="T69" fmla="*/ 0 h 2056"/>
                  <a:gd name="T70" fmla="*/ 0 w 842"/>
                  <a:gd name="T71" fmla="*/ 0 h 2056"/>
                  <a:gd name="T72" fmla="*/ 0 w 842"/>
                  <a:gd name="T73" fmla="*/ 0 h 205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42"/>
                  <a:gd name="T112" fmla="*/ 0 h 2056"/>
                  <a:gd name="T113" fmla="*/ 842 w 842"/>
                  <a:gd name="T114" fmla="*/ 2056 h 205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42" h="2056">
                    <a:moveTo>
                      <a:pt x="616" y="2056"/>
                    </a:moveTo>
                    <a:lnTo>
                      <a:pt x="653" y="1994"/>
                    </a:lnTo>
                    <a:lnTo>
                      <a:pt x="686" y="1925"/>
                    </a:lnTo>
                    <a:lnTo>
                      <a:pt x="716" y="1851"/>
                    </a:lnTo>
                    <a:lnTo>
                      <a:pt x="748" y="1776"/>
                    </a:lnTo>
                    <a:lnTo>
                      <a:pt x="771" y="1695"/>
                    </a:lnTo>
                    <a:lnTo>
                      <a:pt x="794" y="1618"/>
                    </a:lnTo>
                    <a:lnTo>
                      <a:pt x="807" y="1535"/>
                    </a:lnTo>
                    <a:lnTo>
                      <a:pt x="822" y="1448"/>
                    </a:lnTo>
                    <a:lnTo>
                      <a:pt x="831" y="1367"/>
                    </a:lnTo>
                    <a:lnTo>
                      <a:pt x="842" y="1280"/>
                    </a:lnTo>
                    <a:lnTo>
                      <a:pt x="842" y="1196"/>
                    </a:lnTo>
                    <a:lnTo>
                      <a:pt x="835" y="1109"/>
                    </a:lnTo>
                    <a:lnTo>
                      <a:pt x="829" y="1024"/>
                    </a:lnTo>
                    <a:lnTo>
                      <a:pt x="817" y="939"/>
                    </a:lnTo>
                    <a:lnTo>
                      <a:pt x="800" y="856"/>
                    </a:lnTo>
                    <a:lnTo>
                      <a:pt x="780" y="777"/>
                    </a:lnTo>
                    <a:lnTo>
                      <a:pt x="760" y="696"/>
                    </a:lnTo>
                    <a:lnTo>
                      <a:pt x="732" y="618"/>
                    </a:lnTo>
                    <a:lnTo>
                      <a:pt x="701" y="546"/>
                    </a:lnTo>
                    <a:lnTo>
                      <a:pt x="667" y="473"/>
                    </a:lnTo>
                    <a:lnTo>
                      <a:pt x="628" y="410"/>
                    </a:lnTo>
                    <a:lnTo>
                      <a:pt x="591" y="348"/>
                    </a:lnTo>
                    <a:lnTo>
                      <a:pt x="545" y="291"/>
                    </a:lnTo>
                    <a:lnTo>
                      <a:pt x="501" y="236"/>
                    </a:lnTo>
                    <a:lnTo>
                      <a:pt x="451" y="189"/>
                    </a:lnTo>
                    <a:lnTo>
                      <a:pt x="400" y="141"/>
                    </a:lnTo>
                    <a:lnTo>
                      <a:pt x="345" y="106"/>
                    </a:lnTo>
                    <a:lnTo>
                      <a:pt x="292" y="78"/>
                    </a:lnTo>
                    <a:lnTo>
                      <a:pt x="236" y="44"/>
                    </a:lnTo>
                    <a:lnTo>
                      <a:pt x="178" y="27"/>
                    </a:lnTo>
                    <a:lnTo>
                      <a:pt x="121" y="12"/>
                    </a:lnTo>
                    <a:lnTo>
                      <a:pt x="63" y="3"/>
                    </a:lnTo>
                    <a:lnTo>
                      <a:pt x="3" y="0"/>
                    </a:lnTo>
                    <a:lnTo>
                      <a:pt x="0" y="0"/>
                    </a:lnTo>
                    <a:lnTo>
                      <a:pt x="0" y="1225"/>
                    </a:lnTo>
                    <a:lnTo>
                      <a:pt x="616" y="2056"/>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51" name="Freeform 157">
                <a:extLst>
                  <a:ext uri="{FF2B5EF4-FFF2-40B4-BE49-F238E27FC236}">
                    <a16:creationId xmlns:a16="http://schemas.microsoft.com/office/drawing/2014/main" id="{73557520-5C23-458C-67EC-CAC780841979}"/>
                  </a:ext>
                </a:extLst>
              </p:cNvPr>
              <p:cNvSpPr>
                <a:spLocks/>
              </p:cNvSpPr>
              <p:nvPr/>
            </p:nvSpPr>
            <p:spPr bwMode="auto">
              <a:xfrm>
                <a:off x="4756" y="3655"/>
                <a:ext cx="109" cy="153"/>
              </a:xfrm>
              <a:custGeom>
                <a:avLst/>
                <a:gdLst>
                  <a:gd name="T0" fmla="*/ 0 w 873"/>
                  <a:gd name="T1" fmla="*/ 0 h 1219"/>
                  <a:gd name="T2" fmla="*/ 0 w 873"/>
                  <a:gd name="T3" fmla="*/ 0 h 1219"/>
                  <a:gd name="T4" fmla="*/ 0 w 873"/>
                  <a:gd name="T5" fmla="*/ 0 h 1219"/>
                  <a:gd name="T6" fmla="*/ 0 w 873"/>
                  <a:gd name="T7" fmla="*/ 0 h 1219"/>
                  <a:gd name="T8" fmla="*/ 0 w 873"/>
                  <a:gd name="T9" fmla="*/ 0 h 1219"/>
                  <a:gd name="T10" fmla="*/ 0 w 873"/>
                  <a:gd name="T11" fmla="*/ 0 h 1219"/>
                  <a:gd name="T12" fmla="*/ 0 w 873"/>
                  <a:gd name="T13" fmla="*/ 0 h 1219"/>
                  <a:gd name="T14" fmla="*/ 0 w 873"/>
                  <a:gd name="T15" fmla="*/ 0 h 1219"/>
                  <a:gd name="T16" fmla="*/ 0 w 873"/>
                  <a:gd name="T17" fmla="*/ 0 h 1219"/>
                  <a:gd name="T18" fmla="*/ 0 w 873"/>
                  <a:gd name="T19" fmla="*/ 0 h 1219"/>
                  <a:gd name="T20" fmla="*/ 0 w 873"/>
                  <a:gd name="T21" fmla="*/ 0 h 1219"/>
                  <a:gd name="T22" fmla="*/ 0 w 873"/>
                  <a:gd name="T23" fmla="*/ 0 h 1219"/>
                  <a:gd name="T24" fmla="*/ 0 w 873"/>
                  <a:gd name="T25" fmla="*/ 0 h 1219"/>
                  <a:gd name="T26" fmla="*/ 0 w 873"/>
                  <a:gd name="T27" fmla="*/ 0 h 1219"/>
                  <a:gd name="T28" fmla="*/ 0 w 873"/>
                  <a:gd name="T29" fmla="*/ 0 h 1219"/>
                  <a:gd name="T30" fmla="*/ 0 w 873"/>
                  <a:gd name="T31" fmla="*/ 0 h 1219"/>
                  <a:gd name="T32" fmla="*/ 0 w 873"/>
                  <a:gd name="T33" fmla="*/ 0 h 1219"/>
                  <a:gd name="T34" fmla="*/ 0 w 873"/>
                  <a:gd name="T35" fmla="*/ 0 h 1219"/>
                  <a:gd name="T36" fmla="*/ 0 w 873"/>
                  <a:gd name="T37" fmla="*/ 0 h 12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73"/>
                  <a:gd name="T58" fmla="*/ 0 h 1219"/>
                  <a:gd name="T59" fmla="*/ 873 w 873"/>
                  <a:gd name="T60" fmla="*/ 1219 h 12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73" h="1219">
                    <a:moveTo>
                      <a:pt x="0" y="1164"/>
                    </a:moveTo>
                    <a:lnTo>
                      <a:pt x="59" y="1184"/>
                    </a:lnTo>
                    <a:lnTo>
                      <a:pt x="117" y="1202"/>
                    </a:lnTo>
                    <a:lnTo>
                      <a:pt x="175" y="1212"/>
                    </a:lnTo>
                    <a:lnTo>
                      <a:pt x="237" y="1219"/>
                    </a:lnTo>
                    <a:lnTo>
                      <a:pt x="297" y="1217"/>
                    </a:lnTo>
                    <a:lnTo>
                      <a:pt x="354" y="1210"/>
                    </a:lnTo>
                    <a:lnTo>
                      <a:pt x="411" y="1198"/>
                    </a:lnTo>
                    <a:lnTo>
                      <a:pt x="468" y="1177"/>
                    </a:lnTo>
                    <a:lnTo>
                      <a:pt x="528" y="1154"/>
                    </a:lnTo>
                    <a:lnTo>
                      <a:pt x="583" y="1122"/>
                    </a:lnTo>
                    <a:lnTo>
                      <a:pt x="636" y="1085"/>
                    </a:lnTo>
                    <a:lnTo>
                      <a:pt x="688" y="1041"/>
                    </a:lnTo>
                    <a:lnTo>
                      <a:pt x="738" y="995"/>
                    </a:lnTo>
                    <a:lnTo>
                      <a:pt x="786" y="945"/>
                    </a:lnTo>
                    <a:lnTo>
                      <a:pt x="832" y="889"/>
                    </a:lnTo>
                    <a:lnTo>
                      <a:pt x="873" y="831"/>
                    </a:lnTo>
                    <a:lnTo>
                      <a:pt x="257" y="0"/>
                    </a:lnTo>
                    <a:lnTo>
                      <a:pt x="0" y="1164"/>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52" name="Freeform 158">
                <a:extLst>
                  <a:ext uri="{FF2B5EF4-FFF2-40B4-BE49-F238E27FC236}">
                    <a16:creationId xmlns:a16="http://schemas.microsoft.com/office/drawing/2014/main" id="{9B2AF47A-E0DE-7AC2-FA18-FBB842F7E490}"/>
                  </a:ext>
                </a:extLst>
              </p:cNvPr>
              <p:cNvSpPr>
                <a:spLocks/>
              </p:cNvSpPr>
              <p:nvPr/>
            </p:nvSpPr>
            <p:spPr bwMode="auto">
              <a:xfrm>
                <a:off x="4712" y="3655"/>
                <a:ext cx="76" cy="146"/>
              </a:xfrm>
              <a:custGeom>
                <a:avLst/>
                <a:gdLst>
                  <a:gd name="T0" fmla="*/ 0 w 608"/>
                  <a:gd name="T1" fmla="*/ 0 h 1164"/>
                  <a:gd name="T2" fmla="*/ 0 w 608"/>
                  <a:gd name="T3" fmla="*/ 0 h 1164"/>
                  <a:gd name="T4" fmla="*/ 0 w 608"/>
                  <a:gd name="T5" fmla="*/ 0 h 1164"/>
                  <a:gd name="T6" fmla="*/ 0 w 608"/>
                  <a:gd name="T7" fmla="*/ 0 h 1164"/>
                  <a:gd name="T8" fmla="*/ 0 w 608"/>
                  <a:gd name="T9" fmla="*/ 0 h 1164"/>
                  <a:gd name="T10" fmla="*/ 0 w 608"/>
                  <a:gd name="T11" fmla="*/ 0 h 1164"/>
                  <a:gd name="T12" fmla="*/ 0 w 608"/>
                  <a:gd name="T13" fmla="*/ 0 h 1164"/>
                  <a:gd name="T14" fmla="*/ 0 w 608"/>
                  <a:gd name="T15" fmla="*/ 0 h 1164"/>
                  <a:gd name="T16" fmla="*/ 0 w 608"/>
                  <a:gd name="T17" fmla="*/ 0 h 1164"/>
                  <a:gd name="T18" fmla="*/ 0 w 608"/>
                  <a:gd name="T19" fmla="*/ 0 h 11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08"/>
                  <a:gd name="T31" fmla="*/ 0 h 1164"/>
                  <a:gd name="T32" fmla="*/ 608 w 608"/>
                  <a:gd name="T33" fmla="*/ 1164 h 116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08" h="1164">
                    <a:moveTo>
                      <a:pt x="0" y="837"/>
                    </a:moveTo>
                    <a:lnTo>
                      <a:pt x="41" y="896"/>
                    </a:lnTo>
                    <a:lnTo>
                      <a:pt x="90" y="956"/>
                    </a:lnTo>
                    <a:lnTo>
                      <a:pt x="140" y="1004"/>
                    </a:lnTo>
                    <a:lnTo>
                      <a:pt x="189" y="1050"/>
                    </a:lnTo>
                    <a:lnTo>
                      <a:pt x="245" y="1099"/>
                    </a:lnTo>
                    <a:lnTo>
                      <a:pt x="298" y="1131"/>
                    </a:lnTo>
                    <a:lnTo>
                      <a:pt x="351" y="1164"/>
                    </a:lnTo>
                    <a:lnTo>
                      <a:pt x="608" y="0"/>
                    </a:lnTo>
                    <a:lnTo>
                      <a:pt x="0" y="837"/>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53" name="Freeform 159">
                <a:extLst>
                  <a:ext uri="{FF2B5EF4-FFF2-40B4-BE49-F238E27FC236}">
                    <a16:creationId xmlns:a16="http://schemas.microsoft.com/office/drawing/2014/main" id="{860A2EF1-9918-D150-8DC4-C9596E550C77}"/>
                  </a:ext>
                </a:extLst>
              </p:cNvPr>
              <p:cNvSpPr>
                <a:spLocks/>
              </p:cNvSpPr>
              <p:nvPr/>
            </p:nvSpPr>
            <p:spPr bwMode="auto">
              <a:xfrm>
                <a:off x="4684" y="3608"/>
                <a:ext cx="104" cy="152"/>
              </a:xfrm>
              <a:custGeom>
                <a:avLst/>
                <a:gdLst>
                  <a:gd name="T0" fmla="*/ 0 w 837"/>
                  <a:gd name="T1" fmla="*/ 0 h 1220"/>
                  <a:gd name="T2" fmla="*/ 0 w 837"/>
                  <a:gd name="T3" fmla="*/ 0 h 1220"/>
                  <a:gd name="T4" fmla="*/ 0 w 837"/>
                  <a:gd name="T5" fmla="*/ 0 h 1220"/>
                  <a:gd name="T6" fmla="*/ 0 w 837"/>
                  <a:gd name="T7" fmla="*/ 0 h 1220"/>
                  <a:gd name="T8" fmla="*/ 0 w 837"/>
                  <a:gd name="T9" fmla="*/ 0 h 1220"/>
                  <a:gd name="T10" fmla="*/ 0 w 837"/>
                  <a:gd name="T11" fmla="*/ 0 h 1220"/>
                  <a:gd name="T12" fmla="*/ 0 w 837"/>
                  <a:gd name="T13" fmla="*/ 0 h 1220"/>
                  <a:gd name="T14" fmla="*/ 0 w 837"/>
                  <a:gd name="T15" fmla="*/ 0 h 1220"/>
                  <a:gd name="T16" fmla="*/ 0 w 837"/>
                  <a:gd name="T17" fmla="*/ 0 h 1220"/>
                  <a:gd name="T18" fmla="*/ 0 w 837"/>
                  <a:gd name="T19" fmla="*/ 0 h 1220"/>
                  <a:gd name="T20" fmla="*/ 0 w 837"/>
                  <a:gd name="T21" fmla="*/ 0 h 1220"/>
                  <a:gd name="T22" fmla="*/ 0 w 837"/>
                  <a:gd name="T23" fmla="*/ 0 h 1220"/>
                  <a:gd name="T24" fmla="*/ 0 w 837"/>
                  <a:gd name="T25" fmla="*/ 0 h 1220"/>
                  <a:gd name="T26" fmla="*/ 0 w 837"/>
                  <a:gd name="T27" fmla="*/ 0 h 1220"/>
                  <a:gd name="T28" fmla="*/ 0 w 837"/>
                  <a:gd name="T29" fmla="*/ 0 h 1220"/>
                  <a:gd name="T30" fmla="*/ 0 w 837"/>
                  <a:gd name="T31" fmla="*/ 0 h 1220"/>
                  <a:gd name="T32" fmla="*/ 0 w 837"/>
                  <a:gd name="T33" fmla="*/ 0 h 1220"/>
                  <a:gd name="T34" fmla="*/ 0 w 837"/>
                  <a:gd name="T35" fmla="*/ 0 h 1220"/>
                  <a:gd name="T36" fmla="*/ 0 w 837"/>
                  <a:gd name="T37" fmla="*/ 0 h 122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7"/>
                  <a:gd name="T58" fmla="*/ 0 h 1220"/>
                  <a:gd name="T59" fmla="*/ 837 w 837"/>
                  <a:gd name="T60" fmla="*/ 1220 h 122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7" h="1220">
                    <a:moveTo>
                      <a:pt x="40" y="0"/>
                    </a:moveTo>
                    <a:lnTo>
                      <a:pt x="24" y="87"/>
                    </a:lnTo>
                    <a:lnTo>
                      <a:pt x="15" y="172"/>
                    </a:lnTo>
                    <a:lnTo>
                      <a:pt x="4" y="258"/>
                    </a:lnTo>
                    <a:lnTo>
                      <a:pt x="0" y="345"/>
                    </a:lnTo>
                    <a:lnTo>
                      <a:pt x="0" y="433"/>
                    </a:lnTo>
                    <a:lnTo>
                      <a:pt x="4" y="516"/>
                    </a:lnTo>
                    <a:lnTo>
                      <a:pt x="15" y="606"/>
                    </a:lnTo>
                    <a:lnTo>
                      <a:pt x="31" y="691"/>
                    </a:lnTo>
                    <a:lnTo>
                      <a:pt x="47" y="772"/>
                    </a:lnTo>
                    <a:lnTo>
                      <a:pt x="63" y="853"/>
                    </a:lnTo>
                    <a:lnTo>
                      <a:pt x="90" y="936"/>
                    </a:lnTo>
                    <a:lnTo>
                      <a:pt x="123" y="1009"/>
                    </a:lnTo>
                    <a:lnTo>
                      <a:pt x="151" y="1083"/>
                    </a:lnTo>
                    <a:lnTo>
                      <a:pt x="185" y="1154"/>
                    </a:lnTo>
                    <a:lnTo>
                      <a:pt x="224" y="1220"/>
                    </a:lnTo>
                    <a:lnTo>
                      <a:pt x="229" y="1220"/>
                    </a:lnTo>
                    <a:lnTo>
                      <a:pt x="837" y="383"/>
                    </a:lnTo>
                    <a:lnTo>
                      <a:pt x="40" y="0"/>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grpSp>
          <p:nvGrpSpPr>
            <p:cNvPr id="6" name="Group 160">
              <a:extLst>
                <a:ext uri="{FF2B5EF4-FFF2-40B4-BE49-F238E27FC236}">
                  <a16:creationId xmlns:a16="http://schemas.microsoft.com/office/drawing/2014/main" id="{F8447AAB-8A49-1A6C-E22F-45C7805D6FAF}"/>
                </a:ext>
              </a:extLst>
            </p:cNvPr>
            <p:cNvGrpSpPr>
              <a:grpSpLocks/>
            </p:cNvGrpSpPr>
            <p:nvPr/>
          </p:nvGrpSpPr>
          <p:grpSpPr bwMode="auto">
            <a:xfrm>
              <a:off x="2605" y="400"/>
              <a:ext cx="2090" cy="1196"/>
              <a:chOff x="2605" y="400"/>
              <a:chExt cx="2090" cy="1196"/>
            </a:xfrm>
          </p:grpSpPr>
          <p:sp>
            <p:nvSpPr>
              <p:cNvPr id="542" name="Freeform 161">
                <a:extLst>
                  <a:ext uri="{FF2B5EF4-FFF2-40B4-BE49-F238E27FC236}">
                    <a16:creationId xmlns:a16="http://schemas.microsoft.com/office/drawing/2014/main" id="{365732F2-4E61-9DFD-9FEA-E544C5FC3030}"/>
                  </a:ext>
                </a:extLst>
              </p:cNvPr>
              <p:cNvSpPr>
                <a:spLocks/>
              </p:cNvSpPr>
              <p:nvPr/>
            </p:nvSpPr>
            <p:spPr bwMode="auto">
              <a:xfrm>
                <a:off x="3501" y="1335"/>
                <a:ext cx="590" cy="224"/>
              </a:xfrm>
              <a:custGeom>
                <a:avLst/>
                <a:gdLst>
                  <a:gd name="T0" fmla="*/ 0 w 4719"/>
                  <a:gd name="T1" fmla="*/ 0 h 1793"/>
                  <a:gd name="T2" fmla="*/ 0 w 4719"/>
                  <a:gd name="T3" fmla="*/ 0 h 1793"/>
                  <a:gd name="T4" fmla="*/ 0 w 4719"/>
                  <a:gd name="T5" fmla="*/ 0 h 1793"/>
                  <a:gd name="T6" fmla="*/ 0 w 4719"/>
                  <a:gd name="T7" fmla="*/ 0 h 1793"/>
                  <a:gd name="T8" fmla="*/ 0 w 4719"/>
                  <a:gd name="T9" fmla="*/ 0 h 1793"/>
                  <a:gd name="T10" fmla="*/ 0 60000 65536"/>
                  <a:gd name="T11" fmla="*/ 0 60000 65536"/>
                  <a:gd name="T12" fmla="*/ 0 60000 65536"/>
                  <a:gd name="T13" fmla="*/ 0 60000 65536"/>
                  <a:gd name="T14" fmla="*/ 0 60000 65536"/>
                  <a:gd name="T15" fmla="*/ 0 w 4719"/>
                  <a:gd name="T16" fmla="*/ 0 h 1793"/>
                  <a:gd name="T17" fmla="*/ 4719 w 4719"/>
                  <a:gd name="T18" fmla="*/ 1793 h 1793"/>
                </a:gdLst>
                <a:ahLst/>
                <a:cxnLst>
                  <a:cxn ang="T10">
                    <a:pos x="T0" y="T1"/>
                  </a:cxn>
                  <a:cxn ang="T11">
                    <a:pos x="T2" y="T3"/>
                  </a:cxn>
                  <a:cxn ang="T12">
                    <a:pos x="T4" y="T5"/>
                  </a:cxn>
                  <a:cxn ang="T13">
                    <a:pos x="T6" y="T7"/>
                  </a:cxn>
                  <a:cxn ang="T14">
                    <a:pos x="T8" y="T9"/>
                  </a:cxn>
                </a:cxnLst>
                <a:rect l="T15" t="T16" r="T17" b="T18"/>
                <a:pathLst>
                  <a:path w="4719" h="1793">
                    <a:moveTo>
                      <a:pt x="0" y="1092"/>
                    </a:moveTo>
                    <a:lnTo>
                      <a:pt x="1754" y="0"/>
                    </a:lnTo>
                    <a:lnTo>
                      <a:pt x="4719" y="540"/>
                    </a:lnTo>
                    <a:lnTo>
                      <a:pt x="3152" y="1793"/>
                    </a:lnTo>
                    <a:lnTo>
                      <a:pt x="0" y="1092"/>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3" name="Freeform 162">
                <a:extLst>
                  <a:ext uri="{FF2B5EF4-FFF2-40B4-BE49-F238E27FC236}">
                    <a16:creationId xmlns:a16="http://schemas.microsoft.com/office/drawing/2014/main" id="{45F09A18-8976-865B-4CF0-6EFAB77FC963}"/>
                  </a:ext>
                </a:extLst>
              </p:cNvPr>
              <p:cNvSpPr>
                <a:spLocks/>
              </p:cNvSpPr>
              <p:nvPr/>
            </p:nvSpPr>
            <p:spPr bwMode="auto">
              <a:xfrm>
                <a:off x="4188" y="975"/>
                <a:ext cx="456" cy="522"/>
              </a:xfrm>
              <a:custGeom>
                <a:avLst/>
                <a:gdLst>
                  <a:gd name="T0" fmla="*/ 0 w 3652"/>
                  <a:gd name="T1" fmla="*/ 0 h 4180"/>
                  <a:gd name="T2" fmla="*/ 0 w 3652"/>
                  <a:gd name="T3" fmla="*/ 0 h 4180"/>
                  <a:gd name="T4" fmla="*/ 0 w 3652"/>
                  <a:gd name="T5" fmla="*/ 0 h 4180"/>
                  <a:gd name="T6" fmla="*/ 0 w 3652"/>
                  <a:gd name="T7" fmla="*/ 0 h 4180"/>
                  <a:gd name="T8" fmla="*/ 0 w 3652"/>
                  <a:gd name="T9" fmla="*/ 0 h 4180"/>
                  <a:gd name="T10" fmla="*/ 0 w 3652"/>
                  <a:gd name="T11" fmla="*/ 0 h 4180"/>
                  <a:gd name="T12" fmla="*/ 0 w 3652"/>
                  <a:gd name="T13" fmla="*/ 0 h 4180"/>
                  <a:gd name="T14" fmla="*/ 0 w 3652"/>
                  <a:gd name="T15" fmla="*/ 0 h 4180"/>
                  <a:gd name="T16" fmla="*/ 0 w 3652"/>
                  <a:gd name="T17" fmla="*/ 0 h 4180"/>
                  <a:gd name="T18" fmla="*/ 0 w 3652"/>
                  <a:gd name="T19" fmla="*/ 0 h 4180"/>
                  <a:gd name="T20" fmla="*/ 0 w 3652"/>
                  <a:gd name="T21" fmla="*/ 0 h 4180"/>
                  <a:gd name="T22" fmla="*/ 0 w 3652"/>
                  <a:gd name="T23" fmla="*/ 0 h 4180"/>
                  <a:gd name="T24" fmla="*/ 0 w 3652"/>
                  <a:gd name="T25" fmla="*/ 0 h 4180"/>
                  <a:gd name="T26" fmla="*/ 0 w 3652"/>
                  <a:gd name="T27" fmla="*/ 0 h 4180"/>
                  <a:gd name="T28" fmla="*/ 0 w 3652"/>
                  <a:gd name="T29" fmla="*/ 0 h 4180"/>
                  <a:gd name="T30" fmla="*/ 0 w 3652"/>
                  <a:gd name="T31" fmla="*/ 0 h 4180"/>
                  <a:gd name="T32" fmla="*/ 0 w 3652"/>
                  <a:gd name="T33" fmla="*/ 0 h 4180"/>
                  <a:gd name="T34" fmla="*/ 0 w 3652"/>
                  <a:gd name="T35" fmla="*/ 0 h 4180"/>
                  <a:gd name="T36" fmla="*/ 0 w 3652"/>
                  <a:gd name="T37" fmla="*/ 0 h 418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652"/>
                  <a:gd name="T58" fmla="*/ 0 h 4180"/>
                  <a:gd name="T59" fmla="*/ 3652 w 3652"/>
                  <a:gd name="T60" fmla="*/ 4180 h 418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652" h="4180">
                    <a:moveTo>
                      <a:pt x="0" y="3426"/>
                    </a:moveTo>
                    <a:lnTo>
                      <a:pt x="336" y="3237"/>
                    </a:lnTo>
                    <a:lnTo>
                      <a:pt x="811" y="2928"/>
                    </a:lnTo>
                    <a:lnTo>
                      <a:pt x="1169" y="2730"/>
                    </a:lnTo>
                    <a:lnTo>
                      <a:pt x="1246" y="1547"/>
                    </a:lnTo>
                    <a:lnTo>
                      <a:pt x="1387" y="1005"/>
                    </a:lnTo>
                    <a:lnTo>
                      <a:pt x="2134" y="0"/>
                    </a:lnTo>
                    <a:lnTo>
                      <a:pt x="2758" y="173"/>
                    </a:lnTo>
                    <a:lnTo>
                      <a:pt x="3057" y="297"/>
                    </a:lnTo>
                    <a:lnTo>
                      <a:pt x="3331" y="470"/>
                    </a:lnTo>
                    <a:lnTo>
                      <a:pt x="3505" y="668"/>
                    </a:lnTo>
                    <a:lnTo>
                      <a:pt x="3568" y="805"/>
                    </a:lnTo>
                    <a:lnTo>
                      <a:pt x="3652" y="1485"/>
                    </a:lnTo>
                    <a:lnTo>
                      <a:pt x="3220" y="2817"/>
                    </a:lnTo>
                    <a:lnTo>
                      <a:pt x="2008" y="3597"/>
                    </a:lnTo>
                    <a:lnTo>
                      <a:pt x="1448" y="3922"/>
                    </a:lnTo>
                    <a:lnTo>
                      <a:pt x="589" y="4180"/>
                    </a:lnTo>
                    <a:lnTo>
                      <a:pt x="87" y="3659"/>
                    </a:lnTo>
                    <a:lnTo>
                      <a:pt x="0" y="3426"/>
                    </a:lnTo>
                    <a:close/>
                  </a:path>
                </a:pathLst>
              </a:custGeom>
              <a:solidFill>
                <a:srgbClr val="0023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4" name="Freeform 163">
                <a:extLst>
                  <a:ext uri="{FF2B5EF4-FFF2-40B4-BE49-F238E27FC236}">
                    <a16:creationId xmlns:a16="http://schemas.microsoft.com/office/drawing/2014/main" id="{DED1DE2C-6A8C-EBA5-A479-B72C81529B22}"/>
                  </a:ext>
                </a:extLst>
              </p:cNvPr>
              <p:cNvSpPr>
                <a:spLocks/>
              </p:cNvSpPr>
              <p:nvPr/>
            </p:nvSpPr>
            <p:spPr bwMode="auto">
              <a:xfrm>
                <a:off x="3926" y="1365"/>
                <a:ext cx="257" cy="194"/>
              </a:xfrm>
              <a:custGeom>
                <a:avLst/>
                <a:gdLst>
                  <a:gd name="T0" fmla="*/ 0 w 2062"/>
                  <a:gd name="T1" fmla="*/ 0 h 1554"/>
                  <a:gd name="T2" fmla="*/ 0 w 2062"/>
                  <a:gd name="T3" fmla="*/ 0 h 1554"/>
                  <a:gd name="T4" fmla="*/ 0 w 2062"/>
                  <a:gd name="T5" fmla="*/ 0 h 1554"/>
                  <a:gd name="T6" fmla="*/ 0 w 2062"/>
                  <a:gd name="T7" fmla="*/ 0 h 1554"/>
                  <a:gd name="T8" fmla="*/ 0 w 2062"/>
                  <a:gd name="T9" fmla="*/ 0 h 1554"/>
                  <a:gd name="T10" fmla="*/ 0 w 2062"/>
                  <a:gd name="T11" fmla="*/ 0 h 1554"/>
                  <a:gd name="T12" fmla="*/ 0 w 2062"/>
                  <a:gd name="T13" fmla="*/ 0 h 1554"/>
                  <a:gd name="T14" fmla="*/ 0 w 2062"/>
                  <a:gd name="T15" fmla="*/ 0 h 1554"/>
                  <a:gd name="T16" fmla="*/ 0 w 2062"/>
                  <a:gd name="T17" fmla="*/ 0 h 1554"/>
                  <a:gd name="T18" fmla="*/ 0 w 2062"/>
                  <a:gd name="T19" fmla="*/ 0 h 1554"/>
                  <a:gd name="T20" fmla="*/ 0 w 2062"/>
                  <a:gd name="T21" fmla="*/ 0 h 1554"/>
                  <a:gd name="T22" fmla="*/ 0 w 2062"/>
                  <a:gd name="T23" fmla="*/ 0 h 1554"/>
                  <a:gd name="T24" fmla="*/ 0 w 2062"/>
                  <a:gd name="T25" fmla="*/ 0 h 1554"/>
                  <a:gd name="T26" fmla="*/ 0 w 2062"/>
                  <a:gd name="T27" fmla="*/ 0 h 1554"/>
                  <a:gd name="T28" fmla="*/ 0 w 2062"/>
                  <a:gd name="T29" fmla="*/ 0 h 1554"/>
                  <a:gd name="T30" fmla="*/ 0 w 2062"/>
                  <a:gd name="T31" fmla="*/ 0 h 1554"/>
                  <a:gd name="T32" fmla="*/ 0 w 2062"/>
                  <a:gd name="T33" fmla="*/ 0 h 1554"/>
                  <a:gd name="T34" fmla="*/ 0 w 2062"/>
                  <a:gd name="T35" fmla="*/ 0 h 1554"/>
                  <a:gd name="T36" fmla="*/ 0 w 2062"/>
                  <a:gd name="T37" fmla="*/ 0 h 1554"/>
                  <a:gd name="T38" fmla="*/ 0 w 2062"/>
                  <a:gd name="T39" fmla="*/ 0 h 1554"/>
                  <a:gd name="T40" fmla="*/ 0 w 2062"/>
                  <a:gd name="T41" fmla="*/ 0 h 1554"/>
                  <a:gd name="T42" fmla="*/ 0 w 2062"/>
                  <a:gd name="T43" fmla="*/ 0 h 1554"/>
                  <a:gd name="T44" fmla="*/ 0 w 2062"/>
                  <a:gd name="T45" fmla="*/ 0 h 1554"/>
                  <a:gd name="T46" fmla="*/ 0 w 2062"/>
                  <a:gd name="T47" fmla="*/ 0 h 1554"/>
                  <a:gd name="T48" fmla="*/ 0 w 2062"/>
                  <a:gd name="T49" fmla="*/ 0 h 1554"/>
                  <a:gd name="T50" fmla="*/ 0 w 2062"/>
                  <a:gd name="T51" fmla="*/ 0 h 1554"/>
                  <a:gd name="T52" fmla="*/ 0 w 2062"/>
                  <a:gd name="T53" fmla="*/ 0 h 1554"/>
                  <a:gd name="T54" fmla="*/ 0 w 2062"/>
                  <a:gd name="T55" fmla="*/ 0 h 1554"/>
                  <a:gd name="T56" fmla="*/ 0 w 2062"/>
                  <a:gd name="T57" fmla="*/ 0 h 1554"/>
                  <a:gd name="T58" fmla="*/ 0 w 2062"/>
                  <a:gd name="T59" fmla="*/ 0 h 1554"/>
                  <a:gd name="T60" fmla="*/ 0 w 2062"/>
                  <a:gd name="T61" fmla="*/ 0 h 1554"/>
                  <a:gd name="T62" fmla="*/ 0 w 2062"/>
                  <a:gd name="T63" fmla="*/ 0 h 1554"/>
                  <a:gd name="T64" fmla="*/ 0 w 2062"/>
                  <a:gd name="T65" fmla="*/ 0 h 1554"/>
                  <a:gd name="T66" fmla="*/ 0 w 2062"/>
                  <a:gd name="T67" fmla="*/ 0 h 1554"/>
                  <a:gd name="T68" fmla="*/ 0 w 2062"/>
                  <a:gd name="T69" fmla="*/ 0 h 1554"/>
                  <a:gd name="T70" fmla="*/ 0 w 2062"/>
                  <a:gd name="T71" fmla="*/ 0 h 1554"/>
                  <a:gd name="T72" fmla="*/ 0 w 2062"/>
                  <a:gd name="T73" fmla="*/ 0 h 1554"/>
                  <a:gd name="T74" fmla="*/ 0 w 2062"/>
                  <a:gd name="T75" fmla="*/ 0 h 1554"/>
                  <a:gd name="T76" fmla="*/ 0 w 2062"/>
                  <a:gd name="T77" fmla="*/ 0 h 1554"/>
                  <a:gd name="T78" fmla="*/ 0 w 2062"/>
                  <a:gd name="T79" fmla="*/ 0 h 1554"/>
                  <a:gd name="T80" fmla="*/ 0 w 2062"/>
                  <a:gd name="T81" fmla="*/ 0 h 1554"/>
                  <a:gd name="T82" fmla="*/ 0 w 2062"/>
                  <a:gd name="T83" fmla="*/ 0 h 1554"/>
                  <a:gd name="T84" fmla="*/ 0 w 2062"/>
                  <a:gd name="T85" fmla="*/ 0 h 1554"/>
                  <a:gd name="T86" fmla="*/ 0 w 2062"/>
                  <a:gd name="T87" fmla="*/ 0 h 1554"/>
                  <a:gd name="T88" fmla="*/ 0 w 2062"/>
                  <a:gd name="T89" fmla="*/ 0 h 1554"/>
                  <a:gd name="T90" fmla="*/ 0 w 2062"/>
                  <a:gd name="T91" fmla="*/ 0 h 1554"/>
                  <a:gd name="T92" fmla="*/ 0 w 2062"/>
                  <a:gd name="T93" fmla="*/ 0 h 1554"/>
                  <a:gd name="T94" fmla="*/ 0 w 2062"/>
                  <a:gd name="T95" fmla="*/ 0 h 1554"/>
                  <a:gd name="T96" fmla="*/ 0 w 2062"/>
                  <a:gd name="T97" fmla="*/ 0 h 1554"/>
                  <a:gd name="T98" fmla="*/ 0 w 2062"/>
                  <a:gd name="T99" fmla="*/ 0 h 1554"/>
                  <a:gd name="T100" fmla="*/ 0 w 2062"/>
                  <a:gd name="T101" fmla="*/ 0 h 1554"/>
                  <a:gd name="T102" fmla="*/ 0 w 2062"/>
                  <a:gd name="T103" fmla="*/ 0 h 1554"/>
                  <a:gd name="T104" fmla="*/ 0 w 2062"/>
                  <a:gd name="T105" fmla="*/ 0 h 1554"/>
                  <a:gd name="T106" fmla="*/ 0 w 2062"/>
                  <a:gd name="T107" fmla="*/ 0 h 1554"/>
                  <a:gd name="T108" fmla="*/ 0 w 2062"/>
                  <a:gd name="T109" fmla="*/ 0 h 1554"/>
                  <a:gd name="T110" fmla="*/ 0 w 2062"/>
                  <a:gd name="T111" fmla="*/ 0 h 1554"/>
                  <a:gd name="T112" fmla="*/ 0 w 2062"/>
                  <a:gd name="T113" fmla="*/ 0 h 1554"/>
                  <a:gd name="T114" fmla="*/ 0 w 2062"/>
                  <a:gd name="T115" fmla="*/ 0 h 1554"/>
                  <a:gd name="T116" fmla="*/ 0 w 2062"/>
                  <a:gd name="T117" fmla="*/ 0 h 1554"/>
                  <a:gd name="T118" fmla="*/ 0 w 2062"/>
                  <a:gd name="T119" fmla="*/ 0 h 1554"/>
                  <a:gd name="T120" fmla="*/ 0 w 2062"/>
                  <a:gd name="T121" fmla="*/ 0 h 1554"/>
                  <a:gd name="T122" fmla="*/ 0 w 2062"/>
                  <a:gd name="T123" fmla="*/ 0 h 1554"/>
                  <a:gd name="T124" fmla="*/ 0 w 2062"/>
                  <a:gd name="T125" fmla="*/ 0 h 155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062"/>
                  <a:gd name="T190" fmla="*/ 0 h 1554"/>
                  <a:gd name="T191" fmla="*/ 2062 w 2062"/>
                  <a:gd name="T192" fmla="*/ 1554 h 155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062" h="1554">
                    <a:moveTo>
                      <a:pt x="796" y="0"/>
                    </a:moveTo>
                    <a:lnTo>
                      <a:pt x="780" y="8"/>
                    </a:lnTo>
                    <a:lnTo>
                      <a:pt x="807" y="136"/>
                    </a:lnTo>
                    <a:lnTo>
                      <a:pt x="858" y="230"/>
                    </a:lnTo>
                    <a:lnTo>
                      <a:pt x="906" y="293"/>
                    </a:lnTo>
                    <a:lnTo>
                      <a:pt x="952" y="327"/>
                    </a:lnTo>
                    <a:lnTo>
                      <a:pt x="1093" y="342"/>
                    </a:lnTo>
                    <a:lnTo>
                      <a:pt x="1117" y="373"/>
                    </a:lnTo>
                    <a:lnTo>
                      <a:pt x="1144" y="413"/>
                    </a:lnTo>
                    <a:lnTo>
                      <a:pt x="994" y="487"/>
                    </a:lnTo>
                    <a:lnTo>
                      <a:pt x="858" y="542"/>
                    </a:lnTo>
                    <a:lnTo>
                      <a:pt x="614" y="597"/>
                    </a:lnTo>
                    <a:lnTo>
                      <a:pt x="187" y="678"/>
                    </a:lnTo>
                    <a:lnTo>
                      <a:pt x="93" y="720"/>
                    </a:lnTo>
                    <a:lnTo>
                      <a:pt x="86" y="762"/>
                    </a:lnTo>
                    <a:lnTo>
                      <a:pt x="108" y="771"/>
                    </a:lnTo>
                    <a:lnTo>
                      <a:pt x="868" y="733"/>
                    </a:lnTo>
                    <a:lnTo>
                      <a:pt x="614" y="844"/>
                    </a:lnTo>
                    <a:lnTo>
                      <a:pt x="471" y="879"/>
                    </a:lnTo>
                    <a:lnTo>
                      <a:pt x="157" y="929"/>
                    </a:lnTo>
                    <a:lnTo>
                      <a:pt x="68" y="964"/>
                    </a:lnTo>
                    <a:lnTo>
                      <a:pt x="0" y="1012"/>
                    </a:lnTo>
                    <a:lnTo>
                      <a:pt x="0" y="1021"/>
                    </a:lnTo>
                    <a:lnTo>
                      <a:pt x="65" y="1077"/>
                    </a:lnTo>
                    <a:lnTo>
                      <a:pt x="948" y="943"/>
                    </a:lnTo>
                    <a:lnTo>
                      <a:pt x="906" y="1012"/>
                    </a:lnTo>
                    <a:lnTo>
                      <a:pt x="734" y="1105"/>
                    </a:lnTo>
                    <a:lnTo>
                      <a:pt x="528" y="1199"/>
                    </a:lnTo>
                    <a:lnTo>
                      <a:pt x="273" y="1287"/>
                    </a:lnTo>
                    <a:lnTo>
                      <a:pt x="259" y="1307"/>
                    </a:lnTo>
                    <a:lnTo>
                      <a:pt x="261" y="1342"/>
                    </a:lnTo>
                    <a:lnTo>
                      <a:pt x="295" y="1370"/>
                    </a:lnTo>
                    <a:lnTo>
                      <a:pt x="363" y="1370"/>
                    </a:lnTo>
                    <a:lnTo>
                      <a:pt x="491" y="1342"/>
                    </a:lnTo>
                    <a:lnTo>
                      <a:pt x="796" y="1241"/>
                    </a:lnTo>
                    <a:lnTo>
                      <a:pt x="994" y="1186"/>
                    </a:lnTo>
                    <a:lnTo>
                      <a:pt x="1117" y="1176"/>
                    </a:lnTo>
                    <a:lnTo>
                      <a:pt x="1105" y="1192"/>
                    </a:lnTo>
                    <a:lnTo>
                      <a:pt x="1011" y="1331"/>
                    </a:lnTo>
                    <a:lnTo>
                      <a:pt x="923" y="1423"/>
                    </a:lnTo>
                    <a:lnTo>
                      <a:pt x="662" y="1520"/>
                    </a:lnTo>
                    <a:lnTo>
                      <a:pt x="664" y="1536"/>
                    </a:lnTo>
                    <a:lnTo>
                      <a:pt x="710" y="1554"/>
                    </a:lnTo>
                    <a:lnTo>
                      <a:pt x="868" y="1522"/>
                    </a:lnTo>
                    <a:lnTo>
                      <a:pt x="1093" y="1467"/>
                    </a:lnTo>
                    <a:lnTo>
                      <a:pt x="1148" y="1437"/>
                    </a:lnTo>
                    <a:lnTo>
                      <a:pt x="1244" y="1316"/>
                    </a:lnTo>
                    <a:lnTo>
                      <a:pt x="1529" y="1186"/>
                    </a:lnTo>
                    <a:lnTo>
                      <a:pt x="1708" y="1087"/>
                    </a:lnTo>
                    <a:lnTo>
                      <a:pt x="1849" y="1028"/>
                    </a:lnTo>
                    <a:lnTo>
                      <a:pt x="1974" y="997"/>
                    </a:lnTo>
                    <a:lnTo>
                      <a:pt x="2062" y="975"/>
                    </a:lnTo>
                    <a:lnTo>
                      <a:pt x="2062" y="929"/>
                    </a:lnTo>
                    <a:lnTo>
                      <a:pt x="2022" y="771"/>
                    </a:lnTo>
                    <a:lnTo>
                      <a:pt x="1997" y="661"/>
                    </a:lnTo>
                    <a:lnTo>
                      <a:pt x="1849" y="501"/>
                    </a:lnTo>
                    <a:lnTo>
                      <a:pt x="1677" y="402"/>
                    </a:lnTo>
                    <a:lnTo>
                      <a:pt x="1486" y="286"/>
                    </a:lnTo>
                    <a:lnTo>
                      <a:pt x="1266" y="194"/>
                    </a:lnTo>
                    <a:lnTo>
                      <a:pt x="1097" y="184"/>
                    </a:lnTo>
                    <a:lnTo>
                      <a:pt x="957" y="153"/>
                    </a:lnTo>
                    <a:lnTo>
                      <a:pt x="881" y="92"/>
                    </a:lnTo>
                    <a:lnTo>
                      <a:pt x="796" y="0"/>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5" name="Freeform 164">
                <a:extLst>
                  <a:ext uri="{FF2B5EF4-FFF2-40B4-BE49-F238E27FC236}">
                    <a16:creationId xmlns:a16="http://schemas.microsoft.com/office/drawing/2014/main" id="{ED83304E-AD13-83AE-90E8-436451DA3011}"/>
                  </a:ext>
                </a:extLst>
              </p:cNvPr>
              <p:cNvSpPr>
                <a:spLocks/>
              </p:cNvSpPr>
              <p:nvPr/>
            </p:nvSpPr>
            <p:spPr bwMode="auto">
              <a:xfrm>
                <a:off x="4152" y="1406"/>
                <a:ext cx="108" cy="95"/>
              </a:xfrm>
              <a:custGeom>
                <a:avLst/>
                <a:gdLst>
                  <a:gd name="T0" fmla="*/ 0 w 864"/>
                  <a:gd name="T1" fmla="*/ 0 h 764"/>
                  <a:gd name="T2" fmla="*/ 0 w 864"/>
                  <a:gd name="T3" fmla="*/ 0 h 764"/>
                  <a:gd name="T4" fmla="*/ 0 w 864"/>
                  <a:gd name="T5" fmla="*/ 0 h 764"/>
                  <a:gd name="T6" fmla="*/ 0 w 864"/>
                  <a:gd name="T7" fmla="*/ 0 h 764"/>
                  <a:gd name="T8" fmla="*/ 0 w 864"/>
                  <a:gd name="T9" fmla="*/ 0 h 764"/>
                  <a:gd name="T10" fmla="*/ 0 w 864"/>
                  <a:gd name="T11" fmla="*/ 0 h 764"/>
                  <a:gd name="T12" fmla="*/ 0 w 864"/>
                  <a:gd name="T13" fmla="*/ 0 h 764"/>
                  <a:gd name="T14" fmla="*/ 0 w 864"/>
                  <a:gd name="T15" fmla="*/ 0 h 764"/>
                  <a:gd name="T16" fmla="*/ 0 w 864"/>
                  <a:gd name="T17" fmla="*/ 0 h 764"/>
                  <a:gd name="T18" fmla="*/ 0 w 864"/>
                  <a:gd name="T19" fmla="*/ 0 h 764"/>
                  <a:gd name="T20" fmla="*/ 0 w 864"/>
                  <a:gd name="T21" fmla="*/ 0 h 764"/>
                  <a:gd name="T22" fmla="*/ 0 w 864"/>
                  <a:gd name="T23" fmla="*/ 0 h 764"/>
                  <a:gd name="T24" fmla="*/ 0 w 864"/>
                  <a:gd name="T25" fmla="*/ 0 h 764"/>
                  <a:gd name="T26" fmla="*/ 0 w 864"/>
                  <a:gd name="T27" fmla="*/ 0 h 76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64"/>
                  <a:gd name="T43" fmla="*/ 0 h 764"/>
                  <a:gd name="T44" fmla="*/ 864 w 864"/>
                  <a:gd name="T45" fmla="*/ 764 h 76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64" h="764">
                    <a:moveTo>
                      <a:pt x="357" y="0"/>
                    </a:moveTo>
                    <a:lnTo>
                      <a:pt x="477" y="70"/>
                    </a:lnTo>
                    <a:lnTo>
                      <a:pt x="640" y="211"/>
                    </a:lnTo>
                    <a:lnTo>
                      <a:pt x="754" y="321"/>
                    </a:lnTo>
                    <a:lnTo>
                      <a:pt x="841" y="444"/>
                    </a:lnTo>
                    <a:lnTo>
                      <a:pt x="864" y="527"/>
                    </a:lnTo>
                    <a:lnTo>
                      <a:pt x="864" y="602"/>
                    </a:lnTo>
                    <a:lnTo>
                      <a:pt x="850" y="663"/>
                    </a:lnTo>
                    <a:lnTo>
                      <a:pt x="249" y="764"/>
                    </a:lnTo>
                    <a:lnTo>
                      <a:pt x="244" y="624"/>
                    </a:lnTo>
                    <a:lnTo>
                      <a:pt x="225" y="464"/>
                    </a:lnTo>
                    <a:lnTo>
                      <a:pt x="184" y="345"/>
                    </a:lnTo>
                    <a:lnTo>
                      <a:pt x="0" y="112"/>
                    </a:lnTo>
                    <a:lnTo>
                      <a:pt x="35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6" name="Freeform 165">
                <a:extLst>
                  <a:ext uri="{FF2B5EF4-FFF2-40B4-BE49-F238E27FC236}">
                    <a16:creationId xmlns:a16="http://schemas.microsoft.com/office/drawing/2014/main" id="{AB43DC30-29BD-BBB0-4160-75934BF8B286}"/>
                  </a:ext>
                </a:extLst>
              </p:cNvPr>
              <p:cNvSpPr>
                <a:spLocks/>
              </p:cNvSpPr>
              <p:nvPr/>
            </p:nvSpPr>
            <p:spPr bwMode="auto">
              <a:xfrm>
                <a:off x="4278" y="953"/>
                <a:ext cx="142" cy="383"/>
              </a:xfrm>
              <a:custGeom>
                <a:avLst/>
                <a:gdLst>
                  <a:gd name="T0" fmla="*/ 0 w 1136"/>
                  <a:gd name="T1" fmla="*/ 0 h 3065"/>
                  <a:gd name="T2" fmla="*/ 0 w 1136"/>
                  <a:gd name="T3" fmla="*/ 0 h 3065"/>
                  <a:gd name="T4" fmla="*/ 0 w 1136"/>
                  <a:gd name="T5" fmla="*/ 0 h 3065"/>
                  <a:gd name="T6" fmla="*/ 0 w 1136"/>
                  <a:gd name="T7" fmla="*/ 0 h 3065"/>
                  <a:gd name="T8" fmla="*/ 0 w 1136"/>
                  <a:gd name="T9" fmla="*/ 0 h 3065"/>
                  <a:gd name="T10" fmla="*/ 0 w 1136"/>
                  <a:gd name="T11" fmla="*/ 0 h 3065"/>
                  <a:gd name="T12" fmla="*/ 0 w 1136"/>
                  <a:gd name="T13" fmla="*/ 0 h 3065"/>
                  <a:gd name="T14" fmla="*/ 0 w 1136"/>
                  <a:gd name="T15" fmla="*/ 0 h 3065"/>
                  <a:gd name="T16" fmla="*/ 0 w 1136"/>
                  <a:gd name="T17" fmla="*/ 0 h 3065"/>
                  <a:gd name="T18" fmla="*/ 0 w 1136"/>
                  <a:gd name="T19" fmla="*/ 0 h 3065"/>
                  <a:gd name="T20" fmla="*/ 0 w 1136"/>
                  <a:gd name="T21" fmla="*/ 0 h 3065"/>
                  <a:gd name="T22" fmla="*/ 0 w 1136"/>
                  <a:gd name="T23" fmla="*/ 0 h 3065"/>
                  <a:gd name="T24" fmla="*/ 0 w 1136"/>
                  <a:gd name="T25" fmla="*/ 0 h 3065"/>
                  <a:gd name="T26" fmla="*/ 0 w 1136"/>
                  <a:gd name="T27" fmla="*/ 0 h 3065"/>
                  <a:gd name="T28" fmla="*/ 0 w 1136"/>
                  <a:gd name="T29" fmla="*/ 0 h 3065"/>
                  <a:gd name="T30" fmla="*/ 0 w 1136"/>
                  <a:gd name="T31" fmla="*/ 0 h 3065"/>
                  <a:gd name="T32" fmla="*/ 0 w 1136"/>
                  <a:gd name="T33" fmla="*/ 0 h 3065"/>
                  <a:gd name="T34" fmla="*/ 0 w 1136"/>
                  <a:gd name="T35" fmla="*/ 0 h 306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36"/>
                  <a:gd name="T55" fmla="*/ 0 h 3065"/>
                  <a:gd name="T56" fmla="*/ 1136 w 1136"/>
                  <a:gd name="T57" fmla="*/ 3065 h 306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36" h="3065">
                    <a:moveTo>
                      <a:pt x="1063" y="0"/>
                    </a:moveTo>
                    <a:lnTo>
                      <a:pt x="1136" y="102"/>
                    </a:lnTo>
                    <a:lnTo>
                      <a:pt x="1044" y="516"/>
                    </a:lnTo>
                    <a:lnTo>
                      <a:pt x="710" y="1153"/>
                    </a:lnTo>
                    <a:lnTo>
                      <a:pt x="629" y="1377"/>
                    </a:lnTo>
                    <a:lnTo>
                      <a:pt x="560" y="1644"/>
                    </a:lnTo>
                    <a:lnTo>
                      <a:pt x="525" y="1868"/>
                    </a:lnTo>
                    <a:lnTo>
                      <a:pt x="537" y="2091"/>
                    </a:lnTo>
                    <a:lnTo>
                      <a:pt x="571" y="2370"/>
                    </a:lnTo>
                    <a:lnTo>
                      <a:pt x="629" y="2829"/>
                    </a:lnTo>
                    <a:lnTo>
                      <a:pt x="177" y="3065"/>
                    </a:lnTo>
                    <a:lnTo>
                      <a:pt x="122" y="2404"/>
                    </a:lnTo>
                    <a:lnTo>
                      <a:pt x="134" y="1935"/>
                    </a:lnTo>
                    <a:lnTo>
                      <a:pt x="177" y="1676"/>
                    </a:lnTo>
                    <a:lnTo>
                      <a:pt x="210" y="1443"/>
                    </a:lnTo>
                    <a:lnTo>
                      <a:pt x="0" y="715"/>
                    </a:lnTo>
                    <a:lnTo>
                      <a:pt x="617" y="138"/>
                    </a:lnTo>
                    <a:lnTo>
                      <a:pt x="106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7" name="Freeform 166">
                <a:extLst>
                  <a:ext uri="{FF2B5EF4-FFF2-40B4-BE49-F238E27FC236}">
                    <a16:creationId xmlns:a16="http://schemas.microsoft.com/office/drawing/2014/main" id="{B21CB5EB-AB6E-B3E4-639A-65C14AC7B57C}"/>
                  </a:ext>
                </a:extLst>
              </p:cNvPr>
              <p:cNvSpPr>
                <a:spLocks/>
              </p:cNvSpPr>
              <p:nvPr/>
            </p:nvSpPr>
            <p:spPr bwMode="auto">
              <a:xfrm>
                <a:off x="4193" y="805"/>
                <a:ext cx="224" cy="242"/>
              </a:xfrm>
              <a:custGeom>
                <a:avLst/>
                <a:gdLst>
                  <a:gd name="T0" fmla="*/ 0 w 1786"/>
                  <a:gd name="T1" fmla="*/ 0 h 1939"/>
                  <a:gd name="T2" fmla="*/ 0 w 1786"/>
                  <a:gd name="T3" fmla="*/ 0 h 1939"/>
                  <a:gd name="T4" fmla="*/ 0 w 1786"/>
                  <a:gd name="T5" fmla="*/ 0 h 1939"/>
                  <a:gd name="T6" fmla="*/ 0 w 1786"/>
                  <a:gd name="T7" fmla="*/ 0 h 1939"/>
                  <a:gd name="T8" fmla="*/ 0 w 1786"/>
                  <a:gd name="T9" fmla="*/ 0 h 1939"/>
                  <a:gd name="T10" fmla="*/ 0 w 1786"/>
                  <a:gd name="T11" fmla="*/ 0 h 1939"/>
                  <a:gd name="T12" fmla="*/ 0 w 1786"/>
                  <a:gd name="T13" fmla="*/ 0 h 1939"/>
                  <a:gd name="T14" fmla="*/ 0 w 1786"/>
                  <a:gd name="T15" fmla="*/ 0 h 1939"/>
                  <a:gd name="T16" fmla="*/ 0 w 1786"/>
                  <a:gd name="T17" fmla="*/ 0 h 1939"/>
                  <a:gd name="T18" fmla="*/ 0 w 1786"/>
                  <a:gd name="T19" fmla="*/ 0 h 1939"/>
                  <a:gd name="T20" fmla="*/ 0 w 1786"/>
                  <a:gd name="T21" fmla="*/ 0 h 1939"/>
                  <a:gd name="T22" fmla="*/ 0 w 1786"/>
                  <a:gd name="T23" fmla="*/ 0 h 1939"/>
                  <a:gd name="T24" fmla="*/ 0 w 1786"/>
                  <a:gd name="T25" fmla="*/ 0 h 1939"/>
                  <a:gd name="T26" fmla="*/ 0 w 1786"/>
                  <a:gd name="T27" fmla="*/ 0 h 1939"/>
                  <a:gd name="T28" fmla="*/ 0 w 1786"/>
                  <a:gd name="T29" fmla="*/ 0 h 1939"/>
                  <a:gd name="T30" fmla="*/ 0 w 1786"/>
                  <a:gd name="T31" fmla="*/ 0 h 1939"/>
                  <a:gd name="T32" fmla="*/ 0 w 1786"/>
                  <a:gd name="T33" fmla="*/ 0 h 1939"/>
                  <a:gd name="T34" fmla="*/ 0 w 1786"/>
                  <a:gd name="T35" fmla="*/ 0 h 1939"/>
                  <a:gd name="T36" fmla="*/ 0 w 1786"/>
                  <a:gd name="T37" fmla="*/ 0 h 1939"/>
                  <a:gd name="T38" fmla="*/ 0 w 1786"/>
                  <a:gd name="T39" fmla="*/ 0 h 1939"/>
                  <a:gd name="T40" fmla="*/ 0 w 1786"/>
                  <a:gd name="T41" fmla="*/ 0 h 1939"/>
                  <a:gd name="T42" fmla="*/ 0 w 1786"/>
                  <a:gd name="T43" fmla="*/ 0 h 1939"/>
                  <a:gd name="T44" fmla="*/ 0 w 1786"/>
                  <a:gd name="T45" fmla="*/ 0 h 1939"/>
                  <a:gd name="T46" fmla="*/ 0 w 1786"/>
                  <a:gd name="T47" fmla="*/ 0 h 1939"/>
                  <a:gd name="T48" fmla="*/ 0 w 1786"/>
                  <a:gd name="T49" fmla="*/ 0 h 1939"/>
                  <a:gd name="T50" fmla="*/ 0 w 1786"/>
                  <a:gd name="T51" fmla="*/ 0 h 1939"/>
                  <a:gd name="T52" fmla="*/ 0 w 1786"/>
                  <a:gd name="T53" fmla="*/ 0 h 1939"/>
                  <a:gd name="T54" fmla="*/ 0 w 1786"/>
                  <a:gd name="T55" fmla="*/ 0 h 1939"/>
                  <a:gd name="T56" fmla="*/ 0 w 1786"/>
                  <a:gd name="T57" fmla="*/ 0 h 1939"/>
                  <a:gd name="T58" fmla="*/ 0 w 1786"/>
                  <a:gd name="T59" fmla="*/ 0 h 1939"/>
                  <a:gd name="T60" fmla="*/ 0 w 1786"/>
                  <a:gd name="T61" fmla="*/ 0 h 193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86"/>
                  <a:gd name="T94" fmla="*/ 0 h 1939"/>
                  <a:gd name="T95" fmla="*/ 1786 w 1786"/>
                  <a:gd name="T96" fmla="*/ 1939 h 193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86" h="1939">
                    <a:moveTo>
                      <a:pt x="68" y="136"/>
                    </a:moveTo>
                    <a:lnTo>
                      <a:pt x="0" y="741"/>
                    </a:lnTo>
                    <a:lnTo>
                      <a:pt x="68" y="899"/>
                    </a:lnTo>
                    <a:lnTo>
                      <a:pt x="68" y="960"/>
                    </a:lnTo>
                    <a:lnTo>
                      <a:pt x="68" y="1066"/>
                    </a:lnTo>
                    <a:lnTo>
                      <a:pt x="43" y="1165"/>
                    </a:lnTo>
                    <a:lnTo>
                      <a:pt x="87" y="1287"/>
                    </a:lnTo>
                    <a:lnTo>
                      <a:pt x="202" y="1432"/>
                    </a:lnTo>
                    <a:lnTo>
                      <a:pt x="244" y="1512"/>
                    </a:lnTo>
                    <a:lnTo>
                      <a:pt x="327" y="1655"/>
                    </a:lnTo>
                    <a:lnTo>
                      <a:pt x="391" y="1884"/>
                    </a:lnTo>
                    <a:lnTo>
                      <a:pt x="448" y="1939"/>
                    </a:lnTo>
                    <a:lnTo>
                      <a:pt x="596" y="1939"/>
                    </a:lnTo>
                    <a:lnTo>
                      <a:pt x="833" y="1900"/>
                    </a:lnTo>
                    <a:lnTo>
                      <a:pt x="991" y="1866"/>
                    </a:lnTo>
                    <a:lnTo>
                      <a:pt x="1178" y="1923"/>
                    </a:lnTo>
                    <a:lnTo>
                      <a:pt x="1311" y="1859"/>
                    </a:lnTo>
                    <a:lnTo>
                      <a:pt x="1448" y="1701"/>
                    </a:lnTo>
                    <a:lnTo>
                      <a:pt x="1639" y="1512"/>
                    </a:lnTo>
                    <a:lnTo>
                      <a:pt x="1696" y="1398"/>
                    </a:lnTo>
                    <a:lnTo>
                      <a:pt x="1728" y="1277"/>
                    </a:lnTo>
                    <a:lnTo>
                      <a:pt x="1719" y="1121"/>
                    </a:lnTo>
                    <a:lnTo>
                      <a:pt x="1705" y="918"/>
                    </a:lnTo>
                    <a:lnTo>
                      <a:pt x="1749" y="828"/>
                    </a:lnTo>
                    <a:lnTo>
                      <a:pt x="1786" y="639"/>
                    </a:lnTo>
                    <a:lnTo>
                      <a:pt x="1774" y="563"/>
                    </a:lnTo>
                    <a:lnTo>
                      <a:pt x="1719" y="517"/>
                    </a:lnTo>
                    <a:lnTo>
                      <a:pt x="741" y="0"/>
                    </a:lnTo>
                    <a:lnTo>
                      <a:pt x="573" y="0"/>
                    </a:lnTo>
                    <a:lnTo>
                      <a:pt x="169" y="123"/>
                    </a:lnTo>
                    <a:lnTo>
                      <a:pt x="68" y="136"/>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8" name="Freeform 167">
                <a:extLst>
                  <a:ext uri="{FF2B5EF4-FFF2-40B4-BE49-F238E27FC236}">
                    <a16:creationId xmlns:a16="http://schemas.microsoft.com/office/drawing/2014/main" id="{90B623B1-91C8-43A0-16BC-EA86C4BC2ED1}"/>
                  </a:ext>
                </a:extLst>
              </p:cNvPr>
              <p:cNvSpPr>
                <a:spLocks/>
              </p:cNvSpPr>
              <p:nvPr/>
            </p:nvSpPr>
            <p:spPr bwMode="auto">
              <a:xfrm>
                <a:off x="4295" y="1068"/>
                <a:ext cx="61" cy="267"/>
              </a:xfrm>
              <a:custGeom>
                <a:avLst/>
                <a:gdLst>
                  <a:gd name="T0" fmla="*/ 0 w 495"/>
                  <a:gd name="T1" fmla="*/ 0 h 2134"/>
                  <a:gd name="T2" fmla="*/ 0 w 495"/>
                  <a:gd name="T3" fmla="*/ 0 h 2134"/>
                  <a:gd name="T4" fmla="*/ 0 w 495"/>
                  <a:gd name="T5" fmla="*/ 0 h 2134"/>
                  <a:gd name="T6" fmla="*/ 0 w 495"/>
                  <a:gd name="T7" fmla="*/ 0 h 2134"/>
                  <a:gd name="T8" fmla="*/ 0 w 495"/>
                  <a:gd name="T9" fmla="*/ 0 h 2134"/>
                  <a:gd name="T10" fmla="*/ 0 w 495"/>
                  <a:gd name="T11" fmla="*/ 0 h 2134"/>
                  <a:gd name="T12" fmla="*/ 0 w 495"/>
                  <a:gd name="T13" fmla="*/ 0 h 2134"/>
                  <a:gd name="T14" fmla="*/ 0 w 495"/>
                  <a:gd name="T15" fmla="*/ 0 h 2134"/>
                  <a:gd name="T16" fmla="*/ 0 w 495"/>
                  <a:gd name="T17" fmla="*/ 0 h 2134"/>
                  <a:gd name="T18" fmla="*/ 0 w 495"/>
                  <a:gd name="T19" fmla="*/ 0 h 2134"/>
                  <a:gd name="T20" fmla="*/ 0 w 495"/>
                  <a:gd name="T21" fmla="*/ 0 h 2134"/>
                  <a:gd name="T22" fmla="*/ 0 w 495"/>
                  <a:gd name="T23" fmla="*/ 0 h 2134"/>
                  <a:gd name="T24" fmla="*/ 0 w 495"/>
                  <a:gd name="T25" fmla="*/ 0 h 2134"/>
                  <a:gd name="T26" fmla="*/ 0 w 495"/>
                  <a:gd name="T27" fmla="*/ 0 h 2134"/>
                  <a:gd name="T28" fmla="*/ 0 w 495"/>
                  <a:gd name="T29" fmla="*/ 0 h 2134"/>
                  <a:gd name="T30" fmla="*/ 0 w 495"/>
                  <a:gd name="T31" fmla="*/ 0 h 2134"/>
                  <a:gd name="T32" fmla="*/ 0 w 495"/>
                  <a:gd name="T33" fmla="*/ 0 h 2134"/>
                  <a:gd name="T34" fmla="*/ 0 w 495"/>
                  <a:gd name="T35" fmla="*/ 0 h 2134"/>
                  <a:gd name="T36" fmla="*/ 0 w 495"/>
                  <a:gd name="T37" fmla="*/ 0 h 213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95"/>
                  <a:gd name="T58" fmla="*/ 0 h 2134"/>
                  <a:gd name="T59" fmla="*/ 495 w 495"/>
                  <a:gd name="T60" fmla="*/ 2134 h 213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95" h="2134">
                    <a:moveTo>
                      <a:pt x="221" y="0"/>
                    </a:moveTo>
                    <a:lnTo>
                      <a:pt x="158" y="99"/>
                    </a:lnTo>
                    <a:lnTo>
                      <a:pt x="133" y="224"/>
                    </a:lnTo>
                    <a:lnTo>
                      <a:pt x="133" y="325"/>
                    </a:lnTo>
                    <a:lnTo>
                      <a:pt x="142" y="389"/>
                    </a:lnTo>
                    <a:lnTo>
                      <a:pt x="68" y="602"/>
                    </a:lnTo>
                    <a:lnTo>
                      <a:pt x="24" y="795"/>
                    </a:lnTo>
                    <a:lnTo>
                      <a:pt x="0" y="1127"/>
                    </a:lnTo>
                    <a:lnTo>
                      <a:pt x="0" y="1418"/>
                    </a:lnTo>
                    <a:lnTo>
                      <a:pt x="11" y="1699"/>
                    </a:lnTo>
                    <a:lnTo>
                      <a:pt x="68" y="2134"/>
                    </a:lnTo>
                    <a:lnTo>
                      <a:pt x="495" y="1911"/>
                    </a:lnTo>
                    <a:lnTo>
                      <a:pt x="426" y="1409"/>
                    </a:lnTo>
                    <a:lnTo>
                      <a:pt x="403" y="1072"/>
                    </a:lnTo>
                    <a:lnTo>
                      <a:pt x="369" y="682"/>
                    </a:lnTo>
                    <a:lnTo>
                      <a:pt x="357" y="512"/>
                    </a:lnTo>
                    <a:lnTo>
                      <a:pt x="313" y="350"/>
                    </a:lnTo>
                    <a:lnTo>
                      <a:pt x="235" y="124"/>
                    </a:lnTo>
                    <a:lnTo>
                      <a:pt x="221"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9" name="Freeform 168">
                <a:extLst>
                  <a:ext uri="{FF2B5EF4-FFF2-40B4-BE49-F238E27FC236}">
                    <a16:creationId xmlns:a16="http://schemas.microsoft.com/office/drawing/2014/main" id="{4E83C542-C1DB-22C8-BB63-81E924AAB1A7}"/>
                  </a:ext>
                </a:extLst>
              </p:cNvPr>
              <p:cNvSpPr>
                <a:spLocks/>
              </p:cNvSpPr>
              <p:nvPr/>
            </p:nvSpPr>
            <p:spPr bwMode="auto">
              <a:xfrm>
                <a:off x="4233" y="991"/>
                <a:ext cx="40" cy="14"/>
              </a:xfrm>
              <a:custGeom>
                <a:avLst/>
                <a:gdLst>
                  <a:gd name="T0" fmla="*/ 0 w 316"/>
                  <a:gd name="T1" fmla="*/ 0 h 112"/>
                  <a:gd name="T2" fmla="*/ 0 w 316"/>
                  <a:gd name="T3" fmla="*/ 0 h 112"/>
                  <a:gd name="T4" fmla="*/ 0 w 316"/>
                  <a:gd name="T5" fmla="*/ 0 h 112"/>
                  <a:gd name="T6" fmla="*/ 0 w 316"/>
                  <a:gd name="T7" fmla="*/ 0 h 112"/>
                  <a:gd name="T8" fmla="*/ 0 w 316"/>
                  <a:gd name="T9" fmla="*/ 0 h 112"/>
                  <a:gd name="T10" fmla="*/ 0 w 316"/>
                  <a:gd name="T11" fmla="*/ 0 h 112"/>
                  <a:gd name="T12" fmla="*/ 0 w 316"/>
                  <a:gd name="T13" fmla="*/ 0 h 112"/>
                  <a:gd name="T14" fmla="*/ 0 w 316"/>
                  <a:gd name="T15" fmla="*/ 0 h 112"/>
                  <a:gd name="T16" fmla="*/ 0 60000 65536"/>
                  <a:gd name="T17" fmla="*/ 0 60000 65536"/>
                  <a:gd name="T18" fmla="*/ 0 60000 65536"/>
                  <a:gd name="T19" fmla="*/ 0 60000 65536"/>
                  <a:gd name="T20" fmla="*/ 0 60000 65536"/>
                  <a:gd name="T21" fmla="*/ 0 60000 65536"/>
                  <a:gd name="T22" fmla="*/ 0 60000 65536"/>
                  <a:gd name="T23" fmla="*/ 0 60000 65536"/>
                  <a:gd name="T24" fmla="*/ 0 w 316"/>
                  <a:gd name="T25" fmla="*/ 0 h 112"/>
                  <a:gd name="T26" fmla="*/ 316 w 316"/>
                  <a:gd name="T27" fmla="*/ 112 h 1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6" h="112">
                    <a:moveTo>
                      <a:pt x="0" y="24"/>
                    </a:moveTo>
                    <a:lnTo>
                      <a:pt x="50" y="24"/>
                    </a:lnTo>
                    <a:lnTo>
                      <a:pt x="113" y="13"/>
                    </a:lnTo>
                    <a:lnTo>
                      <a:pt x="316" y="0"/>
                    </a:lnTo>
                    <a:lnTo>
                      <a:pt x="305" y="43"/>
                    </a:lnTo>
                    <a:lnTo>
                      <a:pt x="184" y="112"/>
                    </a:lnTo>
                    <a:lnTo>
                      <a:pt x="61" y="112"/>
                    </a:lnTo>
                    <a:lnTo>
                      <a:pt x="0" y="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0" name="Freeform 169">
                <a:extLst>
                  <a:ext uri="{FF2B5EF4-FFF2-40B4-BE49-F238E27FC236}">
                    <a16:creationId xmlns:a16="http://schemas.microsoft.com/office/drawing/2014/main" id="{91C5E67A-AC6B-4238-31E0-EE6F929B8B49}"/>
                  </a:ext>
                </a:extLst>
              </p:cNvPr>
              <p:cNvSpPr>
                <a:spLocks/>
              </p:cNvSpPr>
              <p:nvPr/>
            </p:nvSpPr>
            <p:spPr bwMode="auto">
              <a:xfrm>
                <a:off x="3706" y="941"/>
                <a:ext cx="480" cy="416"/>
              </a:xfrm>
              <a:custGeom>
                <a:avLst/>
                <a:gdLst>
                  <a:gd name="T0" fmla="*/ 0 w 3840"/>
                  <a:gd name="T1" fmla="*/ 0 h 3333"/>
                  <a:gd name="T2" fmla="*/ 0 w 3840"/>
                  <a:gd name="T3" fmla="*/ 0 h 3333"/>
                  <a:gd name="T4" fmla="*/ 0 w 3840"/>
                  <a:gd name="T5" fmla="*/ 0 h 3333"/>
                  <a:gd name="T6" fmla="*/ 0 w 3840"/>
                  <a:gd name="T7" fmla="*/ 0 h 3333"/>
                  <a:gd name="T8" fmla="*/ 0 w 3840"/>
                  <a:gd name="T9" fmla="*/ 0 h 3333"/>
                  <a:gd name="T10" fmla="*/ 0 w 3840"/>
                  <a:gd name="T11" fmla="*/ 0 h 3333"/>
                  <a:gd name="T12" fmla="*/ 0 w 3840"/>
                  <a:gd name="T13" fmla="*/ 0 h 3333"/>
                  <a:gd name="T14" fmla="*/ 0 w 3840"/>
                  <a:gd name="T15" fmla="*/ 0 h 3333"/>
                  <a:gd name="T16" fmla="*/ 0 w 3840"/>
                  <a:gd name="T17" fmla="*/ 0 h 3333"/>
                  <a:gd name="T18" fmla="*/ 0 w 3840"/>
                  <a:gd name="T19" fmla="*/ 0 h 3333"/>
                  <a:gd name="T20" fmla="*/ 0 w 3840"/>
                  <a:gd name="T21" fmla="*/ 0 h 3333"/>
                  <a:gd name="T22" fmla="*/ 0 w 3840"/>
                  <a:gd name="T23" fmla="*/ 0 h 3333"/>
                  <a:gd name="T24" fmla="*/ 0 w 3840"/>
                  <a:gd name="T25" fmla="*/ 0 h 3333"/>
                  <a:gd name="T26" fmla="*/ 0 w 3840"/>
                  <a:gd name="T27" fmla="*/ 0 h 3333"/>
                  <a:gd name="T28" fmla="*/ 0 w 3840"/>
                  <a:gd name="T29" fmla="*/ 0 h 3333"/>
                  <a:gd name="T30" fmla="*/ 0 w 3840"/>
                  <a:gd name="T31" fmla="*/ 0 h 3333"/>
                  <a:gd name="T32" fmla="*/ 0 w 3840"/>
                  <a:gd name="T33" fmla="*/ 0 h 3333"/>
                  <a:gd name="T34" fmla="*/ 0 w 3840"/>
                  <a:gd name="T35" fmla="*/ 0 h 3333"/>
                  <a:gd name="T36" fmla="*/ 0 w 3840"/>
                  <a:gd name="T37" fmla="*/ 0 h 3333"/>
                  <a:gd name="T38" fmla="*/ 0 w 3840"/>
                  <a:gd name="T39" fmla="*/ 0 h 3333"/>
                  <a:gd name="T40" fmla="*/ 0 w 3840"/>
                  <a:gd name="T41" fmla="*/ 0 h 3333"/>
                  <a:gd name="T42" fmla="*/ 0 w 3840"/>
                  <a:gd name="T43" fmla="*/ 0 h 3333"/>
                  <a:gd name="T44" fmla="*/ 0 w 3840"/>
                  <a:gd name="T45" fmla="*/ 0 h 3333"/>
                  <a:gd name="T46" fmla="*/ 0 w 3840"/>
                  <a:gd name="T47" fmla="*/ 0 h 333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840"/>
                  <a:gd name="T73" fmla="*/ 0 h 3333"/>
                  <a:gd name="T74" fmla="*/ 3840 w 3840"/>
                  <a:gd name="T75" fmla="*/ 3333 h 333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840" h="3333">
                    <a:moveTo>
                      <a:pt x="3670" y="3333"/>
                    </a:moveTo>
                    <a:lnTo>
                      <a:pt x="3840" y="1946"/>
                    </a:lnTo>
                    <a:lnTo>
                      <a:pt x="3785" y="1118"/>
                    </a:lnTo>
                    <a:lnTo>
                      <a:pt x="3659" y="707"/>
                    </a:lnTo>
                    <a:lnTo>
                      <a:pt x="3635" y="463"/>
                    </a:lnTo>
                    <a:lnTo>
                      <a:pt x="3197" y="300"/>
                    </a:lnTo>
                    <a:lnTo>
                      <a:pt x="2674" y="168"/>
                    </a:lnTo>
                    <a:lnTo>
                      <a:pt x="2358" y="0"/>
                    </a:lnTo>
                    <a:lnTo>
                      <a:pt x="1281" y="159"/>
                    </a:lnTo>
                    <a:lnTo>
                      <a:pt x="938" y="300"/>
                    </a:lnTo>
                    <a:lnTo>
                      <a:pt x="581" y="391"/>
                    </a:lnTo>
                    <a:lnTo>
                      <a:pt x="558" y="463"/>
                    </a:lnTo>
                    <a:lnTo>
                      <a:pt x="581" y="816"/>
                    </a:lnTo>
                    <a:lnTo>
                      <a:pt x="539" y="1019"/>
                    </a:lnTo>
                    <a:lnTo>
                      <a:pt x="516" y="1164"/>
                    </a:lnTo>
                    <a:lnTo>
                      <a:pt x="539" y="1261"/>
                    </a:lnTo>
                    <a:lnTo>
                      <a:pt x="581" y="1355"/>
                    </a:lnTo>
                    <a:lnTo>
                      <a:pt x="525" y="1509"/>
                    </a:lnTo>
                    <a:lnTo>
                      <a:pt x="539" y="1646"/>
                    </a:lnTo>
                    <a:lnTo>
                      <a:pt x="412" y="1892"/>
                    </a:lnTo>
                    <a:lnTo>
                      <a:pt x="315" y="2146"/>
                    </a:lnTo>
                    <a:lnTo>
                      <a:pt x="189" y="2259"/>
                    </a:lnTo>
                    <a:lnTo>
                      <a:pt x="0" y="2672"/>
                    </a:lnTo>
                    <a:lnTo>
                      <a:pt x="3670" y="3333"/>
                    </a:lnTo>
                    <a:close/>
                  </a:path>
                </a:pathLst>
              </a:custGeom>
              <a:solidFill>
                <a:srgbClr val="0042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1" name="Freeform 170">
                <a:extLst>
                  <a:ext uri="{FF2B5EF4-FFF2-40B4-BE49-F238E27FC236}">
                    <a16:creationId xmlns:a16="http://schemas.microsoft.com/office/drawing/2014/main" id="{FEB6DCBC-1715-CA94-AA2B-91FB268BD0A6}"/>
                  </a:ext>
                </a:extLst>
              </p:cNvPr>
              <p:cNvSpPr>
                <a:spLocks/>
              </p:cNvSpPr>
              <p:nvPr/>
            </p:nvSpPr>
            <p:spPr bwMode="auto">
              <a:xfrm>
                <a:off x="3947" y="1016"/>
                <a:ext cx="358" cy="268"/>
              </a:xfrm>
              <a:custGeom>
                <a:avLst/>
                <a:gdLst>
                  <a:gd name="T0" fmla="*/ 0 w 2866"/>
                  <a:gd name="T1" fmla="*/ 0 h 2144"/>
                  <a:gd name="T2" fmla="*/ 0 w 2866"/>
                  <a:gd name="T3" fmla="*/ 0 h 2144"/>
                  <a:gd name="T4" fmla="*/ 0 w 2866"/>
                  <a:gd name="T5" fmla="*/ 0 h 2144"/>
                  <a:gd name="T6" fmla="*/ 0 w 2866"/>
                  <a:gd name="T7" fmla="*/ 0 h 2144"/>
                  <a:gd name="T8" fmla="*/ 0 w 2866"/>
                  <a:gd name="T9" fmla="*/ 0 h 2144"/>
                  <a:gd name="T10" fmla="*/ 0 w 2866"/>
                  <a:gd name="T11" fmla="*/ 0 h 2144"/>
                  <a:gd name="T12" fmla="*/ 0 w 2866"/>
                  <a:gd name="T13" fmla="*/ 0 h 2144"/>
                  <a:gd name="T14" fmla="*/ 0 w 2866"/>
                  <a:gd name="T15" fmla="*/ 0 h 2144"/>
                  <a:gd name="T16" fmla="*/ 0 w 2866"/>
                  <a:gd name="T17" fmla="*/ 0 h 2144"/>
                  <a:gd name="T18" fmla="*/ 0 w 2866"/>
                  <a:gd name="T19" fmla="*/ 0 h 2144"/>
                  <a:gd name="T20" fmla="*/ 0 w 2866"/>
                  <a:gd name="T21" fmla="*/ 0 h 2144"/>
                  <a:gd name="T22" fmla="*/ 0 w 2866"/>
                  <a:gd name="T23" fmla="*/ 0 h 2144"/>
                  <a:gd name="T24" fmla="*/ 0 w 2866"/>
                  <a:gd name="T25" fmla="*/ 0 h 2144"/>
                  <a:gd name="T26" fmla="*/ 0 w 2866"/>
                  <a:gd name="T27" fmla="*/ 0 h 2144"/>
                  <a:gd name="T28" fmla="*/ 0 w 2866"/>
                  <a:gd name="T29" fmla="*/ 0 h 2144"/>
                  <a:gd name="T30" fmla="*/ 0 w 2866"/>
                  <a:gd name="T31" fmla="*/ 0 h 2144"/>
                  <a:gd name="T32" fmla="*/ 0 w 2866"/>
                  <a:gd name="T33" fmla="*/ 0 h 2144"/>
                  <a:gd name="T34" fmla="*/ 0 w 2866"/>
                  <a:gd name="T35" fmla="*/ 0 h 2144"/>
                  <a:gd name="T36" fmla="*/ 0 w 2866"/>
                  <a:gd name="T37" fmla="*/ 0 h 2144"/>
                  <a:gd name="T38" fmla="*/ 0 w 2866"/>
                  <a:gd name="T39" fmla="*/ 0 h 2144"/>
                  <a:gd name="T40" fmla="*/ 0 w 2866"/>
                  <a:gd name="T41" fmla="*/ 0 h 2144"/>
                  <a:gd name="T42" fmla="*/ 0 w 2866"/>
                  <a:gd name="T43" fmla="*/ 0 h 2144"/>
                  <a:gd name="T44" fmla="*/ 0 w 2866"/>
                  <a:gd name="T45" fmla="*/ 0 h 2144"/>
                  <a:gd name="T46" fmla="*/ 0 w 2866"/>
                  <a:gd name="T47" fmla="*/ 0 h 2144"/>
                  <a:gd name="T48" fmla="*/ 0 w 2866"/>
                  <a:gd name="T49" fmla="*/ 0 h 214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866"/>
                  <a:gd name="T76" fmla="*/ 0 h 2144"/>
                  <a:gd name="T77" fmla="*/ 2866 w 2866"/>
                  <a:gd name="T78" fmla="*/ 2144 h 214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866" h="2144">
                    <a:moveTo>
                      <a:pt x="2704" y="222"/>
                    </a:moveTo>
                    <a:lnTo>
                      <a:pt x="2719" y="325"/>
                    </a:lnTo>
                    <a:lnTo>
                      <a:pt x="2743" y="413"/>
                    </a:lnTo>
                    <a:lnTo>
                      <a:pt x="2796" y="537"/>
                    </a:lnTo>
                    <a:lnTo>
                      <a:pt x="2820" y="678"/>
                    </a:lnTo>
                    <a:lnTo>
                      <a:pt x="2842" y="848"/>
                    </a:lnTo>
                    <a:lnTo>
                      <a:pt x="2866" y="959"/>
                    </a:lnTo>
                    <a:lnTo>
                      <a:pt x="2808" y="1151"/>
                    </a:lnTo>
                    <a:lnTo>
                      <a:pt x="2787" y="1376"/>
                    </a:lnTo>
                    <a:lnTo>
                      <a:pt x="2774" y="1609"/>
                    </a:lnTo>
                    <a:lnTo>
                      <a:pt x="2517" y="2002"/>
                    </a:lnTo>
                    <a:lnTo>
                      <a:pt x="2102" y="1756"/>
                    </a:lnTo>
                    <a:lnTo>
                      <a:pt x="47" y="2144"/>
                    </a:lnTo>
                    <a:lnTo>
                      <a:pt x="0" y="1653"/>
                    </a:lnTo>
                    <a:lnTo>
                      <a:pt x="493" y="1439"/>
                    </a:lnTo>
                    <a:lnTo>
                      <a:pt x="1462" y="971"/>
                    </a:lnTo>
                    <a:lnTo>
                      <a:pt x="1482" y="749"/>
                    </a:lnTo>
                    <a:lnTo>
                      <a:pt x="1720" y="615"/>
                    </a:lnTo>
                    <a:lnTo>
                      <a:pt x="1934" y="233"/>
                    </a:lnTo>
                    <a:lnTo>
                      <a:pt x="2066" y="101"/>
                    </a:lnTo>
                    <a:lnTo>
                      <a:pt x="2289" y="0"/>
                    </a:lnTo>
                    <a:lnTo>
                      <a:pt x="2383" y="194"/>
                    </a:lnTo>
                    <a:lnTo>
                      <a:pt x="2460" y="249"/>
                    </a:lnTo>
                    <a:lnTo>
                      <a:pt x="2651" y="249"/>
                    </a:lnTo>
                    <a:lnTo>
                      <a:pt x="2704" y="222"/>
                    </a:lnTo>
                    <a:close/>
                  </a:path>
                </a:pathLst>
              </a:custGeom>
              <a:solidFill>
                <a:srgbClr val="0023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2" name="Freeform 171">
                <a:extLst>
                  <a:ext uri="{FF2B5EF4-FFF2-40B4-BE49-F238E27FC236}">
                    <a16:creationId xmlns:a16="http://schemas.microsoft.com/office/drawing/2014/main" id="{93A0572F-2471-6C37-B550-54F3FA9B8874}"/>
                  </a:ext>
                </a:extLst>
              </p:cNvPr>
              <p:cNvSpPr>
                <a:spLocks/>
              </p:cNvSpPr>
              <p:nvPr/>
            </p:nvSpPr>
            <p:spPr bwMode="auto">
              <a:xfrm>
                <a:off x="3916" y="1226"/>
                <a:ext cx="69" cy="90"/>
              </a:xfrm>
              <a:custGeom>
                <a:avLst/>
                <a:gdLst>
                  <a:gd name="T0" fmla="*/ 0 w 551"/>
                  <a:gd name="T1" fmla="*/ 0 h 726"/>
                  <a:gd name="T2" fmla="*/ 0 w 551"/>
                  <a:gd name="T3" fmla="*/ 0 h 726"/>
                  <a:gd name="T4" fmla="*/ 0 w 551"/>
                  <a:gd name="T5" fmla="*/ 0 h 726"/>
                  <a:gd name="T6" fmla="*/ 0 w 551"/>
                  <a:gd name="T7" fmla="*/ 0 h 726"/>
                  <a:gd name="T8" fmla="*/ 0 w 551"/>
                  <a:gd name="T9" fmla="*/ 0 h 726"/>
                  <a:gd name="T10" fmla="*/ 0 w 551"/>
                  <a:gd name="T11" fmla="*/ 0 h 726"/>
                  <a:gd name="T12" fmla="*/ 0 w 551"/>
                  <a:gd name="T13" fmla="*/ 0 h 726"/>
                  <a:gd name="T14" fmla="*/ 0 w 551"/>
                  <a:gd name="T15" fmla="*/ 0 h 726"/>
                  <a:gd name="T16" fmla="*/ 0 w 551"/>
                  <a:gd name="T17" fmla="*/ 0 h 726"/>
                  <a:gd name="T18" fmla="*/ 0 w 551"/>
                  <a:gd name="T19" fmla="*/ 0 h 726"/>
                  <a:gd name="T20" fmla="*/ 0 w 551"/>
                  <a:gd name="T21" fmla="*/ 0 h 7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1"/>
                  <a:gd name="T34" fmla="*/ 0 h 726"/>
                  <a:gd name="T35" fmla="*/ 551 w 551"/>
                  <a:gd name="T36" fmla="*/ 726 h 7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1" h="726">
                    <a:moveTo>
                      <a:pt x="261" y="0"/>
                    </a:moveTo>
                    <a:lnTo>
                      <a:pt x="0" y="82"/>
                    </a:lnTo>
                    <a:lnTo>
                      <a:pt x="283" y="726"/>
                    </a:lnTo>
                    <a:lnTo>
                      <a:pt x="459" y="717"/>
                    </a:lnTo>
                    <a:lnTo>
                      <a:pt x="517" y="671"/>
                    </a:lnTo>
                    <a:lnTo>
                      <a:pt x="551" y="560"/>
                    </a:lnTo>
                    <a:lnTo>
                      <a:pt x="551" y="380"/>
                    </a:lnTo>
                    <a:lnTo>
                      <a:pt x="517" y="225"/>
                    </a:lnTo>
                    <a:lnTo>
                      <a:pt x="448" y="104"/>
                    </a:lnTo>
                    <a:lnTo>
                      <a:pt x="369" y="37"/>
                    </a:lnTo>
                    <a:lnTo>
                      <a:pt x="2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3" name="Freeform 172">
                <a:extLst>
                  <a:ext uri="{FF2B5EF4-FFF2-40B4-BE49-F238E27FC236}">
                    <a16:creationId xmlns:a16="http://schemas.microsoft.com/office/drawing/2014/main" id="{46A1384D-7115-E669-D105-11E7694F57A9}"/>
                  </a:ext>
                </a:extLst>
              </p:cNvPr>
              <p:cNvSpPr>
                <a:spLocks/>
              </p:cNvSpPr>
              <p:nvPr/>
            </p:nvSpPr>
            <p:spPr bwMode="auto">
              <a:xfrm>
                <a:off x="3777" y="1239"/>
                <a:ext cx="175" cy="129"/>
              </a:xfrm>
              <a:custGeom>
                <a:avLst/>
                <a:gdLst>
                  <a:gd name="T0" fmla="*/ 0 w 1395"/>
                  <a:gd name="T1" fmla="*/ 0 h 1031"/>
                  <a:gd name="T2" fmla="*/ 0 w 1395"/>
                  <a:gd name="T3" fmla="*/ 0 h 1031"/>
                  <a:gd name="T4" fmla="*/ 0 w 1395"/>
                  <a:gd name="T5" fmla="*/ 0 h 1031"/>
                  <a:gd name="T6" fmla="*/ 0 w 1395"/>
                  <a:gd name="T7" fmla="*/ 0 h 1031"/>
                  <a:gd name="T8" fmla="*/ 0 w 1395"/>
                  <a:gd name="T9" fmla="*/ 0 h 1031"/>
                  <a:gd name="T10" fmla="*/ 0 w 1395"/>
                  <a:gd name="T11" fmla="*/ 0 h 1031"/>
                  <a:gd name="T12" fmla="*/ 0 w 1395"/>
                  <a:gd name="T13" fmla="*/ 0 h 1031"/>
                  <a:gd name="T14" fmla="*/ 0 w 1395"/>
                  <a:gd name="T15" fmla="*/ 0 h 1031"/>
                  <a:gd name="T16" fmla="*/ 0 w 1395"/>
                  <a:gd name="T17" fmla="*/ 0 h 1031"/>
                  <a:gd name="T18" fmla="*/ 0 w 1395"/>
                  <a:gd name="T19" fmla="*/ 0 h 1031"/>
                  <a:gd name="T20" fmla="*/ 0 w 1395"/>
                  <a:gd name="T21" fmla="*/ 0 h 1031"/>
                  <a:gd name="T22" fmla="*/ 0 w 1395"/>
                  <a:gd name="T23" fmla="*/ 0 h 1031"/>
                  <a:gd name="T24" fmla="*/ 0 w 1395"/>
                  <a:gd name="T25" fmla="*/ 0 h 1031"/>
                  <a:gd name="T26" fmla="*/ 0 w 1395"/>
                  <a:gd name="T27" fmla="*/ 0 h 1031"/>
                  <a:gd name="T28" fmla="*/ 0 w 1395"/>
                  <a:gd name="T29" fmla="*/ 0 h 1031"/>
                  <a:gd name="T30" fmla="*/ 0 w 1395"/>
                  <a:gd name="T31" fmla="*/ 0 h 1031"/>
                  <a:gd name="T32" fmla="*/ 0 w 1395"/>
                  <a:gd name="T33" fmla="*/ 0 h 1031"/>
                  <a:gd name="T34" fmla="*/ 0 w 1395"/>
                  <a:gd name="T35" fmla="*/ 0 h 1031"/>
                  <a:gd name="T36" fmla="*/ 0 w 1395"/>
                  <a:gd name="T37" fmla="*/ 0 h 1031"/>
                  <a:gd name="T38" fmla="*/ 0 w 1395"/>
                  <a:gd name="T39" fmla="*/ 0 h 1031"/>
                  <a:gd name="T40" fmla="*/ 0 w 1395"/>
                  <a:gd name="T41" fmla="*/ 0 h 1031"/>
                  <a:gd name="T42" fmla="*/ 0 w 1395"/>
                  <a:gd name="T43" fmla="*/ 0 h 1031"/>
                  <a:gd name="T44" fmla="*/ 0 w 1395"/>
                  <a:gd name="T45" fmla="*/ 0 h 1031"/>
                  <a:gd name="T46" fmla="*/ 0 w 1395"/>
                  <a:gd name="T47" fmla="*/ 0 h 1031"/>
                  <a:gd name="T48" fmla="*/ 0 w 1395"/>
                  <a:gd name="T49" fmla="*/ 0 h 1031"/>
                  <a:gd name="T50" fmla="*/ 0 w 1395"/>
                  <a:gd name="T51" fmla="*/ 0 h 1031"/>
                  <a:gd name="T52" fmla="*/ 0 w 1395"/>
                  <a:gd name="T53" fmla="*/ 0 h 1031"/>
                  <a:gd name="T54" fmla="*/ 0 w 1395"/>
                  <a:gd name="T55" fmla="*/ 0 h 1031"/>
                  <a:gd name="T56" fmla="*/ 0 w 1395"/>
                  <a:gd name="T57" fmla="*/ 0 h 103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395"/>
                  <a:gd name="T88" fmla="*/ 0 h 1031"/>
                  <a:gd name="T89" fmla="*/ 1395 w 1395"/>
                  <a:gd name="T90" fmla="*/ 1031 h 103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395" h="1031">
                    <a:moveTo>
                      <a:pt x="57" y="662"/>
                    </a:moveTo>
                    <a:lnTo>
                      <a:pt x="0" y="295"/>
                    </a:lnTo>
                    <a:lnTo>
                      <a:pt x="514" y="115"/>
                    </a:lnTo>
                    <a:lnTo>
                      <a:pt x="1032" y="0"/>
                    </a:lnTo>
                    <a:lnTo>
                      <a:pt x="1147" y="16"/>
                    </a:lnTo>
                    <a:lnTo>
                      <a:pt x="1267" y="81"/>
                    </a:lnTo>
                    <a:lnTo>
                      <a:pt x="1347" y="203"/>
                    </a:lnTo>
                    <a:lnTo>
                      <a:pt x="1395" y="339"/>
                    </a:lnTo>
                    <a:lnTo>
                      <a:pt x="1380" y="385"/>
                    </a:lnTo>
                    <a:lnTo>
                      <a:pt x="1256" y="450"/>
                    </a:lnTo>
                    <a:lnTo>
                      <a:pt x="1156" y="632"/>
                    </a:lnTo>
                    <a:lnTo>
                      <a:pt x="1147" y="692"/>
                    </a:lnTo>
                    <a:lnTo>
                      <a:pt x="751" y="918"/>
                    </a:lnTo>
                    <a:lnTo>
                      <a:pt x="751" y="853"/>
                    </a:lnTo>
                    <a:lnTo>
                      <a:pt x="786" y="706"/>
                    </a:lnTo>
                    <a:lnTo>
                      <a:pt x="931" y="607"/>
                    </a:lnTo>
                    <a:lnTo>
                      <a:pt x="905" y="506"/>
                    </a:lnTo>
                    <a:lnTo>
                      <a:pt x="631" y="462"/>
                    </a:lnTo>
                    <a:lnTo>
                      <a:pt x="525" y="616"/>
                    </a:lnTo>
                    <a:lnTo>
                      <a:pt x="415" y="776"/>
                    </a:lnTo>
                    <a:lnTo>
                      <a:pt x="316" y="875"/>
                    </a:lnTo>
                    <a:lnTo>
                      <a:pt x="209" y="976"/>
                    </a:lnTo>
                    <a:lnTo>
                      <a:pt x="136" y="1020"/>
                    </a:lnTo>
                    <a:lnTo>
                      <a:pt x="68" y="1031"/>
                    </a:lnTo>
                    <a:lnTo>
                      <a:pt x="33" y="1007"/>
                    </a:lnTo>
                    <a:lnTo>
                      <a:pt x="147" y="875"/>
                    </a:lnTo>
                    <a:lnTo>
                      <a:pt x="202" y="782"/>
                    </a:lnTo>
                    <a:lnTo>
                      <a:pt x="147" y="717"/>
                    </a:lnTo>
                    <a:lnTo>
                      <a:pt x="57" y="662"/>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4" name="Freeform 173">
                <a:extLst>
                  <a:ext uri="{FF2B5EF4-FFF2-40B4-BE49-F238E27FC236}">
                    <a16:creationId xmlns:a16="http://schemas.microsoft.com/office/drawing/2014/main" id="{2F1BB40D-CBB2-6EEF-2F25-E599F16C2AD9}"/>
                  </a:ext>
                </a:extLst>
              </p:cNvPr>
              <p:cNvSpPr>
                <a:spLocks/>
              </p:cNvSpPr>
              <p:nvPr/>
            </p:nvSpPr>
            <p:spPr bwMode="auto">
              <a:xfrm>
                <a:off x="3843" y="850"/>
                <a:ext cx="148" cy="264"/>
              </a:xfrm>
              <a:custGeom>
                <a:avLst/>
                <a:gdLst>
                  <a:gd name="T0" fmla="*/ 0 w 1180"/>
                  <a:gd name="T1" fmla="*/ 0 h 2108"/>
                  <a:gd name="T2" fmla="*/ 0 w 1180"/>
                  <a:gd name="T3" fmla="*/ 0 h 2108"/>
                  <a:gd name="T4" fmla="*/ 0 w 1180"/>
                  <a:gd name="T5" fmla="*/ 0 h 2108"/>
                  <a:gd name="T6" fmla="*/ 0 w 1180"/>
                  <a:gd name="T7" fmla="*/ 0 h 2108"/>
                  <a:gd name="T8" fmla="*/ 0 w 1180"/>
                  <a:gd name="T9" fmla="*/ 0 h 2108"/>
                  <a:gd name="T10" fmla="*/ 0 w 1180"/>
                  <a:gd name="T11" fmla="*/ 0 h 2108"/>
                  <a:gd name="T12" fmla="*/ 0 w 1180"/>
                  <a:gd name="T13" fmla="*/ 0 h 2108"/>
                  <a:gd name="T14" fmla="*/ 0 w 1180"/>
                  <a:gd name="T15" fmla="*/ 0 h 2108"/>
                  <a:gd name="T16" fmla="*/ 0 w 1180"/>
                  <a:gd name="T17" fmla="*/ 0 h 2108"/>
                  <a:gd name="T18" fmla="*/ 0 w 1180"/>
                  <a:gd name="T19" fmla="*/ 0 h 2108"/>
                  <a:gd name="T20" fmla="*/ 0 w 1180"/>
                  <a:gd name="T21" fmla="*/ 0 h 2108"/>
                  <a:gd name="T22" fmla="*/ 0 w 1180"/>
                  <a:gd name="T23" fmla="*/ 0 h 2108"/>
                  <a:gd name="T24" fmla="*/ 0 w 1180"/>
                  <a:gd name="T25" fmla="*/ 0 h 2108"/>
                  <a:gd name="T26" fmla="*/ 0 w 1180"/>
                  <a:gd name="T27" fmla="*/ 0 h 2108"/>
                  <a:gd name="T28" fmla="*/ 0 w 1180"/>
                  <a:gd name="T29" fmla="*/ 0 h 2108"/>
                  <a:gd name="T30" fmla="*/ 0 w 1180"/>
                  <a:gd name="T31" fmla="*/ 0 h 2108"/>
                  <a:gd name="T32" fmla="*/ 0 w 1180"/>
                  <a:gd name="T33" fmla="*/ 0 h 210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80"/>
                  <a:gd name="T52" fmla="*/ 0 h 2108"/>
                  <a:gd name="T53" fmla="*/ 1180 w 1180"/>
                  <a:gd name="T54" fmla="*/ 2108 h 210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80" h="2108">
                    <a:moveTo>
                      <a:pt x="37" y="56"/>
                    </a:moveTo>
                    <a:lnTo>
                      <a:pt x="13" y="155"/>
                    </a:lnTo>
                    <a:lnTo>
                      <a:pt x="0" y="268"/>
                    </a:lnTo>
                    <a:lnTo>
                      <a:pt x="13" y="392"/>
                    </a:lnTo>
                    <a:lnTo>
                      <a:pt x="37" y="598"/>
                    </a:lnTo>
                    <a:lnTo>
                      <a:pt x="106" y="735"/>
                    </a:lnTo>
                    <a:lnTo>
                      <a:pt x="226" y="925"/>
                    </a:lnTo>
                    <a:lnTo>
                      <a:pt x="417" y="1160"/>
                    </a:lnTo>
                    <a:lnTo>
                      <a:pt x="542" y="1271"/>
                    </a:lnTo>
                    <a:lnTo>
                      <a:pt x="798" y="2108"/>
                    </a:lnTo>
                    <a:lnTo>
                      <a:pt x="1169" y="1451"/>
                    </a:lnTo>
                    <a:lnTo>
                      <a:pt x="1180" y="546"/>
                    </a:lnTo>
                    <a:lnTo>
                      <a:pt x="1158" y="344"/>
                    </a:lnTo>
                    <a:lnTo>
                      <a:pt x="1138" y="222"/>
                    </a:lnTo>
                    <a:lnTo>
                      <a:pt x="956" y="21"/>
                    </a:lnTo>
                    <a:lnTo>
                      <a:pt x="90" y="0"/>
                    </a:lnTo>
                    <a:lnTo>
                      <a:pt x="37" y="56"/>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5" name="Freeform 174">
                <a:extLst>
                  <a:ext uri="{FF2B5EF4-FFF2-40B4-BE49-F238E27FC236}">
                    <a16:creationId xmlns:a16="http://schemas.microsoft.com/office/drawing/2014/main" id="{CBAC2570-FBEA-B185-B3D7-129EAC88FDC5}"/>
                  </a:ext>
                </a:extLst>
              </p:cNvPr>
              <p:cNvSpPr>
                <a:spLocks/>
              </p:cNvSpPr>
              <p:nvPr/>
            </p:nvSpPr>
            <p:spPr bwMode="auto">
              <a:xfrm>
                <a:off x="3814" y="779"/>
                <a:ext cx="166" cy="140"/>
              </a:xfrm>
              <a:custGeom>
                <a:avLst/>
                <a:gdLst>
                  <a:gd name="T0" fmla="*/ 0 w 1325"/>
                  <a:gd name="T1" fmla="*/ 0 h 1119"/>
                  <a:gd name="T2" fmla="*/ 0 w 1325"/>
                  <a:gd name="T3" fmla="*/ 0 h 1119"/>
                  <a:gd name="T4" fmla="*/ 0 w 1325"/>
                  <a:gd name="T5" fmla="*/ 0 h 1119"/>
                  <a:gd name="T6" fmla="*/ 0 w 1325"/>
                  <a:gd name="T7" fmla="*/ 0 h 1119"/>
                  <a:gd name="T8" fmla="*/ 0 w 1325"/>
                  <a:gd name="T9" fmla="*/ 0 h 1119"/>
                  <a:gd name="T10" fmla="*/ 0 w 1325"/>
                  <a:gd name="T11" fmla="*/ 0 h 1119"/>
                  <a:gd name="T12" fmla="*/ 0 w 1325"/>
                  <a:gd name="T13" fmla="*/ 0 h 1119"/>
                  <a:gd name="T14" fmla="*/ 0 w 1325"/>
                  <a:gd name="T15" fmla="*/ 0 h 1119"/>
                  <a:gd name="T16" fmla="*/ 0 w 1325"/>
                  <a:gd name="T17" fmla="*/ 0 h 1119"/>
                  <a:gd name="T18" fmla="*/ 0 w 1325"/>
                  <a:gd name="T19" fmla="*/ 0 h 1119"/>
                  <a:gd name="T20" fmla="*/ 0 w 1325"/>
                  <a:gd name="T21" fmla="*/ 0 h 1119"/>
                  <a:gd name="T22" fmla="*/ 0 w 1325"/>
                  <a:gd name="T23" fmla="*/ 0 h 1119"/>
                  <a:gd name="T24" fmla="*/ 0 w 1325"/>
                  <a:gd name="T25" fmla="*/ 0 h 1119"/>
                  <a:gd name="T26" fmla="*/ 0 w 1325"/>
                  <a:gd name="T27" fmla="*/ 0 h 1119"/>
                  <a:gd name="T28" fmla="*/ 0 w 1325"/>
                  <a:gd name="T29" fmla="*/ 0 h 1119"/>
                  <a:gd name="T30" fmla="*/ 0 w 1325"/>
                  <a:gd name="T31" fmla="*/ 0 h 1119"/>
                  <a:gd name="T32" fmla="*/ 0 w 1325"/>
                  <a:gd name="T33" fmla="*/ 0 h 1119"/>
                  <a:gd name="T34" fmla="*/ 0 w 1325"/>
                  <a:gd name="T35" fmla="*/ 0 h 1119"/>
                  <a:gd name="T36" fmla="*/ 0 w 1325"/>
                  <a:gd name="T37" fmla="*/ 0 h 1119"/>
                  <a:gd name="T38" fmla="*/ 0 w 1325"/>
                  <a:gd name="T39" fmla="*/ 0 h 1119"/>
                  <a:gd name="T40" fmla="*/ 0 w 1325"/>
                  <a:gd name="T41" fmla="*/ 0 h 1119"/>
                  <a:gd name="T42" fmla="*/ 0 w 1325"/>
                  <a:gd name="T43" fmla="*/ 0 h 1119"/>
                  <a:gd name="T44" fmla="*/ 0 w 1325"/>
                  <a:gd name="T45" fmla="*/ 0 h 1119"/>
                  <a:gd name="T46" fmla="*/ 0 w 1325"/>
                  <a:gd name="T47" fmla="*/ 0 h 1119"/>
                  <a:gd name="T48" fmla="*/ 0 w 1325"/>
                  <a:gd name="T49" fmla="*/ 0 h 1119"/>
                  <a:gd name="T50" fmla="*/ 0 w 1325"/>
                  <a:gd name="T51" fmla="*/ 0 h 111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25"/>
                  <a:gd name="T79" fmla="*/ 0 h 1119"/>
                  <a:gd name="T80" fmla="*/ 1325 w 1325"/>
                  <a:gd name="T81" fmla="*/ 1119 h 111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25" h="1119">
                    <a:moveTo>
                      <a:pt x="270" y="672"/>
                    </a:moveTo>
                    <a:lnTo>
                      <a:pt x="314" y="605"/>
                    </a:lnTo>
                    <a:lnTo>
                      <a:pt x="402" y="594"/>
                    </a:lnTo>
                    <a:lnTo>
                      <a:pt x="560" y="672"/>
                    </a:lnTo>
                    <a:lnTo>
                      <a:pt x="719" y="719"/>
                    </a:lnTo>
                    <a:lnTo>
                      <a:pt x="855" y="681"/>
                    </a:lnTo>
                    <a:lnTo>
                      <a:pt x="1022" y="629"/>
                    </a:lnTo>
                    <a:lnTo>
                      <a:pt x="1155" y="638"/>
                    </a:lnTo>
                    <a:lnTo>
                      <a:pt x="1325" y="693"/>
                    </a:lnTo>
                    <a:lnTo>
                      <a:pt x="1325" y="372"/>
                    </a:lnTo>
                    <a:lnTo>
                      <a:pt x="1189" y="156"/>
                    </a:lnTo>
                    <a:lnTo>
                      <a:pt x="1022" y="36"/>
                    </a:lnTo>
                    <a:lnTo>
                      <a:pt x="685" y="0"/>
                    </a:lnTo>
                    <a:lnTo>
                      <a:pt x="369" y="55"/>
                    </a:lnTo>
                    <a:lnTo>
                      <a:pt x="222" y="167"/>
                    </a:lnTo>
                    <a:lnTo>
                      <a:pt x="113" y="310"/>
                    </a:lnTo>
                    <a:lnTo>
                      <a:pt x="88" y="451"/>
                    </a:lnTo>
                    <a:lnTo>
                      <a:pt x="88" y="492"/>
                    </a:lnTo>
                    <a:lnTo>
                      <a:pt x="136" y="613"/>
                    </a:lnTo>
                    <a:lnTo>
                      <a:pt x="69" y="629"/>
                    </a:lnTo>
                    <a:lnTo>
                      <a:pt x="0" y="850"/>
                    </a:lnTo>
                    <a:lnTo>
                      <a:pt x="55" y="998"/>
                    </a:lnTo>
                    <a:lnTo>
                      <a:pt x="233" y="1119"/>
                    </a:lnTo>
                    <a:lnTo>
                      <a:pt x="233" y="905"/>
                    </a:lnTo>
                    <a:lnTo>
                      <a:pt x="246" y="728"/>
                    </a:lnTo>
                    <a:lnTo>
                      <a:pt x="270" y="672"/>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6" name="Freeform 175">
                <a:extLst>
                  <a:ext uri="{FF2B5EF4-FFF2-40B4-BE49-F238E27FC236}">
                    <a16:creationId xmlns:a16="http://schemas.microsoft.com/office/drawing/2014/main" id="{21AF9AA4-3914-40D3-D421-F5589FF1B4D5}"/>
                  </a:ext>
                </a:extLst>
              </p:cNvPr>
              <p:cNvSpPr>
                <a:spLocks/>
              </p:cNvSpPr>
              <p:nvPr/>
            </p:nvSpPr>
            <p:spPr bwMode="auto">
              <a:xfrm>
                <a:off x="3922" y="959"/>
                <a:ext cx="31" cy="22"/>
              </a:xfrm>
              <a:custGeom>
                <a:avLst/>
                <a:gdLst>
                  <a:gd name="T0" fmla="*/ 0 w 248"/>
                  <a:gd name="T1" fmla="*/ 0 h 180"/>
                  <a:gd name="T2" fmla="*/ 0 w 248"/>
                  <a:gd name="T3" fmla="*/ 0 h 180"/>
                  <a:gd name="T4" fmla="*/ 0 w 248"/>
                  <a:gd name="T5" fmla="*/ 0 h 180"/>
                  <a:gd name="T6" fmla="*/ 0 w 248"/>
                  <a:gd name="T7" fmla="*/ 0 h 180"/>
                  <a:gd name="T8" fmla="*/ 0 w 248"/>
                  <a:gd name="T9" fmla="*/ 0 h 180"/>
                  <a:gd name="T10" fmla="*/ 0 w 248"/>
                  <a:gd name="T11" fmla="*/ 0 h 180"/>
                  <a:gd name="T12" fmla="*/ 0 w 248"/>
                  <a:gd name="T13" fmla="*/ 0 h 180"/>
                  <a:gd name="T14" fmla="*/ 0 w 248"/>
                  <a:gd name="T15" fmla="*/ 0 h 180"/>
                  <a:gd name="T16" fmla="*/ 0 60000 65536"/>
                  <a:gd name="T17" fmla="*/ 0 60000 65536"/>
                  <a:gd name="T18" fmla="*/ 0 60000 65536"/>
                  <a:gd name="T19" fmla="*/ 0 60000 65536"/>
                  <a:gd name="T20" fmla="*/ 0 60000 65536"/>
                  <a:gd name="T21" fmla="*/ 0 60000 65536"/>
                  <a:gd name="T22" fmla="*/ 0 60000 65536"/>
                  <a:gd name="T23" fmla="*/ 0 60000 65536"/>
                  <a:gd name="T24" fmla="*/ 0 w 248"/>
                  <a:gd name="T25" fmla="*/ 0 h 180"/>
                  <a:gd name="T26" fmla="*/ 248 w 248"/>
                  <a:gd name="T27" fmla="*/ 180 h 1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8" h="180">
                    <a:moveTo>
                      <a:pt x="0" y="149"/>
                    </a:moveTo>
                    <a:lnTo>
                      <a:pt x="79" y="180"/>
                    </a:lnTo>
                    <a:lnTo>
                      <a:pt x="158" y="169"/>
                    </a:lnTo>
                    <a:lnTo>
                      <a:pt x="224" y="125"/>
                    </a:lnTo>
                    <a:lnTo>
                      <a:pt x="248" y="0"/>
                    </a:lnTo>
                    <a:lnTo>
                      <a:pt x="111" y="113"/>
                    </a:lnTo>
                    <a:lnTo>
                      <a:pt x="0" y="113"/>
                    </a:lnTo>
                    <a:lnTo>
                      <a:pt x="0" y="149"/>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7" name="Freeform 176">
                <a:extLst>
                  <a:ext uri="{FF2B5EF4-FFF2-40B4-BE49-F238E27FC236}">
                    <a16:creationId xmlns:a16="http://schemas.microsoft.com/office/drawing/2014/main" id="{A00DF199-63BC-82B2-8E20-B487EA869DDB}"/>
                  </a:ext>
                </a:extLst>
              </p:cNvPr>
              <p:cNvSpPr>
                <a:spLocks/>
              </p:cNvSpPr>
              <p:nvPr/>
            </p:nvSpPr>
            <p:spPr bwMode="auto">
              <a:xfrm>
                <a:off x="3988" y="906"/>
                <a:ext cx="15" cy="26"/>
              </a:xfrm>
              <a:custGeom>
                <a:avLst/>
                <a:gdLst>
                  <a:gd name="T0" fmla="*/ 0 w 126"/>
                  <a:gd name="T1" fmla="*/ 0 h 208"/>
                  <a:gd name="T2" fmla="*/ 0 w 126"/>
                  <a:gd name="T3" fmla="*/ 0 h 208"/>
                  <a:gd name="T4" fmla="*/ 0 w 126"/>
                  <a:gd name="T5" fmla="*/ 0 h 208"/>
                  <a:gd name="T6" fmla="*/ 0 w 126"/>
                  <a:gd name="T7" fmla="*/ 0 h 208"/>
                  <a:gd name="T8" fmla="*/ 0 w 126"/>
                  <a:gd name="T9" fmla="*/ 0 h 208"/>
                  <a:gd name="T10" fmla="*/ 0 w 126"/>
                  <a:gd name="T11" fmla="*/ 0 h 208"/>
                  <a:gd name="T12" fmla="*/ 0 w 126"/>
                  <a:gd name="T13" fmla="*/ 0 h 208"/>
                  <a:gd name="T14" fmla="*/ 0 60000 65536"/>
                  <a:gd name="T15" fmla="*/ 0 60000 65536"/>
                  <a:gd name="T16" fmla="*/ 0 60000 65536"/>
                  <a:gd name="T17" fmla="*/ 0 60000 65536"/>
                  <a:gd name="T18" fmla="*/ 0 60000 65536"/>
                  <a:gd name="T19" fmla="*/ 0 60000 65536"/>
                  <a:gd name="T20" fmla="*/ 0 60000 65536"/>
                  <a:gd name="T21" fmla="*/ 0 w 126"/>
                  <a:gd name="T22" fmla="*/ 0 h 208"/>
                  <a:gd name="T23" fmla="*/ 126 w 126"/>
                  <a:gd name="T24" fmla="*/ 208 h 2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208">
                    <a:moveTo>
                      <a:pt x="11" y="19"/>
                    </a:moveTo>
                    <a:lnTo>
                      <a:pt x="0" y="164"/>
                    </a:lnTo>
                    <a:lnTo>
                      <a:pt x="68" y="208"/>
                    </a:lnTo>
                    <a:lnTo>
                      <a:pt x="126" y="143"/>
                    </a:lnTo>
                    <a:lnTo>
                      <a:pt x="126" y="77"/>
                    </a:lnTo>
                    <a:lnTo>
                      <a:pt x="82" y="0"/>
                    </a:lnTo>
                    <a:lnTo>
                      <a:pt x="11" y="19"/>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8" name="Freeform 177">
                <a:extLst>
                  <a:ext uri="{FF2B5EF4-FFF2-40B4-BE49-F238E27FC236}">
                    <a16:creationId xmlns:a16="http://schemas.microsoft.com/office/drawing/2014/main" id="{E3F1911C-A828-8597-262E-8A0F8AFEEA34}"/>
                  </a:ext>
                </a:extLst>
              </p:cNvPr>
              <p:cNvSpPr>
                <a:spLocks/>
              </p:cNvSpPr>
              <p:nvPr/>
            </p:nvSpPr>
            <p:spPr bwMode="auto">
              <a:xfrm>
                <a:off x="3852" y="939"/>
                <a:ext cx="14" cy="24"/>
              </a:xfrm>
              <a:custGeom>
                <a:avLst/>
                <a:gdLst>
                  <a:gd name="T0" fmla="*/ 0 w 113"/>
                  <a:gd name="T1" fmla="*/ 0 h 189"/>
                  <a:gd name="T2" fmla="*/ 0 w 113"/>
                  <a:gd name="T3" fmla="*/ 0 h 189"/>
                  <a:gd name="T4" fmla="*/ 0 w 113"/>
                  <a:gd name="T5" fmla="*/ 0 h 189"/>
                  <a:gd name="T6" fmla="*/ 0 w 113"/>
                  <a:gd name="T7" fmla="*/ 0 h 189"/>
                  <a:gd name="T8" fmla="*/ 0 w 113"/>
                  <a:gd name="T9" fmla="*/ 0 h 189"/>
                  <a:gd name="T10" fmla="*/ 0 w 113"/>
                  <a:gd name="T11" fmla="*/ 0 h 189"/>
                  <a:gd name="T12" fmla="*/ 0 60000 65536"/>
                  <a:gd name="T13" fmla="*/ 0 60000 65536"/>
                  <a:gd name="T14" fmla="*/ 0 60000 65536"/>
                  <a:gd name="T15" fmla="*/ 0 60000 65536"/>
                  <a:gd name="T16" fmla="*/ 0 60000 65536"/>
                  <a:gd name="T17" fmla="*/ 0 60000 65536"/>
                  <a:gd name="T18" fmla="*/ 0 w 113"/>
                  <a:gd name="T19" fmla="*/ 0 h 189"/>
                  <a:gd name="T20" fmla="*/ 113 w 113"/>
                  <a:gd name="T21" fmla="*/ 189 h 189"/>
                </a:gdLst>
                <a:ahLst/>
                <a:cxnLst>
                  <a:cxn ang="T12">
                    <a:pos x="T0" y="T1"/>
                  </a:cxn>
                  <a:cxn ang="T13">
                    <a:pos x="T2" y="T3"/>
                  </a:cxn>
                  <a:cxn ang="T14">
                    <a:pos x="T4" y="T5"/>
                  </a:cxn>
                  <a:cxn ang="T15">
                    <a:pos x="T6" y="T7"/>
                  </a:cxn>
                  <a:cxn ang="T16">
                    <a:pos x="T8" y="T9"/>
                  </a:cxn>
                  <a:cxn ang="T17">
                    <a:pos x="T10" y="T11"/>
                  </a:cxn>
                </a:cxnLst>
                <a:rect l="T18" t="T19" r="T20" b="T21"/>
                <a:pathLst>
                  <a:path w="113" h="189">
                    <a:moveTo>
                      <a:pt x="19" y="0"/>
                    </a:moveTo>
                    <a:lnTo>
                      <a:pt x="0" y="22"/>
                    </a:lnTo>
                    <a:lnTo>
                      <a:pt x="0" y="145"/>
                    </a:lnTo>
                    <a:lnTo>
                      <a:pt x="52" y="189"/>
                    </a:lnTo>
                    <a:lnTo>
                      <a:pt x="113" y="154"/>
                    </a:lnTo>
                    <a:lnTo>
                      <a:pt x="19"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9" name="Freeform 178">
                <a:extLst>
                  <a:ext uri="{FF2B5EF4-FFF2-40B4-BE49-F238E27FC236}">
                    <a16:creationId xmlns:a16="http://schemas.microsoft.com/office/drawing/2014/main" id="{9B94CE7B-EA36-C550-AF62-48E2058D0AA2}"/>
                  </a:ext>
                </a:extLst>
              </p:cNvPr>
              <p:cNvSpPr>
                <a:spLocks/>
              </p:cNvSpPr>
              <p:nvPr/>
            </p:nvSpPr>
            <p:spPr bwMode="auto">
              <a:xfrm>
                <a:off x="3231" y="1186"/>
                <a:ext cx="361" cy="203"/>
              </a:xfrm>
              <a:custGeom>
                <a:avLst/>
                <a:gdLst>
                  <a:gd name="T0" fmla="*/ 0 w 2891"/>
                  <a:gd name="T1" fmla="*/ 0 h 1625"/>
                  <a:gd name="T2" fmla="*/ 0 w 2891"/>
                  <a:gd name="T3" fmla="*/ 0 h 1625"/>
                  <a:gd name="T4" fmla="*/ 0 w 2891"/>
                  <a:gd name="T5" fmla="*/ 0 h 1625"/>
                  <a:gd name="T6" fmla="*/ 0 w 2891"/>
                  <a:gd name="T7" fmla="*/ 0 h 1625"/>
                  <a:gd name="T8" fmla="*/ 0 w 2891"/>
                  <a:gd name="T9" fmla="*/ 0 h 1625"/>
                  <a:gd name="T10" fmla="*/ 0 w 2891"/>
                  <a:gd name="T11" fmla="*/ 0 h 1625"/>
                  <a:gd name="T12" fmla="*/ 0 w 2891"/>
                  <a:gd name="T13" fmla="*/ 0 h 1625"/>
                  <a:gd name="T14" fmla="*/ 0 w 2891"/>
                  <a:gd name="T15" fmla="*/ 0 h 1625"/>
                  <a:gd name="T16" fmla="*/ 0 w 2891"/>
                  <a:gd name="T17" fmla="*/ 0 h 1625"/>
                  <a:gd name="T18" fmla="*/ 0 w 2891"/>
                  <a:gd name="T19" fmla="*/ 0 h 1625"/>
                  <a:gd name="T20" fmla="*/ 0 w 2891"/>
                  <a:gd name="T21" fmla="*/ 0 h 1625"/>
                  <a:gd name="T22" fmla="*/ 0 w 2891"/>
                  <a:gd name="T23" fmla="*/ 0 h 1625"/>
                  <a:gd name="T24" fmla="*/ 0 w 2891"/>
                  <a:gd name="T25" fmla="*/ 0 h 1625"/>
                  <a:gd name="T26" fmla="*/ 0 w 2891"/>
                  <a:gd name="T27" fmla="*/ 0 h 1625"/>
                  <a:gd name="T28" fmla="*/ 0 w 2891"/>
                  <a:gd name="T29" fmla="*/ 0 h 1625"/>
                  <a:gd name="T30" fmla="*/ 0 w 2891"/>
                  <a:gd name="T31" fmla="*/ 0 h 1625"/>
                  <a:gd name="T32" fmla="*/ 0 w 2891"/>
                  <a:gd name="T33" fmla="*/ 0 h 1625"/>
                  <a:gd name="T34" fmla="*/ 0 w 2891"/>
                  <a:gd name="T35" fmla="*/ 0 h 1625"/>
                  <a:gd name="T36" fmla="*/ 0 w 2891"/>
                  <a:gd name="T37" fmla="*/ 0 h 1625"/>
                  <a:gd name="T38" fmla="*/ 0 w 2891"/>
                  <a:gd name="T39" fmla="*/ 0 h 1625"/>
                  <a:gd name="T40" fmla="*/ 0 w 2891"/>
                  <a:gd name="T41" fmla="*/ 0 h 1625"/>
                  <a:gd name="T42" fmla="*/ 0 w 2891"/>
                  <a:gd name="T43" fmla="*/ 0 h 1625"/>
                  <a:gd name="T44" fmla="*/ 0 w 2891"/>
                  <a:gd name="T45" fmla="*/ 0 h 1625"/>
                  <a:gd name="T46" fmla="*/ 0 w 2891"/>
                  <a:gd name="T47" fmla="*/ 0 h 1625"/>
                  <a:gd name="T48" fmla="*/ 0 w 2891"/>
                  <a:gd name="T49" fmla="*/ 0 h 1625"/>
                  <a:gd name="T50" fmla="*/ 0 w 2891"/>
                  <a:gd name="T51" fmla="*/ 0 h 1625"/>
                  <a:gd name="T52" fmla="*/ 0 w 2891"/>
                  <a:gd name="T53" fmla="*/ 0 h 1625"/>
                  <a:gd name="T54" fmla="*/ 0 w 2891"/>
                  <a:gd name="T55" fmla="*/ 0 h 1625"/>
                  <a:gd name="T56" fmla="*/ 0 w 2891"/>
                  <a:gd name="T57" fmla="*/ 0 h 1625"/>
                  <a:gd name="T58" fmla="*/ 0 w 2891"/>
                  <a:gd name="T59" fmla="*/ 0 h 162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891"/>
                  <a:gd name="T91" fmla="*/ 0 h 1625"/>
                  <a:gd name="T92" fmla="*/ 2891 w 2891"/>
                  <a:gd name="T93" fmla="*/ 1625 h 162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891" h="1625">
                    <a:moveTo>
                      <a:pt x="0" y="435"/>
                    </a:moveTo>
                    <a:lnTo>
                      <a:pt x="269" y="1060"/>
                    </a:lnTo>
                    <a:lnTo>
                      <a:pt x="410" y="1295"/>
                    </a:lnTo>
                    <a:lnTo>
                      <a:pt x="643" y="1483"/>
                    </a:lnTo>
                    <a:lnTo>
                      <a:pt x="939" y="1602"/>
                    </a:lnTo>
                    <a:lnTo>
                      <a:pt x="1212" y="1625"/>
                    </a:lnTo>
                    <a:lnTo>
                      <a:pt x="1519" y="1620"/>
                    </a:lnTo>
                    <a:lnTo>
                      <a:pt x="1791" y="1595"/>
                    </a:lnTo>
                    <a:lnTo>
                      <a:pt x="2027" y="1549"/>
                    </a:lnTo>
                    <a:lnTo>
                      <a:pt x="2231" y="1505"/>
                    </a:lnTo>
                    <a:lnTo>
                      <a:pt x="2398" y="1470"/>
                    </a:lnTo>
                    <a:lnTo>
                      <a:pt x="2566" y="1445"/>
                    </a:lnTo>
                    <a:lnTo>
                      <a:pt x="2764" y="1433"/>
                    </a:lnTo>
                    <a:lnTo>
                      <a:pt x="2891" y="1436"/>
                    </a:lnTo>
                    <a:lnTo>
                      <a:pt x="2677" y="1371"/>
                    </a:lnTo>
                    <a:lnTo>
                      <a:pt x="2515" y="1290"/>
                    </a:lnTo>
                    <a:lnTo>
                      <a:pt x="2379" y="1193"/>
                    </a:lnTo>
                    <a:lnTo>
                      <a:pt x="2240" y="1060"/>
                    </a:lnTo>
                    <a:lnTo>
                      <a:pt x="2130" y="914"/>
                    </a:lnTo>
                    <a:lnTo>
                      <a:pt x="2061" y="793"/>
                    </a:lnTo>
                    <a:lnTo>
                      <a:pt x="1955" y="587"/>
                    </a:lnTo>
                    <a:lnTo>
                      <a:pt x="1824" y="338"/>
                    </a:lnTo>
                    <a:lnTo>
                      <a:pt x="1688" y="0"/>
                    </a:lnTo>
                    <a:lnTo>
                      <a:pt x="1533" y="81"/>
                    </a:lnTo>
                    <a:lnTo>
                      <a:pt x="1289" y="136"/>
                    </a:lnTo>
                    <a:lnTo>
                      <a:pt x="1044" y="191"/>
                    </a:lnTo>
                    <a:lnTo>
                      <a:pt x="812" y="251"/>
                    </a:lnTo>
                    <a:lnTo>
                      <a:pt x="443" y="347"/>
                    </a:lnTo>
                    <a:lnTo>
                      <a:pt x="242" y="410"/>
                    </a:lnTo>
                    <a:lnTo>
                      <a:pt x="0" y="4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0" name="Freeform 179">
                <a:extLst>
                  <a:ext uri="{FF2B5EF4-FFF2-40B4-BE49-F238E27FC236}">
                    <a16:creationId xmlns:a16="http://schemas.microsoft.com/office/drawing/2014/main" id="{1570FE6F-3651-8849-B65B-E7732E0F7196}"/>
                  </a:ext>
                </a:extLst>
              </p:cNvPr>
              <p:cNvSpPr>
                <a:spLocks/>
              </p:cNvSpPr>
              <p:nvPr/>
            </p:nvSpPr>
            <p:spPr bwMode="auto">
              <a:xfrm>
                <a:off x="3362" y="889"/>
                <a:ext cx="173" cy="353"/>
              </a:xfrm>
              <a:custGeom>
                <a:avLst/>
                <a:gdLst>
                  <a:gd name="T0" fmla="*/ 0 w 1386"/>
                  <a:gd name="T1" fmla="*/ 0 h 2827"/>
                  <a:gd name="T2" fmla="*/ 0 w 1386"/>
                  <a:gd name="T3" fmla="*/ 0 h 2827"/>
                  <a:gd name="T4" fmla="*/ 0 w 1386"/>
                  <a:gd name="T5" fmla="*/ 0 h 2827"/>
                  <a:gd name="T6" fmla="*/ 0 w 1386"/>
                  <a:gd name="T7" fmla="*/ 0 h 2827"/>
                  <a:gd name="T8" fmla="*/ 0 w 1386"/>
                  <a:gd name="T9" fmla="*/ 0 h 2827"/>
                  <a:gd name="T10" fmla="*/ 0 w 1386"/>
                  <a:gd name="T11" fmla="*/ 0 h 2827"/>
                  <a:gd name="T12" fmla="*/ 0 w 1386"/>
                  <a:gd name="T13" fmla="*/ 0 h 2827"/>
                  <a:gd name="T14" fmla="*/ 0 w 1386"/>
                  <a:gd name="T15" fmla="*/ 0 h 2827"/>
                  <a:gd name="T16" fmla="*/ 0 w 1386"/>
                  <a:gd name="T17" fmla="*/ 0 h 2827"/>
                  <a:gd name="T18" fmla="*/ 0 w 1386"/>
                  <a:gd name="T19" fmla="*/ 0 h 28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86"/>
                  <a:gd name="T31" fmla="*/ 0 h 2827"/>
                  <a:gd name="T32" fmla="*/ 1386 w 1386"/>
                  <a:gd name="T33" fmla="*/ 2827 h 282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86" h="2827">
                    <a:moveTo>
                      <a:pt x="58" y="29"/>
                    </a:moveTo>
                    <a:lnTo>
                      <a:pt x="0" y="844"/>
                    </a:lnTo>
                    <a:lnTo>
                      <a:pt x="154" y="2622"/>
                    </a:lnTo>
                    <a:lnTo>
                      <a:pt x="1347" y="2827"/>
                    </a:lnTo>
                    <a:lnTo>
                      <a:pt x="1386" y="1889"/>
                    </a:lnTo>
                    <a:lnTo>
                      <a:pt x="1328" y="1352"/>
                    </a:lnTo>
                    <a:lnTo>
                      <a:pt x="1288" y="965"/>
                    </a:lnTo>
                    <a:lnTo>
                      <a:pt x="1192" y="619"/>
                    </a:lnTo>
                    <a:lnTo>
                      <a:pt x="943" y="0"/>
                    </a:lnTo>
                    <a:lnTo>
                      <a:pt x="58" y="2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1" name="Freeform 180">
                <a:extLst>
                  <a:ext uri="{FF2B5EF4-FFF2-40B4-BE49-F238E27FC236}">
                    <a16:creationId xmlns:a16="http://schemas.microsoft.com/office/drawing/2014/main" id="{1244117C-7719-7D9D-0B81-B7D05577B253}"/>
                  </a:ext>
                </a:extLst>
              </p:cNvPr>
              <p:cNvSpPr>
                <a:spLocks/>
              </p:cNvSpPr>
              <p:nvPr/>
            </p:nvSpPr>
            <p:spPr bwMode="auto">
              <a:xfrm>
                <a:off x="3276" y="1135"/>
                <a:ext cx="86" cy="109"/>
              </a:xfrm>
              <a:custGeom>
                <a:avLst/>
                <a:gdLst>
                  <a:gd name="T0" fmla="*/ 0 w 692"/>
                  <a:gd name="T1" fmla="*/ 0 h 869"/>
                  <a:gd name="T2" fmla="*/ 0 w 692"/>
                  <a:gd name="T3" fmla="*/ 0 h 869"/>
                  <a:gd name="T4" fmla="*/ 0 w 692"/>
                  <a:gd name="T5" fmla="*/ 0 h 869"/>
                  <a:gd name="T6" fmla="*/ 0 w 692"/>
                  <a:gd name="T7" fmla="*/ 0 h 869"/>
                  <a:gd name="T8" fmla="*/ 0 w 692"/>
                  <a:gd name="T9" fmla="*/ 0 h 869"/>
                  <a:gd name="T10" fmla="*/ 0 w 692"/>
                  <a:gd name="T11" fmla="*/ 0 h 869"/>
                  <a:gd name="T12" fmla="*/ 0 w 692"/>
                  <a:gd name="T13" fmla="*/ 0 h 869"/>
                  <a:gd name="T14" fmla="*/ 0 w 692"/>
                  <a:gd name="T15" fmla="*/ 0 h 869"/>
                  <a:gd name="T16" fmla="*/ 0 w 692"/>
                  <a:gd name="T17" fmla="*/ 0 h 869"/>
                  <a:gd name="T18" fmla="*/ 0 w 692"/>
                  <a:gd name="T19" fmla="*/ 0 h 869"/>
                  <a:gd name="T20" fmla="*/ 0 w 692"/>
                  <a:gd name="T21" fmla="*/ 0 h 869"/>
                  <a:gd name="T22" fmla="*/ 0 w 692"/>
                  <a:gd name="T23" fmla="*/ 0 h 869"/>
                  <a:gd name="T24" fmla="*/ 0 w 692"/>
                  <a:gd name="T25" fmla="*/ 0 h 869"/>
                  <a:gd name="T26" fmla="*/ 0 w 692"/>
                  <a:gd name="T27" fmla="*/ 0 h 869"/>
                  <a:gd name="T28" fmla="*/ 0 w 692"/>
                  <a:gd name="T29" fmla="*/ 0 h 869"/>
                  <a:gd name="T30" fmla="*/ 0 w 692"/>
                  <a:gd name="T31" fmla="*/ 0 h 869"/>
                  <a:gd name="T32" fmla="*/ 0 w 692"/>
                  <a:gd name="T33" fmla="*/ 0 h 8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92"/>
                  <a:gd name="T52" fmla="*/ 0 h 869"/>
                  <a:gd name="T53" fmla="*/ 692 w 692"/>
                  <a:gd name="T54" fmla="*/ 869 h 86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92" h="869">
                    <a:moveTo>
                      <a:pt x="0" y="441"/>
                    </a:moveTo>
                    <a:lnTo>
                      <a:pt x="0" y="595"/>
                    </a:lnTo>
                    <a:lnTo>
                      <a:pt x="70" y="720"/>
                    </a:lnTo>
                    <a:lnTo>
                      <a:pt x="386" y="756"/>
                    </a:lnTo>
                    <a:lnTo>
                      <a:pt x="499" y="869"/>
                    </a:lnTo>
                    <a:lnTo>
                      <a:pt x="527" y="869"/>
                    </a:lnTo>
                    <a:lnTo>
                      <a:pt x="517" y="579"/>
                    </a:lnTo>
                    <a:lnTo>
                      <a:pt x="609" y="687"/>
                    </a:lnTo>
                    <a:lnTo>
                      <a:pt x="676" y="720"/>
                    </a:lnTo>
                    <a:lnTo>
                      <a:pt x="692" y="720"/>
                    </a:lnTo>
                    <a:lnTo>
                      <a:pt x="676" y="537"/>
                    </a:lnTo>
                    <a:lnTo>
                      <a:pt x="666" y="426"/>
                    </a:lnTo>
                    <a:lnTo>
                      <a:pt x="554" y="43"/>
                    </a:lnTo>
                    <a:lnTo>
                      <a:pt x="429" y="0"/>
                    </a:lnTo>
                    <a:lnTo>
                      <a:pt x="109" y="166"/>
                    </a:lnTo>
                    <a:lnTo>
                      <a:pt x="10" y="316"/>
                    </a:lnTo>
                    <a:lnTo>
                      <a:pt x="0" y="441"/>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2" name="Freeform 181">
                <a:extLst>
                  <a:ext uri="{FF2B5EF4-FFF2-40B4-BE49-F238E27FC236}">
                    <a16:creationId xmlns:a16="http://schemas.microsoft.com/office/drawing/2014/main" id="{BB51908B-6B76-F685-AF4F-D23A51B3191C}"/>
                  </a:ext>
                </a:extLst>
              </p:cNvPr>
              <p:cNvSpPr>
                <a:spLocks/>
              </p:cNvSpPr>
              <p:nvPr/>
            </p:nvSpPr>
            <p:spPr bwMode="auto">
              <a:xfrm>
                <a:off x="3338" y="778"/>
                <a:ext cx="164" cy="176"/>
              </a:xfrm>
              <a:custGeom>
                <a:avLst/>
                <a:gdLst>
                  <a:gd name="T0" fmla="*/ 0 w 1314"/>
                  <a:gd name="T1" fmla="*/ 0 h 1406"/>
                  <a:gd name="T2" fmla="*/ 0 w 1314"/>
                  <a:gd name="T3" fmla="*/ 0 h 1406"/>
                  <a:gd name="T4" fmla="*/ 0 w 1314"/>
                  <a:gd name="T5" fmla="*/ 0 h 1406"/>
                  <a:gd name="T6" fmla="*/ 0 w 1314"/>
                  <a:gd name="T7" fmla="*/ 0 h 1406"/>
                  <a:gd name="T8" fmla="*/ 0 w 1314"/>
                  <a:gd name="T9" fmla="*/ 0 h 1406"/>
                  <a:gd name="T10" fmla="*/ 0 w 1314"/>
                  <a:gd name="T11" fmla="*/ 0 h 1406"/>
                  <a:gd name="T12" fmla="*/ 0 w 1314"/>
                  <a:gd name="T13" fmla="*/ 0 h 1406"/>
                  <a:gd name="T14" fmla="*/ 0 w 1314"/>
                  <a:gd name="T15" fmla="*/ 0 h 1406"/>
                  <a:gd name="T16" fmla="*/ 0 w 1314"/>
                  <a:gd name="T17" fmla="*/ 0 h 1406"/>
                  <a:gd name="T18" fmla="*/ 0 w 1314"/>
                  <a:gd name="T19" fmla="*/ 0 h 1406"/>
                  <a:gd name="T20" fmla="*/ 0 w 1314"/>
                  <a:gd name="T21" fmla="*/ 0 h 1406"/>
                  <a:gd name="T22" fmla="*/ 0 w 1314"/>
                  <a:gd name="T23" fmla="*/ 0 h 1406"/>
                  <a:gd name="T24" fmla="*/ 0 w 1314"/>
                  <a:gd name="T25" fmla="*/ 0 h 1406"/>
                  <a:gd name="T26" fmla="*/ 0 w 1314"/>
                  <a:gd name="T27" fmla="*/ 0 h 1406"/>
                  <a:gd name="T28" fmla="*/ 0 w 1314"/>
                  <a:gd name="T29" fmla="*/ 0 h 1406"/>
                  <a:gd name="T30" fmla="*/ 0 w 1314"/>
                  <a:gd name="T31" fmla="*/ 0 h 1406"/>
                  <a:gd name="T32" fmla="*/ 0 w 1314"/>
                  <a:gd name="T33" fmla="*/ 0 h 140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14"/>
                  <a:gd name="T52" fmla="*/ 0 h 1406"/>
                  <a:gd name="T53" fmla="*/ 1314 w 1314"/>
                  <a:gd name="T54" fmla="*/ 1406 h 140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14" h="1406">
                    <a:moveTo>
                      <a:pt x="0" y="581"/>
                    </a:moveTo>
                    <a:lnTo>
                      <a:pt x="55" y="803"/>
                    </a:lnTo>
                    <a:lnTo>
                      <a:pt x="152" y="952"/>
                    </a:lnTo>
                    <a:lnTo>
                      <a:pt x="276" y="952"/>
                    </a:lnTo>
                    <a:lnTo>
                      <a:pt x="470" y="1227"/>
                    </a:lnTo>
                    <a:lnTo>
                      <a:pt x="701" y="1367"/>
                    </a:lnTo>
                    <a:lnTo>
                      <a:pt x="1037" y="1406"/>
                    </a:lnTo>
                    <a:lnTo>
                      <a:pt x="1248" y="1353"/>
                    </a:lnTo>
                    <a:lnTo>
                      <a:pt x="1314" y="1148"/>
                    </a:lnTo>
                    <a:lnTo>
                      <a:pt x="1288" y="830"/>
                    </a:lnTo>
                    <a:lnTo>
                      <a:pt x="1259" y="625"/>
                    </a:lnTo>
                    <a:lnTo>
                      <a:pt x="1233" y="509"/>
                    </a:lnTo>
                    <a:lnTo>
                      <a:pt x="1189" y="401"/>
                    </a:lnTo>
                    <a:lnTo>
                      <a:pt x="1136" y="265"/>
                    </a:lnTo>
                    <a:lnTo>
                      <a:pt x="1055" y="85"/>
                    </a:lnTo>
                    <a:lnTo>
                      <a:pt x="28" y="0"/>
                    </a:lnTo>
                    <a:lnTo>
                      <a:pt x="0" y="581"/>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3" name="Freeform 182">
                <a:extLst>
                  <a:ext uri="{FF2B5EF4-FFF2-40B4-BE49-F238E27FC236}">
                    <a16:creationId xmlns:a16="http://schemas.microsoft.com/office/drawing/2014/main" id="{02FEBC89-7D2E-539A-D1A8-60D7656B0AA7}"/>
                  </a:ext>
                </a:extLst>
              </p:cNvPr>
              <p:cNvSpPr>
                <a:spLocks/>
              </p:cNvSpPr>
              <p:nvPr/>
            </p:nvSpPr>
            <p:spPr bwMode="auto">
              <a:xfrm>
                <a:off x="3430" y="951"/>
                <a:ext cx="72" cy="288"/>
              </a:xfrm>
              <a:custGeom>
                <a:avLst/>
                <a:gdLst>
                  <a:gd name="T0" fmla="*/ 0 w 576"/>
                  <a:gd name="T1" fmla="*/ 0 h 2303"/>
                  <a:gd name="T2" fmla="*/ 0 w 576"/>
                  <a:gd name="T3" fmla="*/ 0 h 2303"/>
                  <a:gd name="T4" fmla="*/ 0 w 576"/>
                  <a:gd name="T5" fmla="*/ 0 h 2303"/>
                  <a:gd name="T6" fmla="*/ 0 w 576"/>
                  <a:gd name="T7" fmla="*/ 0 h 2303"/>
                  <a:gd name="T8" fmla="*/ 0 w 576"/>
                  <a:gd name="T9" fmla="*/ 0 h 2303"/>
                  <a:gd name="T10" fmla="*/ 0 w 576"/>
                  <a:gd name="T11" fmla="*/ 0 h 2303"/>
                  <a:gd name="T12" fmla="*/ 0 w 576"/>
                  <a:gd name="T13" fmla="*/ 0 h 2303"/>
                  <a:gd name="T14" fmla="*/ 0 w 576"/>
                  <a:gd name="T15" fmla="*/ 0 h 2303"/>
                  <a:gd name="T16" fmla="*/ 0 w 576"/>
                  <a:gd name="T17" fmla="*/ 0 h 2303"/>
                  <a:gd name="T18" fmla="*/ 0 w 576"/>
                  <a:gd name="T19" fmla="*/ 0 h 2303"/>
                  <a:gd name="T20" fmla="*/ 0 w 576"/>
                  <a:gd name="T21" fmla="*/ 0 h 2303"/>
                  <a:gd name="T22" fmla="*/ 0 w 576"/>
                  <a:gd name="T23" fmla="*/ 0 h 2303"/>
                  <a:gd name="T24" fmla="*/ 0 w 576"/>
                  <a:gd name="T25" fmla="*/ 0 h 2303"/>
                  <a:gd name="T26" fmla="*/ 0 w 576"/>
                  <a:gd name="T27" fmla="*/ 0 h 2303"/>
                  <a:gd name="T28" fmla="*/ 0 w 576"/>
                  <a:gd name="T29" fmla="*/ 0 h 2303"/>
                  <a:gd name="T30" fmla="*/ 0 w 576"/>
                  <a:gd name="T31" fmla="*/ 0 h 2303"/>
                  <a:gd name="T32" fmla="*/ 0 w 576"/>
                  <a:gd name="T33" fmla="*/ 0 h 2303"/>
                  <a:gd name="T34" fmla="*/ 0 w 576"/>
                  <a:gd name="T35" fmla="*/ 0 h 2303"/>
                  <a:gd name="T36" fmla="*/ 0 w 576"/>
                  <a:gd name="T37" fmla="*/ 0 h 2303"/>
                  <a:gd name="T38" fmla="*/ 0 w 576"/>
                  <a:gd name="T39" fmla="*/ 0 h 2303"/>
                  <a:gd name="T40" fmla="*/ 0 w 576"/>
                  <a:gd name="T41" fmla="*/ 0 h 23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6"/>
                  <a:gd name="T64" fmla="*/ 0 h 2303"/>
                  <a:gd name="T65" fmla="*/ 576 w 576"/>
                  <a:gd name="T66" fmla="*/ 2303 h 23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6" h="2303">
                    <a:moveTo>
                      <a:pt x="0" y="57"/>
                    </a:moveTo>
                    <a:lnTo>
                      <a:pt x="92" y="167"/>
                    </a:lnTo>
                    <a:lnTo>
                      <a:pt x="108" y="237"/>
                    </a:lnTo>
                    <a:lnTo>
                      <a:pt x="24" y="541"/>
                    </a:lnTo>
                    <a:lnTo>
                      <a:pt x="9" y="815"/>
                    </a:lnTo>
                    <a:lnTo>
                      <a:pt x="0" y="1035"/>
                    </a:lnTo>
                    <a:lnTo>
                      <a:pt x="24" y="1309"/>
                    </a:lnTo>
                    <a:lnTo>
                      <a:pt x="50" y="1916"/>
                    </a:lnTo>
                    <a:lnTo>
                      <a:pt x="92" y="1890"/>
                    </a:lnTo>
                    <a:lnTo>
                      <a:pt x="158" y="2054"/>
                    </a:lnTo>
                    <a:lnTo>
                      <a:pt x="255" y="2248"/>
                    </a:lnTo>
                    <a:lnTo>
                      <a:pt x="576" y="2303"/>
                    </a:lnTo>
                    <a:lnTo>
                      <a:pt x="474" y="1931"/>
                    </a:lnTo>
                    <a:lnTo>
                      <a:pt x="398" y="1461"/>
                    </a:lnTo>
                    <a:lnTo>
                      <a:pt x="368" y="1079"/>
                    </a:lnTo>
                    <a:lnTo>
                      <a:pt x="368" y="733"/>
                    </a:lnTo>
                    <a:lnTo>
                      <a:pt x="317" y="428"/>
                    </a:lnTo>
                    <a:lnTo>
                      <a:pt x="255" y="209"/>
                    </a:lnTo>
                    <a:lnTo>
                      <a:pt x="191" y="41"/>
                    </a:lnTo>
                    <a:lnTo>
                      <a:pt x="24" y="0"/>
                    </a:lnTo>
                    <a:lnTo>
                      <a:pt x="0" y="57"/>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4" name="Freeform 183">
                <a:extLst>
                  <a:ext uri="{FF2B5EF4-FFF2-40B4-BE49-F238E27FC236}">
                    <a16:creationId xmlns:a16="http://schemas.microsoft.com/office/drawing/2014/main" id="{C3BDADE9-685B-9336-9A65-FE36AAFB6B85}"/>
                  </a:ext>
                </a:extLst>
              </p:cNvPr>
              <p:cNvSpPr>
                <a:spLocks/>
              </p:cNvSpPr>
              <p:nvPr/>
            </p:nvSpPr>
            <p:spPr bwMode="auto">
              <a:xfrm>
                <a:off x="3319" y="734"/>
                <a:ext cx="117" cy="145"/>
              </a:xfrm>
              <a:custGeom>
                <a:avLst/>
                <a:gdLst>
                  <a:gd name="T0" fmla="*/ 0 w 938"/>
                  <a:gd name="T1" fmla="*/ 0 h 1158"/>
                  <a:gd name="T2" fmla="*/ 0 w 938"/>
                  <a:gd name="T3" fmla="*/ 0 h 1158"/>
                  <a:gd name="T4" fmla="*/ 0 w 938"/>
                  <a:gd name="T5" fmla="*/ 0 h 1158"/>
                  <a:gd name="T6" fmla="*/ 0 w 938"/>
                  <a:gd name="T7" fmla="*/ 0 h 1158"/>
                  <a:gd name="T8" fmla="*/ 0 w 938"/>
                  <a:gd name="T9" fmla="*/ 0 h 1158"/>
                  <a:gd name="T10" fmla="*/ 0 w 938"/>
                  <a:gd name="T11" fmla="*/ 0 h 1158"/>
                  <a:gd name="T12" fmla="*/ 0 w 938"/>
                  <a:gd name="T13" fmla="*/ 0 h 1158"/>
                  <a:gd name="T14" fmla="*/ 0 w 938"/>
                  <a:gd name="T15" fmla="*/ 0 h 1158"/>
                  <a:gd name="T16" fmla="*/ 0 w 938"/>
                  <a:gd name="T17" fmla="*/ 0 h 1158"/>
                  <a:gd name="T18" fmla="*/ 0 w 938"/>
                  <a:gd name="T19" fmla="*/ 0 h 1158"/>
                  <a:gd name="T20" fmla="*/ 0 w 938"/>
                  <a:gd name="T21" fmla="*/ 0 h 1158"/>
                  <a:gd name="T22" fmla="*/ 0 w 938"/>
                  <a:gd name="T23" fmla="*/ 0 h 1158"/>
                  <a:gd name="T24" fmla="*/ 0 w 938"/>
                  <a:gd name="T25" fmla="*/ 0 h 1158"/>
                  <a:gd name="T26" fmla="*/ 0 w 938"/>
                  <a:gd name="T27" fmla="*/ 0 h 1158"/>
                  <a:gd name="T28" fmla="*/ 0 w 938"/>
                  <a:gd name="T29" fmla="*/ 0 h 1158"/>
                  <a:gd name="T30" fmla="*/ 0 w 938"/>
                  <a:gd name="T31" fmla="*/ 0 h 1158"/>
                  <a:gd name="T32" fmla="*/ 0 w 938"/>
                  <a:gd name="T33" fmla="*/ 0 h 1158"/>
                  <a:gd name="T34" fmla="*/ 0 w 938"/>
                  <a:gd name="T35" fmla="*/ 0 h 1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38"/>
                  <a:gd name="T55" fmla="*/ 0 h 1158"/>
                  <a:gd name="T56" fmla="*/ 938 w 938"/>
                  <a:gd name="T57" fmla="*/ 1158 h 1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38" h="1158">
                    <a:moveTo>
                      <a:pt x="0" y="413"/>
                    </a:moveTo>
                    <a:lnTo>
                      <a:pt x="0" y="687"/>
                    </a:lnTo>
                    <a:lnTo>
                      <a:pt x="110" y="922"/>
                    </a:lnTo>
                    <a:lnTo>
                      <a:pt x="260" y="1019"/>
                    </a:lnTo>
                    <a:lnTo>
                      <a:pt x="413" y="1158"/>
                    </a:lnTo>
                    <a:lnTo>
                      <a:pt x="413" y="1044"/>
                    </a:lnTo>
                    <a:lnTo>
                      <a:pt x="275" y="756"/>
                    </a:lnTo>
                    <a:lnTo>
                      <a:pt x="231" y="537"/>
                    </a:lnTo>
                    <a:lnTo>
                      <a:pt x="290" y="452"/>
                    </a:lnTo>
                    <a:lnTo>
                      <a:pt x="401" y="424"/>
                    </a:lnTo>
                    <a:lnTo>
                      <a:pt x="677" y="496"/>
                    </a:lnTo>
                    <a:lnTo>
                      <a:pt x="938" y="440"/>
                    </a:lnTo>
                    <a:lnTo>
                      <a:pt x="633" y="11"/>
                    </a:lnTo>
                    <a:lnTo>
                      <a:pt x="290" y="0"/>
                    </a:lnTo>
                    <a:lnTo>
                      <a:pt x="134" y="152"/>
                    </a:lnTo>
                    <a:lnTo>
                      <a:pt x="53" y="260"/>
                    </a:lnTo>
                    <a:lnTo>
                      <a:pt x="11" y="355"/>
                    </a:lnTo>
                    <a:lnTo>
                      <a:pt x="0" y="413"/>
                    </a:lnTo>
                    <a:close/>
                  </a:path>
                </a:pathLst>
              </a:custGeom>
              <a:solidFill>
                <a:srgbClr val="5151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5" name="Freeform 184">
                <a:extLst>
                  <a:ext uri="{FF2B5EF4-FFF2-40B4-BE49-F238E27FC236}">
                    <a16:creationId xmlns:a16="http://schemas.microsoft.com/office/drawing/2014/main" id="{1E56FA66-B7AE-F3FC-E42A-10E9850861B1}"/>
                  </a:ext>
                </a:extLst>
              </p:cNvPr>
              <p:cNvSpPr>
                <a:spLocks/>
              </p:cNvSpPr>
              <p:nvPr/>
            </p:nvSpPr>
            <p:spPr bwMode="auto">
              <a:xfrm>
                <a:off x="2691" y="536"/>
                <a:ext cx="623" cy="422"/>
              </a:xfrm>
              <a:custGeom>
                <a:avLst/>
                <a:gdLst>
                  <a:gd name="T0" fmla="*/ 0 w 4986"/>
                  <a:gd name="T1" fmla="*/ 0 h 3377"/>
                  <a:gd name="T2" fmla="*/ 0 w 4986"/>
                  <a:gd name="T3" fmla="*/ 0 h 3377"/>
                  <a:gd name="T4" fmla="*/ 0 w 4986"/>
                  <a:gd name="T5" fmla="*/ 0 h 3377"/>
                  <a:gd name="T6" fmla="*/ 0 w 4986"/>
                  <a:gd name="T7" fmla="*/ 0 h 3377"/>
                  <a:gd name="T8" fmla="*/ 0 w 4986"/>
                  <a:gd name="T9" fmla="*/ 0 h 3377"/>
                  <a:gd name="T10" fmla="*/ 0 w 4986"/>
                  <a:gd name="T11" fmla="*/ 0 h 3377"/>
                  <a:gd name="T12" fmla="*/ 0 w 4986"/>
                  <a:gd name="T13" fmla="*/ 0 h 3377"/>
                  <a:gd name="T14" fmla="*/ 0 w 4986"/>
                  <a:gd name="T15" fmla="*/ 0 h 3377"/>
                  <a:gd name="T16" fmla="*/ 0 w 4986"/>
                  <a:gd name="T17" fmla="*/ 0 h 3377"/>
                  <a:gd name="T18" fmla="*/ 0 w 4986"/>
                  <a:gd name="T19" fmla="*/ 0 h 3377"/>
                  <a:gd name="T20" fmla="*/ 0 w 4986"/>
                  <a:gd name="T21" fmla="*/ 0 h 3377"/>
                  <a:gd name="T22" fmla="*/ 0 w 4986"/>
                  <a:gd name="T23" fmla="*/ 0 h 3377"/>
                  <a:gd name="T24" fmla="*/ 0 w 4986"/>
                  <a:gd name="T25" fmla="*/ 0 h 3377"/>
                  <a:gd name="T26" fmla="*/ 0 w 4986"/>
                  <a:gd name="T27" fmla="*/ 0 h 3377"/>
                  <a:gd name="T28" fmla="*/ 0 w 4986"/>
                  <a:gd name="T29" fmla="*/ 0 h 3377"/>
                  <a:gd name="T30" fmla="*/ 0 w 4986"/>
                  <a:gd name="T31" fmla="*/ 0 h 3377"/>
                  <a:gd name="T32" fmla="*/ 0 w 4986"/>
                  <a:gd name="T33" fmla="*/ 0 h 3377"/>
                  <a:gd name="T34" fmla="*/ 0 w 4986"/>
                  <a:gd name="T35" fmla="*/ 0 h 3377"/>
                  <a:gd name="T36" fmla="*/ 0 w 4986"/>
                  <a:gd name="T37" fmla="*/ 0 h 3377"/>
                  <a:gd name="T38" fmla="*/ 0 w 4986"/>
                  <a:gd name="T39" fmla="*/ 0 h 3377"/>
                  <a:gd name="T40" fmla="*/ 0 w 4986"/>
                  <a:gd name="T41" fmla="*/ 0 h 3377"/>
                  <a:gd name="T42" fmla="*/ 0 w 4986"/>
                  <a:gd name="T43" fmla="*/ 0 h 3377"/>
                  <a:gd name="T44" fmla="*/ 0 w 4986"/>
                  <a:gd name="T45" fmla="*/ 0 h 3377"/>
                  <a:gd name="T46" fmla="*/ 0 w 4986"/>
                  <a:gd name="T47" fmla="*/ 0 h 337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986"/>
                  <a:gd name="T73" fmla="*/ 0 h 3377"/>
                  <a:gd name="T74" fmla="*/ 4986 w 4986"/>
                  <a:gd name="T75" fmla="*/ 3377 h 337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986" h="3377">
                    <a:moveTo>
                      <a:pt x="0" y="2990"/>
                    </a:moveTo>
                    <a:lnTo>
                      <a:pt x="221" y="2372"/>
                    </a:lnTo>
                    <a:lnTo>
                      <a:pt x="567" y="1973"/>
                    </a:lnTo>
                    <a:lnTo>
                      <a:pt x="829" y="1445"/>
                    </a:lnTo>
                    <a:lnTo>
                      <a:pt x="1229" y="1035"/>
                    </a:lnTo>
                    <a:lnTo>
                      <a:pt x="1535" y="940"/>
                    </a:lnTo>
                    <a:lnTo>
                      <a:pt x="1759" y="700"/>
                    </a:lnTo>
                    <a:lnTo>
                      <a:pt x="1741" y="581"/>
                    </a:lnTo>
                    <a:lnTo>
                      <a:pt x="2422" y="0"/>
                    </a:lnTo>
                    <a:lnTo>
                      <a:pt x="2851" y="67"/>
                    </a:lnTo>
                    <a:lnTo>
                      <a:pt x="3088" y="111"/>
                    </a:lnTo>
                    <a:lnTo>
                      <a:pt x="3464" y="25"/>
                    </a:lnTo>
                    <a:lnTo>
                      <a:pt x="3670" y="0"/>
                    </a:lnTo>
                    <a:lnTo>
                      <a:pt x="4431" y="355"/>
                    </a:lnTo>
                    <a:lnTo>
                      <a:pt x="4986" y="1270"/>
                    </a:lnTo>
                    <a:lnTo>
                      <a:pt x="2842" y="3377"/>
                    </a:lnTo>
                    <a:lnTo>
                      <a:pt x="2116" y="1724"/>
                    </a:lnTo>
                    <a:lnTo>
                      <a:pt x="2132" y="1311"/>
                    </a:lnTo>
                    <a:lnTo>
                      <a:pt x="1883" y="1533"/>
                    </a:lnTo>
                    <a:lnTo>
                      <a:pt x="1662" y="1863"/>
                    </a:lnTo>
                    <a:lnTo>
                      <a:pt x="1148" y="2179"/>
                    </a:lnTo>
                    <a:lnTo>
                      <a:pt x="456" y="3199"/>
                    </a:lnTo>
                    <a:lnTo>
                      <a:pt x="150" y="3186"/>
                    </a:lnTo>
                    <a:lnTo>
                      <a:pt x="0" y="2990"/>
                    </a:lnTo>
                    <a:close/>
                  </a:path>
                </a:pathLst>
              </a:custGeom>
              <a:solidFill>
                <a:srgbClr val="5151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6" name="Freeform 185">
                <a:extLst>
                  <a:ext uri="{FF2B5EF4-FFF2-40B4-BE49-F238E27FC236}">
                    <a16:creationId xmlns:a16="http://schemas.microsoft.com/office/drawing/2014/main" id="{EBB48B02-BBA3-9A8B-C3C0-1A16622D74A4}"/>
                  </a:ext>
                </a:extLst>
              </p:cNvPr>
              <p:cNvSpPr>
                <a:spLocks/>
              </p:cNvSpPr>
              <p:nvPr/>
            </p:nvSpPr>
            <p:spPr bwMode="auto">
              <a:xfrm>
                <a:off x="2618" y="962"/>
                <a:ext cx="288" cy="239"/>
              </a:xfrm>
              <a:custGeom>
                <a:avLst/>
                <a:gdLst>
                  <a:gd name="T0" fmla="*/ 0 w 2298"/>
                  <a:gd name="T1" fmla="*/ 0 h 1910"/>
                  <a:gd name="T2" fmla="*/ 0 w 2298"/>
                  <a:gd name="T3" fmla="*/ 0 h 1910"/>
                  <a:gd name="T4" fmla="*/ 0 w 2298"/>
                  <a:gd name="T5" fmla="*/ 0 h 1910"/>
                  <a:gd name="T6" fmla="*/ 0 w 2298"/>
                  <a:gd name="T7" fmla="*/ 0 h 1910"/>
                  <a:gd name="T8" fmla="*/ 0 60000 65536"/>
                  <a:gd name="T9" fmla="*/ 0 60000 65536"/>
                  <a:gd name="T10" fmla="*/ 0 60000 65536"/>
                  <a:gd name="T11" fmla="*/ 0 60000 65536"/>
                  <a:gd name="T12" fmla="*/ 0 w 2298"/>
                  <a:gd name="T13" fmla="*/ 0 h 1910"/>
                  <a:gd name="T14" fmla="*/ 2298 w 2298"/>
                  <a:gd name="T15" fmla="*/ 1910 h 1910"/>
                </a:gdLst>
                <a:ahLst/>
                <a:cxnLst>
                  <a:cxn ang="T8">
                    <a:pos x="T0" y="T1"/>
                  </a:cxn>
                  <a:cxn ang="T9">
                    <a:pos x="T2" y="T3"/>
                  </a:cxn>
                  <a:cxn ang="T10">
                    <a:pos x="T4" y="T5"/>
                  </a:cxn>
                  <a:cxn ang="T11">
                    <a:pos x="T6" y="T7"/>
                  </a:cxn>
                </a:cxnLst>
                <a:rect l="T12" t="T13" r="T14" b="T15"/>
                <a:pathLst>
                  <a:path w="2298" h="1910">
                    <a:moveTo>
                      <a:pt x="2298" y="0"/>
                    </a:moveTo>
                    <a:lnTo>
                      <a:pt x="0" y="0"/>
                    </a:lnTo>
                    <a:lnTo>
                      <a:pt x="0" y="1910"/>
                    </a:lnTo>
                    <a:lnTo>
                      <a:pt x="2298"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7" name="Freeform 186">
                <a:extLst>
                  <a:ext uri="{FF2B5EF4-FFF2-40B4-BE49-F238E27FC236}">
                    <a16:creationId xmlns:a16="http://schemas.microsoft.com/office/drawing/2014/main" id="{E76A8FC8-A97B-DE5F-1640-C4341C8E51EB}"/>
                  </a:ext>
                </a:extLst>
              </p:cNvPr>
              <p:cNvSpPr>
                <a:spLocks/>
              </p:cNvSpPr>
              <p:nvPr/>
            </p:nvSpPr>
            <p:spPr bwMode="auto">
              <a:xfrm>
                <a:off x="2619" y="979"/>
                <a:ext cx="571" cy="488"/>
              </a:xfrm>
              <a:custGeom>
                <a:avLst/>
                <a:gdLst>
                  <a:gd name="T0" fmla="*/ 0 w 4566"/>
                  <a:gd name="T1" fmla="*/ 0 h 3907"/>
                  <a:gd name="T2" fmla="*/ 0 w 4566"/>
                  <a:gd name="T3" fmla="*/ 0 h 3907"/>
                  <a:gd name="T4" fmla="*/ 0 w 4566"/>
                  <a:gd name="T5" fmla="*/ 0 h 3907"/>
                  <a:gd name="T6" fmla="*/ 0 w 4566"/>
                  <a:gd name="T7" fmla="*/ 0 h 3907"/>
                  <a:gd name="T8" fmla="*/ 0 w 4566"/>
                  <a:gd name="T9" fmla="*/ 0 h 3907"/>
                  <a:gd name="T10" fmla="*/ 0 w 4566"/>
                  <a:gd name="T11" fmla="*/ 0 h 3907"/>
                  <a:gd name="T12" fmla="*/ 0 w 4566"/>
                  <a:gd name="T13" fmla="*/ 0 h 3907"/>
                  <a:gd name="T14" fmla="*/ 0 w 4566"/>
                  <a:gd name="T15" fmla="*/ 0 h 3907"/>
                  <a:gd name="T16" fmla="*/ 0 w 4566"/>
                  <a:gd name="T17" fmla="*/ 0 h 3907"/>
                  <a:gd name="T18" fmla="*/ 0 w 4566"/>
                  <a:gd name="T19" fmla="*/ 0 h 3907"/>
                  <a:gd name="T20" fmla="*/ 0 w 4566"/>
                  <a:gd name="T21" fmla="*/ 0 h 3907"/>
                  <a:gd name="T22" fmla="*/ 0 w 4566"/>
                  <a:gd name="T23" fmla="*/ 0 h 3907"/>
                  <a:gd name="T24" fmla="*/ 0 w 4566"/>
                  <a:gd name="T25" fmla="*/ 0 h 3907"/>
                  <a:gd name="T26" fmla="*/ 0 w 4566"/>
                  <a:gd name="T27" fmla="*/ 0 h 3907"/>
                  <a:gd name="T28" fmla="*/ 0 w 4566"/>
                  <a:gd name="T29" fmla="*/ 0 h 3907"/>
                  <a:gd name="T30" fmla="*/ 0 w 4566"/>
                  <a:gd name="T31" fmla="*/ 0 h 3907"/>
                  <a:gd name="T32" fmla="*/ 0 w 4566"/>
                  <a:gd name="T33" fmla="*/ 0 h 3907"/>
                  <a:gd name="T34" fmla="*/ 0 w 4566"/>
                  <a:gd name="T35" fmla="*/ 0 h 3907"/>
                  <a:gd name="T36" fmla="*/ 0 w 4566"/>
                  <a:gd name="T37" fmla="*/ 0 h 3907"/>
                  <a:gd name="T38" fmla="*/ 0 w 4566"/>
                  <a:gd name="T39" fmla="*/ 0 h 3907"/>
                  <a:gd name="T40" fmla="*/ 0 w 4566"/>
                  <a:gd name="T41" fmla="*/ 0 h 3907"/>
                  <a:gd name="T42" fmla="*/ 0 w 4566"/>
                  <a:gd name="T43" fmla="*/ 0 h 3907"/>
                  <a:gd name="T44" fmla="*/ 0 w 4566"/>
                  <a:gd name="T45" fmla="*/ 0 h 3907"/>
                  <a:gd name="T46" fmla="*/ 0 w 4566"/>
                  <a:gd name="T47" fmla="*/ 0 h 3907"/>
                  <a:gd name="T48" fmla="*/ 0 w 4566"/>
                  <a:gd name="T49" fmla="*/ 0 h 3907"/>
                  <a:gd name="T50" fmla="*/ 0 w 4566"/>
                  <a:gd name="T51" fmla="*/ 0 h 3907"/>
                  <a:gd name="T52" fmla="*/ 0 w 4566"/>
                  <a:gd name="T53" fmla="*/ 0 h 3907"/>
                  <a:gd name="T54" fmla="*/ 0 w 4566"/>
                  <a:gd name="T55" fmla="*/ 0 h 3907"/>
                  <a:gd name="T56" fmla="*/ 0 w 4566"/>
                  <a:gd name="T57" fmla="*/ 0 h 3907"/>
                  <a:gd name="T58" fmla="*/ 0 w 4566"/>
                  <a:gd name="T59" fmla="*/ 0 h 3907"/>
                  <a:gd name="T60" fmla="*/ 0 w 4566"/>
                  <a:gd name="T61" fmla="*/ 0 h 390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4566"/>
                  <a:gd name="T94" fmla="*/ 0 h 3907"/>
                  <a:gd name="T95" fmla="*/ 4566 w 4566"/>
                  <a:gd name="T96" fmla="*/ 3907 h 3907"/>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4566" h="3907">
                    <a:moveTo>
                      <a:pt x="511" y="3907"/>
                    </a:moveTo>
                    <a:lnTo>
                      <a:pt x="693" y="3877"/>
                    </a:lnTo>
                    <a:lnTo>
                      <a:pt x="905" y="3826"/>
                    </a:lnTo>
                    <a:lnTo>
                      <a:pt x="1178" y="3711"/>
                    </a:lnTo>
                    <a:lnTo>
                      <a:pt x="1354" y="3626"/>
                    </a:lnTo>
                    <a:lnTo>
                      <a:pt x="1519" y="3503"/>
                    </a:lnTo>
                    <a:lnTo>
                      <a:pt x="1763" y="3250"/>
                    </a:lnTo>
                    <a:lnTo>
                      <a:pt x="1455" y="2773"/>
                    </a:lnTo>
                    <a:lnTo>
                      <a:pt x="3611" y="2085"/>
                    </a:lnTo>
                    <a:lnTo>
                      <a:pt x="3328" y="2461"/>
                    </a:lnTo>
                    <a:lnTo>
                      <a:pt x="3611" y="2591"/>
                    </a:lnTo>
                    <a:lnTo>
                      <a:pt x="4474" y="2501"/>
                    </a:lnTo>
                    <a:lnTo>
                      <a:pt x="4566" y="1903"/>
                    </a:lnTo>
                    <a:lnTo>
                      <a:pt x="4545" y="1793"/>
                    </a:lnTo>
                    <a:lnTo>
                      <a:pt x="4483" y="1541"/>
                    </a:lnTo>
                    <a:lnTo>
                      <a:pt x="4352" y="1152"/>
                    </a:lnTo>
                    <a:lnTo>
                      <a:pt x="4281" y="1103"/>
                    </a:lnTo>
                    <a:lnTo>
                      <a:pt x="4191" y="1090"/>
                    </a:lnTo>
                    <a:lnTo>
                      <a:pt x="3936" y="0"/>
                    </a:lnTo>
                    <a:lnTo>
                      <a:pt x="1921" y="9"/>
                    </a:lnTo>
                    <a:lnTo>
                      <a:pt x="1747" y="244"/>
                    </a:lnTo>
                    <a:lnTo>
                      <a:pt x="1415" y="356"/>
                    </a:lnTo>
                    <a:lnTo>
                      <a:pt x="1037" y="619"/>
                    </a:lnTo>
                    <a:lnTo>
                      <a:pt x="894" y="739"/>
                    </a:lnTo>
                    <a:lnTo>
                      <a:pt x="772" y="923"/>
                    </a:lnTo>
                    <a:lnTo>
                      <a:pt x="693" y="1114"/>
                    </a:lnTo>
                    <a:lnTo>
                      <a:pt x="0" y="2512"/>
                    </a:lnTo>
                    <a:lnTo>
                      <a:pt x="73" y="2717"/>
                    </a:lnTo>
                    <a:lnTo>
                      <a:pt x="22" y="2998"/>
                    </a:lnTo>
                    <a:lnTo>
                      <a:pt x="479" y="3845"/>
                    </a:lnTo>
                    <a:lnTo>
                      <a:pt x="511" y="3907"/>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8" name="Freeform 187">
                <a:extLst>
                  <a:ext uri="{FF2B5EF4-FFF2-40B4-BE49-F238E27FC236}">
                    <a16:creationId xmlns:a16="http://schemas.microsoft.com/office/drawing/2014/main" id="{5FB429D5-231B-B8EC-5982-1EC7A42A1B00}"/>
                  </a:ext>
                </a:extLst>
              </p:cNvPr>
              <p:cNvSpPr>
                <a:spLocks/>
              </p:cNvSpPr>
              <p:nvPr/>
            </p:nvSpPr>
            <p:spPr bwMode="auto">
              <a:xfrm>
                <a:off x="2787" y="1322"/>
                <a:ext cx="284" cy="221"/>
              </a:xfrm>
              <a:custGeom>
                <a:avLst/>
                <a:gdLst>
                  <a:gd name="T0" fmla="*/ 0 w 2279"/>
                  <a:gd name="T1" fmla="*/ 0 h 1769"/>
                  <a:gd name="T2" fmla="*/ 0 w 2279"/>
                  <a:gd name="T3" fmla="*/ 0 h 1769"/>
                  <a:gd name="T4" fmla="*/ 0 w 2279"/>
                  <a:gd name="T5" fmla="*/ 0 h 1769"/>
                  <a:gd name="T6" fmla="*/ 0 w 2279"/>
                  <a:gd name="T7" fmla="*/ 0 h 1769"/>
                  <a:gd name="T8" fmla="*/ 0 w 2279"/>
                  <a:gd name="T9" fmla="*/ 0 h 1769"/>
                  <a:gd name="T10" fmla="*/ 0 w 2279"/>
                  <a:gd name="T11" fmla="*/ 0 h 1769"/>
                  <a:gd name="T12" fmla="*/ 0 60000 65536"/>
                  <a:gd name="T13" fmla="*/ 0 60000 65536"/>
                  <a:gd name="T14" fmla="*/ 0 60000 65536"/>
                  <a:gd name="T15" fmla="*/ 0 60000 65536"/>
                  <a:gd name="T16" fmla="*/ 0 60000 65536"/>
                  <a:gd name="T17" fmla="*/ 0 60000 65536"/>
                  <a:gd name="T18" fmla="*/ 0 w 2279"/>
                  <a:gd name="T19" fmla="*/ 0 h 1769"/>
                  <a:gd name="T20" fmla="*/ 2279 w 2279"/>
                  <a:gd name="T21" fmla="*/ 1769 h 1769"/>
                </a:gdLst>
                <a:ahLst/>
                <a:cxnLst>
                  <a:cxn ang="T12">
                    <a:pos x="T0" y="T1"/>
                  </a:cxn>
                  <a:cxn ang="T13">
                    <a:pos x="T2" y="T3"/>
                  </a:cxn>
                  <a:cxn ang="T14">
                    <a:pos x="T4" y="T5"/>
                  </a:cxn>
                  <a:cxn ang="T15">
                    <a:pos x="T6" y="T7"/>
                  </a:cxn>
                  <a:cxn ang="T16">
                    <a:pos x="T8" y="T9"/>
                  </a:cxn>
                  <a:cxn ang="T17">
                    <a:pos x="T10" y="T11"/>
                  </a:cxn>
                </a:cxnLst>
                <a:rect l="T18" t="T19" r="T20" b="T21"/>
                <a:pathLst>
                  <a:path w="2279" h="1769">
                    <a:moveTo>
                      <a:pt x="268" y="281"/>
                    </a:moveTo>
                    <a:lnTo>
                      <a:pt x="1154" y="0"/>
                    </a:lnTo>
                    <a:lnTo>
                      <a:pt x="2279" y="1072"/>
                    </a:lnTo>
                    <a:lnTo>
                      <a:pt x="774" y="1769"/>
                    </a:lnTo>
                    <a:lnTo>
                      <a:pt x="0" y="863"/>
                    </a:lnTo>
                    <a:lnTo>
                      <a:pt x="268" y="2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9" name="Freeform 188">
                <a:extLst>
                  <a:ext uri="{FF2B5EF4-FFF2-40B4-BE49-F238E27FC236}">
                    <a16:creationId xmlns:a16="http://schemas.microsoft.com/office/drawing/2014/main" id="{F749C4E6-0C33-BFE4-F189-87A88F456697}"/>
                  </a:ext>
                </a:extLst>
              </p:cNvPr>
              <p:cNvSpPr>
                <a:spLocks/>
              </p:cNvSpPr>
              <p:nvPr/>
            </p:nvSpPr>
            <p:spPr bwMode="auto">
              <a:xfrm>
                <a:off x="2955" y="1283"/>
                <a:ext cx="132" cy="84"/>
              </a:xfrm>
              <a:custGeom>
                <a:avLst/>
                <a:gdLst>
                  <a:gd name="T0" fmla="*/ 0 w 1055"/>
                  <a:gd name="T1" fmla="*/ 0 h 675"/>
                  <a:gd name="T2" fmla="*/ 0 w 1055"/>
                  <a:gd name="T3" fmla="*/ 0 h 675"/>
                  <a:gd name="T4" fmla="*/ 0 w 1055"/>
                  <a:gd name="T5" fmla="*/ 0 h 675"/>
                  <a:gd name="T6" fmla="*/ 0 w 1055"/>
                  <a:gd name="T7" fmla="*/ 0 h 675"/>
                  <a:gd name="T8" fmla="*/ 0 w 1055"/>
                  <a:gd name="T9" fmla="*/ 0 h 675"/>
                  <a:gd name="T10" fmla="*/ 0 w 1055"/>
                  <a:gd name="T11" fmla="*/ 0 h 675"/>
                  <a:gd name="T12" fmla="*/ 0 w 1055"/>
                  <a:gd name="T13" fmla="*/ 0 h 675"/>
                  <a:gd name="T14" fmla="*/ 0 w 1055"/>
                  <a:gd name="T15" fmla="*/ 0 h 675"/>
                  <a:gd name="T16" fmla="*/ 0 w 1055"/>
                  <a:gd name="T17" fmla="*/ 0 h 675"/>
                  <a:gd name="T18" fmla="*/ 0 w 1055"/>
                  <a:gd name="T19" fmla="*/ 0 h 675"/>
                  <a:gd name="T20" fmla="*/ 0 w 1055"/>
                  <a:gd name="T21" fmla="*/ 0 h 675"/>
                  <a:gd name="T22" fmla="*/ 0 w 1055"/>
                  <a:gd name="T23" fmla="*/ 0 h 675"/>
                  <a:gd name="T24" fmla="*/ 0 w 1055"/>
                  <a:gd name="T25" fmla="*/ 0 h 675"/>
                  <a:gd name="T26" fmla="*/ 0 w 1055"/>
                  <a:gd name="T27" fmla="*/ 0 h 675"/>
                  <a:gd name="T28" fmla="*/ 0 w 1055"/>
                  <a:gd name="T29" fmla="*/ 0 h 675"/>
                  <a:gd name="T30" fmla="*/ 0 w 1055"/>
                  <a:gd name="T31" fmla="*/ 0 h 675"/>
                  <a:gd name="T32" fmla="*/ 0 w 1055"/>
                  <a:gd name="T33" fmla="*/ 0 h 675"/>
                  <a:gd name="T34" fmla="*/ 0 w 1055"/>
                  <a:gd name="T35" fmla="*/ 0 h 675"/>
                  <a:gd name="T36" fmla="*/ 0 w 1055"/>
                  <a:gd name="T37" fmla="*/ 0 h 675"/>
                  <a:gd name="T38" fmla="*/ 0 w 1055"/>
                  <a:gd name="T39" fmla="*/ 0 h 675"/>
                  <a:gd name="T40" fmla="*/ 0 w 1055"/>
                  <a:gd name="T41" fmla="*/ 0 h 675"/>
                  <a:gd name="T42" fmla="*/ 0 w 1055"/>
                  <a:gd name="T43" fmla="*/ 0 h 675"/>
                  <a:gd name="T44" fmla="*/ 0 w 1055"/>
                  <a:gd name="T45" fmla="*/ 0 h 675"/>
                  <a:gd name="T46" fmla="*/ 0 w 1055"/>
                  <a:gd name="T47" fmla="*/ 0 h 675"/>
                  <a:gd name="T48" fmla="*/ 0 w 1055"/>
                  <a:gd name="T49" fmla="*/ 0 h 675"/>
                  <a:gd name="T50" fmla="*/ 0 w 1055"/>
                  <a:gd name="T51" fmla="*/ 0 h 675"/>
                  <a:gd name="T52" fmla="*/ 0 w 1055"/>
                  <a:gd name="T53" fmla="*/ 0 h 675"/>
                  <a:gd name="T54" fmla="*/ 0 w 1055"/>
                  <a:gd name="T55" fmla="*/ 0 h 67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055"/>
                  <a:gd name="T85" fmla="*/ 0 h 675"/>
                  <a:gd name="T86" fmla="*/ 1055 w 1055"/>
                  <a:gd name="T87" fmla="*/ 675 h 675"/>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055" h="675">
                    <a:moveTo>
                      <a:pt x="0" y="627"/>
                    </a:moveTo>
                    <a:lnTo>
                      <a:pt x="64" y="339"/>
                    </a:lnTo>
                    <a:lnTo>
                      <a:pt x="87" y="274"/>
                    </a:lnTo>
                    <a:lnTo>
                      <a:pt x="290" y="16"/>
                    </a:lnTo>
                    <a:lnTo>
                      <a:pt x="352" y="0"/>
                    </a:lnTo>
                    <a:lnTo>
                      <a:pt x="703" y="43"/>
                    </a:lnTo>
                    <a:lnTo>
                      <a:pt x="783" y="58"/>
                    </a:lnTo>
                    <a:lnTo>
                      <a:pt x="986" y="131"/>
                    </a:lnTo>
                    <a:lnTo>
                      <a:pt x="1044" y="181"/>
                    </a:lnTo>
                    <a:lnTo>
                      <a:pt x="1055" y="234"/>
                    </a:lnTo>
                    <a:lnTo>
                      <a:pt x="1055" y="297"/>
                    </a:lnTo>
                    <a:lnTo>
                      <a:pt x="1030" y="339"/>
                    </a:lnTo>
                    <a:lnTo>
                      <a:pt x="975" y="368"/>
                    </a:lnTo>
                    <a:lnTo>
                      <a:pt x="896" y="376"/>
                    </a:lnTo>
                    <a:lnTo>
                      <a:pt x="811" y="427"/>
                    </a:lnTo>
                    <a:lnTo>
                      <a:pt x="712" y="493"/>
                    </a:lnTo>
                    <a:lnTo>
                      <a:pt x="615" y="581"/>
                    </a:lnTo>
                    <a:lnTo>
                      <a:pt x="532" y="603"/>
                    </a:lnTo>
                    <a:lnTo>
                      <a:pt x="440" y="610"/>
                    </a:lnTo>
                    <a:lnTo>
                      <a:pt x="400" y="613"/>
                    </a:lnTo>
                    <a:lnTo>
                      <a:pt x="327" y="658"/>
                    </a:lnTo>
                    <a:lnTo>
                      <a:pt x="248" y="675"/>
                    </a:lnTo>
                    <a:lnTo>
                      <a:pt x="228" y="610"/>
                    </a:lnTo>
                    <a:lnTo>
                      <a:pt x="184" y="647"/>
                    </a:lnTo>
                    <a:lnTo>
                      <a:pt x="128" y="671"/>
                    </a:lnTo>
                    <a:lnTo>
                      <a:pt x="117" y="581"/>
                    </a:lnTo>
                    <a:lnTo>
                      <a:pt x="46" y="610"/>
                    </a:lnTo>
                    <a:lnTo>
                      <a:pt x="0" y="627"/>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0" name="Freeform 189">
                <a:extLst>
                  <a:ext uri="{FF2B5EF4-FFF2-40B4-BE49-F238E27FC236}">
                    <a16:creationId xmlns:a16="http://schemas.microsoft.com/office/drawing/2014/main" id="{D9C70744-D146-BA31-D812-2CF2637EFE66}"/>
                  </a:ext>
                </a:extLst>
              </p:cNvPr>
              <p:cNvSpPr>
                <a:spLocks/>
              </p:cNvSpPr>
              <p:nvPr/>
            </p:nvSpPr>
            <p:spPr bwMode="auto">
              <a:xfrm>
                <a:off x="2900" y="1318"/>
                <a:ext cx="9" cy="148"/>
              </a:xfrm>
              <a:custGeom>
                <a:avLst/>
                <a:gdLst>
                  <a:gd name="T0" fmla="*/ 0 w 75"/>
                  <a:gd name="T1" fmla="*/ 0 h 1182"/>
                  <a:gd name="T2" fmla="*/ 0 w 75"/>
                  <a:gd name="T3" fmla="*/ 0 h 1182"/>
                  <a:gd name="T4" fmla="*/ 0 w 75"/>
                  <a:gd name="T5" fmla="*/ 0 h 1182"/>
                  <a:gd name="T6" fmla="*/ 0 w 75"/>
                  <a:gd name="T7" fmla="*/ 0 h 1182"/>
                  <a:gd name="T8" fmla="*/ 0 w 75"/>
                  <a:gd name="T9" fmla="*/ 0 h 1182"/>
                  <a:gd name="T10" fmla="*/ 0 w 75"/>
                  <a:gd name="T11" fmla="*/ 0 h 1182"/>
                  <a:gd name="T12" fmla="*/ 0 w 75"/>
                  <a:gd name="T13" fmla="*/ 0 h 1182"/>
                  <a:gd name="T14" fmla="*/ 0 60000 65536"/>
                  <a:gd name="T15" fmla="*/ 0 60000 65536"/>
                  <a:gd name="T16" fmla="*/ 0 60000 65536"/>
                  <a:gd name="T17" fmla="*/ 0 60000 65536"/>
                  <a:gd name="T18" fmla="*/ 0 60000 65536"/>
                  <a:gd name="T19" fmla="*/ 0 60000 65536"/>
                  <a:gd name="T20" fmla="*/ 0 60000 65536"/>
                  <a:gd name="T21" fmla="*/ 0 w 75"/>
                  <a:gd name="T22" fmla="*/ 0 h 1182"/>
                  <a:gd name="T23" fmla="*/ 75 w 75"/>
                  <a:gd name="T24" fmla="*/ 1182 h 1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 h="1182">
                    <a:moveTo>
                      <a:pt x="0" y="1182"/>
                    </a:moveTo>
                    <a:lnTo>
                      <a:pt x="0" y="17"/>
                    </a:lnTo>
                    <a:lnTo>
                      <a:pt x="24" y="0"/>
                    </a:lnTo>
                    <a:lnTo>
                      <a:pt x="49" y="0"/>
                    </a:lnTo>
                    <a:lnTo>
                      <a:pt x="75" y="17"/>
                    </a:lnTo>
                    <a:lnTo>
                      <a:pt x="75" y="1182"/>
                    </a:lnTo>
                    <a:lnTo>
                      <a:pt x="0" y="1182"/>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1" name="Freeform 190">
                <a:extLst>
                  <a:ext uri="{FF2B5EF4-FFF2-40B4-BE49-F238E27FC236}">
                    <a16:creationId xmlns:a16="http://schemas.microsoft.com/office/drawing/2014/main" id="{EFC06E4F-33E2-CF65-34EC-BB3527274DCB}"/>
                  </a:ext>
                </a:extLst>
              </p:cNvPr>
              <p:cNvSpPr>
                <a:spLocks/>
              </p:cNvSpPr>
              <p:nvPr/>
            </p:nvSpPr>
            <p:spPr bwMode="auto">
              <a:xfrm>
                <a:off x="2792" y="1359"/>
                <a:ext cx="163" cy="91"/>
              </a:xfrm>
              <a:custGeom>
                <a:avLst/>
                <a:gdLst>
                  <a:gd name="T0" fmla="*/ 0 w 1308"/>
                  <a:gd name="T1" fmla="*/ 0 h 729"/>
                  <a:gd name="T2" fmla="*/ 0 w 1308"/>
                  <a:gd name="T3" fmla="*/ 0 h 729"/>
                  <a:gd name="T4" fmla="*/ 0 w 1308"/>
                  <a:gd name="T5" fmla="*/ 0 h 729"/>
                  <a:gd name="T6" fmla="*/ 0 w 1308"/>
                  <a:gd name="T7" fmla="*/ 0 h 729"/>
                  <a:gd name="T8" fmla="*/ 0 w 1308"/>
                  <a:gd name="T9" fmla="*/ 0 h 729"/>
                  <a:gd name="T10" fmla="*/ 0 w 1308"/>
                  <a:gd name="T11" fmla="*/ 0 h 729"/>
                  <a:gd name="T12" fmla="*/ 0 w 1308"/>
                  <a:gd name="T13" fmla="*/ 0 h 729"/>
                  <a:gd name="T14" fmla="*/ 0 w 1308"/>
                  <a:gd name="T15" fmla="*/ 0 h 729"/>
                  <a:gd name="T16" fmla="*/ 0 w 1308"/>
                  <a:gd name="T17" fmla="*/ 0 h 729"/>
                  <a:gd name="T18" fmla="*/ 0 w 1308"/>
                  <a:gd name="T19" fmla="*/ 0 h 729"/>
                  <a:gd name="T20" fmla="*/ 0 w 1308"/>
                  <a:gd name="T21" fmla="*/ 0 h 729"/>
                  <a:gd name="T22" fmla="*/ 0 w 1308"/>
                  <a:gd name="T23" fmla="*/ 0 h 729"/>
                  <a:gd name="T24" fmla="*/ 0 w 1308"/>
                  <a:gd name="T25" fmla="*/ 0 h 729"/>
                  <a:gd name="T26" fmla="*/ 0 w 1308"/>
                  <a:gd name="T27" fmla="*/ 0 h 729"/>
                  <a:gd name="T28" fmla="*/ 0 w 1308"/>
                  <a:gd name="T29" fmla="*/ 0 h 729"/>
                  <a:gd name="T30" fmla="*/ 0 w 1308"/>
                  <a:gd name="T31" fmla="*/ 0 h 729"/>
                  <a:gd name="T32" fmla="*/ 0 w 1308"/>
                  <a:gd name="T33" fmla="*/ 0 h 729"/>
                  <a:gd name="T34" fmla="*/ 0 w 1308"/>
                  <a:gd name="T35" fmla="*/ 0 h 729"/>
                  <a:gd name="T36" fmla="*/ 0 w 1308"/>
                  <a:gd name="T37" fmla="*/ 0 h 729"/>
                  <a:gd name="T38" fmla="*/ 0 w 1308"/>
                  <a:gd name="T39" fmla="*/ 0 h 729"/>
                  <a:gd name="T40" fmla="*/ 0 w 1308"/>
                  <a:gd name="T41" fmla="*/ 0 h 729"/>
                  <a:gd name="T42" fmla="*/ 0 w 1308"/>
                  <a:gd name="T43" fmla="*/ 0 h 729"/>
                  <a:gd name="T44" fmla="*/ 0 w 1308"/>
                  <a:gd name="T45" fmla="*/ 0 h 729"/>
                  <a:gd name="T46" fmla="*/ 0 w 1308"/>
                  <a:gd name="T47" fmla="*/ 0 h 729"/>
                  <a:gd name="T48" fmla="*/ 0 w 1308"/>
                  <a:gd name="T49" fmla="*/ 0 h 729"/>
                  <a:gd name="T50" fmla="*/ 0 w 1308"/>
                  <a:gd name="T51" fmla="*/ 0 h 72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08"/>
                  <a:gd name="T79" fmla="*/ 0 h 729"/>
                  <a:gd name="T80" fmla="*/ 1308 w 1308"/>
                  <a:gd name="T81" fmla="*/ 729 h 72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08" h="729">
                    <a:moveTo>
                      <a:pt x="858" y="441"/>
                    </a:moveTo>
                    <a:lnTo>
                      <a:pt x="1040" y="464"/>
                    </a:lnTo>
                    <a:lnTo>
                      <a:pt x="1257" y="496"/>
                    </a:lnTo>
                    <a:lnTo>
                      <a:pt x="1294" y="487"/>
                    </a:lnTo>
                    <a:lnTo>
                      <a:pt x="1308" y="480"/>
                    </a:lnTo>
                    <a:lnTo>
                      <a:pt x="1301" y="446"/>
                    </a:lnTo>
                    <a:lnTo>
                      <a:pt x="1270" y="408"/>
                    </a:lnTo>
                    <a:lnTo>
                      <a:pt x="1176" y="371"/>
                    </a:lnTo>
                    <a:lnTo>
                      <a:pt x="1038" y="330"/>
                    </a:lnTo>
                    <a:lnTo>
                      <a:pt x="918" y="268"/>
                    </a:lnTo>
                    <a:lnTo>
                      <a:pt x="858" y="219"/>
                    </a:lnTo>
                    <a:lnTo>
                      <a:pt x="858" y="52"/>
                    </a:lnTo>
                    <a:lnTo>
                      <a:pt x="782" y="0"/>
                    </a:lnTo>
                    <a:lnTo>
                      <a:pt x="264" y="65"/>
                    </a:lnTo>
                    <a:lnTo>
                      <a:pt x="73" y="171"/>
                    </a:lnTo>
                    <a:lnTo>
                      <a:pt x="0" y="283"/>
                    </a:lnTo>
                    <a:lnTo>
                      <a:pt x="139" y="376"/>
                    </a:lnTo>
                    <a:lnTo>
                      <a:pt x="224" y="455"/>
                    </a:lnTo>
                    <a:lnTo>
                      <a:pt x="310" y="540"/>
                    </a:lnTo>
                    <a:lnTo>
                      <a:pt x="367" y="619"/>
                    </a:lnTo>
                    <a:lnTo>
                      <a:pt x="406" y="663"/>
                    </a:lnTo>
                    <a:lnTo>
                      <a:pt x="440" y="681"/>
                    </a:lnTo>
                    <a:lnTo>
                      <a:pt x="703" y="729"/>
                    </a:lnTo>
                    <a:lnTo>
                      <a:pt x="747" y="727"/>
                    </a:lnTo>
                    <a:lnTo>
                      <a:pt x="858" y="588"/>
                    </a:lnTo>
                    <a:lnTo>
                      <a:pt x="858" y="441"/>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2" name="Freeform 191">
                <a:extLst>
                  <a:ext uri="{FF2B5EF4-FFF2-40B4-BE49-F238E27FC236}">
                    <a16:creationId xmlns:a16="http://schemas.microsoft.com/office/drawing/2014/main" id="{759B2B14-942D-DFD1-6DD8-58BFB6C2BF0C}"/>
                  </a:ext>
                </a:extLst>
              </p:cNvPr>
              <p:cNvSpPr>
                <a:spLocks/>
              </p:cNvSpPr>
              <p:nvPr/>
            </p:nvSpPr>
            <p:spPr bwMode="auto">
              <a:xfrm>
                <a:off x="2900" y="1464"/>
                <a:ext cx="9" cy="20"/>
              </a:xfrm>
              <a:custGeom>
                <a:avLst/>
                <a:gdLst>
                  <a:gd name="T0" fmla="*/ 0 w 75"/>
                  <a:gd name="T1" fmla="*/ 0 h 166"/>
                  <a:gd name="T2" fmla="*/ 0 w 75"/>
                  <a:gd name="T3" fmla="*/ 0 h 166"/>
                  <a:gd name="T4" fmla="*/ 0 w 75"/>
                  <a:gd name="T5" fmla="*/ 0 h 166"/>
                  <a:gd name="T6" fmla="*/ 0 w 75"/>
                  <a:gd name="T7" fmla="*/ 0 h 166"/>
                  <a:gd name="T8" fmla="*/ 0 w 75"/>
                  <a:gd name="T9" fmla="*/ 0 h 166"/>
                  <a:gd name="T10" fmla="*/ 0 w 75"/>
                  <a:gd name="T11" fmla="*/ 0 h 166"/>
                  <a:gd name="T12" fmla="*/ 0 60000 65536"/>
                  <a:gd name="T13" fmla="*/ 0 60000 65536"/>
                  <a:gd name="T14" fmla="*/ 0 60000 65536"/>
                  <a:gd name="T15" fmla="*/ 0 60000 65536"/>
                  <a:gd name="T16" fmla="*/ 0 60000 65536"/>
                  <a:gd name="T17" fmla="*/ 0 60000 65536"/>
                  <a:gd name="T18" fmla="*/ 0 w 75"/>
                  <a:gd name="T19" fmla="*/ 0 h 166"/>
                  <a:gd name="T20" fmla="*/ 75 w 75"/>
                  <a:gd name="T21" fmla="*/ 166 h 166"/>
                </a:gdLst>
                <a:ahLst/>
                <a:cxnLst>
                  <a:cxn ang="T12">
                    <a:pos x="T0" y="T1"/>
                  </a:cxn>
                  <a:cxn ang="T13">
                    <a:pos x="T2" y="T3"/>
                  </a:cxn>
                  <a:cxn ang="T14">
                    <a:pos x="T4" y="T5"/>
                  </a:cxn>
                  <a:cxn ang="T15">
                    <a:pos x="T6" y="T7"/>
                  </a:cxn>
                  <a:cxn ang="T16">
                    <a:pos x="T8" y="T9"/>
                  </a:cxn>
                  <a:cxn ang="T17">
                    <a:pos x="T10" y="T11"/>
                  </a:cxn>
                </a:cxnLst>
                <a:rect l="T18" t="T19" r="T20" b="T21"/>
                <a:pathLst>
                  <a:path w="75" h="166">
                    <a:moveTo>
                      <a:pt x="0" y="23"/>
                    </a:moveTo>
                    <a:lnTo>
                      <a:pt x="31" y="166"/>
                    </a:lnTo>
                    <a:lnTo>
                      <a:pt x="75" y="23"/>
                    </a:lnTo>
                    <a:lnTo>
                      <a:pt x="61" y="7"/>
                    </a:lnTo>
                    <a:lnTo>
                      <a:pt x="17" y="0"/>
                    </a:lnTo>
                    <a:lnTo>
                      <a:pt x="0" y="23"/>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3" name="Freeform 192">
                <a:extLst>
                  <a:ext uri="{FF2B5EF4-FFF2-40B4-BE49-F238E27FC236}">
                    <a16:creationId xmlns:a16="http://schemas.microsoft.com/office/drawing/2014/main" id="{A9D63A07-DB18-AB8C-7E3D-3748B73F1BEF}"/>
                  </a:ext>
                </a:extLst>
              </p:cNvPr>
              <p:cNvSpPr>
                <a:spLocks/>
              </p:cNvSpPr>
              <p:nvPr/>
            </p:nvSpPr>
            <p:spPr bwMode="auto">
              <a:xfrm>
                <a:off x="2903" y="972"/>
                <a:ext cx="136" cy="327"/>
              </a:xfrm>
              <a:custGeom>
                <a:avLst/>
                <a:gdLst>
                  <a:gd name="T0" fmla="*/ 0 w 1092"/>
                  <a:gd name="T1" fmla="*/ 0 h 2615"/>
                  <a:gd name="T2" fmla="*/ 0 w 1092"/>
                  <a:gd name="T3" fmla="*/ 0 h 2615"/>
                  <a:gd name="T4" fmla="*/ 0 w 1092"/>
                  <a:gd name="T5" fmla="*/ 0 h 2615"/>
                  <a:gd name="T6" fmla="*/ 0 w 1092"/>
                  <a:gd name="T7" fmla="*/ 0 h 2615"/>
                  <a:gd name="T8" fmla="*/ 0 w 1092"/>
                  <a:gd name="T9" fmla="*/ 0 h 2615"/>
                  <a:gd name="T10" fmla="*/ 0 w 1092"/>
                  <a:gd name="T11" fmla="*/ 0 h 2615"/>
                  <a:gd name="T12" fmla="*/ 0 w 1092"/>
                  <a:gd name="T13" fmla="*/ 0 h 2615"/>
                  <a:gd name="T14" fmla="*/ 0 w 1092"/>
                  <a:gd name="T15" fmla="*/ 0 h 2615"/>
                  <a:gd name="T16" fmla="*/ 0 w 1092"/>
                  <a:gd name="T17" fmla="*/ 0 h 2615"/>
                  <a:gd name="T18" fmla="*/ 0 w 1092"/>
                  <a:gd name="T19" fmla="*/ 0 h 2615"/>
                  <a:gd name="T20" fmla="*/ 0 w 1092"/>
                  <a:gd name="T21" fmla="*/ 0 h 2615"/>
                  <a:gd name="T22" fmla="*/ 0 w 1092"/>
                  <a:gd name="T23" fmla="*/ 0 h 2615"/>
                  <a:gd name="T24" fmla="*/ 0 w 1092"/>
                  <a:gd name="T25" fmla="*/ 0 h 2615"/>
                  <a:gd name="T26" fmla="*/ 0 w 1092"/>
                  <a:gd name="T27" fmla="*/ 0 h 2615"/>
                  <a:gd name="T28" fmla="*/ 0 w 1092"/>
                  <a:gd name="T29" fmla="*/ 0 h 2615"/>
                  <a:gd name="T30" fmla="*/ 0 w 1092"/>
                  <a:gd name="T31" fmla="*/ 0 h 2615"/>
                  <a:gd name="T32" fmla="*/ 0 w 1092"/>
                  <a:gd name="T33" fmla="*/ 0 h 2615"/>
                  <a:gd name="T34" fmla="*/ 0 w 1092"/>
                  <a:gd name="T35" fmla="*/ 0 h 2615"/>
                  <a:gd name="T36" fmla="*/ 0 w 1092"/>
                  <a:gd name="T37" fmla="*/ 0 h 26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92"/>
                  <a:gd name="T58" fmla="*/ 0 h 2615"/>
                  <a:gd name="T59" fmla="*/ 1092 w 1092"/>
                  <a:gd name="T60" fmla="*/ 2615 h 261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92" h="2615">
                    <a:moveTo>
                      <a:pt x="126" y="195"/>
                    </a:moveTo>
                    <a:lnTo>
                      <a:pt x="170" y="382"/>
                    </a:lnTo>
                    <a:lnTo>
                      <a:pt x="226" y="732"/>
                    </a:lnTo>
                    <a:lnTo>
                      <a:pt x="266" y="1002"/>
                    </a:lnTo>
                    <a:lnTo>
                      <a:pt x="255" y="1301"/>
                    </a:lnTo>
                    <a:lnTo>
                      <a:pt x="226" y="1609"/>
                    </a:lnTo>
                    <a:lnTo>
                      <a:pt x="140" y="2053"/>
                    </a:lnTo>
                    <a:lnTo>
                      <a:pt x="0" y="2615"/>
                    </a:lnTo>
                    <a:lnTo>
                      <a:pt x="744" y="2369"/>
                    </a:lnTo>
                    <a:lnTo>
                      <a:pt x="931" y="1924"/>
                    </a:lnTo>
                    <a:lnTo>
                      <a:pt x="1026" y="1546"/>
                    </a:lnTo>
                    <a:lnTo>
                      <a:pt x="1085" y="1126"/>
                    </a:lnTo>
                    <a:lnTo>
                      <a:pt x="1092" y="824"/>
                    </a:lnTo>
                    <a:lnTo>
                      <a:pt x="1072" y="562"/>
                    </a:lnTo>
                    <a:lnTo>
                      <a:pt x="1026" y="343"/>
                    </a:lnTo>
                    <a:lnTo>
                      <a:pt x="961" y="170"/>
                    </a:lnTo>
                    <a:lnTo>
                      <a:pt x="905" y="73"/>
                    </a:lnTo>
                    <a:lnTo>
                      <a:pt x="387" y="0"/>
                    </a:lnTo>
                    <a:lnTo>
                      <a:pt x="126" y="19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4" name="Freeform 193">
                <a:extLst>
                  <a:ext uri="{FF2B5EF4-FFF2-40B4-BE49-F238E27FC236}">
                    <a16:creationId xmlns:a16="http://schemas.microsoft.com/office/drawing/2014/main" id="{EC610AF9-F3A0-69E4-26F3-ACEFA44C464C}"/>
                  </a:ext>
                </a:extLst>
              </p:cNvPr>
              <p:cNvSpPr>
                <a:spLocks/>
              </p:cNvSpPr>
              <p:nvPr/>
            </p:nvSpPr>
            <p:spPr bwMode="auto">
              <a:xfrm>
                <a:off x="2942" y="1042"/>
                <a:ext cx="121" cy="178"/>
              </a:xfrm>
              <a:custGeom>
                <a:avLst/>
                <a:gdLst>
                  <a:gd name="T0" fmla="*/ 0 w 971"/>
                  <a:gd name="T1" fmla="*/ 0 h 1425"/>
                  <a:gd name="T2" fmla="*/ 0 w 971"/>
                  <a:gd name="T3" fmla="*/ 0 h 1425"/>
                  <a:gd name="T4" fmla="*/ 0 w 971"/>
                  <a:gd name="T5" fmla="*/ 0 h 1425"/>
                  <a:gd name="T6" fmla="*/ 0 w 971"/>
                  <a:gd name="T7" fmla="*/ 0 h 1425"/>
                  <a:gd name="T8" fmla="*/ 0 w 971"/>
                  <a:gd name="T9" fmla="*/ 0 h 1425"/>
                  <a:gd name="T10" fmla="*/ 0 w 971"/>
                  <a:gd name="T11" fmla="*/ 0 h 1425"/>
                  <a:gd name="T12" fmla="*/ 0 w 971"/>
                  <a:gd name="T13" fmla="*/ 0 h 1425"/>
                  <a:gd name="T14" fmla="*/ 0 w 971"/>
                  <a:gd name="T15" fmla="*/ 0 h 1425"/>
                  <a:gd name="T16" fmla="*/ 0 w 971"/>
                  <a:gd name="T17" fmla="*/ 0 h 1425"/>
                  <a:gd name="T18" fmla="*/ 0 w 971"/>
                  <a:gd name="T19" fmla="*/ 0 h 1425"/>
                  <a:gd name="T20" fmla="*/ 0 w 971"/>
                  <a:gd name="T21" fmla="*/ 0 h 1425"/>
                  <a:gd name="T22" fmla="*/ 0 w 971"/>
                  <a:gd name="T23" fmla="*/ 0 h 1425"/>
                  <a:gd name="T24" fmla="*/ 0 w 971"/>
                  <a:gd name="T25" fmla="*/ 0 h 1425"/>
                  <a:gd name="T26" fmla="*/ 0 w 971"/>
                  <a:gd name="T27" fmla="*/ 0 h 1425"/>
                  <a:gd name="T28" fmla="*/ 0 w 971"/>
                  <a:gd name="T29" fmla="*/ 0 h 1425"/>
                  <a:gd name="T30" fmla="*/ 0 w 971"/>
                  <a:gd name="T31" fmla="*/ 0 h 1425"/>
                  <a:gd name="T32" fmla="*/ 0 w 971"/>
                  <a:gd name="T33" fmla="*/ 0 h 1425"/>
                  <a:gd name="T34" fmla="*/ 0 w 971"/>
                  <a:gd name="T35" fmla="*/ 0 h 1425"/>
                  <a:gd name="T36" fmla="*/ 0 w 971"/>
                  <a:gd name="T37" fmla="*/ 0 h 1425"/>
                  <a:gd name="T38" fmla="*/ 0 w 971"/>
                  <a:gd name="T39" fmla="*/ 0 h 1425"/>
                  <a:gd name="T40" fmla="*/ 0 w 971"/>
                  <a:gd name="T41" fmla="*/ 0 h 1425"/>
                  <a:gd name="T42" fmla="*/ 0 w 971"/>
                  <a:gd name="T43" fmla="*/ 0 h 1425"/>
                  <a:gd name="T44" fmla="*/ 0 w 971"/>
                  <a:gd name="T45" fmla="*/ 0 h 142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71"/>
                  <a:gd name="T70" fmla="*/ 0 h 1425"/>
                  <a:gd name="T71" fmla="*/ 971 w 971"/>
                  <a:gd name="T72" fmla="*/ 1425 h 142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71" h="1425">
                    <a:moveTo>
                      <a:pt x="452" y="0"/>
                    </a:moveTo>
                    <a:lnTo>
                      <a:pt x="434" y="101"/>
                    </a:lnTo>
                    <a:lnTo>
                      <a:pt x="369" y="251"/>
                    </a:lnTo>
                    <a:lnTo>
                      <a:pt x="303" y="346"/>
                    </a:lnTo>
                    <a:lnTo>
                      <a:pt x="226" y="412"/>
                    </a:lnTo>
                    <a:lnTo>
                      <a:pt x="0" y="1161"/>
                    </a:lnTo>
                    <a:lnTo>
                      <a:pt x="206" y="1302"/>
                    </a:lnTo>
                    <a:lnTo>
                      <a:pt x="206" y="1376"/>
                    </a:lnTo>
                    <a:lnTo>
                      <a:pt x="292" y="1425"/>
                    </a:lnTo>
                    <a:lnTo>
                      <a:pt x="483" y="1418"/>
                    </a:lnTo>
                    <a:lnTo>
                      <a:pt x="604" y="1425"/>
                    </a:lnTo>
                    <a:lnTo>
                      <a:pt x="791" y="1313"/>
                    </a:lnTo>
                    <a:lnTo>
                      <a:pt x="934" y="1170"/>
                    </a:lnTo>
                    <a:lnTo>
                      <a:pt x="971" y="1095"/>
                    </a:lnTo>
                    <a:lnTo>
                      <a:pt x="813" y="919"/>
                    </a:lnTo>
                    <a:lnTo>
                      <a:pt x="727" y="657"/>
                    </a:lnTo>
                    <a:lnTo>
                      <a:pt x="709" y="479"/>
                    </a:lnTo>
                    <a:lnTo>
                      <a:pt x="662" y="346"/>
                    </a:lnTo>
                    <a:lnTo>
                      <a:pt x="568" y="235"/>
                    </a:lnTo>
                    <a:lnTo>
                      <a:pt x="595" y="150"/>
                    </a:lnTo>
                    <a:lnTo>
                      <a:pt x="604" y="73"/>
                    </a:lnTo>
                    <a:lnTo>
                      <a:pt x="584" y="41"/>
                    </a:lnTo>
                    <a:lnTo>
                      <a:pt x="452"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5" name="Freeform 194">
                <a:extLst>
                  <a:ext uri="{FF2B5EF4-FFF2-40B4-BE49-F238E27FC236}">
                    <a16:creationId xmlns:a16="http://schemas.microsoft.com/office/drawing/2014/main" id="{D2CCA7B5-8DAB-BCD4-5180-8704738FFA42}"/>
                  </a:ext>
                </a:extLst>
              </p:cNvPr>
              <p:cNvSpPr>
                <a:spLocks/>
              </p:cNvSpPr>
              <p:nvPr/>
            </p:nvSpPr>
            <p:spPr bwMode="auto">
              <a:xfrm>
                <a:off x="2900" y="792"/>
                <a:ext cx="177" cy="247"/>
              </a:xfrm>
              <a:custGeom>
                <a:avLst/>
                <a:gdLst>
                  <a:gd name="T0" fmla="*/ 0 w 1419"/>
                  <a:gd name="T1" fmla="*/ 0 h 1976"/>
                  <a:gd name="T2" fmla="*/ 0 w 1419"/>
                  <a:gd name="T3" fmla="*/ 0 h 1976"/>
                  <a:gd name="T4" fmla="*/ 0 w 1419"/>
                  <a:gd name="T5" fmla="*/ 0 h 1976"/>
                  <a:gd name="T6" fmla="*/ 0 w 1419"/>
                  <a:gd name="T7" fmla="*/ 0 h 1976"/>
                  <a:gd name="T8" fmla="*/ 0 w 1419"/>
                  <a:gd name="T9" fmla="*/ 0 h 1976"/>
                  <a:gd name="T10" fmla="*/ 0 w 1419"/>
                  <a:gd name="T11" fmla="*/ 0 h 1976"/>
                  <a:gd name="T12" fmla="*/ 0 w 1419"/>
                  <a:gd name="T13" fmla="*/ 0 h 1976"/>
                  <a:gd name="T14" fmla="*/ 0 w 1419"/>
                  <a:gd name="T15" fmla="*/ 0 h 1976"/>
                  <a:gd name="T16" fmla="*/ 0 w 1419"/>
                  <a:gd name="T17" fmla="*/ 0 h 1976"/>
                  <a:gd name="T18" fmla="*/ 0 w 1419"/>
                  <a:gd name="T19" fmla="*/ 0 h 1976"/>
                  <a:gd name="T20" fmla="*/ 0 w 1419"/>
                  <a:gd name="T21" fmla="*/ 0 h 1976"/>
                  <a:gd name="T22" fmla="*/ 0 w 1419"/>
                  <a:gd name="T23" fmla="*/ 0 h 1976"/>
                  <a:gd name="T24" fmla="*/ 0 w 1419"/>
                  <a:gd name="T25" fmla="*/ 0 h 1976"/>
                  <a:gd name="T26" fmla="*/ 0 w 1419"/>
                  <a:gd name="T27" fmla="*/ 0 h 1976"/>
                  <a:gd name="T28" fmla="*/ 0 w 1419"/>
                  <a:gd name="T29" fmla="*/ 0 h 1976"/>
                  <a:gd name="T30" fmla="*/ 0 w 1419"/>
                  <a:gd name="T31" fmla="*/ 0 h 1976"/>
                  <a:gd name="T32" fmla="*/ 0 w 1419"/>
                  <a:gd name="T33" fmla="*/ 0 h 1976"/>
                  <a:gd name="T34" fmla="*/ 0 w 1419"/>
                  <a:gd name="T35" fmla="*/ 0 h 1976"/>
                  <a:gd name="T36" fmla="*/ 0 w 1419"/>
                  <a:gd name="T37" fmla="*/ 0 h 1976"/>
                  <a:gd name="T38" fmla="*/ 0 w 1419"/>
                  <a:gd name="T39" fmla="*/ 0 h 1976"/>
                  <a:gd name="T40" fmla="*/ 0 w 1419"/>
                  <a:gd name="T41" fmla="*/ 0 h 1976"/>
                  <a:gd name="T42" fmla="*/ 0 w 1419"/>
                  <a:gd name="T43" fmla="*/ 0 h 1976"/>
                  <a:gd name="T44" fmla="*/ 0 w 1419"/>
                  <a:gd name="T45" fmla="*/ 0 h 1976"/>
                  <a:gd name="T46" fmla="*/ 0 w 1419"/>
                  <a:gd name="T47" fmla="*/ 0 h 1976"/>
                  <a:gd name="T48" fmla="*/ 0 w 1419"/>
                  <a:gd name="T49" fmla="*/ 0 h 197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19"/>
                  <a:gd name="T76" fmla="*/ 0 h 1976"/>
                  <a:gd name="T77" fmla="*/ 1419 w 1419"/>
                  <a:gd name="T78" fmla="*/ 1976 h 197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19" h="1976">
                    <a:moveTo>
                      <a:pt x="1197" y="0"/>
                    </a:moveTo>
                    <a:lnTo>
                      <a:pt x="1278" y="159"/>
                    </a:lnTo>
                    <a:lnTo>
                      <a:pt x="1352" y="355"/>
                    </a:lnTo>
                    <a:lnTo>
                      <a:pt x="1361" y="493"/>
                    </a:lnTo>
                    <a:lnTo>
                      <a:pt x="1400" y="581"/>
                    </a:lnTo>
                    <a:lnTo>
                      <a:pt x="1419" y="662"/>
                    </a:lnTo>
                    <a:lnTo>
                      <a:pt x="1413" y="749"/>
                    </a:lnTo>
                    <a:lnTo>
                      <a:pt x="1389" y="919"/>
                    </a:lnTo>
                    <a:lnTo>
                      <a:pt x="1375" y="1102"/>
                    </a:lnTo>
                    <a:lnTo>
                      <a:pt x="1361" y="1297"/>
                    </a:lnTo>
                    <a:lnTo>
                      <a:pt x="1340" y="1392"/>
                    </a:lnTo>
                    <a:lnTo>
                      <a:pt x="1308" y="1457"/>
                    </a:lnTo>
                    <a:lnTo>
                      <a:pt x="1227" y="1510"/>
                    </a:lnTo>
                    <a:lnTo>
                      <a:pt x="1094" y="1538"/>
                    </a:lnTo>
                    <a:lnTo>
                      <a:pt x="978" y="1517"/>
                    </a:lnTo>
                    <a:lnTo>
                      <a:pt x="921" y="1530"/>
                    </a:lnTo>
                    <a:lnTo>
                      <a:pt x="844" y="1679"/>
                    </a:lnTo>
                    <a:lnTo>
                      <a:pt x="802" y="1831"/>
                    </a:lnTo>
                    <a:lnTo>
                      <a:pt x="766" y="1976"/>
                    </a:lnTo>
                    <a:lnTo>
                      <a:pt x="391" y="1734"/>
                    </a:lnTo>
                    <a:lnTo>
                      <a:pt x="199" y="1620"/>
                    </a:lnTo>
                    <a:lnTo>
                      <a:pt x="0" y="972"/>
                    </a:lnTo>
                    <a:lnTo>
                      <a:pt x="84" y="558"/>
                    </a:lnTo>
                    <a:lnTo>
                      <a:pt x="890" y="27"/>
                    </a:lnTo>
                    <a:lnTo>
                      <a:pt x="1197" y="0"/>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6" name="Freeform 195">
                <a:extLst>
                  <a:ext uri="{FF2B5EF4-FFF2-40B4-BE49-F238E27FC236}">
                    <a16:creationId xmlns:a16="http://schemas.microsoft.com/office/drawing/2014/main" id="{FAC0B6C5-7A7B-BA1C-122C-0F6879561860}"/>
                  </a:ext>
                </a:extLst>
              </p:cNvPr>
              <p:cNvSpPr>
                <a:spLocks/>
              </p:cNvSpPr>
              <p:nvPr/>
            </p:nvSpPr>
            <p:spPr bwMode="auto">
              <a:xfrm>
                <a:off x="2924" y="925"/>
                <a:ext cx="24" cy="23"/>
              </a:xfrm>
              <a:custGeom>
                <a:avLst/>
                <a:gdLst>
                  <a:gd name="T0" fmla="*/ 0 w 189"/>
                  <a:gd name="T1" fmla="*/ 0 h 186"/>
                  <a:gd name="T2" fmla="*/ 0 w 189"/>
                  <a:gd name="T3" fmla="*/ 0 h 186"/>
                  <a:gd name="T4" fmla="*/ 0 w 189"/>
                  <a:gd name="T5" fmla="*/ 0 h 186"/>
                  <a:gd name="T6" fmla="*/ 0 w 189"/>
                  <a:gd name="T7" fmla="*/ 0 h 186"/>
                  <a:gd name="T8" fmla="*/ 0 w 189"/>
                  <a:gd name="T9" fmla="*/ 0 h 186"/>
                  <a:gd name="T10" fmla="*/ 0 w 189"/>
                  <a:gd name="T11" fmla="*/ 0 h 186"/>
                  <a:gd name="T12" fmla="*/ 0 w 189"/>
                  <a:gd name="T13" fmla="*/ 0 h 186"/>
                  <a:gd name="T14" fmla="*/ 0 w 189"/>
                  <a:gd name="T15" fmla="*/ 0 h 186"/>
                  <a:gd name="T16" fmla="*/ 0 w 189"/>
                  <a:gd name="T17" fmla="*/ 0 h 186"/>
                  <a:gd name="T18" fmla="*/ 0 w 189"/>
                  <a:gd name="T19" fmla="*/ 0 h 186"/>
                  <a:gd name="T20" fmla="*/ 0 w 189"/>
                  <a:gd name="T21" fmla="*/ 0 h 1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9"/>
                  <a:gd name="T34" fmla="*/ 0 h 186"/>
                  <a:gd name="T35" fmla="*/ 189 w 189"/>
                  <a:gd name="T36" fmla="*/ 186 h 1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9" h="186">
                    <a:moveTo>
                      <a:pt x="30" y="27"/>
                    </a:moveTo>
                    <a:lnTo>
                      <a:pt x="76" y="0"/>
                    </a:lnTo>
                    <a:lnTo>
                      <a:pt x="131" y="7"/>
                    </a:lnTo>
                    <a:lnTo>
                      <a:pt x="184" y="57"/>
                    </a:lnTo>
                    <a:lnTo>
                      <a:pt x="189" y="121"/>
                    </a:lnTo>
                    <a:lnTo>
                      <a:pt x="164" y="163"/>
                    </a:lnTo>
                    <a:lnTo>
                      <a:pt x="111" y="186"/>
                    </a:lnTo>
                    <a:lnTo>
                      <a:pt x="43" y="181"/>
                    </a:lnTo>
                    <a:lnTo>
                      <a:pt x="0" y="159"/>
                    </a:lnTo>
                    <a:lnTo>
                      <a:pt x="0" y="71"/>
                    </a:lnTo>
                    <a:lnTo>
                      <a:pt x="30" y="27"/>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7" name="Freeform 196">
                <a:extLst>
                  <a:ext uri="{FF2B5EF4-FFF2-40B4-BE49-F238E27FC236}">
                    <a16:creationId xmlns:a16="http://schemas.microsoft.com/office/drawing/2014/main" id="{5603FE29-2D8F-D7E1-2B45-E3DEA57D40BA}"/>
                  </a:ext>
                </a:extLst>
              </p:cNvPr>
              <p:cNvSpPr>
                <a:spLocks/>
              </p:cNvSpPr>
              <p:nvPr/>
            </p:nvSpPr>
            <p:spPr bwMode="auto">
              <a:xfrm>
                <a:off x="2880" y="750"/>
                <a:ext cx="134" cy="84"/>
              </a:xfrm>
              <a:custGeom>
                <a:avLst/>
                <a:gdLst>
                  <a:gd name="T0" fmla="*/ 0 w 1068"/>
                  <a:gd name="T1" fmla="*/ 0 h 668"/>
                  <a:gd name="T2" fmla="*/ 0 w 1068"/>
                  <a:gd name="T3" fmla="*/ 0 h 668"/>
                  <a:gd name="T4" fmla="*/ 0 w 1068"/>
                  <a:gd name="T5" fmla="*/ 0 h 668"/>
                  <a:gd name="T6" fmla="*/ 0 w 1068"/>
                  <a:gd name="T7" fmla="*/ 0 h 668"/>
                  <a:gd name="T8" fmla="*/ 0 w 1068"/>
                  <a:gd name="T9" fmla="*/ 0 h 668"/>
                  <a:gd name="T10" fmla="*/ 0 w 1068"/>
                  <a:gd name="T11" fmla="*/ 0 h 668"/>
                  <a:gd name="T12" fmla="*/ 0 w 1068"/>
                  <a:gd name="T13" fmla="*/ 0 h 668"/>
                  <a:gd name="T14" fmla="*/ 0 w 1068"/>
                  <a:gd name="T15" fmla="*/ 0 h 668"/>
                  <a:gd name="T16" fmla="*/ 0 60000 65536"/>
                  <a:gd name="T17" fmla="*/ 0 60000 65536"/>
                  <a:gd name="T18" fmla="*/ 0 60000 65536"/>
                  <a:gd name="T19" fmla="*/ 0 60000 65536"/>
                  <a:gd name="T20" fmla="*/ 0 60000 65536"/>
                  <a:gd name="T21" fmla="*/ 0 60000 65536"/>
                  <a:gd name="T22" fmla="*/ 0 60000 65536"/>
                  <a:gd name="T23" fmla="*/ 0 60000 65536"/>
                  <a:gd name="T24" fmla="*/ 0 w 1068"/>
                  <a:gd name="T25" fmla="*/ 0 h 668"/>
                  <a:gd name="T26" fmla="*/ 1068 w 1068"/>
                  <a:gd name="T27" fmla="*/ 668 h 66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68" h="668">
                    <a:moveTo>
                      <a:pt x="1068" y="294"/>
                    </a:moveTo>
                    <a:lnTo>
                      <a:pt x="745" y="668"/>
                    </a:lnTo>
                    <a:lnTo>
                      <a:pt x="0" y="622"/>
                    </a:lnTo>
                    <a:lnTo>
                      <a:pt x="16" y="334"/>
                    </a:lnTo>
                    <a:lnTo>
                      <a:pt x="94" y="160"/>
                    </a:lnTo>
                    <a:lnTo>
                      <a:pt x="209" y="59"/>
                    </a:lnTo>
                    <a:lnTo>
                      <a:pt x="396" y="0"/>
                    </a:lnTo>
                    <a:lnTo>
                      <a:pt x="1068" y="294"/>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8" name="Freeform 197">
                <a:extLst>
                  <a:ext uri="{FF2B5EF4-FFF2-40B4-BE49-F238E27FC236}">
                    <a16:creationId xmlns:a16="http://schemas.microsoft.com/office/drawing/2014/main" id="{40618B96-33ED-1768-1782-B66BD9FA84E5}"/>
                  </a:ext>
                </a:extLst>
              </p:cNvPr>
              <p:cNvSpPr>
                <a:spLocks/>
              </p:cNvSpPr>
              <p:nvPr/>
            </p:nvSpPr>
            <p:spPr bwMode="auto">
              <a:xfrm>
                <a:off x="3102" y="532"/>
                <a:ext cx="145" cy="307"/>
              </a:xfrm>
              <a:custGeom>
                <a:avLst/>
                <a:gdLst>
                  <a:gd name="T0" fmla="*/ 0 w 1155"/>
                  <a:gd name="T1" fmla="*/ 0 h 2453"/>
                  <a:gd name="T2" fmla="*/ 0 w 1155"/>
                  <a:gd name="T3" fmla="*/ 0 h 2453"/>
                  <a:gd name="T4" fmla="*/ 0 w 1155"/>
                  <a:gd name="T5" fmla="*/ 0 h 2453"/>
                  <a:gd name="T6" fmla="*/ 0 w 1155"/>
                  <a:gd name="T7" fmla="*/ 0 h 2453"/>
                  <a:gd name="T8" fmla="*/ 0 w 1155"/>
                  <a:gd name="T9" fmla="*/ 0 h 2453"/>
                  <a:gd name="T10" fmla="*/ 0 w 1155"/>
                  <a:gd name="T11" fmla="*/ 0 h 2453"/>
                  <a:gd name="T12" fmla="*/ 0 w 1155"/>
                  <a:gd name="T13" fmla="*/ 0 h 2453"/>
                  <a:gd name="T14" fmla="*/ 0 w 1155"/>
                  <a:gd name="T15" fmla="*/ 0 h 2453"/>
                  <a:gd name="T16" fmla="*/ 0 w 1155"/>
                  <a:gd name="T17" fmla="*/ 0 h 2453"/>
                  <a:gd name="T18" fmla="*/ 0 w 1155"/>
                  <a:gd name="T19" fmla="*/ 0 h 2453"/>
                  <a:gd name="T20" fmla="*/ 0 w 1155"/>
                  <a:gd name="T21" fmla="*/ 0 h 2453"/>
                  <a:gd name="T22" fmla="*/ 0 w 1155"/>
                  <a:gd name="T23" fmla="*/ 0 h 2453"/>
                  <a:gd name="T24" fmla="*/ 0 w 1155"/>
                  <a:gd name="T25" fmla="*/ 0 h 2453"/>
                  <a:gd name="T26" fmla="*/ 0 w 1155"/>
                  <a:gd name="T27" fmla="*/ 0 h 2453"/>
                  <a:gd name="T28" fmla="*/ 0 w 1155"/>
                  <a:gd name="T29" fmla="*/ 0 h 2453"/>
                  <a:gd name="T30" fmla="*/ 0 w 1155"/>
                  <a:gd name="T31" fmla="*/ 0 h 2453"/>
                  <a:gd name="T32" fmla="*/ 0 w 1155"/>
                  <a:gd name="T33" fmla="*/ 0 h 2453"/>
                  <a:gd name="T34" fmla="*/ 0 w 1155"/>
                  <a:gd name="T35" fmla="*/ 0 h 2453"/>
                  <a:gd name="T36" fmla="*/ 0 w 1155"/>
                  <a:gd name="T37" fmla="*/ 0 h 2453"/>
                  <a:gd name="T38" fmla="*/ 0 w 1155"/>
                  <a:gd name="T39" fmla="*/ 0 h 2453"/>
                  <a:gd name="T40" fmla="*/ 0 w 1155"/>
                  <a:gd name="T41" fmla="*/ 0 h 2453"/>
                  <a:gd name="T42" fmla="*/ 0 w 1155"/>
                  <a:gd name="T43" fmla="*/ 0 h 2453"/>
                  <a:gd name="T44" fmla="*/ 0 w 1155"/>
                  <a:gd name="T45" fmla="*/ 0 h 245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55"/>
                  <a:gd name="T70" fmla="*/ 0 h 2453"/>
                  <a:gd name="T71" fmla="*/ 1155 w 1155"/>
                  <a:gd name="T72" fmla="*/ 2453 h 245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55" h="2453">
                    <a:moveTo>
                      <a:pt x="387" y="0"/>
                    </a:moveTo>
                    <a:lnTo>
                      <a:pt x="313" y="49"/>
                    </a:lnTo>
                    <a:lnTo>
                      <a:pt x="242" y="187"/>
                    </a:lnTo>
                    <a:lnTo>
                      <a:pt x="194" y="357"/>
                    </a:lnTo>
                    <a:lnTo>
                      <a:pt x="170" y="541"/>
                    </a:lnTo>
                    <a:lnTo>
                      <a:pt x="163" y="855"/>
                    </a:lnTo>
                    <a:lnTo>
                      <a:pt x="126" y="1268"/>
                    </a:lnTo>
                    <a:lnTo>
                      <a:pt x="99" y="1583"/>
                    </a:lnTo>
                    <a:lnTo>
                      <a:pt x="73" y="1899"/>
                    </a:lnTo>
                    <a:lnTo>
                      <a:pt x="44" y="2137"/>
                    </a:lnTo>
                    <a:lnTo>
                      <a:pt x="0" y="2453"/>
                    </a:lnTo>
                    <a:lnTo>
                      <a:pt x="152" y="2356"/>
                    </a:lnTo>
                    <a:lnTo>
                      <a:pt x="297" y="2238"/>
                    </a:lnTo>
                    <a:lnTo>
                      <a:pt x="401" y="2130"/>
                    </a:lnTo>
                    <a:lnTo>
                      <a:pt x="539" y="1939"/>
                    </a:lnTo>
                    <a:lnTo>
                      <a:pt x="699" y="1687"/>
                    </a:lnTo>
                    <a:lnTo>
                      <a:pt x="823" y="1473"/>
                    </a:lnTo>
                    <a:lnTo>
                      <a:pt x="936" y="1192"/>
                    </a:lnTo>
                    <a:lnTo>
                      <a:pt x="1044" y="911"/>
                    </a:lnTo>
                    <a:lnTo>
                      <a:pt x="1104" y="638"/>
                    </a:lnTo>
                    <a:lnTo>
                      <a:pt x="1128" y="419"/>
                    </a:lnTo>
                    <a:lnTo>
                      <a:pt x="1155" y="111"/>
                    </a:lnTo>
                    <a:lnTo>
                      <a:pt x="38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9" name="Freeform 198">
                <a:extLst>
                  <a:ext uri="{FF2B5EF4-FFF2-40B4-BE49-F238E27FC236}">
                    <a16:creationId xmlns:a16="http://schemas.microsoft.com/office/drawing/2014/main" id="{2D2DC789-A95C-1780-104C-3CEE1BAF57EF}"/>
                  </a:ext>
                </a:extLst>
              </p:cNvPr>
              <p:cNvSpPr>
                <a:spLocks/>
              </p:cNvSpPr>
              <p:nvPr/>
            </p:nvSpPr>
            <p:spPr bwMode="auto">
              <a:xfrm>
                <a:off x="3102" y="643"/>
                <a:ext cx="81" cy="197"/>
              </a:xfrm>
              <a:custGeom>
                <a:avLst/>
                <a:gdLst>
                  <a:gd name="T0" fmla="*/ 0 w 649"/>
                  <a:gd name="T1" fmla="*/ 0 h 1577"/>
                  <a:gd name="T2" fmla="*/ 0 w 649"/>
                  <a:gd name="T3" fmla="*/ 0 h 1577"/>
                  <a:gd name="T4" fmla="*/ 0 w 649"/>
                  <a:gd name="T5" fmla="*/ 0 h 1577"/>
                  <a:gd name="T6" fmla="*/ 0 w 649"/>
                  <a:gd name="T7" fmla="*/ 0 h 1577"/>
                  <a:gd name="T8" fmla="*/ 0 w 649"/>
                  <a:gd name="T9" fmla="*/ 0 h 1577"/>
                  <a:gd name="T10" fmla="*/ 0 w 649"/>
                  <a:gd name="T11" fmla="*/ 0 h 1577"/>
                  <a:gd name="T12" fmla="*/ 0 w 649"/>
                  <a:gd name="T13" fmla="*/ 0 h 1577"/>
                  <a:gd name="T14" fmla="*/ 0 w 649"/>
                  <a:gd name="T15" fmla="*/ 0 h 1577"/>
                  <a:gd name="T16" fmla="*/ 0 w 649"/>
                  <a:gd name="T17" fmla="*/ 0 h 1577"/>
                  <a:gd name="T18" fmla="*/ 0 w 649"/>
                  <a:gd name="T19" fmla="*/ 0 h 1577"/>
                  <a:gd name="T20" fmla="*/ 0 w 649"/>
                  <a:gd name="T21" fmla="*/ 0 h 1577"/>
                  <a:gd name="T22" fmla="*/ 0 w 649"/>
                  <a:gd name="T23" fmla="*/ 0 h 1577"/>
                  <a:gd name="T24" fmla="*/ 0 w 649"/>
                  <a:gd name="T25" fmla="*/ 0 h 1577"/>
                  <a:gd name="T26" fmla="*/ 0 w 649"/>
                  <a:gd name="T27" fmla="*/ 0 h 1577"/>
                  <a:gd name="T28" fmla="*/ 0 w 649"/>
                  <a:gd name="T29" fmla="*/ 0 h 1577"/>
                  <a:gd name="T30" fmla="*/ 0 w 649"/>
                  <a:gd name="T31" fmla="*/ 0 h 1577"/>
                  <a:gd name="T32" fmla="*/ 0 w 649"/>
                  <a:gd name="T33" fmla="*/ 0 h 157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49"/>
                  <a:gd name="T52" fmla="*/ 0 h 1577"/>
                  <a:gd name="T53" fmla="*/ 649 w 649"/>
                  <a:gd name="T54" fmla="*/ 1577 h 157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49" h="1577">
                    <a:moveTo>
                      <a:pt x="649" y="0"/>
                    </a:moveTo>
                    <a:lnTo>
                      <a:pt x="511" y="112"/>
                    </a:lnTo>
                    <a:lnTo>
                      <a:pt x="511" y="193"/>
                    </a:lnTo>
                    <a:lnTo>
                      <a:pt x="361" y="501"/>
                    </a:lnTo>
                    <a:lnTo>
                      <a:pt x="200" y="808"/>
                    </a:lnTo>
                    <a:lnTo>
                      <a:pt x="79" y="976"/>
                    </a:lnTo>
                    <a:lnTo>
                      <a:pt x="55" y="1280"/>
                    </a:lnTo>
                    <a:lnTo>
                      <a:pt x="0" y="1577"/>
                    </a:lnTo>
                    <a:lnTo>
                      <a:pt x="90" y="1520"/>
                    </a:lnTo>
                    <a:lnTo>
                      <a:pt x="228" y="1315"/>
                    </a:lnTo>
                    <a:lnTo>
                      <a:pt x="345" y="1089"/>
                    </a:lnTo>
                    <a:lnTo>
                      <a:pt x="421" y="865"/>
                    </a:lnTo>
                    <a:lnTo>
                      <a:pt x="495" y="617"/>
                    </a:lnTo>
                    <a:lnTo>
                      <a:pt x="560" y="358"/>
                    </a:lnTo>
                    <a:lnTo>
                      <a:pt x="591" y="204"/>
                    </a:lnTo>
                    <a:lnTo>
                      <a:pt x="608" y="107"/>
                    </a:lnTo>
                    <a:lnTo>
                      <a:pt x="649"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80" name="Freeform 199">
                <a:extLst>
                  <a:ext uri="{FF2B5EF4-FFF2-40B4-BE49-F238E27FC236}">
                    <a16:creationId xmlns:a16="http://schemas.microsoft.com/office/drawing/2014/main" id="{AFB36A7D-3AB8-3C95-6465-35E4702DEAF0}"/>
                  </a:ext>
                </a:extLst>
              </p:cNvPr>
              <p:cNvSpPr>
                <a:spLocks/>
              </p:cNvSpPr>
              <p:nvPr/>
            </p:nvSpPr>
            <p:spPr bwMode="auto">
              <a:xfrm>
                <a:off x="2684" y="909"/>
                <a:ext cx="53" cy="41"/>
              </a:xfrm>
              <a:custGeom>
                <a:avLst/>
                <a:gdLst>
                  <a:gd name="T0" fmla="*/ 0 w 425"/>
                  <a:gd name="T1" fmla="*/ 0 h 334"/>
                  <a:gd name="T2" fmla="*/ 0 w 425"/>
                  <a:gd name="T3" fmla="*/ 0 h 334"/>
                  <a:gd name="T4" fmla="*/ 0 w 425"/>
                  <a:gd name="T5" fmla="*/ 0 h 334"/>
                  <a:gd name="T6" fmla="*/ 0 w 425"/>
                  <a:gd name="T7" fmla="*/ 0 h 334"/>
                  <a:gd name="T8" fmla="*/ 0 w 425"/>
                  <a:gd name="T9" fmla="*/ 0 h 334"/>
                  <a:gd name="T10" fmla="*/ 0 w 425"/>
                  <a:gd name="T11" fmla="*/ 0 h 334"/>
                  <a:gd name="T12" fmla="*/ 0 w 425"/>
                  <a:gd name="T13" fmla="*/ 0 h 334"/>
                  <a:gd name="T14" fmla="*/ 0 60000 65536"/>
                  <a:gd name="T15" fmla="*/ 0 60000 65536"/>
                  <a:gd name="T16" fmla="*/ 0 60000 65536"/>
                  <a:gd name="T17" fmla="*/ 0 60000 65536"/>
                  <a:gd name="T18" fmla="*/ 0 60000 65536"/>
                  <a:gd name="T19" fmla="*/ 0 60000 65536"/>
                  <a:gd name="T20" fmla="*/ 0 60000 65536"/>
                  <a:gd name="T21" fmla="*/ 0 w 425"/>
                  <a:gd name="T22" fmla="*/ 0 h 334"/>
                  <a:gd name="T23" fmla="*/ 425 w 425"/>
                  <a:gd name="T24" fmla="*/ 334 h 3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5" h="334">
                    <a:moveTo>
                      <a:pt x="46" y="0"/>
                    </a:moveTo>
                    <a:lnTo>
                      <a:pt x="0" y="145"/>
                    </a:lnTo>
                    <a:lnTo>
                      <a:pt x="353" y="334"/>
                    </a:lnTo>
                    <a:lnTo>
                      <a:pt x="425" y="238"/>
                    </a:lnTo>
                    <a:lnTo>
                      <a:pt x="390" y="157"/>
                    </a:lnTo>
                    <a:lnTo>
                      <a:pt x="228" y="46"/>
                    </a:lnTo>
                    <a:lnTo>
                      <a:pt x="4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81" name="Freeform 200">
                <a:extLst>
                  <a:ext uri="{FF2B5EF4-FFF2-40B4-BE49-F238E27FC236}">
                    <a16:creationId xmlns:a16="http://schemas.microsoft.com/office/drawing/2014/main" id="{2A49778E-F670-80B8-9043-35935D12706F}"/>
                  </a:ext>
                </a:extLst>
              </p:cNvPr>
              <p:cNvSpPr>
                <a:spLocks/>
              </p:cNvSpPr>
              <p:nvPr/>
            </p:nvSpPr>
            <p:spPr bwMode="auto">
              <a:xfrm>
                <a:off x="2607" y="927"/>
                <a:ext cx="104" cy="67"/>
              </a:xfrm>
              <a:custGeom>
                <a:avLst/>
                <a:gdLst>
                  <a:gd name="T0" fmla="*/ 0 w 834"/>
                  <a:gd name="T1" fmla="*/ 0 h 530"/>
                  <a:gd name="T2" fmla="*/ 0 w 834"/>
                  <a:gd name="T3" fmla="*/ 0 h 530"/>
                  <a:gd name="T4" fmla="*/ 0 w 834"/>
                  <a:gd name="T5" fmla="*/ 0 h 530"/>
                  <a:gd name="T6" fmla="*/ 0 w 834"/>
                  <a:gd name="T7" fmla="*/ 0 h 530"/>
                  <a:gd name="T8" fmla="*/ 0 w 834"/>
                  <a:gd name="T9" fmla="*/ 0 h 530"/>
                  <a:gd name="T10" fmla="*/ 0 w 834"/>
                  <a:gd name="T11" fmla="*/ 0 h 530"/>
                  <a:gd name="T12" fmla="*/ 0 w 834"/>
                  <a:gd name="T13" fmla="*/ 0 h 530"/>
                  <a:gd name="T14" fmla="*/ 0 w 834"/>
                  <a:gd name="T15" fmla="*/ 0 h 530"/>
                  <a:gd name="T16" fmla="*/ 0 w 834"/>
                  <a:gd name="T17" fmla="*/ 0 h 530"/>
                  <a:gd name="T18" fmla="*/ 0 w 834"/>
                  <a:gd name="T19" fmla="*/ 0 h 530"/>
                  <a:gd name="T20" fmla="*/ 0 w 834"/>
                  <a:gd name="T21" fmla="*/ 0 h 530"/>
                  <a:gd name="T22" fmla="*/ 0 w 834"/>
                  <a:gd name="T23" fmla="*/ 0 h 530"/>
                  <a:gd name="T24" fmla="*/ 0 w 834"/>
                  <a:gd name="T25" fmla="*/ 0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34"/>
                  <a:gd name="T40" fmla="*/ 0 h 530"/>
                  <a:gd name="T41" fmla="*/ 834 w 834"/>
                  <a:gd name="T42" fmla="*/ 530 h 5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34" h="530">
                    <a:moveTo>
                      <a:pt x="613" y="0"/>
                    </a:moveTo>
                    <a:lnTo>
                      <a:pt x="173" y="46"/>
                    </a:lnTo>
                    <a:lnTo>
                      <a:pt x="0" y="358"/>
                    </a:lnTo>
                    <a:lnTo>
                      <a:pt x="51" y="525"/>
                    </a:lnTo>
                    <a:lnTo>
                      <a:pt x="69" y="530"/>
                    </a:lnTo>
                    <a:lnTo>
                      <a:pt x="100" y="358"/>
                    </a:lnTo>
                    <a:lnTo>
                      <a:pt x="332" y="228"/>
                    </a:lnTo>
                    <a:lnTo>
                      <a:pt x="424" y="286"/>
                    </a:lnTo>
                    <a:lnTo>
                      <a:pt x="417" y="382"/>
                    </a:lnTo>
                    <a:lnTo>
                      <a:pt x="468" y="420"/>
                    </a:lnTo>
                    <a:lnTo>
                      <a:pt x="584" y="367"/>
                    </a:lnTo>
                    <a:lnTo>
                      <a:pt x="834" y="103"/>
                    </a:lnTo>
                    <a:lnTo>
                      <a:pt x="613" y="0"/>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82" name="Freeform 201">
                <a:extLst>
                  <a:ext uri="{FF2B5EF4-FFF2-40B4-BE49-F238E27FC236}">
                    <a16:creationId xmlns:a16="http://schemas.microsoft.com/office/drawing/2014/main" id="{C5F1AD31-07B2-63FA-1837-8D53E87817DA}"/>
                  </a:ext>
                </a:extLst>
              </p:cNvPr>
              <p:cNvSpPr>
                <a:spLocks/>
              </p:cNvSpPr>
              <p:nvPr/>
            </p:nvSpPr>
            <p:spPr bwMode="auto">
              <a:xfrm>
                <a:off x="3135" y="427"/>
                <a:ext cx="122" cy="196"/>
              </a:xfrm>
              <a:custGeom>
                <a:avLst/>
                <a:gdLst>
                  <a:gd name="T0" fmla="*/ 0 w 975"/>
                  <a:gd name="T1" fmla="*/ 0 h 1565"/>
                  <a:gd name="T2" fmla="*/ 0 w 975"/>
                  <a:gd name="T3" fmla="*/ 0 h 1565"/>
                  <a:gd name="T4" fmla="*/ 0 w 975"/>
                  <a:gd name="T5" fmla="*/ 0 h 1565"/>
                  <a:gd name="T6" fmla="*/ 0 w 975"/>
                  <a:gd name="T7" fmla="*/ 0 h 1565"/>
                  <a:gd name="T8" fmla="*/ 0 w 975"/>
                  <a:gd name="T9" fmla="*/ 0 h 1565"/>
                  <a:gd name="T10" fmla="*/ 0 w 975"/>
                  <a:gd name="T11" fmla="*/ 0 h 1565"/>
                  <a:gd name="T12" fmla="*/ 0 w 975"/>
                  <a:gd name="T13" fmla="*/ 0 h 1565"/>
                  <a:gd name="T14" fmla="*/ 0 w 975"/>
                  <a:gd name="T15" fmla="*/ 0 h 1565"/>
                  <a:gd name="T16" fmla="*/ 0 w 975"/>
                  <a:gd name="T17" fmla="*/ 0 h 1565"/>
                  <a:gd name="T18" fmla="*/ 0 w 975"/>
                  <a:gd name="T19" fmla="*/ 0 h 1565"/>
                  <a:gd name="T20" fmla="*/ 0 w 975"/>
                  <a:gd name="T21" fmla="*/ 0 h 1565"/>
                  <a:gd name="T22" fmla="*/ 0 w 975"/>
                  <a:gd name="T23" fmla="*/ 0 h 1565"/>
                  <a:gd name="T24" fmla="*/ 0 w 975"/>
                  <a:gd name="T25" fmla="*/ 0 h 156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75"/>
                  <a:gd name="T40" fmla="*/ 0 h 1565"/>
                  <a:gd name="T41" fmla="*/ 975 w 975"/>
                  <a:gd name="T42" fmla="*/ 1565 h 156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75" h="1565">
                    <a:moveTo>
                      <a:pt x="436" y="1565"/>
                    </a:moveTo>
                    <a:lnTo>
                      <a:pt x="533" y="1501"/>
                    </a:lnTo>
                    <a:lnTo>
                      <a:pt x="803" y="1350"/>
                    </a:lnTo>
                    <a:lnTo>
                      <a:pt x="975" y="779"/>
                    </a:lnTo>
                    <a:lnTo>
                      <a:pt x="766" y="0"/>
                    </a:lnTo>
                    <a:lnTo>
                      <a:pt x="221" y="3"/>
                    </a:lnTo>
                    <a:lnTo>
                      <a:pt x="100" y="456"/>
                    </a:lnTo>
                    <a:lnTo>
                      <a:pt x="21" y="489"/>
                    </a:lnTo>
                    <a:lnTo>
                      <a:pt x="0" y="532"/>
                    </a:lnTo>
                    <a:lnTo>
                      <a:pt x="0" y="600"/>
                    </a:lnTo>
                    <a:lnTo>
                      <a:pt x="194" y="849"/>
                    </a:lnTo>
                    <a:lnTo>
                      <a:pt x="422" y="1524"/>
                    </a:lnTo>
                    <a:lnTo>
                      <a:pt x="436" y="1565"/>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83" name="Freeform 202">
                <a:extLst>
                  <a:ext uri="{FF2B5EF4-FFF2-40B4-BE49-F238E27FC236}">
                    <a16:creationId xmlns:a16="http://schemas.microsoft.com/office/drawing/2014/main" id="{F01F236F-2EBC-3669-2381-E5FDB458F43D}"/>
                  </a:ext>
                </a:extLst>
              </p:cNvPr>
              <p:cNvSpPr>
                <a:spLocks/>
              </p:cNvSpPr>
              <p:nvPr/>
            </p:nvSpPr>
            <p:spPr bwMode="auto">
              <a:xfrm>
                <a:off x="4183" y="737"/>
                <a:ext cx="239" cy="215"/>
              </a:xfrm>
              <a:custGeom>
                <a:avLst/>
                <a:gdLst>
                  <a:gd name="T0" fmla="*/ 0 w 1909"/>
                  <a:gd name="T1" fmla="*/ 0 h 1725"/>
                  <a:gd name="T2" fmla="*/ 0 w 1909"/>
                  <a:gd name="T3" fmla="*/ 0 h 1725"/>
                  <a:gd name="T4" fmla="*/ 0 w 1909"/>
                  <a:gd name="T5" fmla="*/ 0 h 1725"/>
                  <a:gd name="T6" fmla="*/ 0 w 1909"/>
                  <a:gd name="T7" fmla="*/ 0 h 1725"/>
                  <a:gd name="T8" fmla="*/ 0 w 1909"/>
                  <a:gd name="T9" fmla="*/ 0 h 1725"/>
                  <a:gd name="T10" fmla="*/ 0 w 1909"/>
                  <a:gd name="T11" fmla="*/ 0 h 1725"/>
                  <a:gd name="T12" fmla="*/ 0 w 1909"/>
                  <a:gd name="T13" fmla="*/ 0 h 1725"/>
                  <a:gd name="T14" fmla="*/ 0 w 1909"/>
                  <a:gd name="T15" fmla="*/ 0 h 1725"/>
                  <a:gd name="T16" fmla="*/ 0 w 1909"/>
                  <a:gd name="T17" fmla="*/ 0 h 1725"/>
                  <a:gd name="T18" fmla="*/ 0 w 1909"/>
                  <a:gd name="T19" fmla="*/ 0 h 1725"/>
                  <a:gd name="T20" fmla="*/ 0 w 1909"/>
                  <a:gd name="T21" fmla="*/ 0 h 1725"/>
                  <a:gd name="T22" fmla="*/ 0 w 1909"/>
                  <a:gd name="T23" fmla="*/ 0 h 1725"/>
                  <a:gd name="T24" fmla="*/ 0 w 1909"/>
                  <a:gd name="T25" fmla="*/ 0 h 1725"/>
                  <a:gd name="T26" fmla="*/ 0 w 1909"/>
                  <a:gd name="T27" fmla="*/ 0 h 1725"/>
                  <a:gd name="T28" fmla="*/ 0 w 1909"/>
                  <a:gd name="T29" fmla="*/ 0 h 1725"/>
                  <a:gd name="T30" fmla="*/ 0 w 1909"/>
                  <a:gd name="T31" fmla="*/ 0 h 1725"/>
                  <a:gd name="T32" fmla="*/ 0 w 1909"/>
                  <a:gd name="T33" fmla="*/ 0 h 1725"/>
                  <a:gd name="T34" fmla="*/ 0 w 1909"/>
                  <a:gd name="T35" fmla="*/ 0 h 1725"/>
                  <a:gd name="T36" fmla="*/ 0 w 1909"/>
                  <a:gd name="T37" fmla="*/ 0 h 1725"/>
                  <a:gd name="T38" fmla="*/ 0 w 1909"/>
                  <a:gd name="T39" fmla="*/ 0 h 1725"/>
                  <a:gd name="T40" fmla="*/ 0 w 1909"/>
                  <a:gd name="T41" fmla="*/ 0 h 1725"/>
                  <a:gd name="T42" fmla="*/ 0 w 1909"/>
                  <a:gd name="T43" fmla="*/ 0 h 1725"/>
                  <a:gd name="T44" fmla="*/ 0 w 1909"/>
                  <a:gd name="T45" fmla="*/ 0 h 1725"/>
                  <a:gd name="T46" fmla="*/ 0 w 1909"/>
                  <a:gd name="T47" fmla="*/ 0 h 1725"/>
                  <a:gd name="T48" fmla="*/ 0 w 1909"/>
                  <a:gd name="T49" fmla="*/ 0 h 1725"/>
                  <a:gd name="T50" fmla="*/ 0 w 1909"/>
                  <a:gd name="T51" fmla="*/ 0 h 1725"/>
                  <a:gd name="T52" fmla="*/ 0 w 1909"/>
                  <a:gd name="T53" fmla="*/ 0 h 1725"/>
                  <a:gd name="T54" fmla="*/ 0 w 1909"/>
                  <a:gd name="T55" fmla="*/ 0 h 1725"/>
                  <a:gd name="T56" fmla="*/ 0 w 1909"/>
                  <a:gd name="T57" fmla="*/ 0 h 1725"/>
                  <a:gd name="T58" fmla="*/ 0 w 1909"/>
                  <a:gd name="T59" fmla="*/ 0 h 1725"/>
                  <a:gd name="T60" fmla="*/ 0 w 1909"/>
                  <a:gd name="T61" fmla="*/ 0 h 1725"/>
                  <a:gd name="T62" fmla="*/ 0 w 1909"/>
                  <a:gd name="T63" fmla="*/ 0 h 1725"/>
                  <a:gd name="T64" fmla="*/ 0 w 1909"/>
                  <a:gd name="T65" fmla="*/ 0 h 1725"/>
                  <a:gd name="T66" fmla="*/ 0 w 1909"/>
                  <a:gd name="T67" fmla="*/ 0 h 1725"/>
                  <a:gd name="T68" fmla="*/ 0 w 1909"/>
                  <a:gd name="T69" fmla="*/ 0 h 1725"/>
                  <a:gd name="T70" fmla="*/ 0 w 1909"/>
                  <a:gd name="T71" fmla="*/ 0 h 1725"/>
                  <a:gd name="T72" fmla="*/ 0 w 1909"/>
                  <a:gd name="T73" fmla="*/ 0 h 1725"/>
                  <a:gd name="T74" fmla="*/ 0 w 1909"/>
                  <a:gd name="T75" fmla="*/ 0 h 1725"/>
                  <a:gd name="T76" fmla="*/ 0 w 1909"/>
                  <a:gd name="T77" fmla="*/ 0 h 1725"/>
                  <a:gd name="T78" fmla="*/ 0 w 1909"/>
                  <a:gd name="T79" fmla="*/ 0 h 1725"/>
                  <a:gd name="T80" fmla="*/ 0 w 1909"/>
                  <a:gd name="T81" fmla="*/ 0 h 1725"/>
                  <a:gd name="T82" fmla="*/ 0 w 1909"/>
                  <a:gd name="T83" fmla="*/ 0 h 1725"/>
                  <a:gd name="T84" fmla="*/ 0 w 1909"/>
                  <a:gd name="T85" fmla="*/ 0 h 1725"/>
                  <a:gd name="T86" fmla="*/ 0 w 1909"/>
                  <a:gd name="T87" fmla="*/ 0 h 1725"/>
                  <a:gd name="T88" fmla="*/ 0 w 1909"/>
                  <a:gd name="T89" fmla="*/ 0 h 1725"/>
                  <a:gd name="T90" fmla="*/ 0 w 1909"/>
                  <a:gd name="T91" fmla="*/ 0 h 1725"/>
                  <a:gd name="T92" fmla="*/ 0 w 1909"/>
                  <a:gd name="T93" fmla="*/ 0 h 1725"/>
                  <a:gd name="T94" fmla="*/ 0 w 1909"/>
                  <a:gd name="T95" fmla="*/ 0 h 1725"/>
                  <a:gd name="T96" fmla="*/ 0 w 1909"/>
                  <a:gd name="T97" fmla="*/ 0 h 1725"/>
                  <a:gd name="T98" fmla="*/ 0 w 1909"/>
                  <a:gd name="T99" fmla="*/ 0 h 1725"/>
                  <a:gd name="T100" fmla="*/ 0 w 1909"/>
                  <a:gd name="T101" fmla="*/ 0 h 1725"/>
                  <a:gd name="T102" fmla="*/ 0 w 1909"/>
                  <a:gd name="T103" fmla="*/ 0 h 1725"/>
                  <a:gd name="T104" fmla="*/ 0 w 1909"/>
                  <a:gd name="T105" fmla="*/ 0 h 1725"/>
                  <a:gd name="T106" fmla="*/ 0 w 1909"/>
                  <a:gd name="T107" fmla="*/ 0 h 172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909"/>
                  <a:gd name="T163" fmla="*/ 0 h 1725"/>
                  <a:gd name="T164" fmla="*/ 1909 w 1909"/>
                  <a:gd name="T165" fmla="*/ 1725 h 172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909" h="1725">
                    <a:moveTo>
                      <a:pt x="101" y="1046"/>
                    </a:moveTo>
                    <a:lnTo>
                      <a:pt x="131" y="725"/>
                    </a:lnTo>
                    <a:lnTo>
                      <a:pt x="52" y="646"/>
                    </a:lnTo>
                    <a:lnTo>
                      <a:pt x="9" y="569"/>
                    </a:lnTo>
                    <a:lnTo>
                      <a:pt x="0" y="519"/>
                    </a:lnTo>
                    <a:lnTo>
                      <a:pt x="9" y="448"/>
                    </a:lnTo>
                    <a:lnTo>
                      <a:pt x="81" y="360"/>
                    </a:lnTo>
                    <a:lnTo>
                      <a:pt x="362" y="209"/>
                    </a:lnTo>
                    <a:lnTo>
                      <a:pt x="661" y="88"/>
                    </a:lnTo>
                    <a:lnTo>
                      <a:pt x="1092" y="0"/>
                    </a:lnTo>
                    <a:lnTo>
                      <a:pt x="1434" y="20"/>
                    </a:lnTo>
                    <a:lnTo>
                      <a:pt x="1698" y="97"/>
                    </a:lnTo>
                    <a:lnTo>
                      <a:pt x="1855" y="282"/>
                    </a:lnTo>
                    <a:lnTo>
                      <a:pt x="1909" y="561"/>
                    </a:lnTo>
                    <a:lnTo>
                      <a:pt x="1909" y="912"/>
                    </a:lnTo>
                    <a:lnTo>
                      <a:pt x="1892" y="1204"/>
                    </a:lnTo>
                    <a:lnTo>
                      <a:pt x="1839" y="1437"/>
                    </a:lnTo>
                    <a:lnTo>
                      <a:pt x="1802" y="1626"/>
                    </a:lnTo>
                    <a:lnTo>
                      <a:pt x="1802" y="1725"/>
                    </a:lnTo>
                    <a:lnTo>
                      <a:pt x="1766" y="1527"/>
                    </a:lnTo>
                    <a:lnTo>
                      <a:pt x="1661" y="1626"/>
                    </a:lnTo>
                    <a:lnTo>
                      <a:pt x="1588" y="1661"/>
                    </a:lnTo>
                    <a:lnTo>
                      <a:pt x="1544" y="1640"/>
                    </a:lnTo>
                    <a:lnTo>
                      <a:pt x="1523" y="1560"/>
                    </a:lnTo>
                    <a:lnTo>
                      <a:pt x="1595" y="1604"/>
                    </a:lnTo>
                    <a:lnTo>
                      <a:pt x="1650" y="1598"/>
                    </a:lnTo>
                    <a:lnTo>
                      <a:pt x="1716" y="1547"/>
                    </a:lnTo>
                    <a:lnTo>
                      <a:pt x="1795" y="1437"/>
                    </a:lnTo>
                    <a:lnTo>
                      <a:pt x="1839" y="1310"/>
                    </a:lnTo>
                    <a:lnTo>
                      <a:pt x="1855" y="1197"/>
                    </a:lnTo>
                    <a:lnTo>
                      <a:pt x="1830" y="1110"/>
                    </a:lnTo>
                    <a:lnTo>
                      <a:pt x="1758" y="1070"/>
                    </a:lnTo>
                    <a:lnTo>
                      <a:pt x="1678" y="1070"/>
                    </a:lnTo>
                    <a:lnTo>
                      <a:pt x="1617" y="1110"/>
                    </a:lnTo>
                    <a:lnTo>
                      <a:pt x="1544" y="1197"/>
                    </a:lnTo>
                    <a:lnTo>
                      <a:pt x="1523" y="1253"/>
                    </a:lnTo>
                    <a:lnTo>
                      <a:pt x="1472" y="1259"/>
                    </a:lnTo>
                    <a:lnTo>
                      <a:pt x="1424" y="1315"/>
                    </a:lnTo>
                    <a:lnTo>
                      <a:pt x="1401" y="1363"/>
                    </a:lnTo>
                    <a:lnTo>
                      <a:pt x="1300" y="1366"/>
                    </a:lnTo>
                    <a:lnTo>
                      <a:pt x="1233" y="1179"/>
                    </a:lnTo>
                    <a:lnTo>
                      <a:pt x="1162" y="1096"/>
                    </a:lnTo>
                    <a:lnTo>
                      <a:pt x="1079" y="1055"/>
                    </a:lnTo>
                    <a:lnTo>
                      <a:pt x="1048" y="983"/>
                    </a:lnTo>
                    <a:lnTo>
                      <a:pt x="1028" y="840"/>
                    </a:lnTo>
                    <a:lnTo>
                      <a:pt x="984" y="745"/>
                    </a:lnTo>
                    <a:lnTo>
                      <a:pt x="918" y="670"/>
                    </a:lnTo>
                    <a:lnTo>
                      <a:pt x="811" y="639"/>
                    </a:lnTo>
                    <a:lnTo>
                      <a:pt x="677" y="646"/>
                    </a:lnTo>
                    <a:lnTo>
                      <a:pt x="534" y="683"/>
                    </a:lnTo>
                    <a:lnTo>
                      <a:pt x="389" y="709"/>
                    </a:lnTo>
                    <a:lnTo>
                      <a:pt x="279" y="743"/>
                    </a:lnTo>
                    <a:lnTo>
                      <a:pt x="142" y="743"/>
                    </a:lnTo>
                    <a:lnTo>
                      <a:pt x="101" y="10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84" name="Freeform 203">
                <a:extLst>
                  <a:ext uri="{FF2B5EF4-FFF2-40B4-BE49-F238E27FC236}">
                    <a16:creationId xmlns:a16="http://schemas.microsoft.com/office/drawing/2014/main" id="{F41D75C8-1370-8857-32FA-2C83004CD39C}"/>
                  </a:ext>
                </a:extLst>
              </p:cNvPr>
              <p:cNvSpPr>
                <a:spLocks/>
              </p:cNvSpPr>
              <p:nvPr/>
            </p:nvSpPr>
            <p:spPr bwMode="auto">
              <a:xfrm>
                <a:off x="4378" y="880"/>
                <a:ext cx="36" cy="39"/>
              </a:xfrm>
              <a:custGeom>
                <a:avLst/>
                <a:gdLst>
                  <a:gd name="T0" fmla="*/ 0 w 286"/>
                  <a:gd name="T1" fmla="*/ 0 h 310"/>
                  <a:gd name="T2" fmla="*/ 0 w 286"/>
                  <a:gd name="T3" fmla="*/ 0 h 310"/>
                  <a:gd name="T4" fmla="*/ 0 w 286"/>
                  <a:gd name="T5" fmla="*/ 0 h 310"/>
                  <a:gd name="T6" fmla="*/ 0 w 286"/>
                  <a:gd name="T7" fmla="*/ 0 h 310"/>
                  <a:gd name="T8" fmla="*/ 0 w 286"/>
                  <a:gd name="T9" fmla="*/ 0 h 310"/>
                  <a:gd name="T10" fmla="*/ 0 w 286"/>
                  <a:gd name="T11" fmla="*/ 0 h 310"/>
                  <a:gd name="T12" fmla="*/ 0 w 286"/>
                  <a:gd name="T13" fmla="*/ 0 h 310"/>
                  <a:gd name="T14" fmla="*/ 0 w 286"/>
                  <a:gd name="T15" fmla="*/ 0 h 310"/>
                  <a:gd name="T16" fmla="*/ 0 w 286"/>
                  <a:gd name="T17" fmla="*/ 0 h 310"/>
                  <a:gd name="T18" fmla="*/ 0 w 286"/>
                  <a:gd name="T19" fmla="*/ 0 h 310"/>
                  <a:gd name="T20" fmla="*/ 0 w 286"/>
                  <a:gd name="T21" fmla="*/ 0 h 310"/>
                  <a:gd name="T22" fmla="*/ 0 w 286"/>
                  <a:gd name="T23" fmla="*/ 0 h 310"/>
                  <a:gd name="T24" fmla="*/ 0 w 286"/>
                  <a:gd name="T25" fmla="*/ 0 h 310"/>
                  <a:gd name="T26" fmla="*/ 0 w 286"/>
                  <a:gd name="T27" fmla="*/ 0 h 310"/>
                  <a:gd name="T28" fmla="*/ 0 w 286"/>
                  <a:gd name="T29" fmla="*/ 0 h 3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6"/>
                  <a:gd name="T46" fmla="*/ 0 h 310"/>
                  <a:gd name="T47" fmla="*/ 286 w 286"/>
                  <a:gd name="T48" fmla="*/ 310 h 3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6" h="310">
                    <a:moveTo>
                      <a:pt x="7" y="182"/>
                    </a:moveTo>
                    <a:lnTo>
                      <a:pt x="59" y="123"/>
                    </a:lnTo>
                    <a:lnTo>
                      <a:pt x="129" y="59"/>
                    </a:lnTo>
                    <a:lnTo>
                      <a:pt x="200" y="22"/>
                    </a:lnTo>
                    <a:lnTo>
                      <a:pt x="286" y="0"/>
                    </a:lnTo>
                    <a:lnTo>
                      <a:pt x="187" y="52"/>
                    </a:lnTo>
                    <a:lnTo>
                      <a:pt x="70" y="131"/>
                    </a:lnTo>
                    <a:lnTo>
                      <a:pt x="103" y="211"/>
                    </a:lnTo>
                    <a:lnTo>
                      <a:pt x="103" y="266"/>
                    </a:lnTo>
                    <a:lnTo>
                      <a:pt x="37" y="301"/>
                    </a:lnTo>
                    <a:lnTo>
                      <a:pt x="0" y="310"/>
                    </a:lnTo>
                    <a:lnTo>
                      <a:pt x="21" y="276"/>
                    </a:lnTo>
                    <a:lnTo>
                      <a:pt x="21" y="237"/>
                    </a:lnTo>
                    <a:lnTo>
                      <a:pt x="0" y="211"/>
                    </a:lnTo>
                    <a:lnTo>
                      <a:pt x="7" y="1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85" name="Freeform 204">
                <a:extLst>
                  <a:ext uri="{FF2B5EF4-FFF2-40B4-BE49-F238E27FC236}">
                    <a16:creationId xmlns:a16="http://schemas.microsoft.com/office/drawing/2014/main" id="{6030CD6F-7100-66FE-EE90-CB44956BBF7A}"/>
                  </a:ext>
                </a:extLst>
              </p:cNvPr>
              <p:cNvSpPr>
                <a:spLocks/>
              </p:cNvSpPr>
              <p:nvPr/>
            </p:nvSpPr>
            <p:spPr bwMode="auto">
              <a:xfrm>
                <a:off x="4392" y="886"/>
                <a:ext cx="11" cy="34"/>
              </a:xfrm>
              <a:custGeom>
                <a:avLst/>
                <a:gdLst>
                  <a:gd name="T0" fmla="*/ 0 w 92"/>
                  <a:gd name="T1" fmla="*/ 0 h 271"/>
                  <a:gd name="T2" fmla="*/ 0 w 92"/>
                  <a:gd name="T3" fmla="*/ 0 h 271"/>
                  <a:gd name="T4" fmla="*/ 0 w 92"/>
                  <a:gd name="T5" fmla="*/ 0 h 271"/>
                  <a:gd name="T6" fmla="*/ 0 w 92"/>
                  <a:gd name="T7" fmla="*/ 0 h 271"/>
                  <a:gd name="T8" fmla="*/ 0 w 92"/>
                  <a:gd name="T9" fmla="*/ 0 h 271"/>
                  <a:gd name="T10" fmla="*/ 0 w 92"/>
                  <a:gd name="T11" fmla="*/ 0 h 271"/>
                  <a:gd name="T12" fmla="*/ 0 w 92"/>
                  <a:gd name="T13" fmla="*/ 0 h 271"/>
                  <a:gd name="T14" fmla="*/ 0 w 92"/>
                  <a:gd name="T15" fmla="*/ 0 h 271"/>
                  <a:gd name="T16" fmla="*/ 0 w 92"/>
                  <a:gd name="T17" fmla="*/ 0 h 271"/>
                  <a:gd name="T18" fmla="*/ 0 w 92"/>
                  <a:gd name="T19" fmla="*/ 0 h 271"/>
                  <a:gd name="T20" fmla="*/ 0 w 92"/>
                  <a:gd name="T21" fmla="*/ 0 h 27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2"/>
                  <a:gd name="T34" fmla="*/ 0 h 271"/>
                  <a:gd name="T35" fmla="*/ 92 w 92"/>
                  <a:gd name="T36" fmla="*/ 271 h 27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2" h="271">
                    <a:moveTo>
                      <a:pt x="21" y="35"/>
                    </a:moveTo>
                    <a:lnTo>
                      <a:pt x="50" y="79"/>
                    </a:lnTo>
                    <a:lnTo>
                      <a:pt x="54" y="150"/>
                    </a:lnTo>
                    <a:lnTo>
                      <a:pt x="32" y="224"/>
                    </a:lnTo>
                    <a:lnTo>
                      <a:pt x="0" y="271"/>
                    </a:lnTo>
                    <a:lnTo>
                      <a:pt x="72" y="192"/>
                    </a:lnTo>
                    <a:lnTo>
                      <a:pt x="88" y="130"/>
                    </a:lnTo>
                    <a:lnTo>
                      <a:pt x="88" y="62"/>
                    </a:lnTo>
                    <a:lnTo>
                      <a:pt x="92" y="18"/>
                    </a:lnTo>
                    <a:lnTo>
                      <a:pt x="72" y="0"/>
                    </a:lnTo>
                    <a:lnTo>
                      <a:pt x="2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86" name="Freeform 205">
                <a:extLst>
                  <a:ext uri="{FF2B5EF4-FFF2-40B4-BE49-F238E27FC236}">
                    <a16:creationId xmlns:a16="http://schemas.microsoft.com/office/drawing/2014/main" id="{B87FF789-8379-0283-F703-327E7F12AE1B}"/>
                  </a:ext>
                </a:extLst>
              </p:cNvPr>
              <p:cNvSpPr>
                <a:spLocks/>
              </p:cNvSpPr>
              <p:nvPr/>
            </p:nvSpPr>
            <p:spPr bwMode="auto">
              <a:xfrm>
                <a:off x="4199" y="933"/>
                <a:ext cx="215" cy="132"/>
              </a:xfrm>
              <a:custGeom>
                <a:avLst/>
                <a:gdLst>
                  <a:gd name="T0" fmla="*/ 0 w 1722"/>
                  <a:gd name="T1" fmla="*/ 0 h 1055"/>
                  <a:gd name="T2" fmla="*/ 0 w 1722"/>
                  <a:gd name="T3" fmla="*/ 0 h 1055"/>
                  <a:gd name="T4" fmla="*/ 0 w 1722"/>
                  <a:gd name="T5" fmla="*/ 0 h 1055"/>
                  <a:gd name="T6" fmla="*/ 0 w 1722"/>
                  <a:gd name="T7" fmla="*/ 0 h 1055"/>
                  <a:gd name="T8" fmla="*/ 0 w 1722"/>
                  <a:gd name="T9" fmla="*/ 0 h 1055"/>
                  <a:gd name="T10" fmla="*/ 0 w 1722"/>
                  <a:gd name="T11" fmla="*/ 0 h 1055"/>
                  <a:gd name="T12" fmla="*/ 0 w 1722"/>
                  <a:gd name="T13" fmla="*/ 0 h 1055"/>
                  <a:gd name="T14" fmla="*/ 0 w 1722"/>
                  <a:gd name="T15" fmla="*/ 0 h 1055"/>
                  <a:gd name="T16" fmla="*/ 0 w 1722"/>
                  <a:gd name="T17" fmla="*/ 0 h 1055"/>
                  <a:gd name="T18" fmla="*/ 0 w 1722"/>
                  <a:gd name="T19" fmla="*/ 0 h 1055"/>
                  <a:gd name="T20" fmla="*/ 0 w 1722"/>
                  <a:gd name="T21" fmla="*/ 0 h 1055"/>
                  <a:gd name="T22" fmla="*/ 0 w 1722"/>
                  <a:gd name="T23" fmla="*/ 0 h 1055"/>
                  <a:gd name="T24" fmla="*/ 0 w 1722"/>
                  <a:gd name="T25" fmla="*/ 0 h 1055"/>
                  <a:gd name="T26" fmla="*/ 0 w 1722"/>
                  <a:gd name="T27" fmla="*/ 0 h 1055"/>
                  <a:gd name="T28" fmla="*/ 0 w 1722"/>
                  <a:gd name="T29" fmla="*/ 0 h 1055"/>
                  <a:gd name="T30" fmla="*/ 0 w 1722"/>
                  <a:gd name="T31" fmla="*/ 0 h 1055"/>
                  <a:gd name="T32" fmla="*/ 0 w 1722"/>
                  <a:gd name="T33" fmla="*/ 0 h 1055"/>
                  <a:gd name="T34" fmla="*/ 0 w 1722"/>
                  <a:gd name="T35" fmla="*/ 0 h 1055"/>
                  <a:gd name="T36" fmla="*/ 0 w 1722"/>
                  <a:gd name="T37" fmla="*/ 0 h 1055"/>
                  <a:gd name="T38" fmla="*/ 0 w 1722"/>
                  <a:gd name="T39" fmla="*/ 0 h 1055"/>
                  <a:gd name="T40" fmla="*/ 0 w 1722"/>
                  <a:gd name="T41" fmla="*/ 0 h 1055"/>
                  <a:gd name="T42" fmla="*/ 0 w 1722"/>
                  <a:gd name="T43" fmla="*/ 0 h 1055"/>
                  <a:gd name="T44" fmla="*/ 0 w 1722"/>
                  <a:gd name="T45" fmla="*/ 0 h 1055"/>
                  <a:gd name="T46" fmla="*/ 0 w 1722"/>
                  <a:gd name="T47" fmla="*/ 0 h 1055"/>
                  <a:gd name="T48" fmla="*/ 0 w 1722"/>
                  <a:gd name="T49" fmla="*/ 0 h 1055"/>
                  <a:gd name="T50" fmla="*/ 0 w 1722"/>
                  <a:gd name="T51" fmla="*/ 0 h 1055"/>
                  <a:gd name="T52" fmla="*/ 0 w 1722"/>
                  <a:gd name="T53" fmla="*/ 0 h 1055"/>
                  <a:gd name="T54" fmla="*/ 0 w 1722"/>
                  <a:gd name="T55" fmla="*/ 0 h 1055"/>
                  <a:gd name="T56" fmla="*/ 0 w 1722"/>
                  <a:gd name="T57" fmla="*/ 0 h 1055"/>
                  <a:gd name="T58" fmla="*/ 0 w 1722"/>
                  <a:gd name="T59" fmla="*/ 0 h 1055"/>
                  <a:gd name="T60" fmla="*/ 0 w 1722"/>
                  <a:gd name="T61" fmla="*/ 0 h 1055"/>
                  <a:gd name="T62" fmla="*/ 0 w 1722"/>
                  <a:gd name="T63" fmla="*/ 0 h 1055"/>
                  <a:gd name="T64" fmla="*/ 0 w 1722"/>
                  <a:gd name="T65" fmla="*/ 0 h 1055"/>
                  <a:gd name="T66" fmla="*/ 0 w 1722"/>
                  <a:gd name="T67" fmla="*/ 0 h 1055"/>
                  <a:gd name="T68" fmla="*/ 0 w 1722"/>
                  <a:gd name="T69" fmla="*/ 0 h 1055"/>
                  <a:gd name="T70" fmla="*/ 0 w 1722"/>
                  <a:gd name="T71" fmla="*/ 0 h 1055"/>
                  <a:gd name="T72" fmla="*/ 0 w 1722"/>
                  <a:gd name="T73" fmla="*/ 0 h 1055"/>
                  <a:gd name="T74" fmla="*/ 0 w 1722"/>
                  <a:gd name="T75" fmla="*/ 0 h 1055"/>
                  <a:gd name="T76" fmla="*/ 0 w 1722"/>
                  <a:gd name="T77" fmla="*/ 0 h 1055"/>
                  <a:gd name="T78" fmla="*/ 0 w 1722"/>
                  <a:gd name="T79" fmla="*/ 0 h 1055"/>
                  <a:gd name="T80" fmla="*/ 0 w 1722"/>
                  <a:gd name="T81" fmla="*/ 0 h 105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22"/>
                  <a:gd name="T124" fmla="*/ 0 h 1055"/>
                  <a:gd name="T125" fmla="*/ 1722 w 1722"/>
                  <a:gd name="T126" fmla="*/ 1055 h 105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22" h="1055">
                    <a:moveTo>
                      <a:pt x="20" y="9"/>
                    </a:moveTo>
                    <a:lnTo>
                      <a:pt x="0" y="163"/>
                    </a:lnTo>
                    <a:lnTo>
                      <a:pt x="9" y="233"/>
                    </a:lnTo>
                    <a:lnTo>
                      <a:pt x="58" y="320"/>
                    </a:lnTo>
                    <a:lnTo>
                      <a:pt x="172" y="451"/>
                    </a:lnTo>
                    <a:lnTo>
                      <a:pt x="279" y="641"/>
                    </a:lnTo>
                    <a:lnTo>
                      <a:pt x="337" y="841"/>
                    </a:lnTo>
                    <a:lnTo>
                      <a:pt x="350" y="899"/>
                    </a:lnTo>
                    <a:lnTo>
                      <a:pt x="385" y="917"/>
                    </a:lnTo>
                    <a:lnTo>
                      <a:pt x="467" y="934"/>
                    </a:lnTo>
                    <a:lnTo>
                      <a:pt x="572" y="934"/>
                    </a:lnTo>
                    <a:lnTo>
                      <a:pt x="759" y="919"/>
                    </a:lnTo>
                    <a:lnTo>
                      <a:pt x="844" y="917"/>
                    </a:lnTo>
                    <a:lnTo>
                      <a:pt x="970" y="1055"/>
                    </a:lnTo>
                    <a:lnTo>
                      <a:pt x="1176" y="934"/>
                    </a:lnTo>
                    <a:lnTo>
                      <a:pt x="1328" y="784"/>
                    </a:lnTo>
                    <a:lnTo>
                      <a:pt x="1515" y="597"/>
                    </a:lnTo>
                    <a:lnTo>
                      <a:pt x="1623" y="451"/>
                    </a:lnTo>
                    <a:lnTo>
                      <a:pt x="1722" y="211"/>
                    </a:lnTo>
                    <a:lnTo>
                      <a:pt x="1588" y="475"/>
                    </a:lnTo>
                    <a:lnTo>
                      <a:pt x="1464" y="604"/>
                    </a:lnTo>
                    <a:lnTo>
                      <a:pt x="1293" y="747"/>
                    </a:lnTo>
                    <a:lnTo>
                      <a:pt x="1155" y="732"/>
                    </a:lnTo>
                    <a:lnTo>
                      <a:pt x="1284" y="622"/>
                    </a:lnTo>
                    <a:lnTo>
                      <a:pt x="1344" y="373"/>
                    </a:lnTo>
                    <a:lnTo>
                      <a:pt x="1344" y="0"/>
                    </a:lnTo>
                    <a:lnTo>
                      <a:pt x="1319" y="200"/>
                    </a:lnTo>
                    <a:lnTo>
                      <a:pt x="939" y="778"/>
                    </a:lnTo>
                    <a:lnTo>
                      <a:pt x="759" y="862"/>
                    </a:lnTo>
                    <a:lnTo>
                      <a:pt x="530" y="890"/>
                    </a:lnTo>
                    <a:lnTo>
                      <a:pt x="431" y="881"/>
                    </a:lnTo>
                    <a:lnTo>
                      <a:pt x="364" y="862"/>
                    </a:lnTo>
                    <a:lnTo>
                      <a:pt x="302" y="668"/>
                    </a:lnTo>
                    <a:lnTo>
                      <a:pt x="227" y="523"/>
                    </a:lnTo>
                    <a:lnTo>
                      <a:pt x="179" y="422"/>
                    </a:lnTo>
                    <a:lnTo>
                      <a:pt x="154" y="327"/>
                    </a:lnTo>
                    <a:lnTo>
                      <a:pt x="99" y="277"/>
                    </a:lnTo>
                    <a:lnTo>
                      <a:pt x="44" y="233"/>
                    </a:lnTo>
                    <a:lnTo>
                      <a:pt x="9" y="156"/>
                    </a:lnTo>
                    <a:lnTo>
                      <a:pt x="20" y="71"/>
                    </a:lnTo>
                    <a:lnTo>
                      <a:pt x="20"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87" name="Freeform 206">
                <a:extLst>
                  <a:ext uri="{FF2B5EF4-FFF2-40B4-BE49-F238E27FC236}">
                    <a16:creationId xmlns:a16="http://schemas.microsoft.com/office/drawing/2014/main" id="{17FA03B2-B3D5-32E0-D73C-B54F610A8804}"/>
                  </a:ext>
                </a:extLst>
              </p:cNvPr>
              <p:cNvSpPr>
                <a:spLocks/>
              </p:cNvSpPr>
              <p:nvPr/>
            </p:nvSpPr>
            <p:spPr bwMode="auto">
              <a:xfrm>
                <a:off x="4206" y="1010"/>
                <a:ext cx="30" cy="19"/>
              </a:xfrm>
              <a:custGeom>
                <a:avLst/>
                <a:gdLst>
                  <a:gd name="T0" fmla="*/ 0 w 239"/>
                  <a:gd name="T1" fmla="*/ 0 h 152"/>
                  <a:gd name="T2" fmla="*/ 0 w 239"/>
                  <a:gd name="T3" fmla="*/ 0 h 152"/>
                  <a:gd name="T4" fmla="*/ 0 w 239"/>
                  <a:gd name="T5" fmla="*/ 0 h 152"/>
                  <a:gd name="T6" fmla="*/ 0 w 239"/>
                  <a:gd name="T7" fmla="*/ 0 h 152"/>
                  <a:gd name="T8" fmla="*/ 0 60000 65536"/>
                  <a:gd name="T9" fmla="*/ 0 60000 65536"/>
                  <a:gd name="T10" fmla="*/ 0 60000 65536"/>
                  <a:gd name="T11" fmla="*/ 0 60000 65536"/>
                  <a:gd name="T12" fmla="*/ 0 w 239"/>
                  <a:gd name="T13" fmla="*/ 0 h 152"/>
                  <a:gd name="T14" fmla="*/ 239 w 239"/>
                  <a:gd name="T15" fmla="*/ 152 h 152"/>
                </a:gdLst>
                <a:ahLst/>
                <a:cxnLst>
                  <a:cxn ang="T8">
                    <a:pos x="T0" y="T1"/>
                  </a:cxn>
                  <a:cxn ang="T9">
                    <a:pos x="T2" y="T3"/>
                  </a:cxn>
                  <a:cxn ang="T10">
                    <a:pos x="T4" y="T5"/>
                  </a:cxn>
                  <a:cxn ang="T11">
                    <a:pos x="T6" y="T7"/>
                  </a:cxn>
                </a:cxnLst>
                <a:rect l="T12" t="T13" r="T14" b="T15"/>
                <a:pathLst>
                  <a:path w="239" h="152">
                    <a:moveTo>
                      <a:pt x="205" y="0"/>
                    </a:moveTo>
                    <a:lnTo>
                      <a:pt x="0" y="152"/>
                    </a:lnTo>
                    <a:lnTo>
                      <a:pt x="239" y="83"/>
                    </a:lnTo>
                    <a:lnTo>
                      <a:pt x="20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88" name="Freeform 207">
                <a:extLst>
                  <a:ext uri="{FF2B5EF4-FFF2-40B4-BE49-F238E27FC236}">
                    <a16:creationId xmlns:a16="http://schemas.microsoft.com/office/drawing/2014/main" id="{B5B2E3E1-D65C-7664-16D7-6BCF3DBCB49A}"/>
                  </a:ext>
                </a:extLst>
              </p:cNvPr>
              <p:cNvSpPr>
                <a:spLocks/>
              </p:cNvSpPr>
              <p:nvPr/>
            </p:nvSpPr>
            <p:spPr bwMode="auto">
              <a:xfrm>
                <a:off x="4244" y="892"/>
                <a:ext cx="60" cy="22"/>
              </a:xfrm>
              <a:custGeom>
                <a:avLst/>
                <a:gdLst>
                  <a:gd name="T0" fmla="*/ 0 w 485"/>
                  <a:gd name="T1" fmla="*/ 0 h 177"/>
                  <a:gd name="T2" fmla="*/ 0 w 485"/>
                  <a:gd name="T3" fmla="*/ 0 h 177"/>
                  <a:gd name="T4" fmla="*/ 0 w 485"/>
                  <a:gd name="T5" fmla="*/ 0 h 177"/>
                  <a:gd name="T6" fmla="*/ 0 w 485"/>
                  <a:gd name="T7" fmla="*/ 0 h 177"/>
                  <a:gd name="T8" fmla="*/ 0 w 485"/>
                  <a:gd name="T9" fmla="*/ 0 h 177"/>
                  <a:gd name="T10" fmla="*/ 0 w 485"/>
                  <a:gd name="T11" fmla="*/ 0 h 177"/>
                  <a:gd name="T12" fmla="*/ 0 w 485"/>
                  <a:gd name="T13" fmla="*/ 0 h 177"/>
                  <a:gd name="T14" fmla="*/ 0 w 485"/>
                  <a:gd name="T15" fmla="*/ 0 h 177"/>
                  <a:gd name="T16" fmla="*/ 0 60000 65536"/>
                  <a:gd name="T17" fmla="*/ 0 60000 65536"/>
                  <a:gd name="T18" fmla="*/ 0 60000 65536"/>
                  <a:gd name="T19" fmla="*/ 0 60000 65536"/>
                  <a:gd name="T20" fmla="*/ 0 60000 65536"/>
                  <a:gd name="T21" fmla="*/ 0 60000 65536"/>
                  <a:gd name="T22" fmla="*/ 0 60000 65536"/>
                  <a:gd name="T23" fmla="*/ 0 60000 65536"/>
                  <a:gd name="T24" fmla="*/ 0 w 485"/>
                  <a:gd name="T25" fmla="*/ 0 h 177"/>
                  <a:gd name="T26" fmla="*/ 485 w 485"/>
                  <a:gd name="T27" fmla="*/ 177 h 17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5" h="177">
                    <a:moveTo>
                      <a:pt x="0" y="147"/>
                    </a:moveTo>
                    <a:lnTo>
                      <a:pt x="28" y="92"/>
                    </a:lnTo>
                    <a:lnTo>
                      <a:pt x="150" y="32"/>
                    </a:lnTo>
                    <a:lnTo>
                      <a:pt x="284" y="0"/>
                    </a:lnTo>
                    <a:lnTo>
                      <a:pt x="485" y="27"/>
                    </a:lnTo>
                    <a:lnTo>
                      <a:pt x="301" y="57"/>
                    </a:lnTo>
                    <a:lnTo>
                      <a:pt x="19" y="177"/>
                    </a:lnTo>
                    <a:lnTo>
                      <a:pt x="0" y="1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89" name="Freeform 208">
                <a:extLst>
                  <a:ext uri="{FF2B5EF4-FFF2-40B4-BE49-F238E27FC236}">
                    <a16:creationId xmlns:a16="http://schemas.microsoft.com/office/drawing/2014/main" id="{0845DEB5-6601-E520-C12A-80FA2B22A9E1}"/>
                  </a:ext>
                </a:extLst>
              </p:cNvPr>
              <p:cNvSpPr>
                <a:spLocks/>
              </p:cNvSpPr>
              <p:nvPr/>
            </p:nvSpPr>
            <p:spPr bwMode="auto">
              <a:xfrm>
                <a:off x="4192" y="896"/>
                <a:ext cx="28" cy="16"/>
              </a:xfrm>
              <a:custGeom>
                <a:avLst/>
                <a:gdLst>
                  <a:gd name="T0" fmla="*/ 0 w 221"/>
                  <a:gd name="T1" fmla="*/ 0 h 124"/>
                  <a:gd name="T2" fmla="*/ 0 w 221"/>
                  <a:gd name="T3" fmla="*/ 0 h 124"/>
                  <a:gd name="T4" fmla="*/ 0 w 221"/>
                  <a:gd name="T5" fmla="*/ 0 h 124"/>
                  <a:gd name="T6" fmla="*/ 0 w 221"/>
                  <a:gd name="T7" fmla="*/ 0 h 124"/>
                  <a:gd name="T8" fmla="*/ 0 w 221"/>
                  <a:gd name="T9" fmla="*/ 0 h 124"/>
                  <a:gd name="T10" fmla="*/ 0 w 221"/>
                  <a:gd name="T11" fmla="*/ 0 h 124"/>
                  <a:gd name="T12" fmla="*/ 0 w 221"/>
                  <a:gd name="T13" fmla="*/ 0 h 124"/>
                  <a:gd name="T14" fmla="*/ 0 w 221"/>
                  <a:gd name="T15" fmla="*/ 0 h 124"/>
                  <a:gd name="T16" fmla="*/ 0 60000 65536"/>
                  <a:gd name="T17" fmla="*/ 0 60000 65536"/>
                  <a:gd name="T18" fmla="*/ 0 60000 65536"/>
                  <a:gd name="T19" fmla="*/ 0 60000 65536"/>
                  <a:gd name="T20" fmla="*/ 0 60000 65536"/>
                  <a:gd name="T21" fmla="*/ 0 60000 65536"/>
                  <a:gd name="T22" fmla="*/ 0 60000 65536"/>
                  <a:gd name="T23" fmla="*/ 0 60000 65536"/>
                  <a:gd name="T24" fmla="*/ 0 w 221"/>
                  <a:gd name="T25" fmla="*/ 0 h 124"/>
                  <a:gd name="T26" fmla="*/ 221 w 221"/>
                  <a:gd name="T27" fmla="*/ 124 h 1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1" h="124">
                    <a:moveTo>
                      <a:pt x="221" y="124"/>
                    </a:moveTo>
                    <a:lnTo>
                      <a:pt x="201" y="89"/>
                    </a:lnTo>
                    <a:lnTo>
                      <a:pt x="141" y="46"/>
                    </a:lnTo>
                    <a:lnTo>
                      <a:pt x="21" y="0"/>
                    </a:lnTo>
                    <a:lnTo>
                      <a:pt x="0" y="16"/>
                    </a:lnTo>
                    <a:lnTo>
                      <a:pt x="35" y="60"/>
                    </a:lnTo>
                    <a:lnTo>
                      <a:pt x="180" y="115"/>
                    </a:lnTo>
                    <a:lnTo>
                      <a:pt x="221" y="1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90" name="Freeform 209">
                <a:extLst>
                  <a:ext uri="{FF2B5EF4-FFF2-40B4-BE49-F238E27FC236}">
                    <a16:creationId xmlns:a16="http://schemas.microsoft.com/office/drawing/2014/main" id="{50D64163-ECB5-1048-A6AA-CCA96710CE1C}"/>
                  </a:ext>
                </a:extLst>
              </p:cNvPr>
              <p:cNvSpPr>
                <a:spLocks/>
              </p:cNvSpPr>
              <p:nvPr/>
            </p:nvSpPr>
            <p:spPr bwMode="auto">
              <a:xfrm>
                <a:off x="4210" y="913"/>
                <a:ext cx="55" cy="69"/>
              </a:xfrm>
              <a:custGeom>
                <a:avLst/>
                <a:gdLst>
                  <a:gd name="T0" fmla="*/ 0 w 443"/>
                  <a:gd name="T1" fmla="*/ 0 h 558"/>
                  <a:gd name="T2" fmla="*/ 0 w 443"/>
                  <a:gd name="T3" fmla="*/ 0 h 558"/>
                  <a:gd name="T4" fmla="*/ 0 w 443"/>
                  <a:gd name="T5" fmla="*/ 0 h 558"/>
                  <a:gd name="T6" fmla="*/ 0 w 443"/>
                  <a:gd name="T7" fmla="*/ 0 h 558"/>
                  <a:gd name="T8" fmla="*/ 0 w 443"/>
                  <a:gd name="T9" fmla="*/ 0 h 558"/>
                  <a:gd name="T10" fmla="*/ 0 w 443"/>
                  <a:gd name="T11" fmla="*/ 0 h 558"/>
                  <a:gd name="T12" fmla="*/ 0 w 443"/>
                  <a:gd name="T13" fmla="*/ 0 h 558"/>
                  <a:gd name="T14" fmla="*/ 0 w 443"/>
                  <a:gd name="T15" fmla="*/ 0 h 558"/>
                  <a:gd name="T16" fmla="*/ 0 w 443"/>
                  <a:gd name="T17" fmla="*/ 0 h 558"/>
                  <a:gd name="T18" fmla="*/ 0 w 443"/>
                  <a:gd name="T19" fmla="*/ 0 h 558"/>
                  <a:gd name="T20" fmla="*/ 0 w 443"/>
                  <a:gd name="T21" fmla="*/ 0 h 558"/>
                  <a:gd name="T22" fmla="*/ 0 w 443"/>
                  <a:gd name="T23" fmla="*/ 0 h 558"/>
                  <a:gd name="T24" fmla="*/ 0 w 443"/>
                  <a:gd name="T25" fmla="*/ 0 h 558"/>
                  <a:gd name="T26" fmla="*/ 0 w 443"/>
                  <a:gd name="T27" fmla="*/ 0 h 558"/>
                  <a:gd name="T28" fmla="*/ 0 w 443"/>
                  <a:gd name="T29" fmla="*/ 0 h 558"/>
                  <a:gd name="T30" fmla="*/ 0 w 443"/>
                  <a:gd name="T31" fmla="*/ 0 h 558"/>
                  <a:gd name="T32" fmla="*/ 0 w 443"/>
                  <a:gd name="T33" fmla="*/ 0 h 558"/>
                  <a:gd name="T34" fmla="*/ 0 w 443"/>
                  <a:gd name="T35" fmla="*/ 0 h 558"/>
                  <a:gd name="T36" fmla="*/ 0 w 443"/>
                  <a:gd name="T37" fmla="*/ 0 h 558"/>
                  <a:gd name="T38" fmla="*/ 0 w 443"/>
                  <a:gd name="T39" fmla="*/ 0 h 558"/>
                  <a:gd name="T40" fmla="*/ 0 w 443"/>
                  <a:gd name="T41" fmla="*/ 0 h 558"/>
                  <a:gd name="T42" fmla="*/ 0 w 443"/>
                  <a:gd name="T43" fmla="*/ 0 h 558"/>
                  <a:gd name="T44" fmla="*/ 0 w 443"/>
                  <a:gd name="T45" fmla="*/ 0 h 558"/>
                  <a:gd name="T46" fmla="*/ 0 w 443"/>
                  <a:gd name="T47" fmla="*/ 0 h 558"/>
                  <a:gd name="T48" fmla="*/ 0 w 443"/>
                  <a:gd name="T49" fmla="*/ 0 h 558"/>
                  <a:gd name="T50" fmla="*/ 0 w 443"/>
                  <a:gd name="T51" fmla="*/ 0 h 558"/>
                  <a:gd name="T52" fmla="*/ 0 w 443"/>
                  <a:gd name="T53" fmla="*/ 0 h 558"/>
                  <a:gd name="T54" fmla="*/ 0 w 443"/>
                  <a:gd name="T55" fmla="*/ 0 h 558"/>
                  <a:gd name="T56" fmla="*/ 0 w 443"/>
                  <a:gd name="T57" fmla="*/ 0 h 558"/>
                  <a:gd name="T58" fmla="*/ 0 w 443"/>
                  <a:gd name="T59" fmla="*/ 0 h 558"/>
                  <a:gd name="T60" fmla="*/ 0 w 443"/>
                  <a:gd name="T61" fmla="*/ 0 h 558"/>
                  <a:gd name="T62" fmla="*/ 0 w 443"/>
                  <a:gd name="T63" fmla="*/ 0 h 558"/>
                  <a:gd name="T64" fmla="*/ 0 w 443"/>
                  <a:gd name="T65" fmla="*/ 0 h 558"/>
                  <a:gd name="T66" fmla="*/ 0 w 443"/>
                  <a:gd name="T67" fmla="*/ 0 h 558"/>
                  <a:gd name="T68" fmla="*/ 0 w 443"/>
                  <a:gd name="T69" fmla="*/ 0 h 558"/>
                  <a:gd name="T70" fmla="*/ 0 w 443"/>
                  <a:gd name="T71" fmla="*/ 0 h 558"/>
                  <a:gd name="T72" fmla="*/ 0 w 443"/>
                  <a:gd name="T73" fmla="*/ 0 h 55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443"/>
                  <a:gd name="T112" fmla="*/ 0 h 558"/>
                  <a:gd name="T113" fmla="*/ 443 w 443"/>
                  <a:gd name="T114" fmla="*/ 558 h 55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443" h="558">
                    <a:moveTo>
                      <a:pt x="114" y="39"/>
                    </a:moveTo>
                    <a:lnTo>
                      <a:pt x="125" y="85"/>
                    </a:lnTo>
                    <a:lnTo>
                      <a:pt x="114" y="166"/>
                    </a:lnTo>
                    <a:lnTo>
                      <a:pt x="63" y="293"/>
                    </a:lnTo>
                    <a:lnTo>
                      <a:pt x="17" y="404"/>
                    </a:lnTo>
                    <a:lnTo>
                      <a:pt x="28" y="441"/>
                    </a:lnTo>
                    <a:lnTo>
                      <a:pt x="68" y="476"/>
                    </a:lnTo>
                    <a:lnTo>
                      <a:pt x="125" y="491"/>
                    </a:lnTo>
                    <a:lnTo>
                      <a:pt x="199" y="450"/>
                    </a:lnTo>
                    <a:lnTo>
                      <a:pt x="281" y="441"/>
                    </a:lnTo>
                    <a:lnTo>
                      <a:pt x="356" y="457"/>
                    </a:lnTo>
                    <a:lnTo>
                      <a:pt x="395" y="457"/>
                    </a:lnTo>
                    <a:lnTo>
                      <a:pt x="422" y="436"/>
                    </a:lnTo>
                    <a:lnTo>
                      <a:pt x="422" y="415"/>
                    </a:lnTo>
                    <a:lnTo>
                      <a:pt x="406" y="386"/>
                    </a:lnTo>
                    <a:lnTo>
                      <a:pt x="356" y="335"/>
                    </a:lnTo>
                    <a:lnTo>
                      <a:pt x="430" y="386"/>
                    </a:lnTo>
                    <a:lnTo>
                      <a:pt x="443" y="415"/>
                    </a:lnTo>
                    <a:lnTo>
                      <a:pt x="443" y="441"/>
                    </a:lnTo>
                    <a:lnTo>
                      <a:pt x="430" y="476"/>
                    </a:lnTo>
                    <a:lnTo>
                      <a:pt x="399" y="491"/>
                    </a:lnTo>
                    <a:lnTo>
                      <a:pt x="371" y="485"/>
                    </a:lnTo>
                    <a:lnTo>
                      <a:pt x="307" y="485"/>
                    </a:lnTo>
                    <a:lnTo>
                      <a:pt x="272" y="507"/>
                    </a:lnTo>
                    <a:lnTo>
                      <a:pt x="204" y="558"/>
                    </a:lnTo>
                    <a:lnTo>
                      <a:pt x="187" y="558"/>
                    </a:lnTo>
                    <a:lnTo>
                      <a:pt x="151" y="542"/>
                    </a:lnTo>
                    <a:lnTo>
                      <a:pt x="125" y="514"/>
                    </a:lnTo>
                    <a:lnTo>
                      <a:pt x="56" y="491"/>
                    </a:lnTo>
                    <a:lnTo>
                      <a:pt x="17" y="457"/>
                    </a:lnTo>
                    <a:lnTo>
                      <a:pt x="0" y="427"/>
                    </a:lnTo>
                    <a:lnTo>
                      <a:pt x="0" y="401"/>
                    </a:lnTo>
                    <a:lnTo>
                      <a:pt x="83" y="166"/>
                    </a:lnTo>
                    <a:lnTo>
                      <a:pt x="107" y="100"/>
                    </a:lnTo>
                    <a:lnTo>
                      <a:pt x="100" y="56"/>
                    </a:lnTo>
                    <a:lnTo>
                      <a:pt x="90" y="0"/>
                    </a:lnTo>
                    <a:lnTo>
                      <a:pt x="114"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91" name="Freeform 210">
                <a:extLst>
                  <a:ext uri="{FF2B5EF4-FFF2-40B4-BE49-F238E27FC236}">
                    <a16:creationId xmlns:a16="http://schemas.microsoft.com/office/drawing/2014/main" id="{F69D2E4F-F34E-FBBF-B757-B9AAA8C00E0E}"/>
                  </a:ext>
                </a:extLst>
              </p:cNvPr>
              <p:cNvSpPr>
                <a:spLocks/>
              </p:cNvSpPr>
              <p:nvPr/>
            </p:nvSpPr>
            <p:spPr bwMode="auto">
              <a:xfrm>
                <a:off x="4202" y="918"/>
                <a:ext cx="21" cy="10"/>
              </a:xfrm>
              <a:custGeom>
                <a:avLst/>
                <a:gdLst>
                  <a:gd name="T0" fmla="*/ 0 w 167"/>
                  <a:gd name="T1" fmla="*/ 0 h 86"/>
                  <a:gd name="T2" fmla="*/ 0 w 167"/>
                  <a:gd name="T3" fmla="*/ 0 h 86"/>
                  <a:gd name="T4" fmla="*/ 0 w 167"/>
                  <a:gd name="T5" fmla="*/ 0 h 86"/>
                  <a:gd name="T6" fmla="*/ 0 w 167"/>
                  <a:gd name="T7" fmla="*/ 0 h 86"/>
                  <a:gd name="T8" fmla="*/ 0 w 167"/>
                  <a:gd name="T9" fmla="*/ 0 h 86"/>
                  <a:gd name="T10" fmla="*/ 0 w 167"/>
                  <a:gd name="T11" fmla="*/ 0 h 86"/>
                  <a:gd name="T12" fmla="*/ 0 60000 65536"/>
                  <a:gd name="T13" fmla="*/ 0 60000 65536"/>
                  <a:gd name="T14" fmla="*/ 0 60000 65536"/>
                  <a:gd name="T15" fmla="*/ 0 60000 65536"/>
                  <a:gd name="T16" fmla="*/ 0 60000 65536"/>
                  <a:gd name="T17" fmla="*/ 0 60000 65536"/>
                  <a:gd name="T18" fmla="*/ 0 w 167"/>
                  <a:gd name="T19" fmla="*/ 0 h 86"/>
                  <a:gd name="T20" fmla="*/ 167 w 167"/>
                  <a:gd name="T21" fmla="*/ 86 h 86"/>
                </a:gdLst>
                <a:ahLst/>
                <a:cxnLst>
                  <a:cxn ang="T12">
                    <a:pos x="T0" y="T1"/>
                  </a:cxn>
                  <a:cxn ang="T13">
                    <a:pos x="T2" y="T3"/>
                  </a:cxn>
                  <a:cxn ang="T14">
                    <a:pos x="T4" y="T5"/>
                  </a:cxn>
                  <a:cxn ang="T15">
                    <a:pos x="T6" y="T7"/>
                  </a:cxn>
                  <a:cxn ang="T16">
                    <a:pos x="T8" y="T9"/>
                  </a:cxn>
                  <a:cxn ang="T17">
                    <a:pos x="T10" y="T11"/>
                  </a:cxn>
                </a:cxnLst>
                <a:rect l="T18" t="T19" r="T20" b="T21"/>
                <a:pathLst>
                  <a:path w="167" h="86">
                    <a:moveTo>
                      <a:pt x="0" y="0"/>
                    </a:moveTo>
                    <a:lnTo>
                      <a:pt x="167" y="56"/>
                    </a:lnTo>
                    <a:lnTo>
                      <a:pt x="150" y="86"/>
                    </a:lnTo>
                    <a:lnTo>
                      <a:pt x="102" y="81"/>
                    </a:lnTo>
                    <a:lnTo>
                      <a:pt x="60" y="5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92" name="Freeform 211">
                <a:extLst>
                  <a:ext uri="{FF2B5EF4-FFF2-40B4-BE49-F238E27FC236}">
                    <a16:creationId xmlns:a16="http://schemas.microsoft.com/office/drawing/2014/main" id="{A8BA7E68-1A12-E837-104C-1F80DE4B5BFC}"/>
                  </a:ext>
                </a:extLst>
              </p:cNvPr>
              <p:cNvSpPr>
                <a:spLocks/>
              </p:cNvSpPr>
              <p:nvPr/>
            </p:nvSpPr>
            <p:spPr bwMode="auto">
              <a:xfrm>
                <a:off x="4253" y="913"/>
                <a:ext cx="41" cy="13"/>
              </a:xfrm>
              <a:custGeom>
                <a:avLst/>
                <a:gdLst>
                  <a:gd name="T0" fmla="*/ 0 w 328"/>
                  <a:gd name="T1" fmla="*/ 0 h 107"/>
                  <a:gd name="T2" fmla="*/ 0 w 328"/>
                  <a:gd name="T3" fmla="*/ 0 h 107"/>
                  <a:gd name="T4" fmla="*/ 0 w 328"/>
                  <a:gd name="T5" fmla="*/ 0 h 107"/>
                  <a:gd name="T6" fmla="*/ 0 w 328"/>
                  <a:gd name="T7" fmla="*/ 0 h 107"/>
                  <a:gd name="T8" fmla="*/ 0 w 328"/>
                  <a:gd name="T9" fmla="*/ 0 h 107"/>
                  <a:gd name="T10" fmla="*/ 0 w 328"/>
                  <a:gd name="T11" fmla="*/ 0 h 107"/>
                  <a:gd name="T12" fmla="*/ 0 w 328"/>
                  <a:gd name="T13" fmla="*/ 0 h 107"/>
                  <a:gd name="T14" fmla="*/ 0 w 328"/>
                  <a:gd name="T15" fmla="*/ 0 h 107"/>
                  <a:gd name="T16" fmla="*/ 0 w 328"/>
                  <a:gd name="T17" fmla="*/ 0 h 107"/>
                  <a:gd name="T18" fmla="*/ 0 w 328"/>
                  <a:gd name="T19" fmla="*/ 0 h 10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8"/>
                  <a:gd name="T31" fmla="*/ 0 h 107"/>
                  <a:gd name="T32" fmla="*/ 328 w 328"/>
                  <a:gd name="T33" fmla="*/ 107 h 10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8" h="107">
                    <a:moveTo>
                      <a:pt x="0" y="74"/>
                    </a:moveTo>
                    <a:lnTo>
                      <a:pt x="86" y="63"/>
                    </a:lnTo>
                    <a:lnTo>
                      <a:pt x="192" y="39"/>
                    </a:lnTo>
                    <a:lnTo>
                      <a:pt x="328" y="0"/>
                    </a:lnTo>
                    <a:lnTo>
                      <a:pt x="201" y="63"/>
                    </a:lnTo>
                    <a:lnTo>
                      <a:pt x="127" y="100"/>
                    </a:lnTo>
                    <a:lnTo>
                      <a:pt x="62" y="107"/>
                    </a:lnTo>
                    <a:lnTo>
                      <a:pt x="12" y="100"/>
                    </a:lnTo>
                    <a:lnTo>
                      <a:pt x="0" y="97"/>
                    </a:lnTo>
                    <a:lnTo>
                      <a:pt x="0" y="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93" name="Freeform 212">
                <a:extLst>
                  <a:ext uri="{FF2B5EF4-FFF2-40B4-BE49-F238E27FC236}">
                    <a16:creationId xmlns:a16="http://schemas.microsoft.com/office/drawing/2014/main" id="{3D2E6951-FD8F-B716-7C9B-830934B07445}"/>
                  </a:ext>
                </a:extLst>
              </p:cNvPr>
              <p:cNvSpPr>
                <a:spLocks/>
              </p:cNvSpPr>
              <p:nvPr/>
            </p:nvSpPr>
            <p:spPr bwMode="auto">
              <a:xfrm>
                <a:off x="4233" y="991"/>
                <a:ext cx="49" cy="14"/>
              </a:xfrm>
              <a:custGeom>
                <a:avLst/>
                <a:gdLst>
                  <a:gd name="T0" fmla="*/ 0 w 390"/>
                  <a:gd name="T1" fmla="*/ 0 h 113"/>
                  <a:gd name="T2" fmla="*/ 0 w 390"/>
                  <a:gd name="T3" fmla="*/ 0 h 113"/>
                  <a:gd name="T4" fmla="*/ 0 w 390"/>
                  <a:gd name="T5" fmla="*/ 0 h 113"/>
                  <a:gd name="T6" fmla="*/ 0 w 390"/>
                  <a:gd name="T7" fmla="*/ 0 h 113"/>
                  <a:gd name="T8" fmla="*/ 0 w 390"/>
                  <a:gd name="T9" fmla="*/ 0 h 113"/>
                  <a:gd name="T10" fmla="*/ 0 w 390"/>
                  <a:gd name="T11" fmla="*/ 0 h 113"/>
                  <a:gd name="T12" fmla="*/ 0 w 390"/>
                  <a:gd name="T13" fmla="*/ 0 h 113"/>
                  <a:gd name="T14" fmla="*/ 0 w 390"/>
                  <a:gd name="T15" fmla="*/ 0 h 113"/>
                  <a:gd name="T16" fmla="*/ 0 w 390"/>
                  <a:gd name="T17" fmla="*/ 0 h 113"/>
                  <a:gd name="T18" fmla="*/ 0 w 390"/>
                  <a:gd name="T19" fmla="*/ 0 h 113"/>
                  <a:gd name="T20" fmla="*/ 0 w 390"/>
                  <a:gd name="T21" fmla="*/ 0 h 113"/>
                  <a:gd name="T22" fmla="*/ 0 w 390"/>
                  <a:gd name="T23" fmla="*/ 0 h 113"/>
                  <a:gd name="T24" fmla="*/ 0 w 390"/>
                  <a:gd name="T25" fmla="*/ 0 h 113"/>
                  <a:gd name="T26" fmla="*/ 0 w 390"/>
                  <a:gd name="T27" fmla="*/ 0 h 113"/>
                  <a:gd name="T28" fmla="*/ 0 w 390"/>
                  <a:gd name="T29" fmla="*/ 0 h 11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90"/>
                  <a:gd name="T46" fmla="*/ 0 h 113"/>
                  <a:gd name="T47" fmla="*/ 390 w 390"/>
                  <a:gd name="T48" fmla="*/ 113 h 11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90" h="113">
                    <a:moveTo>
                      <a:pt x="0" y="0"/>
                    </a:moveTo>
                    <a:lnTo>
                      <a:pt x="41" y="11"/>
                    </a:lnTo>
                    <a:lnTo>
                      <a:pt x="136" y="0"/>
                    </a:lnTo>
                    <a:lnTo>
                      <a:pt x="307" y="5"/>
                    </a:lnTo>
                    <a:lnTo>
                      <a:pt x="390" y="20"/>
                    </a:lnTo>
                    <a:lnTo>
                      <a:pt x="279" y="73"/>
                    </a:lnTo>
                    <a:lnTo>
                      <a:pt x="184" y="113"/>
                    </a:lnTo>
                    <a:lnTo>
                      <a:pt x="300" y="48"/>
                    </a:lnTo>
                    <a:lnTo>
                      <a:pt x="291" y="20"/>
                    </a:lnTo>
                    <a:lnTo>
                      <a:pt x="164" y="20"/>
                    </a:lnTo>
                    <a:lnTo>
                      <a:pt x="50" y="25"/>
                    </a:lnTo>
                    <a:lnTo>
                      <a:pt x="17" y="25"/>
                    </a:lnTo>
                    <a:lnTo>
                      <a:pt x="35" y="84"/>
                    </a:lnTo>
                    <a:lnTo>
                      <a:pt x="0" y="2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94" name="Freeform 213">
                <a:extLst>
                  <a:ext uri="{FF2B5EF4-FFF2-40B4-BE49-F238E27FC236}">
                    <a16:creationId xmlns:a16="http://schemas.microsoft.com/office/drawing/2014/main" id="{8FDE80FE-BCC5-01BD-60DA-306EE986E359}"/>
                  </a:ext>
                </a:extLst>
              </p:cNvPr>
              <p:cNvSpPr>
                <a:spLocks/>
              </p:cNvSpPr>
              <p:nvPr/>
            </p:nvSpPr>
            <p:spPr bwMode="auto">
              <a:xfrm>
                <a:off x="4245" y="1014"/>
                <a:ext cx="17" cy="7"/>
              </a:xfrm>
              <a:custGeom>
                <a:avLst/>
                <a:gdLst>
                  <a:gd name="T0" fmla="*/ 0 w 133"/>
                  <a:gd name="T1" fmla="*/ 0 h 57"/>
                  <a:gd name="T2" fmla="*/ 0 w 133"/>
                  <a:gd name="T3" fmla="*/ 0 h 57"/>
                  <a:gd name="T4" fmla="*/ 0 w 133"/>
                  <a:gd name="T5" fmla="*/ 0 h 57"/>
                  <a:gd name="T6" fmla="*/ 0 w 133"/>
                  <a:gd name="T7" fmla="*/ 0 h 57"/>
                  <a:gd name="T8" fmla="*/ 0 w 133"/>
                  <a:gd name="T9" fmla="*/ 0 h 57"/>
                  <a:gd name="T10" fmla="*/ 0 60000 65536"/>
                  <a:gd name="T11" fmla="*/ 0 60000 65536"/>
                  <a:gd name="T12" fmla="*/ 0 60000 65536"/>
                  <a:gd name="T13" fmla="*/ 0 60000 65536"/>
                  <a:gd name="T14" fmla="*/ 0 60000 65536"/>
                  <a:gd name="T15" fmla="*/ 0 w 133"/>
                  <a:gd name="T16" fmla="*/ 0 h 57"/>
                  <a:gd name="T17" fmla="*/ 133 w 133"/>
                  <a:gd name="T18" fmla="*/ 57 h 57"/>
                </a:gdLst>
                <a:ahLst/>
                <a:cxnLst>
                  <a:cxn ang="T10">
                    <a:pos x="T0" y="T1"/>
                  </a:cxn>
                  <a:cxn ang="T11">
                    <a:pos x="T2" y="T3"/>
                  </a:cxn>
                  <a:cxn ang="T12">
                    <a:pos x="T4" y="T5"/>
                  </a:cxn>
                  <a:cxn ang="T13">
                    <a:pos x="T6" y="T7"/>
                  </a:cxn>
                  <a:cxn ang="T14">
                    <a:pos x="T8" y="T9"/>
                  </a:cxn>
                </a:cxnLst>
                <a:rect l="T15" t="T16" r="T17" b="T18"/>
                <a:pathLst>
                  <a:path w="133" h="57">
                    <a:moveTo>
                      <a:pt x="0" y="0"/>
                    </a:moveTo>
                    <a:lnTo>
                      <a:pt x="23" y="57"/>
                    </a:lnTo>
                    <a:lnTo>
                      <a:pt x="133" y="57"/>
                    </a:lnTo>
                    <a:lnTo>
                      <a:pt x="81"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95" name="Freeform 214">
                <a:extLst>
                  <a:ext uri="{FF2B5EF4-FFF2-40B4-BE49-F238E27FC236}">
                    <a16:creationId xmlns:a16="http://schemas.microsoft.com/office/drawing/2014/main" id="{422CA6A1-3C3A-91D3-D214-A16BC1BC751C}"/>
                  </a:ext>
                </a:extLst>
              </p:cNvPr>
              <p:cNvSpPr>
                <a:spLocks/>
              </p:cNvSpPr>
              <p:nvPr/>
            </p:nvSpPr>
            <p:spPr bwMode="auto">
              <a:xfrm>
                <a:off x="4261" y="927"/>
                <a:ext cx="29" cy="7"/>
              </a:xfrm>
              <a:custGeom>
                <a:avLst/>
                <a:gdLst>
                  <a:gd name="T0" fmla="*/ 0 w 238"/>
                  <a:gd name="T1" fmla="*/ 0 h 60"/>
                  <a:gd name="T2" fmla="*/ 0 w 238"/>
                  <a:gd name="T3" fmla="*/ 0 h 60"/>
                  <a:gd name="T4" fmla="*/ 0 w 238"/>
                  <a:gd name="T5" fmla="*/ 0 h 60"/>
                  <a:gd name="T6" fmla="*/ 0 w 238"/>
                  <a:gd name="T7" fmla="*/ 0 h 60"/>
                  <a:gd name="T8" fmla="*/ 0 w 238"/>
                  <a:gd name="T9" fmla="*/ 0 h 60"/>
                  <a:gd name="T10" fmla="*/ 0 w 238"/>
                  <a:gd name="T11" fmla="*/ 0 h 60"/>
                  <a:gd name="T12" fmla="*/ 0 w 238"/>
                  <a:gd name="T13" fmla="*/ 0 h 60"/>
                  <a:gd name="T14" fmla="*/ 0 w 238"/>
                  <a:gd name="T15" fmla="*/ 0 h 60"/>
                  <a:gd name="T16" fmla="*/ 0 w 238"/>
                  <a:gd name="T17" fmla="*/ 0 h 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
                  <a:gd name="T28" fmla="*/ 0 h 60"/>
                  <a:gd name="T29" fmla="*/ 238 w 238"/>
                  <a:gd name="T30" fmla="*/ 60 h 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 h="60">
                    <a:moveTo>
                      <a:pt x="0" y="53"/>
                    </a:moveTo>
                    <a:lnTo>
                      <a:pt x="60" y="60"/>
                    </a:lnTo>
                    <a:lnTo>
                      <a:pt x="123" y="60"/>
                    </a:lnTo>
                    <a:lnTo>
                      <a:pt x="182" y="32"/>
                    </a:lnTo>
                    <a:lnTo>
                      <a:pt x="238" y="0"/>
                    </a:lnTo>
                    <a:lnTo>
                      <a:pt x="160" y="35"/>
                    </a:lnTo>
                    <a:lnTo>
                      <a:pt x="97" y="53"/>
                    </a:lnTo>
                    <a:lnTo>
                      <a:pt x="51" y="53"/>
                    </a:lnTo>
                    <a:lnTo>
                      <a:pt x="0"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96" name="Freeform 215">
                <a:extLst>
                  <a:ext uri="{FF2B5EF4-FFF2-40B4-BE49-F238E27FC236}">
                    <a16:creationId xmlns:a16="http://schemas.microsoft.com/office/drawing/2014/main" id="{AA002764-2240-CA3A-B7F9-8781ED4541C7}"/>
                  </a:ext>
                </a:extLst>
              </p:cNvPr>
              <p:cNvSpPr>
                <a:spLocks/>
              </p:cNvSpPr>
              <p:nvPr/>
            </p:nvSpPr>
            <p:spPr bwMode="auto">
              <a:xfrm>
                <a:off x="4205" y="929"/>
                <a:ext cx="12" cy="6"/>
              </a:xfrm>
              <a:custGeom>
                <a:avLst/>
                <a:gdLst>
                  <a:gd name="T0" fmla="*/ 0 w 92"/>
                  <a:gd name="T1" fmla="*/ 0 h 44"/>
                  <a:gd name="T2" fmla="*/ 0 w 92"/>
                  <a:gd name="T3" fmla="*/ 0 h 44"/>
                  <a:gd name="T4" fmla="*/ 0 w 92"/>
                  <a:gd name="T5" fmla="*/ 0 h 44"/>
                  <a:gd name="T6" fmla="*/ 0 w 92"/>
                  <a:gd name="T7" fmla="*/ 0 h 44"/>
                  <a:gd name="T8" fmla="*/ 0 w 92"/>
                  <a:gd name="T9" fmla="*/ 0 h 44"/>
                  <a:gd name="T10" fmla="*/ 0 w 92"/>
                  <a:gd name="T11" fmla="*/ 0 h 44"/>
                  <a:gd name="T12" fmla="*/ 0 60000 65536"/>
                  <a:gd name="T13" fmla="*/ 0 60000 65536"/>
                  <a:gd name="T14" fmla="*/ 0 60000 65536"/>
                  <a:gd name="T15" fmla="*/ 0 60000 65536"/>
                  <a:gd name="T16" fmla="*/ 0 60000 65536"/>
                  <a:gd name="T17" fmla="*/ 0 60000 65536"/>
                  <a:gd name="T18" fmla="*/ 0 w 92"/>
                  <a:gd name="T19" fmla="*/ 0 h 44"/>
                  <a:gd name="T20" fmla="*/ 92 w 92"/>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92" h="44">
                    <a:moveTo>
                      <a:pt x="92" y="32"/>
                    </a:moveTo>
                    <a:lnTo>
                      <a:pt x="53" y="39"/>
                    </a:lnTo>
                    <a:lnTo>
                      <a:pt x="0" y="0"/>
                    </a:lnTo>
                    <a:lnTo>
                      <a:pt x="39" y="44"/>
                    </a:lnTo>
                    <a:lnTo>
                      <a:pt x="73" y="44"/>
                    </a:lnTo>
                    <a:lnTo>
                      <a:pt x="92"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97" name="Freeform 216">
                <a:extLst>
                  <a:ext uri="{FF2B5EF4-FFF2-40B4-BE49-F238E27FC236}">
                    <a16:creationId xmlns:a16="http://schemas.microsoft.com/office/drawing/2014/main" id="{C464ACE6-28D0-D73E-469E-F2FF44A6465F}"/>
                  </a:ext>
                </a:extLst>
              </p:cNvPr>
              <p:cNvSpPr>
                <a:spLocks/>
              </p:cNvSpPr>
              <p:nvPr/>
            </p:nvSpPr>
            <p:spPr bwMode="auto">
              <a:xfrm>
                <a:off x="3865" y="907"/>
                <a:ext cx="27" cy="14"/>
              </a:xfrm>
              <a:custGeom>
                <a:avLst/>
                <a:gdLst>
                  <a:gd name="T0" fmla="*/ 0 w 221"/>
                  <a:gd name="T1" fmla="*/ 0 h 107"/>
                  <a:gd name="T2" fmla="*/ 0 w 221"/>
                  <a:gd name="T3" fmla="*/ 0 h 107"/>
                  <a:gd name="T4" fmla="*/ 0 w 221"/>
                  <a:gd name="T5" fmla="*/ 0 h 107"/>
                  <a:gd name="T6" fmla="*/ 0 w 221"/>
                  <a:gd name="T7" fmla="*/ 0 h 107"/>
                  <a:gd name="T8" fmla="*/ 0 w 221"/>
                  <a:gd name="T9" fmla="*/ 0 h 107"/>
                  <a:gd name="T10" fmla="*/ 0 w 221"/>
                  <a:gd name="T11" fmla="*/ 0 h 107"/>
                  <a:gd name="T12" fmla="*/ 0 60000 65536"/>
                  <a:gd name="T13" fmla="*/ 0 60000 65536"/>
                  <a:gd name="T14" fmla="*/ 0 60000 65536"/>
                  <a:gd name="T15" fmla="*/ 0 60000 65536"/>
                  <a:gd name="T16" fmla="*/ 0 60000 65536"/>
                  <a:gd name="T17" fmla="*/ 0 60000 65536"/>
                  <a:gd name="T18" fmla="*/ 0 w 221"/>
                  <a:gd name="T19" fmla="*/ 0 h 107"/>
                  <a:gd name="T20" fmla="*/ 221 w 221"/>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221" h="107">
                    <a:moveTo>
                      <a:pt x="0" y="42"/>
                    </a:moveTo>
                    <a:lnTo>
                      <a:pt x="93" y="0"/>
                    </a:lnTo>
                    <a:lnTo>
                      <a:pt x="214" y="33"/>
                    </a:lnTo>
                    <a:lnTo>
                      <a:pt x="221" y="107"/>
                    </a:lnTo>
                    <a:lnTo>
                      <a:pt x="86" y="37"/>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98" name="Freeform 217">
                <a:extLst>
                  <a:ext uri="{FF2B5EF4-FFF2-40B4-BE49-F238E27FC236}">
                    <a16:creationId xmlns:a16="http://schemas.microsoft.com/office/drawing/2014/main" id="{C227B9A4-C01E-1523-20C1-15D29B5229CB}"/>
                  </a:ext>
                </a:extLst>
              </p:cNvPr>
              <p:cNvSpPr>
                <a:spLocks/>
              </p:cNvSpPr>
              <p:nvPr/>
            </p:nvSpPr>
            <p:spPr bwMode="auto">
              <a:xfrm>
                <a:off x="3868" y="916"/>
                <a:ext cx="19" cy="16"/>
              </a:xfrm>
              <a:custGeom>
                <a:avLst/>
                <a:gdLst>
                  <a:gd name="T0" fmla="*/ 0 w 155"/>
                  <a:gd name="T1" fmla="*/ 0 h 129"/>
                  <a:gd name="T2" fmla="*/ 0 w 155"/>
                  <a:gd name="T3" fmla="*/ 0 h 129"/>
                  <a:gd name="T4" fmla="*/ 0 w 155"/>
                  <a:gd name="T5" fmla="*/ 0 h 129"/>
                  <a:gd name="T6" fmla="*/ 0 w 155"/>
                  <a:gd name="T7" fmla="*/ 0 h 129"/>
                  <a:gd name="T8" fmla="*/ 0 w 155"/>
                  <a:gd name="T9" fmla="*/ 0 h 129"/>
                  <a:gd name="T10" fmla="*/ 0 w 155"/>
                  <a:gd name="T11" fmla="*/ 0 h 129"/>
                  <a:gd name="T12" fmla="*/ 0 w 155"/>
                  <a:gd name="T13" fmla="*/ 0 h 129"/>
                  <a:gd name="T14" fmla="*/ 0 w 155"/>
                  <a:gd name="T15" fmla="*/ 0 h 129"/>
                  <a:gd name="T16" fmla="*/ 0 w 155"/>
                  <a:gd name="T17" fmla="*/ 0 h 129"/>
                  <a:gd name="T18" fmla="*/ 0 w 155"/>
                  <a:gd name="T19" fmla="*/ 0 h 129"/>
                  <a:gd name="T20" fmla="*/ 0 w 155"/>
                  <a:gd name="T21" fmla="*/ 0 h 1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5"/>
                  <a:gd name="T34" fmla="*/ 0 h 129"/>
                  <a:gd name="T35" fmla="*/ 155 w 155"/>
                  <a:gd name="T36" fmla="*/ 129 h 1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5" h="129">
                    <a:moveTo>
                      <a:pt x="125" y="0"/>
                    </a:moveTo>
                    <a:lnTo>
                      <a:pt x="83" y="28"/>
                    </a:lnTo>
                    <a:lnTo>
                      <a:pt x="15" y="50"/>
                    </a:lnTo>
                    <a:lnTo>
                      <a:pt x="0" y="81"/>
                    </a:lnTo>
                    <a:lnTo>
                      <a:pt x="0" y="122"/>
                    </a:lnTo>
                    <a:lnTo>
                      <a:pt x="31" y="108"/>
                    </a:lnTo>
                    <a:lnTo>
                      <a:pt x="61" y="129"/>
                    </a:lnTo>
                    <a:lnTo>
                      <a:pt x="65" y="64"/>
                    </a:lnTo>
                    <a:lnTo>
                      <a:pt x="107" y="50"/>
                    </a:lnTo>
                    <a:lnTo>
                      <a:pt x="155" y="13"/>
                    </a:lnTo>
                    <a:lnTo>
                      <a:pt x="1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99" name="Freeform 218">
                <a:extLst>
                  <a:ext uri="{FF2B5EF4-FFF2-40B4-BE49-F238E27FC236}">
                    <a16:creationId xmlns:a16="http://schemas.microsoft.com/office/drawing/2014/main" id="{E7D20C3B-B59C-7200-1DAA-3C3B9F9FCBE6}"/>
                  </a:ext>
                </a:extLst>
              </p:cNvPr>
              <p:cNvSpPr>
                <a:spLocks/>
              </p:cNvSpPr>
              <p:nvPr/>
            </p:nvSpPr>
            <p:spPr bwMode="auto">
              <a:xfrm>
                <a:off x="3916" y="877"/>
                <a:ext cx="45" cy="78"/>
              </a:xfrm>
              <a:custGeom>
                <a:avLst/>
                <a:gdLst>
                  <a:gd name="T0" fmla="*/ 0 w 367"/>
                  <a:gd name="T1" fmla="*/ 0 h 624"/>
                  <a:gd name="T2" fmla="*/ 0 w 367"/>
                  <a:gd name="T3" fmla="*/ 0 h 624"/>
                  <a:gd name="T4" fmla="*/ 0 w 367"/>
                  <a:gd name="T5" fmla="*/ 0 h 624"/>
                  <a:gd name="T6" fmla="*/ 0 w 367"/>
                  <a:gd name="T7" fmla="*/ 0 h 624"/>
                  <a:gd name="T8" fmla="*/ 0 w 367"/>
                  <a:gd name="T9" fmla="*/ 0 h 624"/>
                  <a:gd name="T10" fmla="*/ 0 w 367"/>
                  <a:gd name="T11" fmla="*/ 0 h 624"/>
                  <a:gd name="T12" fmla="*/ 0 w 367"/>
                  <a:gd name="T13" fmla="*/ 0 h 624"/>
                  <a:gd name="T14" fmla="*/ 0 w 367"/>
                  <a:gd name="T15" fmla="*/ 0 h 624"/>
                  <a:gd name="T16" fmla="*/ 0 w 367"/>
                  <a:gd name="T17" fmla="*/ 0 h 624"/>
                  <a:gd name="T18" fmla="*/ 0 w 367"/>
                  <a:gd name="T19" fmla="*/ 0 h 624"/>
                  <a:gd name="T20" fmla="*/ 0 w 367"/>
                  <a:gd name="T21" fmla="*/ 0 h 624"/>
                  <a:gd name="T22" fmla="*/ 0 w 367"/>
                  <a:gd name="T23" fmla="*/ 0 h 624"/>
                  <a:gd name="T24" fmla="*/ 0 w 367"/>
                  <a:gd name="T25" fmla="*/ 0 h 624"/>
                  <a:gd name="T26" fmla="*/ 0 w 367"/>
                  <a:gd name="T27" fmla="*/ 0 h 624"/>
                  <a:gd name="T28" fmla="*/ 0 w 367"/>
                  <a:gd name="T29" fmla="*/ 0 h 624"/>
                  <a:gd name="T30" fmla="*/ 0 w 367"/>
                  <a:gd name="T31" fmla="*/ 0 h 624"/>
                  <a:gd name="T32" fmla="*/ 0 w 367"/>
                  <a:gd name="T33" fmla="*/ 0 h 624"/>
                  <a:gd name="T34" fmla="*/ 0 w 367"/>
                  <a:gd name="T35" fmla="*/ 0 h 624"/>
                  <a:gd name="T36" fmla="*/ 0 w 367"/>
                  <a:gd name="T37" fmla="*/ 0 h 624"/>
                  <a:gd name="T38" fmla="*/ 0 w 367"/>
                  <a:gd name="T39" fmla="*/ 0 h 6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67"/>
                  <a:gd name="T61" fmla="*/ 0 h 624"/>
                  <a:gd name="T62" fmla="*/ 367 w 367"/>
                  <a:gd name="T63" fmla="*/ 624 h 62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67" h="624">
                    <a:moveTo>
                      <a:pt x="0" y="192"/>
                    </a:moveTo>
                    <a:lnTo>
                      <a:pt x="123" y="19"/>
                    </a:lnTo>
                    <a:lnTo>
                      <a:pt x="367" y="0"/>
                    </a:lnTo>
                    <a:lnTo>
                      <a:pt x="162" y="33"/>
                    </a:lnTo>
                    <a:lnTo>
                      <a:pt x="125" y="107"/>
                    </a:lnTo>
                    <a:lnTo>
                      <a:pt x="35" y="224"/>
                    </a:lnTo>
                    <a:lnTo>
                      <a:pt x="35" y="332"/>
                    </a:lnTo>
                    <a:lnTo>
                      <a:pt x="99" y="450"/>
                    </a:lnTo>
                    <a:lnTo>
                      <a:pt x="143" y="473"/>
                    </a:lnTo>
                    <a:lnTo>
                      <a:pt x="143" y="536"/>
                    </a:lnTo>
                    <a:lnTo>
                      <a:pt x="174" y="501"/>
                    </a:lnTo>
                    <a:lnTo>
                      <a:pt x="218" y="492"/>
                    </a:lnTo>
                    <a:lnTo>
                      <a:pt x="209" y="521"/>
                    </a:lnTo>
                    <a:lnTo>
                      <a:pt x="143" y="567"/>
                    </a:lnTo>
                    <a:lnTo>
                      <a:pt x="105" y="624"/>
                    </a:lnTo>
                    <a:lnTo>
                      <a:pt x="26" y="613"/>
                    </a:lnTo>
                    <a:lnTo>
                      <a:pt x="81" y="598"/>
                    </a:lnTo>
                    <a:lnTo>
                      <a:pt x="99" y="492"/>
                    </a:lnTo>
                    <a:lnTo>
                      <a:pt x="0" y="298"/>
                    </a:lnTo>
                    <a:lnTo>
                      <a:pt x="0" y="19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00" name="Freeform 219">
                <a:extLst>
                  <a:ext uri="{FF2B5EF4-FFF2-40B4-BE49-F238E27FC236}">
                    <a16:creationId xmlns:a16="http://schemas.microsoft.com/office/drawing/2014/main" id="{4970B924-3502-8D41-C303-61C4A287F5AE}"/>
                  </a:ext>
                </a:extLst>
              </p:cNvPr>
              <p:cNvSpPr>
                <a:spLocks/>
              </p:cNvSpPr>
              <p:nvPr/>
            </p:nvSpPr>
            <p:spPr bwMode="auto">
              <a:xfrm>
                <a:off x="3921" y="892"/>
                <a:ext cx="42" cy="18"/>
              </a:xfrm>
              <a:custGeom>
                <a:avLst/>
                <a:gdLst>
                  <a:gd name="T0" fmla="*/ 0 w 339"/>
                  <a:gd name="T1" fmla="*/ 0 h 143"/>
                  <a:gd name="T2" fmla="*/ 0 w 339"/>
                  <a:gd name="T3" fmla="*/ 0 h 143"/>
                  <a:gd name="T4" fmla="*/ 0 w 339"/>
                  <a:gd name="T5" fmla="*/ 0 h 143"/>
                  <a:gd name="T6" fmla="*/ 0 w 339"/>
                  <a:gd name="T7" fmla="*/ 0 h 143"/>
                  <a:gd name="T8" fmla="*/ 0 w 339"/>
                  <a:gd name="T9" fmla="*/ 0 h 143"/>
                  <a:gd name="T10" fmla="*/ 0 w 339"/>
                  <a:gd name="T11" fmla="*/ 0 h 143"/>
                  <a:gd name="T12" fmla="*/ 0 w 339"/>
                  <a:gd name="T13" fmla="*/ 0 h 143"/>
                  <a:gd name="T14" fmla="*/ 0 w 339"/>
                  <a:gd name="T15" fmla="*/ 0 h 143"/>
                  <a:gd name="T16" fmla="*/ 0 w 339"/>
                  <a:gd name="T17" fmla="*/ 0 h 143"/>
                  <a:gd name="T18" fmla="*/ 0 w 339"/>
                  <a:gd name="T19" fmla="*/ 0 h 1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9"/>
                  <a:gd name="T31" fmla="*/ 0 h 143"/>
                  <a:gd name="T32" fmla="*/ 339 w 339"/>
                  <a:gd name="T33" fmla="*/ 143 h 1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9" h="143">
                    <a:moveTo>
                      <a:pt x="39" y="41"/>
                    </a:moveTo>
                    <a:lnTo>
                      <a:pt x="109" y="35"/>
                    </a:lnTo>
                    <a:lnTo>
                      <a:pt x="215" y="0"/>
                    </a:lnTo>
                    <a:lnTo>
                      <a:pt x="339" y="0"/>
                    </a:lnTo>
                    <a:lnTo>
                      <a:pt x="252" y="50"/>
                    </a:lnTo>
                    <a:lnTo>
                      <a:pt x="194" y="64"/>
                    </a:lnTo>
                    <a:lnTo>
                      <a:pt x="88" y="83"/>
                    </a:lnTo>
                    <a:lnTo>
                      <a:pt x="63" y="143"/>
                    </a:lnTo>
                    <a:lnTo>
                      <a:pt x="0" y="68"/>
                    </a:lnTo>
                    <a:lnTo>
                      <a:pt x="39"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01" name="Freeform 220">
                <a:extLst>
                  <a:ext uri="{FF2B5EF4-FFF2-40B4-BE49-F238E27FC236}">
                    <a16:creationId xmlns:a16="http://schemas.microsoft.com/office/drawing/2014/main" id="{2FDF476A-CA9C-241E-F308-4A40DEA571CB}"/>
                  </a:ext>
                </a:extLst>
              </p:cNvPr>
              <p:cNvSpPr>
                <a:spLocks/>
              </p:cNvSpPr>
              <p:nvPr/>
            </p:nvSpPr>
            <p:spPr bwMode="auto">
              <a:xfrm>
                <a:off x="3822" y="775"/>
                <a:ext cx="173" cy="135"/>
              </a:xfrm>
              <a:custGeom>
                <a:avLst/>
                <a:gdLst>
                  <a:gd name="T0" fmla="*/ 0 w 1390"/>
                  <a:gd name="T1" fmla="*/ 0 h 1077"/>
                  <a:gd name="T2" fmla="*/ 0 w 1390"/>
                  <a:gd name="T3" fmla="*/ 0 h 1077"/>
                  <a:gd name="T4" fmla="*/ 0 w 1390"/>
                  <a:gd name="T5" fmla="*/ 0 h 1077"/>
                  <a:gd name="T6" fmla="*/ 0 w 1390"/>
                  <a:gd name="T7" fmla="*/ 0 h 1077"/>
                  <a:gd name="T8" fmla="*/ 0 w 1390"/>
                  <a:gd name="T9" fmla="*/ 0 h 1077"/>
                  <a:gd name="T10" fmla="*/ 0 w 1390"/>
                  <a:gd name="T11" fmla="*/ 0 h 1077"/>
                  <a:gd name="T12" fmla="*/ 0 w 1390"/>
                  <a:gd name="T13" fmla="*/ 0 h 1077"/>
                  <a:gd name="T14" fmla="*/ 0 w 1390"/>
                  <a:gd name="T15" fmla="*/ 0 h 1077"/>
                  <a:gd name="T16" fmla="*/ 0 w 1390"/>
                  <a:gd name="T17" fmla="*/ 0 h 1077"/>
                  <a:gd name="T18" fmla="*/ 0 w 1390"/>
                  <a:gd name="T19" fmla="*/ 0 h 1077"/>
                  <a:gd name="T20" fmla="*/ 0 w 1390"/>
                  <a:gd name="T21" fmla="*/ 0 h 1077"/>
                  <a:gd name="T22" fmla="*/ 0 w 1390"/>
                  <a:gd name="T23" fmla="*/ 0 h 1077"/>
                  <a:gd name="T24" fmla="*/ 0 w 1390"/>
                  <a:gd name="T25" fmla="*/ 0 h 1077"/>
                  <a:gd name="T26" fmla="*/ 0 w 1390"/>
                  <a:gd name="T27" fmla="*/ 0 h 1077"/>
                  <a:gd name="T28" fmla="*/ 0 w 1390"/>
                  <a:gd name="T29" fmla="*/ 0 h 1077"/>
                  <a:gd name="T30" fmla="*/ 0 w 1390"/>
                  <a:gd name="T31" fmla="*/ 0 h 1077"/>
                  <a:gd name="T32" fmla="*/ 0 w 1390"/>
                  <a:gd name="T33" fmla="*/ 0 h 1077"/>
                  <a:gd name="T34" fmla="*/ 0 w 1390"/>
                  <a:gd name="T35" fmla="*/ 0 h 1077"/>
                  <a:gd name="T36" fmla="*/ 0 w 1390"/>
                  <a:gd name="T37" fmla="*/ 0 h 1077"/>
                  <a:gd name="T38" fmla="*/ 0 w 1390"/>
                  <a:gd name="T39" fmla="*/ 0 h 1077"/>
                  <a:gd name="T40" fmla="*/ 0 w 1390"/>
                  <a:gd name="T41" fmla="*/ 0 h 1077"/>
                  <a:gd name="T42" fmla="*/ 0 w 1390"/>
                  <a:gd name="T43" fmla="*/ 0 h 1077"/>
                  <a:gd name="T44" fmla="*/ 0 w 1390"/>
                  <a:gd name="T45" fmla="*/ 0 h 1077"/>
                  <a:gd name="T46" fmla="*/ 0 w 1390"/>
                  <a:gd name="T47" fmla="*/ 0 h 1077"/>
                  <a:gd name="T48" fmla="*/ 0 w 1390"/>
                  <a:gd name="T49" fmla="*/ 0 h 1077"/>
                  <a:gd name="T50" fmla="*/ 0 w 1390"/>
                  <a:gd name="T51" fmla="*/ 0 h 1077"/>
                  <a:gd name="T52" fmla="*/ 0 w 1390"/>
                  <a:gd name="T53" fmla="*/ 0 h 1077"/>
                  <a:gd name="T54" fmla="*/ 0 w 1390"/>
                  <a:gd name="T55" fmla="*/ 0 h 1077"/>
                  <a:gd name="T56" fmla="*/ 0 w 1390"/>
                  <a:gd name="T57" fmla="*/ 0 h 1077"/>
                  <a:gd name="T58" fmla="*/ 0 w 1390"/>
                  <a:gd name="T59" fmla="*/ 0 h 1077"/>
                  <a:gd name="T60" fmla="*/ 0 w 1390"/>
                  <a:gd name="T61" fmla="*/ 0 h 1077"/>
                  <a:gd name="T62" fmla="*/ 0 w 1390"/>
                  <a:gd name="T63" fmla="*/ 0 h 1077"/>
                  <a:gd name="T64" fmla="*/ 0 w 1390"/>
                  <a:gd name="T65" fmla="*/ 0 h 1077"/>
                  <a:gd name="T66" fmla="*/ 0 w 1390"/>
                  <a:gd name="T67" fmla="*/ 0 h 1077"/>
                  <a:gd name="T68" fmla="*/ 0 w 1390"/>
                  <a:gd name="T69" fmla="*/ 0 h 107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390"/>
                  <a:gd name="T106" fmla="*/ 0 h 1077"/>
                  <a:gd name="T107" fmla="*/ 1390 w 1390"/>
                  <a:gd name="T108" fmla="*/ 1077 h 107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390" h="1077">
                    <a:moveTo>
                      <a:pt x="193" y="703"/>
                    </a:moveTo>
                    <a:lnTo>
                      <a:pt x="127" y="620"/>
                    </a:lnTo>
                    <a:lnTo>
                      <a:pt x="160" y="551"/>
                    </a:lnTo>
                    <a:lnTo>
                      <a:pt x="270" y="536"/>
                    </a:lnTo>
                    <a:lnTo>
                      <a:pt x="386" y="622"/>
                    </a:lnTo>
                    <a:lnTo>
                      <a:pt x="560" y="698"/>
                    </a:lnTo>
                    <a:lnTo>
                      <a:pt x="705" y="712"/>
                    </a:lnTo>
                    <a:lnTo>
                      <a:pt x="837" y="675"/>
                    </a:lnTo>
                    <a:lnTo>
                      <a:pt x="1008" y="648"/>
                    </a:lnTo>
                    <a:lnTo>
                      <a:pt x="1142" y="670"/>
                    </a:lnTo>
                    <a:lnTo>
                      <a:pt x="1056" y="606"/>
                    </a:lnTo>
                    <a:lnTo>
                      <a:pt x="925" y="578"/>
                    </a:lnTo>
                    <a:lnTo>
                      <a:pt x="786" y="567"/>
                    </a:lnTo>
                    <a:lnTo>
                      <a:pt x="661" y="547"/>
                    </a:lnTo>
                    <a:lnTo>
                      <a:pt x="850" y="542"/>
                    </a:lnTo>
                    <a:lnTo>
                      <a:pt x="712" y="468"/>
                    </a:lnTo>
                    <a:lnTo>
                      <a:pt x="602" y="385"/>
                    </a:lnTo>
                    <a:lnTo>
                      <a:pt x="494" y="345"/>
                    </a:lnTo>
                    <a:lnTo>
                      <a:pt x="360" y="325"/>
                    </a:lnTo>
                    <a:lnTo>
                      <a:pt x="226" y="364"/>
                    </a:lnTo>
                    <a:lnTo>
                      <a:pt x="367" y="311"/>
                    </a:lnTo>
                    <a:lnTo>
                      <a:pt x="507" y="311"/>
                    </a:lnTo>
                    <a:lnTo>
                      <a:pt x="731" y="360"/>
                    </a:lnTo>
                    <a:lnTo>
                      <a:pt x="625" y="277"/>
                    </a:lnTo>
                    <a:lnTo>
                      <a:pt x="503" y="237"/>
                    </a:lnTo>
                    <a:lnTo>
                      <a:pt x="630" y="237"/>
                    </a:lnTo>
                    <a:lnTo>
                      <a:pt x="810" y="270"/>
                    </a:lnTo>
                    <a:lnTo>
                      <a:pt x="999" y="336"/>
                    </a:lnTo>
                    <a:lnTo>
                      <a:pt x="892" y="228"/>
                    </a:lnTo>
                    <a:lnTo>
                      <a:pt x="786" y="182"/>
                    </a:lnTo>
                    <a:lnTo>
                      <a:pt x="1003" y="212"/>
                    </a:lnTo>
                    <a:lnTo>
                      <a:pt x="1132" y="277"/>
                    </a:lnTo>
                    <a:lnTo>
                      <a:pt x="1213" y="351"/>
                    </a:lnTo>
                    <a:lnTo>
                      <a:pt x="1118" y="189"/>
                    </a:lnTo>
                    <a:lnTo>
                      <a:pt x="920" y="70"/>
                    </a:lnTo>
                    <a:lnTo>
                      <a:pt x="731" y="44"/>
                    </a:lnTo>
                    <a:lnTo>
                      <a:pt x="480" y="59"/>
                    </a:lnTo>
                    <a:lnTo>
                      <a:pt x="281" y="118"/>
                    </a:lnTo>
                    <a:lnTo>
                      <a:pt x="184" y="202"/>
                    </a:lnTo>
                    <a:lnTo>
                      <a:pt x="111" y="292"/>
                    </a:lnTo>
                    <a:lnTo>
                      <a:pt x="33" y="435"/>
                    </a:lnTo>
                    <a:lnTo>
                      <a:pt x="26" y="486"/>
                    </a:lnTo>
                    <a:lnTo>
                      <a:pt x="51" y="542"/>
                    </a:lnTo>
                    <a:lnTo>
                      <a:pt x="74" y="613"/>
                    </a:lnTo>
                    <a:lnTo>
                      <a:pt x="12" y="530"/>
                    </a:lnTo>
                    <a:lnTo>
                      <a:pt x="0" y="457"/>
                    </a:lnTo>
                    <a:lnTo>
                      <a:pt x="33" y="371"/>
                    </a:lnTo>
                    <a:lnTo>
                      <a:pt x="162" y="178"/>
                    </a:lnTo>
                    <a:lnTo>
                      <a:pt x="330" y="59"/>
                    </a:lnTo>
                    <a:lnTo>
                      <a:pt x="643" y="0"/>
                    </a:lnTo>
                    <a:lnTo>
                      <a:pt x="955" y="44"/>
                    </a:lnTo>
                    <a:lnTo>
                      <a:pt x="1182" y="202"/>
                    </a:lnTo>
                    <a:lnTo>
                      <a:pt x="1335" y="399"/>
                    </a:lnTo>
                    <a:lnTo>
                      <a:pt x="1377" y="586"/>
                    </a:lnTo>
                    <a:lnTo>
                      <a:pt x="1390" y="830"/>
                    </a:lnTo>
                    <a:lnTo>
                      <a:pt x="1362" y="943"/>
                    </a:lnTo>
                    <a:lnTo>
                      <a:pt x="1347" y="1077"/>
                    </a:lnTo>
                    <a:lnTo>
                      <a:pt x="1335" y="912"/>
                    </a:lnTo>
                    <a:lnTo>
                      <a:pt x="1270" y="837"/>
                    </a:lnTo>
                    <a:lnTo>
                      <a:pt x="1182" y="703"/>
                    </a:lnTo>
                    <a:lnTo>
                      <a:pt x="1086" y="675"/>
                    </a:lnTo>
                    <a:lnTo>
                      <a:pt x="1003" y="664"/>
                    </a:lnTo>
                    <a:lnTo>
                      <a:pt x="856" y="687"/>
                    </a:lnTo>
                    <a:lnTo>
                      <a:pt x="758" y="738"/>
                    </a:lnTo>
                    <a:lnTo>
                      <a:pt x="674" y="754"/>
                    </a:lnTo>
                    <a:lnTo>
                      <a:pt x="604" y="749"/>
                    </a:lnTo>
                    <a:lnTo>
                      <a:pt x="452" y="703"/>
                    </a:lnTo>
                    <a:lnTo>
                      <a:pt x="330" y="639"/>
                    </a:lnTo>
                    <a:lnTo>
                      <a:pt x="201" y="712"/>
                    </a:lnTo>
                    <a:lnTo>
                      <a:pt x="193" y="7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02" name="Freeform 221">
                <a:extLst>
                  <a:ext uri="{FF2B5EF4-FFF2-40B4-BE49-F238E27FC236}">
                    <a16:creationId xmlns:a16="http://schemas.microsoft.com/office/drawing/2014/main" id="{779AB382-D141-9B7F-77BD-E3C323005C05}"/>
                  </a:ext>
                </a:extLst>
              </p:cNvPr>
              <p:cNvSpPr>
                <a:spLocks/>
              </p:cNvSpPr>
              <p:nvPr/>
            </p:nvSpPr>
            <p:spPr bwMode="auto">
              <a:xfrm>
                <a:off x="3810" y="852"/>
                <a:ext cx="44" cy="85"/>
              </a:xfrm>
              <a:custGeom>
                <a:avLst/>
                <a:gdLst>
                  <a:gd name="T0" fmla="*/ 0 w 349"/>
                  <a:gd name="T1" fmla="*/ 0 h 683"/>
                  <a:gd name="T2" fmla="*/ 0 w 349"/>
                  <a:gd name="T3" fmla="*/ 0 h 683"/>
                  <a:gd name="T4" fmla="*/ 0 w 349"/>
                  <a:gd name="T5" fmla="*/ 0 h 683"/>
                  <a:gd name="T6" fmla="*/ 0 w 349"/>
                  <a:gd name="T7" fmla="*/ 0 h 683"/>
                  <a:gd name="T8" fmla="*/ 0 w 349"/>
                  <a:gd name="T9" fmla="*/ 0 h 683"/>
                  <a:gd name="T10" fmla="*/ 0 w 349"/>
                  <a:gd name="T11" fmla="*/ 0 h 683"/>
                  <a:gd name="T12" fmla="*/ 0 w 349"/>
                  <a:gd name="T13" fmla="*/ 0 h 683"/>
                  <a:gd name="T14" fmla="*/ 0 w 349"/>
                  <a:gd name="T15" fmla="*/ 0 h 683"/>
                  <a:gd name="T16" fmla="*/ 0 w 349"/>
                  <a:gd name="T17" fmla="*/ 0 h 683"/>
                  <a:gd name="T18" fmla="*/ 0 w 349"/>
                  <a:gd name="T19" fmla="*/ 0 h 683"/>
                  <a:gd name="T20" fmla="*/ 0 w 349"/>
                  <a:gd name="T21" fmla="*/ 0 h 683"/>
                  <a:gd name="T22" fmla="*/ 0 w 349"/>
                  <a:gd name="T23" fmla="*/ 0 h 683"/>
                  <a:gd name="T24" fmla="*/ 0 w 349"/>
                  <a:gd name="T25" fmla="*/ 0 h 683"/>
                  <a:gd name="T26" fmla="*/ 0 w 349"/>
                  <a:gd name="T27" fmla="*/ 0 h 683"/>
                  <a:gd name="T28" fmla="*/ 0 w 349"/>
                  <a:gd name="T29" fmla="*/ 0 h 683"/>
                  <a:gd name="T30" fmla="*/ 0 w 349"/>
                  <a:gd name="T31" fmla="*/ 0 h 683"/>
                  <a:gd name="T32" fmla="*/ 0 w 349"/>
                  <a:gd name="T33" fmla="*/ 0 h 683"/>
                  <a:gd name="T34" fmla="*/ 0 w 349"/>
                  <a:gd name="T35" fmla="*/ 0 h 683"/>
                  <a:gd name="T36" fmla="*/ 0 w 349"/>
                  <a:gd name="T37" fmla="*/ 0 h 683"/>
                  <a:gd name="T38" fmla="*/ 0 w 349"/>
                  <a:gd name="T39" fmla="*/ 0 h 683"/>
                  <a:gd name="T40" fmla="*/ 0 w 349"/>
                  <a:gd name="T41" fmla="*/ 0 h 683"/>
                  <a:gd name="T42" fmla="*/ 0 w 349"/>
                  <a:gd name="T43" fmla="*/ 0 h 683"/>
                  <a:gd name="T44" fmla="*/ 0 w 349"/>
                  <a:gd name="T45" fmla="*/ 0 h 683"/>
                  <a:gd name="T46" fmla="*/ 0 w 349"/>
                  <a:gd name="T47" fmla="*/ 0 h 683"/>
                  <a:gd name="T48" fmla="*/ 0 w 349"/>
                  <a:gd name="T49" fmla="*/ 0 h 683"/>
                  <a:gd name="T50" fmla="*/ 0 w 349"/>
                  <a:gd name="T51" fmla="*/ 0 h 683"/>
                  <a:gd name="T52" fmla="*/ 0 w 349"/>
                  <a:gd name="T53" fmla="*/ 0 h 683"/>
                  <a:gd name="T54" fmla="*/ 0 w 349"/>
                  <a:gd name="T55" fmla="*/ 0 h 683"/>
                  <a:gd name="T56" fmla="*/ 0 w 349"/>
                  <a:gd name="T57" fmla="*/ 0 h 683"/>
                  <a:gd name="T58" fmla="*/ 0 w 349"/>
                  <a:gd name="T59" fmla="*/ 0 h 683"/>
                  <a:gd name="T60" fmla="*/ 0 w 349"/>
                  <a:gd name="T61" fmla="*/ 0 h 683"/>
                  <a:gd name="T62" fmla="*/ 0 w 349"/>
                  <a:gd name="T63" fmla="*/ 0 h 683"/>
                  <a:gd name="T64" fmla="*/ 0 w 349"/>
                  <a:gd name="T65" fmla="*/ 0 h 683"/>
                  <a:gd name="T66" fmla="*/ 0 w 349"/>
                  <a:gd name="T67" fmla="*/ 0 h 683"/>
                  <a:gd name="T68" fmla="*/ 0 w 349"/>
                  <a:gd name="T69" fmla="*/ 0 h 68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49"/>
                  <a:gd name="T106" fmla="*/ 0 h 683"/>
                  <a:gd name="T107" fmla="*/ 349 w 349"/>
                  <a:gd name="T108" fmla="*/ 683 h 68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49" h="683">
                    <a:moveTo>
                      <a:pt x="283" y="106"/>
                    </a:moveTo>
                    <a:lnTo>
                      <a:pt x="252" y="81"/>
                    </a:lnTo>
                    <a:lnTo>
                      <a:pt x="217" y="74"/>
                    </a:lnTo>
                    <a:lnTo>
                      <a:pt x="201" y="112"/>
                    </a:lnTo>
                    <a:lnTo>
                      <a:pt x="199" y="171"/>
                    </a:lnTo>
                    <a:lnTo>
                      <a:pt x="192" y="246"/>
                    </a:lnTo>
                    <a:lnTo>
                      <a:pt x="164" y="307"/>
                    </a:lnTo>
                    <a:lnTo>
                      <a:pt x="141" y="353"/>
                    </a:lnTo>
                    <a:lnTo>
                      <a:pt x="141" y="411"/>
                    </a:lnTo>
                    <a:lnTo>
                      <a:pt x="141" y="442"/>
                    </a:lnTo>
                    <a:lnTo>
                      <a:pt x="79" y="399"/>
                    </a:lnTo>
                    <a:lnTo>
                      <a:pt x="56" y="330"/>
                    </a:lnTo>
                    <a:lnTo>
                      <a:pt x="98" y="237"/>
                    </a:lnTo>
                    <a:lnTo>
                      <a:pt x="123" y="141"/>
                    </a:lnTo>
                    <a:lnTo>
                      <a:pt x="123" y="62"/>
                    </a:lnTo>
                    <a:lnTo>
                      <a:pt x="141" y="30"/>
                    </a:lnTo>
                    <a:lnTo>
                      <a:pt x="164" y="26"/>
                    </a:lnTo>
                    <a:lnTo>
                      <a:pt x="123" y="0"/>
                    </a:lnTo>
                    <a:lnTo>
                      <a:pt x="52" y="18"/>
                    </a:lnTo>
                    <a:lnTo>
                      <a:pt x="17" y="70"/>
                    </a:lnTo>
                    <a:lnTo>
                      <a:pt x="0" y="178"/>
                    </a:lnTo>
                    <a:lnTo>
                      <a:pt x="6" y="274"/>
                    </a:lnTo>
                    <a:lnTo>
                      <a:pt x="30" y="343"/>
                    </a:lnTo>
                    <a:lnTo>
                      <a:pt x="58" y="404"/>
                    </a:lnTo>
                    <a:lnTo>
                      <a:pt x="123" y="464"/>
                    </a:lnTo>
                    <a:lnTo>
                      <a:pt x="187" y="505"/>
                    </a:lnTo>
                    <a:lnTo>
                      <a:pt x="213" y="545"/>
                    </a:lnTo>
                    <a:lnTo>
                      <a:pt x="243" y="593"/>
                    </a:lnTo>
                    <a:lnTo>
                      <a:pt x="274" y="629"/>
                    </a:lnTo>
                    <a:lnTo>
                      <a:pt x="309" y="646"/>
                    </a:lnTo>
                    <a:lnTo>
                      <a:pt x="349" y="683"/>
                    </a:lnTo>
                    <a:lnTo>
                      <a:pt x="309" y="569"/>
                    </a:lnTo>
                    <a:lnTo>
                      <a:pt x="279" y="290"/>
                    </a:lnTo>
                    <a:lnTo>
                      <a:pt x="305" y="81"/>
                    </a:lnTo>
                    <a:lnTo>
                      <a:pt x="283" y="10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03" name="Freeform 222">
                <a:extLst>
                  <a:ext uri="{FF2B5EF4-FFF2-40B4-BE49-F238E27FC236}">
                    <a16:creationId xmlns:a16="http://schemas.microsoft.com/office/drawing/2014/main" id="{C8815D83-1820-1BFA-ADC2-5409F3FFFF06}"/>
                  </a:ext>
                </a:extLst>
              </p:cNvPr>
              <p:cNvSpPr>
                <a:spLocks/>
              </p:cNvSpPr>
              <p:nvPr/>
            </p:nvSpPr>
            <p:spPr bwMode="auto">
              <a:xfrm>
                <a:off x="3852" y="924"/>
                <a:ext cx="138" cy="88"/>
              </a:xfrm>
              <a:custGeom>
                <a:avLst/>
                <a:gdLst>
                  <a:gd name="T0" fmla="*/ 0 w 1105"/>
                  <a:gd name="T1" fmla="*/ 0 h 705"/>
                  <a:gd name="T2" fmla="*/ 0 w 1105"/>
                  <a:gd name="T3" fmla="*/ 0 h 705"/>
                  <a:gd name="T4" fmla="*/ 0 w 1105"/>
                  <a:gd name="T5" fmla="*/ 0 h 705"/>
                  <a:gd name="T6" fmla="*/ 0 w 1105"/>
                  <a:gd name="T7" fmla="*/ 0 h 705"/>
                  <a:gd name="T8" fmla="*/ 0 w 1105"/>
                  <a:gd name="T9" fmla="*/ 0 h 705"/>
                  <a:gd name="T10" fmla="*/ 0 w 1105"/>
                  <a:gd name="T11" fmla="*/ 0 h 705"/>
                  <a:gd name="T12" fmla="*/ 0 w 1105"/>
                  <a:gd name="T13" fmla="*/ 0 h 705"/>
                  <a:gd name="T14" fmla="*/ 0 w 1105"/>
                  <a:gd name="T15" fmla="*/ 0 h 705"/>
                  <a:gd name="T16" fmla="*/ 0 w 1105"/>
                  <a:gd name="T17" fmla="*/ 0 h 705"/>
                  <a:gd name="T18" fmla="*/ 0 w 1105"/>
                  <a:gd name="T19" fmla="*/ 0 h 705"/>
                  <a:gd name="T20" fmla="*/ 0 w 1105"/>
                  <a:gd name="T21" fmla="*/ 0 h 705"/>
                  <a:gd name="T22" fmla="*/ 0 w 1105"/>
                  <a:gd name="T23" fmla="*/ 0 h 705"/>
                  <a:gd name="T24" fmla="*/ 0 w 1105"/>
                  <a:gd name="T25" fmla="*/ 0 h 705"/>
                  <a:gd name="T26" fmla="*/ 0 w 1105"/>
                  <a:gd name="T27" fmla="*/ 0 h 705"/>
                  <a:gd name="T28" fmla="*/ 0 w 1105"/>
                  <a:gd name="T29" fmla="*/ 0 h 705"/>
                  <a:gd name="T30" fmla="*/ 0 w 1105"/>
                  <a:gd name="T31" fmla="*/ 0 h 705"/>
                  <a:gd name="T32" fmla="*/ 0 w 1105"/>
                  <a:gd name="T33" fmla="*/ 0 h 705"/>
                  <a:gd name="T34" fmla="*/ 0 w 1105"/>
                  <a:gd name="T35" fmla="*/ 0 h 705"/>
                  <a:gd name="T36" fmla="*/ 0 w 1105"/>
                  <a:gd name="T37" fmla="*/ 0 h 705"/>
                  <a:gd name="T38" fmla="*/ 0 w 1105"/>
                  <a:gd name="T39" fmla="*/ 0 h 705"/>
                  <a:gd name="T40" fmla="*/ 0 w 1105"/>
                  <a:gd name="T41" fmla="*/ 0 h 705"/>
                  <a:gd name="T42" fmla="*/ 0 w 1105"/>
                  <a:gd name="T43" fmla="*/ 0 h 705"/>
                  <a:gd name="T44" fmla="*/ 0 w 1105"/>
                  <a:gd name="T45" fmla="*/ 0 h 705"/>
                  <a:gd name="T46" fmla="*/ 0 w 1105"/>
                  <a:gd name="T47" fmla="*/ 0 h 705"/>
                  <a:gd name="T48" fmla="*/ 0 w 1105"/>
                  <a:gd name="T49" fmla="*/ 0 h 705"/>
                  <a:gd name="T50" fmla="*/ 0 w 1105"/>
                  <a:gd name="T51" fmla="*/ 0 h 705"/>
                  <a:gd name="T52" fmla="*/ 0 w 1105"/>
                  <a:gd name="T53" fmla="*/ 0 h 705"/>
                  <a:gd name="T54" fmla="*/ 0 w 1105"/>
                  <a:gd name="T55" fmla="*/ 0 h 705"/>
                  <a:gd name="T56" fmla="*/ 0 w 1105"/>
                  <a:gd name="T57" fmla="*/ 0 h 705"/>
                  <a:gd name="T58" fmla="*/ 0 w 1105"/>
                  <a:gd name="T59" fmla="*/ 0 h 705"/>
                  <a:gd name="T60" fmla="*/ 0 w 1105"/>
                  <a:gd name="T61" fmla="*/ 0 h 705"/>
                  <a:gd name="T62" fmla="*/ 0 w 1105"/>
                  <a:gd name="T63" fmla="*/ 0 h 705"/>
                  <a:gd name="T64" fmla="*/ 0 w 1105"/>
                  <a:gd name="T65" fmla="*/ 0 h 70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105"/>
                  <a:gd name="T100" fmla="*/ 0 h 705"/>
                  <a:gd name="T101" fmla="*/ 1105 w 1105"/>
                  <a:gd name="T102" fmla="*/ 705 h 70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105" h="705">
                    <a:moveTo>
                      <a:pt x="35" y="131"/>
                    </a:moveTo>
                    <a:lnTo>
                      <a:pt x="113" y="270"/>
                    </a:lnTo>
                    <a:lnTo>
                      <a:pt x="228" y="386"/>
                    </a:lnTo>
                    <a:lnTo>
                      <a:pt x="388" y="572"/>
                    </a:lnTo>
                    <a:lnTo>
                      <a:pt x="526" y="611"/>
                    </a:lnTo>
                    <a:lnTo>
                      <a:pt x="632" y="652"/>
                    </a:lnTo>
                    <a:lnTo>
                      <a:pt x="706" y="646"/>
                    </a:lnTo>
                    <a:lnTo>
                      <a:pt x="925" y="572"/>
                    </a:lnTo>
                    <a:lnTo>
                      <a:pt x="948" y="518"/>
                    </a:lnTo>
                    <a:lnTo>
                      <a:pt x="1017" y="334"/>
                    </a:lnTo>
                    <a:lnTo>
                      <a:pt x="1079" y="180"/>
                    </a:lnTo>
                    <a:lnTo>
                      <a:pt x="1093" y="0"/>
                    </a:lnTo>
                    <a:lnTo>
                      <a:pt x="1105" y="252"/>
                    </a:lnTo>
                    <a:lnTo>
                      <a:pt x="1010" y="448"/>
                    </a:lnTo>
                    <a:lnTo>
                      <a:pt x="957" y="606"/>
                    </a:lnTo>
                    <a:lnTo>
                      <a:pt x="925" y="632"/>
                    </a:lnTo>
                    <a:lnTo>
                      <a:pt x="667" y="705"/>
                    </a:lnTo>
                    <a:lnTo>
                      <a:pt x="595" y="669"/>
                    </a:lnTo>
                    <a:lnTo>
                      <a:pt x="360" y="604"/>
                    </a:lnTo>
                    <a:lnTo>
                      <a:pt x="293" y="533"/>
                    </a:lnTo>
                    <a:lnTo>
                      <a:pt x="125" y="314"/>
                    </a:lnTo>
                    <a:lnTo>
                      <a:pt x="83" y="337"/>
                    </a:lnTo>
                    <a:lnTo>
                      <a:pt x="39" y="325"/>
                    </a:lnTo>
                    <a:lnTo>
                      <a:pt x="1" y="279"/>
                    </a:lnTo>
                    <a:lnTo>
                      <a:pt x="1" y="203"/>
                    </a:lnTo>
                    <a:lnTo>
                      <a:pt x="17" y="270"/>
                    </a:lnTo>
                    <a:lnTo>
                      <a:pt x="52" y="302"/>
                    </a:lnTo>
                    <a:lnTo>
                      <a:pt x="76" y="261"/>
                    </a:lnTo>
                    <a:lnTo>
                      <a:pt x="17" y="138"/>
                    </a:lnTo>
                    <a:lnTo>
                      <a:pt x="0" y="153"/>
                    </a:lnTo>
                    <a:lnTo>
                      <a:pt x="8" y="118"/>
                    </a:lnTo>
                    <a:lnTo>
                      <a:pt x="1" y="65"/>
                    </a:lnTo>
                    <a:lnTo>
                      <a:pt x="35" y="1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04" name="Freeform 223">
                <a:extLst>
                  <a:ext uri="{FF2B5EF4-FFF2-40B4-BE49-F238E27FC236}">
                    <a16:creationId xmlns:a16="http://schemas.microsoft.com/office/drawing/2014/main" id="{2CAB1D0A-211D-9014-CDEB-DBFF3E629B9B}"/>
                  </a:ext>
                </a:extLst>
              </p:cNvPr>
              <p:cNvSpPr>
                <a:spLocks/>
              </p:cNvSpPr>
              <p:nvPr/>
            </p:nvSpPr>
            <p:spPr bwMode="auto">
              <a:xfrm>
                <a:off x="3919" y="956"/>
                <a:ext cx="45" cy="31"/>
              </a:xfrm>
              <a:custGeom>
                <a:avLst/>
                <a:gdLst>
                  <a:gd name="T0" fmla="*/ 0 w 365"/>
                  <a:gd name="T1" fmla="*/ 0 h 246"/>
                  <a:gd name="T2" fmla="*/ 0 w 365"/>
                  <a:gd name="T3" fmla="*/ 0 h 246"/>
                  <a:gd name="T4" fmla="*/ 0 w 365"/>
                  <a:gd name="T5" fmla="*/ 0 h 246"/>
                  <a:gd name="T6" fmla="*/ 0 w 365"/>
                  <a:gd name="T7" fmla="*/ 0 h 246"/>
                  <a:gd name="T8" fmla="*/ 0 w 365"/>
                  <a:gd name="T9" fmla="*/ 0 h 246"/>
                  <a:gd name="T10" fmla="*/ 0 w 365"/>
                  <a:gd name="T11" fmla="*/ 0 h 246"/>
                  <a:gd name="T12" fmla="*/ 0 w 365"/>
                  <a:gd name="T13" fmla="*/ 0 h 246"/>
                  <a:gd name="T14" fmla="*/ 0 w 365"/>
                  <a:gd name="T15" fmla="*/ 0 h 246"/>
                  <a:gd name="T16" fmla="*/ 0 w 365"/>
                  <a:gd name="T17" fmla="*/ 0 h 246"/>
                  <a:gd name="T18" fmla="*/ 0 w 365"/>
                  <a:gd name="T19" fmla="*/ 0 h 246"/>
                  <a:gd name="T20" fmla="*/ 0 w 365"/>
                  <a:gd name="T21" fmla="*/ 0 h 246"/>
                  <a:gd name="T22" fmla="*/ 0 w 365"/>
                  <a:gd name="T23" fmla="*/ 0 h 246"/>
                  <a:gd name="T24" fmla="*/ 0 w 365"/>
                  <a:gd name="T25" fmla="*/ 0 h 246"/>
                  <a:gd name="T26" fmla="*/ 0 w 365"/>
                  <a:gd name="T27" fmla="*/ 0 h 246"/>
                  <a:gd name="T28" fmla="*/ 0 w 365"/>
                  <a:gd name="T29" fmla="*/ 0 h 246"/>
                  <a:gd name="T30" fmla="*/ 0 w 365"/>
                  <a:gd name="T31" fmla="*/ 0 h 246"/>
                  <a:gd name="T32" fmla="*/ 0 w 365"/>
                  <a:gd name="T33" fmla="*/ 0 h 246"/>
                  <a:gd name="T34" fmla="*/ 0 w 365"/>
                  <a:gd name="T35" fmla="*/ 0 h 246"/>
                  <a:gd name="T36" fmla="*/ 0 w 365"/>
                  <a:gd name="T37" fmla="*/ 0 h 246"/>
                  <a:gd name="T38" fmla="*/ 0 w 365"/>
                  <a:gd name="T39" fmla="*/ 0 h 246"/>
                  <a:gd name="T40" fmla="*/ 0 w 365"/>
                  <a:gd name="T41" fmla="*/ 0 h 246"/>
                  <a:gd name="T42" fmla="*/ 0 w 365"/>
                  <a:gd name="T43" fmla="*/ 0 h 246"/>
                  <a:gd name="T44" fmla="*/ 0 w 365"/>
                  <a:gd name="T45" fmla="*/ 0 h 24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65"/>
                  <a:gd name="T70" fmla="*/ 0 h 246"/>
                  <a:gd name="T71" fmla="*/ 365 w 365"/>
                  <a:gd name="T72" fmla="*/ 246 h 24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65" h="246">
                    <a:moveTo>
                      <a:pt x="0" y="151"/>
                    </a:moveTo>
                    <a:lnTo>
                      <a:pt x="33" y="136"/>
                    </a:lnTo>
                    <a:lnTo>
                      <a:pt x="93" y="127"/>
                    </a:lnTo>
                    <a:lnTo>
                      <a:pt x="150" y="127"/>
                    </a:lnTo>
                    <a:lnTo>
                      <a:pt x="210" y="75"/>
                    </a:lnTo>
                    <a:lnTo>
                      <a:pt x="242" y="68"/>
                    </a:lnTo>
                    <a:lnTo>
                      <a:pt x="242" y="140"/>
                    </a:lnTo>
                    <a:lnTo>
                      <a:pt x="183" y="195"/>
                    </a:lnTo>
                    <a:lnTo>
                      <a:pt x="97" y="207"/>
                    </a:lnTo>
                    <a:lnTo>
                      <a:pt x="143" y="246"/>
                    </a:lnTo>
                    <a:lnTo>
                      <a:pt x="192" y="216"/>
                    </a:lnTo>
                    <a:lnTo>
                      <a:pt x="258" y="213"/>
                    </a:lnTo>
                    <a:lnTo>
                      <a:pt x="291" y="213"/>
                    </a:lnTo>
                    <a:lnTo>
                      <a:pt x="293" y="136"/>
                    </a:lnTo>
                    <a:lnTo>
                      <a:pt x="300" y="66"/>
                    </a:lnTo>
                    <a:lnTo>
                      <a:pt x="365" y="34"/>
                    </a:lnTo>
                    <a:lnTo>
                      <a:pt x="323" y="2"/>
                    </a:lnTo>
                    <a:lnTo>
                      <a:pt x="242" y="0"/>
                    </a:lnTo>
                    <a:lnTo>
                      <a:pt x="178" y="20"/>
                    </a:lnTo>
                    <a:lnTo>
                      <a:pt x="122" y="83"/>
                    </a:lnTo>
                    <a:lnTo>
                      <a:pt x="73" y="96"/>
                    </a:lnTo>
                    <a:lnTo>
                      <a:pt x="25" y="126"/>
                    </a:lnTo>
                    <a:lnTo>
                      <a:pt x="0" y="1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05" name="Freeform 224">
                <a:extLst>
                  <a:ext uri="{FF2B5EF4-FFF2-40B4-BE49-F238E27FC236}">
                    <a16:creationId xmlns:a16="http://schemas.microsoft.com/office/drawing/2014/main" id="{B2578187-C786-5DD7-6D32-ECCABCF259F6}"/>
                  </a:ext>
                </a:extLst>
              </p:cNvPr>
              <p:cNvSpPr>
                <a:spLocks/>
              </p:cNvSpPr>
              <p:nvPr/>
            </p:nvSpPr>
            <p:spPr bwMode="auto">
              <a:xfrm>
                <a:off x="3989" y="905"/>
                <a:ext cx="16" cy="32"/>
              </a:xfrm>
              <a:custGeom>
                <a:avLst/>
                <a:gdLst>
                  <a:gd name="T0" fmla="*/ 0 w 132"/>
                  <a:gd name="T1" fmla="*/ 0 h 251"/>
                  <a:gd name="T2" fmla="*/ 0 w 132"/>
                  <a:gd name="T3" fmla="*/ 0 h 251"/>
                  <a:gd name="T4" fmla="*/ 0 w 132"/>
                  <a:gd name="T5" fmla="*/ 0 h 251"/>
                  <a:gd name="T6" fmla="*/ 0 w 132"/>
                  <a:gd name="T7" fmla="*/ 0 h 251"/>
                  <a:gd name="T8" fmla="*/ 0 w 132"/>
                  <a:gd name="T9" fmla="*/ 0 h 251"/>
                  <a:gd name="T10" fmla="*/ 0 w 132"/>
                  <a:gd name="T11" fmla="*/ 0 h 251"/>
                  <a:gd name="T12" fmla="*/ 0 w 132"/>
                  <a:gd name="T13" fmla="*/ 0 h 251"/>
                  <a:gd name="T14" fmla="*/ 0 w 132"/>
                  <a:gd name="T15" fmla="*/ 0 h 251"/>
                  <a:gd name="T16" fmla="*/ 0 w 132"/>
                  <a:gd name="T17" fmla="*/ 0 h 251"/>
                  <a:gd name="T18" fmla="*/ 0 w 132"/>
                  <a:gd name="T19" fmla="*/ 0 h 251"/>
                  <a:gd name="T20" fmla="*/ 0 w 132"/>
                  <a:gd name="T21" fmla="*/ 0 h 251"/>
                  <a:gd name="T22" fmla="*/ 0 w 132"/>
                  <a:gd name="T23" fmla="*/ 0 h 251"/>
                  <a:gd name="T24" fmla="*/ 0 w 132"/>
                  <a:gd name="T25" fmla="*/ 0 h 251"/>
                  <a:gd name="T26" fmla="*/ 0 w 132"/>
                  <a:gd name="T27" fmla="*/ 0 h 251"/>
                  <a:gd name="T28" fmla="*/ 0 w 132"/>
                  <a:gd name="T29" fmla="*/ 0 h 251"/>
                  <a:gd name="T30" fmla="*/ 0 w 132"/>
                  <a:gd name="T31" fmla="*/ 0 h 251"/>
                  <a:gd name="T32" fmla="*/ 0 w 132"/>
                  <a:gd name="T33" fmla="*/ 0 h 251"/>
                  <a:gd name="T34" fmla="*/ 0 w 132"/>
                  <a:gd name="T35" fmla="*/ 0 h 2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2"/>
                  <a:gd name="T55" fmla="*/ 0 h 251"/>
                  <a:gd name="T56" fmla="*/ 132 w 132"/>
                  <a:gd name="T57" fmla="*/ 251 h 2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2" h="251">
                    <a:moveTo>
                      <a:pt x="3" y="157"/>
                    </a:moveTo>
                    <a:lnTo>
                      <a:pt x="51" y="189"/>
                    </a:lnTo>
                    <a:lnTo>
                      <a:pt x="86" y="160"/>
                    </a:lnTo>
                    <a:lnTo>
                      <a:pt x="115" y="114"/>
                    </a:lnTo>
                    <a:lnTo>
                      <a:pt x="111" y="74"/>
                    </a:lnTo>
                    <a:lnTo>
                      <a:pt x="71" y="16"/>
                    </a:lnTo>
                    <a:lnTo>
                      <a:pt x="34" y="18"/>
                    </a:lnTo>
                    <a:lnTo>
                      <a:pt x="23" y="35"/>
                    </a:lnTo>
                    <a:lnTo>
                      <a:pt x="27" y="5"/>
                    </a:lnTo>
                    <a:lnTo>
                      <a:pt x="62" y="0"/>
                    </a:lnTo>
                    <a:lnTo>
                      <a:pt x="106" y="18"/>
                    </a:lnTo>
                    <a:lnTo>
                      <a:pt x="132" y="86"/>
                    </a:lnTo>
                    <a:lnTo>
                      <a:pt x="129" y="150"/>
                    </a:lnTo>
                    <a:lnTo>
                      <a:pt x="106" y="222"/>
                    </a:lnTo>
                    <a:lnTo>
                      <a:pt x="64" y="251"/>
                    </a:lnTo>
                    <a:lnTo>
                      <a:pt x="34" y="249"/>
                    </a:lnTo>
                    <a:lnTo>
                      <a:pt x="0" y="233"/>
                    </a:lnTo>
                    <a:lnTo>
                      <a:pt x="3" y="15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06" name="Freeform 225">
                <a:extLst>
                  <a:ext uri="{FF2B5EF4-FFF2-40B4-BE49-F238E27FC236}">
                    <a16:creationId xmlns:a16="http://schemas.microsoft.com/office/drawing/2014/main" id="{4815C970-711C-9E4C-F051-6D1F9318C8AA}"/>
                  </a:ext>
                </a:extLst>
              </p:cNvPr>
              <p:cNvSpPr>
                <a:spLocks/>
              </p:cNvSpPr>
              <p:nvPr/>
            </p:nvSpPr>
            <p:spPr bwMode="auto">
              <a:xfrm>
                <a:off x="3865" y="930"/>
                <a:ext cx="166" cy="266"/>
              </a:xfrm>
              <a:custGeom>
                <a:avLst/>
                <a:gdLst>
                  <a:gd name="T0" fmla="*/ 0 w 1327"/>
                  <a:gd name="T1" fmla="*/ 0 h 2133"/>
                  <a:gd name="T2" fmla="*/ 0 w 1327"/>
                  <a:gd name="T3" fmla="*/ 0 h 2133"/>
                  <a:gd name="T4" fmla="*/ 0 w 1327"/>
                  <a:gd name="T5" fmla="*/ 0 h 2133"/>
                  <a:gd name="T6" fmla="*/ 0 w 1327"/>
                  <a:gd name="T7" fmla="*/ 0 h 2133"/>
                  <a:gd name="T8" fmla="*/ 0 w 1327"/>
                  <a:gd name="T9" fmla="*/ 0 h 2133"/>
                  <a:gd name="T10" fmla="*/ 0 w 1327"/>
                  <a:gd name="T11" fmla="*/ 0 h 2133"/>
                  <a:gd name="T12" fmla="*/ 0 w 1327"/>
                  <a:gd name="T13" fmla="*/ 0 h 2133"/>
                  <a:gd name="T14" fmla="*/ 0 w 1327"/>
                  <a:gd name="T15" fmla="*/ 0 h 2133"/>
                  <a:gd name="T16" fmla="*/ 0 w 1327"/>
                  <a:gd name="T17" fmla="*/ 0 h 2133"/>
                  <a:gd name="T18" fmla="*/ 0 w 1327"/>
                  <a:gd name="T19" fmla="*/ 0 h 2133"/>
                  <a:gd name="T20" fmla="*/ 0 w 1327"/>
                  <a:gd name="T21" fmla="*/ 0 h 2133"/>
                  <a:gd name="T22" fmla="*/ 0 w 1327"/>
                  <a:gd name="T23" fmla="*/ 0 h 2133"/>
                  <a:gd name="T24" fmla="*/ 0 w 1327"/>
                  <a:gd name="T25" fmla="*/ 0 h 2133"/>
                  <a:gd name="T26" fmla="*/ 0 w 1327"/>
                  <a:gd name="T27" fmla="*/ 0 h 2133"/>
                  <a:gd name="T28" fmla="*/ 0 w 1327"/>
                  <a:gd name="T29" fmla="*/ 0 h 2133"/>
                  <a:gd name="T30" fmla="*/ 0 w 1327"/>
                  <a:gd name="T31" fmla="*/ 0 h 2133"/>
                  <a:gd name="T32" fmla="*/ 0 w 1327"/>
                  <a:gd name="T33" fmla="*/ 0 h 2133"/>
                  <a:gd name="T34" fmla="*/ 0 w 1327"/>
                  <a:gd name="T35" fmla="*/ 0 h 2133"/>
                  <a:gd name="T36" fmla="*/ 0 w 1327"/>
                  <a:gd name="T37" fmla="*/ 0 h 2133"/>
                  <a:gd name="T38" fmla="*/ 0 w 1327"/>
                  <a:gd name="T39" fmla="*/ 0 h 2133"/>
                  <a:gd name="T40" fmla="*/ 0 w 1327"/>
                  <a:gd name="T41" fmla="*/ 0 h 2133"/>
                  <a:gd name="T42" fmla="*/ 0 w 1327"/>
                  <a:gd name="T43" fmla="*/ 0 h 2133"/>
                  <a:gd name="T44" fmla="*/ 0 w 1327"/>
                  <a:gd name="T45" fmla="*/ 0 h 2133"/>
                  <a:gd name="T46" fmla="*/ 0 w 1327"/>
                  <a:gd name="T47" fmla="*/ 0 h 2133"/>
                  <a:gd name="T48" fmla="*/ 0 w 1327"/>
                  <a:gd name="T49" fmla="*/ 0 h 2133"/>
                  <a:gd name="T50" fmla="*/ 0 w 1327"/>
                  <a:gd name="T51" fmla="*/ 0 h 2133"/>
                  <a:gd name="T52" fmla="*/ 0 w 1327"/>
                  <a:gd name="T53" fmla="*/ 0 h 213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327"/>
                  <a:gd name="T82" fmla="*/ 0 h 2133"/>
                  <a:gd name="T83" fmla="*/ 1327 w 1327"/>
                  <a:gd name="T84" fmla="*/ 2133 h 213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327" h="2133">
                    <a:moveTo>
                      <a:pt x="449" y="595"/>
                    </a:moveTo>
                    <a:lnTo>
                      <a:pt x="582" y="973"/>
                    </a:lnTo>
                    <a:lnTo>
                      <a:pt x="472" y="782"/>
                    </a:lnTo>
                    <a:lnTo>
                      <a:pt x="428" y="817"/>
                    </a:lnTo>
                    <a:lnTo>
                      <a:pt x="631" y="1395"/>
                    </a:lnTo>
                    <a:lnTo>
                      <a:pt x="899" y="916"/>
                    </a:lnTo>
                    <a:lnTo>
                      <a:pt x="1013" y="637"/>
                    </a:lnTo>
                    <a:lnTo>
                      <a:pt x="1064" y="459"/>
                    </a:lnTo>
                    <a:lnTo>
                      <a:pt x="1064" y="382"/>
                    </a:lnTo>
                    <a:lnTo>
                      <a:pt x="1064" y="336"/>
                    </a:lnTo>
                    <a:lnTo>
                      <a:pt x="986" y="169"/>
                    </a:lnTo>
                    <a:lnTo>
                      <a:pt x="986" y="0"/>
                    </a:lnTo>
                    <a:lnTo>
                      <a:pt x="1064" y="0"/>
                    </a:lnTo>
                    <a:lnTo>
                      <a:pt x="1235" y="402"/>
                    </a:lnTo>
                    <a:lnTo>
                      <a:pt x="1327" y="904"/>
                    </a:lnTo>
                    <a:lnTo>
                      <a:pt x="974" y="888"/>
                    </a:lnTo>
                    <a:lnTo>
                      <a:pt x="974" y="1231"/>
                    </a:lnTo>
                    <a:lnTo>
                      <a:pt x="719" y="1372"/>
                    </a:lnTo>
                    <a:lnTo>
                      <a:pt x="472" y="1734"/>
                    </a:lnTo>
                    <a:lnTo>
                      <a:pt x="472" y="2133"/>
                    </a:lnTo>
                    <a:lnTo>
                      <a:pt x="435" y="1734"/>
                    </a:lnTo>
                    <a:lnTo>
                      <a:pt x="177" y="1318"/>
                    </a:lnTo>
                    <a:lnTo>
                      <a:pt x="356" y="1019"/>
                    </a:lnTo>
                    <a:lnTo>
                      <a:pt x="0" y="863"/>
                    </a:lnTo>
                    <a:lnTo>
                      <a:pt x="177" y="560"/>
                    </a:lnTo>
                    <a:lnTo>
                      <a:pt x="235" y="526"/>
                    </a:lnTo>
                    <a:lnTo>
                      <a:pt x="449" y="59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07" name="Freeform 226">
                <a:extLst>
                  <a:ext uri="{FF2B5EF4-FFF2-40B4-BE49-F238E27FC236}">
                    <a16:creationId xmlns:a16="http://schemas.microsoft.com/office/drawing/2014/main" id="{614CF7C0-D37B-6179-26A7-5606E0FF58A7}"/>
                  </a:ext>
                </a:extLst>
              </p:cNvPr>
              <p:cNvSpPr>
                <a:spLocks/>
              </p:cNvSpPr>
              <p:nvPr/>
            </p:nvSpPr>
            <p:spPr bwMode="auto">
              <a:xfrm>
                <a:off x="3934" y="951"/>
                <a:ext cx="67" cy="85"/>
              </a:xfrm>
              <a:custGeom>
                <a:avLst/>
                <a:gdLst>
                  <a:gd name="T0" fmla="*/ 0 w 535"/>
                  <a:gd name="T1" fmla="*/ 0 h 681"/>
                  <a:gd name="T2" fmla="*/ 0 w 535"/>
                  <a:gd name="T3" fmla="*/ 0 h 681"/>
                  <a:gd name="T4" fmla="*/ 0 w 535"/>
                  <a:gd name="T5" fmla="*/ 0 h 681"/>
                  <a:gd name="T6" fmla="*/ 0 w 535"/>
                  <a:gd name="T7" fmla="*/ 0 h 681"/>
                  <a:gd name="T8" fmla="*/ 0 w 535"/>
                  <a:gd name="T9" fmla="*/ 0 h 681"/>
                  <a:gd name="T10" fmla="*/ 0 w 535"/>
                  <a:gd name="T11" fmla="*/ 0 h 681"/>
                  <a:gd name="T12" fmla="*/ 0 w 535"/>
                  <a:gd name="T13" fmla="*/ 0 h 681"/>
                  <a:gd name="T14" fmla="*/ 0 w 535"/>
                  <a:gd name="T15" fmla="*/ 0 h 681"/>
                  <a:gd name="T16" fmla="*/ 0 60000 65536"/>
                  <a:gd name="T17" fmla="*/ 0 60000 65536"/>
                  <a:gd name="T18" fmla="*/ 0 60000 65536"/>
                  <a:gd name="T19" fmla="*/ 0 60000 65536"/>
                  <a:gd name="T20" fmla="*/ 0 60000 65536"/>
                  <a:gd name="T21" fmla="*/ 0 60000 65536"/>
                  <a:gd name="T22" fmla="*/ 0 60000 65536"/>
                  <a:gd name="T23" fmla="*/ 0 60000 65536"/>
                  <a:gd name="T24" fmla="*/ 0 w 535"/>
                  <a:gd name="T25" fmla="*/ 0 h 681"/>
                  <a:gd name="T26" fmla="*/ 535 w 535"/>
                  <a:gd name="T27" fmla="*/ 681 h 6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5" h="681">
                    <a:moveTo>
                      <a:pt x="0" y="479"/>
                    </a:moveTo>
                    <a:lnTo>
                      <a:pt x="201" y="604"/>
                    </a:lnTo>
                    <a:lnTo>
                      <a:pt x="401" y="681"/>
                    </a:lnTo>
                    <a:lnTo>
                      <a:pt x="535" y="327"/>
                    </a:lnTo>
                    <a:lnTo>
                      <a:pt x="535" y="112"/>
                    </a:lnTo>
                    <a:lnTo>
                      <a:pt x="415" y="0"/>
                    </a:lnTo>
                    <a:lnTo>
                      <a:pt x="281" y="391"/>
                    </a:lnTo>
                    <a:lnTo>
                      <a:pt x="0" y="47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08" name="Freeform 227">
                <a:extLst>
                  <a:ext uri="{FF2B5EF4-FFF2-40B4-BE49-F238E27FC236}">
                    <a16:creationId xmlns:a16="http://schemas.microsoft.com/office/drawing/2014/main" id="{A3CFC376-3CF6-FD1E-C54B-9B9A63F8238D}"/>
                  </a:ext>
                </a:extLst>
              </p:cNvPr>
              <p:cNvSpPr>
                <a:spLocks/>
              </p:cNvSpPr>
              <p:nvPr/>
            </p:nvSpPr>
            <p:spPr bwMode="auto">
              <a:xfrm>
                <a:off x="4013" y="948"/>
                <a:ext cx="141" cy="144"/>
              </a:xfrm>
              <a:custGeom>
                <a:avLst/>
                <a:gdLst>
                  <a:gd name="T0" fmla="*/ 0 w 1132"/>
                  <a:gd name="T1" fmla="*/ 0 h 1151"/>
                  <a:gd name="T2" fmla="*/ 0 w 1132"/>
                  <a:gd name="T3" fmla="*/ 0 h 1151"/>
                  <a:gd name="T4" fmla="*/ 0 w 1132"/>
                  <a:gd name="T5" fmla="*/ 0 h 1151"/>
                  <a:gd name="T6" fmla="*/ 0 w 1132"/>
                  <a:gd name="T7" fmla="*/ 0 h 1151"/>
                  <a:gd name="T8" fmla="*/ 0 w 1132"/>
                  <a:gd name="T9" fmla="*/ 0 h 1151"/>
                  <a:gd name="T10" fmla="*/ 0 w 1132"/>
                  <a:gd name="T11" fmla="*/ 0 h 1151"/>
                  <a:gd name="T12" fmla="*/ 0 w 1132"/>
                  <a:gd name="T13" fmla="*/ 0 h 1151"/>
                  <a:gd name="T14" fmla="*/ 0 w 1132"/>
                  <a:gd name="T15" fmla="*/ 0 h 1151"/>
                  <a:gd name="T16" fmla="*/ 0 w 1132"/>
                  <a:gd name="T17" fmla="*/ 0 h 1151"/>
                  <a:gd name="T18" fmla="*/ 0 w 1132"/>
                  <a:gd name="T19" fmla="*/ 0 h 1151"/>
                  <a:gd name="T20" fmla="*/ 0 w 1132"/>
                  <a:gd name="T21" fmla="*/ 0 h 1151"/>
                  <a:gd name="T22" fmla="*/ 0 w 1132"/>
                  <a:gd name="T23" fmla="*/ 0 h 1151"/>
                  <a:gd name="T24" fmla="*/ 0 w 1132"/>
                  <a:gd name="T25" fmla="*/ 0 h 1151"/>
                  <a:gd name="T26" fmla="*/ 0 w 1132"/>
                  <a:gd name="T27" fmla="*/ 0 h 115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132"/>
                  <a:gd name="T43" fmla="*/ 0 h 1151"/>
                  <a:gd name="T44" fmla="*/ 1132 w 1132"/>
                  <a:gd name="T45" fmla="*/ 1151 h 115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132" h="1151">
                    <a:moveTo>
                      <a:pt x="301" y="1151"/>
                    </a:moveTo>
                    <a:lnTo>
                      <a:pt x="288" y="501"/>
                    </a:lnTo>
                    <a:lnTo>
                      <a:pt x="403" y="379"/>
                    </a:lnTo>
                    <a:lnTo>
                      <a:pt x="560" y="301"/>
                    </a:lnTo>
                    <a:lnTo>
                      <a:pt x="786" y="266"/>
                    </a:lnTo>
                    <a:lnTo>
                      <a:pt x="1132" y="379"/>
                    </a:lnTo>
                    <a:lnTo>
                      <a:pt x="751" y="224"/>
                    </a:lnTo>
                    <a:lnTo>
                      <a:pt x="369" y="109"/>
                    </a:lnTo>
                    <a:lnTo>
                      <a:pt x="200" y="90"/>
                    </a:lnTo>
                    <a:lnTo>
                      <a:pt x="0" y="0"/>
                    </a:lnTo>
                    <a:lnTo>
                      <a:pt x="209" y="134"/>
                    </a:lnTo>
                    <a:lnTo>
                      <a:pt x="244" y="255"/>
                    </a:lnTo>
                    <a:lnTo>
                      <a:pt x="268" y="558"/>
                    </a:lnTo>
                    <a:lnTo>
                      <a:pt x="301" y="11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09" name="Freeform 228">
                <a:extLst>
                  <a:ext uri="{FF2B5EF4-FFF2-40B4-BE49-F238E27FC236}">
                    <a16:creationId xmlns:a16="http://schemas.microsoft.com/office/drawing/2014/main" id="{E5A501E3-70DA-D149-6001-383E650DC4FD}"/>
                  </a:ext>
                </a:extLst>
              </p:cNvPr>
              <p:cNvSpPr>
                <a:spLocks/>
              </p:cNvSpPr>
              <p:nvPr/>
            </p:nvSpPr>
            <p:spPr bwMode="auto">
              <a:xfrm>
                <a:off x="3952" y="1103"/>
                <a:ext cx="78" cy="104"/>
              </a:xfrm>
              <a:custGeom>
                <a:avLst/>
                <a:gdLst>
                  <a:gd name="T0" fmla="*/ 0 w 620"/>
                  <a:gd name="T1" fmla="*/ 0 h 829"/>
                  <a:gd name="T2" fmla="*/ 0 w 620"/>
                  <a:gd name="T3" fmla="*/ 0 h 829"/>
                  <a:gd name="T4" fmla="*/ 0 w 620"/>
                  <a:gd name="T5" fmla="*/ 0 h 829"/>
                  <a:gd name="T6" fmla="*/ 0 w 620"/>
                  <a:gd name="T7" fmla="*/ 0 h 829"/>
                  <a:gd name="T8" fmla="*/ 0 w 620"/>
                  <a:gd name="T9" fmla="*/ 0 h 829"/>
                  <a:gd name="T10" fmla="*/ 0 w 620"/>
                  <a:gd name="T11" fmla="*/ 0 h 829"/>
                  <a:gd name="T12" fmla="*/ 0 w 620"/>
                  <a:gd name="T13" fmla="*/ 0 h 829"/>
                  <a:gd name="T14" fmla="*/ 0 w 620"/>
                  <a:gd name="T15" fmla="*/ 0 h 829"/>
                  <a:gd name="T16" fmla="*/ 0 w 620"/>
                  <a:gd name="T17" fmla="*/ 0 h 829"/>
                  <a:gd name="T18" fmla="*/ 0 w 620"/>
                  <a:gd name="T19" fmla="*/ 0 h 829"/>
                  <a:gd name="T20" fmla="*/ 0 w 620"/>
                  <a:gd name="T21" fmla="*/ 0 h 8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20"/>
                  <a:gd name="T34" fmla="*/ 0 h 829"/>
                  <a:gd name="T35" fmla="*/ 620 w 620"/>
                  <a:gd name="T36" fmla="*/ 829 h 8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20" h="829">
                    <a:moveTo>
                      <a:pt x="449" y="0"/>
                    </a:moveTo>
                    <a:lnTo>
                      <a:pt x="525" y="224"/>
                    </a:lnTo>
                    <a:lnTo>
                      <a:pt x="339" y="371"/>
                    </a:lnTo>
                    <a:lnTo>
                      <a:pt x="189" y="503"/>
                    </a:lnTo>
                    <a:lnTo>
                      <a:pt x="110" y="615"/>
                    </a:lnTo>
                    <a:lnTo>
                      <a:pt x="0" y="829"/>
                    </a:lnTo>
                    <a:lnTo>
                      <a:pt x="145" y="578"/>
                    </a:lnTo>
                    <a:lnTo>
                      <a:pt x="255" y="459"/>
                    </a:lnTo>
                    <a:lnTo>
                      <a:pt x="416" y="357"/>
                    </a:lnTo>
                    <a:lnTo>
                      <a:pt x="620" y="258"/>
                    </a:lnTo>
                    <a:lnTo>
                      <a:pt x="44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0" name="Freeform 229">
                <a:extLst>
                  <a:ext uri="{FF2B5EF4-FFF2-40B4-BE49-F238E27FC236}">
                    <a16:creationId xmlns:a16="http://schemas.microsoft.com/office/drawing/2014/main" id="{F917088D-1AE5-2C58-46B2-9EF91221B1A5}"/>
                  </a:ext>
                </a:extLst>
              </p:cNvPr>
              <p:cNvSpPr>
                <a:spLocks/>
              </p:cNvSpPr>
              <p:nvPr/>
            </p:nvSpPr>
            <p:spPr bwMode="auto">
              <a:xfrm>
                <a:off x="3767" y="963"/>
                <a:ext cx="101" cy="292"/>
              </a:xfrm>
              <a:custGeom>
                <a:avLst/>
                <a:gdLst>
                  <a:gd name="T0" fmla="*/ 0 w 807"/>
                  <a:gd name="T1" fmla="*/ 0 h 2335"/>
                  <a:gd name="T2" fmla="*/ 0 w 807"/>
                  <a:gd name="T3" fmla="*/ 0 h 2335"/>
                  <a:gd name="T4" fmla="*/ 0 w 807"/>
                  <a:gd name="T5" fmla="*/ 0 h 2335"/>
                  <a:gd name="T6" fmla="*/ 0 w 807"/>
                  <a:gd name="T7" fmla="*/ 0 h 2335"/>
                  <a:gd name="T8" fmla="*/ 0 w 807"/>
                  <a:gd name="T9" fmla="*/ 0 h 2335"/>
                  <a:gd name="T10" fmla="*/ 0 w 807"/>
                  <a:gd name="T11" fmla="*/ 0 h 2335"/>
                  <a:gd name="T12" fmla="*/ 0 w 807"/>
                  <a:gd name="T13" fmla="*/ 0 h 2335"/>
                  <a:gd name="T14" fmla="*/ 0 w 807"/>
                  <a:gd name="T15" fmla="*/ 0 h 2335"/>
                  <a:gd name="T16" fmla="*/ 0 w 807"/>
                  <a:gd name="T17" fmla="*/ 0 h 2335"/>
                  <a:gd name="T18" fmla="*/ 0 w 807"/>
                  <a:gd name="T19" fmla="*/ 0 h 2335"/>
                  <a:gd name="T20" fmla="*/ 0 w 807"/>
                  <a:gd name="T21" fmla="*/ 0 h 2335"/>
                  <a:gd name="T22" fmla="*/ 0 w 807"/>
                  <a:gd name="T23" fmla="*/ 0 h 2335"/>
                  <a:gd name="T24" fmla="*/ 0 w 807"/>
                  <a:gd name="T25" fmla="*/ 0 h 2335"/>
                  <a:gd name="T26" fmla="*/ 0 w 807"/>
                  <a:gd name="T27" fmla="*/ 0 h 2335"/>
                  <a:gd name="T28" fmla="*/ 0 w 807"/>
                  <a:gd name="T29" fmla="*/ 0 h 2335"/>
                  <a:gd name="T30" fmla="*/ 0 w 807"/>
                  <a:gd name="T31" fmla="*/ 0 h 2335"/>
                  <a:gd name="T32" fmla="*/ 0 w 807"/>
                  <a:gd name="T33" fmla="*/ 0 h 2335"/>
                  <a:gd name="T34" fmla="*/ 0 w 807"/>
                  <a:gd name="T35" fmla="*/ 0 h 2335"/>
                  <a:gd name="T36" fmla="*/ 0 w 807"/>
                  <a:gd name="T37" fmla="*/ 0 h 2335"/>
                  <a:gd name="T38" fmla="*/ 0 w 807"/>
                  <a:gd name="T39" fmla="*/ 0 h 2335"/>
                  <a:gd name="T40" fmla="*/ 0 w 807"/>
                  <a:gd name="T41" fmla="*/ 0 h 2335"/>
                  <a:gd name="T42" fmla="*/ 0 w 807"/>
                  <a:gd name="T43" fmla="*/ 0 h 2335"/>
                  <a:gd name="T44" fmla="*/ 0 w 807"/>
                  <a:gd name="T45" fmla="*/ 0 h 2335"/>
                  <a:gd name="T46" fmla="*/ 0 w 807"/>
                  <a:gd name="T47" fmla="*/ 0 h 2335"/>
                  <a:gd name="T48" fmla="*/ 0 w 807"/>
                  <a:gd name="T49" fmla="*/ 0 h 2335"/>
                  <a:gd name="T50" fmla="*/ 0 w 807"/>
                  <a:gd name="T51" fmla="*/ 0 h 233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07"/>
                  <a:gd name="T79" fmla="*/ 0 h 2335"/>
                  <a:gd name="T80" fmla="*/ 807 w 807"/>
                  <a:gd name="T81" fmla="*/ 2335 h 233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07" h="2335">
                    <a:moveTo>
                      <a:pt x="717" y="0"/>
                    </a:moveTo>
                    <a:lnTo>
                      <a:pt x="448" y="103"/>
                    </a:lnTo>
                    <a:lnTo>
                      <a:pt x="77" y="191"/>
                    </a:lnTo>
                    <a:lnTo>
                      <a:pt x="21" y="258"/>
                    </a:lnTo>
                    <a:lnTo>
                      <a:pt x="56" y="620"/>
                    </a:lnTo>
                    <a:lnTo>
                      <a:pt x="0" y="973"/>
                    </a:lnTo>
                    <a:lnTo>
                      <a:pt x="31" y="1104"/>
                    </a:lnTo>
                    <a:lnTo>
                      <a:pt x="132" y="1265"/>
                    </a:lnTo>
                    <a:lnTo>
                      <a:pt x="358" y="1542"/>
                    </a:lnTo>
                    <a:lnTo>
                      <a:pt x="67" y="1127"/>
                    </a:lnTo>
                    <a:lnTo>
                      <a:pt x="21" y="1009"/>
                    </a:lnTo>
                    <a:lnTo>
                      <a:pt x="109" y="675"/>
                    </a:lnTo>
                    <a:lnTo>
                      <a:pt x="256" y="963"/>
                    </a:lnTo>
                    <a:lnTo>
                      <a:pt x="425" y="1364"/>
                    </a:lnTo>
                    <a:lnTo>
                      <a:pt x="503" y="1821"/>
                    </a:lnTo>
                    <a:lnTo>
                      <a:pt x="583" y="1991"/>
                    </a:lnTo>
                    <a:lnTo>
                      <a:pt x="618" y="2335"/>
                    </a:lnTo>
                    <a:lnTo>
                      <a:pt x="618" y="1955"/>
                    </a:lnTo>
                    <a:lnTo>
                      <a:pt x="535" y="1747"/>
                    </a:lnTo>
                    <a:lnTo>
                      <a:pt x="390" y="973"/>
                    </a:lnTo>
                    <a:lnTo>
                      <a:pt x="372" y="1099"/>
                    </a:lnTo>
                    <a:lnTo>
                      <a:pt x="88" y="303"/>
                    </a:lnTo>
                    <a:lnTo>
                      <a:pt x="100" y="228"/>
                    </a:lnTo>
                    <a:lnTo>
                      <a:pt x="448" y="134"/>
                    </a:lnTo>
                    <a:lnTo>
                      <a:pt x="807" y="13"/>
                    </a:lnTo>
                    <a:lnTo>
                      <a:pt x="7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1" name="Freeform 230">
                <a:extLst>
                  <a:ext uri="{FF2B5EF4-FFF2-40B4-BE49-F238E27FC236}">
                    <a16:creationId xmlns:a16="http://schemas.microsoft.com/office/drawing/2014/main" id="{DF4AC111-23CE-FDA5-64B9-162E4C9A5A33}"/>
                  </a:ext>
                </a:extLst>
              </p:cNvPr>
              <p:cNvSpPr>
                <a:spLocks/>
              </p:cNvSpPr>
              <p:nvPr/>
            </p:nvSpPr>
            <p:spPr bwMode="auto">
              <a:xfrm>
                <a:off x="3949" y="1103"/>
                <a:ext cx="293" cy="265"/>
              </a:xfrm>
              <a:custGeom>
                <a:avLst/>
                <a:gdLst>
                  <a:gd name="T0" fmla="*/ 0 w 2345"/>
                  <a:gd name="T1" fmla="*/ 0 h 2123"/>
                  <a:gd name="T2" fmla="*/ 0 w 2345"/>
                  <a:gd name="T3" fmla="*/ 0 h 2123"/>
                  <a:gd name="T4" fmla="*/ 0 w 2345"/>
                  <a:gd name="T5" fmla="*/ 0 h 2123"/>
                  <a:gd name="T6" fmla="*/ 0 w 2345"/>
                  <a:gd name="T7" fmla="*/ 0 h 2123"/>
                  <a:gd name="T8" fmla="*/ 0 w 2345"/>
                  <a:gd name="T9" fmla="*/ 0 h 2123"/>
                  <a:gd name="T10" fmla="*/ 0 w 2345"/>
                  <a:gd name="T11" fmla="*/ 0 h 2123"/>
                  <a:gd name="T12" fmla="*/ 0 w 2345"/>
                  <a:gd name="T13" fmla="*/ 0 h 2123"/>
                  <a:gd name="T14" fmla="*/ 0 w 2345"/>
                  <a:gd name="T15" fmla="*/ 0 h 2123"/>
                  <a:gd name="T16" fmla="*/ 0 w 2345"/>
                  <a:gd name="T17" fmla="*/ 0 h 2123"/>
                  <a:gd name="T18" fmla="*/ 0 w 2345"/>
                  <a:gd name="T19" fmla="*/ 0 h 2123"/>
                  <a:gd name="T20" fmla="*/ 0 w 2345"/>
                  <a:gd name="T21" fmla="*/ 0 h 2123"/>
                  <a:gd name="T22" fmla="*/ 0 w 2345"/>
                  <a:gd name="T23" fmla="*/ 0 h 2123"/>
                  <a:gd name="T24" fmla="*/ 0 w 2345"/>
                  <a:gd name="T25" fmla="*/ 0 h 2123"/>
                  <a:gd name="T26" fmla="*/ 0 w 2345"/>
                  <a:gd name="T27" fmla="*/ 0 h 2123"/>
                  <a:gd name="T28" fmla="*/ 0 w 2345"/>
                  <a:gd name="T29" fmla="*/ 0 h 2123"/>
                  <a:gd name="T30" fmla="*/ 0 w 2345"/>
                  <a:gd name="T31" fmla="*/ 0 h 2123"/>
                  <a:gd name="T32" fmla="*/ 0 w 2345"/>
                  <a:gd name="T33" fmla="*/ 0 h 2123"/>
                  <a:gd name="T34" fmla="*/ 0 w 2345"/>
                  <a:gd name="T35" fmla="*/ 0 h 2123"/>
                  <a:gd name="T36" fmla="*/ 0 w 2345"/>
                  <a:gd name="T37" fmla="*/ 0 h 2123"/>
                  <a:gd name="T38" fmla="*/ 0 w 2345"/>
                  <a:gd name="T39" fmla="*/ 0 h 2123"/>
                  <a:gd name="T40" fmla="*/ 0 w 2345"/>
                  <a:gd name="T41" fmla="*/ 0 h 2123"/>
                  <a:gd name="T42" fmla="*/ 0 w 2345"/>
                  <a:gd name="T43" fmla="*/ 0 h 2123"/>
                  <a:gd name="T44" fmla="*/ 0 w 2345"/>
                  <a:gd name="T45" fmla="*/ 0 h 2123"/>
                  <a:gd name="T46" fmla="*/ 0 w 2345"/>
                  <a:gd name="T47" fmla="*/ 0 h 2123"/>
                  <a:gd name="T48" fmla="*/ 0 w 2345"/>
                  <a:gd name="T49" fmla="*/ 0 h 2123"/>
                  <a:gd name="T50" fmla="*/ 0 w 2345"/>
                  <a:gd name="T51" fmla="*/ 0 h 2123"/>
                  <a:gd name="T52" fmla="*/ 0 w 2345"/>
                  <a:gd name="T53" fmla="*/ 0 h 2123"/>
                  <a:gd name="T54" fmla="*/ 0 w 2345"/>
                  <a:gd name="T55" fmla="*/ 0 h 2123"/>
                  <a:gd name="T56" fmla="*/ 0 w 2345"/>
                  <a:gd name="T57" fmla="*/ 0 h 2123"/>
                  <a:gd name="T58" fmla="*/ 0 w 2345"/>
                  <a:gd name="T59" fmla="*/ 0 h 2123"/>
                  <a:gd name="T60" fmla="*/ 0 w 2345"/>
                  <a:gd name="T61" fmla="*/ 0 h 2123"/>
                  <a:gd name="T62" fmla="*/ 0 w 2345"/>
                  <a:gd name="T63" fmla="*/ 0 h 2123"/>
                  <a:gd name="T64" fmla="*/ 0 w 2345"/>
                  <a:gd name="T65" fmla="*/ 0 h 2123"/>
                  <a:gd name="T66" fmla="*/ 0 w 2345"/>
                  <a:gd name="T67" fmla="*/ 0 h 2123"/>
                  <a:gd name="T68" fmla="*/ 0 w 2345"/>
                  <a:gd name="T69" fmla="*/ 0 h 212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345"/>
                  <a:gd name="T106" fmla="*/ 0 h 2123"/>
                  <a:gd name="T107" fmla="*/ 2345 w 2345"/>
                  <a:gd name="T108" fmla="*/ 2123 h 212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345" h="2123">
                    <a:moveTo>
                      <a:pt x="1992" y="0"/>
                    </a:moveTo>
                    <a:lnTo>
                      <a:pt x="2123" y="853"/>
                    </a:lnTo>
                    <a:lnTo>
                      <a:pt x="2222" y="1464"/>
                    </a:lnTo>
                    <a:lnTo>
                      <a:pt x="2345" y="2123"/>
                    </a:lnTo>
                    <a:lnTo>
                      <a:pt x="2323" y="2123"/>
                    </a:lnTo>
                    <a:lnTo>
                      <a:pt x="2123" y="1152"/>
                    </a:lnTo>
                    <a:lnTo>
                      <a:pt x="1718" y="1362"/>
                    </a:lnTo>
                    <a:lnTo>
                      <a:pt x="1036" y="1542"/>
                    </a:lnTo>
                    <a:lnTo>
                      <a:pt x="159" y="1745"/>
                    </a:lnTo>
                    <a:lnTo>
                      <a:pt x="134" y="1699"/>
                    </a:lnTo>
                    <a:lnTo>
                      <a:pt x="227" y="1675"/>
                    </a:lnTo>
                    <a:lnTo>
                      <a:pt x="257" y="1532"/>
                    </a:lnTo>
                    <a:lnTo>
                      <a:pt x="257" y="1387"/>
                    </a:lnTo>
                    <a:lnTo>
                      <a:pt x="227" y="1251"/>
                    </a:lnTo>
                    <a:lnTo>
                      <a:pt x="159" y="1097"/>
                    </a:lnTo>
                    <a:lnTo>
                      <a:pt x="56" y="1007"/>
                    </a:lnTo>
                    <a:lnTo>
                      <a:pt x="0" y="984"/>
                    </a:lnTo>
                    <a:lnTo>
                      <a:pt x="111" y="1007"/>
                    </a:lnTo>
                    <a:lnTo>
                      <a:pt x="227" y="1097"/>
                    </a:lnTo>
                    <a:lnTo>
                      <a:pt x="257" y="1116"/>
                    </a:lnTo>
                    <a:lnTo>
                      <a:pt x="987" y="929"/>
                    </a:lnTo>
                    <a:lnTo>
                      <a:pt x="766" y="853"/>
                    </a:lnTo>
                    <a:lnTo>
                      <a:pt x="572" y="829"/>
                    </a:lnTo>
                    <a:lnTo>
                      <a:pt x="374" y="829"/>
                    </a:lnTo>
                    <a:lnTo>
                      <a:pt x="630" y="816"/>
                    </a:lnTo>
                    <a:lnTo>
                      <a:pt x="820" y="837"/>
                    </a:lnTo>
                    <a:lnTo>
                      <a:pt x="1009" y="873"/>
                    </a:lnTo>
                    <a:lnTo>
                      <a:pt x="1091" y="917"/>
                    </a:lnTo>
                    <a:lnTo>
                      <a:pt x="1866" y="638"/>
                    </a:lnTo>
                    <a:lnTo>
                      <a:pt x="1225" y="615"/>
                    </a:lnTo>
                    <a:lnTo>
                      <a:pt x="1213" y="569"/>
                    </a:lnTo>
                    <a:lnTo>
                      <a:pt x="1626" y="560"/>
                    </a:lnTo>
                    <a:lnTo>
                      <a:pt x="1877" y="482"/>
                    </a:lnTo>
                    <a:lnTo>
                      <a:pt x="2022" y="482"/>
                    </a:lnTo>
                    <a:lnTo>
                      <a:pt x="199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2" name="Freeform 231">
                <a:extLst>
                  <a:ext uri="{FF2B5EF4-FFF2-40B4-BE49-F238E27FC236}">
                    <a16:creationId xmlns:a16="http://schemas.microsoft.com/office/drawing/2014/main" id="{24215A42-6DCE-F627-CB7A-FC82FBF4A874}"/>
                  </a:ext>
                </a:extLst>
              </p:cNvPr>
              <p:cNvSpPr>
                <a:spLocks/>
              </p:cNvSpPr>
              <p:nvPr/>
            </p:nvSpPr>
            <p:spPr bwMode="auto">
              <a:xfrm>
                <a:off x="3952" y="1004"/>
                <a:ext cx="236" cy="216"/>
              </a:xfrm>
              <a:custGeom>
                <a:avLst/>
                <a:gdLst>
                  <a:gd name="T0" fmla="*/ 0 w 1886"/>
                  <a:gd name="T1" fmla="*/ 0 h 1732"/>
                  <a:gd name="T2" fmla="*/ 0 w 1886"/>
                  <a:gd name="T3" fmla="*/ 0 h 1732"/>
                  <a:gd name="T4" fmla="*/ 0 w 1886"/>
                  <a:gd name="T5" fmla="*/ 0 h 1732"/>
                  <a:gd name="T6" fmla="*/ 0 w 1886"/>
                  <a:gd name="T7" fmla="*/ 0 h 1732"/>
                  <a:gd name="T8" fmla="*/ 0 w 1886"/>
                  <a:gd name="T9" fmla="*/ 0 h 1732"/>
                  <a:gd name="T10" fmla="*/ 0 w 1886"/>
                  <a:gd name="T11" fmla="*/ 0 h 1732"/>
                  <a:gd name="T12" fmla="*/ 0 w 1886"/>
                  <a:gd name="T13" fmla="*/ 0 h 1732"/>
                  <a:gd name="T14" fmla="*/ 0 w 1886"/>
                  <a:gd name="T15" fmla="*/ 0 h 1732"/>
                  <a:gd name="T16" fmla="*/ 0 w 1886"/>
                  <a:gd name="T17" fmla="*/ 0 h 1732"/>
                  <a:gd name="T18" fmla="*/ 0 w 1886"/>
                  <a:gd name="T19" fmla="*/ 0 h 1732"/>
                  <a:gd name="T20" fmla="*/ 0 w 1886"/>
                  <a:gd name="T21" fmla="*/ 0 h 1732"/>
                  <a:gd name="T22" fmla="*/ 0 w 1886"/>
                  <a:gd name="T23" fmla="*/ 0 h 1732"/>
                  <a:gd name="T24" fmla="*/ 0 w 1886"/>
                  <a:gd name="T25" fmla="*/ 0 h 1732"/>
                  <a:gd name="T26" fmla="*/ 0 w 1886"/>
                  <a:gd name="T27" fmla="*/ 0 h 1732"/>
                  <a:gd name="T28" fmla="*/ 0 w 1886"/>
                  <a:gd name="T29" fmla="*/ 0 h 1732"/>
                  <a:gd name="T30" fmla="*/ 0 w 1886"/>
                  <a:gd name="T31" fmla="*/ 0 h 1732"/>
                  <a:gd name="T32" fmla="*/ 0 w 1886"/>
                  <a:gd name="T33" fmla="*/ 0 h 1732"/>
                  <a:gd name="T34" fmla="*/ 0 w 1886"/>
                  <a:gd name="T35" fmla="*/ 0 h 1732"/>
                  <a:gd name="T36" fmla="*/ 0 w 1886"/>
                  <a:gd name="T37" fmla="*/ 0 h 1732"/>
                  <a:gd name="T38" fmla="*/ 0 w 1886"/>
                  <a:gd name="T39" fmla="*/ 0 h 1732"/>
                  <a:gd name="T40" fmla="*/ 0 w 1886"/>
                  <a:gd name="T41" fmla="*/ 0 h 1732"/>
                  <a:gd name="T42" fmla="*/ 0 w 1886"/>
                  <a:gd name="T43" fmla="*/ 0 h 1732"/>
                  <a:gd name="T44" fmla="*/ 0 w 1886"/>
                  <a:gd name="T45" fmla="*/ 0 h 1732"/>
                  <a:gd name="T46" fmla="*/ 0 w 1886"/>
                  <a:gd name="T47" fmla="*/ 0 h 1732"/>
                  <a:gd name="T48" fmla="*/ 0 w 1886"/>
                  <a:gd name="T49" fmla="*/ 0 h 1732"/>
                  <a:gd name="T50" fmla="*/ 0 w 1886"/>
                  <a:gd name="T51" fmla="*/ 0 h 1732"/>
                  <a:gd name="T52" fmla="*/ 0 w 1886"/>
                  <a:gd name="T53" fmla="*/ 0 h 1732"/>
                  <a:gd name="T54" fmla="*/ 0 w 1886"/>
                  <a:gd name="T55" fmla="*/ 0 h 1732"/>
                  <a:gd name="T56" fmla="*/ 0 w 1886"/>
                  <a:gd name="T57" fmla="*/ 0 h 1732"/>
                  <a:gd name="T58" fmla="*/ 0 w 1886"/>
                  <a:gd name="T59" fmla="*/ 0 h 1732"/>
                  <a:gd name="T60" fmla="*/ 0 w 1886"/>
                  <a:gd name="T61" fmla="*/ 0 h 1732"/>
                  <a:gd name="T62" fmla="*/ 0 w 1886"/>
                  <a:gd name="T63" fmla="*/ 0 h 173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86"/>
                  <a:gd name="T97" fmla="*/ 0 h 1732"/>
                  <a:gd name="T98" fmla="*/ 1886 w 1886"/>
                  <a:gd name="T99" fmla="*/ 1732 h 173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86" h="1732">
                    <a:moveTo>
                      <a:pt x="1664" y="0"/>
                    </a:moveTo>
                    <a:lnTo>
                      <a:pt x="1703" y="231"/>
                    </a:lnTo>
                    <a:lnTo>
                      <a:pt x="1809" y="503"/>
                    </a:lnTo>
                    <a:lnTo>
                      <a:pt x="1886" y="348"/>
                    </a:lnTo>
                    <a:lnTo>
                      <a:pt x="1833" y="556"/>
                    </a:lnTo>
                    <a:lnTo>
                      <a:pt x="1684" y="736"/>
                    </a:lnTo>
                    <a:lnTo>
                      <a:pt x="1447" y="883"/>
                    </a:lnTo>
                    <a:lnTo>
                      <a:pt x="1457" y="1037"/>
                    </a:lnTo>
                    <a:lnTo>
                      <a:pt x="1648" y="971"/>
                    </a:lnTo>
                    <a:lnTo>
                      <a:pt x="1853" y="1106"/>
                    </a:lnTo>
                    <a:lnTo>
                      <a:pt x="1427" y="1127"/>
                    </a:lnTo>
                    <a:lnTo>
                      <a:pt x="1067" y="1307"/>
                    </a:lnTo>
                    <a:lnTo>
                      <a:pt x="684" y="1450"/>
                    </a:lnTo>
                    <a:lnTo>
                      <a:pt x="0" y="1732"/>
                    </a:lnTo>
                    <a:lnTo>
                      <a:pt x="640" y="1420"/>
                    </a:lnTo>
                    <a:lnTo>
                      <a:pt x="895" y="1273"/>
                    </a:lnTo>
                    <a:lnTo>
                      <a:pt x="919" y="1070"/>
                    </a:lnTo>
                    <a:lnTo>
                      <a:pt x="1111" y="556"/>
                    </a:lnTo>
                    <a:lnTo>
                      <a:pt x="1258" y="447"/>
                    </a:lnTo>
                    <a:lnTo>
                      <a:pt x="1367" y="309"/>
                    </a:lnTo>
                    <a:lnTo>
                      <a:pt x="1471" y="134"/>
                    </a:lnTo>
                    <a:lnTo>
                      <a:pt x="1358" y="354"/>
                    </a:lnTo>
                    <a:lnTo>
                      <a:pt x="1247" y="503"/>
                    </a:lnTo>
                    <a:lnTo>
                      <a:pt x="1123" y="611"/>
                    </a:lnTo>
                    <a:lnTo>
                      <a:pt x="977" y="1070"/>
                    </a:lnTo>
                    <a:lnTo>
                      <a:pt x="1025" y="1215"/>
                    </a:lnTo>
                    <a:lnTo>
                      <a:pt x="1358" y="1058"/>
                    </a:lnTo>
                    <a:lnTo>
                      <a:pt x="1427" y="824"/>
                    </a:lnTo>
                    <a:lnTo>
                      <a:pt x="1664" y="703"/>
                    </a:lnTo>
                    <a:lnTo>
                      <a:pt x="1750" y="547"/>
                    </a:lnTo>
                    <a:lnTo>
                      <a:pt x="1694" y="268"/>
                    </a:lnTo>
                    <a:lnTo>
                      <a:pt x="166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3" name="Freeform 232">
                <a:extLst>
                  <a:ext uri="{FF2B5EF4-FFF2-40B4-BE49-F238E27FC236}">
                    <a16:creationId xmlns:a16="http://schemas.microsoft.com/office/drawing/2014/main" id="{A863D69E-E8F2-1172-0FB6-31BECBE64992}"/>
                  </a:ext>
                </a:extLst>
              </p:cNvPr>
              <p:cNvSpPr>
                <a:spLocks/>
              </p:cNvSpPr>
              <p:nvPr/>
            </p:nvSpPr>
            <p:spPr bwMode="auto">
              <a:xfrm>
                <a:off x="4165" y="1250"/>
                <a:ext cx="32" cy="104"/>
              </a:xfrm>
              <a:custGeom>
                <a:avLst/>
                <a:gdLst>
                  <a:gd name="T0" fmla="*/ 0 w 254"/>
                  <a:gd name="T1" fmla="*/ 0 h 837"/>
                  <a:gd name="T2" fmla="*/ 0 w 254"/>
                  <a:gd name="T3" fmla="*/ 0 h 837"/>
                  <a:gd name="T4" fmla="*/ 0 w 254"/>
                  <a:gd name="T5" fmla="*/ 0 h 837"/>
                  <a:gd name="T6" fmla="*/ 0 w 254"/>
                  <a:gd name="T7" fmla="*/ 0 h 837"/>
                  <a:gd name="T8" fmla="*/ 0 w 254"/>
                  <a:gd name="T9" fmla="*/ 0 h 837"/>
                  <a:gd name="T10" fmla="*/ 0 w 254"/>
                  <a:gd name="T11" fmla="*/ 0 h 837"/>
                  <a:gd name="T12" fmla="*/ 0 60000 65536"/>
                  <a:gd name="T13" fmla="*/ 0 60000 65536"/>
                  <a:gd name="T14" fmla="*/ 0 60000 65536"/>
                  <a:gd name="T15" fmla="*/ 0 60000 65536"/>
                  <a:gd name="T16" fmla="*/ 0 60000 65536"/>
                  <a:gd name="T17" fmla="*/ 0 60000 65536"/>
                  <a:gd name="T18" fmla="*/ 0 w 254"/>
                  <a:gd name="T19" fmla="*/ 0 h 837"/>
                  <a:gd name="T20" fmla="*/ 254 w 254"/>
                  <a:gd name="T21" fmla="*/ 837 h 837"/>
                </a:gdLst>
                <a:ahLst/>
                <a:cxnLst>
                  <a:cxn ang="T12">
                    <a:pos x="T0" y="T1"/>
                  </a:cxn>
                  <a:cxn ang="T13">
                    <a:pos x="T2" y="T3"/>
                  </a:cxn>
                  <a:cxn ang="T14">
                    <a:pos x="T4" y="T5"/>
                  </a:cxn>
                  <a:cxn ang="T15">
                    <a:pos x="T6" y="T7"/>
                  </a:cxn>
                  <a:cxn ang="T16">
                    <a:pos x="T8" y="T9"/>
                  </a:cxn>
                  <a:cxn ang="T17">
                    <a:pos x="T10" y="T11"/>
                  </a:cxn>
                </a:cxnLst>
                <a:rect l="T18" t="T19" r="T20" b="T21"/>
                <a:pathLst>
                  <a:path w="254" h="837">
                    <a:moveTo>
                      <a:pt x="254" y="0"/>
                    </a:moveTo>
                    <a:lnTo>
                      <a:pt x="139" y="328"/>
                    </a:lnTo>
                    <a:lnTo>
                      <a:pt x="0" y="837"/>
                    </a:lnTo>
                    <a:lnTo>
                      <a:pt x="25" y="416"/>
                    </a:lnTo>
                    <a:lnTo>
                      <a:pt x="106" y="88"/>
                    </a:lnTo>
                    <a:lnTo>
                      <a:pt x="25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4" name="Freeform 233">
                <a:extLst>
                  <a:ext uri="{FF2B5EF4-FFF2-40B4-BE49-F238E27FC236}">
                    <a16:creationId xmlns:a16="http://schemas.microsoft.com/office/drawing/2014/main" id="{6B7EBF7A-2DB2-F6F2-27E0-5173D1ACF495}"/>
                  </a:ext>
                </a:extLst>
              </p:cNvPr>
              <p:cNvSpPr>
                <a:spLocks/>
              </p:cNvSpPr>
              <p:nvPr/>
            </p:nvSpPr>
            <p:spPr bwMode="auto">
              <a:xfrm>
                <a:off x="3771" y="1152"/>
                <a:ext cx="185" cy="164"/>
              </a:xfrm>
              <a:custGeom>
                <a:avLst/>
                <a:gdLst>
                  <a:gd name="T0" fmla="*/ 0 w 1482"/>
                  <a:gd name="T1" fmla="*/ 0 h 1316"/>
                  <a:gd name="T2" fmla="*/ 0 w 1482"/>
                  <a:gd name="T3" fmla="*/ 0 h 1316"/>
                  <a:gd name="T4" fmla="*/ 0 w 1482"/>
                  <a:gd name="T5" fmla="*/ 0 h 1316"/>
                  <a:gd name="T6" fmla="*/ 0 w 1482"/>
                  <a:gd name="T7" fmla="*/ 0 h 1316"/>
                  <a:gd name="T8" fmla="*/ 0 w 1482"/>
                  <a:gd name="T9" fmla="*/ 0 h 1316"/>
                  <a:gd name="T10" fmla="*/ 0 w 1482"/>
                  <a:gd name="T11" fmla="*/ 0 h 1316"/>
                  <a:gd name="T12" fmla="*/ 0 w 1482"/>
                  <a:gd name="T13" fmla="*/ 0 h 1316"/>
                  <a:gd name="T14" fmla="*/ 0 w 1482"/>
                  <a:gd name="T15" fmla="*/ 0 h 1316"/>
                  <a:gd name="T16" fmla="*/ 0 w 1482"/>
                  <a:gd name="T17" fmla="*/ 0 h 1316"/>
                  <a:gd name="T18" fmla="*/ 0 w 1482"/>
                  <a:gd name="T19" fmla="*/ 0 h 1316"/>
                  <a:gd name="T20" fmla="*/ 0 w 1482"/>
                  <a:gd name="T21" fmla="*/ 0 h 1316"/>
                  <a:gd name="T22" fmla="*/ 0 w 1482"/>
                  <a:gd name="T23" fmla="*/ 0 h 1316"/>
                  <a:gd name="T24" fmla="*/ 0 w 1482"/>
                  <a:gd name="T25" fmla="*/ 0 h 1316"/>
                  <a:gd name="T26" fmla="*/ 0 w 1482"/>
                  <a:gd name="T27" fmla="*/ 0 h 1316"/>
                  <a:gd name="T28" fmla="*/ 0 w 1482"/>
                  <a:gd name="T29" fmla="*/ 0 h 1316"/>
                  <a:gd name="T30" fmla="*/ 0 w 1482"/>
                  <a:gd name="T31" fmla="*/ 0 h 1316"/>
                  <a:gd name="T32" fmla="*/ 0 w 1482"/>
                  <a:gd name="T33" fmla="*/ 0 h 1316"/>
                  <a:gd name="T34" fmla="*/ 0 w 1482"/>
                  <a:gd name="T35" fmla="*/ 0 h 1316"/>
                  <a:gd name="T36" fmla="*/ 0 w 1482"/>
                  <a:gd name="T37" fmla="*/ 0 h 1316"/>
                  <a:gd name="T38" fmla="*/ 0 w 1482"/>
                  <a:gd name="T39" fmla="*/ 0 h 1316"/>
                  <a:gd name="T40" fmla="*/ 0 w 1482"/>
                  <a:gd name="T41" fmla="*/ 0 h 1316"/>
                  <a:gd name="T42" fmla="*/ 0 w 1482"/>
                  <a:gd name="T43" fmla="*/ 0 h 1316"/>
                  <a:gd name="T44" fmla="*/ 0 w 1482"/>
                  <a:gd name="T45" fmla="*/ 0 h 1316"/>
                  <a:gd name="T46" fmla="*/ 0 w 1482"/>
                  <a:gd name="T47" fmla="*/ 0 h 1316"/>
                  <a:gd name="T48" fmla="*/ 0 w 1482"/>
                  <a:gd name="T49" fmla="*/ 0 h 1316"/>
                  <a:gd name="T50" fmla="*/ 0 w 1482"/>
                  <a:gd name="T51" fmla="*/ 0 h 1316"/>
                  <a:gd name="T52" fmla="*/ 0 w 1482"/>
                  <a:gd name="T53" fmla="*/ 0 h 1316"/>
                  <a:gd name="T54" fmla="*/ 0 w 1482"/>
                  <a:gd name="T55" fmla="*/ 0 h 1316"/>
                  <a:gd name="T56" fmla="*/ 0 w 1482"/>
                  <a:gd name="T57" fmla="*/ 0 h 1316"/>
                  <a:gd name="T58" fmla="*/ 0 w 1482"/>
                  <a:gd name="T59" fmla="*/ 0 h 1316"/>
                  <a:gd name="T60" fmla="*/ 0 w 1482"/>
                  <a:gd name="T61" fmla="*/ 0 h 1316"/>
                  <a:gd name="T62" fmla="*/ 0 w 1482"/>
                  <a:gd name="T63" fmla="*/ 0 h 1316"/>
                  <a:gd name="T64" fmla="*/ 0 w 1482"/>
                  <a:gd name="T65" fmla="*/ 0 h 1316"/>
                  <a:gd name="T66" fmla="*/ 0 w 1482"/>
                  <a:gd name="T67" fmla="*/ 0 h 1316"/>
                  <a:gd name="T68" fmla="*/ 0 w 1482"/>
                  <a:gd name="T69" fmla="*/ 0 h 131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82"/>
                  <a:gd name="T106" fmla="*/ 0 h 1316"/>
                  <a:gd name="T107" fmla="*/ 1482 w 1482"/>
                  <a:gd name="T108" fmla="*/ 1316 h 131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82" h="1316">
                    <a:moveTo>
                      <a:pt x="461" y="131"/>
                    </a:moveTo>
                    <a:lnTo>
                      <a:pt x="341" y="55"/>
                    </a:lnTo>
                    <a:lnTo>
                      <a:pt x="417" y="177"/>
                    </a:lnTo>
                    <a:lnTo>
                      <a:pt x="156" y="32"/>
                    </a:lnTo>
                    <a:lnTo>
                      <a:pt x="0" y="0"/>
                    </a:lnTo>
                    <a:lnTo>
                      <a:pt x="271" y="267"/>
                    </a:lnTo>
                    <a:lnTo>
                      <a:pt x="417" y="300"/>
                    </a:lnTo>
                    <a:lnTo>
                      <a:pt x="484" y="445"/>
                    </a:lnTo>
                    <a:lnTo>
                      <a:pt x="304" y="415"/>
                    </a:lnTo>
                    <a:lnTo>
                      <a:pt x="46" y="279"/>
                    </a:lnTo>
                    <a:lnTo>
                      <a:pt x="260" y="537"/>
                    </a:lnTo>
                    <a:lnTo>
                      <a:pt x="46" y="1003"/>
                    </a:lnTo>
                    <a:lnTo>
                      <a:pt x="541" y="850"/>
                    </a:lnTo>
                    <a:lnTo>
                      <a:pt x="885" y="760"/>
                    </a:lnTo>
                    <a:lnTo>
                      <a:pt x="1079" y="718"/>
                    </a:lnTo>
                    <a:lnTo>
                      <a:pt x="1226" y="738"/>
                    </a:lnTo>
                    <a:lnTo>
                      <a:pt x="1350" y="859"/>
                    </a:lnTo>
                    <a:lnTo>
                      <a:pt x="1404" y="1003"/>
                    </a:lnTo>
                    <a:lnTo>
                      <a:pt x="1413" y="1060"/>
                    </a:lnTo>
                    <a:lnTo>
                      <a:pt x="1371" y="1096"/>
                    </a:lnTo>
                    <a:lnTo>
                      <a:pt x="1304" y="1162"/>
                    </a:lnTo>
                    <a:lnTo>
                      <a:pt x="1371" y="1283"/>
                    </a:lnTo>
                    <a:lnTo>
                      <a:pt x="1413" y="1316"/>
                    </a:lnTo>
                    <a:lnTo>
                      <a:pt x="1461" y="1307"/>
                    </a:lnTo>
                    <a:lnTo>
                      <a:pt x="1482" y="1230"/>
                    </a:lnTo>
                    <a:lnTo>
                      <a:pt x="1482" y="1109"/>
                    </a:lnTo>
                    <a:lnTo>
                      <a:pt x="1450" y="970"/>
                    </a:lnTo>
                    <a:lnTo>
                      <a:pt x="1385" y="825"/>
                    </a:lnTo>
                    <a:lnTo>
                      <a:pt x="1281" y="738"/>
                    </a:lnTo>
                    <a:lnTo>
                      <a:pt x="1203" y="682"/>
                    </a:lnTo>
                    <a:lnTo>
                      <a:pt x="1066" y="682"/>
                    </a:lnTo>
                    <a:lnTo>
                      <a:pt x="587" y="793"/>
                    </a:lnTo>
                    <a:lnTo>
                      <a:pt x="574" y="481"/>
                    </a:lnTo>
                    <a:lnTo>
                      <a:pt x="472" y="246"/>
                    </a:lnTo>
                    <a:lnTo>
                      <a:pt x="461" y="1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5" name="Freeform 234">
                <a:extLst>
                  <a:ext uri="{FF2B5EF4-FFF2-40B4-BE49-F238E27FC236}">
                    <a16:creationId xmlns:a16="http://schemas.microsoft.com/office/drawing/2014/main" id="{BA8F9107-8028-BA68-7D6A-06A36169C15D}"/>
                  </a:ext>
                </a:extLst>
              </p:cNvPr>
              <p:cNvSpPr>
                <a:spLocks/>
              </p:cNvSpPr>
              <p:nvPr/>
            </p:nvSpPr>
            <p:spPr bwMode="auto">
              <a:xfrm>
                <a:off x="3715" y="1113"/>
                <a:ext cx="62" cy="146"/>
              </a:xfrm>
              <a:custGeom>
                <a:avLst/>
                <a:gdLst>
                  <a:gd name="T0" fmla="*/ 0 w 496"/>
                  <a:gd name="T1" fmla="*/ 0 h 1171"/>
                  <a:gd name="T2" fmla="*/ 0 w 496"/>
                  <a:gd name="T3" fmla="*/ 0 h 1171"/>
                  <a:gd name="T4" fmla="*/ 0 w 496"/>
                  <a:gd name="T5" fmla="*/ 0 h 1171"/>
                  <a:gd name="T6" fmla="*/ 0 w 496"/>
                  <a:gd name="T7" fmla="*/ 0 h 1171"/>
                  <a:gd name="T8" fmla="*/ 0 w 496"/>
                  <a:gd name="T9" fmla="*/ 0 h 1171"/>
                  <a:gd name="T10" fmla="*/ 0 w 496"/>
                  <a:gd name="T11" fmla="*/ 0 h 1171"/>
                  <a:gd name="T12" fmla="*/ 0 w 496"/>
                  <a:gd name="T13" fmla="*/ 0 h 1171"/>
                  <a:gd name="T14" fmla="*/ 0 w 496"/>
                  <a:gd name="T15" fmla="*/ 0 h 1171"/>
                  <a:gd name="T16" fmla="*/ 0 w 496"/>
                  <a:gd name="T17" fmla="*/ 0 h 1171"/>
                  <a:gd name="T18" fmla="*/ 0 w 496"/>
                  <a:gd name="T19" fmla="*/ 0 h 1171"/>
                  <a:gd name="T20" fmla="*/ 0 w 496"/>
                  <a:gd name="T21" fmla="*/ 0 h 1171"/>
                  <a:gd name="T22" fmla="*/ 0 w 496"/>
                  <a:gd name="T23" fmla="*/ 0 h 1171"/>
                  <a:gd name="T24" fmla="*/ 0 w 496"/>
                  <a:gd name="T25" fmla="*/ 0 h 117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96"/>
                  <a:gd name="T40" fmla="*/ 0 h 1171"/>
                  <a:gd name="T41" fmla="*/ 496 w 496"/>
                  <a:gd name="T42" fmla="*/ 1171 h 117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96" h="1171">
                    <a:moveTo>
                      <a:pt x="496" y="0"/>
                    </a:moveTo>
                    <a:lnTo>
                      <a:pt x="406" y="153"/>
                    </a:lnTo>
                    <a:lnTo>
                      <a:pt x="428" y="268"/>
                    </a:lnTo>
                    <a:lnTo>
                      <a:pt x="292" y="612"/>
                    </a:lnTo>
                    <a:lnTo>
                      <a:pt x="215" y="782"/>
                    </a:lnTo>
                    <a:lnTo>
                      <a:pt x="94" y="828"/>
                    </a:lnTo>
                    <a:lnTo>
                      <a:pt x="0" y="1171"/>
                    </a:lnTo>
                    <a:lnTo>
                      <a:pt x="125" y="904"/>
                    </a:lnTo>
                    <a:lnTo>
                      <a:pt x="358" y="861"/>
                    </a:lnTo>
                    <a:lnTo>
                      <a:pt x="272" y="757"/>
                    </a:lnTo>
                    <a:lnTo>
                      <a:pt x="486" y="224"/>
                    </a:lnTo>
                    <a:lnTo>
                      <a:pt x="475" y="100"/>
                    </a:lnTo>
                    <a:lnTo>
                      <a:pt x="49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6" name="Freeform 235">
                <a:extLst>
                  <a:ext uri="{FF2B5EF4-FFF2-40B4-BE49-F238E27FC236}">
                    <a16:creationId xmlns:a16="http://schemas.microsoft.com/office/drawing/2014/main" id="{983A3BD7-FA99-F77B-269F-C9F4047CCE5D}"/>
                  </a:ext>
                </a:extLst>
              </p:cNvPr>
              <p:cNvSpPr>
                <a:spLocks/>
              </p:cNvSpPr>
              <p:nvPr/>
            </p:nvSpPr>
            <p:spPr bwMode="auto">
              <a:xfrm>
                <a:off x="3868" y="1282"/>
                <a:ext cx="80" cy="80"/>
              </a:xfrm>
              <a:custGeom>
                <a:avLst/>
                <a:gdLst>
                  <a:gd name="T0" fmla="*/ 0 w 637"/>
                  <a:gd name="T1" fmla="*/ 0 h 646"/>
                  <a:gd name="T2" fmla="*/ 0 w 637"/>
                  <a:gd name="T3" fmla="*/ 0 h 646"/>
                  <a:gd name="T4" fmla="*/ 0 w 637"/>
                  <a:gd name="T5" fmla="*/ 0 h 646"/>
                  <a:gd name="T6" fmla="*/ 0 w 637"/>
                  <a:gd name="T7" fmla="*/ 0 h 646"/>
                  <a:gd name="T8" fmla="*/ 0 w 637"/>
                  <a:gd name="T9" fmla="*/ 0 h 646"/>
                  <a:gd name="T10" fmla="*/ 0 w 637"/>
                  <a:gd name="T11" fmla="*/ 0 h 646"/>
                  <a:gd name="T12" fmla="*/ 0 w 637"/>
                  <a:gd name="T13" fmla="*/ 0 h 646"/>
                  <a:gd name="T14" fmla="*/ 0 w 637"/>
                  <a:gd name="T15" fmla="*/ 0 h 646"/>
                  <a:gd name="T16" fmla="*/ 0 w 637"/>
                  <a:gd name="T17" fmla="*/ 0 h 646"/>
                  <a:gd name="T18" fmla="*/ 0 w 637"/>
                  <a:gd name="T19" fmla="*/ 0 h 646"/>
                  <a:gd name="T20" fmla="*/ 0 w 637"/>
                  <a:gd name="T21" fmla="*/ 0 h 646"/>
                  <a:gd name="T22" fmla="*/ 0 w 637"/>
                  <a:gd name="T23" fmla="*/ 0 h 646"/>
                  <a:gd name="T24" fmla="*/ 0 w 637"/>
                  <a:gd name="T25" fmla="*/ 0 h 646"/>
                  <a:gd name="T26" fmla="*/ 0 w 637"/>
                  <a:gd name="T27" fmla="*/ 0 h 646"/>
                  <a:gd name="T28" fmla="*/ 0 w 637"/>
                  <a:gd name="T29" fmla="*/ 0 h 646"/>
                  <a:gd name="T30" fmla="*/ 0 w 637"/>
                  <a:gd name="T31" fmla="*/ 0 h 646"/>
                  <a:gd name="T32" fmla="*/ 0 w 637"/>
                  <a:gd name="T33" fmla="*/ 0 h 646"/>
                  <a:gd name="T34" fmla="*/ 0 w 637"/>
                  <a:gd name="T35" fmla="*/ 0 h 646"/>
                  <a:gd name="T36" fmla="*/ 0 w 637"/>
                  <a:gd name="T37" fmla="*/ 0 h 646"/>
                  <a:gd name="T38" fmla="*/ 0 w 637"/>
                  <a:gd name="T39" fmla="*/ 0 h 646"/>
                  <a:gd name="T40" fmla="*/ 0 w 637"/>
                  <a:gd name="T41" fmla="*/ 0 h 646"/>
                  <a:gd name="T42" fmla="*/ 0 w 637"/>
                  <a:gd name="T43" fmla="*/ 0 h 646"/>
                  <a:gd name="T44" fmla="*/ 0 w 637"/>
                  <a:gd name="T45" fmla="*/ 0 h 646"/>
                  <a:gd name="T46" fmla="*/ 0 w 637"/>
                  <a:gd name="T47" fmla="*/ 0 h 646"/>
                  <a:gd name="T48" fmla="*/ 0 w 637"/>
                  <a:gd name="T49" fmla="*/ 0 h 646"/>
                  <a:gd name="T50" fmla="*/ 0 w 637"/>
                  <a:gd name="T51" fmla="*/ 0 h 646"/>
                  <a:gd name="T52" fmla="*/ 0 w 637"/>
                  <a:gd name="T53" fmla="*/ 0 h 64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37"/>
                  <a:gd name="T82" fmla="*/ 0 h 646"/>
                  <a:gd name="T83" fmla="*/ 637 w 637"/>
                  <a:gd name="T84" fmla="*/ 646 h 64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37" h="646">
                    <a:moveTo>
                      <a:pt x="90" y="46"/>
                    </a:moveTo>
                    <a:lnTo>
                      <a:pt x="167" y="201"/>
                    </a:lnTo>
                    <a:lnTo>
                      <a:pt x="180" y="268"/>
                    </a:lnTo>
                    <a:lnTo>
                      <a:pt x="33" y="344"/>
                    </a:lnTo>
                    <a:lnTo>
                      <a:pt x="0" y="477"/>
                    </a:lnTo>
                    <a:lnTo>
                      <a:pt x="0" y="593"/>
                    </a:lnTo>
                    <a:lnTo>
                      <a:pt x="44" y="646"/>
                    </a:lnTo>
                    <a:lnTo>
                      <a:pt x="79" y="604"/>
                    </a:lnTo>
                    <a:lnTo>
                      <a:pt x="213" y="477"/>
                    </a:lnTo>
                    <a:lnTo>
                      <a:pt x="371" y="402"/>
                    </a:lnTo>
                    <a:lnTo>
                      <a:pt x="437" y="378"/>
                    </a:lnTo>
                    <a:lnTo>
                      <a:pt x="437" y="300"/>
                    </a:lnTo>
                    <a:lnTo>
                      <a:pt x="549" y="123"/>
                    </a:lnTo>
                    <a:lnTo>
                      <a:pt x="637" y="10"/>
                    </a:lnTo>
                    <a:lnTo>
                      <a:pt x="560" y="46"/>
                    </a:lnTo>
                    <a:lnTo>
                      <a:pt x="406" y="268"/>
                    </a:lnTo>
                    <a:lnTo>
                      <a:pt x="391" y="336"/>
                    </a:lnTo>
                    <a:lnTo>
                      <a:pt x="272" y="426"/>
                    </a:lnTo>
                    <a:lnTo>
                      <a:pt x="132" y="503"/>
                    </a:lnTo>
                    <a:lnTo>
                      <a:pt x="58" y="549"/>
                    </a:lnTo>
                    <a:lnTo>
                      <a:pt x="33" y="536"/>
                    </a:lnTo>
                    <a:lnTo>
                      <a:pt x="68" y="378"/>
                    </a:lnTo>
                    <a:lnTo>
                      <a:pt x="213" y="277"/>
                    </a:lnTo>
                    <a:lnTo>
                      <a:pt x="281" y="0"/>
                    </a:lnTo>
                    <a:lnTo>
                      <a:pt x="222" y="101"/>
                    </a:lnTo>
                    <a:lnTo>
                      <a:pt x="68" y="10"/>
                    </a:lnTo>
                    <a:lnTo>
                      <a:pt x="90"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7" name="Freeform 236">
                <a:extLst>
                  <a:ext uri="{FF2B5EF4-FFF2-40B4-BE49-F238E27FC236}">
                    <a16:creationId xmlns:a16="http://schemas.microsoft.com/office/drawing/2014/main" id="{7B4D123E-269C-3EEB-0B0D-BE5CABD8475E}"/>
                  </a:ext>
                </a:extLst>
              </p:cNvPr>
              <p:cNvSpPr>
                <a:spLocks/>
              </p:cNvSpPr>
              <p:nvPr/>
            </p:nvSpPr>
            <p:spPr bwMode="auto">
              <a:xfrm>
                <a:off x="3780" y="1294"/>
                <a:ext cx="109" cy="77"/>
              </a:xfrm>
              <a:custGeom>
                <a:avLst/>
                <a:gdLst>
                  <a:gd name="T0" fmla="*/ 0 w 874"/>
                  <a:gd name="T1" fmla="*/ 0 h 615"/>
                  <a:gd name="T2" fmla="*/ 0 w 874"/>
                  <a:gd name="T3" fmla="*/ 0 h 615"/>
                  <a:gd name="T4" fmla="*/ 0 w 874"/>
                  <a:gd name="T5" fmla="*/ 0 h 615"/>
                  <a:gd name="T6" fmla="*/ 0 w 874"/>
                  <a:gd name="T7" fmla="*/ 0 h 615"/>
                  <a:gd name="T8" fmla="*/ 0 w 874"/>
                  <a:gd name="T9" fmla="*/ 0 h 615"/>
                  <a:gd name="T10" fmla="*/ 0 w 874"/>
                  <a:gd name="T11" fmla="*/ 0 h 615"/>
                  <a:gd name="T12" fmla="*/ 0 w 874"/>
                  <a:gd name="T13" fmla="*/ 0 h 615"/>
                  <a:gd name="T14" fmla="*/ 0 w 874"/>
                  <a:gd name="T15" fmla="*/ 0 h 615"/>
                  <a:gd name="T16" fmla="*/ 0 w 874"/>
                  <a:gd name="T17" fmla="*/ 0 h 615"/>
                  <a:gd name="T18" fmla="*/ 0 w 874"/>
                  <a:gd name="T19" fmla="*/ 0 h 615"/>
                  <a:gd name="T20" fmla="*/ 0 w 874"/>
                  <a:gd name="T21" fmla="*/ 0 h 615"/>
                  <a:gd name="T22" fmla="*/ 0 w 874"/>
                  <a:gd name="T23" fmla="*/ 0 h 615"/>
                  <a:gd name="T24" fmla="*/ 0 w 874"/>
                  <a:gd name="T25" fmla="*/ 0 h 615"/>
                  <a:gd name="T26" fmla="*/ 0 w 874"/>
                  <a:gd name="T27" fmla="*/ 0 h 615"/>
                  <a:gd name="T28" fmla="*/ 0 w 874"/>
                  <a:gd name="T29" fmla="*/ 0 h 61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74"/>
                  <a:gd name="T46" fmla="*/ 0 h 615"/>
                  <a:gd name="T47" fmla="*/ 874 w 874"/>
                  <a:gd name="T48" fmla="*/ 615 h 61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74" h="615">
                    <a:moveTo>
                      <a:pt x="874" y="79"/>
                    </a:moveTo>
                    <a:lnTo>
                      <a:pt x="627" y="33"/>
                    </a:lnTo>
                    <a:lnTo>
                      <a:pt x="527" y="199"/>
                    </a:lnTo>
                    <a:lnTo>
                      <a:pt x="371" y="391"/>
                    </a:lnTo>
                    <a:lnTo>
                      <a:pt x="228" y="545"/>
                    </a:lnTo>
                    <a:lnTo>
                      <a:pt x="131" y="604"/>
                    </a:lnTo>
                    <a:lnTo>
                      <a:pt x="46" y="615"/>
                    </a:lnTo>
                    <a:lnTo>
                      <a:pt x="0" y="582"/>
                    </a:lnTo>
                    <a:lnTo>
                      <a:pt x="87" y="591"/>
                    </a:lnTo>
                    <a:lnTo>
                      <a:pt x="180" y="558"/>
                    </a:lnTo>
                    <a:lnTo>
                      <a:pt x="279" y="448"/>
                    </a:lnTo>
                    <a:lnTo>
                      <a:pt x="426" y="277"/>
                    </a:lnTo>
                    <a:lnTo>
                      <a:pt x="592" y="10"/>
                    </a:lnTo>
                    <a:lnTo>
                      <a:pt x="850" y="0"/>
                    </a:lnTo>
                    <a:lnTo>
                      <a:pt x="874" y="7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8" name="Freeform 237">
                <a:extLst>
                  <a:ext uri="{FF2B5EF4-FFF2-40B4-BE49-F238E27FC236}">
                    <a16:creationId xmlns:a16="http://schemas.microsoft.com/office/drawing/2014/main" id="{BBF5C9FD-AB17-885F-F0EE-8C2EC93083A2}"/>
                  </a:ext>
                </a:extLst>
              </p:cNvPr>
              <p:cNvSpPr>
                <a:spLocks/>
              </p:cNvSpPr>
              <p:nvPr/>
            </p:nvSpPr>
            <p:spPr bwMode="auto">
              <a:xfrm>
                <a:off x="3782" y="1293"/>
                <a:ext cx="40" cy="69"/>
              </a:xfrm>
              <a:custGeom>
                <a:avLst/>
                <a:gdLst>
                  <a:gd name="T0" fmla="*/ 0 w 315"/>
                  <a:gd name="T1" fmla="*/ 0 h 556"/>
                  <a:gd name="T2" fmla="*/ 0 w 315"/>
                  <a:gd name="T3" fmla="*/ 0 h 556"/>
                  <a:gd name="T4" fmla="*/ 0 w 315"/>
                  <a:gd name="T5" fmla="*/ 0 h 556"/>
                  <a:gd name="T6" fmla="*/ 0 w 315"/>
                  <a:gd name="T7" fmla="*/ 0 h 556"/>
                  <a:gd name="T8" fmla="*/ 0 w 315"/>
                  <a:gd name="T9" fmla="*/ 0 h 556"/>
                  <a:gd name="T10" fmla="*/ 0 w 315"/>
                  <a:gd name="T11" fmla="*/ 0 h 556"/>
                  <a:gd name="T12" fmla="*/ 0 w 315"/>
                  <a:gd name="T13" fmla="*/ 0 h 556"/>
                  <a:gd name="T14" fmla="*/ 0 w 315"/>
                  <a:gd name="T15" fmla="*/ 0 h 556"/>
                  <a:gd name="T16" fmla="*/ 0 60000 65536"/>
                  <a:gd name="T17" fmla="*/ 0 60000 65536"/>
                  <a:gd name="T18" fmla="*/ 0 60000 65536"/>
                  <a:gd name="T19" fmla="*/ 0 60000 65536"/>
                  <a:gd name="T20" fmla="*/ 0 60000 65536"/>
                  <a:gd name="T21" fmla="*/ 0 60000 65536"/>
                  <a:gd name="T22" fmla="*/ 0 60000 65536"/>
                  <a:gd name="T23" fmla="*/ 0 60000 65536"/>
                  <a:gd name="T24" fmla="*/ 0 w 315"/>
                  <a:gd name="T25" fmla="*/ 0 h 556"/>
                  <a:gd name="T26" fmla="*/ 315 w 315"/>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5" h="556">
                    <a:moveTo>
                      <a:pt x="304" y="0"/>
                    </a:moveTo>
                    <a:lnTo>
                      <a:pt x="237" y="203"/>
                    </a:lnTo>
                    <a:lnTo>
                      <a:pt x="145" y="371"/>
                    </a:lnTo>
                    <a:lnTo>
                      <a:pt x="0" y="556"/>
                    </a:lnTo>
                    <a:lnTo>
                      <a:pt x="145" y="402"/>
                    </a:lnTo>
                    <a:lnTo>
                      <a:pt x="258" y="235"/>
                    </a:lnTo>
                    <a:lnTo>
                      <a:pt x="315" y="68"/>
                    </a:lnTo>
                    <a:lnTo>
                      <a:pt x="30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9" name="Freeform 238">
                <a:extLst>
                  <a:ext uri="{FF2B5EF4-FFF2-40B4-BE49-F238E27FC236}">
                    <a16:creationId xmlns:a16="http://schemas.microsoft.com/office/drawing/2014/main" id="{B176BD9A-0DA6-1C6F-8F43-5F5C18E05C02}"/>
                  </a:ext>
                </a:extLst>
              </p:cNvPr>
              <p:cNvSpPr>
                <a:spLocks/>
              </p:cNvSpPr>
              <p:nvPr/>
            </p:nvSpPr>
            <p:spPr bwMode="auto">
              <a:xfrm>
                <a:off x="3777" y="1276"/>
                <a:ext cx="28" cy="63"/>
              </a:xfrm>
              <a:custGeom>
                <a:avLst/>
                <a:gdLst>
                  <a:gd name="T0" fmla="*/ 0 w 225"/>
                  <a:gd name="T1" fmla="*/ 0 h 505"/>
                  <a:gd name="T2" fmla="*/ 0 w 225"/>
                  <a:gd name="T3" fmla="*/ 0 h 505"/>
                  <a:gd name="T4" fmla="*/ 0 w 225"/>
                  <a:gd name="T5" fmla="*/ 0 h 505"/>
                  <a:gd name="T6" fmla="*/ 0 w 225"/>
                  <a:gd name="T7" fmla="*/ 0 h 505"/>
                  <a:gd name="T8" fmla="*/ 0 w 225"/>
                  <a:gd name="T9" fmla="*/ 0 h 505"/>
                  <a:gd name="T10" fmla="*/ 0 w 225"/>
                  <a:gd name="T11" fmla="*/ 0 h 505"/>
                  <a:gd name="T12" fmla="*/ 0 w 225"/>
                  <a:gd name="T13" fmla="*/ 0 h 505"/>
                  <a:gd name="T14" fmla="*/ 0 w 225"/>
                  <a:gd name="T15" fmla="*/ 0 h 505"/>
                  <a:gd name="T16" fmla="*/ 0 w 225"/>
                  <a:gd name="T17" fmla="*/ 0 h 505"/>
                  <a:gd name="T18" fmla="*/ 0 w 225"/>
                  <a:gd name="T19" fmla="*/ 0 h 505"/>
                  <a:gd name="T20" fmla="*/ 0 w 225"/>
                  <a:gd name="T21" fmla="*/ 0 h 505"/>
                  <a:gd name="T22" fmla="*/ 0 w 225"/>
                  <a:gd name="T23" fmla="*/ 0 h 505"/>
                  <a:gd name="T24" fmla="*/ 0 w 225"/>
                  <a:gd name="T25" fmla="*/ 0 h 505"/>
                  <a:gd name="T26" fmla="*/ 0 w 225"/>
                  <a:gd name="T27" fmla="*/ 0 h 505"/>
                  <a:gd name="T28" fmla="*/ 0 w 225"/>
                  <a:gd name="T29" fmla="*/ 0 h 505"/>
                  <a:gd name="T30" fmla="*/ 0 w 225"/>
                  <a:gd name="T31" fmla="*/ 0 h 50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5"/>
                  <a:gd name="T49" fmla="*/ 0 h 505"/>
                  <a:gd name="T50" fmla="*/ 225 w 225"/>
                  <a:gd name="T51" fmla="*/ 505 h 50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5" h="505">
                    <a:moveTo>
                      <a:pt x="0" y="33"/>
                    </a:moveTo>
                    <a:lnTo>
                      <a:pt x="44" y="321"/>
                    </a:lnTo>
                    <a:lnTo>
                      <a:pt x="44" y="388"/>
                    </a:lnTo>
                    <a:lnTo>
                      <a:pt x="154" y="446"/>
                    </a:lnTo>
                    <a:lnTo>
                      <a:pt x="179" y="490"/>
                    </a:lnTo>
                    <a:lnTo>
                      <a:pt x="214" y="505"/>
                    </a:lnTo>
                    <a:lnTo>
                      <a:pt x="225" y="459"/>
                    </a:lnTo>
                    <a:lnTo>
                      <a:pt x="179" y="422"/>
                    </a:lnTo>
                    <a:lnTo>
                      <a:pt x="214" y="33"/>
                    </a:lnTo>
                    <a:lnTo>
                      <a:pt x="145" y="411"/>
                    </a:lnTo>
                    <a:lnTo>
                      <a:pt x="92" y="369"/>
                    </a:lnTo>
                    <a:lnTo>
                      <a:pt x="80" y="288"/>
                    </a:lnTo>
                    <a:lnTo>
                      <a:pt x="134" y="22"/>
                    </a:lnTo>
                    <a:lnTo>
                      <a:pt x="69" y="167"/>
                    </a:lnTo>
                    <a:lnTo>
                      <a:pt x="11" y="0"/>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20" name="Freeform 239">
                <a:extLst>
                  <a:ext uri="{FF2B5EF4-FFF2-40B4-BE49-F238E27FC236}">
                    <a16:creationId xmlns:a16="http://schemas.microsoft.com/office/drawing/2014/main" id="{5466D460-2C0C-414A-AD84-94021794DD04}"/>
                  </a:ext>
                </a:extLst>
              </p:cNvPr>
              <p:cNvSpPr>
                <a:spLocks/>
              </p:cNvSpPr>
              <p:nvPr/>
            </p:nvSpPr>
            <p:spPr bwMode="auto">
              <a:xfrm>
                <a:off x="3826" y="1332"/>
                <a:ext cx="24" cy="17"/>
              </a:xfrm>
              <a:custGeom>
                <a:avLst/>
                <a:gdLst>
                  <a:gd name="T0" fmla="*/ 0 w 191"/>
                  <a:gd name="T1" fmla="*/ 0 h 134"/>
                  <a:gd name="T2" fmla="*/ 0 w 191"/>
                  <a:gd name="T3" fmla="*/ 0 h 134"/>
                  <a:gd name="T4" fmla="*/ 0 w 191"/>
                  <a:gd name="T5" fmla="*/ 0 h 134"/>
                  <a:gd name="T6" fmla="*/ 0 w 191"/>
                  <a:gd name="T7" fmla="*/ 0 h 134"/>
                  <a:gd name="T8" fmla="*/ 0 w 191"/>
                  <a:gd name="T9" fmla="*/ 0 h 134"/>
                  <a:gd name="T10" fmla="*/ 0 60000 65536"/>
                  <a:gd name="T11" fmla="*/ 0 60000 65536"/>
                  <a:gd name="T12" fmla="*/ 0 60000 65536"/>
                  <a:gd name="T13" fmla="*/ 0 60000 65536"/>
                  <a:gd name="T14" fmla="*/ 0 60000 65536"/>
                  <a:gd name="T15" fmla="*/ 0 w 191"/>
                  <a:gd name="T16" fmla="*/ 0 h 134"/>
                  <a:gd name="T17" fmla="*/ 191 w 191"/>
                  <a:gd name="T18" fmla="*/ 134 h 134"/>
                </a:gdLst>
                <a:ahLst/>
                <a:cxnLst>
                  <a:cxn ang="T10">
                    <a:pos x="T0" y="T1"/>
                  </a:cxn>
                  <a:cxn ang="T11">
                    <a:pos x="T2" y="T3"/>
                  </a:cxn>
                  <a:cxn ang="T12">
                    <a:pos x="T4" y="T5"/>
                  </a:cxn>
                  <a:cxn ang="T13">
                    <a:pos x="T6" y="T7"/>
                  </a:cxn>
                  <a:cxn ang="T14">
                    <a:pos x="T8" y="T9"/>
                  </a:cxn>
                </a:cxnLst>
                <a:rect l="T15" t="T16" r="T17" b="T18"/>
                <a:pathLst>
                  <a:path w="191" h="134">
                    <a:moveTo>
                      <a:pt x="0" y="90"/>
                    </a:moveTo>
                    <a:lnTo>
                      <a:pt x="178" y="134"/>
                    </a:lnTo>
                    <a:lnTo>
                      <a:pt x="191" y="101"/>
                    </a:lnTo>
                    <a:lnTo>
                      <a:pt x="55" y="0"/>
                    </a:lnTo>
                    <a:lnTo>
                      <a:pt x="0"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21" name="Freeform 240">
                <a:extLst>
                  <a:ext uri="{FF2B5EF4-FFF2-40B4-BE49-F238E27FC236}">
                    <a16:creationId xmlns:a16="http://schemas.microsoft.com/office/drawing/2014/main" id="{43064609-4FD6-5744-18B5-EB96D51EC526}"/>
                  </a:ext>
                </a:extLst>
              </p:cNvPr>
              <p:cNvSpPr>
                <a:spLocks/>
              </p:cNvSpPr>
              <p:nvPr/>
            </p:nvSpPr>
            <p:spPr bwMode="auto">
              <a:xfrm>
                <a:off x="4342" y="955"/>
                <a:ext cx="234" cy="353"/>
              </a:xfrm>
              <a:custGeom>
                <a:avLst/>
                <a:gdLst>
                  <a:gd name="T0" fmla="*/ 0 w 1868"/>
                  <a:gd name="T1" fmla="*/ 0 h 2819"/>
                  <a:gd name="T2" fmla="*/ 0 w 1868"/>
                  <a:gd name="T3" fmla="*/ 0 h 2819"/>
                  <a:gd name="T4" fmla="*/ 0 w 1868"/>
                  <a:gd name="T5" fmla="*/ 0 h 2819"/>
                  <a:gd name="T6" fmla="*/ 0 w 1868"/>
                  <a:gd name="T7" fmla="*/ 0 h 2819"/>
                  <a:gd name="T8" fmla="*/ 0 w 1868"/>
                  <a:gd name="T9" fmla="*/ 0 h 2819"/>
                  <a:gd name="T10" fmla="*/ 0 w 1868"/>
                  <a:gd name="T11" fmla="*/ 0 h 2819"/>
                  <a:gd name="T12" fmla="*/ 0 w 1868"/>
                  <a:gd name="T13" fmla="*/ 0 h 2819"/>
                  <a:gd name="T14" fmla="*/ 0 w 1868"/>
                  <a:gd name="T15" fmla="*/ 0 h 2819"/>
                  <a:gd name="T16" fmla="*/ 0 w 1868"/>
                  <a:gd name="T17" fmla="*/ 0 h 2819"/>
                  <a:gd name="T18" fmla="*/ 0 w 1868"/>
                  <a:gd name="T19" fmla="*/ 0 h 2819"/>
                  <a:gd name="T20" fmla="*/ 0 w 1868"/>
                  <a:gd name="T21" fmla="*/ 0 h 2819"/>
                  <a:gd name="T22" fmla="*/ 0 w 1868"/>
                  <a:gd name="T23" fmla="*/ 0 h 2819"/>
                  <a:gd name="T24" fmla="*/ 0 w 1868"/>
                  <a:gd name="T25" fmla="*/ 0 h 2819"/>
                  <a:gd name="T26" fmla="*/ 0 w 1868"/>
                  <a:gd name="T27" fmla="*/ 0 h 2819"/>
                  <a:gd name="T28" fmla="*/ 0 w 1868"/>
                  <a:gd name="T29" fmla="*/ 0 h 2819"/>
                  <a:gd name="T30" fmla="*/ 0 w 1868"/>
                  <a:gd name="T31" fmla="*/ 0 h 2819"/>
                  <a:gd name="T32" fmla="*/ 0 w 1868"/>
                  <a:gd name="T33" fmla="*/ 0 h 2819"/>
                  <a:gd name="T34" fmla="*/ 0 w 1868"/>
                  <a:gd name="T35" fmla="*/ 0 h 2819"/>
                  <a:gd name="T36" fmla="*/ 0 w 1868"/>
                  <a:gd name="T37" fmla="*/ 0 h 2819"/>
                  <a:gd name="T38" fmla="*/ 0 w 1868"/>
                  <a:gd name="T39" fmla="*/ 0 h 2819"/>
                  <a:gd name="T40" fmla="*/ 0 w 1868"/>
                  <a:gd name="T41" fmla="*/ 0 h 2819"/>
                  <a:gd name="T42" fmla="*/ 0 w 1868"/>
                  <a:gd name="T43" fmla="*/ 0 h 2819"/>
                  <a:gd name="T44" fmla="*/ 0 w 1868"/>
                  <a:gd name="T45" fmla="*/ 0 h 2819"/>
                  <a:gd name="T46" fmla="*/ 0 w 1868"/>
                  <a:gd name="T47" fmla="*/ 0 h 2819"/>
                  <a:gd name="T48" fmla="*/ 0 w 1868"/>
                  <a:gd name="T49" fmla="*/ 0 h 2819"/>
                  <a:gd name="T50" fmla="*/ 0 w 1868"/>
                  <a:gd name="T51" fmla="*/ 0 h 2819"/>
                  <a:gd name="T52" fmla="*/ 0 w 1868"/>
                  <a:gd name="T53" fmla="*/ 0 h 2819"/>
                  <a:gd name="T54" fmla="*/ 0 w 1868"/>
                  <a:gd name="T55" fmla="*/ 0 h 2819"/>
                  <a:gd name="T56" fmla="*/ 0 w 1868"/>
                  <a:gd name="T57" fmla="*/ 0 h 2819"/>
                  <a:gd name="T58" fmla="*/ 0 w 1868"/>
                  <a:gd name="T59" fmla="*/ 0 h 2819"/>
                  <a:gd name="T60" fmla="*/ 0 w 1868"/>
                  <a:gd name="T61" fmla="*/ 0 h 2819"/>
                  <a:gd name="T62" fmla="*/ 0 w 1868"/>
                  <a:gd name="T63" fmla="*/ 0 h 2819"/>
                  <a:gd name="T64" fmla="*/ 0 w 1868"/>
                  <a:gd name="T65" fmla="*/ 0 h 2819"/>
                  <a:gd name="T66" fmla="*/ 0 w 1868"/>
                  <a:gd name="T67" fmla="*/ 0 h 2819"/>
                  <a:gd name="T68" fmla="*/ 0 w 1868"/>
                  <a:gd name="T69" fmla="*/ 0 h 2819"/>
                  <a:gd name="T70" fmla="*/ 0 w 1868"/>
                  <a:gd name="T71" fmla="*/ 0 h 2819"/>
                  <a:gd name="T72" fmla="*/ 0 w 1868"/>
                  <a:gd name="T73" fmla="*/ 0 h 2819"/>
                  <a:gd name="T74" fmla="*/ 0 w 1868"/>
                  <a:gd name="T75" fmla="*/ 0 h 2819"/>
                  <a:gd name="T76" fmla="*/ 0 w 1868"/>
                  <a:gd name="T77" fmla="*/ 0 h 2819"/>
                  <a:gd name="T78" fmla="*/ 0 w 1868"/>
                  <a:gd name="T79" fmla="*/ 0 h 281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868"/>
                  <a:gd name="T121" fmla="*/ 0 h 2819"/>
                  <a:gd name="T122" fmla="*/ 1868 w 1868"/>
                  <a:gd name="T123" fmla="*/ 2819 h 2819"/>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868" h="2819">
                    <a:moveTo>
                      <a:pt x="637" y="0"/>
                    </a:moveTo>
                    <a:lnTo>
                      <a:pt x="729" y="62"/>
                    </a:lnTo>
                    <a:lnTo>
                      <a:pt x="1233" y="182"/>
                    </a:lnTo>
                    <a:lnTo>
                      <a:pt x="1563" y="317"/>
                    </a:lnTo>
                    <a:lnTo>
                      <a:pt x="1868" y="488"/>
                    </a:lnTo>
                    <a:lnTo>
                      <a:pt x="1563" y="354"/>
                    </a:lnTo>
                    <a:lnTo>
                      <a:pt x="1367" y="354"/>
                    </a:lnTo>
                    <a:lnTo>
                      <a:pt x="1220" y="394"/>
                    </a:lnTo>
                    <a:lnTo>
                      <a:pt x="1049" y="499"/>
                    </a:lnTo>
                    <a:lnTo>
                      <a:pt x="872" y="673"/>
                    </a:lnTo>
                    <a:lnTo>
                      <a:pt x="664" y="1161"/>
                    </a:lnTo>
                    <a:lnTo>
                      <a:pt x="821" y="1106"/>
                    </a:lnTo>
                    <a:lnTo>
                      <a:pt x="837" y="1119"/>
                    </a:lnTo>
                    <a:lnTo>
                      <a:pt x="519" y="2042"/>
                    </a:lnTo>
                    <a:lnTo>
                      <a:pt x="503" y="2319"/>
                    </a:lnTo>
                    <a:lnTo>
                      <a:pt x="558" y="2424"/>
                    </a:lnTo>
                    <a:lnTo>
                      <a:pt x="383" y="2595"/>
                    </a:lnTo>
                    <a:lnTo>
                      <a:pt x="200" y="2807"/>
                    </a:lnTo>
                    <a:lnTo>
                      <a:pt x="251" y="2490"/>
                    </a:lnTo>
                    <a:lnTo>
                      <a:pt x="330" y="2187"/>
                    </a:lnTo>
                    <a:lnTo>
                      <a:pt x="171" y="1910"/>
                    </a:lnTo>
                    <a:lnTo>
                      <a:pt x="371" y="1728"/>
                    </a:lnTo>
                    <a:lnTo>
                      <a:pt x="466" y="1011"/>
                    </a:lnTo>
                    <a:lnTo>
                      <a:pt x="316" y="1119"/>
                    </a:lnTo>
                    <a:lnTo>
                      <a:pt x="171" y="1263"/>
                    </a:lnTo>
                    <a:lnTo>
                      <a:pt x="83" y="1659"/>
                    </a:lnTo>
                    <a:lnTo>
                      <a:pt x="53" y="2015"/>
                    </a:lnTo>
                    <a:lnTo>
                      <a:pt x="83" y="2360"/>
                    </a:lnTo>
                    <a:lnTo>
                      <a:pt x="132" y="2819"/>
                    </a:lnTo>
                    <a:lnTo>
                      <a:pt x="95" y="2819"/>
                    </a:lnTo>
                    <a:lnTo>
                      <a:pt x="42" y="2424"/>
                    </a:lnTo>
                    <a:lnTo>
                      <a:pt x="0" y="2015"/>
                    </a:lnTo>
                    <a:lnTo>
                      <a:pt x="16" y="1620"/>
                    </a:lnTo>
                    <a:lnTo>
                      <a:pt x="95" y="1304"/>
                    </a:lnTo>
                    <a:lnTo>
                      <a:pt x="185" y="1042"/>
                    </a:lnTo>
                    <a:lnTo>
                      <a:pt x="371" y="721"/>
                    </a:lnTo>
                    <a:lnTo>
                      <a:pt x="488" y="488"/>
                    </a:lnTo>
                    <a:lnTo>
                      <a:pt x="558" y="301"/>
                    </a:lnTo>
                    <a:lnTo>
                      <a:pt x="620" y="50"/>
                    </a:lnTo>
                    <a:lnTo>
                      <a:pt x="63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22" name="Freeform 241">
                <a:extLst>
                  <a:ext uri="{FF2B5EF4-FFF2-40B4-BE49-F238E27FC236}">
                    <a16:creationId xmlns:a16="http://schemas.microsoft.com/office/drawing/2014/main" id="{A10497C9-AC7A-7B9B-11AA-78B72B2C30A1}"/>
                  </a:ext>
                </a:extLst>
              </p:cNvPr>
              <p:cNvSpPr>
                <a:spLocks/>
              </p:cNvSpPr>
              <p:nvPr/>
            </p:nvSpPr>
            <p:spPr bwMode="auto">
              <a:xfrm>
                <a:off x="4420" y="1060"/>
                <a:ext cx="194" cy="190"/>
              </a:xfrm>
              <a:custGeom>
                <a:avLst/>
                <a:gdLst>
                  <a:gd name="T0" fmla="*/ 0 w 1554"/>
                  <a:gd name="T1" fmla="*/ 0 h 1521"/>
                  <a:gd name="T2" fmla="*/ 0 w 1554"/>
                  <a:gd name="T3" fmla="*/ 0 h 1521"/>
                  <a:gd name="T4" fmla="*/ 0 w 1554"/>
                  <a:gd name="T5" fmla="*/ 0 h 1521"/>
                  <a:gd name="T6" fmla="*/ 0 w 1554"/>
                  <a:gd name="T7" fmla="*/ 0 h 1521"/>
                  <a:gd name="T8" fmla="*/ 0 w 1554"/>
                  <a:gd name="T9" fmla="*/ 0 h 1521"/>
                  <a:gd name="T10" fmla="*/ 0 w 1554"/>
                  <a:gd name="T11" fmla="*/ 0 h 1521"/>
                  <a:gd name="T12" fmla="*/ 0 w 1554"/>
                  <a:gd name="T13" fmla="*/ 0 h 1521"/>
                  <a:gd name="T14" fmla="*/ 0 w 1554"/>
                  <a:gd name="T15" fmla="*/ 0 h 1521"/>
                  <a:gd name="T16" fmla="*/ 0 w 1554"/>
                  <a:gd name="T17" fmla="*/ 0 h 1521"/>
                  <a:gd name="T18" fmla="*/ 0 w 1554"/>
                  <a:gd name="T19" fmla="*/ 0 h 1521"/>
                  <a:gd name="T20" fmla="*/ 0 w 1554"/>
                  <a:gd name="T21" fmla="*/ 0 h 1521"/>
                  <a:gd name="T22" fmla="*/ 0 w 1554"/>
                  <a:gd name="T23" fmla="*/ 0 h 1521"/>
                  <a:gd name="T24" fmla="*/ 0 w 1554"/>
                  <a:gd name="T25" fmla="*/ 0 h 1521"/>
                  <a:gd name="T26" fmla="*/ 0 w 1554"/>
                  <a:gd name="T27" fmla="*/ 0 h 1521"/>
                  <a:gd name="T28" fmla="*/ 0 w 1554"/>
                  <a:gd name="T29" fmla="*/ 0 h 1521"/>
                  <a:gd name="T30" fmla="*/ 0 w 1554"/>
                  <a:gd name="T31" fmla="*/ 0 h 1521"/>
                  <a:gd name="T32" fmla="*/ 0 w 1554"/>
                  <a:gd name="T33" fmla="*/ 0 h 1521"/>
                  <a:gd name="T34" fmla="*/ 0 w 1554"/>
                  <a:gd name="T35" fmla="*/ 0 h 1521"/>
                  <a:gd name="T36" fmla="*/ 0 w 1554"/>
                  <a:gd name="T37" fmla="*/ 0 h 1521"/>
                  <a:gd name="T38" fmla="*/ 0 w 1554"/>
                  <a:gd name="T39" fmla="*/ 0 h 1521"/>
                  <a:gd name="T40" fmla="*/ 0 w 1554"/>
                  <a:gd name="T41" fmla="*/ 0 h 1521"/>
                  <a:gd name="T42" fmla="*/ 0 w 1554"/>
                  <a:gd name="T43" fmla="*/ 0 h 1521"/>
                  <a:gd name="T44" fmla="*/ 0 w 1554"/>
                  <a:gd name="T45" fmla="*/ 0 h 1521"/>
                  <a:gd name="T46" fmla="*/ 0 w 1554"/>
                  <a:gd name="T47" fmla="*/ 0 h 1521"/>
                  <a:gd name="T48" fmla="*/ 0 w 1554"/>
                  <a:gd name="T49" fmla="*/ 0 h 1521"/>
                  <a:gd name="T50" fmla="*/ 0 w 1554"/>
                  <a:gd name="T51" fmla="*/ 0 h 152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54"/>
                  <a:gd name="T79" fmla="*/ 0 h 1521"/>
                  <a:gd name="T80" fmla="*/ 1554 w 1554"/>
                  <a:gd name="T81" fmla="*/ 1521 h 152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54" h="1521">
                    <a:moveTo>
                      <a:pt x="26" y="1521"/>
                    </a:moveTo>
                    <a:lnTo>
                      <a:pt x="439" y="1219"/>
                    </a:lnTo>
                    <a:lnTo>
                      <a:pt x="413" y="1044"/>
                    </a:lnTo>
                    <a:lnTo>
                      <a:pt x="429" y="901"/>
                    </a:lnTo>
                    <a:lnTo>
                      <a:pt x="492" y="765"/>
                    </a:lnTo>
                    <a:lnTo>
                      <a:pt x="625" y="569"/>
                    </a:lnTo>
                    <a:lnTo>
                      <a:pt x="798" y="401"/>
                    </a:lnTo>
                    <a:lnTo>
                      <a:pt x="971" y="322"/>
                    </a:lnTo>
                    <a:lnTo>
                      <a:pt x="1155" y="267"/>
                    </a:lnTo>
                    <a:lnTo>
                      <a:pt x="1353" y="240"/>
                    </a:lnTo>
                    <a:lnTo>
                      <a:pt x="1474" y="172"/>
                    </a:lnTo>
                    <a:lnTo>
                      <a:pt x="1529" y="108"/>
                    </a:lnTo>
                    <a:lnTo>
                      <a:pt x="1554" y="0"/>
                    </a:lnTo>
                    <a:lnTo>
                      <a:pt x="1379" y="16"/>
                    </a:lnTo>
                    <a:lnTo>
                      <a:pt x="1142" y="95"/>
                    </a:lnTo>
                    <a:lnTo>
                      <a:pt x="931" y="189"/>
                    </a:lnTo>
                    <a:lnTo>
                      <a:pt x="773" y="304"/>
                    </a:lnTo>
                    <a:lnTo>
                      <a:pt x="613" y="424"/>
                    </a:lnTo>
                    <a:lnTo>
                      <a:pt x="492" y="559"/>
                    </a:lnTo>
                    <a:lnTo>
                      <a:pt x="454" y="475"/>
                    </a:lnTo>
                    <a:lnTo>
                      <a:pt x="439" y="189"/>
                    </a:lnTo>
                    <a:lnTo>
                      <a:pt x="268" y="438"/>
                    </a:lnTo>
                    <a:lnTo>
                      <a:pt x="109" y="832"/>
                    </a:lnTo>
                    <a:lnTo>
                      <a:pt x="26" y="1219"/>
                    </a:lnTo>
                    <a:lnTo>
                      <a:pt x="0" y="1454"/>
                    </a:lnTo>
                    <a:lnTo>
                      <a:pt x="26" y="15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23" name="Freeform 242">
                <a:extLst>
                  <a:ext uri="{FF2B5EF4-FFF2-40B4-BE49-F238E27FC236}">
                    <a16:creationId xmlns:a16="http://schemas.microsoft.com/office/drawing/2014/main" id="{8091168E-AA7E-0FFD-895F-2CB291E84884}"/>
                  </a:ext>
                </a:extLst>
              </p:cNvPr>
              <p:cNvSpPr>
                <a:spLocks/>
              </p:cNvSpPr>
              <p:nvPr/>
            </p:nvSpPr>
            <p:spPr bwMode="auto">
              <a:xfrm>
                <a:off x="4192" y="1070"/>
                <a:ext cx="503" cy="526"/>
              </a:xfrm>
              <a:custGeom>
                <a:avLst/>
                <a:gdLst>
                  <a:gd name="T0" fmla="*/ 0 w 4030"/>
                  <a:gd name="T1" fmla="*/ 0 h 4205"/>
                  <a:gd name="T2" fmla="*/ 0 w 4030"/>
                  <a:gd name="T3" fmla="*/ 0 h 4205"/>
                  <a:gd name="T4" fmla="*/ 0 w 4030"/>
                  <a:gd name="T5" fmla="*/ 0 h 4205"/>
                  <a:gd name="T6" fmla="*/ 0 w 4030"/>
                  <a:gd name="T7" fmla="*/ 0 h 4205"/>
                  <a:gd name="T8" fmla="*/ 0 w 4030"/>
                  <a:gd name="T9" fmla="*/ 0 h 4205"/>
                  <a:gd name="T10" fmla="*/ 0 w 4030"/>
                  <a:gd name="T11" fmla="*/ 0 h 4205"/>
                  <a:gd name="T12" fmla="*/ 0 w 4030"/>
                  <a:gd name="T13" fmla="*/ 0 h 4205"/>
                  <a:gd name="T14" fmla="*/ 0 w 4030"/>
                  <a:gd name="T15" fmla="*/ 0 h 4205"/>
                  <a:gd name="T16" fmla="*/ 0 w 4030"/>
                  <a:gd name="T17" fmla="*/ 0 h 4205"/>
                  <a:gd name="T18" fmla="*/ 0 w 4030"/>
                  <a:gd name="T19" fmla="*/ 0 h 4205"/>
                  <a:gd name="T20" fmla="*/ 0 w 4030"/>
                  <a:gd name="T21" fmla="*/ 0 h 4205"/>
                  <a:gd name="T22" fmla="*/ 0 w 4030"/>
                  <a:gd name="T23" fmla="*/ 0 h 4205"/>
                  <a:gd name="T24" fmla="*/ 0 w 4030"/>
                  <a:gd name="T25" fmla="*/ 0 h 4205"/>
                  <a:gd name="T26" fmla="*/ 0 w 4030"/>
                  <a:gd name="T27" fmla="*/ 0 h 4205"/>
                  <a:gd name="T28" fmla="*/ 0 w 4030"/>
                  <a:gd name="T29" fmla="*/ 0 h 4205"/>
                  <a:gd name="T30" fmla="*/ 0 w 4030"/>
                  <a:gd name="T31" fmla="*/ 0 h 4205"/>
                  <a:gd name="T32" fmla="*/ 0 w 4030"/>
                  <a:gd name="T33" fmla="*/ 0 h 4205"/>
                  <a:gd name="T34" fmla="*/ 0 w 4030"/>
                  <a:gd name="T35" fmla="*/ 0 h 4205"/>
                  <a:gd name="T36" fmla="*/ 0 w 4030"/>
                  <a:gd name="T37" fmla="*/ 0 h 4205"/>
                  <a:gd name="T38" fmla="*/ 0 w 4030"/>
                  <a:gd name="T39" fmla="*/ 0 h 4205"/>
                  <a:gd name="T40" fmla="*/ 0 w 4030"/>
                  <a:gd name="T41" fmla="*/ 0 h 4205"/>
                  <a:gd name="T42" fmla="*/ 0 w 4030"/>
                  <a:gd name="T43" fmla="*/ 0 h 4205"/>
                  <a:gd name="T44" fmla="*/ 0 w 4030"/>
                  <a:gd name="T45" fmla="*/ 0 h 4205"/>
                  <a:gd name="T46" fmla="*/ 0 w 4030"/>
                  <a:gd name="T47" fmla="*/ 0 h 4205"/>
                  <a:gd name="T48" fmla="*/ 0 w 4030"/>
                  <a:gd name="T49" fmla="*/ 0 h 4205"/>
                  <a:gd name="T50" fmla="*/ 0 w 4030"/>
                  <a:gd name="T51" fmla="*/ 0 h 4205"/>
                  <a:gd name="T52" fmla="*/ 0 w 4030"/>
                  <a:gd name="T53" fmla="*/ 0 h 4205"/>
                  <a:gd name="T54" fmla="*/ 0 w 4030"/>
                  <a:gd name="T55" fmla="*/ 0 h 4205"/>
                  <a:gd name="T56" fmla="*/ 0 w 4030"/>
                  <a:gd name="T57" fmla="*/ 0 h 4205"/>
                  <a:gd name="T58" fmla="*/ 0 w 4030"/>
                  <a:gd name="T59" fmla="*/ 0 h 4205"/>
                  <a:gd name="T60" fmla="*/ 0 w 4030"/>
                  <a:gd name="T61" fmla="*/ 0 h 4205"/>
                  <a:gd name="T62" fmla="*/ 0 w 4030"/>
                  <a:gd name="T63" fmla="*/ 0 h 4205"/>
                  <a:gd name="T64" fmla="*/ 0 w 4030"/>
                  <a:gd name="T65" fmla="*/ 0 h 4205"/>
                  <a:gd name="T66" fmla="*/ 0 w 4030"/>
                  <a:gd name="T67" fmla="*/ 0 h 4205"/>
                  <a:gd name="T68" fmla="*/ 0 w 4030"/>
                  <a:gd name="T69" fmla="*/ 0 h 4205"/>
                  <a:gd name="T70" fmla="*/ 0 w 4030"/>
                  <a:gd name="T71" fmla="*/ 0 h 4205"/>
                  <a:gd name="T72" fmla="*/ 0 w 4030"/>
                  <a:gd name="T73" fmla="*/ 0 h 4205"/>
                  <a:gd name="T74" fmla="*/ 0 w 4030"/>
                  <a:gd name="T75" fmla="*/ 0 h 4205"/>
                  <a:gd name="T76" fmla="*/ 0 w 4030"/>
                  <a:gd name="T77" fmla="*/ 0 h 4205"/>
                  <a:gd name="T78" fmla="*/ 0 w 4030"/>
                  <a:gd name="T79" fmla="*/ 0 h 4205"/>
                  <a:gd name="T80" fmla="*/ 0 w 4030"/>
                  <a:gd name="T81" fmla="*/ 0 h 4205"/>
                  <a:gd name="T82" fmla="*/ 0 w 4030"/>
                  <a:gd name="T83" fmla="*/ 0 h 4205"/>
                  <a:gd name="T84" fmla="*/ 0 w 4030"/>
                  <a:gd name="T85" fmla="*/ 0 h 4205"/>
                  <a:gd name="T86" fmla="*/ 0 w 4030"/>
                  <a:gd name="T87" fmla="*/ 0 h 4205"/>
                  <a:gd name="T88" fmla="*/ 0 w 4030"/>
                  <a:gd name="T89" fmla="*/ 0 h 4205"/>
                  <a:gd name="T90" fmla="*/ 0 w 4030"/>
                  <a:gd name="T91" fmla="*/ 0 h 4205"/>
                  <a:gd name="T92" fmla="*/ 0 w 4030"/>
                  <a:gd name="T93" fmla="*/ 0 h 4205"/>
                  <a:gd name="T94" fmla="*/ 0 w 4030"/>
                  <a:gd name="T95" fmla="*/ 0 h 420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030"/>
                  <a:gd name="T145" fmla="*/ 0 h 4205"/>
                  <a:gd name="T146" fmla="*/ 4030 w 4030"/>
                  <a:gd name="T147" fmla="*/ 4205 h 420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030" h="4205">
                    <a:moveTo>
                      <a:pt x="3498" y="0"/>
                    </a:moveTo>
                    <a:lnTo>
                      <a:pt x="3443" y="147"/>
                    </a:lnTo>
                    <a:lnTo>
                      <a:pt x="3344" y="242"/>
                    </a:lnTo>
                    <a:lnTo>
                      <a:pt x="3142" y="344"/>
                    </a:lnTo>
                    <a:lnTo>
                      <a:pt x="2940" y="466"/>
                    </a:lnTo>
                    <a:lnTo>
                      <a:pt x="2929" y="542"/>
                    </a:lnTo>
                    <a:lnTo>
                      <a:pt x="3101" y="528"/>
                    </a:lnTo>
                    <a:lnTo>
                      <a:pt x="3392" y="479"/>
                    </a:lnTo>
                    <a:lnTo>
                      <a:pt x="3380" y="553"/>
                    </a:lnTo>
                    <a:lnTo>
                      <a:pt x="3205" y="674"/>
                    </a:lnTo>
                    <a:lnTo>
                      <a:pt x="3011" y="752"/>
                    </a:lnTo>
                    <a:lnTo>
                      <a:pt x="2878" y="833"/>
                    </a:lnTo>
                    <a:lnTo>
                      <a:pt x="3152" y="833"/>
                    </a:lnTo>
                    <a:lnTo>
                      <a:pt x="3403" y="766"/>
                    </a:lnTo>
                    <a:lnTo>
                      <a:pt x="3300" y="911"/>
                    </a:lnTo>
                    <a:lnTo>
                      <a:pt x="3089" y="1019"/>
                    </a:lnTo>
                    <a:lnTo>
                      <a:pt x="2834" y="1079"/>
                    </a:lnTo>
                    <a:lnTo>
                      <a:pt x="2573" y="1139"/>
                    </a:lnTo>
                    <a:lnTo>
                      <a:pt x="2414" y="1202"/>
                    </a:lnTo>
                    <a:lnTo>
                      <a:pt x="2265" y="1292"/>
                    </a:lnTo>
                    <a:lnTo>
                      <a:pt x="2599" y="1241"/>
                    </a:lnTo>
                    <a:lnTo>
                      <a:pt x="2956" y="1215"/>
                    </a:lnTo>
                    <a:lnTo>
                      <a:pt x="3170" y="1178"/>
                    </a:lnTo>
                    <a:lnTo>
                      <a:pt x="3300" y="1109"/>
                    </a:lnTo>
                    <a:lnTo>
                      <a:pt x="3235" y="1257"/>
                    </a:lnTo>
                    <a:lnTo>
                      <a:pt x="3074" y="1384"/>
                    </a:lnTo>
                    <a:lnTo>
                      <a:pt x="2797" y="1492"/>
                    </a:lnTo>
                    <a:lnTo>
                      <a:pt x="2465" y="1545"/>
                    </a:lnTo>
                    <a:lnTo>
                      <a:pt x="2414" y="1556"/>
                    </a:lnTo>
                    <a:lnTo>
                      <a:pt x="2426" y="1584"/>
                    </a:lnTo>
                    <a:lnTo>
                      <a:pt x="2956" y="1808"/>
                    </a:lnTo>
                    <a:lnTo>
                      <a:pt x="2744" y="1888"/>
                    </a:lnTo>
                    <a:lnTo>
                      <a:pt x="2584" y="1863"/>
                    </a:lnTo>
                    <a:lnTo>
                      <a:pt x="2414" y="1782"/>
                    </a:lnTo>
                    <a:lnTo>
                      <a:pt x="2239" y="1665"/>
                    </a:lnTo>
                    <a:lnTo>
                      <a:pt x="2144" y="1584"/>
                    </a:lnTo>
                    <a:lnTo>
                      <a:pt x="2133" y="1584"/>
                    </a:lnTo>
                    <a:lnTo>
                      <a:pt x="2225" y="1769"/>
                    </a:lnTo>
                    <a:lnTo>
                      <a:pt x="2318" y="1955"/>
                    </a:lnTo>
                    <a:lnTo>
                      <a:pt x="2414" y="2096"/>
                    </a:lnTo>
                    <a:lnTo>
                      <a:pt x="2225" y="2008"/>
                    </a:lnTo>
                    <a:lnTo>
                      <a:pt x="2118" y="1911"/>
                    </a:lnTo>
                    <a:lnTo>
                      <a:pt x="2109" y="1927"/>
                    </a:lnTo>
                    <a:lnTo>
                      <a:pt x="2175" y="2070"/>
                    </a:lnTo>
                    <a:lnTo>
                      <a:pt x="2292" y="2312"/>
                    </a:lnTo>
                    <a:lnTo>
                      <a:pt x="2359" y="2391"/>
                    </a:lnTo>
                    <a:lnTo>
                      <a:pt x="2109" y="2414"/>
                    </a:lnTo>
                    <a:lnTo>
                      <a:pt x="1949" y="2483"/>
                    </a:lnTo>
                    <a:lnTo>
                      <a:pt x="1709" y="2507"/>
                    </a:lnTo>
                    <a:lnTo>
                      <a:pt x="1485" y="2499"/>
                    </a:lnTo>
                    <a:lnTo>
                      <a:pt x="1272" y="2467"/>
                    </a:lnTo>
                    <a:lnTo>
                      <a:pt x="1061" y="2428"/>
                    </a:lnTo>
                    <a:lnTo>
                      <a:pt x="885" y="2391"/>
                    </a:lnTo>
                    <a:lnTo>
                      <a:pt x="848" y="2444"/>
                    </a:lnTo>
                    <a:lnTo>
                      <a:pt x="1006" y="2624"/>
                    </a:lnTo>
                    <a:lnTo>
                      <a:pt x="1259" y="2810"/>
                    </a:lnTo>
                    <a:lnTo>
                      <a:pt x="1499" y="2929"/>
                    </a:lnTo>
                    <a:lnTo>
                      <a:pt x="1630" y="2995"/>
                    </a:lnTo>
                    <a:lnTo>
                      <a:pt x="1351" y="3023"/>
                    </a:lnTo>
                    <a:lnTo>
                      <a:pt x="1114" y="2929"/>
                    </a:lnTo>
                    <a:lnTo>
                      <a:pt x="874" y="2783"/>
                    </a:lnTo>
                    <a:lnTo>
                      <a:pt x="637" y="2826"/>
                    </a:lnTo>
                    <a:lnTo>
                      <a:pt x="436" y="2866"/>
                    </a:lnTo>
                    <a:lnTo>
                      <a:pt x="452" y="2905"/>
                    </a:lnTo>
                    <a:lnTo>
                      <a:pt x="1153" y="3006"/>
                    </a:lnTo>
                    <a:lnTo>
                      <a:pt x="1272" y="3050"/>
                    </a:lnTo>
                    <a:lnTo>
                      <a:pt x="964" y="3166"/>
                    </a:lnTo>
                    <a:lnTo>
                      <a:pt x="664" y="3210"/>
                    </a:lnTo>
                    <a:lnTo>
                      <a:pt x="542" y="3065"/>
                    </a:lnTo>
                    <a:lnTo>
                      <a:pt x="296" y="2852"/>
                    </a:lnTo>
                    <a:lnTo>
                      <a:pt x="120" y="2723"/>
                    </a:lnTo>
                    <a:lnTo>
                      <a:pt x="397" y="2969"/>
                    </a:lnTo>
                    <a:lnTo>
                      <a:pt x="516" y="3154"/>
                    </a:lnTo>
                    <a:lnTo>
                      <a:pt x="516" y="3248"/>
                    </a:lnTo>
                    <a:lnTo>
                      <a:pt x="452" y="3322"/>
                    </a:lnTo>
                    <a:lnTo>
                      <a:pt x="344" y="3340"/>
                    </a:lnTo>
                    <a:lnTo>
                      <a:pt x="187" y="3377"/>
                    </a:lnTo>
                    <a:lnTo>
                      <a:pt x="0" y="3443"/>
                    </a:lnTo>
                    <a:lnTo>
                      <a:pt x="358" y="3393"/>
                    </a:lnTo>
                    <a:lnTo>
                      <a:pt x="476" y="3433"/>
                    </a:lnTo>
                    <a:lnTo>
                      <a:pt x="623" y="3458"/>
                    </a:lnTo>
                    <a:lnTo>
                      <a:pt x="941" y="3353"/>
                    </a:lnTo>
                    <a:lnTo>
                      <a:pt x="1499" y="3140"/>
                    </a:lnTo>
                    <a:lnTo>
                      <a:pt x="1999" y="2905"/>
                    </a:lnTo>
                    <a:lnTo>
                      <a:pt x="2239" y="2771"/>
                    </a:lnTo>
                    <a:lnTo>
                      <a:pt x="3170" y="2921"/>
                    </a:lnTo>
                    <a:lnTo>
                      <a:pt x="3170" y="4205"/>
                    </a:lnTo>
                    <a:lnTo>
                      <a:pt x="3901" y="4205"/>
                    </a:lnTo>
                    <a:lnTo>
                      <a:pt x="3935" y="3746"/>
                    </a:lnTo>
                    <a:lnTo>
                      <a:pt x="3977" y="3551"/>
                    </a:lnTo>
                    <a:lnTo>
                      <a:pt x="4030" y="3493"/>
                    </a:lnTo>
                    <a:lnTo>
                      <a:pt x="3949" y="2296"/>
                    </a:lnTo>
                    <a:lnTo>
                      <a:pt x="3830" y="1545"/>
                    </a:lnTo>
                    <a:lnTo>
                      <a:pt x="3698" y="848"/>
                    </a:lnTo>
                    <a:lnTo>
                      <a:pt x="3577" y="263"/>
                    </a:lnTo>
                    <a:lnTo>
                      <a:pt x="3539" y="42"/>
                    </a:lnTo>
                    <a:lnTo>
                      <a:pt x="349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24" name="Freeform 243">
                <a:extLst>
                  <a:ext uri="{FF2B5EF4-FFF2-40B4-BE49-F238E27FC236}">
                    <a16:creationId xmlns:a16="http://schemas.microsoft.com/office/drawing/2014/main" id="{732F9F60-0702-A3D8-17A4-9527442DD596}"/>
                  </a:ext>
                </a:extLst>
              </p:cNvPr>
              <p:cNvSpPr>
                <a:spLocks/>
              </p:cNvSpPr>
              <p:nvPr/>
            </p:nvSpPr>
            <p:spPr bwMode="auto">
              <a:xfrm>
                <a:off x="4321" y="1062"/>
                <a:ext cx="35" cy="151"/>
              </a:xfrm>
              <a:custGeom>
                <a:avLst/>
                <a:gdLst>
                  <a:gd name="T0" fmla="*/ 0 w 279"/>
                  <a:gd name="T1" fmla="*/ 0 h 1203"/>
                  <a:gd name="T2" fmla="*/ 0 w 279"/>
                  <a:gd name="T3" fmla="*/ 0 h 1203"/>
                  <a:gd name="T4" fmla="*/ 0 w 279"/>
                  <a:gd name="T5" fmla="*/ 0 h 1203"/>
                  <a:gd name="T6" fmla="*/ 0 w 279"/>
                  <a:gd name="T7" fmla="*/ 0 h 1203"/>
                  <a:gd name="T8" fmla="*/ 0 w 279"/>
                  <a:gd name="T9" fmla="*/ 0 h 1203"/>
                  <a:gd name="T10" fmla="*/ 0 w 279"/>
                  <a:gd name="T11" fmla="*/ 0 h 1203"/>
                  <a:gd name="T12" fmla="*/ 0 w 279"/>
                  <a:gd name="T13" fmla="*/ 0 h 1203"/>
                  <a:gd name="T14" fmla="*/ 0 w 279"/>
                  <a:gd name="T15" fmla="*/ 0 h 1203"/>
                  <a:gd name="T16" fmla="*/ 0 w 279"/>
                  <a:gd name="T17" fmla="*/ 0 h 1203"/>
                  <a:gd name="T18" fmla="*/ 0 w 279"/>
                  <a:gd name="T19" fmla="*/ 0 h 1203"/>
                  <a:gd name="T20" fmla="*/ 0 w 279"/>
                  <a:gd name="T21" fmla="*/ 0 h 1203"/>
                  <a:gd name="T22" fmla="*/ 0 w 279"/>
                  <a:gd name="T23" fmla="*/ 0 h 1203"/>
                  <a:gd name="T24" fmla="*/ 0 w 279"/>
                  <a:gd name="T25" fmla="*/ 0 h 1203"/>
                  <a:gd name="T26" fmla="*/ 0 w 279"/>
                  <a:gd name="T27" fmla="*/ 0 h 1203"/>
                  <a:gd name="T28" fmla="*/ 0 w 279"/>
                  <a:gd name="T29" fmla="*/ 0 h 1203"/>
                  <a:gd name="T30" fmla="*/ 0 w 279"/>
                  <a:gd name="T31" fmla="*/ 0 h 1203"/>
                  <a:gd name="T32" fmla="*/ 0 w 279"/>
                  <a:gd name="T33" fmla="*/ 0 h 1203"/>
                  <a:gd name="T34" fmla="*/ 0 w 279"/>
                  <a:gd name="T35" fmla="*/ 0 h 1203"/>
                  <a:gd name="T36" fmla="*/ 0 w 279"/>
                  <a:gd name="T37" fmla="*/ 0 h 12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79"/>
                  <a:gd name="T58" fmla="*/ 0 h 1203"/>
                  <a:gd name="T59" fmla="*/ 279 w 279"/>
                  <a:gd name="T60" fmla="*/ 1203 h 120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79" h="1203">
                    <a:moveTo>
                      <a:pt x="37" y="0"/>
                    </a:moveTo>
                    <a:lnTo>
                      <a:pt x="37" y="106"/>
                    </a:lnTo>
                    <a:lnTo>
                      <a:pt x="79" y="237"/>
                    </a:lnTo>
                    <a:lnTo>
                      <a:pt x="118" y="316"/>
                    </a:lnTo>
                    <a:lnTo>
                      <a:pt x="187" y="398"/>
                    </a:lnTo>
                    <a:lnTo>
                      <a:pt x="279" y="449"/>
                    </a:lnTo>
                    <a:lnTo>
                      <a:pt x="266" y="486"/>
                    </a:lnTo>
                    <a:lnTo>
                      <a:pt x="146" y="449"/>
                    </a:lnTo>
                    <a:lnTo>
                      <a:pt x="171" y="606"/>
                    </a:lnTo>
                    <a:lnTo>
                      <a:pt x="187" y="989"/>
                    </a:lnTo>
                    <a:lnTo>
                      <a:pt x="187" y="1203"/>
                    </a:lnTo>
                    <a:lnTo>
                      <a:pt x="146" y="633"/>
                    </a:lnTo>
                    <a:lnTo>
                      <a:pt x="79" y="433"/>
                    </a:lnTo>
                    <a:lnTo>
                      <a:pt x="10" y="408"/>
                    </a:lnTo>
                    <a:lnTo>
                      <a:pt x="79" y="385"/>
                    </a:lnTo>
                    <a:lnTo>
                      <a:pt x="37" y="288"/>
                    </a:lnTo>
                    <a:lnTo>
                      <a:pt x="10" y="156"/>
                    </a:lnTo>
                    <a:lnTo>
                      <a:pt x="0" y="13"/>
                    </a:lnTo>
                    <a:lnTo>
                      <a:pt x="3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25" name="Freeform 244">
                <a:extLst>
                  <a:ext uri="{FF2B5EF4-FFF2-40B4-BE49-F238E27FC236}">
                    <a16:creationId xmlns:a16="http://schemas.microsoft.com/office/drawing/2014/main" id="{5E10621D-362D-2953-BFF5-1313A2C1AA36}"/>
                  </a:ext>
                </a:extLst>
              </p:cNvPr>
              <p:cNvSpPr>
                <a:spLocks/>
              </p:cNvSpPr>
              <p:nvPr/>
            </p:nvSpPr>
            <p:spPr bwMode="auto">
              <a:xfrm>
                <a:off x="4137" y="1075"/>
                <a:ext cx="211" cy="429"/>
              </a:xfrm>
              <a:custGeom>
                <a:avLst/>
                <a:gdLst>
                  <a:gd name="T0" fmla="*/ 0 w 1683"/>
                  <a:gd name="T1" fmla="*/ 0 h 3425"/>
                  <a:gd name="T2" fmla="*/ 0 w 1683"/>
                  <a:gd name="T3" fmla="*/ 0 h 3425"/>
                  <a:gd name="T4" fmla="*/ 0 w 1683"/>
                  <a:gd name="T5" fmla="*/ 0 h 3425"/>
                  <a:gd name="T6" fmla="*/ 0 w 1683"/>
                  <a:gd name="T7" fmla="*/ 0 h 3425"/>
                  <a:gd name="T8" fmla="*/ 0 w 1683"/>
                  <a:gd name="T9" fmla="*/ 0 h 3425"/>
                  <a:gd name="T10" fmla="*/ 0 w 1683"/>
                  <a:gd name="T11" fmla="*/ 0 h 3425"/>
                  <a:gd name="T12" fmla="*/ 0 w 1683"/>
                  <a:gd name="T13" fmla="*/ 0 h 3425"/>
                  <a:gd name="T14" fmla="*/ 0 w 1683"/>
                  <a:gd name="T15" fmla="*/ 0 h 3425"/>
                  <a:gd name="T16" fmla="*/ 0 w 1683"/>
                  <a:gd name="T17" fmla="*/ 0 h 3425"/>
                  <a:gd name="T18" fmla="*/ 0 w 1683"/>
                  <a:gd name="T19" fmla="*/ 0 h 3425"/>
                  <a:gd name="T20" fmla="*/ 0 w 1683"/>
                  <a:gd name="T21" fmla="*/ 0 h 3425"/>
                  <a:gd name="T22" fmla="*/ 0 w 1683"/>
                  <a:gd name="T23" fmla="*/ 0 h 3425"/>
                  <a:gd name="T24" fmla="*/ 0 w 1683"/>
                  <a:gd name="T25" fmla="*/ 0 h 3425"/>
                  <a:gd name="T26" fmla="*/ 0 w 1683"/>
                  <a:gd name="T27" fmla="*/ 0 h 3425"/>
                  <a:gd name="T28" fmla="*/ 0 w 1683"/>
                  <a:gd name="T29" fmla="*/ 0 h 3425"/>
                  <a:gd name="T30" fmla="*/ 0 w 1683"/>
                  <a:gd name="T31" fmla="*/ 0 h 3425"/>
                  <a:gd name="T32" fmla="*/ 0 w 1683"/>
                  <a:gd name="T33" fmla="*/ 0 h 3425"/>
                  <a:gd name="T34" fmla="*/ 0 w 1683"/>
                  <a:gd name="T35" fmla="*/ 0 h 3425"/>
                  <a:gd name="T36" fmla="*/ 0 w 1683"/>
                  <a:gd name="T37" fmla="*/ 0 h 3425"/>
                  <a:gd name="T38" fmla="*/ 0 w 1683"/>
                  <a:gd name="T39" fmla="*/ 0 h 3425"/>
                  <a:gd name="T40" fmla="*/ 0 w 1683"/>
                  <a:gd name="T41" fmla="*/ 0 h 3425"/>
                  <a:gd name="T42" fmla="*/ 0 w 1683"/>
                  <a:gd name="T43" fmla="*/ 0 h 3425"/>
                  <a:gd name="T44" fmla="*/ 0 w 1683"/>
                  <a:gd name="T45" fmla="*/ 0 h 3425"/>
                  <a:gd name="T46" fmla="*/ 0 w 1683"/>
                  <a:gd name="T47" fmla="*/ 0 h 3425"/>
                  <a:gd name="T48" fmla="*/ 0 w 1683"/>
                  <a:gd name="T49" fmla="*/ 0 h 3425"/>
                  <a:gd name="T50" fmla="*/ 0 w 1683"/>
                  <a:gd name="T51" fmla="*/ 0 h 3425"/>
                  <a:gd name="T52" fmla="*/ 0 w 1683"/>
                  <a:gd name="T53" fmla="*/ 0 h 3425"/>
                  <a:gd name="T54" fmla="*/ 0 w 1683"/>
                  <a:gd name="T55" fmla="*/ 0 h 3425"/>
                  <a:gd name="T56" fmla="*/ 0 w 1683"/>
                  <a:gd name="T57" fmla="*/ 0 h 3425"/>
                  <a:gd name="T58" fmla="*/ 0 w 1683"/>
                  <a:gd name="T59" fmla="*/ 0 h 3425"/>
                  <a:gd name="T60" fmla="*/ 0 w 1683"/>
                  <a:gd name="T61" fmla="*/ 0 h 3425"/>
                  <a:gd name="T62" fmla="*/ 0 w 1683"/>
                  <a:gd name="T63" fmla="*/ 0 h 3425"/>
                  <a:gd name="T64" fmla="*/ 0 w 1683"/>
                  <a:gd name="T65" fmla="*/ 0 h 3425"/>
                  <a:gd name="T66" fmla="*/ 0 w 1683"/>
                  <a:gd name="T67" fmla="*/ 0 h 3425"/>
                  <a:gd name="T68" fmla="*/ 0 w 1683"/>
                  <a:gd name="T69" fmla="*/ 0 h 3425"/>
                  <a:gd name="T70" fmla="*/ 0 w 1683"/>
                  <a:gd name="T71" fmla="*/ 0 h 3425"/>
                  <a:gd name="T72" fmla="*/ 0 w 1683"/>
                  <a:gd name="T73" fmla="*/ 0 h 3425"/>
                  <a:gd name="T74" fmla="*/ 0 w 1683"/>
                  <a:gd name="T75" fmla="*/ 0 h 342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83"/>
                  <a:gd name="T115" fmla="*/ 0 h 3425"/>
                  <a:gd name="T116" fmla="*/ 1683 w 1683"/>
                  <a:gd name="T117" fmla="*/ 3425 h 3425"/>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83" h="3425">
                    <a:moveTo>
                      <a:pt x="1441" y="0"/>
                    </a:moveTo>
                    <a:lnTo>
                      <a:pt x="1390" y="81"/>
                    </a:lnTo>
                    <a:lnTo>
                      <a:pt x="1376" y="200"/>
                    </a:lnTo>
                    <a:lnTo>
                      <a:pt x="1390" y="292"/>
                    </a:lnTo>
                    <a:lnTo>
                      <a:pt x="1309" y="527"/>
                    </a:lnTo>
                    <a:lnTo>
                      <a:pt x="1259" y="791"/>
                    </a:lnTo>
                    <a:lnTo>
                      <a:pt x="1259" y="1037"/>
                    </a:lnTo>
                    <a:lnTo>
                      <a:pt x="977" y="1436"/>
                    </a:lnTo>
                    <a:lnTo>
                      <a:pt x="608" y="1215"/>
                    </a:lnTo>
                    <a:lnTo>
                      <a:pt x="731" y="1740"/>
                    </a:lnTo>
                    <a:lnTo>
                      <a:pt x="793" y="2162"/>
                    </a:lnTo>
                    <a:lnTo>
                      <a:pt x="832" y="2349"/>
                    </a:lnTo>
                    <a:lnTo>
                      <a:pt x="488" y="2557"/>
                    </a:lnTo>
                    <a:lnTo>
                      <a:pt x="0" y="2741"/>
                    </a:lnTo>
                    <a:lnTo>
                      <a:pt x="156" y="2836"/>
                    </a:lnTo>
                    <a:lnTo>
                      <a:pt x="304" y="3034"/>
                    </a:lnTo>
                    <a:lnTo>
                      <a:pt x="343" y="3216"/>
                    </a:lnTo>
                    <a:lnTo>
                      <a:pt x="329" y="3298"/>
                    </a:lnTo>
                    <a:lnTo>
                      <a:pt x="248" y="3335"/>
                    </a:lnTo>
                    <a:lnTo>
                      <a:pt x="355" y="3425"/>
                    </a:lnTo>
                    <a:lnTo>
                      <a:pt x="408" y="3391"/>
                    </a:lnTo>
                    <a:lnTo>
                      <a:pt x="394" y="3206"/>
                    </a:lnTo>
                    <a:lnTo>
                      <a:pt x="343" y="3008"/>
                    </a:lnTo>
                    <a:lnTo>
                      <a:pt x="237" y="2836"/>
                    </a:lnTo>
                    <a:lnTo>
                      <a:pt x="156" y="2741"/>
                    </a:lnTo>
                    <a:lnTo>
                      <a:pt x="500" y="2637"/>
                    </a:lnTo>
                    <a:lnTo>
                      <a:pt x="1046" y="2270"/>
                    </a:lnTo>
                    <a:lnTo>
                      <a:pt x="1683" y="1885"/>
                    </a:lnTo>
                    <a:lnTo>
                      <a:pt x="1376" y="2003"/>
                    </a:lnTo>
                    <a:lnTo>
                      <a:pt x="1298" y="1529"/>
                    </a:lnTo>
                    <a:lnTo>
                      <a:pt x="1283" y="922"/>
                    </a:lnTo>
                    <a:lnTo>
                      <a:pt x="1335" y="567"/>
                    </a:lnTo>
                    <a:lnTo>
                      <a:pt x="1427" y="316"/>
                    </a:lnTo>
                    <a:lnTo>
                      <a:pt x="1480" y="316"/>
                    </a:lnTo>
                    <a:lnTo>
                      <a:pt x="1417" y="221"/>
                    </a:lnTo>
                    <a:lnTo>
                      <a:pt x="1417" y="145"/>
                    </a:lnTo>
                    <a:lnTo>
                      <a:pt x="1427" y="50"/>
                    </a:lnTo>
                    <a:lnTo>
                      <a:pt x="144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26" name="Freeform 245">
                <a:extLst>
                  <a:ext uri="{FF2B5EF4-FFF2-40B4-BE49-F238E27FC236}">
                    <a16:creationId xmlns:a16="http://schemas.microsoft.com/office/drawing/2014/main" id="{0A8A336D-25FB-AAB3-1EB2-86CD10121C40}"/>
                  </a:ext>
                </a:extLst>
              </p:cNvPr>
              <p:cNvSpPr>
                <a:spLocks/>
              </p:cNvSpPr>
              <p:nvPr/>
            </p:nvSpPr>
            <p:spPr bwMode="auto">
              <a:xfrm>
                <a:off x="4207" y="1051"/>
                <a:ext cx="55" cy="151"/>
              </a:xfrm>
              <a:custGeom>
                <a:avLst/>
                <a:gdLst>
                  <a:gd name="T0" fmla="*/ 0 w 440"/>
                  <a:gd name="T1" fmla="*/ 0 h 1212"/>
                  <a:gd name="T2" fmla="*/ 0 w 440"/>
                  <a:gd name="T3" fmla="*/ 0 h 1212"/>
                  <a:gd name="T4" fmla="*/ 0 w 440"/>
                  <a:gd name="T5" fmla="*/ 0 h 1212"/>
                  <a:gd name="T6" fmla="*/ 0 w 440"/>
                  <a:gd name="T7" fmla="*/ 0 h 1212"/>
                  <a:gd name="T8" fmla="*/ 0 w 440"/>
                  <a:gd name="T9" fmla="*/ 0 h 1212"/>
                  <a:gd name="T10" fmla="*/ 0 w 440"/>
                  <a:gd name="T11" fmla="*/ 0 h 1212"/>
                  <a:gd name="T12" fmla="*/ 0 w 440"/>
                  <a:gd name="T13" fmla="*/ 0 h 1212"/>
                  <a:gd name="T14" fmla="*/ 0 w 440"/>
                  <a:gd name="T15" fmla="*/ 0 h 1212"/>
                  <a:gd name="T16" fmla="*/ 0 w 440"/>
                  <a:gd name="T17" fmla="*/ 0 h 1212"/>
                  <a:gd name="T18" fmla="*/ 0 w 440"/>
                  <a:gd name="T19" fmla="*/ 0 h 1212"/>
                  <a:gd name="T20" fmla="*/ 0 w 440"/>
                  <a:gd name="T21" fmla="*/ 0 h 1212"/>
                  <a:gd name="T22" fmla="*/ 0 w 440"/>
                  <a:gd name="T23" fmla="*/ 0 h 1212"/>
                  <a:gd name="T24" fmla="*/ 0 w 440"/>
                  <a:gd name="T25" fmla="*/ 0 h 1212"/>
                  <a:gd name="T26" fmla="*/ 0 w 440"/>
                  <a:gd name="T27" fmla="*/ 0 h 1212"/>
                  <a:gd name="T28" fmla="*/ 0 w 440"/>
                  <a:gd name="T29" fmla="*/ 0 h 121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40"/>
                  <a:gd name="T46" fmla="*/ 0 h 1212"/>
                  <a:gd name="T47" fmla="*/ 440 w 440"/>
                  <a:gd name="T48" fmla="*/ 1212 h 121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40" h="1212">
                    <a:moveTo>
                      <a:pt x="198" y="1212"/>
                    </a:moveTo>
                    <a:lnTo>
                      <a:pt x="251" y="1134"/>
                    </a:lnTo>
                    <a:lnTo>
                      <a:pt x="306" y="1013"/>
                    </a:lnTo>
                    <a:lnTo>
                      <a:pt x="132" y="514"/>
                    </a:lnTo>
                    <a:lnTo>
                      <a:pt x="372" y="343"/>
                    </a:lnTo>
                    <a:lnTo>
                      <a:pt x="440" y="0"/>
                    </a:lnTo>
                    <a:lnTo>
                      <a:pt x="343" y="292"/>
                    </a:lnTo>
                    <a:lnTo>
                      <a:pt x="212" y="343"/>
                    </a:lnTo>
                    <a:lnTo>
                      <a:pt x="141" y="27"/>
                    </a:lnTo>
                    <a:lnTo>
                      <a:pt x="53" y="0"/>
                    </a:lnTo>
                    <a:lnTo>
                      <a:pt x="0" y="27"/>
                    </a:lnTo>
                    <a:lnTo>
                      <a:pt x="53" y="490"/>
                    </a:lnTo>
                    <a:lnTo>
                      <a:pt x="53" y="1092"/>
                    </a:lnTo>
                    <a:lnTo>
                      <a:pt x="132" y="1212"/>
                    </a:lnTo>
                    <a:lnTo>
                      <a:pt x="198" y="12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27" name="Freeform 246">
                <a:extLst>
                  <a:ext uri="{FF2B5EF4-FFF2-40B4-BE49-F238E27FC236}">
                    <a16:creationId xmlns:a16="http://schemas.microsoft.com/office/drawing/2014/main" id="{0B21273E-60DA-AE33-A292-0B1E9013905F}"/>
                  </a:ext>
                </a:extLst>
              </p:cNvPr>
              <p:cNvSpPr>
                <a:spLocks/>
              </p:cNvSpPr>
              <p:nvPr/>
            </p:nvSpPr>
            <p:spPr bwMode="auto">
              <a:xfrm>
                <a:off x="4283" y="1045"/>
                <a:ext cx="26" cy="93"/>
              </a:xfrm>
              <a:custGeom>
                <a:avLst/>
                <a:gdLst>
                  <a:gd name="T0" fmla="*/ 0 w 212"/>
                  <a:gd name="T1" fmla="*/ 0 h 740"/>
                  <a:gd name="T2" fmla="*/ 0 w 212"/>
                  <a:gd name="T3" fmla="*/ 0 h 740"/>
                  <a:gd name="T4" fmla="*/ 0 w 212"/>
                  <a:gd name="T5" fmla="*/ 0 h 740"/>
                  <a:gd name="T6" fmla="*/ 0 w 212"/>
                  <a:gd name="T7" fmla="*/ 0 h 740"/>
                  <a:gd name="T8" fmla="*/ 0 w 212"/>
                  <a:gd name="T9" fmla="*/ 0 h 740"/>
                  <a:gd name="T10" fmla="*/ 0 w 212"/>
                  <a:gd name="T11" fmla="*/ 0 h 740"/>
                  <a:gd name="T12" fmla="*/ 0 w 212"/>
                  <a:gd name="T13" fmla="*/ 0 h 740"/>
                  <a:gd name="T14" fmla="*/ 0 w 212"/>
                  <a:gd name="T15" fmla="*/ 0 h 740"/>
                  <a:gd name="T16" fmla="*/ 0 w 212"/>
                  <a:gd name="T17" fmla="*/ 0 h 740"/>
                  <a:gd name="T18" fmla="*/ 0 w 212"/>
                  <a:gd name="T19" fmla="*/ 0 h 740"/>
                  <a:gd name="T20" fmla="*/ 0 w 212"/>
                  <a:gd name="T21" fmla="*/ 0 h 740"/>
                  <a:gd name="T22" fmla="*/ 0 w 212"/>
                  <a:gd name="T23" fmla="*/ 0 h 740"/>
                  <a:gd name="T24" fmla="*/ 0 w 212"/>
                  <a:gd name="T25" fmla="*/ 0 h 740"/>
                  <a:gd name="T26" fmla="*/ 0 w 212"/>
                  <a:gd name="T27" fmla="*/ 0 h 740"/>
                  <a:gd name="T28" fmla="*/ 0 w 212"/>
                  <a:gd name="T29" fmla="*/ 0 h 74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2"/>
                  <a:gd name="T46" fmla="*/ 0 h 740"/>
                  <a:gd name="T47" fmla="*/ 212 w 212"/>
                  <a:gd name="T48" fmla="*/ 740 h 74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2" h="740">
                    <a:moveTo>
                      <a:pt x="39" y="0"/>
                    </a:moveTo>
                    <a:lnTo>
                      <a:pt x="39" y="110"/>
                    </a:lnTo>
                    <a:lnTo>
                      <a:pt x="95" y="213"/>
                    </a:lnTo>
                    <a:lnTo>
                      <a:pt x="134" y="345"/>
                    </a:lnTo>
                    <a:lnTo>
                      <a:pt x="134" y="461"/>
                    </a:lnTo>
                    <a:lnTo>
                      <a:pt x="156" y="542"/>
                    </a:lnTo>
                    <a:lnTo>
                      <a:pt x="212" y="650"/>
                    </a:lnTo>
                    <a:lnTo>
                      <a:pt x="156" y="740"/>
                    </a:lnTo>
                    <a:lnTo>
                      <a:pt x="119" y="532"/>
                    </a:lnTo>
                    <a:lnTo>
                      <a:pt x="106" y="358"/>
                    </a:lnTo>
                    <a:lnTo>
                      <a:pt x="79" y="240"/>
                    </a:lnTo>
                    <a:lnTo>
                      <a:pt x="13" y="118"/>
                    </a:lnTo>
                    <a:lnTo>
                      <a:pt x="0" y="42"/>
                    </a:lnTo>
                    <a:lnTo>
                      <a:pt x="0" y="0"/>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28" name="Freeform 247">
                <a:extLst>
                  <a:ext uri="{FF2B5EF4-FFF2-40B4-BE49-F238E27FC236}">
                    <a16:creationId xmlns:a16="http://schemas.microsoft.com/office/drawing/2014/main" id="{046957A3-48F7-8883-23F2-7BEBC552C4E5}"/>
                  </a:ext>
                </a:extLst>
              </p:cNvPr>
              <p:cNvSpPr>
                <a:spLocks/>
              </p:cNvSpPr>
              <p:nvPr/>
            </p:nvSpPr>
            <p:spPr bwMode="auto">
              <a:xfrm>
                <a:off x="4018" y="1362"/>
                <a:ext cx="129" cy="58"/>
              </a:xfrm>
              <a:custGeom>
                <a:avLst/>
                <a:gdLst>
                  <a:gd name="T0" fmla="*/ 0 w 1033"/>
                  <a:gd name="T1" fmla="*/ 0 h 461"/>
                  <a:gd name="T2" fmla="*/ 0 w 1033"/>
                  <a:gd name="T3" fmla="*/ 0 h 461"/>
                  <a:gd name="T4" fmla="*/ 0 w 1033"/>
                  <a:gd name="T5" fmla="*/ 0 h 461"/>
                  <a:gd name="T6" fmla="*/ 0 w 1033"/>
                  <a:gd name="T7" fmla="*/ 0 h 461"/>
                  <a:gd name="T8" fmla="*/ 0 w 1033"/>
                  <a:gd name="T9" fmla="*/ 0 h 461"/>
                  <a:gd name="T10" fmla="*/ 0 w 1033"/>
                  <a:gd name="T11" fmla="*/ 0 h 461"/>
                  <a:gd name="T12" fmla="*/ 0 w 1033"/>
                  <a:gd name="T13" fmla="*/ 0 h 461"/>
                  <a:gd name="T14" fmla="*/ 0 w 1033"/>
                  <a:gd name="T15" fmla="*/ 0 h 461"/>
                  <a:gd name="T16" fmla="*/ 0 w 1033"/>
                  <a:gd name="T17" fmla="*/ 0 h 461"/>
                  <a:gd name="T18" fmla="*/ 0 w 1033"/>
                  <a:gd name="T19" fmla="*/ 0 h 461"/>
                  <a:gd name="T20" fmla="*/ 0 w 1033"/>
                  <a:gd name="T21" fmla="*/ 0 h 461"/>
                  <a:gd name="T22" fmla="*/ 0 w 1033"/>
                  <a:gd name="T23" fmla="*/ 0 h 461"/>
                  <a:gd name="T24" fmla="*/ 0 w 1033"/>
                  <a:gd name="T25" fmla="*/ 0 h 461"/>
                  <a:gd name="T26" fmla="*/ 0 w 1033"/>
                  <a:gd name="T27" fmla="*/ 0 h 461"/>
                  <a:gd name="T28" fmla="*/ 0 w 1033"/>
                  <a:gd name="T29" fmla="*/ 0 h 461"/>
                  <a:gd name="T30" fmla="*/ 0 w 1033"/>
                  <a:gd name="T31" fmla="*/ 0 h 461"/>
                  <a:gd name="T32" fmla="*/ 0 w 1033"/>
                  <a:gd name="T33" fmla="*/ 0 h 461"/>
                  <a:gd name="T34" fmla="*/ 0 w 1033"/>
                  <a:gd name="T35" fmla="*/ 0 h 461"/>
                  <a:gd name="T36" fmla="*/ 0 w 1033"/>
                  <a:gd name="T37" fmla="*/ 0 h 461"/>
                  <a:gd name="T38" fmla="*/ 0 w 1033"/>
                  <a:gd name="T39" fmla="*/ 0 h 461"/>
                  <a:gd name="T40" fmla="*/ 0 w 1033"/>
                  <a:gd name="T41" fmla="*/ 0 h 461"/>
                  <a:gd name="T42" fmla="*/ 0 w 1033"/>
                  <a:gd name="T43" fmla="*/ 0 h 46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33"/>
                  <a:gd name="T67" fmla="*/ 0 h 461"/>
                  <a:gd name="T68" fmla="*/ 1033 w 1033"/>
                  <a:gd name="T69" fmla="*/ 461 h 46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33" h="461">
                    <a:moveTo>
                      <a:pt x="1033" y="461"/>
                    </a:moveTo>
                    <a:lnTo>
                      <a:pt x="783" y="306"/>
                    </a:lnTo>
                    <a:lnTo>
                      <a:pt x="530" y="211"/>
                    </a:lnTo>
                    <a:lnTo>
                      <a:pt x="369" y="198"/>
                    </a:lnTo>
                    <a:lnTo>
                      <a:pt x="229" y="163"/>
                    </a:lnTo>
                    <a:lnTo>
                      <a:pt x="120" y="66"/>
                    </a:lnTo>
                    <a:lnTo>
                      <a:pt x="64" y="0"/>
                    </a:lnTo>
                    <a:lnTo>
                      <a:pt x="0" y="25"/>
                    </a:lnTo>
                    <a:lnTo>
                      <a:pt x="64" y="184"/>
                    </a:lnTo>
                    <a:lnTo>
                      <a:pt x="170" y="343"/>
                    </a:lnTo>
                    <a:lnTo>
                      <a:pt x="359" y="387"/>
                    </a:lnTo>
                    <a:lnTo>
                      <a:pt x="412" y="435"/>
                    </a:lnTo>
                    <a:lnTo>
                      <a:pt x="359" y="343"/>
                    </a:lnTo>
                    <a:lnTo>
                      <a:pt x="187" y="316"/>
                    </a:lnTo>
                    <a:lnTo>
                      <a:pt x="108" y="184"/>
                    </a:lnTo>
                    <a:lnTo>
                      <a:pt x="64" y="41"/>
                    </a:lnTo>
                    <a:lnTo>
                      <a:pt x="187" y="171"/>
                    </a:lnTo>
                    <a:lnTo>
                      <a:pt x="306" y="211"/>
                    </a:lnTo>
                    <a:lnTo>
                      <a:pt x="530" y="239"/>
                    </a:lnTo>
                    <a:lnTo>
                      <a:pt x="770" y="329"/>
                    </a:lnTo>
                    <a:lnTo>
                      <a:pt x="966" y="447"/>
                    </a:lnTo>
                    <a:lnTo>
                      <a:pt x="1033" y="4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29" name="Freeform 248">
                <a:extLst>
                  <a:ext uri="{FF2B5EF4-FFF2-40B4-BE49-F238E27FC236}">
                    <a16:creationId xmlns:a16="http://schemas.microsoft.com/office/drawing/2014/main" id="{0CD3F73F-82B8-DBF2-7F8C-B7DAFFE6EC13}"/>
                  </a:ext>
                </a:extLst>
              </p:cNvPr>
              <p:cNvSpPr>
                <a:spLocks/>
              </p:cNvSpPr>
              <p:nvPr/>
            </p:nvSpPr>
            <p:spPr bwMode="auto">
              <a:xfrm>
                <a:off x="3922" y="1417"/>
                <a:ext cx="147" cy="143"/>
              </a:xfrm>
              <a:custGeom>
                <a:avLst/>
                <a:gdLst>
                  <a:gd name="T0" fmla="*/ 0 w 1180"/>
                  <a:gd name="T1" fmla="*/ 0 h 1149"/>
                  <a:gd name="T2" fmla="*/ 0 w 1180"/>
                  <a:gd name="T3" fmla="*/ 0 h 1149"/>
                  <a:gd name="T4" fmla="*/ 0 w 1180"/>
                  <a:gd name="T5" fmla="*/ 0 h 1149"/>
                  <a:gd name="T6" fmla="*/ 0 w 1180"/>
                  <a:gd name="T7" fmla="*/ 0 h 1149"/>
                  <a:gd name="T8" fmla="*/ 0 w 1180"/>
                  <a:gd name="T9" fmla="*/ 0 h 1149"/>
                  <a:gd name="T10" fmla="*/ 0 w 1180"/>
                  <a:gd name="T11" fmla="*/ 0 h 1149"/>
                  <a:gd name="T12" fmla="*/ 0 w 1180"/>
                  <a:gd name="T13" fmla="*/ 0 h 1149"/>
                  <a:gd name="T14" fmla="*/ 0 w 1180"/>
                  <a:gd name="T15" fmla="*/ 0 h 1149"/>
                  <a:gd name="T16" fmla="*/ 0 w 1180"/>
                  <a:gd name="T17" fmla="*/ 0 h 1149"/>
                  <a:gd name="T18" fmla="*/ 0 w 1180"/>
                  <a:gd name="T19" fmla="*/ 0 h 1149"/>
                  <a:gd name="T20" fmla="*/ 0 w 1180"/>
                  <a:gd name="T21" fmla="*/ 0 h 1149"/>
                  <a:gd name="T22" fmla="*/ 0 w 1180"/>
                  <a:gd name="T23" fmla="*/ 0 h 1149"/>
                  <a:gd name="T24" fmla="*/ 0 w 1180"/>
                  <a:gd name="T25" fmla="*/ 0 h 1149"/>
                  <a:gd name="T26" fmla="*/ 0 w 1180"/>
                  <a:gd name="T27" fmla="*/ 0 h 1149"/>
                  <a:gd name="T28" fmla="*/ 0 w 1180"/>
                  <a:gd name="T29" fmla="*/ 0 h 1149"/>
                  <a:gd name="T30" fmla="*/ 0 w 1180"/>
                  <a:gd name="T31" fmla="*/ 0 h 1149"/>
                  <a:gd name="T32" fmla="*/ 0 w 1180"/>
                  <a:gd name="T33" fmla="*/ 0 h 1149"/>
                  <a:gd name="T34" fmla="*/ 0 w 1180"/>
                  <a:gd name="T35" fmla="*/ 0 h 1149"/>
                  <a:gd name="T36" fmla="*/ 0 w 1180"/>
                  <a:gd name="T37" fmla="*/ 0 h 1149"/>
                  <a:gd name="T38" fmla="*/ 0 w 1180"/>
                  <a:gd name="T39" fmla="*/ 0 h 1149"/>
                  <a:gd name="T40" fmla="*/ 0 w 1180"/>
                  <a:gd name="T41" fmla="*/ 0 h 1149"/>
                  <a:gd name="T42" fmla="*/ 0 w 1180"/>
                  <a:gd name="T43" fmla="*/ 0 h 1149"/>
                  <a:gd name="T44" fmla="*/ 0 w 1180"/>
                  <a:gd name="T45" fmla="*/ 0 h 1149"/>
                  <a:gd name="T46" fmla="*/ 0 w 1180"/>
                  <a:gd name="T47" fmla="*/ 0 h 1149"/>
                  <a:gd name="T48" fmla="*/ 0 w 1180"/>
                  <a:gd name="T49" fmla="*/ 0 h 1149"/>
                  <a:gd name="T50" fmla="*/ 0 w 1180"/>
                  <a:gd name="T51" fmla="*/ 0 h 1149"/>
                  <a:gd name="T52" fmla="*/ 0 w 1180"/>
                  <a:gd name="T53" fmla="*/ 0 h 1149"/>
                  <a:gd name="T54" fmla="*/ 0 w 1180"/>
                  <a:gd name="T55" fmla="*/ 0 h 1149"/>
                  <a:gd name="T56" fmla="*/ 0 w 1180"/>
                  <a:gd name="T57" fmla="*/ 0 h 1149"/>
                  <a:gd name="T58" fmla="*/ 0 w 1180"/>
                  <a:gd name="T59" fmla="*/ 0 h 1149"/>
                  <a:gd name="T60" fmla="*/ 0 w 1180"/>
                  <a:gd name="T61" fmla="*/ 0 h 1149"/>
                  <a:gd name="T62" fmla="*/ 0 w 1180"/>
                  <a:gd name="T63" fmla="*/ 0 h 1149"/>
                  <a:gd name="T64" fmla="*/ 0 w 1180"/>
                  <a:gd name="T65" fmla="*/ 0 h 1149"/>
                  <a:gd name="T66" fmla="*/ 0 w 1180"/>
                  <a:gd name="T67" fmla="*/ 0 h 1149"/>
                  <a:gd name="T68" fmla="*/ 0 w 1180"/>
                  <a:gd name="T69" fmla="*/ 0 h 1149"/>
                  <a:gd name="T70" fmla="*/ 0 w 1180"/>
                  <a:gd name="T71" fmla="*/ 0 h 1149"/>
                  <a:gd name="T72" fmla="*/ 0 w 1180"/>
                  <a:gd name="T73" fmla="*/ 0 h 1149"/>
                  <a:gd name="T74" fmla="*/ 0 w 1180"/>
                  <a:gd name="T75" fmla="*/ 0 h 1149"/>
                  <a:gd name="T76" fmla="*/ 0 w 1180"/>
                  <a:gd name="T77" fmla="*/ 0 h 1149"/>
                  <a:gd name="T78" fmla="*/ 0 w 1180"/>
                  <a:gd name="T79" fmla="*/ 0 h 1149"/>
                  <a:gd name="T80" fmla="*/ 0 w 1180"/>
                  <a:gd name="T81" fmla="*/ 0 h 1149"/>
                  <a:gd name="T82" fmla="*/ 0 w 1180"/>
                  <a:gd name="T83" fmla="*/ 0 h 1149"/>
                  <a:gd name="T84" fmla="*/ 0 w 1180"/>
                  <a:gd name="T85" fmla="*/ 0 h 1149"/>
                  <a:gd name="T86" fmla="*/ 0 w 1180"/>
                  <a:gd name="T87" fmla="*/ 0 h 1149"/>
                  <a:gd name="T88" fmla="*/ 0 w 1180"/>
                  <a:gd name="T89" fmla="*/ 0 h 1149"/>
                  <a:gd name="T90" fmla="*/ 0 w 1180"/>
                  <a:gd name="T91" fmla="*/ 0 h 1149"/>
                  <a:gd name="T92" fmla="*/ 0 w 1180"/>
                  <a:gd name="T93" fmla="*/ 0 h 1149"/>
                  <a:gd name="T94" fmla="*/ 0 w 1180"/>
                  <a:gd name="T95" fmla="*/ 0 h 1149"/>
                  <a:gd name="T96" fmla="*/ 0 w 1180"/>
                  <a:gd name="T97" fmla="*/ 0 h 114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180"/>
                  <a:gd name="T148" fmla="*/ 0 h 1149"/>
                  <a:gd name="T149" fmla="*/ 1180 w 1180"/>
                  <a:gd name="T150" fmla="*/ 1149 h 1149"/>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180" h="1149">
                    <a:moveTo>
                      <a:pt x="1180" y="0"/>
                    </a:moveTo>
                    <a:lnTo>
                      <a:pt x="913" y="107"/>
                    </a:lnTo>
                    <a:lnTo>
                      <a:pt x="621" y="173"/>
                    </a:lnTo>
                    <a:lnTo>
                      <a:pt x="268" y="224"/>
                    </a:lnTo>
                    <a:lnTo>
                      <a:pt x="94" y="279"/>
                    </a:lnTo>
                    <a:lnTo>
                      <a:pt x="41" y="318"/>
                    </a:lnTo>
                    <a:lnTo>
                      <a:pt x="67" y="383"/>
                    </a:lnTo>
                    <a:lnTo>
                      <a:pt x="250" y="369"/>
                    </a:lnTo>
                    <a:lnTo>
                      <a:pt x="860" y="330"/>
                    </a:lnTo>
                    <a:lnTo>
                      <a:pt x="476" y="464"/>
                    </a:lnTo>
                    <a:lnTo>
                      <a:pt x="171" y="501"/>
                    </a:lnTo>
                    <a:lnTo>
                      <a:pt x="0" y="569"/>
                    </a:lnTo>
                    <a:lnTo>
                      <a:pt x="0" y="635"/>
                    </a:lnTo>
                    <a:lnTo>
                      <a:pt x="76" y="672"/>
                    </a:lnTo>
                    <a:lnTo>
                      <a:pt x="500" y="622"/>
                    </a:lnTo>
                    <a:lnTo>
                      <a:pt x="938" y="551"/>
                    </a:lnTo>
                    <a:lnTo>
                      <a:pt x="925" y="595"/>
                    </a:lnTo>
                    <a:lnTo>
                      <a:pt x="558" y="766"/>
                    </a:lnTo>
                    <a:lnTo>
                      <a:pt x="250" y="885"/>
                    </a:lnTo>
                    <a:lnTo>
                      <a:pt x="250" y="962"/>
                    </a:lnTo>
                    <a:lnTo>
                      <a:pt x="410" y="975"/>
                    </a:lnTo>
                    <a:lnTo>
                      <a:pt x="1006" y="791"/>
                    </a:lnTo>
                    <a:lnTo>
                      <a:pt x="1111" y="780"/>
                    </a:lnTo>
                    <a:lnTo>
                      <a:pt x="938" y="1004"/>
                    </a:lnTo>
                    <a:lnTo>
                      <a:pt x="650" y="1094"/>
                    </a:lnTo>
                    <a:lnTo>
                      <a:pt x="664" y="1149"/>
                    </a:lnTo>
                    <a:lnTo>
                      <a:pt x="742" y="1149"/>
                    </a:lnTo>
                    <a:lnTo>
                      <a:pt x="705" y="1107"/>
                    </a:lnTo>
                    <a:lnTo>
                      <a:pt x="997" y="1031"/>
                    </a:lnTo>
                    <a:lnTo>
                      <a:pt x="1180" y="749"/>
                    </a:lnTo>
                    <a:lnTo>
                      <a:pt x="966" y="749"/>
                    </a:lnTo>
                    <a:lnTo>
                      <a:pt x="450" y="938"/>
                    </a:lnTo>
                    <a:lnTo>
                      <a:pt x="318" y="938"/>
                    </a:lnTo>
                    <a:lnTo>
                      <a:pt x="332" y="885"/>
                    </a:lnTo>
                    <a:lnTo>
                      <a:pt x="689" y="749"/>
                    </a:lnTo>
                    <a:lnTo>
                      <a:pt x="1006" y="569"/>
                    </a:lnTo>
                    <a:lnTo>
                      <a:pt x="1021" y="501"/>
                    </a:lnTo>
                    <a:lnTo>
                      <a:pt x="382" y="606"/>
                    </a:lnTo>
                    <a:lnTo>
                      <a:pt x="94" y="635"/>
                    </a:lnTo>
                    <a:lnTo>
                      <a:pt x="41" y="595"/>
                    </a:lnTo>
                    <a:lnTo>
                      <a:pt x="131" y="542"/>
                    </a:lnTo>
                    <a:lnTo>
                      <a:pt x="529" y="477"/>
                    </a:lnTo>
                    <a:lnTo>
                      <a:pt x="955" y="330"/>
                    </a:lnTo>
                    <a:lnTo>
                      <a:pt x="966" y="294"/>
                    </a:lnTo>
                    <a:lnTo>
                      <a:pt x="226" y="318"/>
                    </a:lnTo>
                    <a:lnTo>
                      <a:pt x="212" y="305"/>
                    </a:lnTo>
                    <a:lnTo>
                      <a:pt x="586" y="208"/>
                    </a:lnTo>
                    <a:lnTo>
                      <a:pt x="938" y="134"/>
                    </a:lnTo>
                    <a:lnTo>
                      <a:pt x="118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30" name="Freeform 249">
                <a:extLst>
                  <a:ext uri="{FF2B5EF4-FFF2-40B4-BE49-F238E27FC236}">
                    <a16:creationId xmlns:a16="http://schemas.microsoft.com/office/drawing/2014/main" id="{AE2D009E-242B-7451-30EA-220BEE76AFDE}"/>
                  </a:ext>
                </a:extLst>
              </p:cNvPr>
              <p:cNvSpPr>
                <a:spLocks/>
              </p:cNvSpPr>
              <p:nvPr/>
            </p:nvSpPr>
            <p:spPr bwMode="auto">
              <a:xfrm>
                <a:off x="4031" y="1482"/>
                <a:ext cx="149" cy="75"/>
              </a:xfrm>
              <a:custGeom>
                <a:avLst/>
                <a:gdLst>
                  <a:gd name="T0" fmla="*/ 0 w 1192"/>
                  <a:gd name="T1" fmla="*/ 0 h 596"/>
                  <a:gd name="T2" fmla="*/ 0 w 1192"/>
                  <a:gd name="T3" fmla="*/ 0 h 596"/>
                  <a:gd name="T4" fmla="*/ 0 w 1192"/>
                  <a:gd name="T5" fmla="*/ 0 h 596"/>
                  <a:gd name="T6" fmla="*/ 0 w 1192"/>
                  <a:gd name="T7" fmla="*/ 0 h 596"/>
                  <a:gd name="T8" fmla="*/ 0 w 1192"/>
                  <a:gd name="T9" fmla="*/ 0 h 596"/>
                  <a:gd name="T10" fmla="*/ 0 w 1192"/>
                  <a:gd name="T11" fmla="*/ 0 h 596"/>
                  <a:gd name="T12" fmla="*/ 0 w 1192"/>
                  <a:gd name="T13" fmla="*/ 0 h 596"/>
                  <a:gd name="T14" fmla="*/ 0 w 1192"/>
                  <a:gd name="T15" fmla="*/ 0 h 596"/>
                  <a:gd name="T16" fmla="*/ 0 w 1192"/>
                  <a:gd name="T17" fmla="*/ 0 h 596"/>
                  <a:gd name="T18" fmla="*/ 0 w 1192"/>
                  <a:gd name="T19" fmla="*/ 0 h 596"/>
                  <a:gd name="T20" fmla="*/ 0 w 1192"/>
                  <a:gd name="T21" fmla="*/ 0 h 596"/>
                  <a:gd name="T22" fmla="*/ 0 w 1192"/>
                  <a:gd name="T23" fmla="*/ 0 h 5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92"/>
                  <a:gd name="T37" fmla="*/ 0 h 596"/>
                  <a:gd name="T38" fmla="*/ 1192 w 1192"/>
                  <a:gd name="T39" fmla="*/ 596 h 59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92" h="596">
                    <a:moveTo>
                      <a:pt x="0" y="596"/>
                    </a:moveTo>
                    <a:lnTo>
                      <a:pt x="279" y="545"/>
                    </a:lnTo>
                    <a:lnTo>
                      <a:pt x="436" y="402"/>
                    </a:lnTo>
                    <a:lnTo>
                      <a:pt x="685" y="294"/>
                    </a:lnTo>
                    <a:lnTo>
                      <a:pt x="899" y="162"/>
                    </a:lnTo>
                    <a:lnTo>
                      <a:pt x="1153" y="70"/>
                    </a:lnTo>
                    <a:lnTo>
                      <a:pt x="1192" y="0"/>
                    </a:lnTo>
                    <a:lnTo>
                      <a:pt x="913" y="97"/>
                    </a:lnTo>
                    <a:lnTo>
                      <a:pt x="409" y="345"/>
                    </a:lnTo>
                    <a:lnTo>
                      <a:pt x="316" y="413"/>
                    </a:lnTo>
                    <a:lnTo>
                      <a:pt x="251" y="517"/>
                    </a:lnTo>
                    <a:lnTo>
                      <a:pt x="0" y="5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31" name="Freeform 250">
                <a:extLst>
                  <a:ext uri="{FF2B5EF4-FFF2-40B4-BE49-F238E27FC236}">
                    <a16:creationId xmlns:a16="http://schemas.microsoft.com/office/drawing/2014/main" id="{67E644E8-472F-124E-0734-818CFCB48EA6}"/>
                  </a:ext>
                </a:extLst>
              </p:cNvPr>
              <p:cNvSpPr>
                <a:spLocks/>
              </p:cNvSpPr>
              <p:nvPr/>
            </p:nvSpPr>
            <p:spPr bwMode="auto">
              <a:xfrm>
                <a:off x="2886" y="735"/>
                <a:ext cx="205" cy="106"/>
              </a:xfrm>
              <a:custGeom>
                <a:avLst/>
                <a:gdLst>
                  <a:gd name="T0" fmla="*/ 0 w 1637"/>
                  <a:gd name="T1" fmla="*/ 0 h 846"/>
                  <a:gd name="T2" fmla="*/ 0 w 1637"/>
                  <a:gd name="T3" fmla="*/ 0 h 846"/>
                  <a:gd name="T4" fmla="*/ 0 w 1637"/>
                  <a:gd name="T5" fmla="*/ 0 h 846"/>
                  <a:gd name="T6" fmla="*/ 0 w 1637"/>
                  <a:gd name="T7" fmla="*/ 0 h 846"/>
                  <a:gd name="T8" fmla="*/ 0 w 1637"/>
                  <a:gd name="T9" fmla="*/ 0 h 846"/>
                  <a:gd name="T10" fmla="*/ 0 w 1637"/>
                  <a:gd name="T11" fmla="*/ 0 h 846"/>
                  <a:gd name="T12" fmla="*/ 0 w 1637"/>
                  <a:gd name="T13" fmla="*/ 0 h 846"/>
                  <a:gd name="T14" fmla="*/ 0 w 1637"/>
                  <a:gd name="T15" fmla="*/ 0 h 846"/>
                  <a:gd name="T16" fmla="*/ 0 w 1637"/>
                  <a:gd name="T17" fmla="*/ 0 h 846"/>
                  <a:gd name="T18" fmla="*/ 0 w 1637"/>
                  <a:gd name="T19" fmla="*/ 0 h 846"/>
                  <a:gd name="T20" fmla="*/ 0 w 1637"/>
                  <a:gd name="T21" fmla="*/ 0 h 846"/>
                  <a:gd name="T22" fmla="*/ 0 w 1637"/>
                  <a:gd name="T23" fmla="*/ 0 h 846"/>
                  <a:gd name="T24" fmla="*/ 0 w 1637"/>
                  <a:gd name="T25" fmla="*/ 0 h 846"/>
                  <a:gd name="T26" fmla="*/ 0 w 1637"/>
                  <a:gd name="T27" fmla="*/ 0 h 846"/>
                  <a:gd name="T28" fmla="*/ 0 w 1637"/>
                  <a:gd name="T29" fmla="*/ 0 h 846"/>
                  <a:gd name="T30" fmla="*/ 0 w 1637"/>
                  <a:gd name="T31" fmla="*/ 0 h 846"/>
                  <a:gd name="T32" fmla="*/ 0 w 1637"/>
                  <a:gd name="T33" fmla="*/ 0 h 846"/>
                  <a:gd name="T34" fmla="*/ 0 w 1637"/>
                  <a:gd name="T35" fmla="*/ 0 h 846"/>
                  <a:gd name="T36" fmla="*/ 0 w 1637"/>
                  <a:gd name="T37" fmla="*/ 0 h 846"/>
                  <a:gd name="T38" fmla="*/ 0 w 1637"/>
                  <a:gd name="T39" fmla="*/ 0 h 846"/>
                  <a:gd name="T40" fmla="*/ 0 w 1637"/>
                  <a:gd name="T41" fmla="*/ 0 h 846"/>
                  <a:gd name="T42" fmla="*/ 0 w 1637"/>
                  <a:gd name="T43" fmla="*/ 0 h 846"/>
                  <a:gd name="T44" fmla="*/ 0 w 1637"/>
                  <a:gd name="T45" fmla="*/ 0 h 846"/>
                  <a:gd name="T46" fmla="*/ 0 w 1637"/>
                  <a:gd name="T47" fmla="*/ 0 h 846"/>
                  <a:gd name="T48" fmla="*/ 0 w 1637"/>
                  <a:gd name="T49" fmla="*/ 0 h 846"/>
                  <a:gd name="T50" fmla="*/ 0 w 1637"/>
                  <a:gd name="T51" fmla="*/ 0 h 846"/>
                  <a:gd name="T52" fmla="*/ 0 w 1637"/>
                  <a:gd name="T53" fmla="*/ 0 h 846"/>
                  <a:gd name="T54" fmla="*/ 0 w 1637"/>
                  <a:gd name="T55" fmla="*/ 0 h 846"/>
                  <a:gd name="T56" fmla="*/ 0 w 1637"/>
                  <a:gd name="T57" fmla="*/ 0 h 846"/>
                  <a:gd name="T58" fmla="*/ 0 w 1637"/>
                  <a:gd name="T59" fmla="*/ 0 h 846"/>
                  <a:gd name="T60" fmla="*/ 0 w 1637"/>
                  <a:gd name="T61" fmla="*/ 0 h 846"/>
                  <a:gd name="T62" fmla="*/ 0 w 1637"/>
                  <a:gd name="T63" fmla="*/ 0 h 846"/>
                  <a:gd name="T64" fmla="*/ 0 w 1637"/>
                  <a:gd name="T65" fmla="*/ 0 h 846"/>
                  <a:gd name="T66" fmla="*/ 0 w 1637"/>
                  <a:gd name="T67" fmla="*/ 0 h 846"/>
                  <a:gd name="T68" fmla="*/ 0 w 1637"/>
                  <a:gd name="T69" fmla="*/ 0 h 846"/>
                  <a:gd name="T70" fmla="*/ 0 w 1637"/>
                  <a:gd name="T71" fmla="*/ 0 h 846"/>
                  <a:gd name="T72" fmla="*/ 0 w 1637"/>
                  <a:gd name="T73" fmla="*/ 0 h 846"/>
                  <a:gd name="T74" fmla="*/ 0 w 1637"/>
                  <a:gd name="T75" fmla="*/ 0 h 846"/>
                  <a:gd name="T76" fmla="*/ 0 w 1637"/>
                  <a:gd name="T77" fmla="*/ 0 h 846"/>
                  <a:gd name="T78" fmla="*/ 0 w 1637"/>
                  <a:gd name="T79" fmla="*/ 0 h 846"/>
                  <a:gd name="T80" fmla="*/ 0 w 1637"/>
                  <a:gd name="T81" fmla="*/ 0 h 84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637"/>
                  <a:gd name="T124" fmla="*/ 0 h 846"/>
                  <a:gd name="T125" fmla="*/ 1637 w 1637"/>
                  <a:gd name="T126" fmla="*/ 846 h 84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637" h="846">
                    <a:moveTo>
                      <a:pt x="1637" y="268"/>
                    </a:moveTo>
                    <a:lnTo>
                      <a:pt x="1600" y="345"/>
                    </a:lnTo>
                    <a:lnTo>
                      <a:pt x="1534" y="404"/>
                    </a:lnTo>
                    <a:lnTo>
                      <a:pt x="1490" y="452"/>
                    </a:lnTo>
                    <a:lnTo>
                      <a:pt x="1510" y="604"/>
                    </a:lnTo>
                    <a:lnTo>
                      <a:pt x="1505" y="701"/>
                    </a:lnTo>
                    <a:lnTo>
                      <a:pt x="1475" y="846"/>
                    </a:lnTo>
                    <a:lnTo>
                      <a:pt x="1334" y="528"/>
                    </a:lnTo>
                    <a:lnTo>
                      <a:pt x="1284" y="487"/>
                    </a:lnTo>
                    <a:lnTo>
                      <a:pt x="1169" y="525"/>
                    </a:lnTo>
                    <a:lnTo>
                      <a:pt x="971" y="540"/>
                    </a:lnTo>
                    <a:lnTo>
                      <a:pt x="881" y="597"/>
                    </a:lnTo>
                    <a:lnTo>
                      <a:pt x="745" y="731"/>
                    </a:lnTo>
                    <a:lnTo>
                      <a:pt x="851" y="588"/>
                    </a:lnTo>
                    <a:lnTo>
                      <a:pt x="991" y="435"/>
                    </a:lnTo>
                    <a:lnTo>
                      <a:pt x="961" y="408"/>
                    </a:lnTo>
                    <a:lnTo>
                      <a:pt x="809" y="470"/>
                    </a:lnTo>
                    <a:lnTo>
                      <a:pt x="657" y="525"/>
                    </a:lnTo>
                    <a:lnTo>
                      <a:pt x="740" y="408"/>
                    </a:lnTo>
                    <a:lnTo>
                      <a:pt x="611" y="457"/>
                    </a:lnTo>
                    <a:lnTo>
                      <a:pt x="501" y="404"/>
                    </a:lnTo>
                    <a:lnTo>
                      <a:pt x="404" y="417"/>
                    </a:lnTo>
                    <a:lnTo>
                      <a:pt x="470" y="343"/>
                    </a:lnTo>
                    <a:lnTo>
                      <a:pt x="330" y="360"/>
                    </a:lnTo>
                    <a:lnTo>
                      <a:pt x="224" y="393"/>
                    </a:lnTo>
                    <a:lnTo>
                      <a:pt x="275" y="297"/>
                    </a:lnTo>
                    <a:lnTo>
                      <a:pt x="334" y="213"/>
                    </a:lnTo>
                    <a:lnTo>
                      <a:pt x="404" y="164"/>
                    </a:lnTo>
                    <a:lnTo>
                      <a:pt x="295" y="178"/>
                    </a:lnTo>
                    <a:lnTo>
                      <a:pt x="164" y="217"/>
                    </a:lnTo>
                    <a:lnTo>
                      <a:pt x="72" y="292"/>
                    </a:lnTo>
                    <a:lnTo>
                      <a:pt x="0" y="385"/>
                    </a:lnTo>
                    <a:lnTo>
                      <a:pt x="97" y="224"/>
                    </a:lnTo>
                    <a:lnTo>
                      <a:pt x="222" y="129"/>
                    </a:lnTo>
                    <a:lnTo>
                      <a:pt x="343" y="65"/>
                    </a:lnTo>
                    <a:lnTo>
                      <a:pt x="488" y="17"/>
                    </a:lnTo>
                    <a:lnTo>
                      <a:pt x="641" y="0"/>
                    </a:lnTo>
                    <a:lnTo>
                      <a:pt x="851" y="17"/>
                    </a:lnTo>
                    <a:lnTo>
                      <a:pt x="1242" y="114"/>
                    </a:lnTo>
                    <a:lnTo>
                      <a:pt x="1561" y="224"/>
                    </a:lnTo>
                    <a:lnTo>
                      <a:pt x="1637" y="2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32" name="Freeform 251">
                <a:extLst>
                  <a:ext uri="{FF2B5EF4-FFF2-40B4-BE49-F238E27FC236}">
                    <a16:creationId xmlns:a16="http://schemas.microsoft.com/office/drawing/2014/main" id="{63977889-DFFA-0FAF-3D1A-5073E3EA3F2E}"/>
                  </a:ext>
                </a:extLst>
              </p:cNvPr>
              <p:cNvSpPr>
                <a:spLocks/>
              </p:cNvSpPr>
              <p:nvPr/>
            </p:nvSpPr>
            <p:spPr bwMode="auto">
              <a:xfrm>
                <a:off x="2845" y="768"/>
                <a:ext cx="140" cy="237"/>
              </a:xfrm>
              <a:custGeom>
                <a:avLst/>
                <a:gdLst>
                  <a:gd name="T0" fmla="*/ 0 w 1121"/>
                  <a:gd name="T1" fmla="*/ 0 h 1901"/>
                  <a:gd name="T2" fmla="*/ 0 w 1121"/>
                  <a:gd name="T3" fmla="*/ 0 h 1901"/>
                  <a:gd name="T4" fmla="*/ 0 w 1121"/>
                  <a:gd name="T5" fmla="*/ 0 h 1901"/>
                  <a:gd name="T6" fmla="*/ 0 w 1121"/>
                  <a:gd name="T7" fmla="*/ 0 h 1901"/>
                  <a:gd name="T8" fmla="*/ 0 w 1121"/>
                  <a:gd name="T9" fmla="*/ 0 h 1901"/>
                  <a:gd name="T10" fmla="*/ 0 w 1121"/>
                  <a:gd name="T11" fmla="*/ 0 h 1901"/>
                  <a:gd name="T12" fmla="*/ 0 w 1121"/>
                  <a:gd name="T13" fmla="*/ 0 h 1901"/>
                  <a:gd name="T14" fmla="*/ 0 w 1121"/>
                  <a:gd name="T15" fmla="*/ 0 h 1901"/>
                  <a:gd name="T16" fmla="*/ 0 w 1121"/>
                  <a:gd name="T17" fmla="*/ 0 h 1901"/>
                  <a:gd name="T18" fmla="*/ 0 w 1121"/>
                  <a:gd name="T19" fmla="*/ 0 h 1901"/>
                  <a:gd name="T20" fmla="*/ 0 w 1121"/>
                  <a:gd name="T21" fmla="*/ 0 h 1901"/>
                  <a:gd name="T22" fmla="*/ 0 w 1121"/>
                  <a:gd name="T23" fmla="*/ 0 h 1901"/>
                  <a:gd name="T24" fmla="*/ 0 w 1121"/>
                  <a:gd name="T25" fmla="*/ 0 h 1901"/>
                  <a:gd name="T26" fmla="*/ 0 w 1121"/>
                  <a:gd name="T27" fmla="*/ 0 h 1901"/>
                  <a:gd name="T28" fmla="*/ 0 w 1121"/>
                  <a:gd name="T29" fmla="*/ 0 h 1901"/>
                  <a:gd name="T30" fmla="*/ 0 w 1121"/>
                  <a:gd name="T31" fmla="*/ 0 h 1901"/>
                  <a:gd name="T32" fmla="*/ 0 w 1121"/>
                  <a:gd name="T33" fmla="*/ 0 h 1901"/>
                  <a:gd name="T34" fmla="*/ 0 w 1121"/>
                  <a:gd name="T35" fmla="*/ 0 h 1901"/>
                  <a:gd name="T36" fmla="*/ 0 w 1121"/>
                  <a:gd name="T37" fmla="*/ 0 h 1901"/>
                  <a:gd name="T38" fmla="*/ 0 w 1121"/>
                  <a:gd name="T39" fmla="*/ 0 h 1901"/>
                  <a:gd name="T40" fmla="*/ 0 w 1121"/>
                  <a:gd name="T41" fmla="*/ 0 h 1901"/>
                  <a:gd name="T42" fmla="*/ 0 w 1121"/>
                  <a:gd name="T43" fmla="*/ 0 h 1901"/>
                  <a:gd name="T44" fmla="*/ 0 w 1121"/>
                  <a:gd name="T45" fmla="*/ 0 h 1901"/>
                  <a:gd name="T46" fmla="*/ 0 w 1121"/>
                  <a:gd name="T47" fmla="*/ 0 h 1901"/>
                  <a:gd name="T48" fmla="*/ 0 w 1121"/>
                  <a:gd name="T49" fmla="*/ 0 h 1901"/>
                  <a:gd name="T50" fmla="*/ 0 w 1121"/>
                  <a:gd name="T51" fmla="*/ 0 h 1901"/>
                  <a:gd name="T52" fmla="*/ 0 w 1121"/>
                  <a:gd name="T53" fmla="*/ 0 h 1901"/>
                  <a:gd name="T54" fmla="*/ 0 w 1121"/>
                  <a:gd name="T55" fmla="*/ 0 h 1901"/>
                  <a:gd name="T56" fmla="*/ 0 w 1121"/>
                  <a:gd name="T57" fmla="*/ 0 h 1901"/>
                  <a:gd name="T58" fmla="*/ 0 w 1121"/>
                  <a:gd name="T59" fmla="*/ 0 h 1901"/>
                  <a:gd name="T60" fmla="*/ 0 w 1121"/>
                  <a:gd name="T61" fmla="*/ 0 h 1901"/>
                  <a:gd name="T62" fmla="*/ 0 w 1121"/>
                  <a:gd name="T63" fmla="*/ 0 h 1901"/>
                  <a:gd name="T64" fmla="*/ 0 w 1121"/>
                  <a:gd name="T65" fmla="*/ 0 h 1901"/>
                  <a:gd name="T66" fmla="*/ 0 w 1121"/>
                  <a:gd name="T67" fmla="*/ 0 h 1901"/>
                  <a:gd name="T68" fmla="*/ 0 w 1121"/>
                  <a:gd name="T69" fmla="*/ 0 h 1901"/>
                  <a:gd name="T70" fmla="*/ 0 w 1121"/>
                  <a:gd name="T71" fmla="*/ 0 h 1901"/>
                  <a:gd name="T72" fmla="*/ 0 w 1121"/>
                  <a:gd name="T73" fmla="*/ 0 h 1901"/>
                  <a:gd name="T74" fmla="*/ 0 w 1121"/>
                  <a:gd name="T75" fmla="*/ 0 h 1901"/>
                  <a:gd name="T76" fmla="*/ 0 w 1121"/>
                  <a:gd name="T77" fmla="*/ 0 h 19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121"/>
                  <a:gd name="T118" fmla="*/ 0 h 1901"/>
                  <a:gd name="T119" fmla="*/ 1121 w 1121"/>
                  <a:gd name="T120" fmla="*/ 1901 h 190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121" h="1901">
                    <a:moveTo>
                      <a:pt x="1121" y="422"/>
                    </a:moveTo>
                    <a:lnTo>
                      <a:pt x="1086" y="539"/>
                    </a:lnTo>
                    <a:lnTo>
                      <a:pt x="1037" y="647"/>
                    </a:lnTo>
                    <a:lnTo>
                      <a:pt x="956" y="767"/>
                    </a:lnTo>
                    <a:lnTo>
                      <a:pt x="883" y="894"/>
                    </a:lnTo>
                    <a:lnTo>
                      <a:pt x="837" y="987"/>
                    </a:lnTo>
                    <a:lnTo>
                      <a:pt x="809" y="1099"/>
                    </a:lnTo>
                    <a:lnTo>
                      <a:pt x="715" y="1053"/>
                    </a:lnTo>
                    <a:lnTo>
                      <a:pt x="650" y="980"/>
                    </a:lnTo>
                    <a:lnTo>
                      <a:pt x="618" y="915"/>
                    </a:lnTo>
                    <a:lnTo>
                      <a:pt x="528" y="890"/>
                    </a:lnTo>
                    <a:lnTo>
                      <a:pt x="503" y="1005"/>
                    </a:lnTo>
                    <a:lnTo>
                      <a:pt x="491" y="1079"/>
                    </a:lnTo>
                    <a:lnTo>
                      <a:pt x="496" y="1173"/>
                    </a:lnTo>
                    <a:lnTo>
                      <a:pt x="528" y="1244"/>
                    </a:lnTo>
                    <a:lnTo>
                      <a:pt x="563" y="1305"/>
                    </a:lnTo>
                    <a:lnTo>
                      <a:pt x="618" y="1343"/>
                    </a:lnTo>
                    <a:lnTo>
                      <a:pt x="662" y="1281"/>
                    </a:lnTo>
                    <a:lnTo>
                      <a:pt x="641" y="1332"/>
                    </a:lnTo>
                    <a:lnTo>
                      <a:pt x="650" y="1402"/>
                    </a:lnTo>
                    <a:lnTo>
                      <a:pt x="685" y="1420"/>
                    </a:lnTo>
                    <a:lnTo>
                      <a:pt x="749" y="1420"/>
                    </a:lnTo>
                    <a:lnTo>
                      <a:pt x="789" y="1396"/>
                    </a:lnTo>
                    <a:lnTo>
                      <a:pt x="802" y="1356"/>
                    </a:lnTo>
                    <a:lnTo>
                      <a:pt x="802" y="1316"/>
                    </a:lnTo>
                    <a:lnTo>
                      <a:pt x="789" y="1284"/>
                    </a:lnTo>
                    <a:lnTo>
                      <a:pt x="754" y="1268"/>
                    </a:lnTo>
                    <a:lnTo>
                      <a:pt x="814" y="1299"/>
                    </a:lnTo>
                    <a:lnTo>
                      <a:pt x="833" y="1352"/>
                    </a:lnTo>
                    <a:lnTo>
                      <a:pt x="820" y="1427"/>
                    </a:lnTo>
                    <a:lnTo>
                      <a:pt x="798" y="1455"/>
                    </a:lnTo>
                    <a:lnTo>
                      <a:pt x="754" y="1461"/>
                    </a:lnTo>
                    <a:lnTo>
                      <a:pt x="690" y="1452"/>
                    </a:lnTo>
                    <a:lnTo>
                      <a:pt x="726" y="1526"/>
                    </a:lnTo>
                    <a:lnTo>
                      <a:pt x="779" y="1560"/>
                    </a:lnTo>
                    <a:lnTo>
                      <a:pt x="837" y="1560"/>
                    </a:lnTo>
                    <a:lnTo>
                      <a:pt x="877" y="1542"/>
                    </a:lnTo>
                    <a:lnTo>
                      <a:pt x="851" y="1576"/>
                    </a:lnTo>
                    <a:lnTo>
                      <a:pt x="809" y="1586"/>
                    </a:lnTo>
                    <a:lnTo>
                      <a:pt x="736" y="1586"/>
                    </a:lnTo>
                    <a:lnTo>
                      <a:pt x="758" y="1609"/>
                    </a:lnTo>
                    <a:lnTo>
                      <a:pt x="809" y="1622"/>
                    </a:lnTo>
                    <a:lnTo>
                      <a:pt x="846" y="1622"/>
                    </a:lnTo>
                    <a:lnTo>
                      <a:pt x="820" y="1683"/>
                    </a:lnTo>
                    <a:lnTo>
                      <a:pt x="765" y="1729"/>
                    </a:lnTo>
                    <a:lnTo>
                      <a:pt x="657" y="1828"/>
                    </a:lnTo>
                    <a:lnTo>
                      <a:pt x="545" y="1879"/>
                    </a:lnTo>
                    <a:lnTo>
                      <a:pt x="449" y="1901"/>
                    </a:lnTo>
                    <a:lnTo>
                      <a:pt x="341" y="1901"/>
                    </a:lnTo>
                    <a:lnTo>
                      <a:pt x="244" y="1870"/>
                    </a:lnTo>
                    <a:lnTo>
                      <a:pt x="178" y="1821"/>
                    </a:lnTo>
                    <a:lnTo>
                      <a:pt x="106" y="1747"/>
                    </a:lnTo>
                    <a:lnTo>
                      <a:pt x="44" y="1634"/>
                    </a:lnTo>
                    <a:lnTo>
                      <a:pt x="9" y="1455"/>
                    </a:lnTo>
                    <a:lnTo>
                      <a:pt x="0" y="1244"/>
                    </a:lnTo>
                    <a:lnTo>
                      <a:pt x="25" y="1037"/>
                    </a:lnTo>
                    <a:lnTo>
                      <a:pt x="97" y="735"/>
                    </a:lnTo>
                    <a:lnTo>
                      <a:pt x="185" y="444"/>
                    </a:lnTo>
                    <a:lnTo>
                      <a:pt x="284" y="220"/>
                    </a:lnTo>
                    <a:lnTo>
                      <a:pt x="337" y="119"/>
                    </a:lnTo>
                    <a:lnTo>
                      <a:pt x="424" y="0"/>
                    </a:lnTo>
                    <a:lnTo>
                      <a:pt x="376" y="84"/>
                    </a:lnTo>
                    <a:lnTo>
                      <a:pt x="341" y="202"/>
                    </a:lnTo>
                    <a:lnTo>
                      <a:pt x="341" y="318"/>
                    </a:lnTo>
                    <a:lnTo>
                      <a:pt x="369" y="451"/>
                    </a:lnTo>
                    <a:lnTo>
                      <a:pt x="385" y="385"/>
                    </a:lnTo>
                    <a:lnTo>
                      <a:pt x="442" y="244"/>
                    </a:lnTo>
                    <a:lnTo>
                      <a:pt x="466" y="279"/>
                    </a:lnTo>
                    <a:lnTo>
                      <a:pt x="523" y="244"/>
                    </a:lnTo>
                    <a:lnTo>
                      <a:pt x="554" y="226"/>
                    </a:lnTo>
                    <a:lnTo>
                      <a:pt x="627" y="279"/>
                    </a:lnTo>
                    <a:lnTo>
                      <a:pt x="706" y="244"/>
                    </a:lnTo>
                    <a:lnTo>
                      <a:pt x="666" y="363"/>
                    </a:lnTo>
                    <a:lnTo>
                      <a:pt x="782" y="299"/>
                    </a:lnTo>
                    <a:lnTo>
                      <a:pt x="920" y="350"/>
                    </a:lnTo>
                    <a:lnTo>
                      <a:pt x="920" y="444"/>
                    </a:lnTo>
                    <a:lnTo>
                      <a:pt x="989" y="366"/>
                    </a:lnTo>
                    <a:lnTo>
                      <a:pt x="1061" y="477"/>
                    </a:lnTo>
                    <a:lnTo>
                      <a:pt x="1121" y="4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33" name="Freeform 252">
                <a:extLst>
                  <a:ext uri="{FF2B5EF4-FFF2-40B4-BE49-F238E27FC236}">
                    <a16:creationId xmlns:a16="http://schemas.microsoft.com/office/drawing/2014/main" id="{3CC338B1-6064-0917-D8D0-8156AB1519B4}"/>
                  </a:ext>
                </a:extLst>
              </p:cNvPr>
              <p:cNvSpPr>
                <a:spLocks/>
              </p:cNvSpPr>
              <p:nvPr/>
            </p:nvSpPr>
            <p:spPr bwMode="auto">
              <a:xfrm>
                <a:off x="2920" y="892"/>
                <a:ext cx="18" cy="30"/>
              </a:xfrm>
              <a:custGeom>
                <a:avLst/>
                <a:gdLst>
                  <a:gd name="T0" fmla="*/ 0 w 149"/>
                  <a:gd name="T1" fmla="*/ 0 h 237"/>
                  <a:gd name="T2" fmla="*/ 0 w 149"/>
                  <a:gd name="T3" fmla="*/ 0 h 237"/>
                  <a:gd name="T4" fmla="*/ 0 w 149"/>
                  <a:gd name="T5" fmla="*/ 0 h 237"/>
                  <a:gd name="T6" fmla="*/ 0 w 149"/>
                  <a:gd name="T7" fmla="*/ 0 h 237"/>
                  <a:gd name="T8" fmla="*/ 0 w 149"/>
                  <a:gd name="T9" fmla="*/ 0 h 237"/>
                  <a:gd name="T10" fmla="*/ 0 w 149"/>
                  <a:gd name="T11" fmla="*/ 0 h 237"/>
                  <a:gd name="T12" fmla="*/ 0 w 149"/>
                  <a:gd name="T13" fmla="*/ 0 h 237"/>
                  <a:gd name="T14" fmla="*/ 0 w 149"/>
                  <a:gd name="T15" fmla="*/ 0 h 237"/>
                  <a:gd name="T16" fmla="*/ 0 w 149"/>
                  <a:gd name="T17" fmla="*/ 0 h 237"/>
                  <a:gd name="T18" fmla="*/ 0 w 149"/>
                  <a:gd name="T19" fmla="*/ 0 h 237"/>
                  <a:gd name="T20" fmla="*/ 0 w 149"/>
                  <a:gd name="T21" fmla="*/ 0 h 2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237"/>
                  <a:gd name="T35" fmla="*/ 149 w 149"/>
                  <a:gd name="T36" fmla="*/ 237 h 2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237">
                    <a:moveTo>
                      <a:pt x="149" y="64"/>
                    </a:moveTo>
                    <a:lnTo>
                      <a:pt x="115" y="117"/>
                    </a:lnTo>
                    <a:lnTo>
                      <a:pt x="115" y="154"/>
                    </a:lnTo>
                    <a:lnTo>
                      <a:pt x="138" y="237"/>
                    </a:lnTo>
                    <a:lnTo>
                      <a:pt x="101" y="209"/>
                    </a:lnTo>
                    <a:lnTo>
                      <a:pt x="18" y="154"/>
                    </a:lnTo>
                    <a:lnTo>
                      <a:pt x="0" y="103"/>
                    </a:lnTo>
                    <a:lnTo>
                      <a:pt x="7" y="81"/>
                    </a:lnTo>
                    <a:lnTo>
                      <a:pt x="36" y="39"/>
                    </a:lnTo>
                    <a:lnTo>
                      <a:pt x="82" y="0"/>
                    </a:lnTo>
                    <a:lnTo>
                      <a:pt x="149" y="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34" name="Freeform 253">
                <a:extLst>
                  <a:ext uri="{FF2B5EF4-FFF2-40B4-BE49-F238E27FC236}">
                    <a16:creationId xmlns:a16="http://schemas.microsoft.com/office/drawing/2014/main" id="{88D9EB85-2E06-4A42-47B2-21494D356FC3}"/>
                  </a:ext>
                </a:extLst>
              </p:cNvPr>
              <p:cNvSpPr>
                <a:spLocks/>
              </p:cNvSpPr>
              <p:nvPr/>
            </p:nvSpPr>
            <p:spPr bwMode="auto">
              <a:xfrm>
                <a:off x="2914" y="879"/>
                <a:ext cx="10" cy="23"/>
              </a:xfrm>
              <a:custGeom>
                <a:avLst/>
                <a:gdLst>
                  <a:gd name="T0" fmla="*/ 0 w 80"/>
                  <a:gd name="T1" fmla="*/ 0 h 184"/>
                  <a:gd name="T2" fmla="*/ 0 w 80"/>
                  <a:gd name="T3" fmla="*/ 0 h 184"/>
                  <a:gd name="T4" fmla="*/ 0 w 80"/>
                  <a:gd name="T5" fmla="*/ 0 h 184"/>
                  <a:gd name="T6" fmla="*/ 0 w 80"/>
                  <a:gd name="T7" fmla="*/ 0 h 184"/>
                  <a:gd name="T8" fmla="*/ 0 w 80"/>
                  <a:gd name="T9" fmla="*/ 0 h 184"/>
                  <a:gd name="T10" fmla="*/ 0 w 80"/>
                  <a:gd name="T11" fmla="*/ 0 h 184"/>
                  <a:gd name="T12" fmla="*/ 0 w 80"/>
                  <a:gd name="T13" fmla="*/ 0 h 184"/>
                  <a:gd name="T14" fmla="*/ 0 w 80"/>
                  <a:gd name="T15" fmla="*/ 0 h 184"/>
                  <a:gd name="T16" fmla="*/ 0 60000 65536"/>
                  <a:gd name="T17" fmla="*/ 0 60000 65536"/>
                  <a:gd name="T18" fmla="*/ 0 60000 65536"/>
                  <a:gd name="T19" fmla="*/ 0 60000 65536"/>
                  <a:gd name="T20" fmla="*/ 0 60000 65536"/>
                  <a:gd name="T21" fmla="*/ 0 60000 65536"/>
                  <a:gd name="T22" fmla="*/ 0 60000 65536"/>
                  <a:gd name="T23" fmla="*/ 0 60000 65536"/>
                  <a:gd name="T24" fmla="*/ 0 w 80"/>
                  <a:gd name="T25" fmla="*/ 0 h 184"/>
                  <a:gd name="T26" fmla="*/ 80 w 80"/>
                  <a:gd name="T27" fmla="*/ 184 h 1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0" h="184">
                    <a:moveTo>
                      <a:pt x="80" y="59"/>
                    </a:moveTo>
                    <a:lnTo>
                      <a:pt x="37" y="97"/>
                    </a:lnTo>
                    <a:lnTo>
                      <a:pt x="7" y="161"/>
                    </a:lnTo>
                    <a:lnTo>
                      <a:pt x="0" y="184"/>
                    </a:lnTo>
                    <a:lnTo>
                      <a:pt x="7" y="108"/>
                    </a:lnTo>
                    <a:lnTo>
                      <a:pt x="34" y="41"/>
                    </a:lnTo>
                    <a:lnTo>
                      <a:pt x="71" y="0"/>
                    </a:lnTo>
                    <a:lnTo>
                      <a:pt x="80" y="5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35" name="Freeform 254">
                <a:extLst>
                  <a:ext uri="{FF2B5EF4-FFF2-40B4-BE49-F238E27FC236}">
                    <a16:creationId xmlns:a16="http://schemas.microsoft.com/office/drawing/2014/main" id="{6A8543E3-6869-447D-E70D-3E2B2332E882}"/>
                  </a:ext>
                </a:extLst>
              </p:cNvPr>
              <p:cNvSpPr>
                <a:spLocks/>
              </p:cNvSpPr>
              <p:nvPr/>
            </p:nvSpPr>
            <p:spPr bwMode="auto">
              <a:xfrm>
                <a:off x="2946" y="834"/>
                <a:ext cx="134" cy="202"/>
              </a:xfrm>
              <a:custGeom>
                <a:avLst/>
                <a:gdLst>
                  <a:gd name="T0" fmla="*/ 0 w 1070"/>
                  <a:gd name="T1" fmla="*/ 0 h 1620"/>
                  <a:gd name="T2" fmla="*/ 0 w 1070"/>
                  <a:gd name="T3" fmla="*/ 0 h 1620"/>
                  <a:gd name="T4" fmla="*/ 0 w 1070"/>
                  <a:gd name="T5" fmla="*/ 0 h 1620"/>
                  <a:gd name="T6" fmla="*/ 0 w 1070"/>
                  <a:gd name="T7" fmla="*/ 0 h 1620"/>
                  <a:gd name="T8" fmla="*/ 0 w 1070"/>
                  <a:gd name="T9" fmla="*/ 0 h 1620"/>
                  <a:gd name="T10" fmla="*/ 0 w 1070"/>
                  <a:gd name="T11" fmla="*/ 0 h 1620"/>
                  <a:gd name="T12" fmla="*/ 0 w 1070"/>
                  <a:gd name="T13" fmla="*/ 0 h 1620"/>
                  <a:gd name="T14" fmla="*/ 0 w 1070"/>
                  <a:gd name="T15" fmla="*/ 0 h 1620"/>
                  <a:gd name="T16" fmla="*/ 0 w 1070"/>
                  <a:gd name="T17" fmla="*/ 0 h 1620"/>
                  <a:gd name="T18" fmla="*/ 0 w 1070"/>
                  <a:gd name="T19" fmla="*/ 0 h 1620"/>
                  <a:gd name="T20" fmla="*/ 0 w 1070"/>
                  <a:gd name="T21" fmla="*/ 0 h 1620"/>
                  <a:gd name="T22" fmla="*/ 0 w 1070"/>
                  <a:gd name="T23" fmla="*/ 0 h 1620"/>
                  <a:gd name="T24" fmla="*/ 0 w 1070"/>
                  <a:gd name="T25" fmla="*/ 0 h 1620"/>
                  <a:gd name="T26" fmla="*/ 0 w 1070"/>
                  <a:gd name="T27" fmla="*/ 0 h 1620"/>
                  <a:gd name="T28" fmla="*/ 0 w 1070"/>
                  <a:gd name="T29" fmla="*/ 0 h 1620"/>
                  <a:gd name="T30" fmla="*/ 0 w 1070"/>
                  <a:gd name="T31" fmla="*/ 0 h 1620"/>
                  <a:gd name="T32" fmla="*/ 0 w 1070"/>
                  <a:gd name="T33" fmla="*/ 0 h 1620"/>
                  <a:gd name="T34" fmla="*/ 0 w 1070"/>
                  <a:gd name="T35" fmla="*/ 0 h 1620"/>
                  <a:gd name="T36" fmla="*/ 0 w 1070"/>
                  <a:gd name="T37" fmla="*/ 0 h 1620"/>
                  <a:gd name="T38" fmla="*/ 0 w 1070"/>
                  <a:gd name="T39" fmla="*/ 0 h 1620"/>
                  <a:gd name="T40" fmla="*/ 0 w 1070"/>
                  <a:gd name="T41" fmla="*/ 0 h 1620"/>
                  <a:gd name="T42" fmla="*/ 0 w 1070"/>
                  <a:gd name="T43" fmla="*/ 0 h 1620"/>
                  <a:gd name="T44" fmla="*/ 0 w 1070"/>
                  <a:gd name="T45" fmla="*/ 0 h 1620"/>
                  <a:gd name="T46" fmla="*/ 0 w 1070"/>
                  <a:gd name="T47" fmla="*/ 0 h 1620"/>
                  <a:gd name="T48" fmla="*/ 0 w 1070"/>
                  <a:gd name="T49" fmla="*/ 0 h 1620"/>
                  <a:gd name="T50" fmla="*/ 0 w 1070"/>
                  <a:gd name="T51" fmla="*/ 0 h 1620"/>
                  <a:gd name="T52" fmla="*/ 0 w 1070"/>
                  <a:gd name="T53" fmla="*/ 0 h 1620"/>
                  <a:gd name="T54" fmla="*/ 0 w 1070"/>
                  <a:gd name="T55" fmla="*/ 0 h 1620"/>
                  <a:gd name="T56" fmla="*/ 0 w 1070"/>
                  <a:gd name="T57" fmla="*/ 0 h 1620"/>
                  <a:gd name="T58" fmla="*/ 0 w 1070"/>
                  <a:gd name="T59" fmla="*/ 0 h 1620"/>
                  <a:gd name="T60" fmla="*/ 0 w 1070"/>
                  <a:gd name="T61" fmla="*/ 0 h 1620"/>
                  <a:gd name="T62" fmla="*/ 0 w 1070"/>
                  <a:gd name="T63" fmla="*/ 0 h 1620"/>
                  <a:gd name="T64" fmla="*/ 0 w 1070"/>
                  <a:gd name="T65" fmla="*/ 0 h 1620"/>
                  <a:gd name="T66" fmla="*/ 0 w 1070"/>
                  <a:gd name="T67" fmla="*/ 0 h 1620"/>
                  <a:gd name="T68" fmla="*/ 0 w 1070"/>
                  <a:gd name="T69" fmla="*/ 0 h 1620"/>
                  <a:gd name="T70" fmla="*/ 0 w 1070"/>
                  <a:gd name="T71" fmla="*/ 0 h 1620"/>
                  <a:gd name="T72" fmla="*/ 0 w 1070"/>
                  <a:gd name="T73" fmla="*/ 0 h 1620"/>
                  <a:gd name="T74" fmla="*/ 0 w 1070"/>
                  <a:gd name="T75" fmla="*/ 0 h 1620"/>
                  <a:gd name="T76" fmla="*/ 0 w 1070"/>
                  <a:gd name="T77" fmla="*/ 0 h 1620"/>
                  <a:gd name="T78" fmla="*/ 0 w 1070"/>
                  <a:gd name="T79" fmla="*/ 0 h 1620"/>
                  <a:gd name="T80" fmla="*/ 0 w 1070"/>
                  <a:gd name="T81" fmla="*/ 0 h 1620"/>
                  <a:gd name="T82" fmla="*/ 0 w 1070"/>
                  <a:gd name="T83" fmla="*/ 0 h 1620"/>
                  <a:gd name="T84" fmla="*/ 0 w 1070"/>
                  <a:gd name="T85" fmla="*/ 0 h 1620"/>
                  <a:gd name="T86" fmla="*/ 0 w 1070"/>
                  <a:gd name="T87" fmla="*/ 0 h 1620"/>
                  <a:gd name="T88" fmla="*/ 0 w 1070"/>
                  <a:gd name="T89" fmla="*/ 0 h 1620"/>
                  <a:gd name="T90" fmla="*/ 0 w 1070"/>
                  <a:gd name="T91" fmla="*/ 0 h 1620"/>
                  <a:gd name="T92" fmla="*/ 0 w 1070"/>
                  <a:gd name="T93" fmla="*/ 0 h 1620"/>
                  <a:gd name="T94" fmla="*/ 0 w 1070"/>
                  <a:gd name="T95" fmla="*/ 0 h 1620"/>
                  <a:gd name="T96" fmla="*/ 0 w 1070"/>
                  <a:gd name="T97" fmla="*/ 0 h 1620"/>
                  <a:gd name="T98" fmla="*/ 0 w 1070"/>
                  <a:gd name="T99" fmla="*/ 0 h 1620"/>
                  <a:gd name="T100" fmla="*/ 0 w 1070"/>
                  <a:gd name="T101" fmla="*/ 0 h 1620"/>
                  <a:gd name="T102" fmla="*/ 0 w 1070"/>
                  <a:gd name="T103" fmla="*/ 0 h 1620"/>
                  <a:gd name="T104" fmla="*/ 0 w 1070"/>
                  <a:gd name="T105" fmla="*/ 0 h 1620"/>
                  <a:gd name="T106" fmla="*/ 0 w 1070"/>
                  <a:gd name="T107" fmla="*/ 0 h 1620"/>
                  <a:gd name="T108" fmla="*/ 0 w 1070"/>
                  <a:gd name="T109" fmla="*/ 0 h 1620"/>
                  <a:gd name="T110" fmla="*/ 0 w 1070"/>
                  <a:gd name="T111" fmla="*/ 0 h 162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70"/>
                  <a:gd name="T169" fmla="*/ 0 h 1620"/>
                  <a:gd name="T170" fmla="*/ 1070 w 1070"/>
                  <a:gd name="T171" fmla="*/ 1620 h 1620"/>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70" h="1620">
                    <a:moveTo>
                      <a:pt x="0" y="646"/>
                    </a:moveTo>
                    <a:lnTo>
                      <a:pt x="92" y="800"/>
                    </a:lnTo>
                    <a:lnTo>
                      <a:pt x="164" y="925"/>
                    </a:lnTo>
                    <a:lnTo>
                      <a:pt x="228" y="980"/>
                    </a:lnTo>
                    <a:lnTo>
                      <a:pt x="332" y="1021"/>
                    </a:lnTo>
                    <a:lnTo>
                      <a:pt x="630" y="1171"/>
                    </a:lnTo>
                    <a:lnTo>
                      <a:pt x="692" y="1176"/>
                    </a:lnTo>
                    <a:lnTo>
                      <a:pt x="782" y="1171"/>
                    </a:lnTo>
                    <a:lnTo>
                      <a:pt x="923" y="1114"/>
                    </a:lnTo>
                    <a:lnTo>
                      <a:pt x="960" y="1074"/>
                    </a:lnTo>
                    <a:lnTo>
                      <a:pt x="978" y="1021"/>
                    </a:lnTo>
                    <a:lnTo>
                      <a:pt x="985" y="947"/>
                    </a:lnTo>
                    <a:lnTo>
                      <a:pt x="1004" y="719"/>
                    </a:lnTo>
                    <a:lnTo>
                      <a:pt x="1028" y="475"/>
                    </a:lnTo>
                    <a:lnTo>
                      <a:pt x="1052" y="360"/>
                    </a:lnTo>
                    <a:lnTo>
                      <a:pt x="1052" y="286"/>
                    </a:lnTo>
                    <a:lnTo>
                      <a:pt x="1028" y="226"/>
                    </a:lnTo>
                    <a:lnTo>
                      <a:pt x="998" y="171"/>
                    </a:lnTo>
                    <a:lnTo>
                      <a:pt x="985" y="233"/>
                    </a:lnTo>
                    <a:lnTo>
                      <a:pt x="947" y="286"/>
                    </a:lnTo>
                    <a:lnTo>
                      <a:pt x="911" y="323"/>
                    </a:lnTo>
                    <a:lnTo>
                      <a:pt x="899" y="332"/>
                    </a:lnTo>
                    <a:lnTo>
                      <a:pt x="936" y="450"/>
                    </a:lnTo>
                    <a:lnTo>
                      <a:pt x="895" y="341"/>
                    </a:lnTo>
                    <a:lnTo>
                      <a:pt x="870" y="281"/>
                    </a:lnTo>
                    <a:lnTo>
                      <a:pt x="863" y="226"/>
                    </a:lnTo>
                    <a:lnTo>
                      <a:pt x="870" y="180"/>
                    </a:lnTo>
                    <a:lnTo>
                      <a:pt x="943" y="55"/>
                    </a:lnTo>
                    <a:lnTo>
                      <a:pt x="998" y="0"/>
                    </a:lnTo>
                    <a:lnTo>
                      <a:pt x="1008" y="127"/>
                    </a:lnTo>
                    <a:lnTo>
                      <a:pt x="1028" y="196"/>
                    </a:lnTo>
                    <a:lnTo>
                      <a:pt x="1063" y="281"/>
                    </a:lnTo>
                    <a:lnTo>
                      <a:pt x="1070" y="355"/>
                    </a:lnTo>
                    <a:lnTo>
                      <a:pt x="1057" y="468"/>
                    </a:lnTo>
                    <a:lnTo>
                      <a:pt x="1033" y="627"/>
                    </a:lnTo>
                    <a:lnTo>
                      <a:pt x="1022" y="763"/>
                    </a:lnTo>
                    <a:lnTo>
                      <a:pt x="1008" y="872"/>
                    </a:lnTo>
                    <a:lnTo>
                      <a:pt x="1004" y="973"/>
                    </a:lnTo>
                    <a:lnTo>
                      <a:pt x="991" y="1056"/>
                    </a:lnTo>
                    <a:lnTo>
                      <a:pt x="973" y="1092"/>
                    </a:lnTo>
                    <a:lnTo>
                      <a:pt x="932" y="1141"/>
                    </a:lnTo>
                    <a:lnTo>
                      <a:pt x="814" y="1194"/>
                    </a:lnTo>
                    <a:lnTo>
                      <a:pt x="722" y="1213"/>
                    </a:lnTo>
                    <a:lnTo>
                      <a:pt x="650" y="1213"/>
                    </a:lnTo>
                    <a:lnTo>
                      <a:pt x="558" y="1213"/>
                    </a:lnTo>
                    <a:lnTo>
                      <a:pt x="501" y="1325"/>
                    </a:lnTo>
                    <a:lnTo>
                      <a:pt x="448" y="1468"/>
                    </a:lnTo>
                    <a:lnTo>
                      <a:pt x="399" y="1620"/>
                    </a:lnTo>
                    <a:lnTo>
                      <a:pt x="448" y="1420"/>
                    </a:lnTo>
                    <a:lnTo>
                      <a:pt x="514" y="1217"/>
                    </a:lnTo>
                    <a:lnTo>
                      <a:pt x="325" y="1092"/>
                    </a:lnTo>
                    <a:lnTo>
                      <a:pt x="169" y="1021"/>
                    </a:lnTo>
                    <a:lnTo>
                      <a:pt x="129" y="971"/>
                    </a:lnTo>
                    <a:lnTo>
                      <a:pt x="81" y="890"/>
                    </a:lnTo>
                    <a:lnTo>
                      <a:pt x="17" y="719"/>
                    </a:lnTo>
                    <a:lnTo>
                      <a:pt x="0" y="6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36" name="Freeform 255">
                <a:extLst>
                  <a:ext uri="{FF2B5EF4-FFF2-40B4-BE49-F238E27FC236}">
                    <a16:creationId xmlns:a16="http://schemas.microsoft.com/office/drawing/2014/main" id="{0DD54314-0EE0-CD86-4838-C7646878B51B}"/>
                  </a:ext>
                </a:extLst>
              </p:cNvPr>
              <p:cNvSpPr>
                <a:spLocks/>
              </p:cNvSpPr>
              <p:nvPr/>
            </p:nvSpPr>
            <p:spPr bwMode="auto">
              <a:xfrm>
                <a:off x="2988" y="864"/>
                <a:ext cx="55" cy="27"/>
              </a:xfrm>
              <a:custGeom>
                <a:avLst/>
                <a:gdLst>
                  <a:gd name="T0" fmla="*/ 0 w 437"/>
                  <a:gd name="T1" fmla="*/ 0 h 220"/>
                  <a:gd name="T2" fmla="*/ 0 w 437"/>
                  <a:gd name="T3" fmla="*/ 0 h 220"/>
                  <a:gd name="T4" fmla="*/ 0 w 437"/>
                  <a:gd name="T5" fmla="*/ 0 h 220"/>
                  <a:gd name="T6" fmla="*/ 0 w 437"/>
                  <a:gd name="T7" fmla="*/ 0 h 220"/>
                  <a:gd name="T8" fmla="*/ 0 w 437"/>
                  <a:gd name="T9" fmla="*/ 0 h 220"/>
                  <a:gd name="T10" fmla="*/ 0 w 437"/>
                  <a:gd name="T11" fmla="*/ 0 h 220"/>
                  <a:gd name="T12" fmla="*/ 0 w 437"/>
                  <a:gd name="T13" fmla="*/ 0 h 220"/>
                  <a:gd name="T14" fmla="*/ 0 w 437"/>
                  <a:gd name="T15" fmla="*/ 0 h 220"/>
                  <a:gd name="T16" fmla="*/ 0 w 437"/>
                  <a:gd name="T17" fmla="*/ 0 h 220"/>
                  <a:gd name="T18" fmla="*/ 0 w 437"/>
                  <a:gd name="T19" fmla="*/ 0 h 220"/>
                  <a:gd name="T20" fmla="*/ 0 w 437"/>
                  <a:gd name="T21" fmla="*/ 0 h 220"/>
                  <a:gd name="T22" fmla="*/ 0 w 437"/>
                  <a:gd name="T23" fmla="*/ 0 h 220"/>
                  <a:gd name="T24" fmla="*/ 0 w 437"/>
                  <a:gd name="T25" fmla="*/ 0 h 220"/>
                  <a:gd name="T26" fmla="*/ 0 w 437"/>
                  <a:gd name="T27" fmla="*/ 0 h 220"/>
                  <a:gd name="T28" fmla="*/ 0 w 437"/>
                  <a:gd name="T29" fmla="*/ 0 h 220"/>
                  <a:gd name="T30" fmla="*/ 0 w 437"/>
                  <a:gd name="T31" fmla="*/ 0 h 220"/>
                  <a:gd name="T32" fmla="*/ 0 w 437"/>
                  <a:gd name="T33" fmla="*/ 0 h 220"/>
                  <a:gd name="T34" fmla="*/ 0 w 437"/>
                  <a:gd name="T35" fmla="*/ 0 h 220"/>
                  <a:gd name="T36" fmla="*/ 0 w 437"/>
                  <a:gd name="T37" fmla="*/ 0 h 220"/>
                  <a:gd name="T38" fmla="*/ 0 w 437"/>
                  <a:gd name="T39" fmla="*/ 0 h 220"/>
                  <a:gd name="T40" fmla="*/ 0 w 437"/>
                  <a:gd name="T41" fmla="*/ 0 h 220"/>
                  <a:gd name="T42" fmla="*/ 0 w 437"/>
                  <a:gd name="T43" fmla="*/ 0 h 220"/>
                  <a:gd name="T44" fmla="*/ 0 w 437"/>
                  <a:gd name="T45" fmla="*/ 0 h 220"/>
                  <a:gd name="T46" fmla="*/ 0 w 437"/>
                  <a:gd name="T47" fmla="*/ 0 h 220"/>
                  <a:gd name="T48" fmla="*/ 0 w 437"/>
                  <a:gd name="T49" fmla="*/ 0 h 22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37"/>
                  <a:gd name="T76" fmla="*/ 0 h 220"/>
                  <a:gd name="T77" fmla="*/ 437 w 437"/>
                  <a:gd name="T78" fmla="*/ 220 h 22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37" h="220">
                    <a:moveTo>
                      <a:pt x="72" y="20"/>
                    </a:moveTo>
                    <a:lnTo>
                      <a:pt x="169" y="0"/>
                    </a:lnTo>
                    <a:lnTo>
                      <a:pt x="303" y="0"/>
                    </a:lnTo>
                    <a:lnTo>
                      <a:pt x="390" y="0"/>
                    </a:lnTo>
                    <a:lnTo>
                      <a:pt x="417" y="20"/>
                    </a:lnTo>
                    <a:lnTo>
                      <a:pt x="437" y="49"/>
                    </a:lnTo>
                    <a:lnTo>
                      <a:pt x="417" y="79"/>
                    </a:lnTo>
                    <a:lnTo>
                      <a:pt x="381" y="104"/>
                    </a:lnTo>
                    <a:lnTo>
                      <a:pt x="351" y="123"/>
                    </a:lnTo>
                    <a:lnTo>
                      <a:pt x="333" y="171"/>
                    </a:lnTo>
                    <a:lnTo>
                      <a:pt x="309" y="207"/>
                    </a:lnTo>
                    <a:lnTo>
                      <a:pt x="259" y="220"/>
                    </a:lnTo>
                    <a:lnTo>
                      <a:pt x="199" y="213"/>
                    </a:lnTo>
                    <a:lnTo>
                      <a:pt x="153" y="200"/>
                    </a:lnTo>
                    <a:lnTo>
                      <a:pt x="118" y="189"/>
                    </a:lnTo>
                    <a:lnTo>
                      <a:pt x="39" y="171"/>
                    </a:lnTo>
                    <a:lnTo>
                      <a:pt x="17" y="189"/>
                    </a:lnTo>
                    <a:lnTo>
                      <a:pt x="0" y="148"/>
                    </a:lnTo>
                    <a:lnTo>
                      <a:pt x="46" y="123"/>
                    </a:lnTo>
                    <a:lnTo>
                      <a:pt x="63" y="141"/>
                    </a:lnTo>
                    <a:lnTo>
                      <a:pt x="118" y="148"/>
                    </a:lnTo>
                    <a:lnTo>
                      <a:pt x="169" y="132"/>
                    </a:lnTo>
                    <a:lnTo>
                      <a:pt x="222" y="104"/>
                    </a:lnTo>
                    <a:lnTo>
                      <a:pt x="169" y="40"/>
                    </a:lnTo>
                    <a:lnTo>
                      <a:pt x="7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37" name="Freeform 256">
                <a:extLst>
                  <a:ext uri="{FF2B5EF4-FFF2-40B4-BE49-F238E27FC236}">
                    <a16:creationId xmlns:a16="http://schemas.microsoft.com/office/drawing/2014/main" id="{9912BA6A-AA49-D7D4-D283-C177761954C4}"/>
                  </a:ext>
                </a:extLst>
              </p:cNvPr>
              <p:cNvSpPr>
                <a:spLocks/>
              </p:cNvSpPr>
              <p:nvPr/>
            </p:nvSpPr>
            <p:spPr bwMode="auto">
              <a:xfrm>
                <a:off x="3035" y="905"/>
                <a:ext cx="33" cy="16"/>
              </a:xfrm>
              <a:custGeom>
                <a:avLst/>
                <a:gdLst>
                  <a:gd name="T0" fmla="*/ 0 w 256"/>
                  <a:gd name="T1" fmla="*/ 0 h 123"/>
                  <a:gd name="T2" fmla="*/ 0 w 256"/>
                  <a:gd name="T3" fmla="*/ 0 h 123"/>
                  <a:gd name="T4" fmla="*/ 0 w 256"/>
                  <a:gd name="T5" fmla="*/ 0 h 123"/>
                  <a:gd name="T6" fmla="*/ 0 w 256"/>
                  <a:gd name="T7" fmla="*/ 0 h 123"/>
                  <a:gd name="T8" fmla="*/ 0 w 256"/>
                  <a:gd name="T9" fmla="*/ 0 h 123"/>
                  <a:gd name="T10" fmla="*/ 0 w 256"/>
                  <a:gd name="T11" fmla="*/ 0 h 123"/>
                  <a:gd name="T12" fmla="*/ 0 w 256"/>
                  <a:gd name="T13" fmla="*/ 0 h 123"/>
                  <a:gd name="T14" fmla="*/ 0 w 256"/>
                  <a:gd name="T15" fmla="*/ 0 h 123"/>
                  <a:gd name="T16" fmla="*/ 0 w 256"/>
                  <a:gd name="T17" fmla="*/ 0 h 123"/>
                  <a:gd name="T18" fmla="*/ 0 w 256"/>
                  <a:gd name="T19" fmla="*/ 0 h 123"/>
                  <a:gd name="T20" fmla="*/ 0 w 256"/>
                  <a:gd name="T21" fmla="*/ 0 h 123"/>
                  <a:gd name="T22" fmla="*/ 0 w 256"/>
                  <a:gd name="T23" fmla="*/ 0 h 123"/>
                  <a:gd name="T24" fmla="*/ 0 w 256"/>
                  <a:gd name="T25" fmla="*/ 0 h 123"/>
                  <a:gd name="T26" fmla="*/ 0 w 256"/>
                  <a:gd name="T27" fmla="*/ 0 h 123"/>
                  <a:gd name="T28" fmla="*/ 0 w 256"/>
                  <a:gd name="T29" fmla="*/ 0 h 123"/>
                  <a:gd name="T30" fmla="*/ 0 w 256"/>
                  <a:gd name="T31" fmla="*/ 0 h 1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56"/>
                  <a:gd name="T49" fmla="*/ 0 h 123"/>
                  <a:gd name="T50" fmla="*/ 256 w 256"/>
                  <a:gd name="T51" fmla="*/ 123 h 12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56" h="123">
                    <a:moveTo>
                      <a:pt x="256" y="33"/>
                    </a:moveTo>
                    <a:lnTo>
                      <a:pt x="171" y="26"/>
                    </a:lnTo>
                    <a:lnTo>
                      <a:pt x="90" y="72"/>
                    </a:lnTo>
                    <a:lnTo>
                      <a:pt x="72" y="99"/>
                    </a:lnTo>
                    <a:lnTo>
                      <a:pt x="30" y="75"/>
                    </a:lnTo>
                    <a:lnTo>
                      <a:pt x="14" y="38"/>
                    </a:lnTo>
                    <a:lnTo>
                      <a:pt x="23" y="0"/>
                    </a:lnTo>
                    <a:lnTo>
                      <a:pt x="0" y="51"/>
                    </a:lnTo>
                    <a:lnTo>
                      <a:pt x="10" y="97"/>
                    </a:lnTo>
                    <a:lnTo>
                      <a:pt x="41" y="112"/>
                    </a:lnTo>
                    <a:lnTo>
                      <a:pt x="83" y="123"/>
                    </a:lnTo>
                    <a:lnTo>
                      <a:pt x="109" y="112"/>
                    </a:lnTo>
                    <a:lnTo>
                      <a:pt x="191" y="97"/>
                    </a:lnTo>
                    <a:lnTo>
                      <a:pt x="230" y="106"/>
                    </a:lnTo>
                    <a:lnTo>
                      <a:pt x="250" y="62"/>
                    </a:lnTo>
                    <a:lnTo>
                      <a:pt x="256"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38" name="Freeform 257">
                <a:extLst>
                  <a:ext uri="{FF2B5EF4-FFF2-40B4-BE49-F238E27FC236}">
                    <a16:creationId xmlns:a16="http://schemas.microsoft.com/office/drawing/2014/main" id="{0E6ED249-E804-96A9-1B11-224DDC3245C6}"/>
                  </a:ext>
                </a:extLst>
              </p:cNvPr>
              <p:cNvSpPr>
                <a:spLocks/>
              </p:cNvSpPr>
              <p:nvPr/>
            </p:nvSpPr>
            <p:spPr bwMode="auto">
              <a:xfrm>
                <a:off x="3025" y="929"/>
                <a:ext cx="41" cy="27"/>
              </a:xfrm>
              <a:custGeom>
                <a:avLst/>
                <a:gdLst>
                  <a:gd name="T0" fmla="*/ 0 w 328"/>
                  <a:gd name="T1" fmla="*/ 0 h 217"/>
                  <a:gd name="T2" fmla="*/ 0 w 328"/>
                  <a:gd name="T3" fmla="*/ 0 h 217"/>
                  <a:gd name="T4" fmla="*/ 0 w 328"/>
                  <a:gd name="T5" fmla="*/ 0 h 217"/>
                  <a:gd name="T6" fmla="*/ 0 w 328"/>
                  <a:gd name="T7" fmla="*/ 0 h 217"/>
                  <a:gd name="T8" fmla="*/ 0 w 328"/>
                  <a:gd name="T9" fmla="*/ 0 h 217"/>
                  <a:gd name="T10" fmla="*/ 0 w 328"/>
                  <a:gd name="T11" fmla="*/ 0 h 217"/>
                  <a:gd name="T12" fmla="*/ 0 w 328"/>
                  <a:gd name="T13" fmla="*/ 0 h 217"/>
                  <a:gd name="T14" fmla="*/ 0 w 328"/>
                  <a:gd name="T15" fmla="*/ 0 h 217"/>
                  <a:gd name="T16" fmla="*/ 0 w 328"/>
                  <a:gd name="T17" fmla="*/ 0 h 217"/>
                  <a:gd name="T18" fmla="*/ 0 w 328"/>
                  <a:gd name="T19" fmla="*/ 0 h 217"/>
                  <a:gd name="T20" fmla="*/ 0 w 328"/>
                  <a:gd name="T21" fmla="*/ 0 h 217"/>
                  <a:gd name="T22" fmla="*/ 0 w 328"/>
                  <a:gd name="T23" fmla="*/ 0 h 217"/>
                  <a:gd name="T24" fmla="*/ 0 w 328"/>
                  <a:gd name="T25" fmla="*/ 0 h 217"/>
                  <a:gd name="T26" fmla="*/ 0 w 328"/>
                  <a:gd name="T27" fmla="*/ 0 h 217"/>
                  <a:gd name="T28" fmla="*/ 0 w 328"/>
                  <a:gd name="T29" fmla="*/ 0 h 217"/>
                  <a:gd name="T30" fmla="*/ 0 w 328"/>
                  <a:gd name="T31" fmla="*/ 0 h 2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28"/>
                  <a:gd name="T49" fmla="*/ 0 h 217"/>
                  <a:gd name="T50" fmla="*/ 328 w 328"/>
                  <a:gd name="T51" fmla="*/ 217 h 2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28" h="217">
                    <a:moveTo>
                      <a:pt x="0" y="217"/>
                    </a:moveTo>
                    <a:lnTo>
                      <a:pt x="0" y="134"/>
                    </a:lnTo>
                    <a:lnTo>
                      <a:pt x="65" y="85"/>
                    </a:lnTo>
                    <a:lnTo>
                      <a:pt x="95" y="109"/>
                    </a:lnTo>
                    <a:lnTo>
                      <a:pt x="150" y="99"/>
                    </a:lnTo>
                    <a:lnTo>
                      <a:pt x="219" y="74"/>
                    </a:lnTo>
                    <a:lnTo>
                      <a:pt x="247" y="55"/>
                    </a:lnTo>
                    <a:lnTo>
                      <a:pt x="279" y="59"/>
                    </a:lnTo>
                    <a:lnTo>
                      <a:pt x="323" y="0"/>
                    </a:lnTo>
                    <a:lnTo>
                      <a:pt x="328" y="74"/>
                    </a:lnTo>
                    <a:lnTo>
                      <a:pt x="279" y="145"/>
                    </a:lnTo>
                    <a:lnTo>
                      <a:pt x="242" y="159"/>
                    </a:lnTo>
                    <a:lnTo>
                      <a:pt x="182" y="152"/>
                    </a:lnTo>
                    <a:lnTo>
                      <a:pt x="99" y="138"/>
                    </a:lnTo>
                    <a:lnTo>
                      <a:pt x="53" y="138"/>
                    </a:lnTo>
                    <a:lnTo>
                      <a:pt x="0" y="2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39" name="Line 258">
                <a:extLst>
                  <a:ext uri="{FF2B5EF4-FFF2-40B4-BE49-F238E27FC236}">
                    <a16:creationId xmlns:a16="http://schemas.microsoft.com/office/drawing/2014/main" id="{CEBD1033-725E-C2E7-E84A-070E73359151}"/>
                  </a:ext>
                </a:extLst>
              </p:cNvPr>
              <p:cNvSpPr>
                <a:spLocks noChangeShapeType="1"/>
              </p:cNvSpPr>
              <p:nvPr/>
            </p:nvSpPr>
            <p:spPr bwMode="auto">
              <a:xfrm>
                <a:off x="2957" y="897"/>
                <a:ext cx="20" cy="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40" name="Line 259">
                <a:extLst>
                  <a:ext uri="{FF2B5EF4-FFF2-40B4-BE49-F238E27FC236}">
                    <a16:creationId xmlns:a16="http://schemas.microsoft.com/office/drawing/2014/main" id="{C04515F0-EABF-A8CC-9709-5F3EC8FEC8ED}"/>
                  </a:ext>
                </a:extLst>
              </p:cNvPr>
              <p:cNvSpPr>
                <a:spLocks noChangeShapeType="1"/>
              </p:cNvSpPr>
              <p:nvPr/>
            </p:nvSpPr>
            <p:spPr bwMode="auto">
              <a:xfrm>
                <a:off x="2966" y="904"/>
                <a:ext cx="21" cy="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41" name="Line 260">
                <a:extLst>
                  <a:ext uri="{FF2B5EF4-FFF2-40B4-BE49-F238E27FC236}">
                    <a16:creationId xmlns:a16="http://schemas.microsoft.com/office/drawing/2014/main" id="{0D072AC2-C53B-3853-4B82-8B04BFDC92C9}"/>
                  </a:ext>
                </a:extLst>
              </p:cNvPr>
              <p:cNvSpPr>
                <a:spLocks noChangeShapeType="1"/>
              </p:cNvSpPr>
              <p:nvPr/>
            </p:nvSpPr>
            <p:spPr bwMode="auto">
              <a:xfrm>
                <a:off x="2979" y="916"/>
                <a:ext cx="16" cy="2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42" name="Line 261">
                <a:extLst>
                  <a:ext uri="{FF2B5EF4-FFF2-40B4-BE49-F238E27FC236}">
                    <a16:creationId xmlns:a16="http://schemas.microsoft.com/office/drawing/2014/main" id="{4C1CB813-43B7-381A-2A95-1A11913447F4}"/>
                  </a:ext>
                </a:extLst>
              </p:cNvPr>
              <p:cNvSpPr>
                <a:spLocks noChangeShapeType="1"/>
              </p:cNvSpPr>
              <p:nvPr/>
            </p:nvSpPr>
            <p:spPr bwMode="auto">
              <a:xfrm>
                <a:off x="2991" y="924"/>
                <a:ext cx="12" cy="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43" name="Freeform 262">
                <a:extLst>
                  <a:ext uri="{FF2B5EF4-FFF2-40B4-BE49-F238E27FC236}">
                    <a16:creationId xmlns:a16="http://schemas.microsoft.com/office/drawing/2014/main" id="{0AFE93DB-73F1-D61F-B515-BBA50D37836C}"/>
                  </a:ext>
                </a:extLst>
              </p:cNvPr>
              <p:cNvSpPr>
                <a:spLocks/>
              </p:cNvSpPr>
              <p:nvPr/>
            </p:nvSpPr>
            <p:spPr bwMode="auto">
              <a:xfrm>
                <a:off x="3313" y="723"/>
                <a:ext cx="173" cy="172"/>
              </a:xfrm>
              <a:custGeom>
                <a:avLst/>
                <a:gdLst>
                  <a:gd name="T0" fmla="*/ 0 w 1385"/>
                  <a:gd name="T1" fmla="*/ 0 h 1372"/>
                  <a:gd name="T2" fmla="*/ 0 w 1385"/>
                  <a:gd name="T3" fmla="*/ 0 h 1372"/>
                  <a:gd name="T4" fmla="*/ 0 w 1385"/>
                  <a:gd name="T5" fmla="*/ 0 h 1372"/>
                  <a:gd name="T6" fmla="*/ 0 w 1385"/>
                  <a:gd name="T7" fmla="*/ 0 h 1372"/>
                  <a:gd name="T8" fmla="*/ 0 w 1385"/>
                  <a:gd name="T9" fmla="*/ 0 h 1372"/>
                  <a:gd name="T10" fmla="*/ 0 w 1385"/>
                  <a:gd name="T11" fmla="*/ 0 h 1372"/>
                  <a:gd name="T12" fmla="*/ 0 w 1385"/>
                  <a:gd name="T13" fmla="*/ 0 h 1372"/>
                  <a:gd name="T14" fmla="*/ 0 w 1385"/>
                  <a:gd name="T15" fmla="*/ 0 h 1372"/>
                  <a:gd name="T16" fmla="*/ 0 w 1385"/>
                  <a:gd name="T17" fmla="*/ 0 h 1372"/>
                  <a:gd name="T18" fmla="*/ 0 w 1385"/>
                  <a:gd name="T19" fmla="*/ 0 h 1372"/>
                  <a:gd name="T20" fmla="*/ 0 w 1385"/>
                  <a:gd name="T21" fmla="*/ 0 h 1372"/>
                  <a:gd name="T22" fmla="*/ 0 w 1385"/>
                  <a:gd name="T23" fmla="*/ 0 h 1372"/>
                  <a:gd name="T24" fmla="*/ 0 w 1385"/>
                  <a:gd name="T25" fmla="*/ 0 h 1372"/>
                  <a:gd name="T26" fmla="*/ 0 w 1385"/>
                  <a:gd name="T27" fmla="*/ 0 h 1372"/>
                  <a:gd name="T28" fmla="*/ 0 w 1385"/>
                  <a:gd name="T29" fmla="*/ 0 h 1372"/>
                  <a:gd name="T30" fmla="*/ 0 w 1385"/>
                  <a:gd name="T31" fmla="*/ 0 h 1372"/>
                  <a:gd name="T32" fmla="*/ 0 w 1385"/>
                  <a:gd name="T33" fmla="*/ 0 h 1372"/>
                  <a:gd name="T34" fmla="*/ 0 w 1385"/>
                  <a:gd name="T35" fmla="*/ 0 h 1372"/>
                  <a:gd name="T36" fmla="*/ 0 w 1385"/>
                  <a:gd name="T37" fmla="*/ 0 h 1372"/>
                  <a:gd name="T38" fmla="*/ 0 w 1385"/>
                  <a:gd name="T39" fmla="*/ 0 h 1372"/>
                  <a:gd name="T40" fmla="*/ 0 w 1385"/>
                  <a:gd name="T41" fmla="*/ 0 h 1372"/>
                  <a:gd name="T42" fmla="*/ 0 w 1385"/>
                  <a:gd name="T43" fmla="*/ 0 h 1372"/>
                  <a:gd name="T44" fmla="*/ 0 w 1385"/>
                  <a:gd name="T45" fmla="*/ 0 h 1372"/>
                  <a:gd name="T46" fmla="*/ 0 w 1385"/>
                  <a:gd name="T47" fmla="*/ 0 h 1372"/>
                  <a:gd name="T48" fmla="*/ 0 w 1385"/>
                  <a:gd name="T49" fmla="*/ 0 h 1372"/>
                  <a:gd name="T50" fmla="*/ 0 w 1385"/>
                  <a:gd name="T51" fmla="*/ 0 h 1372"/>
                  <a:gd name="T52" fmla="*/ 0 w 1385"/>
                  <a:gd name="T53" fmla="*/ 0 h 1372"/>
                  <a:gd name="T54" fmla="*/ 0 w 1385"/>
                  <a:gd name="T55" fmla="*/ 0 h 1372"/>
                  <a:gd name="T56" fmla="*/ 0 w 1385"/>
                  <a:gd name="T57" fmla="*/ 0 h 1372"/>
                  <a:gd name="T58" fmla="*/ 0 w 1385"/>
                  <a:gd name="T59" fmla="*/ 0 h 1372"/>
                  <a:gd name="T60" fmla="*/ 0 w 1385"/>
                  <a:gd name="T61" fmla="*/ 0 h 1372"/>
                  <a:gd name="T62" fmla="*/ 0 w 1385"/>
                  <a:gd name="T63" fmla="*/ 0 h 1372"/>
                  <a:gd name="T64" fmla="*/ 0 w 1385"/>
                  <a:gd name="T65" fmla="*/ 0 h 1372"/>
                  <a:gd name="T66" fmla="*/ 0 w 1385"/>
                  <a:gd name="T67" fmla="*/ 0 h 1372"/>
                  <a:gd name="T68" fmla="*/ 0 w 1385"/>
                  <a:gd name="T69" fmla="*/ 0 h 1372"/>
                  <a:gd name="T70" fmla="*/ 0 w 1385"/>
                  <a:gd name="T71" fmla="*/ 0 h 1372"/>
                  <a:gd name="T72" fmla="*/ 0 w 1385"/>
                  <a:gd name="T73" fmla="*/ 0 h 1372"/>
                  <a:gd name="T74" fmla="*/ 0 w 1385"/>
                  <a:gd name="T75" fmla="*/ 0 h 1372"/>
                  <a:gd name="T76" fmla="*/ 0 w 1385"/>
                  <a:gd name="T77" fmla="*/ 0 h 1372"/>
                  <a:gd name="T78" fmla="*/ 0 w 1385"/>
                  <a:gd name="T79" fmla="*/ 0 h 1372"/>
                  <a:gd name="T80" fmla="*/ 0 w 1385"/>
                  <a:gd name="T81" fmla="*/ 0 h 1372"/>
                  <a:gd name="T82" fmla="*/ 0 w 1385"/>
                  <a:gd name="T83" fmla="*/ 0 h 1372"/>
                  <a:gd name="T84" fmla="*/ 0 w 1385"/>
                  <a:gd name="T85" fmla="*/ 0 h 1372"/>
                  <a:gd name="T86" fmla="*/ 0 w 1385"/>
                  <a:gd name="T87" fmla="*/ 0 h 1372"/>
                  <a:gd name="T88" fmla="*/ 0 w 1385"/>
                  <a:gd name="T89" fmla="*/ 0 h 1372"/>
                  <a:gd name="T90" fmla="*/ 0 w 1385"/>
                  <a:gd name="T91" fmla="*/ 0 h 1372"/>
                  <a:gd name="T92" fmla="*/ 0 w 1385"/>
                  <a:gd name="T93" fmla="*/ 0 h 137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385"/>
                  <a:gd name="T142" fmla="*/ 0 h 1372"/>
                  <a:gd name="T143" fmla="*/ 1385 w 1385"/>
                  <a:gd name="T144" fmla="*/ 1372 h 137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385" h="1372">
                    <a:moveTo>
                      <a:pt x="97" y="674"/>
                    </a:moveTo>
                    <a:lnTo>
                      <a:pt x="97" y="614"/>
                    </a:lnTo>
                    <a:lnTo>
                      <a:pt x="155" y="596"/>
                    </a:lnTo>
                    <a:lnTo>
                      <a:pt x="185" y="630"/>
                    </a:lnTo>
                    <a:lnTo>
                      <a:pt x="185" y="681"/>
                    </a:lnTo>
                    <a:lnTo>
                      <a:pt x="210" y="644"/>
                    </a:lnTo>
                    <a:lnTo>
                      <a:pt x="295" y="729"/>
                    </a:lnTo>
                    <a:lnTo>
                      <a:pt x="295" y="833"/>
                    </a:lnTo>
                    <a:lnTo>
                      <a:pt x="416" y="1105"/>
                    </a:lnTo>
                    <a:lnTo>
                      <a:pt x="422" y="1192"/>
                    </a:lnTo>
                    <a:lnTo>
                      <a:pt x="311" y="1105"/>
                    </a:lnTo>
                    <a:lnTo>
                      <a:pt x="480" y="1271"/>
                    </a:lnTo>
                    <a:lnTo>
                      <a:pt x="480" y="1137"/>
                    </a:lnTo>
                    <a:lnTo>
                      <a:pt x="341" y="809"/>
                    </a:lnTo>
                    <a:lnTo>
                      <a:pt x="322" y="695"/>
                    </a:lnTo>
                    <a:lnTo>
                      <a:pt x="295" y="630"/>
                    </a:lnTo>
                    <a:lnTo>
                      <a:pt x="341" y="549"/>
                    </a:lnTo>
                    <a:lnTo>
                      <a:pt x="412" y="524"/>
                    </a:lnTo>
                    <a:lnTo>
                      <a:pt x="493" y="547"/>
                    </a:lnTo>
                    <a:lnTo>
                      <a:pt x="572" y="602"/>
                    </a:lnTo>
                    <a:lnTo>
                      <a:pt x="706" y="679"/>
                    </a:lnTo>
                    <a:lnTo>
                      <a:pt x="849" y="722"/>
                    </a:lnTo>
                    <a:lnTo>
                      <a:pt x="1012" y="717"/>
                    </a:lnTo>
                    <a:lnTo>
                      <a:pt x="1088" y="695"/>
                    </a:lnTo>
                    <a:lnTo>
                      <a:pt x="1181" y="639"/>
                    </a:lnTo>
                    <a:lnTo>
                      <a:pt x="1266" y="596"/>
                    </a:lnTo>
                    <a:lnTo>
                      <a:pt x="1332" y="699"/>
                    </a:lnTo>
                    <a:lnTo>
                      <a:pt x="1194" y="851"/>
                    </a:lnTo>
                    <a:lnTo>
                      <a:pt x="1152" y="923"/>
                    </a:lnTo>
                    <a:lnTo>
                      <a:pt x="1082" y="906"/>
                    </a:lnTo>
                    <a:lnTo>
                      <a:pt x="1095" y="916"/>
                    </a:lnTo>
                    <a:lnTo>
                      <a:pt x="1161" y="948"/>
                    </a:lnTo>
                    <a:lnTo>
                      <a:pt x="1238" y="916"/>
                    </a:lnTo>
                    <a:lnTo>
                      <a:pt x="1229" y="954"/>
                    </a:lnTo>
                    <a:lnTo>
                      <a:pt x="1174" y="1003"/>
                    </a:lnTo>
                    <a:lnTo>
                      <a:pt x="1174" y="1020"/>
                    </a:lnTo>
                    <a:lnTo>
                      <a:pt x="1220" y="1008"/>
                    </a:lnTo>
                    <a:lnTo>
                      <a:pt x="1280" y="960"/>
                    </a:lnTo>
                    <a:lnTo>
                      <a:pt x="1332" y="906"/>
                    </a:lnTo>
                    <a:lnTo>
                      <a:pt x="1363" y="858"/>
                    </a:lnTo>
                    <a:lnTo>
                      <a:pt x="1363" y="796"/>
                    </a:lnTo>
                    <a:lnTo>
                      <a:pt x="1385" y="754"/>
                    </a:lnTo>
                    <a:lnTo>
                      <a:pt x="1381" y="662"/>
                    </a:lnTo>
                    <a:lnTo>
                      <a:pt x="1355" y="582"/>
                    </a:lnTo>
                    <a:lnTo>
                      <a:pt x="1363" y="459"/>
                    </a:lnTo>
                    <a:lnTo>
                      <a:pt x="1337" y="339"/>
                    </a:lnTo>
                    <a:lnTo>
                      <a:pt x="1210" y="209"/>
                    </a:lnTo>
                    <a:lnTo>
                      <a:pt x="1077" y="134"/>
                    </a:lnTo>
                    <a:lnTo>
                      <a:pt x="742" y="24"/>
                    </a:lnTo>
                    <a:lnTo>
                      <a:pt x="528" y="0"/>
                    </a:lnTo>
                    <a:lnTo>
                      <a:pt x="368" y="22"/>
                    </a:lnTo>
                    <a:lnTo>
                      <a:pt x="256" y="97"/>
                    </a:lnTo>
                    <a:lnTo>
                      <a:pt x="183" y="194"/>
                    </a:lnTo>
                    <a:lnTo>
                      <a:pt x="124" y="337"/>
                    </a:lnTo>
                    <a:lnTo>
                      <a:pt x="219" y="224"/>
                    </a:lnTo>
                    <a:lnTo>
                      <a:pt x="326" y="167"/>
                    </a:lnTo>
                    <a:lnTo>
                      <a:pt x="274" y="264"/>
                    </a:lnTo>
                    <a:lnTo>
                      <a:pt x="416" y="185"/>
                    </a:lnTo>
                    <a:lnTo>
                      <a:pt x="539" y="167"/>
                    </a:lnTo>
                    <a:lnTo>
                      <a:pt x="632" y="155"/>
                    </a:lnTo>
                    <a:lnTo>
                      <a:pt x="493" y="266"/>
                    </a:lnTo>
                    <a:lnTo>
                      <a:pt x="515" y="293"/>
                    </a:lnTo>
                    <a:lnTo>
                      <a:pt x="590" y="282"/>
                    </a:lnTo>
                    <a:lnTo>
                      <a:pt x="555" y="328"/>
                    </a:lnTo>
                    <a:lnTo>
                      <a:pt x="572" y="378"/>
                    </a:lnTo>
                    <a:lnTo>
                      <a:pt x="791" y="328"/>
                    </a:lnTo>
                    <a:lnTo>
                      <a:pt x="684" y="438"/>
                    </a:lnTo>
                    <a:lnTo>
                      <a:pt x="816" y="425"/>
                    </a:lnTo>
                    <a:lnTo>
                      <a:pt x="742" y="475"/>
                    </a:lnTo>
                    <a:lnTo>
                      <a:pt x="625" y="503"/>
                    </a:lnTo>
                    <a:lnTo>
                      <a:pt x="515" y="488"/>
                    </a:lnTo>
                    <a:lnTo>
                      <a:pt x="429" y="499"/>
                    </a:lnTo>
                    <a:lnTo>
                      <a:pt x="353" y="506"/>
                    </a:lnTo>
                    <a:lnTo>
                      <a:pt x="300" y="549"/>
                    </a:lnTo>
                    <a:lnTo>
                      <a:pt x="277" y="614"/>
                    </a:lnTo>
                    <a:lnTo>
                      <a:pt x="205" y="530"/>
                    </a:lnTo>
                    <a:lnTo>
                      <a:pt x="129" y="441"/>
                    </a:lnTo>
                    <a:lnTo>
                      <a:pt x="80" y="409"/>
                    </a:lnTo>
                    <a:lnTo>
                      <a:pt x="25" y="416"/>
                    </a:lnTo>
                    <a:lnTo>
                      <a:pt x="7" y="459"/>
                    </a:lnTo>
                    <a:lnTo>
                      <a:pt x="0" y="556"/>
                    </a:lnTo>
                    <a:lnTo>
                      <a:pt x="42" y="863"/>
                    </a:lnTo>
                    <a:lnTo>
                      <a:pt x="97" y="971"/>
                    </a:lnTo>
                    <a:lnTo>
                      <a:pt x="177" y="1047"/>
                    </a:lnTo>
                    <a:lnTo>
                      <a:pt x="210" y="1116"/>
                    </a:lnTo>
                    <a:lnTo>
                      <a:pt x="263" y="1275"/>
                    </a:lnTo>
                    <a:lnTo>
                      <a:pt x="341" y="1372"/>
                    </a:lnTo>
                    <a:lnTo>
                      <a:pt x="274" y="1253"/>
                    </a:lnTo>
                    <a:lnTo>
                      <a:pt x="229" y="1082"/>
                    </a:lnTo>
                    <a:lnTo>
                      <a:pt x="277" y="1079"/>
                    </a:lnTo>
                    <a:lnTo>
                      <a:pt x="263" y="1049"/>
                    </a:lnTo>
                    <a:lnTo>
                      <a:pt x="173" y="974"/>
                    </a:lnTo>
                    <a:lnTo>
                      <a:pt x="139" y="822"/>
                    </a:lnTo>
                    <a:lnTo>
                      <a:pt x="106" y="727"/>
                    </a:lnTo>
                    <a:lnTo>
                      <a:pt x="97" y="6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44" name="Freeform 263">
                <a:extLst>
                  <a:ext uri="{FF2B5EF4-FFF2-40B4-BE49-F238E27FC236}">
                    <a16:creationId xmlns:a16="http://schemas.microsoft.com/office/drawing/2014/main" id="{CA3112F4-5B77-AB05-C780-FCB31574A0AB}"/>
                  </a:ext>
                </a:extLst>
              </p:cNvPr>
              <p:cNvSpPr>
                <a:spLocks/>
              </p:cNvSpPr>
              <p:nvPr/>
            </p:nvSpPr>
            <p:spPr bwMode="auto">
              <a:xfrm>
                <a:off x="3381" y="847"/>
                <a:ext cx="58" cy="26"/>
              </a:xfrm>
              <a:custGeom>
                <a:avLst/>
                <a:gdLst>
                  <a:gd name="T0" fmla="*/ 0 w 466"/>
                  <a:gd name="T1" fmla="*/ 0 h 203"/>
                  <a:gd name="T2" fmla="*/ 0 w 466"/>
                  <a:gd name="T3" fmla="*/ 0 h 203"/>
                  <a:gd name="T4" fmla="*/ 0 w 466"/>
                  <a:gd name="T5" fmla="*/ 0 h 203"/>
                  <a:gd name="T6" fmla="*/ 0 w 466"/>
                  <a:gd name="T7" fmla="*/ 0 h 203"/>
                  <a:gd name="T8" fmla="*/ 0 w 466"/>
                  <a:gd name="T9" fmla="*/ 0 h 203"/>
                  <a:gd name="T10" fmla="*/ 0 w 466"/>
                  <a:gd name="T11" fmla="*/ 0 h 203"/>
                  <a:gd name="T12" fmla="*/ 0 w 466"/>
                  <a:gd name="T13" fmla="*/ 0 h 203"/>
                  <a:gd name="T14" fmla="*/ 0 w 466"/>
                  <a:gd name="T15" fmla="*/ 0 h 203"/>
                  <a:gd name="T16" fmla="*/ 0 w 466"/>
                  <a:gd name="T17" fmla="*/ 0 h 203"/>
                  <a:gd name="T18" fmla="*/ 0 w 466"/>
                  <a:gd name="T19" fmla="*/ 0 h 203"/>
                  <a:gd name="T20" fmla="*/ 0 w 466"/>
                  <a:gd name="T21" fmla="*/ 0 h 203"/>
                  <a:gd name="T22" fmla="*/ 0 w 466"/>
                  <a:gd name="T23" fmla="*/ 0 h 203"/>
                  <a:gd name="T24" fmla="*/ 0 w 466"/>
                  <a:gd name="T25" fmla="*/ 0 h 2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66"/>
                  <a:gd name="T40" fmla="*/ 0 h 203"/>
                  <a:gd name="T41" fmla="*/ 466 w 466"/>
                  <a:gd name="T42" fmla="*/ 203 h 2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66" h="203">
                    <a:moveTo>
                      <a:pt x="30" y="203"/>
                    </a:moveTo>
                    <a:lnTo>
                      <a:pt x="0" y="151"/>
                    </a:lnTo>
                    <a:lnTo>
                      <a:pt x="44" y="79"/>
                    </a:lnTo>
                    <a:lnTo>
                      <a:pt x="155" y="55"/>
                    </a:lnTo>
                    <a:lnTo>
                      <a:pt x="393" y="0"/>
                    </a:lnTo>
                    <a:lnTo>
                      <a:pt x="466" y="46"/>
                    </a:lnTo>
                    <a:lnTo>
                      <a:pt x="437" y="88"/>
                    </a:lnTo>
                    <a:lnTo>
                      <a:pt x="349" y="30"/>
                    </a:lnTo>
                    <a:lnTo>
                      <a:pt x="252" y="63"/>
                    </a:lnTo>
                    <a:lnTo>
                      <a:pt x="182" y="88"/>
                    </a:lnTo>
                    <a:lnTo>
                      <a:pt x="138" y="160"/>
                    </a:lnTo>
                    <a:lnTo>
                      <a:pt x="74" y="162"/>
                    </a:lnTo>
                    <a:lnTo>
                      <a:pt x="30" y="2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45" name="Freeform 264">
                <a:extLst>
                  <a:ext uri="{FF2B5EF4-FFF2-40B4-BE49-F238E27FC236}">
                    <a16:creationId xmlns:a16="http://schemas.microsoft.com/office/drawing/2014/main" id="{A67D24B6-A7A9-F878-9D96-059FF7C4FFC1}"/>
                  </a:ext>
                </a:extLst>
              </p:cNvPr>
              <p:cNvSpPr>
                <a:spLocks/>
              </p:cNvSpPr>
              <p:nvPr/>
            </p:nvSpPr>
            <p:spPr bwMode="auto">
              <a:xfrm>
                <a:off x="3390" y="851"/>
                <a:ext cx="46" cy="18"/>
              </a:xfrm>
              <a:custGeom>
                <a:avLst/>
                <a:gdLst>
                  <a:gd name="T0" fmla="*/ 0 w 363"/>
                  <a:gd name="T1" fmla="*/ 0 h 139"/>
                  <a:gd name="T2" fmla="*/ 0 w 363"/>
                  <a:gd name="T3" fmla="*/ 0 h 139"/>
                  <a:gd name="T4" fmla="*/ 0 w 363"/>
                  <a:gd name="T5" fmla="*/ 0 h 139"/>
                  <a:gd name="T6" fmla="*/ 0 w 363"/>
                  <a:gd name="T7" fmla="*/ 0 h 139"/>
                  <a:gd name="T8" fmla="*/ 0 w 363"/>
                  <a:gd name="T9" fmla="*/ 0 h 139"/>
                  <a:gd name="T10" fmla="*/ 0 w 363"/>
                  <a:gd name="T11" fmla="*/ 0 h 139"/>
                  <a:gd name="T12" fmla="*/ 0 w 363"/>
                  <a:gd name="T13" fmla="*/ 0 h 139"/>
                  <a:gd name="T14" fmla="*/ 0 w 363"/>
                  <a:gd name="T15" fmla="*/ 0 h 139"/>
                  <a:gd name="T16" fmla="*/ 0 w 363"/>
                  <a:gd name="T17" fmla="*/ 0 h 139"/>
                  <a:gd name="T18" fmla="*/ 0 w 363"/>
                  <a:gd name="T19" fmla="*/ 0 h 1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3"/>
                  <a:gd name="T31" fmla="*/ 0 h 139"/>
                  <a:gd name="T32" fmla="*/ 363 w 363"/>
                  <a:gd name="T33" fmla="*/ 139 h 13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3" h="139">
                    <a:moveTo>
                      <a:pt x="295" y="0"/>
                    </a:moveTo>
                    <a:lnTo>
                      <a:pt x="210" y="88"/>
                    </a:lnTo>
                    <a:lnTo>
                      <a:pt x="122" y="101"/>
                    </a:lnTo>
                    <a:lnTo>
                      <a:pt x="0" y="139"/>
                    </a:lnTo>
                    <a:lnTo>
                      <a:pt x="99" y="132"/>
                    </a:lnTo>
                    <a:lnTo>
                      <a:pt x="238" y="139"/>
                    </a:lnTo>
                    <a:lnTo>
                      <a:pt x="309" y="92"/>
                    </a:lnTo>
                    <a:lnTo>
                      <a:pt x="363" y="58"/>
                    </a:lnTo>
                    <a:lnTo>
                      <a:pt x="343" y="16"/>
                    </a:lnTo>
                    <a:lnTo>
                      <a:pt x="29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46" name="Freeform 265">
                <a:extLst>
                  <a:ext uri="{FF2B5EF4-FFF2-40B4-BE49-F238E27FC236}">
                    <a16:creationId xmlns:a16="http://schemas.microsoft.com/office/drawing/2014/main" id="{87D628A2-BBA6-8841-572A-5232C714D4A3}"/>
                  </a:ext>
                </a:extLst>
              </p:cNvPr>
              <p:cNvSpPr>
                <a:spLocks/>
              </p:cNvSpPr>
              <p:nvPr/>
            </p:nvSpPr>
            <p:spPr bwMode="auto">
              <a:xfrm>
                <a:off x="3433" y="844"/>
                <a:ext cx="56" cy="73"/>
              </a:xfrm>
              <a:custGeom>
                <a:avLst/>
                <a:gdLst>
                  <a:gd name="T0" fmla="*/ 0 w 450"/>
                  <a:gd name="T1" fmla="*/ 0 h 580"/>
                  <a:gd name="T2" fmla="*/ 0 w 450"/>
                  <a:gd name="T3" fmla="*/ 0 h 580"/>
                  <a:gd name="T4" fmla="*/ 0 w 450"/>
                  <a:gd name="T5" fmla="*/ 0 h 580"/>
                  <a:gd name="T6" fmla="*/ 0 w 450"/>
                  <a:gd name="T7" fmla="*/ 0 h 580"/>
                  <a:gd name="T8" fmla="*/ 0 w 450"/>
                  <a:gd name="T9" fmla="*/ 0 h 580"/>
                  <a:gd name="T10" fmla="*/ 0 w 450"/>
                  <a:gd name="T11" fmla="*/ 0 h 580"/>
                  <a:gd name="T12" fmla="*/ 0 w 450"/>
                  <a:gd name="T13" fmla="*/ 0 h 580"/>
                  <a:gd name="T14" fmla="*/ 0 w 450"/>
                  <a:gd name="T15" fmla="*/ 0 h 580"/>
                  <a:gd name="T16" fmla="*/ 0 w 450"/>
                  <a:gd name="T17" fmla="*/ 0 h 580"/>
                  <a:gd name="T18" fmla="*/ 0 w 450"/>
                  <a:gd name="T19" fmla="*/ 0 h 580"/>
                  <a:gd name="T20" fmla="*/ 0 w 450"/>
                  <a:gd name="T21" fmla="*/ 0 h 580"/>
                  <a:gd name="T22" fmla="*/ 0 w 450"/>
                  <a:gd name="T23" fmla="*/ 0 h 580"/>
                  <a:gd name="T24" fmla="*/ 0 w 450"/>
                  <a:gd name="T25" fmla="*/ 0 h 580"/>
                  <a:gd name="T26" fmla="*/ 0 w 450"/>
                  <a:gd name="T27" fmla="*/ 0 h 580"/>
                  <a:gd name="T28" fmla="*/ 0 w 450"/>
                  <a:gd name="T29" fmla="*/ 0 h 580"/>
                  <a:gd name="T30" fmla="*/ 0 w 450"/>
                  <a:gd name="T31" fmla="*/ 0 h 580"/>
                  <a:gd name="T32" fmla="*/ 0 w 450"/>
                  <a:gd name="T33" fmla="*/ 0 h 580"/>
                  <a:gd name="T34" fmla="*/ 0 w 450"/>
                  <a:gd name="T35" fmla="*/ 0 h 580"/>
                  <a:gd name="T36" fmla="*/ 0 w 450"/>
                  <a:gd name="T37" fmla="*/ 0 h 580"/>
                  <a:gd name="T38" fmla="*/ 0 w 450"/>
                  <a:gd name="T39" fmla="*/ 0 h 580"/>
                  <a:gd name="T40" fmla="*/ 0 w 450"/>
                  <a:gd name="T41" fmla="*/ 0 h 580"/>
                  <a:gd name="T42" fmla="*/ 0 w 450"/>
                  <a:gd name="T43" fmla="*/ 0 h 580"/>
                  <a:gd name="T44" fmla="*/ 0 w 450"/>
                  <a:gd name="T45" fmla="*/ 0 h 580"/>
                  <a:gd name="T46" fmla="*/ 0 w 450"/>
                  <a:gd name="T47" fmla="*/ 0 h 580"/>
                  <a:gd name="T48" fmla="*/ 0 w 450"/>
                  <a:gd name="T49" fmla="*/ 0 h 580"/>
                  <a:gd name="T50" fmla="*/ 0 w 450"/>
                  <a:gd name="T51" fmla="*/ 0 h 5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50"/>
                  <a:gd name="T79" fmla="*/ 0 h 580"/>
                  <a:gd name="T80" fmla="*/ 450 w 450"/>
                  <a:gd name="T81" fmla="*/ 580 h 58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50" h="580">
                    <a:moveTo>
                      <a:pt x="154" y="0"/>
                    </a:moveTo>
                    <a:lnTo>
                      <a:pt x="200" y="66"/>
                    </a:lnTo>
                    <a:lnTo>
                      <a:pt x="299" y="292"/>
                    </a:lnTo>
                    <a:lnTo>
                      <a:pt x="337" y="345"/>
                    </a:lnTo>
                    <a:lnTo>
                      <a:pt x="319" y="417"/>
                    </a:lnTo>
                    <a:lnTo>
                      <a:pt x="259" y="456"/>
                    </a:lnTo>
                    <a:lnTo>
                      <a:pt x="182" y="426"/>
                    </a:lnTo>
                    <a:lnTo>
                      <a:pt x="97" y="417"/>
                    </a:lnTo>
                    <a:lnTo>
                      <a:pt x="64" y="323"/>
                    </a:lnTo>
                    <a:lnTo>
                      <a:pt x="40" y="329"/>
                    </a:lnTo>
                    <a:lnTo>
                      <a:pt x="0" y="580"/>
                    </a:lnTo>
                    <a:lnTo>
                      <a:pt x="55" y="417"/>
                    </a:lnTo>
                    <a:lnTo>
                      <a:pt x="74" y="456"/>
                    </a:lnTo>
                    <a:lnTo>
                      <a:pt x="171" y="456"/>
                    </a:lnTo>
                    <a:lnTo>
                      <a:pt x="295" y="479"/>
                    </a:lnTo>
                    <a:lnTo>
                      <a:pt x="343" y="449"/>
                    </a:lnTo>
                    <a:lnTo>
                      <a:pt x="380" y="323"/>
                    </a:lnTo>
                    <a:lnTo>
                      <a:pt x="450" y="371"/>
                    </a:lnTo>
                    <a:lnTo>
                      <a:pt x="356" y="272"/>
                    </a:lnTo>
                    <a:lnTo>
                      <a:pt x="319" y="272"/>
                    </a:lnTo>
                    <a:lnTo>
                      <a:pt x="356" y="292"/>
                    </a:lnTo>
                    <a:lnTo>
                      <a:pt x="356" y="320"/>
                    </a:lnTo>
                    <a:lnTo>
                      <a:pt x="343" y="329"/>
                    </a:lnTo>
                    <a:lnTo>
                      <a:pt x="312" y="286"/>
                    </a:lnTo>
                    <a:lnTo>
                      <a:pt x="200" y="53"/>
                    </a:lnTo>
                    <a:lnTo>
                      <a:pt x="15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47" name="Freeform 266">
                <a:extLst>
                  <a:ext uri="{FF2B5EF4-FFF2-40B4-BE49-F238E27FC236}">
                    <a16:creationId xmlns:a16="http://schemas.microsoft.com/office/drawing/2014/main" id="{04C8CEC7-05ED-CF06-D34A-FD52C5E6BDF7}"/>
                  </a:ext>
                </a:extLst>
              </p:cNvPr>
              <p:cNvSpPr>
                <a:spLocks/>
              </p:cNvSpPr>
              <p:nvPr/>
            </p:nvSpPr>
            <p:spPr bwMode="auto">
              <a:xfrm>
                <a:off x="3356" y="827"/>
                <a:ext cx="149" cy="129"/>
              </a:xfrm>
              <a:custGeom>
                <a:avLst/>
                <a:gdLst>
                  <a:gd name="T0" fmla="*/ 0 w 1187"/>
                  <a:gd name="T1" fmla="*/ 0 h 1028"/>
                  <a:gd name="T2" fmla="*/ 0 w 1187"/>
                  <a:gd name="T3" fmla="*/ 0 h 1028"/>
                  <a:gd name="T4" fmla="*/ 0 w 1187"/>
                  <a:gd name="T5" fmla="*/ 0 h 1028"/>
                  <a:gd name="T6" fmla="*/ 0 w 1187"/>
                  <a:gd name="T7" fmla="*/ 0 h 1028"/>
                  <a:gd name="T8" fmla="*/ 0 w 1187"/>
                  <a:gd name="T9" fmla="*/ 0 h 1028"/>
                  <a:gd name="T10" fmla="*/ 0 w 1187"/>
                  <a:gd name="T11" fmla="*/ 0 h 1028"/>
                  <a:gd name="T12" fmla="*/ 0 w 1187"/>
                  <a:gd name="T13" fmla="*/ 0 h 1028"/>
                  <a:gd name="T14" fmla="*/ 0 w 1187"/>
                  <a:gd name="T15" fmla="*/ 0 h 1028"/>
                  <a:gd name="T16" fmla="*/ 0 w 1187"/>
                  <a:gd name="T17" fmla="*/ 0 h 1028"/>
                  <a:gd name="T18" fmla="*/ 0 w 1187"/>
                  <a:gd name="T19" fmla="*/ 0 h 1028"/>
                  <a:gd name="T20" fmla="*/ 0 w 1187"/>
                  <a:gd name="T21" fmla="*/ 0 h 1028"/>
                  <a:gd name="T22" fmla="*/ 0 w 1187"/>
                  <a:gd name="T23" fmla="*/ 0 h 1028"/>
                  <a:gd name="T24" fmla="*/ 0 w 1187"/>
                  <a:gd name="T25" fmla="*/ 0 h 1028"/>
                  <a:gd name="T26" fmla="*/ 0 w 1187"/>
                  <a:gd name="T27" fmla="*/ 0 h 1028"/>
                  <a:gd name="T28" fmla="*/ 0 w 1187"/>
                  <a:gd name="T29" fmla="*/ 0 h 1028"/>
                  <a:gd name="T30" fmla="*/ 0 w 1187"/>
                  <a:gd name="T31" fmla="*/ 0 h 1028"/>
                  <a:gd name="T32" fmla="*/ 0 w 1187"/>
                  <a:gd name="T33" fmla="*/ 0 h 1028"/>
                  <a:gd name="T34" fmla="*/ 0 w 1187"/>
                  <a:gd name="T35" fmla="*/ 0 h 1028"/>
                  <a:gd name="T36" fmla="*/ 0 w 1187"/>
                  <a:gd name="T37" fmla="*/ 0 h 1028"/>
                  <a:gd name="T38" fmla="*/ 0 w 1187"/>
                  <a:gd name="T39" fmla="*/ 0 h 1028"/>
                  <a:gd name="T40" fmla="*/ 0 w 1187"/>
                  <a:gd name="T41" fmla="*/ 0 h 1028"/>
                  <a:gd name="T42" fmla="*/ 0 w 1187"/>
                  <a:gd name="T43" fmla="*/ 0 h 1028"/>
                  <a:gd name="T44" fmla="*/ 0 w 1187"/>
                  <a:gd name="T45" fmla="*/ 0 h 1028"/>
                  <a:gd name="T46" fmla="*/ 0 w 1187"/>
                  <a:gd name="T47" fmla="*/ 0 h 1028"/>
                  <a:gd name="T48" fmla="*/ 0 w 1187"/>
                  <a:gd name="T49" fmla="*/ 0 h 1028"/>
                  <a:gd name="T50" fmla="*/ 0 w 1187"/>
                  <a:gd name="T51" fmla="*/ 0 h 1028"/>
                  <a:gd name="T52" fmla="*/ 0 w 1187"/>
                  <a:gd name="T53" fmla="*/ 0 h 1028"/>
                  <a:gd name="T54" fmla="*/ 0 w 1187"/>
                  <a:gd name="T55" fmla="*/ 0 h 102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87"/>
                  <a:gd name="T85" fmla="*/ 0 h 1028"/>
                  <a:gd name="T86" fmla="*/ 1187 w 1187"/>
                  <a:gd name="T87" fmla="*/ 1028 h 102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87" h="1028">
                    <a:moveTo>
                      <a:pt x="1054" y="0"/>
                    </a:moveTo>
                    <a:lnTo>
                      <a:pt x="1127" y="200"/>
                    </a:lnTo>
                    <a:lnTo>
                      <a:pt x="1155" y="490"/>
                    </a:lnTo>
                    <a:lnTo>
                      <a:pt x="1187" y="763"/>
                    </a:lnTo>
                    <a:lnTo>
                      <a:pt x="1153" y="917"/>
                    </a:lnTo>
                    <a:lnTo>
                      <a:pt x="1090" y="975"/>
                    </a:lnTo>
                    <a:lnTo>
                      <a:pt x="912" y="1028"/>
                    </a:lnTo>
                    <a:lnTo>
                      <a:pt x="821" y="1028"/>
                    </a:lnTo>
                    <a:lnTo>
                      <a:pt x="554" y="989"/>
                    </a:lnTo>
                    <a:lnTo>
                      <a:pt x="290" y="848"/>
                    </a:lnTo>
                    <a:lnTo>
                      <a:pt x="161" y="624"/>
                    </a:lnTo>
                    <a:lnTo>
                      <a:pt x="118" y="597"/>
                    </a:lnTo>
                    <a:lnTo>
                      <a:pt x="0" y="551"/>
                    </a:lnTo>
                    <a:lnTo>
                      <a:pt x="104" y="543"/>
                    </a:lnTo>
                    <a:lnTo>
                      <a:pt x="62" y="468"/>
                    </a:lnTo>
                    <a:lnTo>
                      <a:pt x="222" y="615"/>
                    </a:lnTo>
                    <a:lnTo>
                      <a:pt x="353" y="837"/>
                    </a:lnTo>
                    <a:lnTo>
                      <a:pt x="542" y="954"/>
                    </a:lnTo>
                    <a:lnTo>
                      <a:pt x="881" y="1022"/>
                    </a:lnTo>
                    <a:lnTo>
                      <a:pt x="1090" y="938"/>
                    </a:lnTo>
                    <a:lnTo>
                      <a:pt x="1164" y="758"/>
                    </a:lnTo>
                    <a:lnTo>
                      <a:pt x="1143" y="528"/>
                    </a:lnTo>
                    <a:lnTo>
                      <a:pt x="1081" y="615"/>
                    </a:lnTo>
                    <a:lnTo>
                      <a:pt x="1063" y="512"/>
                    </a:lnTo>
                    <a:lnTo>
                      <a:pt x="1090" y="543"/>
                    </a:lnTo>
                    <a:lnTo>
                      <a:pt x="1121" y="330"/>
                    </a:lnTo>
                    <a:lnTo>
                      <a:pt x="1105" y="191"/>
                    </a:lnTo>
                    <a:lnTo>
                      <a:pt x="105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48" name="Freeform 267">
                <a:extLst>
                  <a:ext uri="{FF2B5EF4-FFF2-40B4-BE49-F238E27FC236}">
                    <a16:creationId xmlns:a16="http://schemas.microsoft.com/office/drawing/2014/main" id="{76E33B33-5D4E-8AA1-5798-71ACFD830C6F}"/>
                  </a:ext>
                </a:extLst>
              </p:cNvPr>
              <p:cNvSpPr>
                <a:spLocks/>
              </p:cNvSpPr>
              <p:nvPr/>
            </p:nvSpPr>
            <p:spPr bwMode="auto">
              <a:xfrm>
                <a:off x="3438" y="914"/>
                <a:ext cx="12" cy="23"/>
              </a:xfrm>
              <a:custGeom>
                <a:avLst/>
                <a:gdLst>
                  <a:gd name="T0" fmla="*/ 0 w 97"/>
                  <a:gd name="T1" fmla="*/ 0 h 179"/>
                  <a:gd name="T2" fmla="*/ 0 w 97"/>
                  <a:gd name="T3" fmla="*/ 0 h 179"/>
                  <a:gd name="T4" fmla="*/ 0 w 97"/>
                  <a:gd name="T5" fmla="*/ 0 h 179"/>
                  <a:gd name="T6" fmla="*/ 0 w 97"/>
                  <a:gd name="T7" fmla="*/ 0 h 179"/>
                  <a:gd name="T8" fmla="*/ 0 w 97"/>
                  <a:gd name="T9" fmla="*/ 0 h 179"/>
                  <a:gd name="T10" fmla="*/ 0 60000 65536"/>
                  <a:gd name="T11" fmla="*/ 0 60000 65536"/>
                  <a:gd name="T12" fmla="*/ 0 60000 65536"/>
                  <a:gd name="T13" fmla="*/ 0 60000 65536"/>
                  <a:gd name="T14" fmla="*/ 0 60000 65536"/>
                  <a:gd name="T15" fmla="*/ 0 w 97"/>
                  <a:gd name="T16" fmla="*/ 0 h 179"/>
                  <a:gd name="T17" fmla="*/ 97 w 97"/>
                  <a:gd name="T18" fmla="*/ 179 h 179"/>
                </a:gdLst>
                <a:ahLst/>
                <a:cxnLst>
                  <a:cxn ang="T10">
                    <a:pos x="T0" y="T1"/>
                  </a:cxn>
                  <a:cxn ang="T11">
                    <a:pos x="T2" y="T3"/>
                  </a:cxn>
                  <a:cxn ang="T12">
                    <a:pos x="T4" y="T5"/>
                  </a:cxn>
                  <a:cxn ang="T13">
                    <a:pos x="T6" y="T7"/>
                  </a:cxn>
                  <a:cxn ang="T14">
                    <a:pos x="T8" y="T9"/>
                  </a:cxn>
                </a:cxnLst>
                <a:rect l="T15" t="T16" r="T17" b="T18"/>
                <a:pathLst>
                  <a:path w="97" h="179">
                    <a:moveTo>
                      <a:pt x="97" y="0"/>
                    </a:moveTo>
                    <a:lnTo>
                      <a:pt x="18" y="179"/>
                    </a:lnTo>
                    <a:lnTo>
                      <a:pt x="0" y="179"/>
                    </a:lnTo>
                    <a:lnTo>
                      <a:pt x="0" y="32"/>
                    </a:lnTo>
                    <a:lnTo>
                      <a:pt x="9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49" name="Freeform 268">
                <a:extLst>
                  <a:ext uri="{FF2B5EF4-FFF2-40B4-BE49-F238E27FC236}">
                    <a16:creationId xmlns:a16="http://schemas.microsoft.com/office/drawing/2014/main" id="{2999743B-47DF-6E14-83E6-2A35BFC44854}"/>
                  </a:ext>
                </a:extLst>
              </p:cNvPr>
              <p:cNvSpPr>
                <a:spLocks/>
              </p:cNvSpPr>
              <p:nvPr/>
            </p:nvSpPr>
            <p:spPr bwMode="auto">
              <a:xfrm>
                <a:off x="3445" y="903"/>
                <a:ext cx="48" cy="20"/>
              </a:xfrm>
              <a:custGeom>
                <a:avLst/>
                <a:gdLst>
                  <a:gd name="T0" fmla="*/ 0 w 380"/>
                  <a:gd name="T1" fmla="*/ 0 h 159"/>
                  <a:gd name="T2" fmla="*/ 0 w 380"/>
                  <a:gd name="T3" fmla="*/ 0 h 159"/>
                  <a:gd name="T4" fmla="*/ 0 w 380"/>
                  <a:gd name="T5" fmla="*/ 0 h 159"/>
                  <a:gd name="T6" fmla="*/ 0 w 380"/>
                  <a:gd name="T7" fmla="*/ 0 h 159"/>
                  <a:gd name="T8" fmla="*/ 0 w 380"/>
                  <a:gd name="T9" fmla="*/ 0 h 159"/>
                  <a:gd name="T10" fmla="*/ 0 w 380"/>
                  <a:gd name="T11" fmla="*/ 0 h 159"/>
                  <a:gd name="T12" fmla="*/ 0 w 380"/>
                  <a:gd name="T13" fmla="*/ 0 h 159"/>
                  <a:gd name="T14" fmla="*/ 0 w 380"/>
                  <a:gd name="T15" fmla="*/ 0 h 159"/>
                  <a:gd name="T16" fmla="*/ 0 w 380"/>
                  <a:gd name="T17" fmla="*/ 0 h 159"/>
                  <a:gd name="T18" fmla="*/ 0 w 380"/>
                  <a:gd name="T19" fmla="*/ 0 h 159"/>
                  <a:gd name="T20" fmla="*/ 0 w 380"/>
                  <a:gd name="T21" fmla="*/ 0 h 159"/>
                  <a:gd name="T22" fmla="*/ 0 w 380"/>
                  <a:gd name="T23" fmla="*/ 0 h 1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0"/>
                  <a:gd name="T37" fmla="*/ 0 h 159"/>
                  <a:gd name="T38" fmla="*/ 380 w 380"/>
                  <a:gd name="T39" fmla="*/ 159 h 1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0" h="159">
                    <a:moveTo>
                      <a:pt x="380" y="0"/>
                    </a:moveTo>
                    <a:lnTo>
                      <a:pt x="233" y="62"/>
                    </a:lnTo>
                    <a:lnTo>
                      <a:pt x="202" y="136"/>
                    </a:lnTo>
                    <a:lnTo>
                      <a:pt x="150" y="106"/>
                    </a:lnTo>
                    <a:lnTo>
                      <a:pt x="88" y="106"/>
                    </a:lnTo>
                    <a:lnTo>
                      <a:pt x="53" y="141"/>
                    </a:lnTo>
                    <a:lnTo>
                      <a:pt x="0" y="152"/>
                    </a:lnTo>
                    <a:lnTo>
                      <a:pt x="53" y="154"/>
                    </a:lnTo>
                    <a:lnTo>
                      <a:pt x="94" y="124"/>
                    </a:lnTo>
                    <a:lnTo>
                      <a:pt x="136" y="126"/>
                    </a:lnTo>
                    <a:lnTo>
                      <a:pt x="215" y="159"/>
                    </a:lnTo>
                    <a:lnTo>
                      <a:pt x="38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50" name="Freeform 269">
                <a:extLst>
                  <a:ext uri="{FF2B5EF4-FFF2-40B4-BE49-F238E27FC236}">
                    <a16:creationId xmlns:a16="http://schemas.microsoft.com/office/drawing/2014/main" id="{7B275CE9-2D13-F332-16B9-2619336F4D90}"/>
                  </a:ext>
                </a:extLst>
              </p:cNvPr>
              <p:cNvSpPr>
                <a:spLocks/>
              </p:cNvSpPr>
              <p:nvPr/>
            </p:nvSpPr>
            <p:spPr bwMode="auto">
              <a:xfrm>
                <a:off x="3456" y="920"/>
                <a:ext cx="31" cy="20"/>
              </a:xfrm>
              <a:custGeom>
                <a:avLst/>
                <a:gdLst>
                  <a:gd name="T0" fmla="*/ 0 w 246"/>
                  <a:gd name="T1" fmla="*/ 0 h 158"/>
                  <a:gd name="T2" fmla="*/ 0 w 246"/>
                  <a:gd name="T3" fmla="*/ 0 h 158"/>
                  <a:gd name="T4" fmla="*/ 0 w 246"/>
                  <a:gd name="T5" fmla="*/ 0 h 158"/>
                  <a:gd name="T6" fmla="*/ 0 w 246"/>
                  <a:gd name="T7" fmla="*/ 0 h 158"/>
                  <a:gd name="T8" fmla="*/ 0 w 246"/>
                  <a:gd name="T9" fmla="*/ 0 h 158"/>
                  <a:gd name="T10" fmla="*/ 0 w 246"/>
                  <a:gd name="T11" fmla="*/ 0 h 158"/>
                  <a:gd name="T12" fmla="*/ 0 w 246"/>
                  <a:gd name="T13" fmla="*/ 0 h 158"/>
                  <a:gd name="T14" fmla="*/ 0 w 246"/>
                  <a:gd name="T15" fmla="*/ 0 h 158"/>
                  <a:gd name="T16" fmla="*/ 0 w 246"/>
                  <a:gd name="T17" fmla="*/ 0 h 158"/>
                  <a:gd name="T18" fmla="*/ 0 w 246"/>
                  <a:gd name="T19" fmla="*/ 0 h 158"/>
                  <a:gd name="T20" fmla="*/ 0 w 246"/>
                  <a:gd name="T21" fmla="*/ 0 h 158"/>
                  <a:gd name="T22" fmla="*/ 0 w 246"/>
                  <a:gd name="T23" fmla="*/ 0 h 158"/>
                  <a:gd name="T24" fmla="*/ 0 w 246"/>
                  <a:gd name="T25" fmla="*/ 0 h 1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6"/>
                  <a:gd name="T40" fmla="*/ 0 h 158"/>
                  <a:gd name="T41" fmla="*/ 246 w 246"/>
                  <a:gd name="T42" fmla="*/ 158 h 1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6" h="158">
                    <a:moveTo>
                      <a:pt x="239" y="0"/>
                    </a:moveTo>
                    <a:lnTo>
                      <a:pt x="127" y="71"/>
                    </a:lnTo>
                    <a:lnTo>
                      <a:pt x="99" y="134"/>
                    </a:lnTo>
                    <a:lnTo>
                      <a:pt x="64" y="145"/>
                    </a:lnTo>
                    <a:lnTo>
                      <a:pt x="28" y="143"/>
                    </a:lnTo>
                    <a:lnTo>
                      <a:pt x="0" y="130"/>
                    </a:lnTo>
                    <a:lnTo>
                      <a:pt x="35" y="158"/>
                    </a:lnTo>
                    <a:lnTo>
                      <a:pt x="72" y="158"/>
                    </a:lnTo>
                    <a:lnTo>
                      <a:pt x="127" y="158"/>
                    </a:lnTo>
                    <a:lnTo>
                      <a:pt x="191" y="143"/>
                    </a:lnTo>
                    <a:lnTo>
                      <a:pt x="239" y="85"/>
                    </a:lnTo>
                    <a:lnTo>
                      <a:pt x="246" y="36"/>
                    </a:lnTo>
                    <a:lnTo>
                      <a:pt x="2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51" name="Freeform 270">
                <a:extLst>
                  <a:ext uri="{FF2B5EF4-FFF2-40B4-BE49-F238E27FC236}">
                    <a16:creationId xmlns:a16="http://schemas.microsoft.com/office/drawing/2014/main" id="{5AA9CC89-98CC-8C8D-209C-E39064991876}"/>
                  </a:ext>
                </a:extLst>
              </p:cNvPr>
              <p:cNvSpPr>
                <a:spLocks/>
              </p:cNvSpPr>
              <p:nvPr/>
            </p:nvSpPr>
            <p:spPr bwMode="auto">
              <a:xfrm>
                <a:off x="3173" y="488"/>
                <a:ext cx="53" cy="46"/>
              </a:xfrm>
              <a:custGeom>
                <a:avLst/>
                <a:gdLst>
                  <a:gd name="T0" fmla="*/ 0 w 422"/>
                  <a:gd name="T1" fmla="*/ 0 h 366"/>
                  <a:gd name="T2" fmla="*/ 0 w 422"/>
                  <a:gd name="T3" fmla="*/ 0 h 366"/>
                  <a:gd name="T4" fmla="*/ 0 w 422"/>
                  <a:gd name="T5" fmla="*/ 0 h 366"/>
                  <a:gd name="T6" fmla="*/ 0 w 422"/>
                  <a:gd name="T7" fmla="*/ 0 h 366"/>
                  <a:gd name="T8" fmla="*/ 0 w 422"/>
                  <a:gd name="T9" fmla="*/ 0 h 366"/>
                  <a:gd name="T10" fmla="*/ 0 w 422"/>
                  <a:gd name="T11" fmla="*/ 0 h 366"/>
                  <a:gd name="T12" fmla="*/ 0 w 422"/>
                  <a:gd name="T13" fmla="*/ 0 h 366"/>
                  <a:gd name="T14" fmla="*/ 0 w 422"/>
                  <a:gd name="T15" fmla="*/ 0 h 366"/>
                  <a:gd name="T16" fmla="*/ 0 w 422"/>
                  <a:gd name="T17" fmla="*/ 0 h 366"/>
                  <a:gd name="T18" fmla="*/ 0 w 422"/>
                  <a:gd name="T19" fmla="*/ 0 h 366"/>
                  <a:gd name="T20" fmla="*/ 0 w 422"/>
                  <a:gd name="T21" fmla="*/ 0 h 366"/>
                  <a:gd name="T22" fmla="*/ 0 w 422"/>
                  <a:gd name="T23" fmla="*/ 0 h 366"/>
                  <a:gd name="T24" fmla="*/ 0 w 422"/>
                  <a:gd name="T25" fmla="*/ 0 h 366"/>
                  <a:gd name="T26" fmla="*/ 0 w 422"/>
                  <a:gd name="T27" fmla="*/ 0 h 366"/>
                  <a:gd name="T28" fmla="*/ 0 w 422"/>
                  <a:gd name="T29" fmla="*/ 0 h 366"/>
                  <a:gd name="T30" fmla="*/ 0 w 422"/>
                  <a:gd name="T31" fmla="*/ 0 h 36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22"/>
                  <a:gd name="T49" fmla="*/ 0 h 366"/>
                  <a:gd name="T50" fmla="*/ 422 w 422"/>
                  <a:gd name="T51" fmla="*/ 366 h 36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22" h="366">
                    <a:moveTo>
                      <a:pt x="200" y="252"/>
                    </a:moveTo>
                    <a:lnTo>
                      <a:pt x="168" y="246"/>
                    </a:lnTo>
                    <a:lnTo>
                      <a:pt x="141" y="226"/>
                    </a:lnTo>
                    <a:lnTo>
                      <a:pt x="125" y="205"/>
                    </a:lnTo>
                    <a:lnTo>
                      <a:pt x="115" y="177"/>
                    </a:lnTo>
                    <a:lnTo>
                      <a:pt x="110" y="159"/>
                    </a:lnTo>
                    <a:lnTo>
                      <a:pt x="0" y="122"/>
                    </a:lnTo>
                    <a:lnTo>
                      <a:pt x="29" y="65"/>
                    </a:lnTo>
                    <a:lnTo>
                      <a:pt x="343" y="0"/>
                    </a:lnTo>
                    <a:lnTo>
                      <a:pt x="173" y="46"/>
                    </a:lnTo>
                    <a:lnTo>
                      <a:pt x="125" y="147"/>
                    </a:lnTo>
                    <a:lnTo>
                      <a:pt x="293" y="147"/>
                    </a:lnTo>
                    <a:lnTo>
                      <a:pt x="422" y="191"/>
                    </a:lnTo>
                    <a:lnTo>
                      <a:pt x="97" y="366"/>
                    </a:lnTo>
                    <a:lnTo>
                      <a:pt x="78" y="360"/>
                    </a:lnTo>
                    <a:lnTo>
                      <a:pt x="200" y="2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52" name="Freeform 271">
                <a:extLst>
                  <a:ext uri="{FF2B5EF4-FFF2-40B4-BE49-F238E27FC236}">
                    <a16:creationId xmlns:a16="http://schemas.microsoft.com/office/drawing/2014/main" id="{89BA09EB-A5B1-B4C7-2120-2149B1AF677A}"/>
                  </a:ext>
                </a:extLst>
              </p:cNvPr>
              <p:cNvSpPr>
                <a:spLocks/>
              </p:cNvSpPr>
              <p:nvPr/>
            </p:nvSpPr>
            <p:spPr bwMode="auto">
              <a:xfrm>
                <a:off x="3133" y="484"/>
                <a:ext cx="109" cy="142"/>
              </a:xfrm>
              <a:custGeom>
                <a:avLst/>
                <a:gdLst>
                  <a:gd name="T0" fmla="*/ 0 w 869"/>
                  <a:gd name="T1" fmla="*/ 0 h 1138"/>
                  <a:gd name="T2" fmla="*/ 0 w 869"/>
                  <a:gd name="T3" fmla="*/ 0 h 1138"/>
                  <a:gd name="T4" fmla="*/ 0 w 869"/>
                  <a:gd name="T5" fmla="*/ 0 h 1138"/>
                  <a:gd name="T6" fmla="*/ 0 w 869"/>
                  <a:gd name="T7" fmla="*/ 0 h 1138"/>
                  <a:gd name="T8" fmla="*/ 0 w 869"/>
                  <a:gd name="T9" fmla="*/ 0 h 1138"/>
                  <a:gd name="T10" fmla="*/ 0 w 869"/>
                  <a:gd name="T11" fmla="*/ 0 h 1138"/>
                  <a:gd name="T12" fmla="*/ 0 w 869"/>
                  <a:gd name="T13" fmla="*/ 0 h 1138"/>
                  <a:gd name="T14" fmla="*/ 0 w 869"/>
                  <a:gd name="T15" fmla="*/ 0 h 1138"/>
                  <a:gd name="T16" fmla="*/ 0 w 869"/>
                  <a:gd name="T17" fmla="*/ 0 h 1138"/>
                  <a:gd name="T18" fmla="*/ 0 w 869"/>
                  <a:gd name="T19" fmla="*/ 0 h 1138"/>
                  <a:gd name="T20" fmla="*/ 0 w 869"/>
                  <a:gd name="T21" fmla="*/ 0 h 1138"/>
                  <a:gd name="T22" fmla="*/ 0 w 869"/>
                  <a:gd name="T23" fmla="*/ 0 h 1138"/>
                  <a:gd name="T24" fmla="*/ 0 w 869"/>
                  <a:gd name="T25" fmla="*/ 0 h 1138"/>
                  <a:gd name="T26" fmla="*/ 0 w 869"/>
                  <a:gd name="T27" fmla="*/ 0 h 1138"/>
                  <a:gd name="T28" fmla="*/ 0 w 869"/>
                  <a:gd name="T29" fmla="*/ 0 h 1138"/>
                  <a:gd name="T30" fmla="*/ 0 w 869"/>
                  <a:gd name="T31" fmla="*/ 0 h 1138"/>
                  <a:gd name="T32" fmla="*/ 0 w 869"/>
                  <a:gd name="T33" fmla="*/ 0 h 1138"/>
                  <a:gd name="T34" fmla="*/ 0 w 869"/>
                  <a:gd name="T35" fmla="*/ 0 h 1138"/>
                  <a:gd name="T36" fmla="*/ 0 w 869"/>
                  <a:gd name="T37" fmla="*/ 0 h 1138"/>
                  <a:gd name="T38" fmla="*/ 0 w 869"/>
                  <a:gd name="T39" fmla="*/ 0 h 1138"/>
                  <a:gd name="T40" fmla="*/ 0 w 869"/>
                  <a:gd name="T41" fmla="*/ 0 h 1138"/>
                  <a:gd name="T42" fmla="*/ 0 w 869"/>
                  <a:gd name="T43" fmla="*/ 0 h 1138"/>
                  <a:gd name="T44" fmla="*/ 0 w 869"/>
                  <a:gd name="T45" fmla="*/ 0 h 1138"/>
                  <a:gd name="T46" fmla="*/ 0 w 869"/>
                  <a:gd name="T47" fmla="*/ 0 h 1138"/>
                  <a:gd name="T48" fmla="*/ 0 w 869"/>
                  <a:gd name="T49" fmla="*/ 0 h 1138"/>
                  <a:gd name="T50" fmla="*/ 0 w 869"/>
                  <a:gd name="T51" fmla="*/ 0 h 1138"/>
                  <a:gd name="T52" fmla="*/ 0 w 869"/>
                  <a:gd name="T53" fmla="*/ 0 h 1138"/>
                  <a:gd name="T54" fmla="*/ 0 w 869"/>
                  <a:gd name="T55" fmla="*/ 0 h 1138"/>
                  <a:gd name="T56" fmla="*/ 0 w 869"/>
                  <a:gd name="T57" fmla="*/ 0 h 1138"/>
                  <a:gd name="T58" fmla="*/ 0 w 869"/>
                  <a:gd name="T59" fmla="*/ 0 h 1138"/>
                  <a:gd name="T60" fmla="*/ 0 w 869"/>
                  <a:gd name="T61" fmla="*/ 0 h 1138"/>
                  <a:gd name="T62" fmla="*/ 0 w 869"/>
                  <a:gd name="T63" fmla="*/ 0 h 1138"/>
                  <a:gd name="T64" fmla="*/ 0 w 869"/>
                  <a:gd name="T65" fmla="*/ 0 h 1138"/>
                  <a:gd name="T66" fmla="*/ 0 w 869"/>
                  <a:gd name="T67" fmla="*/ 0 h 1138"/>
                  <a:gd name="T68" fmla="*/ 0 w 869"/>
                  <a:gd name="T69" fmla="*/ 0 h 1138"/>
                  <a:gd name="T70" fmla="*/ 0 w 869"/>
                  <a:gd name="T71" fmla="*/ 0 h 1138"/>
                  <a:gd name="T72" fmla="*/ 0 w 869"/>
                  <a:gd name="T73" fmla="*/ 0 h 113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69"/>
                  <a:gd name="T112" fmla="*/ 0 h 1138"/>
                  <a:gd name="T113" fmla="*/ 869 w 869"/>
                  <a:gd name="T114" fmla="*/ 1138 h 113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69" h="1138">
                    <a:moveTo>
                      <a:pt x="494" y="77"/>
                    </a:moveTo>
                    <a:lnTo>
                      <a:pt x="564" y="103"/>
                    </a:lnTo>
                    <a:lnTo>
                      <a:pt x="593" y="197"/>
                    </a:lnTo>
                    <a:lnTo>
                      <a:pt x="740" y="229"/>
                    </a:lnTo>
                    <a:lnTo>
                      <a:pt x="758" y="165"/>
                    </a:lnTo>
                    <a:lnTo>
                      <a:pt x="834" y="367"/>
                    </a:lnTo>
                    <a:lnTo>
                      <a:pt x="846" y="422"/>
                    </a:lnTo>
                    <a:lnTo>
                      <a:pt x="841" y="471"/>
                    </a:lnTo>
                    <a:lnTo>
                      <a:pt x="813" y="488"/>
                    </a:lnTo>
                    <a:lnTo>
                      <a:pt x="775" y="503"/>
                    </a:lnTo>
                    <a:lnTo>
                      <a:pt x="740" y="497"/>
                    </a:lnTo>
                    <a:lnTo>
                      <a:pt x="716" y="477"/>
                    </a:lnTo>
                    <a:lnTo>
                      <a:pt x="677" y="471"/>
                    </a:lnTo>
                    <a:lnTo>
                      <a:pt x="661" y="477"/>
                    </a:lnTo>
                    <a:lnTo>
                      <a:pt x="652" y="488"/>
                    </a:lnTo>
                    <a:lnTo>
                      <a:pt x="634" y="483"/>
                    </a:lnTo>
                    <a:lnTo>
                      <a:pt x="613" y="479"/>
                    </a:lnTo>
                    <a:lnTo>
                      <a:pt x="602" y="457"/>
                    </a:lnTo>
                    <a:lnTo>
                      <a:pt x="611" y="413"/>
                    </a:lnTo>
                    <a:lnTo>
                      <a:pt x="617" y="391"/>
                    </a:lnTo>
                    <a:lnTo>
                      <a:pt x="626" y="367"/>
                    </a:lnTo>
                    <a:lnTo>
                      <a:pt x="465" y="527"/>
                    </a:lnTo>
                    <a:lnTo>
                      <a:pt x="419" y="479"/>
                    </a:lnTo>
                    <a:lnTo>
                      <a:pt x="419" y="374"/>
                    </a:lnTo>
                    <a:lnTo>
                      <a:pt x="318" y="378"/>
                    </a:lnTo>
                    <a:lnTo>
                      <a:pt x="226" y="308"/>
                    </a:lnTo>
                    <a:lnTo>
                      <a:pt x="226" y="130"/>
                    </a:lnTo>
                    <a:lnTo>
                      <a:pt x="162" y="22"/>
                    </a:lnTo>
                    <a:lnTo>
                      <a:pt x="99" y="0"/>
                    </a:lnTo>
                    <a:lnTo>
                      <a:pt x="140" y="93"/>
                    </a:lnTo>
                    <a:lnTo>
                      <a:pt x="99" y="197"/>
                    </a:lnTo>
                    <a:lnTo>
                      <a:pt x="20" y="132"/>
                    </a:lnTo>
                    <a:lnTo>
                      <a:pt x="0" y="174"/>
                    </a:lnTo>
                    <a:lnTo>
                      <a:pt x="20" y="246"/>
                    </a:lnTo>
                    <a:lnTo>
                      <a:pt x="62" y="301"/>
                    </a:lnTo>
                    <a:lnTo>
                      <a:pt x="72" y="337"/>
                    </a:lnTo>
                    <a:lnTo>
                      <a:pt x="74" y="367"/>
                    </a:lnTo>
                    <a:lnTo>
                      <a:pt x="99" y="398"/>
                    </a:lnTo>
                    <a:lnTo>
                      <a:pt x="131" y="402"/>
                    </a:lnTo>
                    <a:lnTo>
                      <a:pt x="162" y="402"/>
                    </a:lnTo>
                    <a:lnTo>
                      <a:pt x="171" y="398"/>
                    </a:lnTo>
                    <a:lnTo>
                      <a:pt x="210" y="655"/>
                    </a:lnTo>
                    <a:lnTo>
                      <a:pt x="239" y="750"/>
                    </a:lnTo>
                    <a:lnTo>
                      <a:pt x="323" y="900"/>
                    </a:lnTo>
                    <a:lnTo>
                      <a:pt x="404" y="1011"/>
                    </a:lnTo>
                    <a:lnTo>
                      <a:pt x="456" y="1138"/>
                    </a:lnTo>
                    <a:lnTo>
                      <a:pt x="433" y="1015"/>
                    </a:lnTo>
                    <a:lnTo>
                      <a:pt x="465" y="932"/>
                    </a:lnTo>
                    <a:lnTo>
                      <a:pt x="689" y="947"/>
                    </a:lnTo>
                    <a:lnTo>
                      <a:pt x="544" y="1050"/>
                    </a:lnTo>
                    <a:lnTo>
                      <a:pt x="735" y="956"/>
                    </a:lnTo>
                    <a:lnTo>
                      <a:pt x="802" y="918"/>
                    </a:lnTo>
                    <a:lnTo>
                      <a:pt x="740" y="897"/>
                    </a:lnTo>
                    <a:lnTo>
                      <a:pt x="518" y="895"/>
                    </a:lnTo>
                    <a:lnTo>
                      <a:pt x="491" y="881"/>
                    </a:lnTo>
                    <a:lnTo>
                      <a:pt x="477" y="854"/>
                    </a:lnTo>
                    <a:lnTo>
                      <a:pt x="470" y="837"/>
                    </a:lnTo>
                    <a:lnTo>
                      <a:pt x="551" y="665"/>
                    </a:lnTo>
                    <a:lnTo>
                      <a:pt x="580" y="642"/>
                    </a:lnTo>
                    <a:lnTo>
                      <a:pt x="599" y="628"/>
                    </a:lnTo>
                    <a:lnTo>
                      <a:pt x="540" y="618"/>
                    </a:lnTo>
                    <a:lnTo>
                      <a:pt x="516" y="602"/>
                    </a:lnTo>
                    <a:lnTo>
                      <a:pt x="503" y="582"/>
                    </a:lnTo>
                    <a:lnTo>
                      <a:pt x="491" y="549"/>
                    </a:lnTo>
                    <a:lnTo>
                      <a:pt x="494" y="531"/>
                    </a:lnTo>
                    <a:lnTo>
                      <a:pt x="544" y="549"/>
                    </a:lnTo>
                    <a:lnTo>
                      <a:pt x="773" y="529"/>
                    </a:lnTo>
                    <a:lnTo>
                      <a:pt x="834" y="503"/>
                    </a:lnTo>
                    <a:lnTo>
                      <a:pt x="864" y="459"/>
                    </a:lnTo>
                    <a:lnTo>
                      <a:pt x="869" y="398"/>
                    </a:lnTo>
                    <a:lnTo>
                      <a:pt x="760" y="119"/>
                    </a:lnTo>
                    <a:lnTo>
                      <a:pt x="712" y="44"/>
                    </a:lnTo>
                    <a:lnTo>
                      <a:pt x="683" y="38"/>
                    </a:lnTo>
                    <a:lnTo>
                      <a:pt x="652" y="38"/>
                    </a:lnTo>
                    <a:lnTo>
                      <a:pt x="494" y="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53" name="Freeform 272">
                <a:extLst>
                  <a:ext uri="{FF2B5EF4-FFF2-40B4-BE49-F238E27FC236}">
                    <a16:creationId xmlns:a16="http://schemas.microsoft.com/office/drawing/2014/main" id="{277D05E4-FC97-D71C-EDA8-30C5B27215CC}"/>
                  </a:ext>
                </a:extLst>
              </p:cNvPr>
              <p:cNvSpPr>
                <a:spLocks/>
              </p:cNvSpPr>
              <p:nvPr/>
            </p:nvSpPr>
            <p:spPr bwMode="auto">
              <a:xfrm>
                <a:off x="3146" y="400"/>
                <a:ext cx="127" cy="199"/>
              </a:xfrm>
              <a:custGeom>
                <a:avLst/>
                <a:gdLst>
                  <a:gd name="T0" fmla="*/ 0 w 1017"/>
                  <a:gd name="T1" fmla="*/ 0 h 1590"/>
                  <a:gd name="T2" fmla="*/ 0 w 1017"/>
                  <a:gd name="T3" fmla="*/ 0 h 1590"/>
                  <a:gd name="T4" fmla="*/ 0 w 1017"/>
                  <a:gd name="T5" fmla="*/ 0 h 1590"/>
                  <a:gd name="T6" fmla="*/ 0 w 1017"/>
                  <a:gd name="T7" fmla="*/ 0 h 1590"/>
                  <a:gd name="T8" fmla="*/ 0 w 1017"/>
                  <a:gd name="T9" fmla="*/ 0 h 1590"/>
                  <a:gd name="T10" fmla="*/ 0 w 1017"/>
                  <a:gd name="T11" fmla="*/ 0 h 1590"/>
                  <a:gd name="T12" fmla="*/ 0 w 1017"/>
                  <a:gd name="T13" fmla="*/ 0 h 1590"/>
                  <a:gd name="T14" fmla="*/ 0 w 1017"/>
                  <a:gd name="T15" fmla="*/ 0 h 1590"/>
                  <a:gd name="T16" fmla="*/ 0 w 1017"/>
                  <a:gd name="T17" fmla="*/ 0 h 1590"/>
                  <a:gd name="T18" fmla="*/ 0 w 1017"/>
                  <a:gd name="T19" fmla="*/ 0 h 1590"/>
                  <a:gd name="T20" fmla="*/ 0 w 1017"/>
                  <a:gd name="T21" fmla="*/ 0 h 1590"/>
                  <a:gd name="T22" fmla="*/ 0 w 1017"/>
                  <a:gd name="T23" fmla="*/ 0 h 1590"/>
                  <a:gd name="T24" fmla="*/ 0 w 1017"/>
                  <a:gd name="T25" fmla="*/ 0 h 1590"/>
                  <a:gd name="T26" fmla="*/ 0 w 1017"/>
                  <a:gd name="T27" fmla="*/ 0 h 1590"/>
                  <a:gd name="T28" fmla="*/ 0 w 1017"/>
                  <a:gd name="T29" fmla="*/ 0 h 1590"/>
                  <a:gd name="T30" fmla="*/ 0 w 1017"/>
                  <a:gd name="T31" fmla="*/ 0 h 1590"/>
                  <a:gd name="T32" fmla="*/ 0 w 1017"/>
                  <a:gd name="T33" fmla="*/ 0 h 1590"/>
                  <a:gd name="T34" fmla="*/ 0 w 1017"/>
                  <a:gd name="T35" fmla="*/ 0 h 1590"/>
                  <a:gd name="T36" fmla="*/ 0 w 1017"/>
                  <a:gd name="T37" fmla="*/ 0 h 1590"/>
                  <a:gd name="T38" fmla="*/ 0 w 1017"/>
                  <a:gd name="T39" fmla="*/ 0 h 1590"/>
                  <a:gd name="T40" fmla="*/ 0 w 1017"/>
                  <a:gd name="T41" fmla="*/ 0 h 1590"/>
                  <a:gd name="T42" fmla="*/ 0 w 1017"/>
                  <a:gd name="T43" fmla="*/ 0 h 1590"/>
                  <a:gd name="T44" fmla="*/ 0 w 1017"/>
                  <a:gd name="T45" fmla="*/ 0 h 1590"/>
                  <a:gd name="T46" fmla="*/ 0 w 1017"/>
                  <a:gd name="T47" fmla="*/ 0 h 1590"/>
                  <a:gd name="T48" fmla="*/ 0 w 1017"/>
                  <a:gd name="T49" fmla="*/ 0 h 1590"/>
                  <a:gd name="T50" fmla="*/ 0 w 1017"/>
                  <a:gd name="T51" fmla="*/ 0 h 1590"/>
                  <a:gd name="T52" fmla="*/ 0 w 1017"/>
                  <a:gd name="T53" fmla="*/ 0 h 1590"/>
                  <a:gd name="T54" fmla="*/ 0 w 1017"/>
                  <a:gd name="T55" fmla="*/ 0 h 1590"/>
                  <a:gd name="T56" fmla="*/ 0 w 1017"/>
                  <a:gd name="T57" fmla="*/ 0 h 1590"/>
                  <a:gd name="T58" fmla="*/ 0 w 1017"/>
                  <a:gd name="T59" fmla="*/ 0 h 1590"/>
                  <a:gd name="T60" fmla="*/ 0 w 1017"/>
                  <a:gd name="T61" fmla="*/ 0 h 1590"/>
                  <a:gd name="T62" fmla="*/ 0 w 1017"/>
                  <a:gd name="T63" fmla="*/ 0 h 1590"/>
                  <a:gd name="T64" fmla="*/ 0 w 1017"/>
                  <a:gd name="T65" fmla="*/ 0 h 1590"/>
                  <a:gd name="T66" fmla="*/ 0 w 1017"/>
                  <a:gd name="T67" fmla="*/ 0 h 1590"/>
                  <a:gd name="T68" fmla="*/ 0 w 1017"/>
                  <a:gd name="T69" fmla="*/ 0 h 1590"/>
                  <a:gd name="T70" fmla="*/ 0 w 1017"/>
                  <a:gd name="T71" fmla="*/ 0 h 1590"/>
                  <a:gd name="T72" fmla="*/ 0 w 1017"/>
                  <a:gd name="T73" fmla="*/ 0 h 1590"/>
                  <a:gd name="T74" fmla="*/ 0 w 1017"/>
                  <a:gd name="T75" fmla="*/ 0 h 1590"/>
                  <a:gd name="T76" fmla="*/ 0 w 1017"/>
                  <a:gd name="T77" fmla="*/ 0 h 1590"/>
                  <a:gd name="T78" fmla="*/ 0 w 1017"/>
                  <a:gd name="T79" fmla="*/ 0 h 1590"/>
                  <a:gd name="T80" fmla="*/ 0 w 1017"/>
                  <a:gd name="T81" fmla="*/ 0 h 1590"/>
                  <a:gd name="T82" fmla="*/ 0 w 1017"/>
                  <a:gd name="T83" fmla="*/ 0 h 1590"/>
                  <a:gd name="T84" fmla="*/ 0 w 1017"/>
                  <a:gd name="T85" fmla="*/ 0 h 1590"/>
                  <a:gd name="T86" fmla="*/ 0 w 1017"/>
                  <a:gd name="T87" fmla="*/ 0 h 1590"/>
                  <a:gd name="T88" fmla="*/ 0 w 1017"/>
                  <a:gd name="T89" fmla="*/ 0 h 1590"/>
                  <a:gd name="T90" fmla="*/ 0 w 1017"/>
                  <a:gd name="T91" fmla="*/ 0 h 1590"/>
                  <a:gd name="T92" fmla="*/ 0 w 1017"/>
                  <a:gd name="T93" fmla="*/ 0 h 1590"/>
                  <a:gd name="T94" fmla="*/ 0 w 1017"/>
                  <a:gd name="T95" fmla="*/ 0 h 1590"/>
                  <a:gd name="T96" fmla="*/ 0 w 1017"/>
                  <a:gd name="T97" fmla="*/ 0 h 1590"/>
                  <a:gd name="T98" fmla="*/ 0 w 1017"/>
                  <a:gd name="T99" fmla="*/ 0 h 1590"/>
                  <a:gd name="T100" fmla="*/ 0 w 1017"/>
                  <a:gd name="T101" fmla="*/ 0 h 1590"/>
                  <a:gd name="T102" fmla="*/ 0 w 1017"/>
                  <a:gd name="T103" fmla="*/ 0 h 1590"/>
                  <a:gd name="T104" fmla="*/ 0 w 1017"/>
                  <a:gd name="T105" fmla="*/ 0 h 1590"/>
                  <a:gd name="T106" fmla="*/ 0 w 1017"/>
                  <a:gd name="T107" fmla="*/ 0 h 159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017"/>
                  <a:gd name="T163" fmla="*/ 0 h 1590"/>
                  <a:gd name="T164" fmla="*/ 1017 w 1017"/>
                  <a:gd name="T165" fmla="*/ 1590 h 159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017" h="1590">
                    <a:moveTo>
                      <a:pt x="78" y="744"/>
                    </a:moveTo>
                    <a:lnTo>
                      <a:pt x="127" y="633"/>
                    </a:lnTo>
                    <a:lnTo>
                      <a:pt x="224" y="549"/>
                    </a:lnTo>
                    <a:lnTo>
                      <a:pt x="224" y="373"/>
                    </a:lnTo>
                    <a:lnTo>
                      <a:pt x="283" y="332"/>
                    </a:lnTo>
                    <a:lnTo>
                      <a:pt x="378" y="323"/>
                    </a:lnTo>
                    <a:lnTo>
                      <a:pt x="542" y="341"/>
                    </a:lnTo>
                    <a:lnTo>
                      <a:pt x="542" y="454"/>
                    </a:lnTo>
                    <a:lnTo>
                      <a:pt x="588" y="617"/>
                    </a:lnTo>
                    <a:lnTo>
                      <a:pt x="465" y="553"/>
                    </a:lnTo>
                    <a:lnTo>
                      <a:pt x="461" y="562"/>
                    </a:lnTo>
                    <a:lnTo>
                      <a:pt x="632" y="749"/>
                    </a:lnTo>
                    <a:lnTo>
                      <a:pt x="698" y="881"/>
                    </a:lnTo>
                    <a:lnTo>
                      <a:pt x="758" y="1070"/>
                    </a:lnTo>
                    <a:lnTo>
                      <a:pt x="751" y="1131"/>
                    </a:lnTo>
                    <a:lnTo>
                      <a:pt x="722" y="1169"/>
                    </a:lnTo>
                    <a:lnTo>
                      <a:pt x="676" y="1199"/>
                    </a:lnTo>
                    <a:lnTo>
                      <a:pt x="608" y="1201"/>
                    </a:lnTo>
                    <a:lnTo>
                      <a:pt x="625" y="1226"/>
                    </a:lnTo>
                    <a:lnTo>
                      <a:pt x="636" y="1265"/>
                    </a:lnTo>
                    <a:lnTo>
                      <a:pt x="641" y="1283"/>
                    </a:lnTo>
                    <a:lnTo>
                      <a:pt x="518" y="1305"/>
                    </a:lnTo>
                    <a:lnTo>
                      <a:pt x="569" y="1320"/>
                    </a:lnTo>
                    <a:lnTo>
                      <a:pt x="625" y="1332"/>
                    </a:lnTo>
                    <a:lnTo>
                      <a:pt x="674" y="1349"/>
                    </a:lnTo>
                    <a:lnTo>
                      <a:pt x="685" y="1395"/>
                    </a:lnTo>
                    <a:lnTo>
                      <a:pt x="676" y="1431"/>
                    </a:lnTo>
                    <a:lnTo>
                      <a:pt x="617" y="1443"/>
                    </a:lnTo>
                    <a:lnTo>
                      <a:pt x="542" y="1443"/>
                    </a:lnTo>
                    <a:lnTo>
                      <a:pt x="461" y="1432"/>
                    </a:lnTo>
                    <a:lnTo>
                      <a:pt x="454" y="1452"/>
                    </a:lnTo>
                    <a:lnTo>
                      <a:pt x="518" y="1477"/>
                    </a:lnTo>
                    <a:lnTo>
                      <a:pt x="617" y="1503"/>
                    </a:lnTo>
                    <a:lnTo>
                      <a:pt x="641" y="1572"/>
                    </a:lnTo>
                    <a:lnTo>
                      <a:pt x="703" y="1590"/>
                    </a:lnTo>
                    <a:lnTo>
                      <a:pt x="770" y="1553"/>
                    </a:lnTo>
                    <a:lnTo>
                      <a:pt x="908" y="1247"/>
                    </a:lnTo>
                    <a:lnTo>
                      <a:pt x="945" y="1099"/>
                    </a:lnTo>
                    <a:lnTo>
                      <a:pt x="986" y="933"/>
                    </a:lnTo>
                    <a:lnTo>
                      <a:pt x="986" y="820"/>
                    </a:lnTo>
                    <a:lnTo>
                      <a:pt x="982" y="624"/>
                    </a:lnTo>
                    <a:lnTo>
                      <a:pt x="1017" y="444"/>
                    </a:lnTo>
                    <a:lnTo>
                      <a:pt x="1001" y="224"/>
                    </a:lnTo>
                    <a:lnTo>
                      <a:pt x="968" y="134"/>
                    </a:lnTo>
                    <a:lnTo>
                      <a:pt x="731" y="55"/>
                    </a:lnTo>
                    <a:lnTo>
                      <a:pt x="527" y="15"/>
                    </a:lnTo>
                    <a:lnTo>
                      <a:pt x="316" y="0"/>
                    </a:lnTo>
                    <a:lnTo>
                      <a:pt x="127" y="2"/>
                    </a:lnTo>
                    <a:lnTo>
                      <a:pt x="78" y="26"/>
                    </a:lnTo>
                    <a:lnTo>
                      <a:pt x="32" y="152"/>
                    </a:lnTo>
                    <a:lnTo>
                      <a:pt x="11" y="290"/>
                    </a:lnTo>
                    <a:lnTo>
                      <a:pt x="0" y="454"/>
                    </a:lnTo>
                    <a:lnTo>
                      <a:pt x="0" y="672"/>
                    </a:lnTo>
                    <a:lnTo>
                      <a:pt x="78" y="7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54" name="Freeform 273">
                <a:extLst>
                  <a:ext uri="{FF2B5EF4-FFF2-40B4-BE49-F238E27FC236}">
                    <a16:creationId xmlns:a16="http://schemas.microsoft.com/office/drawing/2014/main" id="{C01C88B7-CC27-FEE9-5BFF-66F01E75AFA3}"/>
                  </a:ext>
                </a:extLst>
              </p:cNvPr>
              <p:cNvSpPr>
                <a:spLocks/>
              </p:cNvSpPr>
              <p:nvPr/>
            </p:nvSpPr>
            <p:spPr bwMode="auto">
              <a:xfrm>
                <a:off x="3135" y="482"/>
                <a:ext cx="16" cy="14"/>
              </a:xfrm>
              <a:custGeom>
                <a:avLst/>
                <a:gdLst>
                  <a:gd name="T0" fmla="*/ 0 w 127"/>
                  <a:gd name="T1" fmla="*/ 0 h 110"/>
                  <a:gd name="T2" fmla="*/ 0 w 127"/>
                  <a:gd name="T3" fmla="*/ 0 h 110"/>
                  <a:gd name="T4" fmla="*/ 0 w 127"/>
                  <a:gd name="T5" fmla="*/ 0 h 110"/>
                  <a:gd name="T6" fmla="*/ 0 w 127"/>
                  <a:gd name="T7" fmla="*/ 0 h 110"/>
                  <a:gd name="T8" fmla="*/ 0 w 127"/>
                  <a:gd name="T9" fmla="*/ 0 h 110"/>
                  <a:gd name="T10" fmla="*/ 0 w 127"/>
                  <a:gd name="T11" fmla="*/ 0 h 110"/>
                  <a:gd name="T12" fmla="*/ 0 w 127"/>
                  <a:gd name="T13" fmla="*/ 0 h 110"/>
                  <a:gd name="T14" fmla="*/ 0 w 127"/>
                  <a:gd name="T15" fmla="*/ 0 h 110"/>
                  <a:gd name="T16" fmla="*/ 0 w 127"/>
                  <a:gd name="T17" fmla="*/ 0 h 1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7"/>
                  <a:gd name="T28" fmla="*/ 0 h 110"/>
                  <a:gd name="T29" fmla="*/ 127 w 127"/>
                  <a:gd name="T30" fmla="*/ 110 h 1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7" h="110">
                    <a:moveTo>
                      <a:pt x="0" y="110"/>
                    </a:moveTo>
                    <a:lnTo>
                      <a:pt x="24" y="24"/>
                    </a:lnTo>
                    <a:lnTo>
                      <a:pt x="49" y="0"/>
                    </a:lnTo>
                    <a:lnTo>
                      <a:pt x="86" y="9"/>
                    </a:lnTo>
                    <a:lnTo>
                      <a:pt x="118" y="24"/>
                    </a:lnTo>
                    <a:lnTo>
                      <a:pt x="127" y="57"/>
                    </a:lnTo>
                    <a:lnTo>
                      <a:pt x="86" y="44"/>
                    </a:lnTo>
                    <a:lnTo>
                      <a:pt x="28" y="76"/>
                    </a:lnTo>
                    <a:lnTo>
                      <a:pt x="0" y="1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55" name="Freeform 274">
                <a:extLst>
                  <a:ext uri="{FF2B5EF4-FFF2-40B4-BE49-F238E27FC236}">
                    <a16:creationId xmlns:a16="http://schemas.microsoft.com/office/drawing/2014/main" id="{8F93D3FD-5B33-2E66-24F7-9355BB208575}"/>
                  </a:ext>
                </a:extLst>
              </p:cNvPr>
              <p:cNvSpPr>
                <a:spLocks/>
              </p:cNvSpPr>
              <p:nvPr/>
            </p:nvSpPr>
            <p:spPr bwMode="auto">
              <a:xfrm>
                <a:off x="2657" y="555"/>
                <a:ext cx="394" cy="427"/>
              </a:xfrm>
              <a:custGeom>
                <a:avLst/>
                <a:gdLst>
                  <a:gd name="T0" fmla="*/ 0 w 3151"/>
                  <a:gd name="T1" fmla="*/ 0 h 3416"/>
                  <a:gd name="T2" fmla="*/ 0 w 3151"/>
                  <a:gd name="T3" fmla="*/ 0 h 3416"/>
                  <a:gd name="T4" fmla="*/ 0 w 3151"/>
                  <a:gd name="T5" fmla="*/ 0 h 3416"/>
                  <a:gd name="T6" fmla="*/ 0 w 3151"/>
                  <a:gd name="T7" fmla="*/ 0 h 3416"/>
                  <a:gd name="T8" fmla="*/ 0 w 3151"/>
                  <a:gd name="T9" fmla="*/ 0 h 3416"/>
                  <a:gd name="T10" fmla="*/ 0 w 3151"/>
                  <a:gd name="T11" fmla="*/ 0 h 3416"/>
                  <a:gd name="T12" fmla="*/ 0 w 3151"/>
                  <a:gd name="T13" fmla="*/ 0 h 3416"/>
                  <a:gd name="T14" fmla="*/ 0 w 3151"/>
                  <a:gd name="T15" fmla="*/ 0 h 3416"/>
                  <a:gd name="T16" fmla="*/ 0 w 3151"/>
                  <a:gd name="T17" fmla="*/ 0 h 3416"/>
                  <a:gd name="T18" fmla="*/ 0 w 3151"/>
                  <a:gd name="T19" fmla="*/ 0 h 3416"/>
                  <a:gd name="T20" fmla="*/ 0 w 3151"/>
                  <a:gd name="T21" fmla="*/ 0 h 3416"/>
                  <a:gd name="T22" fmla="*/ 0 w 3151"/>
                  <a:gd name="T23" fmla="*/ 0 h 3416"/>
                  <a:gd name="T24" fmla="*/ 0 w 3151"/>
                  <a:gd name="T25" fmla="*/ 0 h 3416"/>
                  <a:gd name="T26" fmla="*/ 0 w 3151"/>
                  <a:gd name="T27" fmla="*/ 0 h 3416"/>
                  <a:gd name="T28" fmla="*/ 0 w 3151"/>
                  <a:gd name="T29" fmla="*/ 0 h 3416"/>
                  <a:gd name="T30" fmla="*/ 0 w 3151"/>
                  <a:gd name="T31" fmla="*/ 0 h 3416"/>
                  <a:gd name="T32" fmla="*/ 0 w 3151"/>
                  <a:gd name="T33" fmla="*/ 0 h 3416"/>
                  <a:gd name="T34" fmla="*/ 0 w 3151"/>
                  <a:gd name="T35" fmla="*/ 0 h 3416"/>
                  <a:gd name="T36" fmla="*/ 0 w 3151"/>
                  <a:gd name="T37" fmla="*/ 0 h 3416"/>
                  <a:gd name="T38" fmla="*/ 0 w 3151"/>
                  <a:gd name="T39" fmla="*/ 0 h 3416"/>
                  <a:gd name="T40" fmla="*/ 0 w 3151"/>
                  <a:gd name="T41" fmla="*/ 0 h 3416"/>
                  <a:gd name="T42" fmla="*/ 0 w 3151"/>
                  <a:gd name="T43" fmla="*/ 0 h 3416"/>
                  <a:gd name="T44" fmla="*/ 0 w 3151"/>
                  <a:gd name="T45" fmla="*/ 0 h 3416"/>
                  <a:gd name="T46" fmla="*/ 0 w 3151"/>
                  <a:gd name="T47" fmla="*/ 0 h 3416"/>
                  <a:gd name="T48" fmla="*/ 0 w 3151"/>
                  <a:gd name="T49" fmla="*/ 0 h 3416"/>
                  <a:gd name="T50" fmla="*/ 0 w 3151"/>
                  <a:gd name="T51" fmla="*/ 0 h 3416"/>
                  <a:gd name="T52" fmla="*/ 0 w 3151"/>
                  <a:gd name="T53" fmla="*/ 0 h 3416"/>
                  <a:gd name="T54" fmla="*/ 0 w 3151"/>
                  <a:gd name="T55" fmla="*/ 0 h 3416"/>
                  <a:gd name="T56" fmla="*/ 0 w 3151"/>
                  <a:gd name="T57" fmla="*/ 0 h 3416"/>
                  <a:gd name="T58" fmla="*/ 0 w 3151"/>
                  <a:gd name="T59" fmla="*/ 0 h 3416"/>
                  <a:gd name="T60" fmla="*/ 0 w 3151"/>
                  <a:gd name="T61" fmla="*/ 0 h 3416"/>
                  <a:gd name="T62" fmla="*/ 0 w 3151"/>
                  <a:gd name="T63" fmla="*/ 0 h 3416"/>
                  <a:gd name="T64" fmla="*/ 0 w 3151"/>
                  <a:gd name="T65" fmla="*/ 0 h 3416"/>
                  <a:gd name="T66" fmla="*/ 0 w 3151"/>
                  <a:gd name="T67" fmla="*/ 0 h 3416"/>
                  <a:gd name="T68" fmla="*/ 0 w 3151"/>
                  <a:gd name="T69" fmla="*/ 0 h 3416"/>
                  <a:gd name="T70" fmla="*/ 0 w 3151"/>
                  <a:gd name="T71" fmla="*/ 0 h 3416"/>
                  <a:gd name="T72" fmla="*/ 0 w 3151"/>
                  <a:gd name="T73" fmla="*/ 0 h 3416"/>
                  <a:gd name="T74" fmla="*/ 0 w 3151"/>
                  <a:gd name="T75" fmla="*/ 0 h 3416"/>
                  <a:gd name="T76" fmla="*/ 0 w 3151"/>
                  <a:gd name="T77" fmla="*/ 0 h 3416"/>
                  <a:gd name="T78" fmla="*/ 0 w 3151"/>
                  <a:gd name="T79" fmla="*/ 0 h 3416"/>
                  <a:gd name="T80" fmla="*/ 0 w 3151"/>
                  <a:gd name="T81" fmla="*/ 0 h 3416"/>
                  <a:gd name="T82" fmla="*/ 0 w 3151"/>
                  <a:gd name="T83" fmla="*/ 0 h 3416"/>
                  <a:gd name="T84" fmla="*/ 0 w 3151"/>
                  <a:gd name="T85" fmla="*/ 0 h 3416"/>
                  <a:gd name="T86" fmla="*/ 0 w 3151"/>
                  <a:gd name="T87" fmla="*/ 0 h 3416"/>
                  <a:gd name="T88" fmla="*/ 0 w 3151"/>
                  <a:gd name="T89" fmla="*/ 0 h 3416"/>
                  <a:gd name="T90" fmla="*/ 0 w 3151"/>
                  <a:gd name="T91" fmla="*/ 0 h 3416"/>
                  <a:gd name="T92" fmla="*/ 0 w 3151"/>
                  <a:gd name="T93" fmla="*/ 0 h 3416"/>
                  <a:gd name="T94" fmla="*/ 0 w 3151"/>
                  <a:gd name="T95" fmla="*/ 0 h 3416"/>
                  <a:gd name="T96" fmla="*/ 0 w 3151"/>
                  <a:gd name="T97" fmla="*/ 0 h 341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3151"/>
                  <a:gd name="T148" fmla="*/ 0 h 3416"/>
                  <a:gd name="T149" fmla="*/ 3151 w 3151"/>
                  <a:gd name="T150" fmla="*/ 3416 h 341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3151" h="3416">
                    <a:moveTo>
                      <a:pt x="2596" y="156"/>
                    </a:moveTo>
                    <a:lnTo>
                      <a:pt x="2561" y="145"/>
                    </a:lnTo>
                    <a:lnTo>
                      <a:pt x="2561" y="578"/>
                    </a:lnTo>
                    <a:lnTo>
                      <a:pt x="2476" y="479"/>
                    </a:lnTo>
                    <a:lnTo>
                      <a:pt x="2428" y="479"/>
                    </a:lnTo>
                    <a:lnTo>
                      <a:pt x="2404" y="807"/>
                    </a:lnTo>
                    <a:lnTo>
                      <a:pt x="2116" y="770"/>
                    </a:lnTo>
                    <a:lnTo>
                      <a:pt x="2197" y="906"/>
                    </a:lnTo>
                    <a:lnTo>
                      <a:pt x="2197" y="843"/>
                    </a:lnTo>
                    <a:lnTo>
                      <a:pt x="2222" y="807"/>
                    </a:lnTo>
                    <a:lnTo>
                      <a:pt x="2369" y="880"/>
                    </a:lnTo>
                    <a:lnTo>
                      <a:pt x="2268" y="1021"/>
                    </a:lnTo>
                    <a:lnTo>
                      <a:pt x="2187" y="1093"/>
                    </a:lnTo>
                    <a:lnTo>
                      <a:pt x="2101" y="1130"/>
                    </a:lnTo>
                    <a:lnTo>
                      <a:pt x="2004" y="1130"/>
                    </a:lnTo>
                    <a:lnTo>
                      <a:pt x="1800" y="1081"/>
                    </a:lnTo>
                    <a:lnTo>
                      <a:pt x="1787" y="1130"/>
                    </a:lnTo>
                    <a:lnTo>
                      <a:pt x="1918" y="1168"/>
                    </a:lnTo>
                    <a:lnTo>
                      <a:pt x="2004" y="1178"/>
                    </a:lnTo>
                    <a:lnTo>
                      <a:pt x="2268" y="1192"/>
                    </a:lnTo>
                    <a:lnTo>
                      <a:pt x="2139" y="1275"/>
                    </a:lnTo>
                    <a:lnTo>
                      <a:pt x="1953" y="1313"/>
                    </a:lnTo>
                    <a:lnTo>
                      <a:pt x="1750" y="1313"/>
                    </a:lnTo>
                    <a:lnTo>
                      <a:pt x="1593" y="1275"/>
                    </a:lnTo>
                    <a:lnTo>
                      <a:pt x="1413" y="1216"/>
                    </a:lnTo>
                    <a:lnTo>
                      <a:pt x="1390" y="1238"/>
                    </a:lnTo>
                    <a:lnTo>
                      <a:pt x="1512" y="1334"/>
                    </a:lnTo>
                    <a:lnTo>
                      <a:pt x="1655" y="1408"/>
                    </a:lnTo>
                    <a:lnTo>
                      <a:pt x="1800" y="1440"/>
                    </a:lnTo>
                    <a:lnTo>
                      <a:pt x="2017" y="1477"/>
                    </a:lnTo>
                    <a:lnTo>
                      <a:pt x="1824" y="1585"/>
                    </a:lnTo>
                    <a:lnTo>
                      <a:pt x="1607" y="1671"/>
                    </a:lnTo>
                    <a:lnTo>
                      <a:pt x="1402" y="1719"/>
                    </a:lnTo>
                    <a:lnTo>
                      <a:pt x="1171" y="1743"/>
                    </a:lnTo>
                    <a:lnTo>
                      <a:pt x="1037" y="1756"/>
                    </a:lnTo>
                    <a:lnTo>
                      <a:pt x="1376" y="1743"/>
                    </a:lnTo>
                    <a:lnTo>
                      <a:pt x="1316" y="1818"/>
                    </a:lnTo>
                    <a:lnTo>
                      <a:pt x="1220" y="1877"/>
                    </a:lnTo>
                    <a:lnTo>
                      <a:pt x="1037" y="1963"/>
                    </a:lnTo>
                    <a:lnTo>
                      <a:pt x="879" y="2020"/>
                    </a:lnTo>
                    <a:lnTo>
                      <a:pt x="798" y="2053"/>
                    </a:lnTo>
                    <a:lnTo>
                      <a:pt x="1061" y="2344"/>
                    </a:lnTo>
                    <a:lnTo>
                      <a:pt x="869" y="2431"/>
                    </a:lnTo>
                    <a:lnTo>
                      <a:pt x="699" y="2535"/>
                    </a:lnTo>
                    <a:lnTo>
                      <a:pt x="554" y="2681"/>
                    </a:lnTo>
                    <a:lnTo>
                      <a:pt x="435" y="2849"/>
                    </a:lnTo>
                    <a:lnTo>
                      <a:pt x="263" y="2824"/>
                    </a:lnTo>
                    <a:lnTo>
                      <a:pt x="444" y="2897"/>
                    </a:lnTo>
                    <a:lnTo>
                      <a:pt x="591" y="2992"/>
                    </a:lnTo>
                    <a:lnTo>
                      <a:pt x="627" y="3055"/>
                    </a:lnTo>
                    <a:lnTo>
                      <a:pt x="567" y="3139"/>
                    </a:lnTo>
                    <a:lnTo>
                      <a:pt x="226" y="2958"/>
                    </a:lnTo>
                    <a:lnTo>
                      <a:pt x="240" y="2872"/>
                    </a:lnTo>
                    <a:lnTo>
                      <a:pt x="203" y="2967"/>
                    </a:lnTo>
                    <a:lnTo>
                      <a:pt x="25" y="2992"/>
                    </a:lnTo>
                    <a:lnTo>
                      <a:pt x="217" y="2983"/>
                    </a:lnTo>
                    <a:lnTo>
                      <a:pt x="309" y="3031"/>
                    </a:lnTo>
                    <a:lnTo>
                      <a:pt x="203" y="3091"/>
                    </a:lnTo>
                    <a:lnTo>
                      <a:pt x="297" y="3151"/>
                    </a:lnTo>
                    <a:lnTo>
                      <a:pt x="297" y="3187"/>
                    </a:lnTo>
                    <a:lnTo>
                      <a:pt x="141" y="3343"/>
                    </a:lnTo>
                    <a:lnTo>
                      <a:pt x="71" y="3379"/>
                    </a:lnTo>
                    <a:lnTo>
                      <a:pt x="0" y="3343"/>
                    </a:lnTo>
                    <a:lnTo>
                      <a:pt x="0" y="3379"/>
                    </a:lnTo>
                    <a:lnTo>
                      <a:pt x="71" y="3416"/>
                    </a:lnTo>
                    <a:lnTo>
                      <a:pt x="203" y="3343"/>
                    </a:lnTo>
                    <a:lnTo>
                      <a:pt x="272" y="3273"/>
                    </a:lnTo>
                    <a:lnTo>
                      <a:pt x="1556" y="3273"/>
                    </a:lnTo>
                    <a:lnTo>
                      <a:pt x="1556" y="3250"/>
                    </a:lnTo>
                    <a:lnTo>
                      <a:pt x="554" y="3250"/>
                    </a:lnTo>
                    <a:lnTo>
                      <a:pt x="604" y="3200"/>
                    </a:lnTo>
                    <a:lnTo>
                      <a:pt x="627" y="3112"/>
                    </a:lnTo>
                    <a:lnTo>
                      <a:pt x="650" y="3079"/>
                    </a:lnTo>
                    <a:lnTo>
                      <a:pt x="820" y="3079"/>
                    </a:lnTo>
                    <a:lnTo>
                      <a:pt x="1196" y="2455"/>
                    </a:lnTo>
                    <a:lnTo>
                      <a:pt x="1303" y="2308"/>
                    </a:lnTo>
                    <a:lnTo>
                      <a:pt x="1413" y="2187"/>
                    </a:lnTo>
                    <a:lnTo>
                      <a:pt x="1512" y="2095"/>
                    </a:lnTo>
                    <a:lnTo>
                      <a:pt x="1633" y="2031"/>
                    </a:lnTo>
                    <a:lnTo>
                      <a:pt x="1763" y="1998"/>
                    </a:lnTo>
                    <a:lnTo>
                      <a:pt x="1932" y="1682"/>
                    </a:lnTo>
                    <a:lnTo>
                      <a:pt x="2116" y="1537"/>
                    </a:lnTo>
                    <a:lnTo>
                      <a:pt x="2222" y="1385"/>
                    </a:lnTo>
                    <a:lnTo>
                      <a:pt x="2393" y="1300"/>
                    </a:lnTo>
                    <a:lnTo>
                      <a:pt x="2393" y="1464"/>
                    </a:lnTo>
                    <a:lnTo>
                      <a:pt x="2476" y="1288"/>
                    </a:lnTo>
                    <a:lnTo>
                      <a:pt x="2609" y="1192"/>
                    </a:lnTo>
                    <a:lnTo>
                      <a:pt x="2705" y="1477"/>
                    </a:lnTo>
                    <a:lnTo>
                      <a:pt x="3151" y="1609"/>
                    </a:lnTo>
                    <a:lnTo>
                      <a:pt x="3068" y="276"/>
                    </a:lnTo>
                    <a:lnTo>
                      <a:pt x="3029" y="230"/>
                    </a:lnTo>
                    <a:lnTo>
                      <a:pt x="2980" y="251"/>
                    </a:lnTo>
                    <a:lnTo>
                      <a:pt x="2813" y="712"/>
                    </a:lnTo>
                    <a:lnTo>
                      <a:pt x="2813" y="0"/>
                    </a:lnTo>
                    <a:lnTo>
                      <a:pt x="2767" y="746"/>
                    </a:lnTo>
                    <a:lnTo>
                      <a:pt x="2729" y="880"/>
                    </a:lnTo>
                    <a:lnTo>
                      <a:pt x="2646" y="348"/>
                    </a:lnTo>
                    <a:lnTo>
                      <a:pt x="2596" y="15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56" name="Freeform 275">
                <a:extLst>
                  <a:ext uri="{FF2B5EF4-FFF2-40B4-BE49-F238E27FC236}">
                    <a16:creationId xmlns:a16="http://schemas.microsoft.com/office/drawing/2014/main" id="{662E0163-02BB-3266-BC2C-DF2FA652AB63}"/>
                  </a:ext>
                </a:extLst>
              </p:cNvPr>
              <p:cNvSpPr>
                <a:spLocks/>
              </p:cNvSpPr>
              <p:nvPr/>
            </p:nvSpPr>
            <p:spPr bwMode="auto">
              <a:xfrm>
                <a:off x="2691" y="538"/>
                <a:ext cx="302" cy="363"/>
              </a:xfrm>
              <a:custGeom>
                <a:avLst/>
                <a:gdLst>
                  <a:gd name="T0" fmla="*/ 0 w 2420"/>
                  <a:gd name="T1" fmla="*/ 0 h 2909"/>
                  <a:gd name="T2" fmla="*/ 0 w 2420"/>
                  <a:gd name="T3" fmla="*/ 0 h 2909"/>
                  <a:gd name="T4" fmla="*/ 0 w 2420"/>
                  <a:gd name="T5" fmla="*/ 0 h 2909"/>
                  <a:gd name="T6" fmla="*/ 0 w 2420"/>
                  <a:gd name="T7" fmla="*/ 0 h 2909"/>
                  <a:gd name="T8" fmla="*/ 0 w 2420"/>
                  <a:gd name="T9" fmla="*/ 0 h 2909"/>
                  <a:gd name="T10" fmla="*/ 0 w 2420"/>
                  <a:gd name="T11" fmla="*/ 0 h 2909"/>
                  <a:gd name="T12" fmla="*/ 0 w 2420"/>
                  <a:gd name="T13" fmla="*/ 0 h 2909"/>
                  <a:gd name="T14" fmla="*/ 0 w 2420"/>
                  <a:gd name="T15" fmla="*/ 0 h 2909"/>
                  <a:gd name="T16" fmla="*/ 0 w 2420"/>
                  <a:gd name="T17" fmla="*/ 0 h 2909"/>
                  <a:gd name="T18" fmla="*/ 0 w 2420"/>
                  <a:gd name="T19" fmla="*/ 0 h 2909"/>
                  <a:gd name="T20" fmla="*/ 0 w 2420"/>
                  <a:gd name="T21" fmla="*/ 0 h 2909"/>
                  <a:gd name="T22" fmla="*/ 0 w 2420"/>
                  <a:gd name="T23" fmla="*/ 0 h 2909"/>
                  <a:gd name="T24" fmla="*/ 0 w 2420"/>
                  <a:gd name="T25" fmla="*/ 0 h 2909"/>
                  <a:gd name="T26" fmla="*/ 0 w 2420"/>
                  <a:gd name="T27" fmla="*/ 0 h 2909"/>
                  <a:gd name="T28" fmla="*/ 0 w 2420"/>
                  <a:gd name="T29" fmla="*/ 0 h 2909"/>
                  <a:gd name="T30" fmla="*/ 0 w 2420"/>
                  <a:gd name="T31" fmla="*/ 0 h 2909"/>
                  <a:gd name="T32" fmla="*/ 0 w 2420"/>
                  <a:gd name="T33" fmla="*/ 0 h 2909"/>
                  <a:gd name="T34" fmla="*/ 0 w 2420"/>
                  <a:gd name="T35" fmla="*/ 0 h 290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420"/>
                  <a:gd name="T55" fmla="*/ 0 h 2909"/>
                  <a:gd name="T56" fmla="*/ 2420 w 2420"/>
                  <a:gd name="T57" fmla="*/ 2909 h 290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420" h="2909">
                    <a:moveTo>
                      <a:pt x="2420" y="0"/>
                    </a:moveTo>
                    <a:lnTo>
                      <a:pt x="1681" y="564"/>
                    </a:lnTo>
                    <a:lnTo>
                      <a:pt x="1706" y="671"/>
                    </a:lnTo>
                    <a:lnTo>
                      <a:pt x="1501" y="913"/>
                    </a:lnTo>
                    <a:lnTo>
                      <a:pt x="1187" y="1007"/>
                    </a:lnTo>
                    <a:lnTo>
                      <a:pt x="800" y="1418"/>
                    </a:lnTo>
                    <a:lnTo>
                      <a:pt x="572" y="1924"/>
                    </a:lnTo>
                    <a:lnTo>
                      <a:pt x="212" y="2356"/>
                    </a:lnTo>
                    <a:lnTo>
                      <a:pt x="0" y="2909"/>
                    </a:lnTo>
                    <a:lnTo>
                      <a:pt x="233" y="2356"/>
                    </a:lnTo>
                    <a:lnTo>
                      <a:pt x="583" y="1948"/>
                    </a:lnTo>
                    <a:lnTo>
                      <a:pt x="862" y="1405"/>
                    </a:lnTo>
                    <a:lnTo>
                      <a:pt x="1215" y="1032"/>
                    </a:lnTo>
                    <a:lnTo>
                      <a:pt x="1563" y="935"/>
                    </a:lnTo>
                    <a:lnTo>
                      <a:pt x="1732" y="721"/>
                    </a:lnTo>
                    <a:lnTo>
                      <a:pt x="1872" y="838"/>
                    </a:lnTo>
                    <a:lnTo>
                      <a:pt x="1782" y="564"/>
                    </a:lnTo>
                    <a:lnTo>
                      <a:pt x="242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57" name="Freeform 276">
                <a:extLst>
                  <a:ext uri="{FF2B5EF4-FFF2-40B4-BE49-F238E27FC236}">
                    <a16:creationId xmlns:a16="http://schemas.microsoft.com/office/drawing/2014/main" id="{F0A48CA4-4038-B806-B1EB-5B3D2597C5C2}"/>
                  </a:ext>
                </a:extLst>
              </p:cNvPr>
              <p:cNvSpPr>
                <a:spLocks/>
              </p:cNvSpPr>
              <p:nvPr/>
            </p:nvSpPr>
            <p:spPr bwMode="auto">
              <a:xfrm>
                <a:off x="3068" y="538"/>
                <a:ext cx="265" cy="528"/>
              </a:xfrm>
              <a:custGeom>
                <a:avLst/>
                <a:gdLst>
                  <a:gd name="T0" fmla="*/ 0 w 2128"/>
                  <a:gd name="T1" fmla="*/ 0 h 4230"/>
                  <a:gd name="T2" fmla="*/ 0 w 2128"/>
                  <a:gd name="T3" fmla="*/ 0 h 4230"/>
                  <a:gd name="T4" fmla="*/ 0 w 2128"/>
                  <a:gd name="T5" fmla="*/ 0 h 4230"/>
                  <a:gd name="T6" fmla="*/ 0 w 2128"/>
                  <a:gd name="T7" fmla="*/ 0 h 4230"/>
                  <a:gd name="T8" fmla="*/ 0 w 2128"/>
                  <a:gd name="T9" fmla="*/ 0 h 4230"/>
                  <a:gd name="T10" fmla="*/ 0 w 2128"/>
                  <a:gd name="T11" fmla="*/ 0 h 4230"/>
                  <a:gd name="T12" fmla="*/ 0 w 2128"/>
                  <a:gd name="T13" fmla="*/ 0 h 4230"/>
                  <a:gd name="T14" fmla="*/ 0 w 2128"/>
                  <a:gd name="T15" fmla="*/ 0 h 4230"/>
                  <a:gd name="T16" fmla="*/ 0 w 2128"/>
                  <a:gd name="T17" fmla="*/ 0 h 4230"/>
                  <a:gd name="T18" fmla="*/ 0 w 2128"/>
                  <a:gd name="T19" fmla="*/ 0 h 4230"/>
                  <a:gd name="T20" fmla="*/ 0 w 2128"/>
                  <a:gd name="T21" fmla="*/ 0 h 4230"/>
                  <a:gd name="T22" fmla="*/ 0 w 2128"/>
                  <a:gd name="T23" fmla="*/ 0 h 4230"/>
                  <a:gd name="T24" fmla="*/ 0 w 2128"/>
                  <a:gd name="T25" fmla="*/ 0 h 4230"/>
                  <a:gd name="T26" fmla="*/ 0 w 2128"/>
                  <a:gd name="T27" fmla="*/ 0 h 4230"/>
                  <a:gd name="T28" fmla="*/ 0 w 2128"/>
                  <a:gd name="T29" fmla="*/ 0 h 4230"/>
                  <a:gd name="T30" fmla="*/ 0 w 2128"/>
                  <a:gd name="T31" fmla="*/ 0 h 4230"/>
                  <a:gd name="T32" fmla="*/ 0 w 2128"/>
                  <a:gd name="T33" fmla="*/ 0 h 4230"/>
                  <a:gd name="T34" fmla="*/ 0 w 2128"/>
                  <a:gd name="T35" fmla="*/ 0 h 4230"/>
                  <a:gd name="T36" fmla="*/ 0 w 2128"/>
                  <a:gd name="T37" fmla="*/ 0 h 4230"/>
                  <a:gd name="T38" fmla="*/ 0 w 2128"/>
                  <a:gd name="T39" fmla="*/ 0 h 4230"/>
                  <a:gd name="T40" fmla="*/ 0 w 2128"/>
                  <a:gd name="T41" fmla="*/ 0 h 4230"/>
                  <a:gd name="T42" fmla="*/ 0 w 2128"/>
                  <a:gd name="T43" fmla="*/ 0 h 4230"/>
                  <a:gd name="T44" fmla="*/ 0 w 2128"/>
                  <a:gd name="T45" fmla="*/ 0 h 4230"/>
                  <a:gd name="T46" fmla="*/ 0 w 2128"/>
                  <a:gd name="T47" fmla="*/ 0 h 4230"/>
                  <a:gd name="T48" fmla="*/ 0 w 2128"/>
                  <a:gd name="T49" fmla="*/ 0 h 4230"/>
                  <a:gd name="T50" fmla="*/ 0 w 2128"/>
                  <a:gd name="T51" fmla="*/ 0 h 4230"/>
                  <a:gd name="T52" fmla="*/ 0 w 2128"/>
                  <a:gd name="T53" fmla="*/ 0 h 4230"/>
                  <a:gd name="T54" fmla="*/ 0 w 2128"/>
                  <a:gd name="T55" fmla="*/ 0 h 4230"/>
                  <a:gd name="T56" fmla="*/ 0 w 2128"/>
                  <a:gd name="T57" fmla="*/ 0 h 4230"/>
                  <a:gd name="T58" fmla="*/ 0 w 2128"/>
                  <a:gd name="T59" fmla="*/ 0 h 4230"/>
                  <a:gd name="T60" fmla="*/ 0 w 2128"/>
                  <a:gd name="T61" fmla="*/ 0 h 4230"/>
                  <a:gd name="T62" fmla="*/ 0 w 2128"/>
                  <a:gd name="T63" fmla="*/ 0 h 4230"/>
                  <a:gd name="T64" fmla="*/ 0 w 2128"/>
                  <a:gd name="T65" fmla="*/ 0 h 4230"/>
                  <a:gd name="T66" fmla="*/ 0 w 2128"/>
                  <a:gd name="T67" fmla="*/ 0 h 423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128"/>
                  <a:gd name="T103" fmla="*/ 0 h 4230"/>
                  <a:gd name="T104" fmla="*/ 2128 w 2128"/>
                  <a:gd name="T105" fmla="*/ 4230 h 423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128" h="4230">
                    <a:moveTo>
                      <a:pt x="1376" y="479"/>
                    </a:moveTo>
                    <a:lnTo>
                      <a:pt x="1295" y="878"/>
                    </a:lnTo>
                    <a:lnTo>
                      <a:pt x="1162" y="1214"/>
                    </a:lnTo>
                    <a:lnTo>
                      <a:pt x="1051" y="1486"/>
                    </a:lnTo>
                    <a:lnTo>
                      <a:pt x="895" y="1768"/>
                    </a:lnTo>
                    <a:lnTo>
                      <a:pt x="738" y="2010"/>
                    </a:lnTo>
                    <a:lnTo>
                      <a:pt x="592" y="2187"/>
                    </a:lnTo>
                    <a:lnTo>
                      <a:pt x="387" y="2356"/>
                    </a:lnTo>
                    <a:lnTo>
                      <a:pt x="616" y="2174"/>
                    </a:lnTo>
                    <a:lnTo>
                      <a:pt x="833" y="1911"/>
                    </a:lnTo>
                    <a:lnTo>
                      <a:pt x="1066" y="1539"/>
                    </a:lnTo>
                    <a:lnTo>
                      <a:pt x="1249" y="1139"/>
                    </a:lnTo>
                    <a:lnTo>
                      <a:pt x="1376" y="807"/>
                    </a:lnTo>
                    <a:lnTo>
                      <a:pt x="1339" y="1120"/>
                    </a:lnTo>
                    <a:lnTo>
                      <a:pt x="1162" y="1607"/>
                    </a:lnTo>
                    <a:lnTo>
                      <a:pt x="957" y="1972"/>
                    </a:lnTo>
                    <a:lnTo>
                      <a:pt x="724" y="2273"/>
                    </a:lnTo>
                    <a:lnTo>
                      <a:pt x="459" y="2487"/>
                    </a:lnTo>
                    <a:lnTo>
                      <a:pt x="291" y="2574"/>
                    </a:lnTo>
                    <a:lnTo>
                      <a:pt x="352" y="2141"/>
                    </a:lnTo>
                    <a:lnTo>
                      <a:pt x="401" y="1632"/>
                    </a:lnTo>
                    <a:lnTo>
                      <a:pt x="436" y="1236"/>
                    </a:lnTo>
                    <a:lnTo>
                      <a:pt x="459" y="733"/>
                    </a:lnTo>
                    <a:lnTo>
                      <a:pt x="473" y="442"/>
                    </a:lnTo>
                    <a:lnTo>
                      <a:pt x="521" y="214"/>
                    </a:lnTo>
                    <a:lnTo>
                      <a:pt x="567" y="58"/>
                    </a:lnTo>
                    <a:lnTo>
                      <a:pt x="607" y="0"/>
                    </a:lnTo>
                    <a:lnTo>
                      <a:pt x="535" y="73"/>
                    </a:lnTo>
                    <a:lnTo>
                      <a:pt x="473" y="240"/>
                    </a:lnTo>
                    <a:lnTo>
                      <a:pt x="424" y="550"/>
                    </a:lnTo>
                    <a:lnTo>
                      <a:pt x="401" y="1139"/>
                    </a:lnTo>
                    <a:lnTo>
                      <a:pt x="352" y="1671"/>
                    </a:lnTo>
                    <a:lnTo>
                      <a:pt x="304" y="2116"/>
                    </a:lnTo>
                    <a:lnTo>
                      <a:pt x="217" y="2583"/>
                    </a:lnTo>
                    <a:lnTo>
                      <a:pt x="84" y="2655"/>
                    </a:lnTo>
                    <a:lnTo>
                      <a:pt x="73" y="2809"/>
                    </a:lnTo>
                    <a:lnTo>
                      <a:pt x="35" y="3149"/>
                    </a:lnTo>
                    <a:lnTo>
                      <a:pt x="0" y="3449"/>
                    </a:lnTo>
                    <a:lnTo>
                      <a:pt x="314" y="3591"/>
                    </a:lnTo>
                    <a:lnTo>
                      <a:pt x="424" y="4004"/>
                    </a:lnTo>
                    <a:lnTo>
                      <a:pt x="535" y="4230"/>
                    </a:lnTo>
                    <a:lnTo>
                      <a:pt x="583" y="3677"/>
                    </a:lnTo>
                    <a:lnTo>
                      <a:pt x="607" y="3306"/>
                    </a:lnTo>
                    <a:lnTo>
                      <a:pt x="642" y="3005"/>
                    </a:lnTo>
                    <a:lnTo>
                      <a:pt x="680" y="2932"/>
                    </a:lnTo>
                    <a:lnTo>
                      <a:pt x="917" y="2667"/>
                    </a:lnTo>
                    <a:lnTo>
                      <a:pt x="1066" y="2460"/>
                    </a:lnTo>
                    <a:lnTo>
                      <a:pt x="1198" y="2238"/>
                    </a:lnTo>
                    <a:lnTo>
                      <a:pt x="1305" y="2068"/>
                    </a:lnTo>
                    <a:lnTo>
                      <a:pt x="1354" y="2058"/>
                    </a:lnTo>
                    <a:lnTo>
                      <a:pt x="1402" y="2082"/>
                    </a:lnTo>
                    <a:lnTo>
                      <a:pt x="1439" y="2150"/>
                    </a:lnTo>
                    <a:lnTo>
                      <a:pt x="1475" y="2559"/>
                    </a:lnTo>
                    <a:lnTo>
                      <a:pt x="1462" y="2860"/>
                    </a:lnTo>
                    <a:lnTo>
                      <a:pt x="1439" y="3110"/>
                    </a:lnTo>
                    <a:lnTo>
                      <a:pt x="1653" y="3077"/>
                    </a:lnTo>
                    <a:lnTo>
                      <a:pt x="1814" y="3029"/>
                    </a:lnTo>
                    <a:lnTo>
                      <a:pt x="1948" y="2967"/>
                    </a:lnTo>
                    <a:lnTo>
                      <a:pt x="2018" y="2882"/>
                    </a:lnTo>
                    <a:lnTo>
                      <a:pt x="1996" y="2082"/>
                    </a:lnTo>
                    <a:lnTo>
                      <a:pt x="2029" y="1837"/>
                    </a:lnTo>
                    <a:lnTo>
                      <a:pt x="1958" y="1803"/>
                    </a:lnTo>
                    <a:lnTo>
                      <a:pt x="2066" y="1551"/>
                    </a:lnTo>
                    <a:lnTo>
                      <a:pt x="2128" y="961"/>
                    </a:lnTo>
                    <a:lnTo>
                      <a:pt x="1861" y="744"/>
                    </a:lnTo>
                    <a:lnTo>
                      <a:pt x="1547" y="467"/>
                    </a:lnTo>
                    <a:lnTo>
                      <a:pt x="1439" y="322"/>
                    </a:lnTo>
                    <a:lnTo>
                      <a:pt x="1376" y="47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58" name="Freeform 277">
                <a:extLst>
                  <a:ext uri="{FF2B5EF4-FFF2-40B4-BE49-F238E27FC236}">
                    <a16:creationId xmlns:a16="http://schemas.microsoft.com/office/drawing/2014/main" id="{10D246FA-EA52-EAC0-2FDD-729B1AC8AD0A}"/>
                  </a:ext>
                </a:extLst>
              </p:cNvPr>
              <p:cNvSpPr>
                <a:spLocks/>
              </p:cNvSpPr>
              <p:nvPr/>
            </p:nvSpPr>
            <p:spPr bwMode="auto">
              <a:xfrm>
                <a:off x="3012" y="539"/>
                <a:ext cx="115" cy="21"/>
              </a:xfrm>
              <a:custGeom>
                <a:avLst/>
                <a:gdLst>
                  <a:gd name="T0" fmla="*/ 0 w 920"/>
                  <a:gd name="T1" fmla="*/ 0 h 170"/>
                  <a:gd name="T2" fmla="*/ 0 w 920"/>
                  <a:gd name="T3" fmla="*/ 0 h 170"/>
                  <a:gd name="T4" fmla="*/ 0 w 920"/>
                  <a:gd name="T5" fmla="*/ 0 h 170"/>
                  <a:gd name="T6" fmla="*/ 0 w 920"/>
                  <a:gd name="T7" fmla="*/ 0 h 170"/>
                  <a:gd name="T8" fmla="*/ 0 w 920"/>
                  <a:gd name="T9" fmla="*/ 0 h 170"/>
                  <a:gd name="T10" fmla="*/ 0 w 920"/>
                  <a:gd name="T11" fmla="*/ 0 h 170"/>
                  <a:gd name="T12" fmla="*/ 0 w 920"/>
                  <a:gd name="T13" fmla="*/ 0 h 170"/>
                  <a:gd name="T14" fmla="*/ 0 60000 65536"/>
                  <a:gd name="T15" fmla="*/ 0 60000 65536"/>
                  <a:gd name="T16" fmla="*/ 0 60000 65536"/>
                  <a:gd name="T17" fmla="*/ 0 60000 65536"/>
                  <a:gd name="T18" fmla="*/ 0 60000 65536"/>
                  <a:gd name="T19" fmla="*/ 0 60000 65536"/>
                  <a:gd name="T20" fmla="*/ 0 60000 65536"/>
                  <a:gd name="T21" fmla="*/ 0 w 920"/>
                  <a:gd name="T22" fmla="*/ 0 h 170"/>
                  <a:gd name="T23" fmla="*/ 920 w 920"/>
                  <a:gd name="T24" fmla="*/ 170 h 1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20" h="170">
                    <a:moveTo>
                      <a:pt x="0" y="0"/>
                    </a:moveTo>
                    <a:lnTo>
                      <a:pt x="385" y="49"/>
                    </a:lnTo>
                    <a:lnTo>
                      <a:pt x="617" y="49"/>
                    </a:lnTo>
                    <a:lnTo>
                      <a:pt x="920" y="25"/>
                    </a:lnTo>
                    <a:lnTo>
                      <a:pt x="459" y="170"/>
                    </a:lnTo>
                    <a:lnTo>
                      <a:pt x="313" y="8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59" name="Freeform 278">
                <a:extLst>
                  <a:ext uri="{FF2B5EF4-FFF2-40B4-BE49-F238E27FC236}">
                    <a16:creationId xmlns:a16="http://schemas.microsoft.com/office/drawing/2014/main" id="{D73B7EAE-0EA2-3D2A-C653-F51D56A0033F}"/>
                  </a:ext>
                </a:extLst>
              </p:cNvPr>
              <p:cNvSpPr>
                <a:spLocks/>
              </p:cNvSpPr>
              <p:nvPr/>
            </p:nvSpPr>
            <p:spPr bwMode="auto">
              <a:xfrm>
                <a:off x="3057" y="609"/>
                <a:ext cx="32" cy="158"/>
              </a:xfrm>
              <a:custGeom>
                <a:avLst/>
                <a:gdLst>
                  <a:gd name="T0" fmla="*/ 0 w 255"/>
                  <a:gd name="T1" fmla="*/ 0 h 1263"/>
                  <a:gd name="T2" fmla="*/ 0 w 255"/>
                  <a:gd name="T3" fmla="*/ 0 h 1263"/>
                  <a:gd name="T4" fmla="*/ 0 w 255"/>
                  <a:gd name="T5" fmla="*/ 0 h 1263"/>
                  <a:gd name="T6" fmla="*/ 0 w 255"/>
                  <a:gd name="T7" fmla="*/ 0 h 1263"/>
                  <a:gd name="T8" fmla="*/ 0 w 255"/>
                  <a:gd name="T9" fmla="*/ 0 h 1263"/>
                  <a:gd name="T10" fmla="*/ 0 w 255"/>
                  <a:gd name="T11" fmla="*/ 0 h 1263"/>
                  <a:gd name="T12" fmla="*/ 0 w 255"/>
                  <a:gd name="T13" fmla="*/ 0 h 1263"/>
                  <a:gd name="T14" fmla="*/ 0 w 255"/>
                  <a:gd name="T15" fmla="*/ 0 h 1263"/>
                  <a:gd name="T16" fmla="*/ 0 60000 65536"/>
                  <a:gd name="T17" fmla="*/ 0 60000 65536"/>
                  <a:gd name="T18" fmla="*/ 0 60000 65536"/>
                  <a:gd name="T19" fmla="*/ 0 60000 65536"/>
                  <a:gd name="T20" fmla="*/ 0 60000 65536"/>
                  <a:gd name="T21" fmla="*/ 0 60000 65536"/>
                  <a:gd name="T22" fmla="*/ 0 60000 65536"/>
                  <a:gd name="T23" fmla="*/ 0 60000 65536"/>
                  <a:gd name="T24" fmla="*/ 0 w 255"/>
                  <a:gd name="T25" fmla="*/ 0 h 1263"/>
                  <a:gd name="T26" fmla="*/ 255 w 255"/>
                  <a:gd name="T27" fmla="*/ 1263 h 12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5" h="1263">
                    <a:moveTo>
                      <a:pt x="85" y="0"/>
                    </a:moveTo>
                    <a:lnTo>
                      <a:pt x="255" y="134"/>
                    </a:lnTo>
                    <a:lnTo>
                      <a:pt x="35" y="218"/>
                    </a:lnTo>
                    <a:lnTo>
                      <a:pt x="97" y="1240"/>
                    </a:lnTo>
                    <a:lnTo>
                      <a:pt x="72" y="1263"/>
                    </a:lnTo>
                    <a:lnTo>
                      <a:pt x="0" y="209"/>
                    </a:lnTo>
                    <a:lnTo>
                      <a:pt x="182" y="121"/>
                    </a:lnTo>
                    <a:lnTo>
                      <a:pt x="8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60" name="Freeform 279">
                <a:extLst>
                  <a:ext uri="{FF2B5EF4-FFF2-40B4-BE49-F238E27FC236}">
                    <a16:creationId xmlns:a16="http://schemas.microsoft.com/office/drawing/2014/main" id="{CEADC06E-6598-3B55-16E6-2930EDD6C2B3}"/>
                  </a:ext>
                </a:extLst>
              </p:cNvPr>
              <p:cNvSpPr>
                <a:spLocks/>
              </p:cNvSpPr>
              <p:nvPr/>
            </p:nvSpPr>
            <p:spPr bwMode="auto">
              <a:xfrm>
                <a:off x="3112" y="633"/>
                <a:ext cx="78" cy="136"/>
              </a:xfrm>
              <a:custGeom>
                <a:avLst/>
                <a:gdLst>
                  <a:gd name="T0" fmla="*/ 0 w 628"/>
                  <a:gd name="T1" fmla="*/ 0 h 1082"/>
                  <a:gd name="T2" fmla="*/ 0 w 628"/>
                  <a:gd name="T3" fmla="*/ 0 h 1082"/>
                  <a:gd name="T4" fmla="*/ 0 w 628"/>
                  <a:gd name="T5" fmla="*/ 0 h 1082"/>
                  <a:gd name="T6" fmla="*/ 0 w 628"/>
                  <a:gd name="T7" fmla="*/ 0 h 1082"/>
                  <a:gd name="T8" fmla="*/ 0 w 628"/>
                  <a:gd name="T9" fmla="*/ 0 h 1082"/>
                  <a:gd name="T10" fmla="*/ 0 w 628"/>
                  <a:gd name="T11" fmla="*/ 0 h 1082"/>
                  <a:gd name="T12" fmla="*/ 0 w 628"/>
                  <a:gd name="T13" fmla="*/ 0 h 1082"/>
                  <a:gd name="T14" fmla="*/ 0 w 628"/>
                  <a:gd name="T15" fmla="*/ 0 h 1082"/>
                  <a:gd name="T16" fmla="*/ 0 w 628"/>
                  <a:gd name="T17" fmla="*/ 0 h 1082"/>
                  <a:gd name="T18" fmla="*/ 0 w 628"/>
                  <a:gd name="T19" fmla="*/ 0 h 1082"/>
                  <a:gd name="T20" fmla="*/ 0 w 628"/>
                  <a:gd name="T21" fmla="*/ 0 h 1082"/>
                  <a:gd name="T22" fmla="*/ 0 w 628"/>
                  <a:gd name="T23" fmla="*/ 0 h 1082"/>
                  <a:gd name="T24" fmla="*/ 0 w 628"/>
                  <a:gd name="T25" fmla="*/ 0 h 1082"/>
                  <a:gd name="T26" fmla="*/ 0 w 628"/>
                  <a:gd name="T27" fmla="*/ 0 h 1082"/>
                  <a:gd name="T28" fmla="*/ 0 w 628"/>
                  <a:gd name="T29" fmla="*/ 0 h 1082"/>
                  <a:gd name="T30" fmla="*/ 0 w 628"/>
                  <a:gd name="T31" fmla="*/ 0 h 1082"/>
                  <a:gd name="T32" fmla="*/ 0 w 628"/>
                  <a:gd name="T33" fmla="*/ 0 h 1082"/>
                  <a:gd name="T34" fmla="*/ 0 w 628"/>
                  <a:gd name="T35" fmla="*/ 0 h 1082"/>
                  <a:gd name="T36" fmla="*/ 0 w 628"/>
                  <a:gd name="T37" fmla="*/ 0 h 1082"/>
                  <a:gd name="T38" fmla="*/ 0 w 628"/>
                  <a:gd name="T39" fmla="*/ 0 h 1082"/>
                  <a:gd name="T40" fmla="*/ 0 w 628"/>
                  <a:gd name="T41" fmla="*/ 0 h 1082"/>
                  <a:gd name="T42" fmla="*/ 0 w 628"/>
                  <a:gd name="T43" fmla="*/ 0 h 10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28"/>
                  <a:gd name="T67" fmla="*/ 0 h 1082"/>
                  <a:gd name="T68" fmla="*/ 628 w 628"/>
                  <a:gd name="T69" fmla="*/ 1082 h 108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28" h="1082">
                    <a:moveTo>
                      <a:pt x="290" y="240"/>
                    </a:moveTo>
                    <a:lnTo>
                      <a:pt x="409" y="194"/>
                    </a:lnTo>
                    <a:lnTo>
                      <a:pt x="519" y="111"/>
                    </a:lnTo>
                    <a:lnTo>
                      <a:pt x="628" y="0"/>
                    </a:lnTo>
                    <a:lnTo>
                      <a:pt x="628" y="385"/>
                    </a:lnTo>
                    <a:lnTo>
                      <a:pt x="589" y="159"/>
                    </a:lnTo>
                    <a:lnTo>
                      <a:pt x="519" y="240"/>
                    </a:lnTo>
                    <a:lnTo>
                      <a:pt x="519" y="134"/>
                    </a:lnTo>
                    <a:lnTo>
                      <a:pt x="446" y="208"/>
                    </a:lnTo>
                    <a:lnTo>
                      <a:pt x="506" y="265"/>
                    </a:lnTo>
                    <a:lnTo>
                      <a:pt x="481" y="304"/>
                    </a:lnTo>
                    <a:lnTo>
                      <a:pt x="432" y="282"/>
                    </a:lnTo>
                    <a:lnTo>
                      <a:pt x="386" y="434"/>
                    </a:lnTo>
                    <a:lnTo>
                      <a:pt x="275" y="676"/>
                    </a:lnTo>
                    <a:lnTo>
                      <a:pt x="146" y="913"/>
                    </a:lnTo>
                    <a:lnTo>
                      <a:pt x="24" y="1082"/>
                    </a:lnTo>
                    <a:lnTo>
                      <a:pt x="0" y="1012"/>
                    </a:lnTo>
                    <a:lnTo>
                      <a:pt x="158" y="807"/>
                    </a:lnTo>
                    <a:lnTo>
                      <a:pt x="264" y="592"/>
                    </a:lnTo>
                    <a:lnTo>
                      <a:pt x="372" y="372"/>
                    </a:lnTo>
                    <a:lnTo>
                      <a:pt x="409" y="219"/>
                    </a:lnTo>
                    <a:lnTo>
                      <a:pt x="290" y="2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61" name="Freeform 280">
                <a:extLst>
                  <a:ext uri="{FF2B5EF4-FFF2-40B4-BE49-F238E27FC236}">
                    <a16:creationId xmlns:a16="http://schemas.microsoft.com/office/drawing/2014/main" id="{66B9BA68-2939-394A-BD50-16D7A7855B56}"/>
                  </a:ext>
                </a:extLst>
              </p:cNvPr>
              <p:cNvSpPr>
                <a:spLocks/>
              </p:cNvSpPr>
              <p:nvPr/>
            </p:nvSpPr>
            <p:spPr bwMode="auto">
              <a:xfrm>
                <a:off x="3112" y="675"/>
                <a:ext cx="63" cy="161"/>
              </a:xfrm>
              <a:custGeom>
                <a:avLst/>
                <a:gdLst>
                  <a:gd name="T0" fmla="*/ 0 w 506"/>
                  <a:gd name="T1" fmla="*/ 0 h 1286"/>
                  <a:gd name="T2" fmla="*/ 0 w 506"/>
                  <a:gd name="T3" fmla="*/ 0 h 1286"/>
                  <a:gd name="T4" fmla="*/ 0 w 506"/>
                  <a:gd name="T5" fmla="*/ 0 h 1286"/>
                  <a:gd name="T6" fmla="*/ 0 w 506"/>
                  <a:gd name="T7" fmla="*/ 0 h 1286"/>
                  <a:gd name="T8" fmla="*/ 0 w 506"/>
                  <a:gd name="T9" fmla="*/ 0 h 1286"/>
                  <a:gd name="T10" fmla="*/ 0 w 506"/>
                  <a:gd name="T11" fmla="*/ 0 h 1286"/>
                  <a:gd name="T12" fmla="*/ 0 w 506"/>
                  <a:gd name="T13" fmla="*/ 0 h 1286"/>
                  <a:gd name="T14" fmla="*/ 0 w 506"/>
                  <a:gd name="T15" fmla="*/ 0 h 1286"/>
                  <a:gd name="T16" fmla="*/ 0 w 506"/>
                  <a:gd name="T17" fmla="*/ 0 h 1286"/>
                  <a:gd name="T18" fmla="*/ 0 w 506"/>
                  <a:gd name="T19" fmla="*/ 0 h 1286"/>
                  <a:gd name="T20" fmla="*/ 0 w 506"/>
                  <a:gd name="T21" fmla="*/ 0 h 12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06"/>
                  <a:gd name="T34" fmla="*/ 0 h 1286"/>
                  <a:gd name="T35" fmla="*/ 506 w 506"/>
                  <a:gd name="T36" fmla="*/ 1286 h 12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06" h="1286">
                    <a:moveTo>
                      <a:pt x="506" y="0"/>
                    </a:moveTo>
                    <a:lnTo>
                      <a:pt x="432" y="292"/>
                    </a:lnTo>
                    <a:lnTo>
                      <a:pt x="328" y="624"/>
                    </a:lnTo>
                    <a:lnTo>
                      <a:pt x="206" y="916"/>
                    </a:lnTo>
                    <a:lnTo>
                      <a:pt x="84" y="1155"/>
                    </a:lnTo>
                    <a:lnTo>
                      <a:pt x="0" y="1286"/>
                    </a:lnTo>
                    <a:lnTo>
                      <a:pt x="97" y="1191"/>
                    </a:lnTo>
                    <a:lnTo>
                      <a:pt x="215" y="978"/>
                    </a:lnTo>
                    <a:lnTo>
                      <a:pt x="328" y="675"/>
                    </a:lnTo>
                    <a:lnTo>
                      <a:pt x="432" y="327"/>
                    </a:lnTo>
                    <a:lnTo>
                      <a:pt x="50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62" name="Freeform 281">
                <a:extLst>
                  <a:ext uri="{FF2B5EF4-FFF2-40B4-BE49-F238E27FC236}">
                    <a16:creationId xmlns:a16="http://schemas.microsoft.com/office/drawing/2014/main" id="{16B23822-E94F-43D4-65AB-643092B5C31B}"/>
                  </a:ext>
                </a:extLst>
              </p:cNvPr>
              <p:cNvSpPr>
                <a:spLocks/>
              </p:cNvSpPr>
              <p:nvPr/>
            </p:nvSpPr>
            <p:spPr bwMode="auto">
              <a:xfrm>
                <a:off x="2616" y="934"/>
                <a:ext cx="68" cy="63"/>
              </a:xfrm>
              <a:custGeom>
                <a:avLst/>
                <a:gdLst>
                  <a:gd name="T0" fmla="*/ 0 w 547"/>
                  <a:gd name="T1" fmla="*/ 0 h 503"/>
                  <a:gd name="T2" fmla="*/ 0 w 547"/>
                  <a:gd name="T3" fmla="*/ 0 h 503"/>
                  <a:gd name="T4" fmla="*/ 0 w 547"/>
                  <a:gd name="T5" fmla="*/ 0 h 503"/>
                  <a:gd name="T6" fmla="*/ 0 w 547"/>
                  <a:gd name="T7" fmla="*/ 0 h 503"/>
                  <a:gd name="T8" fmla="*/ 0 w 547"/>
                  <a:gd name="T9" fmla="*/ 0 h 503"/>
                  <a:gd name="T10" fmla="*/ 0 w 547"/>
                  <a:gd name="T11" fmla="*/ 0 h 503"/>
                  <a:gd name="T12" fmla="*/ 0 w 547"/>
                  <a:gd name="T13" fmla="*/ 0 h 503"/>
                  <a:gd name="T14" fmla="*/ 0 w 547"/>
                  <a:gd name="T15" fmla="*/ 0 h 503"/>
                  <a:gd name="T16" fmla="*/ 0 w 547"/>
                  <a:gd name="T17" fmla="*/ 0 h 503"/>
                  <a:gd name="T18" fmla="*/ 0 w 547"/>
                  <a:gd name="T19" fmla="*/ 0 h 503"/>
                  <a:gd name="T20" fmla="*/ 0 w 547"/>
                  <a:gd name="T21" fmla="*/ 0 h 503"/>
                  <a:gd name="T22" fmla="*/ 0 w 547"/>
                  <a:gd name="T23" fmla="*/ 0 h 503"/>
                  <a:gd name="T24" fmla="*/ 0 w 547"/>
                  <a:gd name="T25" fmla="*/ 0 h 503"/>
                  <a:gd name="T26" fmla="*/ 0 w 547"/>
                  <a:gd name="T27" fmla="*/ 0 h 503"/>
                  <a:gd name="T28" fmla="*/ 0 w 547"/>
                  <a:gd name="T29" fmla="*/ 0 h 503"/>
                  <a:gd name="T30" fmla="*/ 0 w 547"/>
                  <a:gd name="T31" fmla="*/ 0 h 503"/>
                  <a:gd name="T32" fmla="*/ 0 w 547"/>
                  <a:gd name="T33" fmla="*/ 0 h 503"/>
                  <a:gd name="T34" fmla="*/ 0 w 547"/>
                  <a:gd name="T35" fmla="*/ 0 h 503"/>
                  <a:gd name="T36" fmla="*/ 0 w 547"/>
                  <a:gd name="T37" fmla="*/ 0 h 503"/>
                  <a:gd name="T38" fmla="*/ 0 w 547"/>
                  <a:gd name="T39" fmla="*/ 0 h 503"/>
                  <a:gd name="T40" fmla="*/ 0 w 547"/>
                  <a:gd name="T41" fmla="*/ 0 h 5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47"/>
                  <a:gd name="T64" fmla="*/ 0 h 503"/>
                  <a:gd name="T65" fmla="*/ 547 w 547"/>
                  <a:gd name="T66" fmla="*/ 503 h 5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47" h="503">
                    <a:moveTo>
                      <a:pt x="355" y="339"/>
                    </a:moveTo>
                    <a:lnTo>
                      <a:pt x="401" y="219"/>
                    </a:lnTo>
                    <a:lnTo>
                      <a:pt x="547" y="35"/>
                    </a:lnTo>
                    <a:lnTo>
                      <a:pt x="425" y="0"/>
                    </a:lnTo>
                    <a:lnTo>
                      <a:pt x="376" y="35"/>
                    </a:lnTo>
                    <a:lnTo>
                      <a:pt x="207" y="35"/>
                    </a:lnTo>
                    <a:lnTo>
                      <a:pt x="111" y="11"/>
                    </a:lnTo>
                    <a:lnTo>
                      <a:pt x="161" y="97"/>
                    </a:lnTo>
                    <a:lnTo>
                      <a:pt x="102" y="169"/>
                    </a:lnTo>
                    <a:lnTo>
                      <a:pt x="76" y="266"/>
                    </a:lnTo>
                    <a:lnTo>
                      <a:pt x="40" y="266"/>
                    </a:lnTo>
                    <a:lnTo>
                      <a:pt x="0" y="194"/>
                    </a:lnTo>
                    <a:lnTo>
                      <a:pt x="0" y="468"/>
                    </a:lnTo>
                    <a:lnTo>
                      <a:pt x="40" y="503"/>
                    </a:lnTo>
                    <a:lnTo>
                      <a:pt x="40" y="385"/>
                    </a:lnTo>
                    <a:lnTo>
                      <a:pt x="76" y="312"/>
                    </a:lnTo>
                    <a:lnTo>
                      <a:pt x="123" y="266"/>
                    </a:lnTo>
                    <a:lnTo>
                      <a:pt x="233" y="242"/>
                    </a:lnTo>
                    <a:lnTo>
                      <a:pt x="330" y="242"/>
                    </a:lnTo>
                    <a:lnTo>
                      <a:pt x="330" y="312"/>
                    </a:lnTo>
                    <a:lnTo>
                      <a:pt x="355" y="3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63" name="Freeform 282">
                <a:extLst>
                  <a:ext uri="{FF2B5EF4-FFF2-40B4-BE49-F238E27FC236}">
                    <a16:creationId xmlns:a16="http://schemas.microsoft.com/office/drawing/2014/main" id="{19EDD976-B4EB-3013-DA27-4BEFD7CC40DD}"/>
                  </a:ext>
                </a:extLst>
              </p:cNvPr>
              <p:cNvSpPr>
                <a:spLocks/>
              </p:cNvSpPr>
              <p:nvPr/>
            </p:nvSpPr>
            <p:spPr bwMode="auto">
              <a:xfrm>
                <a:off x="2605" y="932"/>
                <a:ext cx="24" cy="65"/>
              </a:xfrm>
              <a:custGeom>
                <a:avLst/>
                <a:gdLst>
                  <a:gd name="T0" fmla="*/ 0 w 194"/>
                  <a:gd name="T1" fmla="*/ 0 h 519"/>
                  <a:gd name="T2" fmla="*/ 0 w 194"/>
                  <a:gd name="T3" fmla="*/ 0 h 519"/>
                  <a:gd name="T4" fmla="*/ 0 w 194"/>
                  <a:gd name="T5" fmla="*/ 0 h 519"/>
                  <a:gd name="T6" fmla="*/ 0 w 194"/>
                  <a:gd name="T7" fmla="*/ 0 h 519"/>
                  <a:gd name="T8" fmla="*/ 0 w 194"/>
                  <a:gd name="T9" fmla="*/ 0 h 519"/>
                  <a:gd name="T10" fmla="*/ 0 w 194"/>
                  <a:gd name="T11" fmla="*/ 0 h 519"/>
                  <a:gd name="T12" fmla="*/ 0 w 194"/>
                  <a:gd name="T13" fmla="*/ 0 h 519"/>
                  <a:gd name="T14" fmla="*/ 0 60000 65536"/>
                  <a:gd name="T15" fmla="*/ 0 60000 65536"/>
                  <a:gd name="T16" fmla="*/ 0 60000 65536"/>
                  <a:gd name="T17" fmla="*/ 0 60000 65536"/>
                  <a:gd name="T18" fmla="*/ 0 60000 65536"/>
                  <a:gd name="T19" fmla="*/ 0 60000 65536"/>
                  <a:gd name="T20" fmla="*/ 0 60000 65536"/>
                  <a:gd name="T21" fmla="*/ 0 w 194"/>
                  <a:gd name="T22" fmla="*/ 0 h 519"/>
                  <a:gd name="T23" fmla="*/ 194 w 194"/>
                  <a:gd name="T24" fmla="*/ 519 h 5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4" h="519">
                    <a:moveTo>
                      <a:pt x="169" y="16"/>
                    </a:moveTo>
                    <a:lnTo>
                      <a:pt x="0" y="315"/>
                    </a:lnTo>
                    <a:lnTo>
                      <a:pt x="62" y="505"/>
                    </a:lnTo>
                    <a:lnTo>
                      <a:pt x="108" y="519"/>
                    </a:lnTo>
                    <a:lnTo>
                      <a:pt x="24" y="328"/>
                    </a:lnTo>
                    <a:lnTo>
                      <a:pt x="194" y="0"/>
                    </a:lnTo>
                    <a:lnTo>
                      <a:pt x="169"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64" name="Freeform 283">
                <a:extLst>
                  <a:ext uri="{FF2B5EF4-FFF2-40B4-BE49-F238E27FC236}">
                    <a16:creationId xmlns:a16="http://schemas.microsoft.com/office/drawing/2014/main" id="{2E4F6AA2-8C37-4AAA-51BC-14088E5F1A1F}"/>
                  </a:ext>
                </a:extLst>
              </p:cNvPr>
              <p:cNvSpPr>
                <a:spLocks/>
              </p:cNvSpPr>
              <p:nvPr/>
            </p:nvSpPr>
            <p:spPr bwMode="auto">
              <a:xfrm>
                <a:off x="2643" y="989"/>
                <a:ext cx="296" cy="342"/>
              </a:xfrm>
              <a:custGeom>
                <a:avLst/>
                <a:gdLst>
                  <a:gd name="T0" fmla="*/ 0 w 2369"/>
                  <a:gd name="T1" fmla="*/ 0 h 2740"/>
                  <a:gd name="T2" fmla="*/ 0 w 2369"/>
                  <a:gd name="T3" fmla="*/ 0 h 2740"/>
                  <a:gd name="T4" fmla="*/ 0 w 2369"/>
                  <a:gd name="T5" fmla="*/ 0 h 2740"/>
                  <a:gd name="T6" fmla="*/ 0 w 2369"/>
                  <a:gd name="T7" fmla="*/ 0 h 2740"/>
                  <a:gd name="T8" fmla="*/ 0 w 2369"/>
                  <a:gd name="T9" fmla="*/ 0 h 2740"/>
                  <a:gd name="T10" fmla="*/ 0 w 2369"/>
                  <a:gd name="T11" fmla="*/ 0 h 2740"/>
                  <a:gd name="T12" fmla="*/ 0 w 2369"/>
                  <a:gd name="T13" fmla="*/ 0 h 2740"/>
                  <a:gd name="T14" fmla="*/ 0 w 2369"/>
                  <a:gd name="T15" fmla="*/ 0 h 2740"/>
                  <a:gd name="T16" fmla="*/ 0 w 2369"/>
                  <a:gd name="T17" fmla="*/ 0 h 2740"/>
                  <a:gd name="T18" fmla="*/ 0 w 2369"/>
                  <a:gd name="T19" fmla="*/ 0 h 2740"/>
                  <a:gd name="T20" fmla="*/ 0 w 2369"/>
                  <a:gd name="T21" fmla="*/ 0 h 2740"/>
                  <a:gd name="T22" fmla="*/ 0 w 2369"/>
                  <a:gd name="T23" fmla="*/ 0 h 2740"/>
                  <a:gd name="T24" fmla="*/ 0 w 2369"/>
                  <a:gd name="T25" fmla="*/ 0 h 2740"/>
                  <a:gd name="T26" fmla="*/ 0 w 2369"/>
                  <a:gd name="T27" fmla="*/ 0 h 2740"/>
                  <a:gd name="T28" fmla="*/ 0 w 2369"/>
                  <a:gd name="T29" fmla="*/ 0 h 2740"/>
                  <a:gd name="T30" fmla="*/ 0 w 2369"/>
                  <a:gd name="T31" fmla="*/ 0 h 2740"/>
                  <a:gd name="T32" fmla="*/ 0 w 2369"/>
                  <a:gd name="T33" fmla="*/ 0 h 2740"/>
                  <a:gd name="T34" fmla="*/ 0 w 2369"/>
                  <a:gd name="T35" fmla="*/ 0 h 2740"/>
                  <a:gd name="T36" fmla="*/ 0 w 2369"/>
                  <a:gd name="T37" fmla="*/ 0 h 2740"/>
                  <a:gd name="T38" fmla="*/ 0 w 2369"/>
                  <a:gd name="T39" fmla="*/ 0 h 2740"/>
                  <a:gd name="T40" fmla="*/ 0 w 2369"/>
                  <a:gd name="T41" fmla="*/ 0 h 2740"/>
                  <a:gd name="T42" fmla="*/ 0 w 2369"/>
                  <a:gd name="T43" fmla="*/ 0 h 2740"/>
                  <a:gd name="T44" fmla="*/ 0 w 2369"/>
                  <a:gd name="T45" fmla="*/ 0 h 2740"/>
                  <a:gd name="T46" fmla="*/ 0 w 2369"/>
                  <a:gd name="T47" fmla="*/ 0 h 2740"/>
                  <a:gd name="T48" fmla="*/ 0 w 2369"/>
                  <a:gd name="T49" fmla="*/ 0 h 2740"/>
                  <a:gd name="T50" fmla="*/ 0 w 2369"/>
                  <a:gd name="T51" fmla="*/ 0 h 2740"/>
                  <a:gd name="T52" fmla="*/ 0 w 2369"/>
                  <a:gd name="T53" fmla="*/ 0 h 2740"/>
                  <a:gd name="T54" fmla="*/ 0 w 2369"/>
                  <a:gd name="T55" fmla="*/ 0 h 2740"/>
                  <a:gd name="T56" fmla="*/ 0 w 2369"/>
                  <a:gd name="T57" fmla="*/ 0 h 2740"/>
                  <a:gd name="T58" fmla="*/ 0 w 2369"/>
                  <a:gd name="T59" fmla="*/ 0 h 2740"/>
                  <a:gd name="T60" fmla="*/ 0 w 2369"/>
                  <a:gd name="T61" fmla="*/ 0 h 2740"/>
                  <a:gd name="T62" fmla="*/ 0 w 2369"/>
                  <a:gd name="T63" fmla="*/ 0 h 2740"/>
                  <a:gd name="T64" fmla="*/ 0 w 2369"/>
                  <a:gd name="T65" fmla="*/ 0 h 2740"/>
                  <a:gd name="T66" fmla="*/ 0 w 2369"/>
                  <a:gd name="T67" fmla="*/ 0 h 2740"/>
                  <a:gd name="T68" fmla="*/ 0 w 2369"/>
                  <a:gd name="T69" fmla="*/ 0 h 2740"/>
                  <a:gd name="T70" fmla="*/ 0 w 2369"/>
                  <a:gd name="T71" fmla="*/ 0 h 2740"/>
                  <a:gd name="T72" fmla="*/ 0 w 2369"/>
                  <a:gd name="T73" fmla="*/ 0 h 2740"/>
                  <a:gd name="T74" fmla="*/ 0 w 2369"/>
                  <a:gd name="T75" fmla="*/ 0 h 2740"/>
                  <a:gd name="T76" fmla="*/ 0 w 2369"/>
                  <a:gd name="T77" fmla="*/ 0 h 2740"/>
                  <a:gd name="T78" fmla="*/ 0 w 2369"/>
                  <a:gd name="T79" fmla="*/ 0 h 2740"/>
                  <a:gd name="T80" fmla="*/ 0 w 2369"/>
                  <a:gd name="T81" fmla="*/ 0 h 2740"/>
                  <a:gd name="T82" fmla="*/ 0 w 2369"/>
                  <a:gd name="T83" fmla="*/ 0 h 2740"/>
                  <a:gd name="T84" fmla="*/ 0 w 2369"/>
                  <a:gd name="T85" fmla="*/ 0 h 2740"/>
                  <a:gd name="T86" fmla="*/ 0 w 2369"/>
                  <a:gd name="T87" fmla="*/ 0 h 2740"/>
                  <a:gd name="T88" fmla="*/ 0 w 2369"/>
                  <a:gd name="T89" fmla="*/ 0 h 2740"/>
                  <a:gd name="T90" fmla="*/ 0 w 2369"/>
                  <a:gd name="T91" fmla="*/ 0 h 2740"/>
                  <a:gd name="T92" fmla="*/ 0 w 2369"/>
                  <a:gd name="T93" fmla="*/ 0 h 2740"/>
                  <a:gd name="T94" fmla="*/ 0 w 2369"/>
                  <a:gd name="T95" fmla="*/ 0 h 2740"/>
                  <a:gd name="T96" fmla="*/ 0 w 2369"/>
                  <a:gd name="T97" fmla="*/ 0 h 2740"/>
                  <a:gd name="T98" fmla="*/ 0 w 2369"/>
                  <a:gd name="T99" fmla="*/ 0 h 2740"/>
                  <a:gd name="T100" fmla="*/ 0 w 2369"/>
                  <a:gd name="T101" fmla="*/ 0 h 2740"/>
                  <a:gd name="T102" fmla="*/ 0 w 2369"/>
                  <a:gd name="T103" fmla="*/ 0 h 2740"/>
                  <a:gd name="T104" fmla="*/ 0 w 2369"/>
                  <a:gd name="T105" fmla="*/ 0 h 2740"/>
                  <a:gd name="T106" fmla="*/ 0 w 2369"/>
                  <a:gd name="T107" fmla="*/ 0 h 274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369"/>
                  <a:gd name="T163" fmla="*/ 0 h 2740"/>
                  <a:gd name="T164" fmla="*/ 2369 w 2369"/>
                  <a:gd name="T165" fmla="*/ 2740 h 274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369" h="2740">
                    <a:moveTo>
                      <a:pt x="2222" y="68"/>
                    </a:moveTo>
                    <a:lnTo>
                      <a:pt x="2323" y="492"/>
                    </a:lnTo>
                    <a:lnTo>
                      <a:pt x="2353" y="853"/>
                    </a:lnTo>
                    <a:lnTo>
                      <a:pt x="2369" y="1262"/>
                    </a:lnTo>
                    <a:lnTo>
                      <a:pt x="2330" y="1778"/>
                    </a:lnTo>
                    <a:lnTo>
                      <a:pt x="2272" y="2209"/>
                    </a:lnTo>
                    <a:lnTo>
                      <a:pt x="2213" y="2442"/>
                    </a:lnTo>
                    <a:lnTo>
                      <a:pt x="1295" y="2740"/>
                    </a:lnTo>
                    <a:lnTo>
                      <a:pt x="1101" y="2463"/>
                    </a:lnTo>
                    <a:lnTo>
                      <a:pt x="932" y="2343"/>
                    </a:lnTo>
                    <a:lnTo>
                      <a:pt x="703" y="2308"/>
                    </a:lnTo>
                    <a:lnTo>
                      <a:pt x="375" y="2332"/>
                    </a:lnTo>
                    <a:lnTo>
                      <a:pt x="24" y="2488"/>
                    </a:lnTo>
                    <a:lnTo>
                      <a:pt x="0" y="2463"/>
                    </a:lnTo>
                    <a:lnTo>
                      <a:pt x="15" y="2391"/>
                    </a:lnTo>
                    <a:lnTo>
                      <a:pt x="121" y="2308"/>
                    </a:lnTo>
                    <a:lnTo>
                      <a:pt x="409" y="2283"/>
                    </a:lnTo>
                    <a:lnTo>
                      <a:pt x="666" y="2272"/>
                    </a:lnTo>
                    <a:lnTo>
                      <a:pt x="884" y="2283"/>
                    </a:lnTo>
                    <a:lnTo>
                      <a:pt x="797" y="1969"/>
                    </a:lnTo>
                    <a:lnTo>
                      <a:pt x="811" y="1910"/>
                    </a:lnTo>
                    <a:lnTo>
                      <a:pt x="846" y="1884"/>
                    </a:lnTo>
                    <a:lnTo>
                      <a:pt x="908" y="1898"/>
                    </a:lnTo>
                    <a:lnTo>
                      <a:pt x="1173" y="2041"/>
                    </a:lnTo>
                    <a:lnTo>
                      <a:pt x="1270" y="2030"/>
                    </a:lnTo>
                    <a:lnTo>
                      <a:pt x="1316" y="1995"/>
                    </a:lnTo>
                    <a:lnTo>
                      <a:pt x="1343" y="1933"/>
                    </a:lnTo>
                    <a:lnTo>
                      <a:pt x="1343" y="1859"/>
                    </a:lnTo>
                    <a:lnTo>
                      <a:pt x="1196" y="1430"/>
                    </a:lnTo>
                    <a:lnTo>
                      <a:pt x="1138" y="1215"/>
                    </a:lnTo>
                    <a:lnTo>
                      <a:pt x="1115" y="1022"/>
                    </a:lnTo>
                    <a:lnTo>
                      <a:pt x="1306" y="1132"/>
                    </a:lnTo>
                    <a:lnTo>
                      <a:pt x="1415" y="1250"/>
                    </a:lnTo>
                    <a:lnTo>
                      <a:pt x="1463" y="1370"/>
                    </a:lnTo>
                    <a:lnTo>
                      <a:pt x="1488" y="1488"/>
                    </a:lnTo>
                    <a:lnTo>
                      <a:pt x="1502" y="1697"/>
                    </a:lnTo>
                    <a:lnTo>
                      <a:pt x="1525" y="1358"/>
                    </a:lnTo>
                    <a:lnTo>
                      <a:pt x="1512" y="1105"/>
                    </a:lnTo>
                    <a:lnTo>
                      <a:pt x="1463" y="863"/>
                    </a:lnTo>
                    <a:lnTo>
                      <a:pt x="1378" y="549"/>
                    </a:lnTo>
                    <a:lnTo>
                      <a:pt x="1488" y="828"/>
                    </a:lnTo>
                    <a:lnTo>
                      <a:pt x="1525" y="974"/>
                    </a:lnTo>
                    <a:lnTo>
                      <a:pt x="1692" y="683"/>
                    </a:lnTo>
                    <a:lnTo>
                      <a:pt x="1931" y="471"/>
                    </a:lnTo>
                    <a:lnTo>
                      <a:pt x="1875" y="178"/>
                    </a:lnTo>
                    <a:lnTo>
                      <a:pt x="1802" y="0"/>
                    </a:lnTo>
                    <a:lnTo>
                      <a:pt x="1931" y="227"/>
                    </a:lnTo>
                    <a:lnTo>
                      <a:pt x="2055" y="503"/>
                    </a:lnTo>
                    <a:lnTo>
                      <a:pt x="2160" y="805"/>
                    </a:lnTo>
                    <a:lnTo>
                      <a:pt x="2281" y="1271"/>
                    </a:lnTo>
                    <a:lnTo>
                      <a:pt x="2299" y="863"/>
                    </a:lnTo>
                    <a:lnTo>
                      <a:pt x="2272" y="455"/>
                    </a:lnTo>
                    <a:lnTo>
                      <a:pt x="2200" y="68"/>
                    </a:lnTo>
                    <a:lnTo>
                      <a:pt x="2222"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65" name="Freeform 284">
                <a:extLst>
                  <a:ext uri="{FF2B5EF4-FFF2-40B4-BE49-F238E27FC236}">
                    <a16:creationId xmlns:a16="http://schemas.microsoft.com/office/drawing/2014/main" id="{31F886E9-3949-6C39-F7B7-F506AC133E1E}"/>
                  </a:ext>
                </a:extLst>
              </p:cNvPr>
              <p:cNvSpPr>
                <a:spLocks/>
              </p:cNvSpPr>
              <p:nvPr/>
            </p:nvSpPr>
            <p:spPr bwMode="auto">
              <a:xfrm>
                <a:off x="2622" y="983"/>
                <a:ext cx="236" cy="485"/>
              </a:xfrm>
              <a:custGeom>
                <a:avLst/>
                <a:gdLst>
                  <a:gd name="T0" fmla="*/ 0 w 1888"/>
                  <a:gd name="T1" fmla="*/ 0 h 3883"/>
                  <a:gd name="T2" fmla="*/ 0 w 1888"/>
                  <a:gd name="T3" fmla="*/ 0 h 3883"/>
                  <a:gd name="T4" fmla="*/ 0 w 1888"/>
                  <a:gd name="T5" fmla="*/ 0 h 3883"/>
                  <a:gd name="T6" fmla="*/ 0 w 1888"/>
                  <a:gd name="T7" fmla="*/ 0 h 3883"/>
                  <a:gd name="T8" fmla="*/ 0 w 1888"/>
                  <a:gd name="T9" fmla="*/ 0 h 3883"/>
                  <a:gd name="T10" fmla="*/ 0 w 1888"/>
                  <a:gd name="T11" fmla="*/ 0 h 3883"/>
                  <a:gd name="T12" fmla="*/ 0 w 1888"/>
                  <a:gd name="T13" fmla="*/ 0 h 3883"/>
                  <a:gd name="T14" fmla="*/ 0 w 1888"/>
                  <a:gd name="T15" fmla="*/ 0 h 3883"/>
                  <a:gd name="T16" fmla="*/ 0 w 1888"/>
                  <a:gd name="T17" fmla="*/ 0 h 3883"/>
                  <a:gd name="T18" fmla="*/ 0 w 1888"/>
                  <a:gd name="T19" fmla="*/ 0 h 3883"/>
                  <a:gd name="T20" fmla="*/ 0 w 1888"/>
                  <a:gd name="T21" fmla="*/ 0 h 3883"/>
                  <a:gd name="T22" fmla="*/ 0 w 1888"/>
                  <a:gd name="T23" fmla="*/ 0 h 3883"/>
                  <a:gd name="T24" fmla="*/ 0 w 1888"/>
                  <a:gd name="T25" fmla="*/ 0 h 3883"/>
                  <a:gd name="T26" fmla="*/ 0 w 1888"/>
                  <a:gd name="T27" fmla="*/ 0 h 3883"/>
                  <a:gd name="T28" fmla="*/ 0 w 1888"/>
                  <a:gd name="T29" fmla="*/ 0 h 3883"/>
                  <a:gd name="T30" fmla="*/ 0 w 1888"/>
                  <a:gd name="T31" fmla="*/ 0 h 3883"/>
                  <a:gd name="T32" fmla="*/ 0 w 1888"/>
                  <a:gd name="T33" fmla="*/ 0 h 3883"/>
                  <a:gd name="T34" fmla="*/ 0 w 1888"/>
                  <a:gd name="T35" fmla="*/ 0 h 3883"/>
                  <a:gd name="T36" fmla="*/ 0 w 1888"/>
                  <a:gd name="T37" fmla="*/ 0 h 3883"/>
                  <a:gd name="T38" fmla="*/ 0 w 1888"/>
                  <a:gd name="T39" fmla="*/ 0 h 3883"/>
                  <a:gd name="T40" fmla="*/ 0 w 1888"/>
                  <a:gd name="T41" fmla="*/ 0 h 3883"/>
                  <a:gd name="T42" fmla="*/ 0 w 1888"/>
                  <a:gd name="T43" fmla="*/ 0 h 3883"/>
                  <a:gd name="T44" fmla="*/ 0 w 1888"/>
                  <a:gd name="T45" fmla="*/ 0 h 3883"/>
                  <a:gd name="T46" fmla="*/ 0 w 1888"/>
                  <a:gd name="T47" fmla="*/ 0 h 3883"/>
                  <a:gd name="T48" fmla="*/ 0 w 1888"/>
                  <a:gd name="T49" fmla="*/ 0 h 3883"/>
                  <a:gd name="T50" fmla="*/ 0 w 1888"/>
                  <a:gd name="T51" fmla="*/ 0 h 3883"/>
                  <a:gd name="T52" fmla="*/ 0 w 1888"/>
                  <a:gd name="T53" fmla="*/ 0 h 3883"/>
                  <a:gd name="T54" fmla="*/ 0 w 1888"/>
                  <a:gd name="T55" fmla="*/ 0 h 3883"/>
                  <a:gd name="T56" fmla="*/ 0 w 1888"/>
                  <a:gd name="T57" fmla="*/ 0 h 3883"/>
                  <a:gd name="T58" fmla="*/ 0 w 1888"/>
                  <a:gd name="T59" fmla="*/ 0 h 3883"/>
                  <a:gd name="T60" fmla="*/ 0 w 1888"/>
                  <a:gd name="T61" fmla="*/ 0 h 3883"/>
                  <a:gd name="T62" fmla="*/ 0 w 1888"/>
                  <a:gd name="T63" fmla="*/ 0 h 3883"/>
                  <a:gd name="T64" fmla="*/ 0 w 1888"/>
                  <a:gd name="T65" fmla="*/ 0 h 3883"/>
                  <a:gd name="T66" fmla="*/ 0 w 1888"/>
                  <a:gd name="T67" fmla="*/ 0 h 3883"/>
                  <a:gd name="T68" fmla="*/ 0 w 1888"/>
                  <a:gd name="T69" fmla="*/ 0 h 3883"/>
                  <a:gd name="T70" fmla="*/ 0 w 1888"/>
                  <a:gd name="T71" fmla="*/ 0 h 3883"/>
                  <a:gd name="T72" fmla="*/ 0 w 1888"/>
                  <a:gd name="T73" fmla="*/ 0 h 3883"/>
                  <a:gd name="T74" fmla="*/ 0 w 1888"/>
                  <a:gd name="T75" fmla="*/ 0 h 3883"/>
                  <a:gd name="T76" fmla="*/ 0 w 1888"/>
                  <a:gd name="T77" fmla="*/ 0 h 3883"/>
                  <a:gd name="T78" fmla="*/ 0 w 1888"/>
                  <a:gd name="T79" fmla="*/ 0 h 3883"/>
                  <a:gd name="T80" fmla="*/ 0 w 1888"/>
                  <a:gd name="T81" fmla="*/ 0 h 3883"/>
                  <a:gd name="T82" fmla="*/ 0 w 1888"/>
                  <a:gd name="T83" fmla="*/ 0 h 3883"/>
                  <a:gd name="T84" fmla="*/ 0 w 1888"/>
                  <a:gd name="T85" fmla="*/ 0 h 3883"/>
                  <a:gd name="T86" fmla="*/ 0 w 1888"/>
                  <a:gd name="T87" fmla="*/ 0 h 3883"/>
                  <a:gd name="T88" fmla="*/ 0 w 1888"/>
                  <a:gd name="T89" fmla="*/ 0 h 3883"/>
                  <a:gd name="T90" fmla="*/ 0 w 1888"/>
                  <a:gd name="T91" fmla="*/ 0 h 3883"/>
                  <a:gd name="T92" fmla="*/ 0 w 1888"/>
                  <a:gd name="T93" fmla="*/ 0 h 3883"/>
                  <a:gd name="T94" fmla="*/ 0 w 1888"/>
                  <a:gd name="T95" fmla="*/ 0 h 3883"/>
                  <a:gd name="T96" fmla="*/ 0 w 1888"/>
                  <a:gd name="T97" fmla="*/ 0 h 388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888"/>
                  <a:gd name="T148" fmla="*/ 0 h 3883"/>
                  <a:gd name="T149" fmla="*/ 1888 w 1888"/>
                  <a:gd name="T150" fmla="*/ 3883 h 3883"/>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888" h="3883">
                    <a:moveTo>
                      <a:pt x="1888" y="0"/>
                    </a:moveTo>
                    <a:lnTo>
                      <a:pt x="1764" y="202"/>
                    </a:lnTo>
                    <a:lnTo>
                      <a:pt x="1764" y="296"/>
                    </a:lnTo>
                    <a:lnTo>
                      <a:pt x="1888" y="517"/>
                    </a:lnTo>
                    <a:lnTo>
                      <a:pt x="1694" y="259"/>
                    </a:lnTo>
                    <a:lnTo>
                      <a:pt x="1402" y="356"/>
                    </a:lnTo>
                    <a:lnTo>
                      <a:pt x="1150" y="517"/>
                    </a:lnTo>
                    <a:lnTo>
                      <a:pt x="929" y="683"/>
                    </a:lnTo>
                    <a:lnTo>
                      <a:pt x="760" y="923"/>
                    </a:lnTo>
                    <a:lnTo>
                      <a:pt x="687" y="1188"/>
                    </a:lnTo>
                    <a:lnTo>
                      <a:pt x="664" y="1571"/>
                    </a:lnTo>
                    <a:lnTo>
                      <a:pt x="687" y="1838"/>
                    </a:lnTo>
                    <a:lnTo>
                      <a:pt x="749" y="2076"/>
                    </a:lnTo>
                    <a:lnTo>
                      <a:pt x="872" y="2318"/>
                    </a:lnTo>
                    <a:lnTo>
                      <a:pt x="846" y="2306"/>
                    </a:lnTo>
                    <a:lnTo>
                      <a:pt x="749" y="2147"/>
                    </a:lnTo>
                    <a:lnTo>
                      <a:pt x="677" y="1930"/>
                    </a:lnTo>
                    <a:lnTo>
                      <a:pt x="629" y="1656"/>
                    </a:lnTo>
                    <a:lnTo>
                      <a:pt x="629" y="1439"/>
                    </a:lnTo>
                    <a:lnTo>
                      <a:pt x="652" y="1151"/>
                    </a:lnTo>
                    <a:lnTo>
                      <a:pt x="244" y="2138"/>
                    </a:lnTo>
                    <a:lnTo>
                      <a:pt x="25" y="2463"/>
                    </a:lnTo>
                    <a:lnTo>
                      <a:pt x="25" y="2534"/>
                    </a:lnTo>
                    <a:lnTo>
                      <a:pt x="99" y="2628"/>
                    </a:lnTo>
                    <a:lnTo>
                      <a:pt x="158" y="2571"/>
                    </a:lnTo>
                    <a:lnTo>
                      <a:pt x="85" y="2714"/>
                    </a:lnTo>
                    <a:lnTo>
                      <a:pt x="25" y="2954"/>
                    </a:lnTo>
                    <a:lnTo>
                      <a:pt x="498" y="3837"/>
                    </a:lnTo>
                    <a:lnTo>
                      <a:pt x="505" y="3883"/>
                    </a:lnTo>
                    <a:lnTo>
                      <a:pt x="389" y="3795"/>
                    </a:lnTo>
                    <a:lnTo>
                      <a:pt x="0" y="2991"/>
                    </a:lnTo>
                    <a:lnTo>
                      <a:pt x="0" y="2883"/>
                    </a:lnTo>
                    <a:lnTo>
                      <a:pt x="37" y="2735"/>
                    </a:lnTo>
                    <a:lnTo>
                      <a:pt x="37" y="2641"/>
                    </a:lnTo>
                    <a:lnTo>
                      <a:pt x="0" y="2546"/>
                    </a:lnTo>
                    <a:lnTo>
                      <a:pt x="0" y="2472"/>
                    </a:lnTo>
                    <a:lnTo>
                      <a:pt x="25" y="2401"/>
                    </a:lnTo>
                    <a:lnTo>
                      <a:pt x="169" y="2198"/>
                    </a:lnTo>
                    <a:lnTo>
                      <a:pt x="290" y="1956"/>
                    </a:lnTo>
                    <a:lnTo>
                      <a:pt x="446" y="1547"/>
                    </a:lnTo>
                    <a:lnTo>
                      <a:pt x="639" y="1092"/>
                    </a:lnTo>
                    <a:lnTo>
                      <a:pt x="738" y="886"/>
                    </a:lnTo>
                    <a:lnTo>
                      <a:pt x="881" y="683"/>
                    </a:lnTo>
                    <a:lnTo>
                      <a:pt x="1053" y="525"/>
                    </a:lnTo>
                    <a:lnTo>
                      <a:pt x="1270" y="381"/>
                    </a:lnTo>
                    <a:lnTo>
                      <a:pt x="1475" y="273"/>
                    </a:lnTo>
                    <a:lnTo>
                      <a:pt x="1681" y="185"/>
                    </a:lnTo>
                    <a:lnTo>
                      <a:pt x="1764" y="139"/>
                    </a:lnTo>
                    <a:lnTo>
                      <a:pt x="188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66" name="Freeform 285">
                <a:extLst>
                  <a:ext uri="{FF2B5EF4-FFF2-40B4-BE49-F238E27FC236}">
                    <a16:creationId xmlns:a16="http://schemas.microsoft.com/office/drawing/2014/main" id="{92AC9292-63ED-20E5-23CC-68D87BC907B2}"/>
                  </a:ext>
                </a:extLst>
              </p:cNvPr>
              <p:cNvSpPr>
                <a:spLocks/>
              </p:cNvSpPr>
              <p:nvPr/>
            </p:nvSpPr>
            <p:spPr bwMode="auto">
              <a:xfrm>
                <a:off x="2725" y="1101"/>
                <a:ext cx="54" cy="123"/>
              </a:xfrm>
              <a:custGeom>
                <a:avLst/>
                <a:gdLst>
                  <a:gd name="T0" fmla="*/ 0 w 437"/>
                  <a:gd name="T1" fmla="*/ 0 h 984"/>
                  <a:gd name="T2" fmla="*/ 0 w 437"/>
                  <a:gd name="T3" fmla="*/ 0 h 984"/>
                  <a:gd name="T4" fmla="*/ 0 w 437"/>
                  <a:gd name="T5" fmla="*/ 0 h 984"/>
                  <a:gd name="T6" fmla="*/ 0 w 437"/>
                  <a:gd name="T7" fmla="*/ 0 h 984"/>
                  <a:gd name="T8" fmla="*/ 0 w 437"/>
                  <a:gd name="T9" fmla="*/ 0 h 984"/>
                  <a:gd name="T10" fmla="*/ 0 w 437"/>
                  <a:gd name="T11" fmla="*/ 0 h 984"/>
                  <a:gd name="T12" fmla="*/ 0 w 437"/>
                  <a:gd name="T13" fmla="*/ 0 h 984"/>
                  <a:gd name="T14" fmla="*/ 0 w 437"/>
                  <a:gd name="T15" fmla="*/ 0 h 984"/>
                  <a:gd name="T16" fmla="*/ 0 w 437"/>
                  <a:gd name="T17" fmla="*/ 0 h 984"/>
                  <a:gd name="T18" fmla="*/ 0 w 437"/>
                  <a:gd name="T19" fmla="*/ 0 h 984"/>
                  <a:gd name="T20" fmla="*/ 0 w 437"/>
                  <a:gd name="T21" fmla="*/ 0 h 984"/>
                  <a:gd name="T22" fmla="*/ 0 w 437"/>
                  <a:gd name="T23" fmla="*/ 0 h 984"/>
                  <a:gd name="T24" fmla="*/ 0 w 437"/>
                  <a:gd name="T25" fmla="*/ 0 h 984"/>
                  <a:gd name="T26" fmla="*/ 0 w 437"/>
                  <a:gd name="T27" fmla="*/ 0 h 984"/>
                  <a:gd name="T28" fmla="*/ 0 w 437"/>
                  <a:gd name="T29" fmla="*/ 0 h 984"/>
                  <a:gd name="T30" fmla="*/ 0 w 437"/>
                  <a:gd name="T31" fmla="*/ 0 h 984"/>
                  <a:gd name="T32" fmla="*/ 0 w 437"/>
                  <a:gd name="T33" fmla="*/ 0 h 984"/>
                  <a:gd name="T34" fmla="*/ 0 w 437"/>
                  <a:gd name="T35" fmla="*/ 0 h 984"/>
                  <a:gd name="T36" fmla="*/ 0 w 437"/>
                  <a:gd name="T37" fmla="*/ 0 h 98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37"/>
                  <a:gd name="T58" fmla="*/ 0 h 984"/>
                  <a:gd name="T59" fmla="*/ 437 w 437"/>
                  <a:gd name="T60" fmla="*/ 984 h 98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37" h="984">
                    <a:moveTo>
                      <a:pt x="217" y="159"/>
                    </a:moveTo>
                    <a:lnTo>
                      <a:pt x="182" y="39"/>
                    </a:lnTo>
                    <a:lnTo>
                      <a:pt x="136" y="0"/>
                    </a:lnTo>
                    <a:lnTo>
                      <a:pt x="98" y="0"/>
                    </a:lnTo>
                    <a:lnTo>
                      <a:pt x="50" y="23"/>
                    </a:lnTo>
                    <a:lnTo>
                      <a:pt x="13" y="97"/>
                    </a:lnTo>
                    <a:lnTo>
                      <a:pt x="0" y="232"/>
                    </a:lnTo>
                    <a:lnTo>
                      <a:pt x="37" y="458"/>
                    </a:lnTo>
                    <a:lnTo>
                      <a:pt x="107" y="650"/>
                    </a:lnTo>
                    <a:lnTo>
                      <a:pt x="217" y="797"/>
                    </a:lnTo>
                    <a:lnTo>
                      <a:pt x="437" y="984"/>
                    </a:lnTo>
                    <a:lnTo>
                      <a:pt x="231" y="759"/>
                    </a:lnTo>
                    <a:lnTo>
                      <a:pt x="144" y="611"/>
                    </a:lnTo>
                    <a:lnTo>
                      <a:pt x="98" y="421"/>
                    </a:lnTo>
                    <a:lnTo>
                      <a:pt x="98" y="265"/>
                    </a:lnTo>
                    <a:lnTo>
                      <a:pt x="107" y="146"/>
                    </a:lnTo>
                    <a:lnTo>
                      <a:pt x="136" y="122"/>
                    </a:lnTo>
                    <a:lnTo>
                      <a:pt x="169" y="122"/>
                    </a:lnTo>
                    <a:lnTo>
                      <a:pt x="217" y="15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67" name="Freeform 286">
                <a:extLst>
                  <a:ext uri="{FF2B5EF4-FFF2-40B4-BE49-F238E27FC236}">
                    <a16:creationId xmlns:a16="http://schemas.microsoft.com/office/drawing/2014/main" id="{7AC233A3-CBF0-560E-E177-6F6841652805}"/>
                  </a:ext>
                </a:extLst>
              </p:cNvPr>
              <p:cNvSpPr>
                <a:spLocks/>
              </p:cNvSpPr>
              <p:nvPr/>
            </p:nvSpPr>
            <p:spPr bwMode="auto">
              <a:xfrm>
                <a:off x="2693" y="1338"/>
                <a:ext cx="207" cy="128"/>
              </a:xfrm>
              <a:custGeom>
                <a:avLst/>
                <a:gdLst>
                  <a:gd name="T0" fmla="*/ 0 w 1655"/>
                  <a:gd name="T1" fmla="*/ 0 h 1024"/>
                  <a:gd name="T2" fmla="*/ 0 w 1655"/>
                  <a:gd name="T3" fmla="*/ 0 h 1024"/>
                  <a:gd name="T4" fmla="*/ 0 w 1655"/>
                  <a:gd name="T5" fmla="*/ 0 h 1024"/>
                  <a:gd name="T6" fmla="*/ 0 w 1655"/>
                  <a:gd name="T7" fmla="*/ 0 h 1024"/>
                  <a:gd name="T8" fmla="*/ 0 w 1655"/>
                  <a:gd name="T9" fmla="*/ 0 h 1024"/>
                  <a:gd name="T10" fmla="*/ 0 w 1655"/>
                  <a:gd name="T11" fmla="*/ 0 h 1024"/>
                  <a:gd name="T12" fmla="*/ 0 w 1655"/>
                  <a:gd name="T13" fmla="*/ 0 h 1024"/>
                  <a:gd name="T14" fmla="*/ 0 w 1655"/>
                  <a:gd name="T15" fmla="*/ 0 h 1024"/>
                  <a:gd name="T16" fmla="*/ 0 w 1655"/>
                  <a:gd name="T17" fmla="*/ 0 h 1024"/>
                  <a:gd name="T18" fmla="*/ 0 w 1655"/>
                  <a:gd name="T19" fmla="*/ 0 h 1024"/>
                  <a:gd name="T20" fmla="*/ 0 w 1655"/>
                  <a:gd name="T21" fmla="*/ 0 h 1024"/>
                  <a:gd name="T22" fmla="*/ 0 w 1655"/>
                  <a:gd name="T23" fmla="*/ 0 h 1024"/>
                  <a:gd name="T24" fmla="*/ 0 w 1655"/>
                  <a:gd name="T25" fmla="*/ 0 h 1024"/>
                  <a:gd name="T26" fmla="*/ 0 w 1655"/>
                  <a:gd name="T27" fmla="*/ 0 h 1024"/>
                  <a:gd name="T28" fmla="*/ 0 w 1655"/>
                  <a:gd name="T29" fmla="*/ 0 h 1024"/>
                  <a:gd name="T30" fmla="*/ 0 w 1655"/>
                  <a:gd name="T31" fmla="*/ 0 h 1024"/>
                  <a:gd name="T32" fmla="*/ 0 w 1655"/>
                  <a:gd name="T33" fmla="*/ 0 h 1024"/>
                  <a:gd name="T34" fmla="*/ 0 w 1655"/>
                  <a:gd name="T35" fmla="*/ 0 h 1024"/>
                  <a:gd name="T36" fmla="*/ 0 w 1655"/>
                  <a:gd name="T37" fmla="*/ 0 h 1024"/>
                  <a:gd name="T38" fmla="*/ 0 w 1655"/>
                  <a:gd name="T39" fmla="*/ 0 h 1024"/>
                  <a:gd name="T40" fmla="*/ 0 w 1655"/>
                  <a:gd name="T41" fmla="*/ 0 h 1024"/>
                  <a:gd name="T42" fmla="*/ 0 w 1655"/>
                  <a:gd name="T43" fmla="*/ 0 h 1024"/>
                  <a:gd name="T44" fmla="*/ 0 w 1655"/>
                  <a:gd name="T45" fmla="*/ 0 h 1024"/>
                  <a:gd name="T46" fmla="*/ 0 w 1655"/>
                  <a:gd name="T47" fmla="*/ 0 h 1024"/>
                  <a:gd name="T48" fmla="*/ 0 w 1655"/>
                  <a:gd name="T49" fmla="*/ 0 h 1024"/>
                  <a:gd name="T50" fmla="*/ 0 w 1655"/>
                  <a:gd name="T51" fmla="*/ 0 h 1024"/>
                  <a:gd name="T52" fmla="*/ 0 w 1655"/>
                  <a:gd name="T53" fmla="*/ 0 h 1024"/>
                  <a:gd name="T54" fmla="*/ 0 w 1655"/>
                  <a:gd name="T55" fmla="*/ 0 h 1024"/>
                  <a:gd name="T56" fmla="*/ 0 w 1655"/>
                  <a:gd name="T57" fmla="*/ 0 h 1024"/>
                  <a:gd name="T58" fmla="*/ 0 w 1655"/>
                  <a:gd name="T59" fmla="*/ 0 h 1024"/>
                  <a:gd name="T60" fmla="*/ 0 w 1655"/>
                  <a:gd name="T61" fmla="*/ 0 h 1024"/>
                  <a:gd name="T62" fmla="*/ 0 w 1655"/>
                  <a:gd name="T63" fmla="*/ 0 h 1024"/>
                  <a:gd name="T64" fmla="*/ 0 w 1655"/>
                  <a:gd name="T65" fmla="*/ 0 h 1024"/>
                  <a:gd name="T66" fmla="*/ 0 w 1655"/>
                  <a:gd name="T67" fmla="*/ 0 h 1024"/>
                  <a:gd name="T68" fmla="*/ 0 w 1655"/>
                  <a:gd name="T69" fmla="*/ 0 h 102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655"/>
                  <a:gd name="T106" fmla="*/ 0 h 1024"/>
                  <a:gd name="T107" fmla="*/ 1655 w 1655"/>
                  <a:gd name="T108" fmla="*/ 1024 h 1024"/>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655" h="1024">
                    <a:moveTo>
                      <a:pt x="145" y="908"/>
                    </a:moveTo>
                    <a:lnTo>
                      <a:pt x="83" y="883"/>
                    </a:lnTo>
                    <a:lnTo>
                      <a:pt x="70" y="862"/>
                    </a:lnTo>
                    <a:lnTo>
                      <a:pt x="70" y="827"/>
                    </a:lnTo>
                    <a:lnTo>
                      <a:pt x="118" y="763"/>
                    </a:lnTo>
                    <a:lnTo>
                      <a:pt x="253" y="653"/>
                    </a:lnTo>
                    <a:lnTo>
                      <a:pt x="521" y="484"/>
                    </a:lnTo>
                    <a:lnTo>
                      <a:pt x="761" y="341"/>
                    </a:lnTo>
                    <a:lnTo>
                      <a:pt x="1040" y="196"/>
                    </a:lnTo>
                    <a:lnTo>
                      <a:pt x="916" y="0"/>
                    </a:lnTo>
                    <a:lnTo>
                      <a:pt x="1088" y="212"/>
                    </a:lnTo>
                    <a:lnTo>
                      <a:pt x="1584" y="138"/>
                    </a:lnTo>
                    <a:lnTo>
                      <a:pt x="1655" y="187"/>
                    </a:lnTo>
                    <a:lnTo>
                      <a:pt x="1655" y="235"/>
                    </a:lnTo>
                    <a:lnTo>
                      <a:pt x="1570" y="187"/>
                    </a:lnTo>
                    <a:lnTo>
                      <a:pt x="1088" y="242"/>
                    </a:lnTo>
                    <a:lnTo>
                      <a:pt x="906" y="365"/>
                    </a:lnTo>
                    <a:lnTo>
                      <a:pt x="833" y="453"/>
                    </a:lnTo>
                    <a:lnTo>
                      <a:pt x="1015" y="594"/>
                    </a:lnTo>
                    <a:lnTo>
                      <a:pt x="1217" y="827"/>
                    </a:lnTo>
                    <a:lnTo>
                      <a:pt x="1510" y="897"/>
                    </a:lnTo>
                    <a:lnTo>
                      <a:pt x="1655" y="738"/>
                    </a:lnTo>
                    <a:lnTo>
                      <a:pt x="1655" y="787"/>
                    </a:lnTo>
                    <a:lnTo>
                      <a:pt x="1531" y="932"/>
                    </a:lnTo>
                    <a:lnTo>
                      <a:pt x="1187" y="862"/>
                    </a:lnTo>
                    <a:lnTo>
                      <a:pt x="1051" y="677"/>
                    </a:lnTo>
                    <a:lnTo>
                      <a:pt x="991" y="607"/>
                    </a:lnTo>
                    <a:lnTo>
                      <a:pt x="749" y="802"/>
                    </a:lnTo>
                    <a:lnTo>
                      <a:pt x="435" y="932"/>
                    </a:lnTo>
                    <a:lnTo>
                      <a:pt x="217" y="996"/>
                    </a:lnTo>
                    <a:lnTo>
                      <a:pt x="0" y="1024"/>
                    </a:lnTo>
                    <a:lnTo>
                      <a:pt x="242" y="970"/>
                    </a:lnTo>
                    <a:lnTo>
                      <a:pt x="494" y="862"/>
                    </a:lnTo>
                    <a:lnTo>
                      <a:pt x="228" y="908"/>
                    </a:lnTo>
                    <a:lnTo>
                      <a:pt x="145" y="9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68" name="Freeform 287">
                <a:extLst>
                  <a:ext uri="{FF2B5EF4-FFF2-40B4-BE49-F238E27FC236}">
                    <a16:creationId xmlns:a16="http://schemas.microsoft.com/office/drawing/2014/main" id="{B91643AA-9088-A46C-912D-2BF0A18D0CCE}"/>
                  </a:ext>
                </a:extLst>
              </p:cNvPr>
              <p:cNvSpPr>
                <a:spLocks/>
              </p:cNvSpPr>
              <p:nvPr/>
            </p:nvSpPr>
            <p:spPr bwMode="auto">
              <a:xfrm>
                <a:off x="2858" y="1364"/>
                <a:ext cx="100" cy="58"/>
              </a:xfrm>
              <a:custGeom>
                <a:avLst/>
                <a:gdLst>
                  <a:gd name="T0" fmla="*/ 0 w 800"/>
                  <a:gd name="T1" fmla="*/ 0 h 466"/>
                  <a:gd name="T2" fmla="*/ 0 w 800"/>
                  <a:gd name="T3" fmla="*/ 0 h 466"/>
                  <a:gd name="T4" fmla="*/ 0 w 800"/>
                  <a:gd name="T5" fmla="*/ 0 h 466"/>
                  <a:gd name="T6" fmla="*/ 0 w 800"/>
                  <a:gd name="T7" fmla="*/ 0 h 466"/>
                  <a:gd name="T8" fmla="*/ 0 w 800"/>
                  <a:gd name="T9" fmla="*/ 0 h 466"/>
                  <a:gd name="T10" fmla="*/ 0 w 800"/>
                  <a:gd name="T11" fmla="*/ 0 h 466"/>
                  <a:gd name="T12" fmla="*/ 0 w 800"/>
                  <a:gd name="T13" fmla="*/ 0 h 466"/>
                  <a:gd name="T14" fmla="*/ 0 w 800"/>
                  <a:gd name="T15" fmla="*/ 0 h 466"/>
                  <a:gd name="T16" fmla="*/ 0 w 800"/>
                  <a:gd name="T17" fmla="*/ 0 h 466"/>
                  <a:gd name="T18" fmla="*/ 0 w 800"/>
                  <a:gd name="T19" fmla="*/ 0 h 466"/>
                  <a:gd name="T20" fmla="*/ 0 w 800"/>
                  <a:gd name="T21" fmla="*/ 0 h 466"/>
                  <a:gd name="T22" fmla="*/ 0 w 800"/>
                  <a:gd name="T23" fmla="*/ 0 h 466"/>
                  <a:gd name="T24" fmla="*/ 0 w 800"/>
                  <a:gd name="T25" fmla="*/ 0 h 466"/>
                  <a:gd name="T26" fmla="*/ 0 w 800"/>
                  <a:gd name="T27" fmla="*/ 0 h 466"/>
                  <a:gd name="T28" fmla="*/ 0 w 800"/>
                  <a:gd name="T29" fmla="*/ 0 h 466"/>
                  <a:gd name="T30" fmla="*/ 0 w 800"/>
                  <a:gd name="T31" fmla="*/ 0 h 466"/>
                  <a:gd name="T32" fmla="*/ 0 w 800"/>
                  <a:gd name="T33" fmla="*/ 0 h 466"/>
                  <a:gd name="T34" fmla="*/ 0 w 800"/>
                  <a:gd name="T35" fmla="*/ 0 h 466"/>
                  <a:gd name="T36" fmla="*/ 0 w 800"/>
                  <a:gd name="T37" fmla="*/ 0 h 466"/>
                  <a:gd name="T38" fmla="*/ 0 w 800"/>
                  <a:gd name="T39" fmla="*/ 0 h 466"/>
                  <a:gd name="T40" fmla="*/ 0 w 800"/>
                  <a:gd name="T41" fmla="*/ 0 h 466"/>
                  <a:gd name="T42" fmla="*/ 0 w 800"/>
                  <a:gd name="T43" fmla="*/ 0 h 466"/>
                  <a:gd name="T44" fmla="*/ 0 w 800"/>
                  <a:gd name="T45" fmla="*/ 0 h 466"/>
                  <a:gd name="T46" fmla="*/ 0 w 800"/>
                  <a:gd name="T47" fmla="*/ 0 h 466"/>
                  <a:gd name="T48" fmla="*/ 0 w 800"/>
                  <a:gd name="T49" fmla="*/ 0 h 466"/>
                  <a:gd name="T50" fmla="*/ 0 w 800"/>
                  <a:gd name="T51" fmla="*/ 0 h 466"/>
                  <a:gd name="T52" fmla="*/ 0 w 800"/>
                  <a:gd name="T53" fmla="*/ 0 h 466"/>
                  <a:gd name="T54" fmla="*/ 0 w 800"/>
                  <a:gd name="T55" fmla="*/ 0 h 466"/>
                  <a:gd name="T56" fmla="*/ 0 w 800"/>
                  <a:gd name="T57" fmla="*/ 0 h 466"/>
                  <a:gd name="T58" fmla="*/ 0 w 800"/>
                  <a:gd name="T59" fmla="*/ 0 h 466"/>
                  <a:gd name="T60" fmla="*/ 0 w 800"/>
                  <a:gd name="T61" fmla="*/ 0 h 466"/>
                  <a:gd name="T62" fmla="*/ 0 w 800"/>
                  <a:gd name="T63" fmla="*/ 0 h 466"/>
                  <a:gd name="T64" fmla="*/ 0 w 800"/>
                  <a:gd name="T65" fmla="*/ 0 h 4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800"/>
                  <a:gd name="T100" fmla="*/ 0 h 466"/>
                  <a:gd name="T101" fmla="*/ 800 w 800"/>
                  <a:gd name="T102" fmla="*/ 466 h 46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800" h="466">
                    <a:moveTo>
                      <a:pt x="0" y="7"/>
                    </a:moveTo>
                    <a:lnTo>
                      <a:pt x="138" y="31"/>
                    </a:lnTo>
                    <a:lnTo>
                      <a:pt x="246" y="102"/>
                    </a:lnTo>
                    <a:lnTo>
                      <a:pt x="353" y="208"/>
                    </a:lnTo>
                    <a:lnTo>
                      <a:pt x="465" y="288"/>
                    </a:lnTo>
                    <a:lnTo>
                      <a:pt x="650" y="337"/>
                    </a:lnTo>
                    <a:lnTo>
                      <a:pt x="747" y="381"/>
                    </a:lnTo>
                    <a:lnTo>
                      <a:pt x="777" y="422"/>
                    </a:lnTo>
                    <a:lnTo>
                      <a:pt x="777" y="444"/>
                    </a:lnTo>
                    <a:lnTo>
                      <a:pt x="756" y="450"/>
                    </a:lnTo>
                    <a:lnTo>
                      <a:pt x="604" y="425"/>
                    </a:lnTo>
                    <a:lnTo>
                      <a:pt x="316" y="378"/>
                    </a:lnTo>
                    <a:lnTo>
                      <a:pt x="251" y="349"/>
                    </a:lnTo>
                    <a:lnTo>
                      <a:pt x="136" y="288"/>
                    </a:lnTo>
                    <a:lnTo>
                      <a:pt x="37" y="235"/>
                    </a:lnTo>
                    <a:lnTo>
                      <a:pt x="221" y="363"/>
                    </a:lnTo>
                    <a:lnTo>
                      <a:pt x="297" y="395"/>
                    </a:lnTo>
                    <a:lnTo>
                      <a:pt x="360" y="418"/>
                    </a:lnTo>
                    <a:lnTo>
                      <a:pt x="537" y="432"/>
                    </a:lnTo>
                    <a:lnTo>
                      <a:pt x="742" y="466"/>
                    </a:lnTo>
                    <a:lnTo>
                      <a:pt x="786" y="457"/>
                    </a:lnTo>
                    <a:lnTo>
                      <a:pt x="800" y="441"/>
                    </a:lnTo>
                    <a:lnTo>
                      <a:pt x="786" y="402"/>
                    </a:lnTo>
                    <a:lnTo>
                      <a:pt x="756" y="372"/>
                    </a:lnTo>
                    <a:lnTo>
                      <a:pt x="685" y="337"/>
                    </a:lnTo>
                    <a:lnTo>
                      <a:pt x="562" y="291"/>
                    </a:lnTo>
                    <a:lnTo>
                      <a:pt x="459" y="246"/>
                    </a:lnTo>
                    <a:lnTo>
                      <a:pt x="355" y="176"/>
                    </a:lnTo>
                    <a:lnTo>
                      <a:pt x="281" y="105"/>
                    </a:lnTo>
                    <a:lnTo>
                      <a:pt x="198" y="40"/>
                    </a:lnTo>
                    <a:lnTo>
                      <a:pt x="138" y="19"/>
                    </a:lnTo>
                    <a:lnTo>
                      <a:pt x="0" y="0"/>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69" name="Freeform 288">
                <a:extLst>
                  <a:ext uri="{FF2B5EF4-FFF2-40B4-BE49-F238E27FC236}">
                    <a16:creationId xmlns:a16="http://schemas.microsoft.com/office/drawing/2014/main" id="{19282A62-43E3-AD50-1BA4-25B5FC80768E}"/>
                  </a:ext>
                </a:extLst>
              </p:cNvPr>
              <p:cNvSpPr>
                <a:spLocks/>
              </p:cNvSpPr>
              <p:nvPr/>
            </p:nvSpPr>
            <p:spPr bwMode="auto">
              <a:xfrm>
                <a:off x="2858" y="1421"/>
                <a:ext cx="42" cy="12"/>
              </a:xfrm>
              <a:custGeom>
                <a:avLst/>
                <a:gdLst>
                  <a:gd name="T0" fmla="*/ 0 w 336"/>
                  <a:gd name="T1" fmla="*/ 0 h 92"/>
                  <a:gd name="T2" fmla="*/ 0 w 336"/>
                  <a:gd name="T3" fmla="*/ 0 h 92"/>
                  <a:gd name="T4" fmla="*/ 0 w 336"/>
                  <a:gd name="T5" fmla="*/ 0 h 92"/>
                  <a:gd name="T6" fmla="*/ 0 w 336"/>
                  <a:gd name="T7" fmla="*/ 0 h 92"/>
                  <a:gd name="T8" fmla="*/ 0 w 336"/>
                  <a:gd name="T9" fmla="*/ 0 h 92"/>
                  <a:gd name="T10" fmla="*/ 0 w 336"/>
                  <a:gd name="T11" fmla="*/ 0 h 92"/>
                  <a:gd name="T12" fmla="*/ 0 w 336"/>
                  <a:gd name="T13" fmla="*/ 0 h 92"/>
                  <a:gd name="T14" fmla="*/ 0 w 336"/>
                  <a:gd name="T15" fmla="*/ 0 h 92"/>
                  <a:gd name="T16" fmla="*/ 0 w 336"/>
                  <a:gd name="T17" fmla="*/ 0 h 92"/>
                  <a:gd name="T18" fmla="*/ 0 w 336"/>
                  <a:gd name="T19" fmla="*/ 0 h 9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6"/>
                  <a:gd name="T31" fmla="*/ 0 h 92"/>
                  <a:gd name="T32" fmla="*/ 336 w 336"/>
                  <a:gd name="T33" fmla="*/ 92 h 9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6" h="92">
                    <a:moveTo>
                      <a:pt x="336" y="35"/>
                    </a:moveTo>
                    <a:lnTo>
                      <a:pt x="309" y="49"/>
                    </a:lnTo>
                    <a:lnTo>
                      <a:pt x="246" y="49"/>
                    </a:lnTo>
                    <a:lnTo>
                      <a:pt x="138" y="35"/>
                    </a:lnTo>
                    <a:lnTo>
                      <a:pt x="0" y="0"/>
                    </a:lnTo>
                    <a:lnTo>
                      <a:pt x="125" y="58"/>
                    </a:lnTo>
                    <a:lnTo>
                      <a:pt x="217" y="83"/>
                    </a:lnTo>
                    <a:lnTo>
                      <a:pt x="281" y="88"/>
                    </a:lnTo>
                    <a:lnTo>
                      <a:pt x="336" y="92"/>
                    </a:lnTo>
                    <a:lnTo>
                      <a:pt x="336"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70" name="Freeform 289">
                <a:extLst>
                  <a:ext uri="{FF2B5EF4-FFF2-40B4-BE49-F238E27FC236}">
                    <a16:creationId xmlns:a16="http://schemas.microsoft.com/office/drawing/2014/main" id="{98B0AC4A-01AA-BE7E-8ADB-201796997209}"/>
                  </a:ext>
                </a:extLst>
              </p:cNvPr>
              <p:cNvSpPr>
                <a:spLocks/>
              </p:cNvSpPr>
              <p:nvPr/>
            </p:nvSpPr>
            <p:spPr bwMode="auto">
              <a:xfrm>
                <a:off x="2850" y="1436"/>
                <a:ext cx="42" cy="10"/>
              </a:xfrm>
              <a:custGeom>
                <a:avLst/>
                <a:gdLst>
                  <a:gd name="T0" fmla="*/ 0 w 334"/>
                  <a:gd name="T1" fmla="*/ 0 h 77"/>
                  <a:gd name="T2" fmla="*/ 0 w 334"/>
                  <a:gd name="T3" fmla="*/ 0 h 77"/>
                  <a:gd name="T4" fmla="*/ 0 w 334"/>
                  <a:gd name="T5" fmla="*/ 0 h 77"/>
                  <a:gd name="T6" fmla="*/ 0 w 334"/>
                  <a:gd name="T7" fmla="*/ 0 h 77"/>
                  <a:gd name="T8" fmla="*/ 0 w 334"/>
                  <a:gd name="T9" fmla="*/ 0 h 77"/>
                  <a:gd name="T10" fmla="*/ 0 w 334"/>
                  <a:gd name="T11" fmla="*/ 0 h 77"/>
                  <a:gd name="T12" fmla="*/ 0 w 334"/>
                  <a:gd name="T13" fmla="*/ 0 h 77"/>
                  <a:gd name="T14" fmla="*/ 0 w 334"/>
                  <a:gd name="T15" fmla="*/ 0 h 77"/>
                  <a:gd name="T16" fmla="*/ 0 w 334"/>
                  <a:gd name="T17" fmla="*/ 0 h 7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4"/>
                  <a:gd name="T28" fmla="*/ 0 h 77"/>
                  <a:gd name="T29" fmla="*/ 334 w 334"/>
                  <a:gd name="T30" fmla="*/ 77 h 7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4" h="77">
                    <a:moveTo>
                      <a:pt x="0" y="0"/>
                    </a:moveTo>
                    <a:lnTo>
                      <a:pt x="141" y="40"/>
                    </a:lnTo>
                    <a:lnTo>
                      <a:pt x="231" y="57"/>
                    </a:lnTo>
                    <a:lnTo>
                      <a:pt x="293" y="50"/>
                    </a:lnTo>
                    <a:lnTo>
                      <a:pt x="334" y="41"/>
                    </a:lnTo>
                    <a:lnTo>
                      <a:pt x="295" y="77"/>
                    </a:lnTo>
                    <a:lnTo>
                      <a:pt x="214" y="75"/>
                    </a:lnTo>
                    <a:lnTo>
                      <a:pt x="81" y="4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71" name="Freeform 290">
                <a:extLst>
                  <a:ext uri="{FF2B5EF4-FFF2-40B4-BE49-F238E27FC236}">
                    <a16:creationId xmlns:a16="http://schemas.microsoft.com/office/drawing/2014/main" id="{1871A2B9-C217-678A-038D-DFEEDD5C8AAD}"/>
                  </a:ext>
                </a:extLst>
              </p:cNvPr>
              <p:cNvSpPr>
                <a:spLocks/>
              </p:cNvSpPr>
              <p:nvPr/>
            </p:nvSpPr>
            <p:spPr bwMode="auto">
              <a:xfrm>
                <a:off x="2899" y="1317"/>
                <a:ext cx="45" cy="81"/>
              </a:xfrm>
              <a:custGeom>
                <a:avLst/>
                <a:gdLst>
                  <a:gd name="T0" fmla="*/ 0 w 365"/>
                  <a:gd name="T1" fmla="*/ 0 h 648"/>
                  <a:gd name="T2" fmla="*/ 0 w 365"/>
                  <a:gd name="T3" fmla="*/ 0 h 648"/>
                  <a:gd name="T4" fmla="*/ 0 w 365"/>
                  <a:gd name="T5" fmla="*/ 0 h 648"/>
                  <a:gd name="T6" fmla="*/ 0 w 365"/>
                  <a:gd name="T7" fmla="*/ 0 h 648"/>
                  <a:gd name="T8" fmla="*/ 0 w 365"/>
                  <a:gd name="T9" fmla="*/ 0 h 648"/>
                  <a:gd name="T10" fmla="*/ 0 w 365"/>
                  <a:gd name="T11" fmla="*/ 0 h 648"/>
                  <a:gd name="T12" fmla="*/ 0 w 365"/>
                  <a:gd name="T13" fmla="*/ 0 h 648"/>
                  <a:gd name="T14" fmla="*/ 0 w 365"/>
                  <a:gd name="T15" fmla="*/ 0 h 648"/>
                  <a:gd name="T16" fmla="*/ 0 w 365"/>
                  <a:gd name="T17" fmla="*/ 0 h 648"/>
                  <a:gd name="T18" fmla="*/ 0 w 365"/>
                  <a:gd name="T19" fmla="*/ 0 h 648"/>
                  <a:gd name="T20" fmla="*/ 0 w 365"/>
                  <a:gd name="T21" fmla="*/ 0 h 648"/>
                  <a:gd name="T22" fmla="*/ 0 w 365"/>
                  <a:gd name="T23" fmla="*/ 0 h 648"/>
                  <a:gd name="T24" fmla="*/ 0 w 365"/>
                  <a:gd name="T25" fmla="*/ 0 h 648"/>
                  <a:gd name="T26" fmla="*/ 0 w 365"/>
                  <a:gd name="T27" fmla="*/ 0 h 648"/>
                  <a:gd name="T28" fmla="*/ 0 w 365"/>
                  <a:gd name="T29" fmla="*/ 0 h 648"/>
                  <a:gd name="T30" fmla="*/ 0 w 365"/>
                  <a:gd name="T31" fmla="*/ 0 h 648"/>
                  <a:gd name="T32" fmla="*/ 0 w 365"/>
                  <a:gd name="T33" fmla="*/ 0 h 648"/>
                  <a:gd name="T34" fmla="*/ 0 w 365"/>
                  <a:gd name="T35" fmla="*/ 0 h 648"/>
                  <a:gd name="T36" fmla="*/ 0 w 365"/>
                  <a:gd name="T37" fmla="*/ 0 h 648"/>
                  <a:gd name="T38" fmla="*/ 0 w 365"/>
                  <a:gd name="T39" fmla="*/ 0 h 648"/>
                  <a:gd name="T40" fmla="*/ 0 w 365"/>
                  <a:gd name="T41" fmla="*/ 0 h 648"/>
                  <a:gd name="T42" fmla="*/ 0 w 365"/>
                  <a:gd name="T43" fmla="*/ 0 h 648"/>
                  <a:gd name="T44" fmla="*/ 0 w 365"/>
                  <a:gd name="T45" fmla="*/ 0 h 648"/>
                  <a:gd name="T46" fmla="*/ 0 w 365"/>
                  <a:gd name="T47" fmla="*/ 0 h 648"/>
                  <a:gd name="T48" fmla="*/ 0 w 365"/>
                  <a:gd name="T49" fmla="*/ 0 h 648"/>
                  <a:gd name="T50" fmla="*/ 0 w 365"/>
                  <a:gd name="T51" fmla="*/ 0 h 64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65"/>
                  <a:gd name="T79" fmla="*/ 0 h 648"/>
                  <a:gd name="T80" fmla="*/ 365 w 365"/>
                  <a:gd name="T81" fmla="*/ 648 h 64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65" h="648">
                    <a:moveTo>
                      <a:pt x="0" y="535"/>
                    </a:moveTo>
                    <a:lnTo>
                      <a:pt x="0" y="23"/>
                    </a:lnTo>
                    <a:lnTo>
                      <a:pt x="9" y="9"/>
                    </a:lnTo>
                    <a:lnTo>
                      <a:pt x="26" y="0"/>
                    </a:lnTo>
                    <a:lnTo>
                      <a:pt x="60" y="0"/>
                    </a:lnTo>
                    <a:lnTo>
                      <a:pt x="77" y="9"/>
                    </a:lnTo>
                    <a:lnTo>
                      <a:pt x="86" y="19"/>
                    </a:lnTo>
                    <a:lnTo>
                      <a:pt x="86" y="384"/>
                    </a:lnTo>
                    <a:lnTo>
                      <a:pt x="183" y="419"/>
                    </a:lnTo>
                    <a:lnTo>
                      <a:pt x="224" y="511"/>
                    </a:lnTo>
                    <a:lnTo>
                      <a:pt x="257" y="555"/>
                    </a:lnTo>
                    <a:lnTo>
                      <a:pt x="316" y="590"/>
                    </a:lnTo>
                    <a:lnTo>
                      <a:pt x="365" y="610"/>
                    </a:lnTo>
                    <a:lnTo>
                      <a:pt x="343" y="639"/>
                    </a:lnTo>
                    <a:lnTo>
                      <a:pt x="298" y="648"/>
                    </a:lnTo>
                    <a:lnTo>
                      <a:pt x="206" y="639"/>
                    </a:lnTo>
                    <a:lnTo>
                      <a:pt x="118" y="623"/>
                    </a:lnTo>
                    <a:lnTo>
                      <a:pt x="75" y="590"/>
                    </a:lnTo>
                    <a:lnTo>
                      <a:pt x="75" y="28"/>
                    </a:lnTo>
                    <a:lnTo>
                      <a:pt x="72" y="12"/>
                    </a:lnTo>
                    <a:lnTo>
                      <a:pt x="58" y="9"/>
                    </a:lnTo>
                    <a:lnTo>
                      <a:pt x="26" y="9"/>
                    </a:lnTo>
                    <a:lnTo>
                      <a:pt x="17" y="12"/>
                    </a:lnTo>
                    <a:lnTo>
                      <a:pt x="9" y="23"/>
                    </a:lnTo>
                    <a:lnTo>
                      <a:pt x="9" y="544"/>
                    </a:lnTo>
                    <a:lnTo>
                      <a:pt x="0" y="5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72" name="Freeform 291">
                <a:extLst>
                  <a:ext uri="{FF2B5EF4-FFF2-40B4-BE49-F238E27FC236}">
                    <a16:creationId xmlns:a16="http://schemas.microsoft.com/office/drawing/2014/main" id="{81848C8C-10F5-466C-7351-0731D3C434BB}"/>
                  </a:ext>
                </a:extLst>
              </p:cNvPr>
              <p:cNvSpPr>
                <a:spLocks/>
              </p:cNvSpPr>
              <p:nvPr/>
            </p:nvSpPr>
            <p:spPr bwMode="auto">
              <a:xfrm>
                <a:off x="2899" y="1414"/>
                <a:ext cx="11" cy="73"/>
              </a:xfrm>
              <a:custGeom>
                <a:avLst/>
                <a:gdLst>
                  <a:gd name="T0" fmla="*/ 0 w 86"/>
                  <a:gd name="T1" fmla="*/ 0 h 590"/>
                  <a:gd name="T2" fmla="*/ 0 w 86"/>
                  <a:gd name="T3" fmla="*/ 0 h 590"/>
                  <a:gd name="T4" fmla="*/ 0 w 86"/>
                  <a:gd name="T5" fmla="*/ 0 h 590"/>
                  <a:gd name="T6" fmla="*/ 0 w 86"/>
                  <a:gd name="T7" fmla="*/ 0 h 590"/>
                  <a:gd name="T8" fmla="*/ 0 w 86"/>
                  <a:gd name="T9" fmla="*/ 0 h 590"/>
                  <a:gd name="T10" fmla="*/ 0 w 86"/>
                  <a:gd name="T11" fmla="*/ 0 h 590"/>
                  <a:gd name="T12" fmla="*/ 0 w 86"/>
                  <a:gd name="T13" fmla="*/ 0 h 590"/>
                  <a:gd name="T14" fmla="*/ 0 w 86"/>
                  <a:gd name="T15" fmla="*/ 0 h 590"/>
                  <a:gd name="T16" fmla="*/ 0 w 86"/>
                  <a:gd name="T17" fmla="*/ 0 h 590"/>
                  <a:gd name="T18" fmla="*/ 0 w 86"/>
                  <a:gd name="T19" fmla="*/ 0 h 590"/>
                  <a:gd name="T20" fmla="*/ 0 w 86"/>
                  <a:gd name="T21" fmla="*/ 0 h 59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590"/>
                  <a:gd name="T35" fmla="*/ 86 w 86"/>
                  <a:gd name="T36" fmla="*/ 590 h 59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590">
                    <a:moveTo>
                      <a:pt x="9" y="0"/>
                    </a:moveTo>
                    <a:lnTo>
                      <a:pt x="9" y="420"/>
                    </a:lnTo>
                    <a:lnTo>
                      <a:pt x="42" y="546"/>
                    </a:lnTo>
                    <a:lnTo>
                      <a:pt x="75" y="418"/>
                    </a:lnTo>
                    <a:lnTo>
                      <a:pt x="75" y="21"/>
                    </a:lnTo>
                    <a:lnTo>
                      <a:pt x="86" y="21"/>
                    </a:lnTo>
                    <a:lnTo>
                      <a:pt x="86" y="418"/>
                    </a:lnTo>
                    <a:lnTo>
                      <a:pt x="42" y="590"/>
                    </a:lnTo>
                    <a:lnTo>
                      <a:pt x="0" y="420"/>
                    </a:lnTo>
                    <a:lnTo>
                      <a:pt x="0" y="7"/>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73" name="Freeform 292">
                <a:extLst>
                  <a:ext uri="{FF2B5EF4-FFF2-40B4-BE49-F238E27FC236}">
                    <a16:creationId xmlns:a16="http://schemas.microsoft.com/office/drawing/2014/main" id="{783D94C5-C473-9D81-312E-E9F9AA0A51E6}"/>
                  </a:ext>
                </a:extLst>
              </p:cNvPr>
              <p:cNvSpPr>
                <a:spLocks/>
              </p:cNvSpPr>
              <p:nvPr/>
            </p:nvSpPr>
            <p:spPr bwMode="auto">
              <a:xfrm>
                <a:off x="2900" y="1464"/>
                <a:ext cx="8" cy="2"/>
              </a:xfrm>
              <a:custGeom>
                <a:avLst/>
                <a:gdLst>
                  <a:gd name="T0" fmla="*/ 0 w 70"/>
                  <a:gd name="T1" fmla="*/ 0 h 17"/>
                  <a:gd name="T2" fmla="*/ 0 w 70"/>
                  <a:gd name="T3" fmla="*/ 0 h 17"/>
                  <a:gd name="T4" fmla="*/ 0 w 70"/>
                  <a:gd name="T5" fmla="*/ 0 h 17"/>
                  <a:gd name="T6" fmla="*/ 0 w 70"/>
                  <a:gd name="T7" fmla="*/ 0 h 17"/>
                  <a:gd name="T8" fmla="*/ 0 w 70"/>
                  <a:gd name="T9" fmla="*/ 0 h 17"/>
                  <a:gd name="T10" fmla="*/ 0 w 70"/>
                  <a:gd name="T11" fmla="*/ 0 h 17"/>
                  <a:gd name="T12" fmla="*/ 0 w 70"/>
                  <a:gd name="T13" fmla="*/ 0 h 17"/>
                  <a:gd name="T14" fmla="*/ 0 w 70"/>
                  <a:gd name="T15" fmla="*/ 0 h 17"/>
                  <a:gd name="T16" fmla="*/ 0 w 70"/>
                  <a:gd name="T17" fmla="*/ 0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0"/>
                  <a:gd name="T28" fmla="*/ 0 h 17"/>
                  <a:gd name="T29" fmla="*/ 70 w 70"/>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0" h="17">
                    <a:moveTo>
                      <a:pt x="0" y="17"/>
                    </a:moveTo>
                    <a:lnTo>
                      <a:pt x="17" y="10"/>
                    </a:lnTo>
                    <a:lnTo>
                      <a:pt x="51" y="10"/>
                    </a:lnTo>
                    <a:lnTo>
                      <a:pt x="70" y="17"/>
                    </a:lnTo>
                    <a:lnTo>
                      <a:pt x="70" y="10"/>
                    </a:lnTo>
                    <a:lnTo>
                      <a:pt x="56" y="0"/>
                    </a:lnTo>
                    <a:lnTo>
                      <a:pt x="24" y="0"/>
                    </a:lnTo>
                    <a:lnTo>
                      <a:pt x="2" y="5"/>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74" name="Freeform 293">
                <a:extLst>
                  <a:ext uri="{FF2B5EF4-FFF2-40B4-BE49-F238E27FC236}">
                    <a16:creationId xmlns:a16="http://schemas.microsoft.com/office/drawing/2014/main" id="{D3829617-A13D-DFF5-045A-F2A5D7C3A599}"/>
                  </a:ext>
                </a:extLst>
              </p:cNvPr>
              <p:cNvSpPr>
                <a:spLocks/>
              </p:cNvSpPr>
              <p:nvPr/>
            </p:nvSpPr>
            <p:spPr bwMode="auto">
              <a:xfrm>
                <a:off x="2925" y="994"/>
                <a:ext cx="137" cy="230"/>
              </a:xfrm>
              <a:custGeom>
                <a:avLst/>
                <a:gdLst>
                  <a:gd name="T0" fmla="*/ 0 w 1097"/>
                  <a:gd name="T1" fmla="*/ 0 h 1842"/>
                  <a:gd name="T2" fmla="*/ 0 w 1097"/>
                  <a:gd name="T3" fmla="*/ 0 h 1842"/>
                  <a:gd name="T4" fmla="*/ 0 w 1097"/>
                  <a:gd name="T5" fmla="*/ 0 h 1842"/>
                  <a:gd name="T6" fmla="*/ 0 w 1097"/>
                  <a:gd name="T7" fmla="*/ 0 h 1842"/>
                  <a:gd name="T8" fmla="*/ 0 w 1097"/>
                  <a:gd name="T9" fmla="*/ 0 h 1842"/>
                  <a:gd name="T10" fmla="*/ 0 w 1097"/>
                  <a:gd name="T11" fmla="*/ 0 h 1842"/>
                  <a:gd name="T12" fmla="*/ 0 w 1097"/>
                  <a:gd name="T13" fmla="*/ 0 h 1842"/>
                  <a:gd name="T14" fmla="*/ 0 w 1097"/>
                  <a:gd name="T15" fmla="*/ 0 h 1842"/>
                  <a:gd name="T16" fmla="*/ 0 w 1097"/>
                  <a:gd name="T17" fmla="*/ 0 h 1842"/>
                  <a:gd name="T18" fmla="*/ 0 w 1097"/>
                  <a:gd name="T19" fmla="*/ 0 h 1842"/>
                  <a:gd name="T20" fmla="*/ 0 w 1097"/>
                  <a:gd name="T21" fmla="*/ 0 h 1842"/>
                  <a:gd name="T22" fmla="*/ 0 w 1097"/>
                  <a:gd name="T23" fmla="*/ 0 h 1842"/>
                  <a:gd name="T24" fmla="*/ 0 w 1097"/>
                  <a:gd name="T25" fmla="*/ 0 h 1842"/>
                  <a:gd name="T26" fmla="*/ 0 w 1097"/>
                  <a:gd name="T27" fmla="*/ 0 h 1842"/>
                  <a:gd name="T28" fmla="*/ 0 w 1097"/>
                  <a:gd name="T29" fmla="*/ 0 h 1842"/>
                  <a:gd name="T30" fmla="*/ 0 w 1097"/>
                  <a:gd name="T31" fmla="*/ 0 h 1842"/>
                  <a:gd name="T32" fmla="*/ 0 w 1097"/>
                  <a:gd name="T33" fmla="*/ 0 h 1842"/>
                  <a:gd name="T34" fmla="*/ 0 w 1097"/>
                  <a:gd name="T35" fmla="*/ 0 h 1842"/>
                  <a:gd name="T36" fmla="*/ 0 w 1097"/>
                  <a:gd name="T37" fmla="*/ 0 h 1842"/>
                  <a:gd name="T38" fmla="*/ 0 w 1097"/>
                  <a:gd name="T39" fmla="*/ 0 h 1842"/>
                  <a:gd name="T40" fmla="*/ 0 w 1097"/>
                  <a:gd name="T41" fmla="*/ 0 h 1842"/>
                  <a:gd name="T42" fmla="*/ 0 w 1097"/>
                  <a:gd name="T43" fmla="*/ 0 h 1842"/>
                  <a:gd name="T44" fmla="*/ 0 w 1097"/>
                  <a:gd name="T45" fmla="*/ 0 h 1842"/>
                  <a:gd name="T46" fmla="*/ 0 w 1097"/>
                  <a:gd name="T47" fmla="*/ 0 h 1842"/>
                  <a:gd name="T48" fmla="*/ 0 w 1097"/>
                  <a:gd name="T49" fmla="*/ 0 h 1842"/>
                  <a:gd name="T50" fmla="*/ 0 w 1097"/>
                  <a:gd name="T51" fmla="*/ 0 h 1842"/>
                  <a:gd name="T52" fmla="*/ 0 w 1097"/>
                  <a:gd name="T53" fmla="*/ 0 h 1842"/>
                  <a:gd name="T54" fmla="*/ 0 w 1097"/>
                  <a:gd name="T55" fmla="*/ 0 h 1842"/>
                  <a:gd name="T56" fmla="*/ 0 w 1097"/>
                  <a:gd name="T57" fmla="*/ 0 h 1842"/>
                  <a:gd name="T58" fmla="*/ 0 w 1097"/>
                  <a:gd name="T59" fmla="*/ 0 h 1842"/>
                  <a:gd name="T60" fmla="*/ 0 w 1097"/>
                  <a:gd name="T61" fmla="*/ 0 h 1842"/>
                  <a:gd name="T62" fmla="*/ 0 w 1097"/>
                  <a:gd name="T63" fmla="*/ 0 h 1842"/>
                  <a:gd name="T64" fmla="*/ 0 w 1097"/>
                  <a:gd name="T65" fmla="*/ 0 h 184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097"/>
                  <a:gd name="T100" fmla="*/ 0 h 1842"/>
                  <a:gd name="T101" fmla="*/ 1097 w 1097"/>
                  <a:gd name="T102" fmla="*/ 1842 h 184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097" h="1842">
                    <a:moveTo>
                      <a:pt x="728" y="459"/>
                    </a:moveTo>
                    <a:lnTo>
                      <a:pt x="667" y="630"/>
                    </a:lnTo>
                    <a:lnTo>
                      <a:pt x="798" y="773"/>
                    </a:lnTo>
                    <a:lnTo>
                      <a:pt x="842" y="907"/>
                    </a:lnTo>
                    <a:lnTo>
                      <a:pt x="849" y="1098"/>
                    </a:lnTo>
                    <a:lnTo>
                      <a:pt x="899" y="1285"/>
                    </a:lnTo>
                    <a:lnTo>
                      <a:pt x="952" y="1388"/>
                    </a:lnTo>
                    <a:lnTo>
                      <a:pt x="1042" y="1478"/>
                    </a:lnTo>
                    <a:lnTo>
                      <a:pt x="1025" y="1538"/>
                    </a:lnTo>
                    <a:lnTo>
                      <a:pt x="933" y="1566"/>
                    </a:lnTo>
                    <a:lnTo>
                      <a:pt x="849" y="1452"/>
                    </a:lnTo>
                    <a:lnTo>
                      <a:pt x="779" y="1325"/>
                    </a:lnTo>
                    <a:lnTo>
                      <a:pt x="717" y="1129"/>
                    </a:lnTo>
                    <a:lnTo>
                      <a:pt x="678" y="966"/>
                    </a:lnTo>
                    <a:lnTo>
                      <a:pt x="737" y="1285"/>
                    </a:lnTo>
                    <a:lnTo>
                      <a:pt x="798" y="1452"/>
                    </a:lnTo>
                    <a:lnTo>
                      <a:pt x="849" y="1595"/>
                    </a:lnTo>
                    <a:lnTo>
                      <a:pt x="899" y="1690"/>
                    </a:lnTo>
                    <a:lnTo>
                      <a:pt x="842" y="1752"/>
                    </a:lnTo>
                    <a:lnTo>
                      <a:pt x="708" y="1803"/>
                    </a:lnTo>
                    <a:lnTo>
                      <a:pt x="484" y="1791"/>
                    </a:lnTo>
                    <a:lnTo>
                      <a:pt x="373" y="1771"/>
                    </a:lnTo>
                    <a:lnTo>
                      <a:pt x="373" y="1222"/>
                    </a:lnTo>
                    <a:lnTo>
                      <a:pt x="328" y="1648"/>
                    </a:lnTo>
                    <a:lnTo>
                      <a:pt x="249" y="1611"/>
                    </a:lnTo>
                    <a:lnTo>
                      <a:pt x="157" y="1547"/>
                    </a:lnTo>
                    <a:lnTo>
                      <a:pt x="205" y="1362"/>
                    </a:lnTo>
                    <a:lnTo>
                      <a:pt x="309" y="1035"/>
                    </a:lnTo>
                    <a:lnTo>
                      <a:pt x="350" y="848"/>
                    </a:lnTo>
                    <a:lnTo>
                      <a:pt x="440" y="773"/>
                    </a:lnTo>
                    <a:lnTo>
                      <a:pt x="511" y="670"/>
                    </a:lnTo>
                    <a:lnTo>
                      <a:pt x="581" y="530"/>
                    </a:lnTo>
                    <a:lnTo>
                      <a:pt x="616" y="431"/>
                    </a:lnTo>
                    <a:lnTo>
                      <a:pt x="616" y="376"/>
                    </a:lnTo>
                    <a:lnTo>
                      <a:pt x="0" y="0"/>
                    </a:lnTo>
                    <a:lnTo>
                      <a:pt x="567" y="387"/>
                    </a:lnTo>
                    <a:lnTo>
                      <a:pt x="533" y="530"/>
                    </a:lnTo>
                    <a:lnTo>
                      <a:pt x="473" y="661"/>
                    </a:lnTo>
                    <a:lnTo>
                      <a:pt x="378" y="765"/>
                    </a:lnTo>
                    <a:lnTo>
                      <a:pt x="302" y="835"/>
                    </a:lnTo>
                    <a:lnTo>
                      <a:pt x="216" y="896"/>
                    </a:lnTo>
                    <a:lnTo>
                      <a:pt x="318" y="855"/>
                    </a:lnTo>
                    <a:lnTo>
                      <a:pt x="113" y="1558"/>
                    </a:lnTo>
                    <a:lnTo>
                      <a:pt x="228" y="1648"/>
                    </a:lnTo>
                    <a:lnTo>
                      <a:pt x="318" y="1690"/>
                    </a:lnTo>
                    <a:lnTo>
                      <a:pt x="309" y="1791"/>
                    </a:lnTo>
                    <a:lnTo>
                      <a:pt x="412" y="1819"/>
                    </a:lnTo>
                    <a:lnTo>
                      <a:pt x="555" y="1833"/>
                    </a:lnTo>
                    <a:lnTo>
                      <a:pt x="717" y="1842"/>
                    </a:lnTo>
                    <a:lnTo>
                      <a:pt x="842" y="1815"/>
                    </a:lnTo>
                    <a:lnTo>
                      <a:pt x="899" y="1762"/>
                    </a:lnTo>
                    <a:lnTo>
                      <a:pt x="952" y="1720"/>
                    </a:lnTo>
                    <a:lnTo>
                      <a:pt x="1003" y="1669"/>
                    </a:lnTo>
                    <a:lnTo>
                      <a:pt x="952" y="1595"/>
                    </a:lnTo>
                    <a:lnTo>
                      <a:pt x="1036" y="1566"/>
                    </a:lnTo>
                    <a:lnTo>
                      <a:pt x="1084" y="1507"/>
                    </a:lnTo>
                    <a:lnTo>
                      <a:pt x="1097" y="1485"/>
                    </a:lnTo>
                    <a:lnTo>
                      <a:pt x="973" y="1342"/>
                    </a:lnTo>
                    <a:lnTo>
                      <a:pt x="913" y="1201"/>
                    </a:lnTo>
                    <a:lnTo>
                      <a:pt x="890" y="1049"/>
                    </a:lnTo>
                    <a:lnTo>
                      <a:pt x="871" y="896"/>
                    </a:lnTo>
                    <a:lnTo>
                      <a:pt x="842" y="795"/>
                    </a:lnTo>
                    <a:lnTo>
                      <a:pt x="798" y="714"/>
                    </a:lnTo>
                    <a:lnTo>
                      <a:pt x="717" y="611"/>
                    </a:lnTo>
                    <a:lnTo>
                      <a:pt x="772" y="466"/>
                    </a:lnTo>
                    <a:lnTo>
                      <a:pt x="728" y="45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75" name="Freeform 294">
                <a:extLst>
                  <a:ext uri="{FF2B5EF4-FFF2-40B4-BE49-F238E27FC236}">
                    <a16:creationId xmlns:a16="http://schemas.microsoft.com/office/drawing/2014/main" id="{37E45E47-FC50-6771-52F9-336D52C2BA76}"/>
                  </a:ext>
                </a:extLst>
              </p:cNvPr>
              <p:cNvSpPr>
                <a:spLocks/>
              </p:cNvSpPr>
              <p:nvPr/>
            </p:nvSpPr>
            <p:spPr bwMode="auto">
              <a:xfrm>
                <a:off x="2994" y="1067"/>
                <a:ext cx="21" cy="16"/>
              </a:xfrm>
              <a:custGeom>
                <a:avLst/>
                <a:gdLst>
                  <a:gd name="T0" fmla="*/ 0 w 162"/>
                  <a:gd name="T1" fmla="*/ 0 h 126"/>
                  <a:gd name="T2" fmla="*/ 0 w 162"/>
                  <a:gd name="T3" fmla="*/ 0 h 126"/>
                  <a:gd name="T4" fmla="*/ 0 w 162"/>
                  <a:gd name="T5" fmla="*/ 0 h 126"/>
                  <a:gd name="T6" fmla="*/ 0 w 162"/>
                  <a:gd name="T7" fmla="*/ 0 h 126"/>
                  <a:gd name="T8" fmla="*/ 0 w 162"/>
                  <a:gd name="T9" fmla="*/ 0 h 126"/>
                  <a:gd name="T10" fmla="*/ 0 w 162"/>
                  <a:gd name="T11" fmla="*/ 0 h 126"/>
                  <a:gd name="T12" fmla="*/ 0 60000 65536"/>
                  <a:gd name="T13" fmla="*/ 0 60000 65536"/>
                  <a:gd name="T14" fmla="*/ 0 60000 65536"/>
                  <a:gd name="T15" fmla="*/ 0 60000 65536"/>
                  <a:gd name="T16" fmla="*/ 0 60000 65536"/>
                  <a:gd name="T17" fmla="*/ 0 60000 65536"/>
                  <a:gd name="T18" fmla="*/ 0 w 162"/>
                  <a:gd name="T19" fmla="*/ 0 h 126"/>
                  <a:gd name="T20" fmla="*/ 162 w 162"/>
                  <a:gd name="T21" fmla="*/ 126 h 126"/>
                </a:gdLst>
                <a:ahLst/>
                <a:cxnLst>
                  <a:cxn ang="T12">
                    <a:pos x="T0" y="T1"/>
                  </a:cxn>
                  <a:cxn ang="T13">
                    <a:pos x="T2" y="T3"/>
                  </a:cxn>
                  <a:cxn ang="T14">
                    <a:pos x="T4" y="T5"/>
                  </a:cxn>
                  <a:cxn ang="T15">
                    <a:pos x="T6" y="T7"/>
                  </a:cxn>
                  <a:cxn ang="T16">
                    <a:pos x="T8" y="T9"/>
                  </a:cxn>
                  <a:cxn ang="T17">
                    <a:pos x="T10" y="T11"/>
                  </a:cxn>
                </a:cxnLst>
                <a:rect l="T18" t="T19" r="T20" b="T21"/>
                <a:pathLst>
                  <a:path w="162" h="126">
                    <a:moveTo>
                      <a:pt x="0" y="126"/>
                    </a:moveTo>
                    <a:lnTo>
                      <a:pt x="61" y="95"/>
                    </a:lnTo>
                    <a:lnTo>
                      <a:pt x="132" y="0"/>
                    </a:lnTo>
                    <a:lnTo>
                      <a:pt x="162" y="73"/>
                    </a:lnTo>
                    <a:lnTo>
                      <a:pt x="100" y="104"/>
                    </a:lnTo>
                    <a:lnTo>
                      <a:pt x="0" y="1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76" name="Freeform 295">
                <a:extLst>
                  <a:ext uri="{FF2B5EF4-FFF2-40B4-BE49-F238E27FC236}">
                    <a16:creationId xmlns:a16="http://schemas.microsoft.com/office/drawing/2014/main" id="{0F133F1F-A6C1-78B1-4FCE-8CD0358F34D3}"/>
                  </a:ext>
                </a:extLst>
              </p:cNvPr>
              <p:cNvSpPr>
                <a:spLocks/>
              </p:cNvSpPr>
              <p:nvPr/>
            </p:nvSpPr>
            <p:spPr bwMode="auto">
              <a:xfrm>
                <a:off x="2994" y="1035"/>
                <a:ext cx="48" cy="35"/>
              </a:xfrm>
              <a:custGeom>
                <a:avLst/>
                <a:gdLst>
                  <a:gd name="T0" fmla="*/ 0 w 378"/>
                  <a:gd name="T1" fmla="*/ 0 h 277"/>
                  <a:gd name="T2" fmla="*/ 0 w 378"/>
                  <a:gd name="T3" fmla="*/ 0 h 277"/>
                  <a:gd name="T4" fmla="*/ 0 w 378"/>
                  <a:gd name="T5" fmla="*/ 0 h 277"/>
                  <a:gd name="T6" fmla="*/ 0 w 378"/>
                  <a:gd name="T7" fmla="*/ 0 h 277"/>
                  <a:gd name="T8" fmla="*/ 0 w 378"/>
                  <a:gd name="T9" fmla="*/ 0 h 277"/>
                  <a:gd name="T10" fmla="*/ 0 w 378"/>
                  <a:gd name="T11" fmla="*/ 0 h 277"/>
                  <a:gd name="T12" fmla="*/ 0 w 378"/>
                  <a:gd name="T13" fmla="*/ 0 h 277"/>
                  <a:gd name="T14" fmla="*/ 0 w 378"/>
                  <a:gd name="T15" fmla="*/ 0 h 277"/>
                  <a:gd name="T16" fmla="*/ 0 w 378"/>
                  <a:gd name="T17" fmla="*/ 0 h 277"/>
                  <a:gd name="T18" fmla="*/ 0 w 378"/>
                  <a:gd name="T19" fmla="*/ 0 h 2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8"/>
                  <a:gd name="T31" fmla="*/ 0 h 277"/>
                  <a:gd name="T32" fmla="*/ 378 w 378"/>
                  <a:gd name="T33" fmla="*/ 277 h 2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8" h="277">
                    <a:moveTo>
                      <a:pt x="42" y="83"/>
                    </a:moveTo>
                    <a:lnTo>
                      <a:pt x="162" y="125"/>
                    </a:lnTo>
                    <a:lnTo>
                      <a:pt x="173" y="196"/>
                    </a:lnTo>
                    <a:lnTo>
                      <a:pt x="378" y="277"/>
                    </a:lnTo>
                    <a:lnTo>
                      <a:pt x="272" y="153"/>
                    </a:lnTo>
                    <a:lnTo>
                      <a:pt x="195" y="83"/>
                    </a:lnTo>
                    <a:lnTo>
                      <a:pt x="112" y="33"/>
                    </a:lnTo>
                    <a:lnTo>
                      <a:pt x="19" y="0"/>
                    </a:lnTo>
                    <a:lnTo>
                      <a:pt x="0" y="21"/>
                    </a:lnTo>
                    <a:lnTo>
                      <a:pt x="42" y="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77" name="Freeform 296">
                <a:extLst>
                  <a:ext uri="{FF2B5EF4-FFF2-40B4-BE49-F238E27FC236}">
                    <a16:creationId xmlns:a16="http://schemas.microsoft.com/office/drawing/2014/main" id="{3D67A821-FC3A-D12C-1CAF-F8ED9768D022}"/>
                  </a:ext>
                </a:extLst>
              </p:cNvPr>
              <p:cNvSpPr>
                <a:spLocks/>
              </p:cNvSpPr>
              <p:nvPr/>
            </p:nvSpPr>
            <p:spPr bwMode="auto">
              <a:xfrm>
                <a:off x="2989" y="966"/>
                <a:ext cx="186" cy="319"/>
              </a:xfrm>
              <a:custGeom>
                <a:avLst/>
                <a:gdLst>
                  <a:gd name="T0" fmla="*/ 0 w 1488"/>
                  <a:gd name="T1" fmla="*/ 0 h 2555"/>
                  <a:gd name="T2" fmla="*/ 0 w 1488"/>
                  <a:gd name="T3" fmla="*/ 0 h 2555"/>
                  <a:gd name="T4" fmla="*/ 0 w 1488"/>
                  <a:gd name="T5" fmla="*/ 0 h 2555"/>
                  <a:gd name="T6" fmla="*/ 0 w 1488"/>
                  <a:gd name="T7" fmla="*/ 0 h 2555"/>
                  <a:gd name="T8" fmla="*/ 0 w 1488"/>
                  <a:gd name="T9" fmla="*/ 0 h 2555"/>
                  <a:gd name="T10" fmla="*/ 0 w 1488"/>
                  <a:gd name="T11" fmla="*/ 0 h 2555"/>
                  <a:gd name="T12" fmla="*/ 0 w 1488"/>
                  <a:gd name="T13" fmla="*/ 0 h 2555"/>
                  <a:gd name="T14" fmla="*/ 0 w 1488"/>
                  <a:gd name="T15" fmla="*/ 0 h 2555"/>
                  <a:gd name="T16" fmla="*/ 0 w 1488"/>
                  <a:gd name="T17" fmla="*/ 0 h 2555"/>
                  <a:gd name="T18" fmla="*/ 0 w 1488"/>
                  <a:gd name="T19" fmla="*/ 0 h 2555"/>
                  <a:gd name="T20" fmla="*/ 0 w 1488"/>
                  <a:gd name="T21" fmla="*/ 0 h 2555"/>
                  <a:gd name="T22" fmla="*/ 0 w 1488"/>
                  <a:gd name="T23" fmla="*/ 0 h 2555"/>
                  <a:gd name="T24" fmla="*/ 0 w 1488"/>
                  <a:gd name="T25" fmla="*/ 0 h 2555"/>
                  <a:gd name="T26" fmla="*/ 0 w 1488"/>
                  <a:gd name="T27" fmla="*/ 0 h 2555"/>
                  <a:gd name="T28" fmla="*/ 0 w 1488"/>
                  <a:gd name="T29" fmla="*/ 0 h 2555"/>
                  <a:gd name="T30" fmla="*/ 0 w 1488"/>
                  <a:gd name="T31" fmla="*/ 0 h 2555"/>
                  <a:gd name="T32" fmla="*/ 0 w 1488"/>
                  <a:gd name="T33" fmla="*/ 0 h 2555"/>
                  <a:gd name="T34" fmla="*/ 0 w 1488"/>
                  <a:gd name="T35" fmla="*/ 0 h 2555"/>
                  <a:gd name="T36" fmla="*/ 0 w 1488"/>
                  <a:gd name="T37" fmla="*/ 0 h 2555"/>
                  <a:gd name="T38" fmla="*/ 0 w 1488"/>
                  <a:gd name="T39" fmla="*/ 0 h 2555"/>
                  <a:gd name="T40" fmla="*/ 0 w 1488"/>
                  <a:gd name="T41" fmla="*/ 0 h 2555"/>
                  <a:gd name="T42" fmla="*/ 0 w 1488"/>
                  <a:gd name="T43" fmla="*/ 0 h 2555"/>
                  <a:gd name="T44" fmla="*/ 0 w 1488"/>
                  <a:gd name="T45" fmla="*/ 0 h 2555"/>
                  <a:gd name="T46" fmla="*/ 0 w 1488"/>
                  <a:gd name="T47" fmla="*/ 0 h 2555"/>
                  <a:gd name="T48" fmla="*/ 0 w 1488"/>
                  <a:gd name="T49" fmla="*/ 0 h 2555"/>
                  <a:gd name="T50" fmla="*/ 0 w 1488"/>
                  <a:gd name="T51" fmla="*/ 0 h 2555"/>
                  <a:gd name="T52" fmla="*/ 0 w 1488"/>
                  <a:gd name="T53" fmla="*/ 0 h 2555"/>
                  <a:gd name="T54" fmla="*/ 0 w 1488"/>
                  <a:gd name="T55" fmla="*/ 0 h 2555"/>
                  <a:gd name="T56" fmla="*/ 0 w 1488"/>
                  <a:gd name="T57" fmla="*/ 0 h 2555"/>
                  <a:gd name="T58" fmla="*/ 0 w 1488"/>
                  <a:gd name="T59" fmla="*/ 0 h 2555"/>
                  <a:gd name="T60" fmla="*/ 0 w 1488"/>
                  <a:gd name="T61" fmla="*/ 0 h 2555"/>
                  <a:gd name="T62" fmla="*/ 0 w 1488"/>
                  <a:gd name="T63" fmla="*/ 0 h 2555"/>
                  <a:gd name="T64" fmla="*/ 0 w 1488"/>
                  <a:gd name="T65" fmla="*/ 0 h 2555"/>
                  <a:gd name="T66" fmla="*/ 0 w 1488"/>
                  <a:gd name="T67" fmla="*/ 0 h 2555"/>
                  <a:gd name="T68" fmla="*/ 0 w 1488"/>
                  <a:gd name="T69" fmla="*/ 0 h 2555"/>
                  <a:gd name="T70" fmla="*/ 0 w 1488"/>
                  <a:gd name="T71" fmla="*/ 0 h 2555"/>
                  <a:gd name="T72" fmla="*/ 0 w 1488"/>
                  <a:gd name="T73" fmla="*/ 0 h 2555"/>
                  <a:gd name="T74" fmla="*/ 0 w 1488"/>
                  <a:gd name="T75" fmla="*/ 0 h 2555"/>
                  <a:gd name="T76" fmla="*/ 0 w 1488"/>
                  <a:gd name="T77" fmla="*/ 0 h 2555"/>
                  <a:gd name="T78" fmla="*/ 0 w 1488"/>
                  <a:gd name="T79" fmla="*/ 0 h 2555"/>
                  <a:gd name="T80" fmla="*/ 0 w 1488"/>
                  <a:gd name="T81" fmla="*/ 0 h 2555"/>
                  <a:gd name="T82" fmla="*/ 0 w 1488"/>
                  <a:gd name="T83" fmla="*/ 0 h 2555"/>
                  <a:gd name="T84" fmla="*/ 0 w 1488"/>
                  <a:gd name="T85" fmla="*/ 0 h 2555"/>
                  <a:gd name="T86" fmla="*/ 0 w 1488"/>
                  <a:gd name="T87" fmla="*/ 0 h 255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88"/>
                  <a:gd name="T133" fmla="*/ 0 h 2555"/>
                  <a:gd name="T134" fmla="*/ 1488 w 1488"/>
                  <a:gd name="T135" fmla="*/ 2555 h 255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88" h="2555">
                    <a:moveTo>
                      <a:pt x="176" y="2043"/>
                    </a:moveTo>
                    <a:lnTo>
                      <a:pt x="125" y="2197"/>
                    </a:lnTo>
                    <a:lnTo>
                      <a:pt x="56" y="2351"/>
                    </a:lnTo>
                    <a:lnTo>
                      <a:pt x="0" y="2456"/>
                    </a:lnTo>
                    <a:lnTo>
                      <a:pt x="593" y="2250"/>
                    </a:lnTo>
                    <a:lnTo>
                      <a:pt x="372" y="2555"/>
                    </a:lnTo>
                    <a:lnTo>
                      <a:pt x="626" y="2280"/>
                    </a:lnTo>
                    <a:lnTo>
                      <a:pt x="769" y="2117"/>
                    </a:lnTo>
                    <a:lnTo>
                      <a:pt x="1239" y="1986"/>
                    </a:lnTo>
                    <a:lnTo>
                      <a:pt x="1465" y="2015"/>
                    </a:lnTo>
                    <a:lnTo>
                      <a:pt x="1488" y="1986"/>
                    </a:lnTo>
                    <a:lnTo>
                      <a:pt x="1272" y="1914"/>
                    </a:lnTo>
                    <a:lnTo>
                      <a:pt x="789" y="1927"/>
                    </a:lnTo>
                    <a:lnTo>
                      <a:pt x="646" y="1976"/>
                    </a:lnTo>
                    <a:lnTo>
                      <a:pt x="604" y="1967"/>
                    </a:lnTo>
                    <a:lnTo>
                      <a:pt x="604" y="1914"/>
                    </a:lnTo>
                    <a:lnTo>
                      <a:pt x="769" y="1676"/>
                    </a:lnTo>
                    <a:lnTo>
                      <a:pt x="1188" y="1395"/>
                    </a:lnTo>
                    <a:lnTo>
                      <a:pt x="1197" y="1342"/>
                    </a:lnTo>
                    <a:lnTo>
                      <a:pt x="1156" y="1353"/>
                    </a:lnTo>
                    <a:lnTo>
                      <a:pt x="714" y="1467"/>
                    </a:lnTo>
                    <a:lnTo>
                      <a:pt x="709" y="1190"/>
                    </a:lnTo>
                    <a:lnTo>
                      <a:pt x="738" y="823"/>
                    </a:lnTo>
                    <a:lnTo>
                      <a:pt x="810" y="487"/>
                    </a:lnTo>
                    <a:lnTo>
                      <a:pt x="953" y="151"/>
                    </a:lnTo>
                    <a:lnTo>
                      <a:pt x="923" y="141"/>
                    </a:lnTo>
                    <a:lnTo>
                      <a:pt x="657" y="0"/>
                    </a:lnTo>
                    <a:lnTo>
                      <a:pt x="556" y="76"/>
                    </a:lnTo>
                    <a:lnTo>
                      <a:pt x="422" y="141"/>
                    </a:lnTo>
                    <a:lnTo>
                      <a:pt x="197" y="151"/>
                    </a:lnTo>
                    <a:lnTo>
                      <a:pt x="301" y="344"/>
                    </a:lnTo>
                    <a:lnTo>
                      <a:pt x="349" y="558"/>
                    </a:lnTo>
                    <a:lnTo>
                      <a:pt x="379" y="795"/>
                    </a:lnTo>
                    <a:lnTo>
                      <a:pt x="372" y="978"/>
                    </a:lnTo>
                    <a:lnTo>
                      <a:pt x="338" y="1171"/>
                    </a:lnTo>
                    <a:lnTo>
                      <a:pt x="372" y="1386"/>
                    </a:lnTo>
                    <a:lnTo>
                      <a:pt x="441" y="1598"/>
                    </a:lnTo>
                    <a:lnTo>
                      <a:pt x="556" y="1718"/>
                    </a:lnTo>
                    <a:lnTo>
                      <a:pt x="525" y="1771"/>
                    </a:lnTo>
                    <a:lnTo>
                      <a:pt x="411" y="1819"/>
                    </a:lnTo>
                    <a:lnTo>
                      <a:pt x="432" y="1953"/>
                    </a:lnTo>
                    <a:lnTo>
                      <a:pt x="338" y="2008"/>
                    </a:lnTo>
                    <a:lnTo>
                      <a:pt x="246" y="2043"/>
                    </a:lnTo>
                    <a:lnTo>
                      <a:pt x="176" y="20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78" name="Freeform 297">
                <a:extLst>
                  <a:ext uri="{FF2B5EF4-FFF2-40B4-BE49-F238E27FC236}">
                    <a16:creationId xmlns:a16="http://schemas.microsoft.com/office/drawing/2014/main" id="{29608589-8DCD-F57B-5A7B-DA9BBAF881E9}"/>
                  </a:ext>
                </a:extLst>
              </p:cNvPr>
              <p:cNvSpPr>
                <a:spLocks/>
              </p:cNvSpPr>
              <p:nvPr/>
            </p:nvSpPr>
            <p:spPr bwMode="auto">
              <a:xfrm>
                <a:off x="3083" y="1054"/>
                <a:ext cx="105" cy="153"/>
              </a:xfrm>
              <a:custGeom>
                <a:avLst/>
                <a:gdLst>
                  <a:gd name="T0" fmla="*/ 0 w 846"/>
                  <a:gd name="T1" fmla="*/ 0 h 1230"/>
                  <a:gd name="T2" fmla="*/ 0 w 846"/>
                  <a:gd name="T3" fmla="*/ 0 h 1230"/>
                  <a:gd name="T4" fmla="*/ 0 w 846"/>
                  <a:gd name="T5" fmla="*/ 0 h 1230"/>
                  <a:gd name="T6" fmla="*/ 0 w 846"/>
                  <a:gd name="T7" fmla="*/ 0 h 1230"/>
                  <a:gd name="T8" fmla="*/ 0 w 846"/>
                  <a:gd name="T9" fmla="*/ 0 h 1230"/>
                  <a:gd name="T10" fmla="*/ 0 w 846"/>
                  <a:gd name="T11" fmla="*/ 0 h 1230"/>
                  <a:gd name="T12" fmla="*/ 0 w 846"/>
                  <a:gd name="T13" fmla="*/ 0 h 1230"/>
                  <a:gd name="T14" fmla="*/ 0 w 846"/>
                  <a:gd name="T15" fmla="*/ 0 h 1230"/>
                  <a:gd name="T16" fmla="*/ 0 w 846"/>
                  <a:gd name="T17" fmla="*/ 0 h 1230"/>
                  <a:gd name="T18" fmla="*/ 0 w 846"/>
                  <a:gd name="T19" fmla="*/ 0 h 1230"/>
                  <a:gd name="T20" fmla="*/ 0 w 846"/>
                  <a:gd name="T21" fmla="*/ 0 h 1230"/>
                  <a:gd name="T22" fmla="*/ 0 w 846"/>
                  <a:gd name="T23" fmla="*/ 0 h 1230"/>
                  <a:gd name="T24" fmla="*/ 0 w 846"/>
                  <a:gd name="T25" fmla="*/ 0 h 1230"/>
                  <a:gd name="T26" fmla="*/ 0 w 846"/>
                  <a:gd name="T27" fmla="*/ 0 h 1230"/>
                  <a:gd name="T28" fmla="*/ 0 w 846"/>
                  <a:gd name="T29" fmla="*/ 0 h 1230"/>
                  <a:gd name="T30" fmla="*/ 0 w 846"/>
                  <a:gd name="T31" fmla="*/ 0 h 1230"/>
                  <a:gd name="T32" fmla="*/ 0 w 846"/>
                  <a:gd name="T33" fmla="*/ 0 h 1230"/>
                  <a:gd name="T34" fmla="*/ 0 w 846"/>
                  <a:gd name="T35" fmla="*/ 0 h 1230"/>
                  <a:gd name="T36" fmla="*/ 0 w 846"/>
                  <a:gd name="T37" fmla="*/ 0 h 1230"/>
                  <a:gd name="T38" fmla="*/ 0 w 846"/>
                  <a:gd name="T39" fmla="*/ 0 h 123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46"/>
                  <a:gd name="T61" fmla="*/ 0 h 1230"/>
                  <a:gd name="T62" fmla="*/ 846 w 846"/>
                  <a:gd name="T63" fmla="*/ 1230 h 123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46" h="1230">
                    <a:moveTo>
                      <a:pt x="355" y="0"/>
                    </a:moveTo>
                    <a:lnTo>
                      <a:pt x="182" y="577"/>
                    </a:lnTo>
                    <a:lnTo>
                      <a:pt x="182" y="613"/>
                    </a:lnTo>
                    <a:lnTo>
                      <a:pt x="581" y="519"/>
                    </a:lnTo>
                    <a:lnTo>
                      <a:pt x="643" y="556"/>
                    </a:lnTo>
                    <a:lnTo>
                      <a:pt x="619" y="628"/>
                    </a:lnTo>
                    <a:lnTo>
                      <a:pt x="397" y="796"/>
                    </a:lnTo>
                    <a:lnTo>
                      <a:pt x="376" y="835"/>
                    </a:lnTo>
                    <a:lnTo>
                      <a:pt x="775" y="944"/>
                    </a:lnTo>
                    <a:lnTo>
                      <a:pt x="775" y="1045"/>
                    </a:lnTo>
                    <a:lnTo>
                      <a:pt x="241" y="973"/>
                    </a:lnTo>
                    <a:lnTo>
                      <a:pt x="0" y="1112"/>
                    </a:lnTo>
                    <a:lnTo>
                      <a:pt x="0" y="1132"/>
                    </a:lnTo>
                    <a:lnTo>
                      <a:pt x="367" y="1079"/>
                    </a:lnTo>
                    <a:lnTo>
                      <a:pt x="846" y="1230"/>
                    </a:lnTo>
                    <a:lnTo>
                      <a:pt x="722" y="577"/>
                    </a:lnTo>
                    <a:lnTo>
                      <a:pt x="581" y="478"/>
                    </a:lnTo>
                    <a:lnTo>
                      <a:pt x="509" y="478"/>
                    </a:lnTo>
                    <a:lnTo>
                      <a:pt x="404" y="92"/>
                    </a:lnTo>
                    <a:lnTo>
                      <a:pt x="35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79" name="Freeform 298">
                <a:extLst>
                  <a:ext uri="{FF2B5EF4-FFF2-40B4-BE49-F238E27FC236}">
                    <a16:creationId xmlns:a16="http://schemas.microsoft.com/office/drawing/2014/main" id="{B6FFA94D-6FE2-E290-A972-E2B4555ABB69}"/>
                  </a:ext>
                </a:extLst>
              </p:cNvPr>
              <p:cNvSpPr>
                <a:spLocks/>
              </p:cNvSpPr>
              <p:nvPr/>
            </p:nvSpPr>
            <p:spPr bwMode="auto">
              <a:xfrm>
                <a:off x="3027" y="1207"/>
                <a:ext cx="174" cy="151"/>
              </a:xfrm>
              <a:custGeom>
                <a:avLst/>
                <a:gdLst>
                  <a:gd name="T0" fmla="*/ 0 w 1390"/>
                  <a:gd name="T1" fmla="*/ 0 h 1202"/>
                  <a:gd name="T2" fmla="*/ 0 w 1390"/>
                  <a:gd name="T3" fmla="*/ 0 h 1202"/>
                  <a:gd name="T4" fmla="*/ 0 w 1390"/>
                  <a:gd name="T5" fmla="*/ 0 h 1202"/>
                  <a:gd name="T6" fmla="*/ 0 w 1390"/>
                  <a:gd name="T7" fmla="*/ 0 h 1202"/>
                  <a:gd name="T8" fmla="*/ 0 w 1390"/>
                  <a:gd name="T9" fmla="*/ 0 h 1202"/>
                  <a:gd name="T10" fmla="*/ 0 w 1390"/>
                  <a:gd name="T11" fmla="*/ 0 h 1202"/>
                  <a:gd name="T12" fmla="*/ 0 w 1390"/>
                  <a:gd name="T13" fmla="*/ 0 h 1202"/>
                  <a:gd name="T14" fmla="*/ 0 w 1390"/>
                  <a:gd name="T15" fmla="*/ 0 h 1202"/>
                  <a:gd name="T16" fmla="*/ 0 w 1390"/>
                  <a:gd name="T17" fmla="*/ 0 h 1202"/>
                  <a:gd name="T18" fmla="*/ 0 w 1390"/>
                  <a:gd name="T19" fmla="*/ 0 h 1202"/>
                  <a:gd name="T20" fmla="*/ 0 w 1390"/>
                  <a:gd name="T21" fmla="*/ 0 h 1202"/>
                  <a:gd name="T22" fmla="*/ 0 w 1390"/>
                  <a:gd name="T23" fmla="*/ 0 h 1202"/>
                  <a:gd name="T24" fmla="*/ 0 w 1390"/>
                  <a:gd name="T25" fmla="*/ 0 h 1202"/>
                  <a:gd name="T26" fmla="*/ 0 w 1390"/>
                  <a:gd name="T27" fmla="*/ 0 h 1202"/>
                  <a:gd name="T28" fmla="*/ 0 w 1390"/>
                  <a:gd name="T29" fmla="*/ 0 h 1202"/>
                  <a:gd name="T30" fmla="*/ 0 w 1390"/>
                  <a:gd name="T31" fmla="*/ 0 h 1202"/>
                  <a:gd name="T32" fmla="*/ 0 w 1390"/>
                  <a:gd name="T33" fmla="*/ 0 h 1202"/>
                  <a:gd name="T34" fmla="*/ 0 w 1390"/>
                  <a:gd name="T35" fmla="*/ 0 h 1202"/>
                  <a:gd name="T36" fmla="*/ 0 w 1390"/>
                  <a:gd name="T37" fmla="*/ 0 h 1202"/>
                  <a:gd name="T38" fmla="*/ 0 w 1390"/>
                  <a:gd name="T39" fmla="*/ 0 h 1202"/>
                  <a:gd name="T40" fmla="*/ 0 w 1390"/>
                  <a:gd name="T41" fmla="*/ 0 h 1202"/>
                  <a:gd name="T42" fmla="*/ 0 w 1390"/>
                  <a:gd name="T43" fmla="*/ 0 h 1202"/>
                  <a:gd name="T44" fmla="*/ 0 w 1390"/>
                  <a:gd name="T45" fmla="*/ 0 h 1202"/>
                  <a:gd name="T46" fmla="*/ 0 w 1390"/>
                  <a:gd name="T47" fmla="*/ 0 h 1202"/>
                  <a:gd name="T48" fmla="*/ 0 w 1390"/>
                  <a:gd name="T49" fmla="*/ 0 h 1202"/>
                  <a:gd name="T50" fmla="*/ 0 w 1390"/>
                  <a:gd name="T51" fmla="*/ 0 h 1202"/>
                  <a:gd name="T52" fmla="*/ 0 w 1390"/>
                  <a:gd name="T53" fmla="*/ 0 h 1202"/>
                  <a:gd name="T54" fmla="*/ 0 w 1390"/>
                  <a:gd name="T55" fmla="*/ 0 h 1202"/>
                  <a:gd name="T56" fmla="*/ 0 w 1390"/>
                  <a:gd name="T57" fmla="*/ 0 h 1202"/>
                  <a:gd name="T58" fmla="*/ 0 w 1390"/>
                  <a:gd name="T59" fmla="*/ 0 h 120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90"/>
                  <a:gd name="T91" fmla="*/ 0 h 1202"/>
                  <a:gd name="T92" fmla="*/ 1390 w 1390"/>
                  <a:gd name="T93" fmla="*/ 1202 h 120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90" h="1202">
                    <a:moveTo>
                      <a:pt x="1288" y="0"/>
                    </a:moveTo>
                    <a:lnTo>
                      <a:pt x="1288" y="124"/>
                    </a:lnTo>
                    <a:lnTo>
                      <a:pt x="769" y="499"/>
                    </a:lnTo>
                    <a:lnTo>
                      <a:pt x="980" y="400"/>
                    </a:lnTo>
                    <a:lnTo>
                      <a:pt x="1111" y="622"/>
                    </a:lnTo>
                    <a:lnTo>
                      <a:pt x="355" y="705"/>
                    </a:lnTo>
                    <a:lnTo>
                      <a:pt x="152" y="644"/>
                    </a:lnTo>
                    <a:lnTo>
                      <a:pt x="399" y="743"/>
                    </a:lnTo>
                    <a:lnTo>
                      <a:pt x="445" y="804"/>
                    </a:lnTo>
                    <a:lnTo>
                      <a:pt x="459" y="859"/>
                    </a:lnTo>
                    <a:lnTo>
                      <a:pt x="445" y="908"/>
                    </a:lnTo>
                    <a:lnTo>
                      <a:pt x="404" y="928"/>
                    </a:lnTo>
                    <a:lnTo>
                      <a:pt x="329" y="936"/>
                    </a:lnTo>
                    <a:lnTo>
                      <a:pt x="276" y="976"/>
                    </a:lnTo>
                    <a:lnTo>
                      <a:pt x="152" y="1071"/>
                    </a:lnTo>
                    <a:lnTo>
                      <a:pt x="0" y="1202"/>
                    </a:lnTo>
                    <a:lnTo>
                      <a:pt x="221" y="1046"/>
                    </a:lnTo>
                    <a:lnTo>
                      <a:pt x="399" y="989"/>
                    </a:lnTo>
                    <a:lnTo>
                      <a:pt x="542" y="970"/>
                    </a:lnTo>
                    <a:lnTo>
                      <a:pt x="624" y="936"/>
                    </a:lnTo>
                    <a:lnTo>
                      <a:pt x="899" y="936"/>
                    </a:lnTo>
                    <a:lnTo>
                      <a:pt x="1134" y="896"/>
                    </a:lnTo>
                    <a:lnTo>
                      <a:pt x="1307" y="804"/>
                    </a:lnTo>
                    <a:lnTo>
                      <a:pt x="1371" y="776"/>
                    </a:lnTo>
                    <a:lnTo>
                      <a:pt x="1362" y="644"/>
                    </a:lnTo>
                    <a:lnTo>
                      <a:pt x="1390" y="400"/>
                    </a:lnTo>
                    <a:lnTo>
                      <a:pt x="1378" y="205"/>
                    </a:lnTo>
                    <a:lnTo>
                      <a:pt x="1362" y="82"/>
                    </a:lnTo>
                    <a:lnTo>
                      <a:pt x="1323" y="34"/>
                    </a:lnTo>
                    <a:lnTo>
                      <a:pt x="128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80" name="Freeform 299">
                <a:extLst>
                  <a:ext uri="{FF2B5EF4-FFF2-40B4-BE49-F238E27FC236}">
                    <a16:creationId xmlns:a16="http://schemas.microsoft.com/office/drawing/2014/main" id="{27C55583-8027-7247-F3F4-0FDE5F123561}"/>
                  </a:ext>
                </a:extLst>
              </p:cNvPr>
              <p:cNvSpPr>
                <a:spLocks/>
              </p:cNvSpPr>
              <p:nvPr/>
            </p:nvSpPr>
            <p:spPr bwMode="auto">
              <a:xfrm>
                <a:off x="2954" y="1280"/>
                <a:ext cx="94" cy="82"/>
              </a:xfrm>
              <a:custGeom>
                <a:avLst/>
                <a:gdLst>
                  <a:gd name="T0" fmla="*/ 0 w 747"/>
                  <a:gd name="T1" fmla="*/ 0 h 662"/>
                  <a:gd name="T2" fmla="*/ 0 w 747"/>
                  <a:gd name="T3" fmla="*/ 0 h 662"/>
                  <a:gd name="T4" fmla="*/ 0 w 747"/>
                  <a:gd name="T5" fmla="*/ 0 h 662"/>
                  <a:gd name="T6" fmla="*/ 0 w 747"/>
                  <a:gd name="T7" fmla="*/ 0 h 662"/>
                  <a:gd name="T8" fmla="*/ 0 w 747"/>
                  <a:gd name="T9" fmla="*/ 0 h 662"/>
                  <a:gd name="T10" fmla="*/ 0 w 747"/>
                  <a:gd name="T11" fmla="*/ 0 h 662"/>
                  <a:gd name="T12" fmla="*/ 0 w 747"/>
                  <a:gd name="T13" fmla="*/ 0 h 662"/>
                  <a:gd name="T14" fmla="*/ 0 w 747"/>
                  <a:gd name="T15" fmla="*/ 0 h 662"/>
                  <a:gd name="T16" fmla="*/ 0 w 747"/>
                  <a:gd name="T17" fmla="*/ 0 h 662"/>
                  <a:gd name="T18" fmla="*/ 0 w 747"/>
                  <a:gd name="T19" fmla="*/ 0 h 662"/>
                  <a:gd name="T20" fmla="*/ 0 w 747"/>
                  <a:gd name="T21" fmla="*/ 0 h 662"/>
                  <a:gd name="T22" fmla="*/ 0 w 747"/>
                  <a:gd name="T23" fmla="*/ 0 h 662"/>
                  <a:gd name="T24" fmla="*/ 0 w 747"/>
                  <a:gd name="T25" fmla="*/ 0 h 662"/>
                  <a:gd name="T26" fmla="*/ 0 w 747"/>
                  <a:gd name="T27" fmla="*/ 0 h 662"/>
                  <a:gd name="T28" fmla="*/ 0 w 747"/>
                  <a:gd name="T29" fmla="*/ 0 h 66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47"/>
                  <a:gd name="T46" fmla="*/ 0 h 662"/>
                  <a:gd name="T47" fmla="*/ 747 w 747"/>
                  <a:gd name="T48" fmla="*/ 662 h 66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47" h="662">
                    <a:moveTo>
                      <a:pt x="677" y="42"/>
                    </a:moveTo>
                    <a:lnTo>
                      <a:pt x="331" y="0"/>
                    </a:lnTo>
                    <a:lnTo>
                      <a:pt x="290" y="21"/>
                    </a:lnTo>
                    <a:lnTo>
                      <a:pt x="52" y="356"/>
                    </a:lnTo>
                    <a:lnTo>
                      <a:pt x="22" y="519"/>
                    </a:lnTo>
                    <a:lnTo>
                      <a:pt x="0" y="662"/>
                    </a:lnTo>
                    <a:lnTo>
                      <a:pt x="31" y="662"/>
                    </a:lnTo>
                    <a:lnTo>
                      <a:pt x="123" y="604"/>
                    </a:lnTo>
                    <a:lnTo>
                      <a:pt x="22" y="644"/>
                    </a:lnTo>
                    <a:lnTo>
                      <a:pt x="66" y="418"/>
                    </a:lnTo>
                    <a:lnTo>
                      <a:pt x="92" y="328"/>
                    </a:lnTo>
                    <a:lnTo>
                      <a:pt x="319" y="53"/>
                    </a:lnTo>
                    <a:lnTo>
                      <a:pt x="391" y="53"/>
                    </a:lnTo>
                    <a:lnTo>
                      <a:pt x="747" y="73"/>
                    </a:lnTo>
                    <a:lnTo>
                      <a:pt x="677"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81" name="Freeform 300">
                <a:extLst>
                  <a:ext uri="{FF2B5EF4-FFF2-40B4-BE49-F238E27FC236}">
                    <a16:creationId xmlns:a16="http://schemas.microsoft.com/office/drawing/2014/main" id="{76B8D38B-5011-2EF4-185E-D8E59AC670CB}"/>
                  </a:ext>
                </a:extLst>
              </p:cNvPr>
              <p:cNvSpPr>
                <a:spLocks/>
              </p:cNvSpPr>
              <p:nvPr/>
            </p:nvSpPr>
            <p:spPr bwMode="auto">
              <a:xfrm>
                <a:off x="2967" y="1298"/>
                <a:ext cx="49" cy="72"/>
              </a:xfrm>
              <a:custGeom>
                <a:avLst/>
                <a:gdLst>
                  <a:gd name="T0" fmla="*/ 0 w 391"/>
                  <a:gd name="T1" fmla="*/ 0 h 583"/>
                  <a:gd name="T2" fmla="*/ 0 w 391"/>
                  <a:gd name="T3" fmla="*/ 0 h 583"/>
                  <a:gd name="T4" fmla="*/ 0 w 391"/>
                  <a:gd name="T5" fmla="*/ 0 h 583"/>
                  <a:gd name="T6" fmla="*/ 0 w 391"/>
                  <a:gd name="T7" fmla="*/ 0 h 583"/>
                  <a:gd name="T8" fmla="*/ 0 w 391"/>
                  <a:gd name="T9" fmla="*/ 0 h 583"/>
                  <a:gd name="T10" fmla="*/ 0 w 391"/>
                  <a:gd name="T11" fmla="*/ 0 h 583"/>
                  <a:gd name="T12" fmla="*/ 0 w 391"/>
                  <a:gd name="T13" fmla="*/ 0 h 583"/>
                  <a:gd name="T14" fmla="*/ 0 w 391"/>
                  <a:gd name="T15" fmla="*/ 0 h 583"/>
                  <a:gd name="T16" fmla="*/ 0 w 391"/>
                  <a:gd name="T17" fmla="*/ 0 h 583"/>
                  <a:gd name="T18" fmla="*/ 0 w 391"/>
                  <a:gd name="T19" fmla="*/ 0 h 583"/>
                  <a:gd name="T20" fmla="*/ 0 w 391"/>
                  <a:gd name="T21" fmla="*/ 0 h 583"/>
                  <a:gd name="T22" fmla="*/ 0 w 391"/>
                  <a:gd name="T23" fmla="*/ 0 h 583"/>
                  <a:gd name="T24" fmla="*/ 0 w 391"/>
                  <a:gd name="T25" fmla="*/ 0 h 583"/>
                  <a:gd name="T26" fmla="*/ 0 w 391"/>
                  <a:gd name="T27" fmla="*/ 0 h 583"/>
                  <a:gd name="T28" fmla="*/ 0 w 391"/>
                  <a:gd name="T29" fmla="*/ 0 h 583"/>
                  <a:gd name="T30" fmla="*/ 0 w 391"/>
                  <a:gd name="T31" fmla="*/ 0 h 58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1"/>
                  <a:gd name="T49" fmla="*/ 0 h 583"/>
                  <a:gd name="T50" fmla="*/ 391 w 391"/>
                  <a:gd name="T51" fmla="*/ 583 h 58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1" h="583">
                    <a:moveTo>
                      <a:pt x="279" y="0"/>
                    </a:moveTo>
                    <a:lnTo>
                      <a:pt x="126" y="191"/>
                    </a:lnTo>
                    <a:lnTo>
                      <a:pt x="62" y="297"/>
                    </a:lnTo>
                    <a:lnTo>
                      <a:pt x="0" y="583"/>
                    </a:lnTo>
                    <a:lnTo>
                      <a:pt x="75" y="560"/>
                    </a:lnTo>
                    <a:lnTo>
                      <a:pt x="147" y="501"/>
                    </a:lnTo>
                    <a:lnTo>
                      <a:pt x="209" y="387"/>
                    </a:lnTo>
                    <a:lnTo>
                      <a:pt x="290" y="253"/>
                    </a:lnTo>
                    <a:lnTo>
                      <a:pt x="391" y="157"/>
                    </a:lnTo>
                    <a:lnTo>
                      <a:pt x="279" y="247"/>
                    </a:lnTo>
                    <a:lnTo>
                      <a:pt x="174" y="398"/>
                    </a:lnTo>
                    <a:lnTo>
                      <a:pt x="115" y="501"/>
                    </a:lnTo>
                    <a:lnTo>
                      <a:pt x="41" y="541"/>
                    </a:lnTo>
                    <a:lnTo>
                      <a:pt x="83" y="297"/>
                    </a:lnTo>
                    <a:lnTo>
                      <a:pt x="147" y="185"/>
                    </a:lnTo>
                    <a:lnTo>
                      <a:pt x="27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82" name="Freeform 301">
                <a:extLst>
                  <a:ext uri="{FF2B5EF4-FFF2-40B4-BE49-F238E27FC236}">
                    <a16:creationId xmlns:a16="http://schemas.microsoft.com/office/drawing/2014/main" id="{98A9A622-99F8-44E7-5DA8-38BB4E9EB6BA}"/>
                  </a:ext>
                </a:extLst>
              </p:cNvPr>
              <p:cNvSpPr>
                <a:spLocks/>
              </p:cNvSpPr>
              <p:nvPr/>
            </p:nvSpPr>
            <p:spPr bwMode="auto">
              <a:xfrm>
                <a:off x="2984" y="1328"/>
                <a:ext cx="80" cy="42"/>
              </a:xfrm>
              <a:custGeom>
                <a:avLst/>
                <a:gdLst>
                  <a:gd name="T0" fmla="*/ 0 w 642"/>
                  <a:gd name="T1" fmla="*/ 0 h 336"/>
                  <a:gd name="T2" fmla="*/ 0 w 642"/>
                  <a:gd name="T3" fmla="*/ 0 h 336"/>
                  <a:gd name="T4" fmla="*/ 0 w 642"/>
                  <a:gd name="T5" fmla="*/ 0 h 336"/>
                  <a:gd name="T6" fmla="*/ 0 w 642"/>
                  <a:gd name="T7" fmla="*/ 0 h 336"/>
                  <a:gd name="T8" fmla="*/ 0 w 642"/>
                  <a:gd name="T9" fmla="*/ 0 h 336"/>
                  <a:gd name="T10" fmla="*/ 0 w 642"/>
                  <a:gd name="T11" fmla="*/ 0 h 336"/>
                  <a:gd name="T12" fmla="*/ 0 w 642"/>
                  <a:gd name="T13" fmla="*/ 0 h 336"/>
                  <a:gd name="T14" fmla="*/ 0 w 642"/>
                  <a:gd name="T15" fmla="*/ 0 h 336"/>
                  <a:gd name="T16" fmla="*/ 0 w 642"/>
                  <a:gd name="T17" fmla="*/ 0 h 336"/>
                  <a:gd name="T18" fmla="*/ 0 w 642"/>
                  <a:gd name="T19" fmla="*/ 0 h 336"/>
                  <a:gd name="T20" fmla="*/ 0 w 642"/>
                  <a:gd name="T21" fmla="*/ 0 h 336"/>
                  <a:gd name="T22" fmla="*/ 0 w 642"/>
                  <a:gd name="T23" fmla="*/ 0 h 336"/>
                  <a:gd name="T24" fmla="*/ 0 w 642"/>
                  <a:gd name="T25" fmla="*/ 0 h 336"/>
                  <a:gd name="T26" fmla="*/ 0 w 642"/>
                  <a:gd name="T27" fmla="*/ 0 h 336"/>
                  <a:gd name="T28" fmla="*/ 0 w 642"/>
                  <a:gd name="T29" fmla="*/ 0 h 336"/>
                  <a:gd name="T30" fmla="*/ 0 w 642"/>
                  <a:gd name="T31" fmla="*/ 0 h 336"/>
                  <a:gd name="T32" fmla="*/ 0 w 642"/>
                  <a:gd name="T33" fmla="*/ 0 h 336"/>
                  <a:gd name="T34" fmla="*/ 0 w 642"/>
                  <a:gd name="T35" fmla="*/ 0 h 336"/>
                  <a:gd name="T36" fmla="*/ 0 w 642"/>
                  <a:gd name="T37" fmla="*/ 0 h 336"/>
                  <a:gd name="T38" fmla="*/ 0 w 642"/>
                  <a:gd name="T39" fmla="*/ 0 h 3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42"/>
                  <a:gd name="T61" fmla="*/ 0 h 336"/>
                  <a:gd name="T62" fmla="*/ 642 w 642"/>
                  <a:gd name="T63" fmla="*/ 336 h 3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42" h="336">
                    <a:moveTo>
                      <a:pt x="20" y="201"/>
                    </a:moveTo>
                    <a:lnTo>
                      <a:pt x="20" y="294"/>
                    </a:lnTo>
                    <a:lnTo>
                      <a:pt x="133" y="254"/>
                    </a:lnTo>
                    <a:lnTo>
                      <a:pt x="244" y="120"/>
                    </a:lnTo>
                    <a:lnTo>
                      <a:pt x="354" y="0"/>
                    </a:lnTo>
                    <a:lnTo>
                      <a:pt x="284" y="120"/>
                    </a:lnTo>
                    <a:lnTo>
                      <a:pt x="214" y="201"/>
                    </a:lnTo>
                    <a:lnTo>
                      <a:pt x="194" y="232"/>
                    </a:lnTo>
                    <a:lnTo>
                      <a:pt x="264" y="232"/>
                    </a:lnTo>
                    <a:lnTo>
                      <a:pt x="339" y="214"/>
                    </a:lnTo>
                    <a:lnTo>
                      <a:pt x="521" y="76"/>
                    </a:lnTo>
                    <a:lnTo>
                      <a:pt x="642" y="6"/>
                    </a:lnTo>
                    <a:lnTo>
                      <a:pt x="479" y="140"/>
                    </a:lnTo>
                    <a:lnTo>
                      <a:pt x="369" y="232"/>
                    </a:lnTo>
                    <a:lnTo>
                      <a:pt x="284" y="254"/>
                    </a:lnTo>
                    <a:lnTo>
                      <a:pt x="172" y="263"/>
                    </a:lnTo>
                    <a:lnTo>
                      <a:pt x="60" y="325"/>
                    </a:lnTo>
                    <a:lnTo>
                      <a:pt x="0" y="336"/>
                    </a:lnTo>
                    <a:lnTo>
                      <a:pt x="0" y="263"/>
                    </a:lnTo>
                    <a:lnTo>
                      <a:pt x="20" y="2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83" name="Freeform 302">
                <a:extLst>
                  <a:ext uri="{FF2B5EF4-FFF2-40B4-BE49-F238E27FC236}">
                    <a16:creationId xmlns:a16="http://schemas.microsoft.com/office/drawing/2014/main" id="{11235161-4015-A550-783D-71D5F016E67D}"/>
                  </a:ext>
                </a:extLst>
              </p:cNvPr>
              <p:cNvSpPr>
                <a:spLocks/>
              </p:cNvSpPr>
              <p:nvPr/>
            </p:nvSpPr>
            <p:spPr bwMode="auto">
              <a:xfrm>
                <a:off x="2944" y="1334"/>
                <a:ext cx="15" cy="13"/>
              </a:xfrm>
              <a:custGeom>
                <a:avLst/>
                <a:gdLst>
                  <a:gd name="T0" fmla="*/ 0 w 119"/>
                  <a:gd name="T1" fmla="*/ 0 h 110"/>
                  <a:gd name="T2" fmla="*/ 0 w 119"/>
                  <a:gd name="T3" fmla="*/ 0 h 110"/>
                  <a:gd name="T4" fmla="*/ 0 w 119"/>
                  <a:gd name="T5" fmla="*/ 0 h 110"/>
                  <a:gd name="T6" fmla="*/ 0 w 119"/>
                  <a:gd name="T7" fmla="*/ 0 h 110"/>
                  <a:gd name="T8" fmla="*/ 0 w 119"/>
                  <a:gd name="T9" fmla="*/ 0 h 110"/>
                  <a:gd name="T10" fmla="*/ 0 w 119"/>
                  <a:gd name="T11" fmla="*/ 0 h 110"/>
                  <a:gd name="T12" fmla="*/ 0 w 119"/>
                  <a:gd name="T13" fmla="*/ 0 h 110"/>
                  <a:gd name="T14" fmla="*/ 0 60000 65536"/>
                  <a:gd name="T15" fmla="*/ 0 60000 65536"/>
                  <a:gd name="T16" fmla="*/ 0 60000 65536"/>
                  <a:gd name="T17" fmla="*/ 0 60000 65536"/>
                  <a:gd name="T18" fmla="*/ 0 60000 65536"/>
                  <a:gd name="T19" fmla="*/ 0 60000 65536"/>
                  <a:gd name="T20" fmla="*/ 0 60000 65536"/>
                  <a:gd name="T21" fmla="*/ 0 w 119"/>
                  <a:gd name="T22" fmla="*/ 0 h 110"/>
                  <a:gd name="T23" fmla="*/ 119 w 119"/>
                  <a:gd name="T24" fmla="*/ 110 h 1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9" h="110">
                    <a:moveTo>
                      <a:pt x="119" y="0"/>
                    </a:moveTo>
                    <a:lnTo>
                      <a:pt x="59" y="35"/>
                    </a:lnTo>
                    <a:lnTo>
                      <a:pt x="0" y="72"/>
                    </a:lnTo>
                    <a:lnTo>
                      <a:pt x="20" y="88"/>
                    </a:lnTo>
                    <a:lnTo>
                      <a:pt x="59" y="99"/>
                    </a:lnTo>
                    <a:lnTo>
                      <a:pt x="101" y="110"/>
                    </a:lnTo>
                    <a:lnTo>
                      <a:pt x="11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84" name="Freeform 303">
                <a:extLst>
                  <a:ext uri="{FF2B5EF4-FFF2-40B4-BE49-F238E27FC236}">
                    <a16:creationId xmlns:a16="http://schemas.microsoft.com/office/drawing/2014/main" id="{37A8A3CB-1218-9D3C-876D-28A4CDB0AEF3}"/>
                  </a:ext>
                </a:extLst>
              </p:cNvPr>
              <p:cNvSpPr>
                <a:spLocks/>
              </p:cNvSpPr>
              <p:nvPr/>
            </p:nvSpPr>
            <p:spPr bwMode="auto">
              <a:xfrm>
                <a:off x="3179" y="888"/>
                <a:ext cx="264" cy="359"/>
              </a:xfrm>
              <a:custGeom>
                <a:avLst/>
                <a:gdLst>
                  <a:gd name="T0" fmla="*/ 0 w 2116"/>
                  <a:gd name="T1" fmla="*/ 0 h 2873"/>
                  <a:gd name="T2" fmla="*/ 0 w 2116"/>
                  <a:gd name="T3" fmla="*/ 0 h 2873"/>
                  <a:gd name="T4" fmla="*/ 0 w 2116"/>
                  <a:gd name="T5" fmla="*/ 0 h 2873"/>
                  <a:gd name="T6" fmla="*/ 0 w 2116"/>
                  <a:gd name="T7" fmla="*/ 0 h 2873"/>
                  <a:gd name="T8" fmla="*/ 0 w 2116"/>
                  <a:gd name="T9" fmla="*/ 0 h 2873"/>
                  <a:gd name="T10" fmla="*/ 0 w 2116"/>
                  <a:gd name="T11" fmla="*/ 0 h 2873"/>
                  <a:gd name="T12" fmla="*/ 0 w 2116"/>
                  <a:gd name="T13" fmla="*/ 0 h 2873"/>
                  <a:gd name="T14" fmla="*/ 0 w 2116"/>
                  <a:gd name="T15" fmla="*/ 0 h 2873"/>
                  <a:gd name="T16" fmla="*/ 0 w 2116"/>
                  <a:gd name="T17" fmla="*/ 0 h 2873"/>
                  <a:gd name="T18" fmla="*/ 0 w 2116"/>
                  <a:gd name="T19" fmla="*/ 0 h 2873"/>
                  <a:gd name="T20" fmla="*/ 0 w 2116"/>
                  <a:gd name="T21" fmla="*/ 0 h 2873"/>
                  <a:gd name="T22" fmla="*/ 0 w 2116"/>
                  <a:gd name="T23" fmla="*/ 0 h 2873"/>
                  <a:gd name="T24" fmla="*/ 0 w 2116"/>
                  <a:gd name="T25" fmla="*/ 0 h 2873"/>
                  <a:gd name="T26" fmla="*/ 0 w 2116"/>
                  <a:gd name="T27" fmla="*/ 0 h 2873"/>
                  <a:gd name="T28" fmla="*/ 0 w 2116"/>
                  <a:gd name="T29" fmla="*/ 0 h 2873"/>
                  <a:gd name="T30" fmla="*/ 0 w 2116"/>
                  <a:gd name="T31" fmla="*/ 0 h 2873"/>
                  <a:gd name="T32" fmla="*/ 0 w 2116"/>
                  <a:gd name="T33" fmla="*/ 0 h 2873"/>
                  <a:gd name="T34" fmla="*/ 0 w 2116"/>
                  <a:gd name="T35" fmla="*/ 0 h 2873"/>
                  <a:gd name="T36" fmla="*/ 0 w 2116"/>
                  <a:gd name="T37" fmla="*/ 0 h 2873"/>
                  <a:gd name="T38" fmla="*/ 0 w 2116"/>
                  <a:gd name="T39" fmla="*/ 0 h 2873"/>
                  <a:gd name="T40" fmla="*/ 0 w 2116"/>
                  <a:gd name="T41" fmla="*/ 0 h 2873"/>
                  <a:gd name="T42" fmla="*/ 0 w 2116"/>
                  <a:gd name="T43" fmla="*/ 0 h 2873"/>
                  <a:gd name="T44" fmla="*/ 0 w 2116"/>
                  <a:gd name="T45" fmla="*/ 0 h 2873"/>
                  <a:gd name="T46" fmla="*/ 0 w 2116"/>
                  <a:gd name="T47" fmla="*/ 0 h 2873"/>
                  <a:gd name="T48" fmla="*/ 0 w 2116"/>
                  <a:gd name="T49" fmla="*/ 0 h 2873"/>
                  <a:gd name="T50" fmla="*/ 0 w 2116"/>
                  <a:gd name="T51" fmla="*/ 0 h 2873"/>
                  <a:gd name="T52" fmla="*/ 0 w 2116"/>
                  <a:gd name="T53" fmla="*/ 0 h 2873"/>
                  <a:gd name="T54" fmla="*/ 0 w 2116"/>
                  <a:gd name="T55" fmla="*/ 0 h 2873"/>
                  <a:gd name="T56" fmla="*/ 0 w 2116"/>
                  <a:gd name="T57" fmla="*/ 0 h 2873"/>
                  <a:gd name="T58" fmla="*/ 0 w 2116"/>
                  <a:gd name="T59" fmla="*/ 0 h 2873"/>
                  <a:gd name="T60" fmla="*/ 0 w 2116"/>
                  <a:gd name="T61" fmla="*/ 0 h 2873"/>
                  <a:gd name="T62" fmla="*/ 0 w 2116"/>
                  <a:gd name="T63" fmla="*/ 0 h 2873"/>
                  <a:gd name="T64" fmla="*/ 0 w 2116"/>
                  <a:gd name="T65" fmla="*/ 0 h 2873"/>
                  <a:gd name="T66" fmla="*/ 0 w 2116"/>
                  <a:gd name="T67" fmla="*/ 0 h 2873"/>
                  <a:gd name="T68" fmla="*/ 0 w 2116"/>
                  <a:gd name="T69" fmla="*/ 0 h 2873"/>
                  <a:gd name="T70" fmla="*/ 0 w 2116"/>
                  <a:gd name="T71" fmla="*/ 0 h 287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116"/>
                  <a:gd name="T109" fmla="*/ 0 h 2873"/>
                  <a:gd name="T110" fmla="*/ 2116 w 2116"/>
                  <a:gd name="T111" fmla="*/ 2873 h 287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116" h="2873">
                    <a:moveTo>
                      <a:pt x="774" y="2560"/>
                    </a:moveTo>
                    <a:lnTo>
                      <a:pt x="495" y="2587"/>
                    </a:lnTo>
                    <a:lnTo>
                      <a:pt x="152" y="2569"/>
                    </a:lnTo>
                    <a:lnTo>
                      <a:pt x="71" y="2534"/>
                    </a:lnTo>
                    <a:lnTo>
                      <a:pt x="0" y="2172"/>
                    </a:lnTo>
                    <a:lnTo>
                      <a:pt x="101" y="1974"/>
                    </a:lnTo>
                    <a:lnTo>
                      <a:pt x="238" y="1725"/>
                    </a:lnTo>
                    <a:lnTo>
                      <a:pt x="288" y="1501"/>
                    </a:lnTo>
                    <a:lnTo>
                      <a:pt x="288" y="958"/>
                    </a:lnTo>
                    <a:lnTo>
                      <a:pt x="325" y="633"/>
                    </a:lnTo>
                    <a:lnTo>
                      <a:pt x="396" y="342"/>
                    </a:lnTo>
                    <a:lnTo>
                      <a:pt x="429" y="316"/>
                    </a:lnTo>
                    <a:lnTo>
                      <a:pt x="607" y="268"/>
                    </a:lnTo>
                    <a:lnTo>
                      <a:pt x="913" y="187"/>
                    </a:lnTo>
                    <a:lnTo>
                      <a:pt x="1152" y="72"/>
                    </a:lnTo>
                    <a:lnTo>
                      <a:pt x="1341" y="9"/>
                    </a:lnTo>
                    <a:lnTo>
                      <a:pt x="1381" y="0"/>
                    </a:lnTo>
                    <a:lnTo>
                      <a:pt x="1431" y="58"/>
                    </a:lnTo>
                    <a:lnTo>
                      <a:pt x="1549" y="46"/>
                    </a:lnTo>
                    <a:lnTo>
                      <a:pt x="1549" y="342"/>
                    </a:lnTo>
                    <a:lnTo>
                      <a:pt x="1688" y="701"/>
                    </a:lnTo>
                    <a:lnTo>
                      <a:pt x="1549" y="492"/>
                    </a:lnTo>
                    <a:lnTo>
                      <a:pt x="1538" y="846"/>
                    </a:lnTo>
                    <a:lnTo>
                      <a:pt x="1572" y="1411"/>
                    </a:lnTo>
                    <a:lnTo>
                      <a:pt x="1598" y="1944"/>
                    </a:lnTo>
                    <a:lnTo>
                      <a:pt x="1618" y="2232"/>
                    </a:lnTo>
                    <a:lnTo>
                      <a:pt x="1660" y="2516"/>
                    </a:lnTo>
                    <a:lnTo>
                      <a:pt x="1846" y="2481"/>
                    </a:lnTo>
                    <a:lnTo>
                      <a:pt x="1974" y="2437"/>
                    </a:lnTo>
                    <a:lnTo>
                      <a:pt x="2116" y="2380"/>
                    </a:lnTo>
                    <a:lnTo>
                      <a:pt x="1948" y="2468"/>
                    </a:lnTo>
                    <a:lnTo>
                      <a:pt x="1727" y="2527"/>
                    </a:lnTo>
                    <a:lnTo>
                      <a:pt x="1482" y="2576"/>
                    </a:lnTo>
                    <a:lnTo>
                      <a:pt x="1459" y="2703"/>
                    </a:lnTo>
                    <a:lnTo>
                      <a:pt x="1459" y="2516"/>
                    </a:lnTo>
                    <a:lnTo>
                      <a:pt x="1310" y="2043"/>
                    </a:lnTo>
                    <a:lnTo>
                      <a:pt x="1211" y="2004"/>
                    </a:lnTo>
                    <a:lnTo>
                      <a:pt x="1139" y="2017"/>
                    </a:lnTo>
                    <a:lnTo>
                      <a:pt x="1106" y="2055"/>
                    </a:lnTo>
                    <a:lnTo>
                      <a:pt x="1090" y="2114"/>
                    </a:lnTo>
                    <a:lnTo>
                      <a:pt x="954" y="2123"/>
                    </a:lnTo>
                    <a:lnTo>
                      <a:pt x="948" y="2191"/>
                    </a:lnTo>
                    <a:lnTo>
                      <a:pt x="1123" y="2668"/>
                    </a:lnTo>
                    <a:lnTo>
                      <a:pt x="1270" y="2843"/>
                    </a:lnTo>
                    <a:lnTo>
                      <a:pt x="1291" y="2832"/>
                    </a:lnTo>
                    <a:lnTo>
                      <a:pt x="1251" y="2499"/>
                    </a:lnTo>
                    <a:lnTo>
                      <a:pt x="1171" y="2279"/>
                    </a:lnTo>
                    <a:lnTo>
                      <a:pt x="1310" y="2576"/>
                    </a:lnTo>
                    <a:lnTo>
                      <a:pt x="1392" y="2675"/>
                    </a:lnTo>
                    <a:lnTo>
                      <a:pt x="1301" y="2595"/>
                    </a:lnTo>
                    <a:lnTo>
                      <a:pt x="1282" y="2560"/>
                    </a:lnTo>
                    <a:lnTo>
                      <a:pt x="1332" y="2826"/>
                    </a:lnTo>
                    <a:lnTo>
                      <a:pt x="1310" y="2873"/>
                    </a:lnTo>
                    <a:lnTo>
                      <a:pt x="1261" y="2873"/>
                    </a:lnTo>
                    <a:lnTo>
                      <a:pt x="1171" y="2784"/>
                    </a:lnTo>
                    <a:lnTo>
                      <a:pt x="1114" y="2784"/>
                    </a:lnTo>
                    <a:lnTo>
                      <a:pt x="1065" y="2767"/>
                    </a:lnTo>
                    <a:lnTo>
                      <a:pt x="1024" y="2776"/>
                    </a:lnTo>
                    <a:lnTo>
                      <a:pt x="844" y="2696"/>
                    </a:lnTo>
                    <a:lnTo>
                      <a:pt x="816" y="2637"/>
                    </a:lnTo>
                    <a:lnTo>
                      <a:pt x="862" y="2675"/>
                    </a:lnTo>
                    <a:lnTo>
                      <a:pt x="954" y="2668"/>
                    </a:lnTo>
                    <a:lnTo>
                      <a:pt x="858" y="2527"/>
                    </a:lnTo>
                    <a:lnTo>
                      <a:pt x="973" y="2648"/>
                    </a:lnTo>
                    <a:lnTo>
                      <a:pt x="1065" y="2648"/>
                    </a:lnTo>
                    <a:lnTo>
                      <a:pt x="1072" y="2613"/>
                    </a:lnTo>
                    <a:lnTo>
                      <a:pt x="924" y="2232"/>
                    </a:lnTo>
                    <a:lnTo>
                      <a:pt x="835" y="2272"/>
                    </a:lnTo>
                    <a:lnTo>
                      <a:pt x="807" y="2362"/>
                    </a:lnTo>
                    <a:lnTo>
                      <a:pt x="835" y="2486"/>
                    </a:lnTo>
                    <a:lnTo>
                      <a:pt x="793" y="2430"/>
                    </a:lnTo>
                    <a:lnTo>
                      <a:pt x="774" y="2451"/>
                    </a:lnTo>
                    <a:lnTo>
                      <a:pt x="774" y="25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85" name="Freeform 304">
                <a:extLst>
                  <a:ext uri="{FF2B5EF4-FFF2-40B4-BE49-F238E27FC236}">
                    <a16:creationId xmlns:a16="http://schemas.microsoft.com/office/drawing/2014/main" id="{6AD9429D-102D-31C7-AD56-B87987B28AD8}"/>
                  </a:ext>
                </a:extLst>
              </p:cNvPr>
              <p:cNvSpPr>
                <a:spLocks/>
              </p:cNvSpPr>
              <p:nvPr/>
            </p:nvSpPr>
            <p:spPr bwMode="auto">
              <a:xfrm>
                <a:off x="3230" y="1228"/>
                <a:ext cx="66" cy="12"/>
              </a:xfrm>
              <a:custGeom>
                <a:avLst/>
                <a:gdLst>
                  <a:gd name="T0" fmla="*/ 0 w 525"/>
                  <a:gd name="T1" fmla="*/ 0 h 97"/>
                  <a:gd name="T2" fmla="*/ 0 w 525"/>
                  <a:gd name="T3" fmla="*/ 0 h 97"/>
                  <a:gd name="T4" fmla="*/ 0 w 525"/>
                  <a:gd name="T5" fmla="*/ 0 h 97"/>
                  <a:gd name="T6" fmla="*/ 0 w 525"/>
                  <a:gd name="T7" fmla="*/ 0 h 97"/>
                  <a:gd name="T8" fmla="*/ 0 w 525"/>
                  <a:gd name="T9" fmla="*/ 0 h 97"/>
                  <a:gd name="T10" fmla="*/ 0 w 525"/>
                  <a:gd name="T11" fmla="*/ 0 h 97"/>
                  <a:gd name="T12" fmla="*/ 0 60000 65536"/>
                  <a:gd name="T13" fmla="*/ 0 60000 65536"/>
                  <a:gd name="T14" fmla="*/ 0 60000 65536"/>
                  <a:gd name="T15" fmla="*/ 0 60000 65536"/>
                  <a:gd name="T16" fmla="*/ 0 60000 65536"/>
                  <a:gd name="T17" fmla="*/ 0 60000 65536"/>
                  <a:gd name="T18" fmla="*/ 0 w 525"/>
                  <a:gd name="T19" fmla="*/ 0 h 97"/>
                  <a:gd name="T20" fmla="*/ 525 w 525"/>
                  <a:gd name="T21" fmla="*/ 97 h 97"/>
                </a:gdLst>
                <a:ahLst/>
                <a:cxnLst>
                  <a:cxn ang="T12">
                    <a:pos x="T0" y="T1"/>
                  </a:cxn>
                  <a:cxn ang="T13">
                    <a:pos x="T2" y="T3"/>
                  </a:cxn>
                  <a:cxn ang="T14">
                    <a:pos x="T4" y="T5"/>
                  </a:cxn>
                  <a:cxn ang="T15">
                    <a:pos x="T6" y="T7"/>
                  </a:cxn>
                  <a:cxn ang="T16">
                    <a:pos x="T8" y="T9"/>
                  </a:cxn>
                  <a:cxn ang="T17">
                    <a:pos x="T10" y="T11"/>
                  </a:cxn>
                </a:cxnLst>
                <a:rect l="T18" t="T19" r="T20" b="T21"/>
                <a:pathLst>
                  <a:path w="525" h="97">
                    <a:moveTo>
                      <a:pt x="525" y="7"/>
                    </a:moveTo>
                    <a:lnTo>
                      <a:pt x="255" y="66"/>
                    </a:lnTo>
                    <a:lnTo>
                      <a:pt x="0" y="97"/>
                    </a:lnTo>
                    <a:lnTo>
                      <a:pt x="255" y="58"/>
                    </a:lnTo>
                    <a:lnTo>
                      <a:pt x="474" y="0"/>
                    </a:lnTo>
                    <a:lnTo>
                      <a:pt x="52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86" name="Freeform 305">
                <a:extLst>
                  <a:ext uri="{FF2B5EF4-FFF2-40B4-BE49-F238E27FC236}">
                    <a16:creationId xmlns:a16="http://schemas.microsoft.com/office/drawing/2014/main" id="{D5ADF407-2DA9-A367-8C9B-F7FF76E0B341}"/>
                  </a:ext>
                </a:extLst>
              </p:cNvPr>
              <p:cNvSpPr>
                <a:spLocks/>
              </p:cNvSpPr>
              <p:nvPr/>
            </p:nvSpPr>
            <p:spPr bwMode="auto">
              <a:xfrm>
                <a:off x="3412" y="949"/>
                <a:ext cx="92" cy="290"/>
              </a:xfrm>
              <a:custGeom>
                <a:avLst/>
                <a:gdLst>
                  <a:gd name="T0" fmla="*/ 0 w 737"/>
                  <a:gd name="T1" fmla="*/ 0 h 2321"/>
                  <a:gd name="T2" fmla="*/ 0 w 737"/>
                  <a:gd name="T3" fmla="*/ 0 h 2321"/>
                  <a:gd name="T4" fmla="*/ 0 w 737"/>
                  <a:gd name="T5" fmla="*/ 0 h 2321"/>
                  <a:gd name="T6" fmla="*/ 0 w 737"/>
                  <a:gd name="T7" fmla="*/ 0 h 2321"/>
                  <a:gd name="T8" fmla="*/ 0 w 737"/>
                  <a:gd name="T9" fmla="*/ 0 h 2321"/>
                  <a:gd name="T10" fmla="*/ 0 w 737"/>
                  <a:gd name="T11" fmla="*/ 0 h 2321"/>
                  <a:gd name="T12" fmla="*/ 0 w 737"/>
                  <a:gd name="T13" fmla="*/ 0 h 2321"/>
                  <a:gd name="T14" fmla="*/ 0 w 737"/>
                  <a:gd name="T15" fmla="*/ 0 h 2321"/>
                  <a:gd name="T16" fmla="*/ 0 w 737"/>
                  <a:gd name="T17" fmla="*/ 0 h 2321"/>
                  <a:gd name="T18" fmla="*/ 0 w 737"/>
                  <a:gd name="T19" fmla="*/ 0 h 2321"/>
                  <a:gd name="T20" fmla="*/ 0 w 737"/>
                  <a:gd name="T21" fmla="*/ 0 h 2321"/>
                  <a:gd name="T22" fmla="*/ 0 w 737"/>
                  <a:gd name="T23" fmla="*/ 0 h 2321"/>
                  <a:gd name="T24" fmla="*/ 0 w 737"/>
                  <a:gd name="T25" fmla="*/ 0 h 2321"/>
                  <a:gd name="T26" fmla="*/ 0 w 737"/>
                  <a:gd name="T27" fmla="*/ 0 h 2321"/>
                  <a:gd name="T28" fmla="*/ 0 w 737"/>
                  <a:gd name="T29" fmla="*/ 0 h 2321"/>
                  <a:gd name="T30" fmla="*/ 0 w 737"/>
                  <a:gd name="T31" fmla="*/ 0 h 2321"/>
                  <a:gd name="T32" fmla="*/ 0 w 737"/>
                  <a:gd name="T33" fmla="*/ 0 h 2321"/>
                  <a:gd name="T34" fmla="*/ 0 w 737"/>
                  <a:gd name="T35" fmla="*/ 0 h 2321"/>
                  <a:gd name="T36" fmla="*/ 0 w 737"/>
                  <a:gd name="T37" fmla="*/ 0 h 2321"/>
                  <a:gd name="T38" fmla="*/ 0 w 737"/>
                  <a:gd name="T39" fmla="*/ 0 h 2321"/>
                  <a:gd name="T40" fmla="*/ 0 w 737"/>
                  <a:gd name="T41" fmla="*/ 0 h 2321"/>
                  <a:gd name="T42" fmla="*/ 0 w 737"/>
                  <a:gd name="T43" fmla="*/ 0 h 2321"/>
                  <a:gd name="T44" fmla="*/ 0 w 737"/>
                  <a:gd name="T45" fmla="*/ 0 h 2321"/>
                  <a:gd name="T46" fmla="*/ 0 w 737"/>
                  <a:gd name="T47" fmla="*/ 0 h 2321"/>
                  <a:gd name="T48" fmla="*/ 0 w 737"/>
                  <a:gd name="T49" fmla="*/ 0 h 2321"/>
                  <a:gd name="T50" fmla="*/ 0 w 737"/>
                  <a:gd name="T51" fmla="*/ 0 h 2321"/>
                  <a:gd name="T52" fmla="*/ 0 w 737"/>
                  <a:gd name="T53" fmla="*/ 0 h 2321"/>
                  <a:gd name="T54" fmla="*/ 0 w 737"/>
                  <a:gd name="T55" fmla="*/ 0 h 2321"/>
                  <a:gd name="T56" fmla="*/ 0 w 737"/>
                  <a:gd name="T57" fmla="*/ 0 h 2321"/>
                  <a:gd name="T58" fmla="*/ 0 w 737"/>
                  <a:gd name="T59" fmla="*/ 0 h 2321"/>
                  <a:gd name="T60" fmla="*/ 0 w 737"/>
                  <a:gd name="T61" fmla="*/ 0 h 2321"/>
                  <a:gd name="T62" fmla="*/ 0 w 737"/>
                  <a:gd name="T63" fmla="*/ 0 h 2321"/>
                  <a:gd name="T64" fmla="*/ 0 w 737"/>
                  <a:gd name="T65" fmla="*/ 0 h 2321"/>
                  <a:gd name="T66" fmla="*/ 0 w 737"/>
                  <a:gd name="T67" fmla="*/ 0 h 2321"/>
                  <a:gd name="T68" fmla="*/ 0 w 737"/>
                  <a:gd name="T69" fmla="*/ 0 h 2321"/>
                  <a:gd name="T70" fmla="*/ 0 w 737"/>
                  <a:gd name="T71" fmla="*/ 0 h 2321"/>
                  <a:gd name="T72" fmla="*/ 0 w 737"/>
                  <a:gd name="T73" fmla="*/ 0 h 2321"/>
                  <a:gd name="T74" fmla="*/ 0 w 737"/>
                  <a:gd name="T75" fmla="*/ 0 h 2321"/>
                  <a:gd name="T76" fmla="*/ 0 w 737"/>
                  <a:gd name="T77" fmla="*/ 0 h 2321"/>
                  <a:gd name="T78" fmla="*/ 0 w 737"/>
                  <a:gd name="T79" fmla="*/ 0 h 232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737"/>
                  <a:gd name="T121" fmla="*/ 0 h 2321"/>
                  <a:gd name="T122" fmla="*/ 737 w 737"/>
                  <a:gd name="T123" fmla="*/ 2321 h 232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737" h="2321">
                    <a:moveTo>
                      <a:pt x="102" y="0"/>
                    </a:moveTo>
                    <a:lnTo>
                      <a:pt x="102" y="115"/>
                    </a:lnTo>
                    <a:lnTo>
                      <a:pt x="0" y="418"/>
                    </a:lnTo>
                    <a:lnTo>
                      <a:pt x="14" y="431"/>
                    </a:lnTo>
                    <a:lnTo>
                      <a:pt x="133" y="99"/>
                    </a:lnTo>
                    <a:lnTo>
                      <a:pt x="221" y="179"/>
                    </a:lnTo>
                    <a:lnTo>
                      <a:pt x="244" y="249"/>
                    </a:lnTo>
                    <a:lnTo>
                      <a:pt x="172" y="453"/>
                    </a:lnTo>
                    <a:lnTo>
                      <a:pt x="143" y="642"/>
                    </a:lnTo>
                    <a:lnTo>
                      <a:pt x="133" y="947"/>
                    </a:lnTo>
                    <a:lnTo>
                      <a:pt x="143" y="1293"/>
                    </a:lnTo>
                    <a:lnTo>
                      <a:pt x="184" y="1925"/>
                    </a:lnTo>
                    <a:lnTo>
                      <a:pt x="210" y="1917"/>
                    </a:lnTo>
                    <a:lnTo>
                      <a:pt x="172" y="938"/>
                    </a:lnTo>
                    <a:lnTo>
                      <a:pt x="201" y="603"/>
                    </a:lnTo>
                    <a:lnTo>
                      <a:pt x="253" y="387"/>
                    </a:lnTo>
                    <a:lnTo>
                      <a:pt x="350" y="218"/>
                    </a:lnTo>
                    <a:lnTo>
                      <a:pt x="283" y="218"/>
                    </a:lnTo>
                    <a:lnTo>
                      <a:pt x="184" y="80"/>
                    </a:lnTo>
                    <a:lnTo>
                      <a:pt x="201" y="18"/>
                    </a:lnTo>
                    <a:lnTo>
                      <a:pt x="350" y="60"/>
                    </a:lnTo>
                    <a:lnTo>
                      <a:pt x="392" y="227"/>
                    </a:lnTo>
                    <a:lnTo>
                      <a:pt x="469" y="565"/>
                    </a:lnTo>
                    <a:lnTo>
                      <a:pt x="500" y="862"/>
                    </a:lnTo>
                    <a:lnTo>
                      <a:pt x="519" y="1262"/>
                    </a:lnTo>
                    <a:lnTo>
                      <a:pt x="541" y="1534"/>
                    </a:lnTo>
                    <a:lnTo>
                      <a:pt x="590" y="1869"/>
                    </a:lnTo>
                    <a:lnTo>
                      <a:pt x="638" y="2104"/>
                    </a:lnTo>
                    <a:lnTo>
                      <a:pt x="689" y="2301"/>
                    </a:lnTo>
                    <a:lnTo>
                      <a:pt x="737" y="2321"/>
                    </a:lnTo>
                    <a:lnTo>
                      <a:pt x="638" y="1925"/>
                    </a:lnTo>
                    <a:lnTo>
                      <a:pt x="590" y="1572"/>
                    </a:lnTo>
                    <a:lnTo>
                      <a:pt x="562" y="1255"/>
                    </a:lnTo>
                    <a:lnTo>
                      <a:pt x="541" y="938"/>
                    </a:lnTo>
                    <a:lnTo>
                      <a:pt x="519" y="702"/>
                    </a:lnTo>
                    <a:lnTo>
                      <a:pt x="489" y="495"/>
                    </a:lnTo>
                    <a:lnTo>
                      <a:pt x="449" y="297"/>
                    </a:lnTo>
                    <a:lnTo>
                      <a:pt x="401" y="106"/>
                    </a:lnTo>
                    <a:lnTo>
                      <a:pt x="378" y="53"/>
                    </a:lnTo>
                    <a:lnTo>
                      <a:pt x="10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87" name="Freeform 306">
                <a:extLst>
                  <a:ext uri="{FF2B5EF4-FFF2-40B4-BE49-F238E27FC236}">
                    <a16:creationId xmlns:a16="http://schemas.microsoft.com/office/drawing/2014/main" id="{3737D02F-305A-496F-5CEA-84FA394DA6D6}"/>
                  </a:ext>
                </a:extLst>
              </p:cNvPr>
              <p:cNvSpPr>
                <a:spLocks/>
              </p:cNvSpPr>
              <p:nvPr/>
            </p:nvSpPr>
            <p:spPr bwMode="auto">
              <a:xfrm>
                <a:off x="3482" y="878"/>
                <a:ext cx="247" cy="397"/>
              </a:xfrm>
              <a:custGeom>
                <a:avLst/>
                <a:gdLst>
                  <a:gd name="T0" fmla="*/ 0 w 1973"/>
                  <a:gd name="T1" fmla="*/ 0 h 3170"/>
                  <a:gd name="T2" fmla="*/ 0 w 1973"/>
                  <a:gd name="T3" fmla="*/ 0 h 3170"/>
                  <a:gd name="T4" fmla="*/ 0 w 1973"/>
                  <a:gd name="T5" fmla="*/ 0 h 3170"/>
                  <a:gd name="T6" fmla="*/ 0 w 1973"/>
                  <a:gd name="T7" fmla="*/ 0 h 3170"/>
                  <a:gd name="T8" fmla="*/ 0 w 1973"/>
                  <a:gd name="T9" fmla="*/ 0 h 3170"/>
                  <a:gd name="T10" fmla="*/ 0 w 1973"/>
                  <a:gd name="T11" fmla="*/ 0 h 3170"/>
                  <a:gd name="T12" fmla="*/ 0 w 1973"/>
                  <a:gd name="T13" fmla="*/ 0 h 3170"/>
                  <a:gd name="T14" fmla="*/ 0 w 1973"/>
                  <a:gd name="T15" fmla="*/ 0 h 3170"/>
                  <a:gd name="T16" fmla="*/ 0 w 1973"/>
                  <a:gd name="T17" fmla="*/ 0 h 3170"/>
                  <a:gd name="T18" fmla="*/ 0 w 1973"/>
                  <a:gd name="T19" fmla="*/ 0 h 3170"/>
                  <a:gd name="T20" fmla="*/ 0 w 1973"/>
                  <a:gd name="T21" fmla="*/ 0 h 3170"/>
                  <a:gd name="T22" fmla="*/ 0 w 1973"/>
                  <a:gd name="T23" fmla="*/ 0 h 3170"/>
                  <a:gd name="T24" fmla="*/ 0 w 1973"/>
                  <a:gd name="T25" fmla="*/ 0 h 3170"/>
                  <a:gd name="T26" fmla="*/ 0 w 1973"/>
                  <a:gd name="T27" fmla="*/ 0 h 3170"/>
                  <a:gd name="T28" fmla="*/ 0 w 1973"/>
                  <a:gd name="T29" fmla="*/ 0 h 3170"/>
                  <a:gd name="T30" fmla="*/ 0 w 1973"/>
                  <a:gd name="T31" fmla="*/ 0 h 3170"/>
                  <a:gd name="T32" fmla="*/ 0 w 1973"/>
                  <a:gd name="T33" fmla="*/ 0 h 3170"/>
                  <a:gd name="T34" fmla="*/ 0 w 1973"/>
                  <a:gd name="T35" fmla="*/ 0 h 3170"/>
                  <a:gd name="T36" fmla="*/ 0 w 1973"/>
                  <a:gd name="T37" fmla="*/ 0 h 3170"/>
                  <a:gd name="T38" fmla="*/ 0 w 1973"/>
                  <a:gd name="T39" fmla="*/ 0 h 3170"/>
                  <a:gd name="T40" fmla="*/ 0 w 1973"/>
                  <a:gd name="T41" fmla="*/ 0 h 3170"/>
                  <a:gd name="T42" fmla="*/ 0 w 1973"/>
                  <a:gd name="T43" fmla="*/ 0 h 3170"/>
                  <a:gd name="T44" fmla="*/ 0 w 1973"/>
                  <a:gd name="T45" fmla="*/ 0 h 3170"/>
                  <a:gd name="T46" fmla="*/ 0 w 1973"/>
                  <a:gd name="T47" fmla="*/ 0 h 3170"/>
                  <a:gd name="T48" fmla="*/ 0 w 1973"/>
                  <a:gd name="T49" fmla="*/ 0 h 3170"/>
                  <a:gd name="T50" fmla="*/ 0 w 1973"/>
                  <a:gd name="T51" fmla="*/ 0 h 3170"/>
                  <a:gd name="T52" fmla="*/ 0 w 1973"/>
                  <a:gd name="T53" fmla="*/ 0 h 3170"/>
                  <a:gd name="T54" fmla="*/ 0 w 1973"/>
                  <a:gd name="T55" fmla="*/ 0 h 3170"/>
                  <a:gd name="T56" fmla="*/ 0 w 1973"/>
                  <a:gd name="T57" fmla="*/ 0 h 3170"/>
                  <a:gd name="T58" fmla="*/ 0 w 1973"/>
                  <a:gd name="T59" fmla="*/ 0 h 3170"/>
                  <a:gd name="T60" fmla="*/ 0 w 1973"/>
                  <a:gd name="T61" fmla="*/ 0 h 3170"/>
                  <a:gd name="T62" fmla="*/ 0 w 1973"/>
                  <a:gd name="T63" fmla="*/ 0 h 3170"/>
                  <a:gd name="T64" fmla="*/ 0 w 1973"/>
                  <a:gd name="T65" fmla="*/ 0 h 3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73"/>
                  <a:gd name="T100" fmla="*/ 0 h 3170"/>
                  <a:gd name="T101" fmla="*/ 1973 w 1973"/>
                  <a:gd name="T102" fmla="*/ 3170 h 317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73" h="3170">
                    <a:moveTo>
                      <a:pt x="67" y="563"/>
                    </a:moveTo>
                    <a:lnTo>
                      <a:pt x="0" y="869"/>
                    </a:lnTo>
                    <a:lnTo>
                      <a:pt x="136" y="572"/>
                    </a:lnTo>
                    <a:lnTo>
                      <a:pt x="274" y="970"/>
                    </a:lnTo>
                    <a:lnTo>
                      <a:pt x="344" y="1394"/>
                    </a:lnTo>
                    <a:lnTo>
                      <a:pt x="383" y="1847"/>
                    </a:lnTo>
                    <a:lnTo>
                      <a:pt x="376" y="2211"/>
                    </a:lnTo>
                    <a:lnTo>
                      <a:pt x="351" y="2596"/>
                    </a:lnTo>
                    <a:lnTo>
                      <a:pt x="316" y="2822"/>
                    </a:lnTo>
                    <a:lnTo>
                      <a:pt x="272" y="2893"/>
                    </a:lnTo>
                    <a:lnTo>
                      <a:pt x="1821" y="3170"/>
                    </a:lnTo>
                    <a:lnTo>
                      <a:pt x="1973" y="2728"/>
                    </a:lnTo>
                    <a:lnTo>
                      <a:pt x="1893" y="2548"/>
                    </a:lnTo>
                    <a:lnTo>
                      <a:pt x="1836" y="2104"/>
                    </a:lnTo>
                    <a:lnTo>
                      <a:pt x="1715" y="1687"/>
                    </a:lnTo>
                    <a:lnTo>
                      <a:pt x="1544" y="1431"/>
                    </a:lnTo>
                    <a:lnTo>
                      <a:pt x="1586" y="1346"/>
                    </a:lnTo>
                    <a:lnTo>
                      <a:pt x="1575" y="1298"/>
                    </a:lnTo>
                    <a:lnTo>
                      <a:pt x="1544" y="1245"/>
                    </a:lnTo>
                    <a:lnTo>
                      <a:pt x="1506" y="1205"/>
                    </a:lnTo>
                    <a:lnTo>
                      <a:pt x="1467" y="1185"/>
                    </a:lnTo>
                    <a:lnTo>
                      <a:pt x="1432" y="887"/>
                    </a:lnTo>
                    <a:lnTo>
                      <a:pt x="1386" y="603"/>
                    </a:lnTo>
                    <a:lnTo>
                      <a:pt x="1316" y="357"/>
                    </a:lnTo>
                    <a:lnTo>
                      <a:pt x="984" y="230"/>
                    </a:lnTo>
                    <a:lnTo>
                      <a:pt x="791" y="205"/>
                    </a:lnTo>
                    <a:lnTo>
                      <a:pt x="503" y="168"/>
                    </a:lnTo>
                    <a:lnTo>
                      <a:pt x="316" y="108"/>
                    </a:lnTo>
                    <a:lnTo>
                      <a:pt x="136" y="0"/>
                    </a:lnTo>
                    <a:lnTo>
                      <a:pt x="168" y="295"/>
                    </a:lnTo>
                    <a:lnTo>
                      <a:pt x="157" y="408"/>
                    </a:lnTo>
                    <a:lnTo>
                      <a:pt x="104" y="524"/>
                    </a:lnTo>
                    <a:lnTo>
                      <a:pt x="67" y="5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88" name="Freeform 307">
                <a:extLst>
                  <a:ext uri="{FF2B5EF4-FFF2-40B4-BE49-F238E27FC236}">
                    <a16:creationId xmlns:a16="http://schemas.microsoft.com/office/drawing/2014/main" id="{49981A60-17ED-311D-33CE-973027264FB2}"/>
                  </a:ext>
                </a:extLst>
              </p:cNvPr>
              <p:cNvSpPr>
                <a:spLocks/>
              </p:cNvSpPr>
              <p:nvPr/>
            </p:nvSpPr>
            <p:spPr bwMode="auto">
              <a:xfrm>
                <a:off x="3230" y="1186"/>
                <a:ext cx="363" cy="201"/>
              </a:xfrm>
              <a:custGeom>
                <a:avLst/>
                <a:gdLst>
                  <a:gd name="T0" fmla="*/ 0 w 2906"/>
                  <a:gd name="T1" fmla="*/ 0 h 1607"/>
                  <a:gd name="T2" fmla="*/ 0 w 2906"/>
                  <a:gd name="T3" fmla="*/ 0 h 1607"/>
                  <a:gd name="T4" fmla="*/ 0 w 2906"/>
                  <a:gd name="T5" fmla="*/ 0 h 1607"/>
                  <a:gd name="T6" fmla="*/ 0 w 2906"/>
                  <a:gd name="T7" fmla="*/ 0 h 1607"/>
                  <a:gd name="T8" fmla="*/ 0 w 2906"/>
                  <a:gd name="T9" fmla="*/ 0 h 1607"/>
                  <a:gd name="T10" fmla="*/ 0 w 2906"/>
                  <a:gd name="T11" fmla="*/ 0 h 1607"/>
                  <a:gd name="T12" fmla="*/ 0 w 2906"/>
                  <a:gd name="T13" fmla="*/ 0 h 1607"/>
                  <a:gd name="T14" fmla="*/ 0 w 2906"/>
                  <a:gd name="T15" fmla="*/ 0 h 1607"/>
                  <a:gd name="T16" fmla="*/ 0 w 2906"/>
                  <a:gd name="T17" fmla="*/ 0 h 1607"/>
                  <a:gd name="T18" fmla="*/ 0 w 2906"/>
                  <a:gd name="T19" fmla="*/ 0 h 1607"/>
                  <a:gd name="T20" fmla="*/ 0 w 2906"/>
                  <a:gd name="T21" fmla="*/ 0 h 1607"/>
                  <a:gd name="T22" fmla="*/ 0 w 2906"/>
                  <a:gd name="T23" fmla="*/ 0 h 1607"/>
                  <a:gd name="T24" fmla="*/ 0 w 2906"/>
                  <a:gd name="T25" fmla="*/ 0 h 1607"/>
                  <a:gd name="T26" fmla="*/ 0 w 2906"/>
                  <a:gd name="T27" fmla="*/ 0 h 1607"/>
                  <a:gd name="T28" fmla="*/ 0 w 2906"/>
                  <a:gd name="T29" fmla="*/ 0 h 1607"/>
                  <a:gd name="T30" fmla="*/ 0 w 2906"/>
                  <a:gd name="T31" fmla="*/ 0 h 1607"/>
                  <a:gd name="T32" fmla="*/ 0 w 2906"/>
                  <a:gd name="T33" fmla="*/ 0 h 1607"/>
                  <a:gd name="T34" fmla="*/ 0 w 2906"/>
                  <a:gd name="T35" fmla="*/ 0 h 1607"/>
                  <a:gd name="T36" fmla="*/ 0 w 2906"/>
                  <a:gd name="T37" fmla="*/ 0 h 1607"/>
                  <a:gd name="T38" fmla="*/ 0 w 2906"/>
                  <a:gd name="T39" fmla="*/ 0 h 1607"/>
                  <a:gd name="T40" fmla="*/ 0 w 2906"/>
                  <a:gd name="T41" fmla="*/ 0 h 1607"/>
                  <a:gd name="T42" fmla="*/ 0 w 2906"/>
                  <a:gd name="T43" fmla="*/ 0 h 1607"/>
                  <a:gd name="T44" fmla="*/ 0 w 2906"/>
                  <a:gd name="T45" fmla="*/ 0 h 1607"/>
                  <a:gd name="T46" fmla="*/ 0 w 2906"/>
                  <a:gd name="T47" fmla="*/ 0 h 1607"/>
                  <a:gd name="T48" fmla="*/ 0 w 2906"/>
                  <a:gd name="T49" fmla="*/ 0 h 1607"/>
                  <a:gd name="T50" fmla="*/ 0 w 2906"/>
                  <a:gd name="T51" fmla="*/ 0 h 160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906"/>
                  <a:gd name="T79" fmla="*/ 0 h 1607"/>
                  <a:gd name="T80" fmla="*/ 2906 w 2906"/>
                  <a:gd name="T81" fmla="*/ 1607 h 160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906" h="1607">
                    <a:moveTo>
                      <a:pt x="0" y="424"/>
                    </a:moveTo>
                    <a:lnTo>
                      <a:pt x="198" y="881"/>
                    </a:lnTo>
                    <a:lnTo>
                      <a:pt x="283" y="1063"/>
                    </a:lnTo>
                    <a:lnTo>
                      <a:pt x="382" y="1206"/>
                    </a:lnTo>
                    <a:lnTo>
                      <a:pt x="488" y="1319"/>
                    </a:lnTo>
                    <a:lnTo>
                      <a:pt x="596" y="1407"/>
                    </a:lnTo>
                    <a:lnTo>
                      <a:pt x="705" y="1473"/>
                    </a:lnTo>
                    <a:lnTo>
                      <a:pt x="840" y="1524"/>
                    </a:lnTo>
                    <a:lnTo>
                      <a:pt x="1007" y="1572"/>
                    </a:lnTo>
                    <a:lnTo>
                      <a:pt x="1235" y="1598"/>
                    </a:lnTo>
                    <a:lnTo>
                      <a:pt x="1437" y="1607"/>
                    </a:lnTo>
                    <a:lnTo>
                      <a:pt x="1675" y="1598"/>
                    </a:lnTo>
                    <a:lnTo>
                      <a:pt x="1892" y="1578"/>
                    </a:lnTo>
                    <a:lnTo>
                      <a:pt x="2101" y="1534"/>
                    </a:lnTo>
                    <a:lnTo>
                      <a:pt x="2297" y="1485"/>
                    </a:lnTo>
                    <a:lnTo>
                      <a:pt x="2514" y="1446"/>
                    </a:lnTo>
                    <a:lnTo>
                      <a:pt x="2729" y="1431"/>
                    </a:lnTo>
                    <a:lnTo>
                      <a:pt x="2906" y="1431"/>
                    </a:lnTo>
                    <a:lnTo>
                      <a:pt x="2671" y="1367"/>
                    </a:lnTo>
                    <a:lnTo>
                      <a:pt x="2473" y="1257"/>
                    </a:lnTo>
                    <a:lnTo>
                      <a:pt x="2288" y="1095"/>
                    </a:lnTo>
                    <a:lnTo>
                      <a:pt x="2154" y="941"/>
                    </a:lnTo>
                    <a:lnTo>
                      <a:pt x="2070" y="811"/>
                    </a:lnTo>
                    <a:lnTo>
                      <a:pt x="1866" y="383"/>
                    </a:lnTo>
                    <a:lnTo>
                      <a:pt x="1751" y="143"/>
                    </a:lnTo>
                    <a:lnTo>
                      <a:pt x="1692"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689" name="Freeform 308">
                <a:extLst>
                  <a:ext uri="{FF2B5EF4-FFF2-40B4-BE49-F238E27FC236}">
                    <a16:creationId xmlns:a16="http://schemas.microsoft.com/office/drawing/2014/main" id="{1484F169-19F2-70A6-6A75-F74A21821A6A}"/>
                  </a:ext>
                </a:extLst>
              </p:cNvPr>
              <p:cNvSpPr>
                <a:spLocks/>
              </p:cNvSpPr>
              <p:nvPr/>
            </p:nvSpPr>
            <p:spPr bwMode="auto">
              <a:xfrm>
                <a:off x="3221" y="1310"/>
                <a:ext cx="245" cy="81"/>
              </a:xfrm>
              <a:custGeom>
                <a:avLst/>
                <a:gdLst>
                  <a:gd name="T0" fmla="*/ 0 w 1964"/>
                  <a:gd name="T1" fmla="*/ 0 h 646"/>
                  <a:gd name="T2" fmla="*/ 0 w 1964"/>
                  <a:gd name="T3" fmla="*/ 0 h 646"/>
                  <a:gd name="T4" fmla="*/ 0 w 1964"/>
                  <a:gd name="T5" fmla="*/ 0 h 646"/>
                  <a:gd name="T6" fmla="*/ 0 w 1964"/>
                  <a:gd name="T7" fmla="*/ 0 h 646"/>
                  <a:gd name="T8" fmla="*/ 0 w 1964"/>
                  <a:gd name="T9" fmla="*/ 0 h 646"/>
                  <a:gd name="T10" fmla="*/ 0 w 1964"/>
                  <a:gd name="T11" fmla="*/ 0 h 646"/>
                  <a:gd name="T12" fmla="*/ 0 w 1964"/>
                  <a:gd name="T13" fmla="*/ 0 h 646"/>
                  <a:gd name="T14" fmla="*/ 0 w 1964"/>
                  <a:gd name="T15" fmla="*/ 0 h 646"/>
                  <a:gd name="T16" fmla="*/ 0 w 1964"/>
                  <a:gd name="T17" fmla="*/ 0 h 646"/>
                  <a:gd name="T18" fmla="*/ 0 w 1964"/>
                  <a:gd name="T19" fmla="*/ 0 h 646"/>
                  <a:gd name="T20" fmla="*/ 0 w 1964"/>
                  <a:gd name="T21" fmla="*/ 0 h 646"/>
                  <a:gd name="T22" fmla="*/ 0 w 1964"/>
                  <a:gd name="T23" fmla="*/ 0 h 646"/>
                  <a:gd name="T24" fmla="*/ 0 w 1964"/>
                  <a:gd name="T25" fmla="*/ 0 h 646"/>
                  <a:gd name="T26" fmla="*/ 0 w 1964"/>
                  <a:gd name="T27" fmla="*/ 0 h 646"/>
                  <a:gd name="T28" fmla="*/ 0 w 1964"/>
                  <a:gd name="T29" fmla="*/ 0 h 646"/>
                  <a:gd name="T30" fmla="*/ 0 w 1964"/>
                  <a:gd name="T31" fmla="*/ 0 h 646"/>
                  <a:gd name="T32" fmla="*/ 0 w 1964"/>
                  <a:gd name="T33" fmla="*/ 0 h 646"/>
                  <a:gd name="T34" fmla="*/ 0 w 1964"/>
                  <a:gd name="T35" fmla="*/ 0 h 646"/>
                  <a:gd name="T36" fmla="*/ 0 w 1964"/>
                  <a:gd name="T37" fmla="*/ 0 h 64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964"/>
                  <a:gd name="T58" fmla="*/ 0 h 646"/>
                  <a:gd name="T59" fmla="*/ 1964 w 1964"/>
                  <a:gd name="T60" fmla="*/ 646 h 64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964" h="646">
                    <a:moveTo>
                      <a:pt x="1964" y="587"/>
                    </a:moveTo>
                    <a:lnTo>
                      <a:pt x="1628" y="630"/>
                    </a:lnTo>
                    <a:lnTo>
                      <a:pt x="1250" y="646"/>
                    </a:lnTo>
                    <a:lnTo>
                      <a:pt x="924" y="625"/>
                    </a:lnTo>
                    <a:lnTo>
                      <a:pt x="716" y="563"/>
                    </a:lnTo>
                    <a:lnTo>
                      <a:pt x="542" y="488"/>
                    </a:lnTo>
                    <a:lnTo>
                      <a:pt x="355" y="367"/>
                    </a:lnTo>
                    <a:lnTo>
                      <a:pt x="175" y="215"/>
                    </a:lnTo>
                    <a:lnTo>
                      <a:pt x="0" y="72"/>
                    </a:lnTo>
                    <a:lnTo>
                      <a:pt x="325" y="0"/>
                    </a:lnTo>
                    <a:lnTo>
                      <a:pt x="415" y="160"/>
                    </a:lnTo>
                    <a:lnTo>
                      <a:pt x="551" y="319"/>
                    </a:lnTo>
                    <a:lnTo>
                      <a:pt x="703" y="436"/>
                    </a:lnTo>
                    <a:lnTo>
                      <a:pt x="866" y="510"/>
                    </a:lnTo>
                    <a:lnTo>
                      <a:pt x="1079" y="581"/>
                    </a:lnTo>
                    <a:lnTo>
                      <a:pt x="1323" y="607"/>
                    </a:lnTo>
                    <a:lnTo>
                      <a:pt x="1505" y="616"/>
                    </a:lnTo>
                    <a:lnTo>
                      <a:pt x="1674" y="609"/>
                    </a:lnTo>
                    <a:lnTo>
                      <a:pt x="1964" y="5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90" name="Line 309">
                <a:extLst>
                  <a:ext uri="{FF2B5EF4-FFF2-40B4-BE49-F238E27FC236}">
                    <a16:creationId xmlns:a16="http://schemas.microsoft.com/office/drawing/2014/main" id="{39FB58AD-F03A-079D-5782-9694438934F6}"/>
                  </a:ext>
                </a:extLst>
              </p:cNvPr>
              <p:cNvSpPr>
                <a:spLocks noChangeShapeType="1"/>
              </p:cNvSpPr>
              <p:nvPr/>
            </p:nvSpPr>
            <p:spPr bwMode="auto">
              <a:xfrm flipV="1">
                <a:off x="2821" y="1331"/>
                <a:ext cx="78" cy="2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91" name="Freeform 310">
                <a:extLst>
                  <a:ext uri="{FF2B5EF4-FFF2-40B4-BE49-F238E27FC236}">
                    <a16:creationId xmlns:a16="http://schemas.microsoft.com/office/drawing/2014/main" id="{B02B07B9-AE7E-B3F0-3CA1-B96D9895AE6A}"/>
                  </a:ext>
                </a:extLst>
              </p:cNvPr>
              <p:cNvSpPr>
                <a:spLocks/>
              </p:cNvSpPr>
              <p:nvPr/>
            </p:nvSpPr>
            <p:spPr bwMode="auto">
              <a:xfrm>
                <a:off x="2909" y="1321"/>
                <a:ext cx="45" cy="22"/>
              </a:xfrm>
              <a:custGeom>
                <a:avLst/>
                <a:gdLst>
                  <a:gd name="T0" fmla="*/ 0 w 360"/>
                  <a:gd name="T1" fmla="*/ 0 h 173"/>
                  <a:gd name="T2" fmla="*/ 0 w 360"/>
                  <a:gd name="T3" fmla="*/ 0 h 173"/>
                  <a:gd name="T4" fmla="*/ 0 w 360"/>
                  <a:gd name="T5" fmla="*/ 0 h 173"/>
                  <a:gd name="T6" fmla="*/ 0 60000 65536"/>
                  <a:gd name="T7" fmla="*/ 0 60000 65536"/>
                  <a:gd name="T8" fmla="*/ 0 60000 65536"/>
                  <a:gd name="T9" fmla="*/ 0 w 360"/>
                  <a:gd name="T10" fmla="*/ 0 h 173"/>
                  <a:gd name="T11" fmla="*/ 360 w 360"/>
                  <a:gd name="T12" fmla="*/ 173 h 173"/>
                </a:gdLst>
                <a:ahLst/>
                <a:cxnLst>
                  <a:cxn ang="T6">
                    <a:pos x="T0" y="T1"/>
                  </a:cxn>
                  <a:cxn ang="T7">
                    <a:pos x="T2" y="T3"/>
                  </a:cxn>
                  <a:cxn ang="T8">
                    <a:pos x="T4" y="T5"/>
                  </a:cxn>
                </a:cxnLst>
                <a:rect l="T9" t="T10" r="T11" b="T12"/>
                <a:pathLst>
                  <a:path w="360" h="173">
                    <a:moveTo>
                      <a:pt x="0" y="49"/>
                    </a:moveTo>
                    <a:lnTo>
                      <a:pt x="173" y="0"/>
                    </a:lnTo>
                    <a:lnTo>
                      <a:pt x="360" y="173"/>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692" name="Freeform 311">
                <a:extLst>
                  <a:ext uri="{FF2B5EF4-FFF2-40B4-BE49-F238E27FC236}">
                    <a16:creationId xmlns:a16="http://schemas.microsoft.com/office/drawing/2014/main" id="{B686BE99-8FF0-38DF-CED8-E346885EA6C3}"/>
                  </a:ext>
                </a:extLst>
              </p:cNvPr>
              <p:cNvSpPr>
                <a:spLocks/>
              </p:cNvSpPr>
              <p:nvPr/>
            </p:nvSpPr>
            <p:spPr bwMode="auto">
              <a:xfrm>
                <a:off x="2788" y="1365"/>
                <a:ext cx="284" cy="179"/>
              </a:xfrm>
              <a:custGeom>
                <a:avLst/>
                <a:gdLst>
                  <a:gd name="T0" fmla="*/ 0 w 2271"/>
                  <a:gd name="T1" fmla="*/ 0 h 1432"/>
                  <a:gd name="T2" fmla="*/ 0 w 2271"/>
                  <a:gd name="T3" fmla="*/ 0 h 1432"/>
                  <a:gd name="T4" fmla="*/ 0 w 2271"/>
                  <a:gd name="T5" fmla="*/ 0 h 1432"/>
                  <a:gd name="T6" fmla="*/ 0 w 2271"/>
                  <a:gd name="T7" fmla="*/ 0 h 1432"/>
                  <a:gd name="T8" fmla="*/ 0 60000 65536"/>
                  <a:gd name="T9" fmla="*/ 0 60000 65536"/>
                  <a:gd name="T10" fmla="*/ 0 60000 65536"/>
                  <a:gd name="T11" fmla="*/ 0 60000 65536"/>
                  <a:gd name="T12" fmla="*/ 0 w 2271"/>
                  <a:gd name="T13" fmla="*/ 0 h 1432"/>
                  <a:gd name="T14" fmla="*/ 2271 w 2271"/>
                  <a:gd name="T15" fmla="*/ 1432 h 1432"/>
                </a:gdLst>
                <a:ahLst/>
                <a:cxnLst>
                  <a:cxn ang="T8">
                    <a:pos x="T0" y="T1"/>
                  </a:cxn>
                  <a:cxn ang="T9">
                    <a:pos x="T2" y="T3"/>
                  </a:cxn>
                  <a:cxn ang="T10">
                    <a:pos x="T4" y="T5"/>
                  </a:cxn>
                  <a:cxn ang="T11">
                    <a:pos x="T6" y="T7"/>
                  </a:cxn>
                </a:cxnLst>
                <a:rect l="T12" t="T13" r="T14" b="T15"/>
                <a:pathLst>
                  <a:path w="2271" h="1432">
                    <a:moveTo>
                      <a:pt x="1512" y="0"/>
                    </a:moveTo>
                    <a:lnTo>
                      <a:pt x="2271" y="727"/>
                    </a:lnTo>
                    <a:lnTo>
                      <a:pt x="762" y="1432"/>
                    </a:lnTo>
                    <a:lnTo>
                      <a:pt x="0" y="544"/>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693" name="Line 312">
                <a:extLst>
                  <a:ext uri="{FF2B5EF4-FFF2-40B4-BE49-F238E27FC236}">
                    <a16:creationId xmlns:a16="http://schemas.microsoft.com/office/drawing/2014/main" id="{39308495-E20A-C558-0E90-3F17F251F8FF}"/>
                  </a:ext>
                </a:extLst>
              </p:cNvPr>
              <p:cNvSpPr>
                <a:spLocks noChangeShapeType="1"/>
              </p:cNvSpPr>
              <p:nvPr/>
            </p:nvSpPr>
            <p:spPr bwMode="auto">
              <a:xfrm flipH="1" flipV="1">
                <a:off x="3814" y="1352"/>
                <a:ext cx="219" cy="4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94" name="Freeform 313">
                <a:extLst>
                  <a:ext uri="{FF2B5EF4-FFF2-40B4-BE49-F238E27FC236}">
                    <a16:creationId xmlns:a16="http://schemas.microsoft.com/office/drawing/2014/main" id="{E321E85F-5805-FAA7-B7CC-CF92362F1FD2}"/>
                  </a:ext>
                </a:extLst>
              </p:cNvPr>
              <p:cNvSpPr>
                <a:spLocks/>
              </p:cNvSpPr>
              <p:nvPr/>
            </p:nvSpPr>
            <p:spPr bwMode="auto">
              <a:xfrm>
                <a:off x="3499" y="1335"/>
                <a:ext cx="479" cy="226"/>
              </a:xfrm>
              <a:custGeom>
                <a:avLst/>
                <a:gdLst>
                  <a:gd name="T0" fmla="*/ 0 w 3830"/>
                  <a:gd name="T1" fmla="*/ 0 h 1808"/>
                  <a:gd name="T2" fmla="*/ 0 w 3830"/>
                  <a:gd name="T3" fmla="*/ 0 h 1808"/>
                  <a:gd name="T4" fmla="*/ 0 w 3830"/>
                  <a:gd name="T5" fmla="*/ 0 h 1808"/>
                  <a:gd name="T6" fmla="*/ 0 w 3830"/>
                  <a:gd name="T7" fmla="*/ 0 h 1808"/>
                  <a:gd name="T8" fmla="*/ 0 w 3830"/>
                  <a:gd name="T9" fmla="*/ 0 h 1808"/>
                  <a:gd name="T10" fmla="*/ 0 60000 65536"/>
                  <a:gd name="T11" fmla="*/ 0 60000 65536"/>
                  <a:gd name="T12" fmla="*/ 0 60000 65536"/>
                  <a:gd name="T13" fmla="*/ 0 60000 65536"/>
                  <a:gd name="T14" fmla="*/ 0 60000 65536"/>
                  <a:gd name="T15" fmla="*/ 0 w 3830"/>
                  <a:gd name="T16" fmla="*/ 0 h 1808"/>
                  <a:gd name="T17" fmla="*/ 3830 w 3830"/>
                  <a:gd name="T18" fmla="*/ 1808 h 1808"/>
                </a:gdLst>
                <a:ahLst/>
                <a:cxnLst>
                  <a:cxn ang="T10">
                    <a:pos x="T0" y="T1"/>
                  </a:cxn>
                  <a:cxn ang="T11">
                    <a:pos x="T2" y="T3"/>
                  </a:cxn>
                  <a:cxn ang="T12">
                    <a:pos x="T4" y="T5"/>
                  </a:cxn>
                  <a:cxn ang="T13">
                    <a:pos x="T6" y="T7"/>
                  </a:cxn>
                  <a:cxn ang="T14">
                    <a:pos x="T8" y="T9"/>
                  </a:cxn>
                </a:cxnLst>
                <a:rect l="T15" t="T16" r="T17" b="T18"/>
                <a:pathLst>
                  <a:path w="3830" h="1808">
                    <a:moveTo>
                      <a:pt x="2353" y="110"/>
                    </a:moveTo>
                    <a:lnTo>
                      <a:pt x="1746" y="0"/>
                    </a:lnTo>
                    <a:lnTo>
                      <a:pt x="0" y="1096"/>
                    </a:lnTo>
                    <a:lnTo>
                      <a:pt x="3155" y="1808"/>
                    </a:lnTo>
                    <a:lnTo>
                      <a:pt x="3830" y="1264"/>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695" name="Line 314">
                <a:extLst>
                  <a:ext uri="{FF2B5EF4-FFF2-40B4-BE49-F238E27FC236}">
                    <a16:creationId xmlns:a16="http://schemas.microsoft.com/office/drawing/2014/main" id="{1813AD42-B86F-4ED7-D4C9-8A507993976B}"/>
                  </a:ext>
                </a:extLst>
              </p:cNvPr>
              <p:cNvSpPr>
                <a:spLocks noChangeShapeType="1"/>
              </p:cNvSpPr>
              <p:nvPr/>
            </p:nvSpPr>
            <p:spPr bwMode="auto">
              <a:xfrm flipH="1" flipV="1">
                <a:off x="3921" y="1314"/>
                <a:ext cx="323" cy="5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96" name="Line 315">
                <a:extLst>
                  <a:ext uri="{FF2B5EF4-FFF2-40B4-BE49-F238E27FC236}">
                    <a16:creationId xmlns:a16="http://schemas.microsoft.com/office/drawing/2014/main" id="{1ADB03BE-BB24-EE59-DA18-5E39C200D803}"/>
                  </a:ext>
                </a:extLst>
              </p:cNvPr>
              <p:cNvSpPr>
                <a:spLocks noChangeShapeType="1"/>
              </p:cNvSpPr>
              <p:nvPr/>
            </p:nvSpPr>
            <p:spPr bwMode="auto">
              <a:xfrm flipH="1" flipV="1">
                <a:off x="3855" y="1302"/>
                <a:ext cx="37" cy="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97" name="Line 316">
                <a:extLst>
                  <a:ext uri="{FF2B5EF4-FFF2-40B4-BE49-F238E27FC236}">
                    <a16:creationId xmlns:a16="http://schemas.microsoft.com/office/drawing/2014/main" id="{7770CFDA-CD19-6274-6346-A71FB5923D65}"/>
                  </a:ext>
                </a:extLst>
              </p:cNvPr>
              <p:cNvSpPr>
                <a:spLocks noChangeShapeType="1"/>
              </p:cNvSpPr>
              <p:nvPr/>
            </p:nvSpPr>
            <p:spPr bwMode="auto">
              <a:xfrm flipH="1" flipV="1">
                <a:off x="3460" y="1230"/>
                <a:ext cx="317" cy="5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98" name="Line 317">
                <a:extLst>
                  <a:ext uri="{FF2B5EF4-FFF2-40B4-BE49-F238E27FC236}">
                    <a16:creationId xmlns:a16="http://schemas.microsoft.com/office/drawing/2014/main" id="{89E1DE8D-D92A-34E8-F665-BA8C7661A91F}"/>
                  </a:ext>
                </a:extLst>
              </p:cNvPr>
              <p:cNvSpPr>
                <a:spLocks noChangeShapeType="1"/>
              </p:cNvSpPr>
              <p:nvPr/>
            </p:nvSpPr>
            <p:spPr bwMode="auto">
              <a:xfrm flipH="1">
                <a:off x="2805" y="1247"/>
                <a:ext cx="260" cy="8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99" name="Freeform 318">
                <a:extLst>
                  <a:ext uri="{FF2B5EF4-FFF2-40B4-BE49-F238E27FC236}">
                    <a16:creationId xmlns:a16="http://schemas.microsoft.com/office/drawing/2014/main" id="{AA71A94A-E480-F26A-AD9E-420C332FEF05}"/>
                  </a:ext>
                </a:extLst>
              </p:cNvPr>
              <p:cNvSpPr>
                <a:spLocks/>
              </p:cNvSpPr>
              <p:nvPr/>
            </p:nvSpPr>
            <p:spPr bwMode="auto">
              <a:xfrm>
                <a:off x="2615" y="981"/>
                <a:ext cx="96" cy="410"/>
              </a:xfrm>
              <a:custGeom>
                <a:avLst/>
                <a:gdLst>
                  <a:gd name="T0" fmla="*/ 0 w 765"/>
                  <a:gd name="T1" fmla="*/ 0 h 3278"/>
                  <a:gd name="T2" fmla="*/ 0 w 765"/>
                  <a:gd name="T3" fmla="*/ 0 h 3278"/>
                  <a:gd name="T4" fmla="*/ 0 w 765"/>
                  <a:gd name="T5" fmla="*/ 0 h 3278"/>
                  <a:gd name="T6" fmla="*/ 0 w 765"/>
                  <a:gd name="T7" fmla="*/ 0 h 3278"/>
                  <a:gd name="T8" fmla="*/ 0 w 765"/>
                  <a:gd name="T9" fmla="*/ 0 h 3278"/>
                  <a:gd name="T10" fmla="*/ 0 w 765"/>
                  <a:gd name="T11" fmla="*/ 0 h 3278"/>
                  <a:gd name="T12" fmla="*/ 0 w 765"/>
                  <a:gd name="T13" fmla="*/ 0 h 3278"/>
                  <a:gd name="T14" fmla="*/ 0 w 765"/>
                  <a:gd name="T15" fmla="*/ 0 h 3278"/>
                  <a:gd name="T16" fmla="*/ 0 w 765"/>
                  <a:gd name="T17" fmla="*/ 0 h 3278"/>
                  <a:gd name="T18" fmla="*/ 0 w 765"/>
                  <a:gd name="T19" fmla="*/ 0 h 3278"/>
                  <a:gd name="T20" fmla="*/ 0 w 765"/>
                  <a:gd name="T21" fmla="*/ 0 h 3278"/>
                  <a:gd name="T22" fmla="*/ 0 w 765"/>
                  <a:gd name="T23" fmla="*/ 0 h 3278"/>
                  <a:gd name="T24" fmla="*/ 0 w 765"/>
                  <a:gd name="T25" fmla="*/ 0 h 3278"/>
                  <a:gd name="T26" fmla="*/ 0 w 765"/>
                  <a:gd name="T27" fmla="*/ 0 h 3278"/>
                  <a:gd name="T28" fmla="*/ 0 w 765"/>
                  <a:gd name="T29" fmla="*/ 0 h 3278"/>
                  <a:gd name="T30" fmla="*/ 0 w 765"/>
                  <a:gd name="T31" fmla="*/ 0 h 3278"/>
                  <a:gd name="T32" fmla="*/ 0 w 765"/>
                  <a:gd name="T33" fmla="*/ 0 h 3278"/>
                  <a:gd name="T34" fmla="*/ 0 w 765"/>
                  <a:gd name="T35" fmla="*/ 0 h 3278"/>
                  <a:gd name="T36" fmla="*/ 0 w 765"/>
                  <a:gd name="T37" fmla="*/ 0 h 3278"/>
                  <a:gd name="T38" fmla="*/ 0 w 765"/>
                  <a:gd name="T39" fmla="*/ 0 h 3278"/>
                  <a:gd name="T40" fmla="*/ 0 w 765"/>
                  <a:gd name="T41" fmla="*/ 0 h 3278"/>
                  <a:gd name="T42" fmla="*/ 0 w 765"/>
                  <a:gd name="T43" fmla="*/ 0 h 32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65"/>
                  <a:gd name="T67" fmla="*/ 0 h 3278"/>
                  <a:gd name="T68" fmla="*/ 765 w 765"/>
                  <a:gd name="T69" fmla="*/ 3278 h 327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65" h="3278">
                    <a:moveTo>
                      <a:pt x="40" y="85"/>
                    </a:moveTo>
                    <a:lnTo>
                      <a:pt x="40" y="1540"/>
                    </a:lnTo>
                    <a:lnTo>
                      <a:pt x="196" y="1446"/>
                    </a:lnTo>
                    <a:lnTo>
                      <a:pt x="339" y="1309"/>
                    </a:lnTo>
                    <a:lnTo>
                      <a:pt x="551" y="1118"/>
                    </a:lnTo>
                    <a:lnTo>
                      <a:pt x="706" y="1008"/>
                    </a:lnTo>
                    <a:lnTo>
                      <a:pt x="765" y="971"/>
                    </a:lnTo>
                    <a:lnTo>
                      <a:pt x="602" y="1367"/>
                    </a:lnTo>
                    <a:lnTo>
                      <a:pt x="473" y="1703"/>
                    </a:lnTo>
                    <a:lnTo>
                      <a:pt x="339" y="2041"/>
                    </a:lnTo>
                    <a:lnTo>
                      <a:pt x="244" y="2204"/>
                    </a:lnTo>
                    <a:lnTo>
                      <a:pt x="115" y="2384"/>
                    </a:lnTo>
                    <a:lnTo>
                      <a:pt x="78" y="2455"/>
                    </a:lnTo>
                    <a:lnTo>
                      <a:pt x="69" y="2571"/>
                    </a:lnTo>
                    <a:lnTo>
                      <a:pt x="106" y="2674"/>
                    </a:lnTo>
                    <a:lnTo>
                      <a:pt x="78" y="2877"/>
                    </a:lnTo>
                    <a:lnTo>
                      <a:pt x="78" y="2953"/>
                    </a:lnTo>
                    <a:lnTo>
                      <a:pt x="106" y="3061"/>
                    </a:lnTo>
                    <a:lnTo>
                      <a:pt x="203" y="3214"/>
                    </a:lnTo>
                    <a:lnTo>
                      <a:pt x="0" y="3278"/>
                    </a:lnTo>
                    <a:lnTo>
                      <a:pt x="0" y="0"/>
                    </a:lnTo>
                    <a:lnTo>
                      <a:pt x="40" y="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7" name="Freeform 319">
              <a:extLst>
                <a:ext uri="{FF2B5EF4-FFF2-40B4-BE49-F238E27FC236}">
                  <a16:creationId xmlns:a16="http://schemas.microsoft.com/office/drawing/2014/main" id="{8D840B91-A776-E4E7-A161-66D37C432B94}"/>
                </a:ext>
              </a:extLst>
            </p:cNvPr>
            <p:cNvSpPr>
              <a:spLocks/>
            </p:cNvSpPr>
            <p:nvPr/>
          </p:nvSpPr>
          <p:spPr bwMode="auto">
            <a:xfrm>
              <a:off x="271" y="1234"/>
              <a:ext cx="3617" cy="635"/>
            </a:xfrm>
            <a:custGeom>
              <a:avLst/>
              <a:gdLst>
                <a:gd name="T0" fmla="*/ 766 w 3617"/>
                <a:gd name="T1" fmla="*/ 0 h 635"/>
                <a:gd name="T2" fmla="*/ 554 w 3617"/>
                <a:gd name="T3" fmla="*/ 38 h 635"/>
                <a:gd name="T4" fmla="*/ 379 w 3617"/>
                <a:gd name="T5" fmla="*/ 75 h 635"/>
                <a:gd name="T6" fmla="*/ 254 w 3617"/>
                <a:gd name="T7" fmla="*/ 163 h 635"/>
                <a:gd name="T8" fmla="*/ 166 w 3617"/>
                <a:gd name="T9" fmla="*/ 263 h 635"/>
                <a:gd name="T10" fmla="*/ 41 w 3617"/>
                <a:gd name="T11" fmla="*/ 300 h 635"/>
                <a:gd name="T12" fmla="*/ 4 w 3617"/>
                <a:gd name="T13" fmla="*/ 325 h 635"/>
                <a:gd name="T14" fmla="*/ 2417 w 3617"/>
                <a:gd name="T15" fmla="*/ 635 h 635"/>
                <a:gd name="T16" fmla="*/ 3617 w 3617"/>
                <a:gd name="T17" fmla="*/ 347 h 635"/>
                <a:gd name="T18" fmla="*/ 3233 w 3617"/>
                <a:gd name="T19" fmla="*/ 251 h 635"/>
                <a:gd name="T20" fmla="*/ 2321 w 3617"/>
                <a:gd name="T21" fmla="*/ 443 h 635"/>
                <a:gd name="T22" fmla="*/ 1601 w 3617"/>
                <a:gd name="T23" fmla="*/ 155 h 635"/>
                <a:gd name="T24" fmla="*/ 766 w 3617"/>
                <a:gd name="T25" fmla="*/ 0 h 6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617"/>
                <a:gd name="T40" fmla="*/ 0 h 635"/>
                <a:gd name="T41" fmla="*/ 3617 w 3617"/>
                <a:gd name="T42" fmla="*/ 635 h 63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617" h="635">
                  <a:moveTo>
                    <a:pt x="766" y="0"/>
                  </a:moveTo>
                  <a:cubicBezTo>
                    <a:pt x="697" y="24"/>
                    <a:pt x="625" y="23"/>
                    <a:pt x="554" y="38"/>
                  </a:cubicBezTo>
                  <a:cubicBezTo>
                    <a:pt x="358" y="81"/>
                    <a:pt x="541" y="49"/>
                    <a:pt x="379" y="75"/>
                  </a:cubicBezTo>
                  <a:cubicBezTo>
                    <a:pt x="336" y="108"/>
                    <a:pt x="287" y="120"/>
                    <a:pt x="254" y="163"/>
                  </a:cubicBezTo>
                  <a:cubicBezTo>
                    <a:pt x="207" y="225"/>
                    <a:pt x="224" y="235"/>
                    <a:pt x="166" y="263"/>
                  </a:cubicBezTo>
                  <a:cubicBezTo>
                    <a:pt x="128" y="282"/>
                    <a:pt x="81" y="287"/>
                    <a:pt x="41" y="300"/>
                  </a:cubicBezTo>
                  <a:cubicBezTo>
                    <a:pt x="0" y="314"/>
                    <a:pt x="4" y="300"/>
                    <a:pt x="4" y="325"/>
                  </a:cubicBezTo>
                  <a:lnTo>
                    <a:pt x="2417" y="635"/>
                  </a:lnTo>
                  <a:lnTo>
                    <a:pt x="3617" y="347"/>
                  </a:lnTo>
                  <a:lnTo>
                    <a:pt x="3233" y="251"/>
                  </a:lnTo>
                  <a:lnTo>
                    <a:pt x="2321" y="443"/>
                  </a:lnTo>
                  <a:lnTo>
                    <a:pt x="1601" y="155"/>
                  </a:lnTo>
                  <a:lnTo>
                    <a:pt x="766" y="0"/>
                  </a:lnTo>
                  <a:close/>
                </a:path>
              </a:pathLst>
            </a:custGeom>
            <a:gradFill rotWithShape="0">
              <a:gsLst>
                <a:gs pos="0">
                  <a:srgbClr val="FF6600"/>
                </a:gs>
                <a:gs pos="100000">
                  <a:srgbClr val="FFCC00"/>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pt-BR"/>
            </a:p>
          </p:txBody>
        </p:sp>
        <p:grpSp>
          <p:nvGrpSpPr>
            <p:cNvPr id="8" name="Group 320">
              <a:extLst>
                <a:ext uri="{FF2B5EF4-FFF2-40B4-BE49-F238E27FC236}">
                  <a16:creationId xmlns:a16="http://schemas.microsoft.com/office/drawing/2014/main" id="{984E3841-3658-E1FC-B3C0-A5B8B35C9994}"/>
                </a:ext>
              </a:extLst>
            </p:cNvPr>
            <p:cNvGrpSpPr>
              <a:grpSpLocks/>
            </p:cNvGrpSpPr>
            <p:nvPr/>
          </p:nvGrpSpPr>
          <p:grpSpPr bwMode="auto">
            <a:xfrm>
              <a:off x="270" y="726"/>
              <a:ext cx="1617" cy="836"/>
              <a:chOff x="270" y="726"/>
              <a:chExt cx="1617" cy="836"/>
            </a:xfrm>
          </p:grpSpPr>
          <p:sp>
            <p:nvSpPr>
              <p:cNvPr id="462" name="Freeform 321">
                <a:extLst>
                  <a:ext uri="{FF2B5EF4-FFF2-40B4-BE49-F238E27FC236}">
                    <a16:creationId xmlns:a16="http://schemas.microsoft.com/office/drawing/2014/main" id="{635955F8-58B7-BA51-3D2D-EDDC6990A24C}"/>
                  </a:ext>
                </a:extLst>
              </p:cNvPr>
              <p:cNvSpPr>
                <a:spLocks/>
              </p:cNvSpPr>
              <p:nvPr/>
            </p:nvSpPr>
            <p:spPr bwMode="auto">
              <a:xfrm>
                <a:off x="1182" y="1056"/>
                <a:ext cx="705" cy="393"/>
              </a:xfrm>
              <a:custGeom>
                <a:avLst/>
                <a:gdLst>
                  <a:gd name="T0" fmla="*/ 0 w 7052"/>
                  <a:gd name="T1" fmla="*/ 0 h 3932"/>
                  <a:gd name="T2" fmla="*/ 0 w 7052"/>
                  <a:gd name="T3" fmla="*/ 0 h 3932"/>
                  <a:gd name="T4" fmla="*/ 0 w 7052"/>
                  <a:gd name="T5" fmla="*/ 0 h 3932"/>
                  <a:gd name="T6" fmla="*/ 0 w 7052"/>
                  <a:gd name="T7" fmla="*/ 0 h 3932"/>
                  <a:gd name="T8" fmla="*/ 0 w 7052"/>
                  <a:gd name="T9" fmla="*/ 0 h 3932"/>
                  <a:gd name="T10" fmla="*/ 0 w 7052"/>
                  <a:gd name="T11" fmla="*/ 0 h 3932"/>
                  <a:gd name="T12" fmla="*/ 0 w 7052"/>
                  <a:gd name="T13" fmla="*/ 0 h 3932"/>
                  <a:gd name="T14" fmla="*/ 0 w 7052"/>
                  <a:gd name="T15" fmla="*/ 0 h 3932"/>
                  <a:gd name="T16" fmla="*/ 0 w 7052"/>
                  <a:gd name="T17" fmla="*/ 0 h 3932"/>
                  <a:gd name="T18" fmla="*/ 0 w 7052"/>
                  <a:gd name="T19" fmla="*/ 0 h 3932"/>
                  <a:gd name="T20" fmla="*/ 0 w 7052"/>
                  <a:gd name="T21" fmla="*/ 0 h 3932"/>
                  <a:gd name="T22" fmla="*/ 0 w 7052"/>
                  <a:gd name="T23" fmla="*/ 0 h 3932"/>
                  <a:gd name="T24" fmla="*/ 0 w 7052"/>
                  <a:gd name="T25" fmla="*/ 0 h 3932"/>
                  <a:gd name="T26" fmla="*/ 0 w 7052"/>
                  <a:gd name="T27" fmla="*/ 0 h 3932"/>
                  <a:gd name="T28" fmla="*/ 0 w 7052"/>
                  <a:gd name="T29" fmla="*/ 0 h 3932"/>
                  <a:gd name="T30" fmla="*/ 0 w 7052"/>
                  <a:gd name="T31" fmla="*/ 0 h 3932"/>
                  <a:gd name="T32" fmla="*/ 0 w 7052"/>
                  <a:gd name="T33" fmla="*/ 0 h 3932"/>
                  <a:gd name="T34" fmla="*/ 0 w 7052"/>
                  <a:gd name="T35" fmla="*/ 0 h 393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052"/>
                  <a:gd name="T55" fmla="*/ 0 h 3932"/>
                  <a:gd name="T56" fmla="*/ 7052 w 7052"/>
                  <a:gd name="T57" fmla="*/ 3932 h 393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052" h="3932">
                    <a:moveTo>
                      <a:pt x="1320" y="3932"/>
                    </a:moveTo>
                    <a:lnTo>
                      <a:pt x="0" y="3181"/>
                    </a:lnTo>
                    <a:lnTo>
                      <a:pt x="0" y="3150"/>
                    </a:lnTo>
                    <a:lnTo>
                      <a:pt x="1795" y="2474"/>
                    </a:lnTo>
                    <a:lnTo>
                      <a:pt x="1886" y="2474"/>
                    </a:lnTo>
                    <a:lnTo>
                      <a:pt x="1973" y="2504"/>
                    </a:lnTo>
                    <a:lnTo>
                      <a:pt x="2121" y="2548"/>
                    </a:lnTo>
                    <a:lnTo>
                      <a:pt x="2834" y="0"/>
                    </a:lnTo>
                    <a:lnTo>
                      <a:pt x="3980" y="0"/>
                    </a:lnTo>
                    <a:lnTo>
                      <a:pt x="4975" y="176"/>
                    </a:lnTo>
                    <a:lnTo>
                      <a:pt x="7052" y="1148"/>
                    </a:lnTo>
                    <a:lnTo>
                      <a:pt x="7052" y="3283"/>
                    </a:lnTo>
                    <a:lnTo>
                      <a:pt x="3207" y="3740"/>
                    </a:lnTo>
                    <a:lnTo>
                      <a:pt x="2775" y="3636"/>
                    </a:lnTo>
                    <a:lnTo>
                      <a:pt x="2775" y="3740"/>
                    </a:lnTo>
                    <a:lnTo>
                      <a:pt x="2659" y="3755"/>
                    </a:lnTo>
                    <a:lnTo>
                      <a:pt x="2583" y="3621"/>
                    </a:lnTo>
                    <a:lnTo>
                      <a:pt x="1320" y="393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63" name="Freeform 322">
                <a:extLst>
                  <a:ext uri="{FF2B5EF4-FFF2-40B4-BE49-F238E27FC236}">
                    <a16:creationId xmlns:a16="http://schemas.microsoft.com/office/drawing/2014/main" id="{C767C046-D8F5-5018-3D34-0F16C14A27B0}"/>
                  </a:ext>
                </a:extLst>
              </p:cNvPr>
              <p:cNvSpPr>
                <a:spLocks/>
              </p:cNvSpPr>
              <p:nvPr/>
            </p:nvSpPr>
            <p:spPr bwMode="auto">
              <a:xfrm>
                <a:off x="1422" y="1076"/>
                <a:ext cx="130" cy="259"/>
              </a:xfrm>
              <a:custGeom>
                <a:avLst/>
                <a:gdLst>
                  <a:gd name="T0" fmla="*/ 0 w 1293"/>
                  <a:gd name="T1" fmla="*/ 0 h 2592"/>
                  <a:gd name="T2" fmla="*/ 0 w 1293"/>
                  <a:gd name="T3" fmla="*/ 0 h 2592"/>
                  <a:gd name="T4" fmla="*/ 0 w 1293"/>
                  <a:gd name="T5" fmla="*/ 0 h 2592"/>
                  <a:gd name="T6" fmla="*/ 0 w 1293"/>
                  <a:gd name="T7" fmla="*/ 0 h 2592"/>
                  <a:gd name="T8" fmla="*/ 0 w 1293"/>
                  <a:gd name="T9" fmla="*/ 0 h 2592"/>
                  <a:gd name="T10" fmla="*/ 0 60000 65536"/>
                  <a:gd name="T11" fmla="*/ 0 60000 65536"/>
                  <a:gd name="T12" fmla="*/ 0 60000 65536"/>
                  <a:gd name="T13" fmla="*/ 0 60000 65536"/>
                  <a:gd name="T14" fmla="*/ 0 60000 65536"/>
                  <a:gd name="T15" fmla="*/ 0 w 1293"/>
                  <a:gd name="T16" fmla="*/ 0 h 2592"/>
                  <a:gd name="T17" fmla="*/ 1293 w 1293"/>
                  <a:gd name="T18" fmla="*/ 2592 h 2592"/>
                </a:gdLst>
                <a:ahLst/>
                <a:cxnLst>
                  <a:cxn ang="T10">
                    <a:pos x="T0" y="T1"/>
                  </a:cxn>
                  <a:cxn ang="T11">
                    <a:pos x="T2" y="T3"/>
                  </a:cxn>
                  <a:cxn ang="T12">
                    <a:pos x="T4" y="T5"/>
                  </a:cxn>
                  <a:cxn ang="T13">
                    <a:pos x="T6" y="T7"/>
                  </a:cxn>
                  <a:cxn ang="T14">
                    <a:pos x="T8" y="T9"/>
                  </a:cxn>
                </a:cxnLst>
                <a:rect l="T15" t="T16" r="T17" b="T18"/>
                <a:pathLst>
                  <a:path w="1293" h="2592">
                    <a:moveTo>
                      <a:pt x="1293" y="0"/>
                    </a:moveTo>
                    <a:lnTo>
                      <a:pt x="773" y="2592"/>
                    </a:lnTo>
                    <a:lnTo>
                      <a:pt x="0" y="2313"/>
                    </a:lnTo>
                    <a:lnTo>
                      <a:pt x="582" y="30"/>
                    </a:lnTo>
                    <a:lnTo>
                      <a:pt x="1293" y="0"/>
                    </a:lnTo>
                    <a:close/>
                  </a:path>
                </a:pathLst>
              </a:custGeom>
              <a:solidFill>
                <a:srgbClr val="5151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64" name="Freeform 323">
                <a:extLst>
                  <a:ext uri="{FF2B5EF4-FFF2-40B4-BE49-F238E27FC236}">
                    <a16:creationId xmlns:a16="http://schemas.microsoft.com/office/drawing/2014/main" id="{AA6D3C5B-545A-F8C4-D55B-0B26DA003873}"/>
                  </a:ext>
                </a:extLst>
              </p:cNvPr>
              <p:cNvSpPr>
                <a:spLocks/>
              </p:cNvSpPr>
              <p:nvPr/>
            </p:nvSpPr>
            <p:spPr bwMode="auto">
              <a:xfrm>
                <a:off x="1461" y="1104"/>
                <a:ext cx="49" cy="127"/>
              </a:xfrm>
              <a:custGeom>
                <a:avLst/>
                <a:gdLst>
                  <a:gd name="T0" fmla="*/ 0 w 489"/>
                  <a:gd name="T1" fmla="*/ 0 h 1266"/>
                  <a:gd name="T2" fmla="*/ 0 w 489"/>
                  <a:gd name="T3" fmla="*/ 0 h 1266"/>
                  <a:gd name="T4" fmla="*/ 0 w 489"/>
                  <a:gd name="T5" fmla="*/ 0 h 1266"/>
                  <a:gd name="T6" fmla="*/ 0 w 489"/>
                  <a:gd name="T7" fmla="*/ 0 h 1266"/>
                  <a:gd name="T8" fmla="*/ 0 w 489"/>
                  <a:gd name="T9" fmla="*/ 0 h 1266"/>
                  <a:gd name="T10" fmla="*/ 0 w 489"/>
                  <a:gd name="T11" fmla="*/ 0 h 1266"/>
                  <a:gd name="T12" fmla="*/ 0 w 489"/>
                  <a:gd name="T13" fmla="*/ 0 h 1266"/>
                  <a:gd name="T14" fmla="*/ 0 w 489"/>
                  <a:gd name="T15" fmla="*/ 0 h 1266"/>
                  <a:gd name="T16" fmla="*/ 0 w 489"/>
                  <a:gd name="T17" fmla="*/ 0 h 1266"/>
                  <a:gd name="T18" fmla="*/ 0 w 489"/>
                  <a:gd name="T19" fmla="*/ 0 h 1266"/>
                  <a:gd name="T20" fmla="*/ 0 w 489"/>
                  <a:gd name="T21" fmla="*/ 0 h 12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89"/>
                  <a:gd name="T34" fmla="*/ 0 h 1266"/>
                  <a:gd name="T35" fmla="*/ 489 w 489"/>
                  <a:gd name="T36" fmla="*/ 1266 h 12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89" h="1266">
                    <a:moveTo>
                      <a:pt x="313" y="0"/>
                    </a:moveTo>
                    <a:lnTo>
                      <a:pt x="207" y="277"/>
                    </a:lnTo>
                    <a:lnTo>
                      <a:pt x="120" y="589"/>
                    </a:lnTo>
                    <a:lnTo>
                      <a:pt x="44" y="896"/>
                    </a:lnTo>
                    <a:lnTo>
                      <a:pt x="0" y="1222"/>
                    </a:lnTo>
                    <a:lnTo>
                      <a:pt x="195" y="1266"/>
                    </a:lnTo>
                    <a:lnTo>
                      <a:pt x="267" y="823"/>
                    </a:lnTo>
                    <a:lnTo>
                      <a:pt x="340" y="500"/>
                    </a:lnTo>
                    <a:lnTo>
                      <a:pt x="447" y="131"/>
                    </a:lnTo>
                    <a:lnTo>
                      <a:pt x="489" y="0"/>
                    </a:lnTo>
                    <a:lnTo>
                      <a:pt x="313"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65" name="Freeform 324">
                <a:extLst>
                  <a:ext uri="{FF2B5EF4-FFF2-40B4-BE49-F238E27FC236}">
                    <a16:creationId xmlns:a16="http://schemas.microsoft.com/office/drawing/2014/main" id="{6D63FE75-11B2-4E01-6E75-DD98AD8E2391}"/>
                  </a:ext>
                </a:extLst>
              </p:cNvPr>
              <p:cNvSpPr>
                <a:spLocks/>
              </p:cNvSpPr>
              <p:nvPr/>
            </p:nvSpPr>
            <p:spPr bwMode="auto">
              <a:xfrm>
                <a:off x="1476" y="1117"/>
                <a:ext cx="27" cy="52"/>
              </a:xfrm>
              <a:custGeom>
                <a:avLst/>
                <a:gdLst>
                  <a:gd name="T0" fmla="*/ 0 w 266"/>
                  <a:gd name="T1" fmla="*/ 0 h 514"/>
                  <a:gd name="T2" fmla="*/ 0 w 266"/>
                  <a:gd name="T3" fmla="*/ 0 h 514"/>
                  <a:gd name="T4" fmla="*/ 0 w 266"/>
                  <a:gd name="T5" fmla="*/ 0 h 514"/>
                  <a:gd name="T6" fmla="*/ 0 w 266"/>
                  <a:gd name="T7" fmla="*/ 0 h 514"/>
                  <a:gd name="T8" fmla="*/ 0 w 266"/>
                  <a:gd name="T9" fmla="*/ 0 h 514"/>
                  <a:gd name="T10" fmla="*/ 0 w 266"/>
                  <a:gd name="T11" fmla="*/ 0 h 514"/>
                  <a:gd name="T12" fmla="*/ 0 w 266"/>
                  <a:gd name="T13" fmla="*/ 0 h 514"/>
                  <a:gd name="T14" fmla="*/ 0 w 266"/>
                  <a:gd name="T15" fmla="*/ 0 h 514"/>
                  <a:gd name="T16" fmla="*/ 0 w 266"/>
                  <a:gd name="T17" fmla="*/ 0 h 5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6"/>
                  <a:gd name="T28" fmla="*/ 0 h 514"/>
                  <a:gd name="T29" fmla="*/ 266 w 266"/>
                  <a:gd name="T30" fmla="*/ 514 h 5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6" h="514">
                    <a:moveTo>
                      <a:pt x="162" y="0"/>
                    </a:moveTo>
                    <a:lnTo>
                      <a:pt x="103" y="163"/>
                    </a:lnTo>
                    <a:lnTo>
                      <a:pt x="46" y="354"/>
                    </a:lnTo>
                    <a:lnTo>
                      <a:pt x="0" y="500"/>
                    </a:lnTo>
                    <a:lnTo>
                      <a:pt x="120" y="514"/>
                    </a:lnTo>
                    <a:lnTo>
                      <a:pt x="162" y="322"/>
                    </a:lnTo>
                    <a:lnTo>
                      <a:pt x="222" y="146"/>
                    </a:lnTo>
                    <a:lnTo>
                      <a:pt x="266" y="0"/>
                    </a:lnTo>
                    <a:lnTo>
                      <a:pt x="16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66" name="Freeform 325">
                <a:extLst>
                  <a:ext uri="{FF2B5EF4-FFF2-40B4-BE49-F238E27FC236}">
                    <a16:creationId xmlns:a16="http://schemas.microsoft.com/office/drawing/2014/main" id="{EC638AE0-000A-03B4-511E-65A20F9C35D5}"/>
                  </a:ext>
                </a:extLst>
              </p:cNvPr>
              <p:cNvSpPr>
                <a:spLocks/>
              </p:cNvSpPr>
              <p:nvPr/>
            </p:nvSpPr>
            <p:spPr bwMode="auto">
              <a:xfrm>
                <a:off x="813" y="1406"/>
                <a:ext cx="438" cy="126"/>
              </a:xfrm>
              <a:custGeom>
                <a:avLst/>
                <a:gdLst>
                  <a:gd name="T0" fmla="*/ 0 w 4385"/>
                  <a:gd name="T1" fmla="*/ 0 h 1254"/>
                  <a:gd name="T2" fmla="*/ 0 w 4385"/>
                  <a:gd name="T3" fmla="*/ 0 h 1254"/>
                  <a:gd name="T4" fmla="*/ 0 w 4385"/>
                  <a:gd name="T5" fmla="*/ 0 h 1254"/>
                  <a:gd name="T6" fmla="*/ 0 w 4385"/>
                  <a:gd name="T7" fmla="*/ 0 h 1254"/>
                  <a:gd name="T8" fmla="*/ 0 w 4385"/>
                  <a:gd name="T9" fmla="*/ 0 h 1254"/>
                  <a:gd name="T10" fmla="*/ 0 60000 65536"/>
                  <a:gd name="T11" fmla="*/ 0 60000 65536"/>
                  <a:gd name="T12" fmla="*/ 0 60000 65536"/>
                  <a:gd name="T13" fmla="*/ 0 60000 65536"/>
                  <a:gd name="T14" fmla="*/ 0 60000 65536"/>
                  <a:gd name="T15" fmla="*/ 0 w 4385"/>
                  <a:gd name="T16" fmla="*/ 0 h 1254"/>
                  <a:gd name="T17" fmla="*/ 4385 w 4385"/>
                  <a:gd name="T18" fmla="*/ 1254 h 1254"/>
                </a:gdLst>
                <a:ahLst/>
                <a:cxnLst>
                  <a:cxn ang="T10">
                    <a:pos x="T0" y="T1"/>
                  </a:cxn>
                  <a:cxn ang="T11">
                    <a:pos x="T2" y="T3"/>
                  </a:cxn>
                  <a:cxn ang="T12">
                    <a:pos x="T4" y="T5"/>
                  </a:cxn>
                  <a:cxn ang="T13">
                    <a:pos x="T6" y="T7"/>
                  </a:cxn>
                  <a:cxn ang="T14">
                    <a:pos x="T8" y="T9"/>
                  </a:cxn>
                </a:cxnLst>
                <a:rect l="T15" t="T16" r="T17" b="T18"/>
                <a:pathLst>
                  <a:path w="4385" h="1254">
                    <a:moveTo>
                      <a:pt x="2393" y="1254"/>
                    </a:moveTo>
                    <a:lnTo>
                      <a:pt x="4385" y="551"/>
                    </a:lnTo>
                    <a:lnTo>
                      <a:pt x="2110" y="0"/>
                    </a:lnTo>
                    <a:lnTo>
                      <a:pt x="0" y="580"/>
                    </a:lnTo>
                    <a:lnTo>
                      <a:pt x="2393" y="125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67" name="Freeform 326">
                <a:extLst>
                  <a:ext uri="{FF2B5EF4-FFF2-40B4-BE49-F238E27FC236}">
                    <a16:creationId xmlns:a16="http://schemas.microsoft.com/office/drawing/2014/main" id="{86947112-2731-21A9-07B0-94E29291F309}"/>
                  </a:ext>
                </a:extLst>
              </p:cNvPr>
              <p:cNvSpPr>
                <a:spLocks/>
              </p:cNvSpPr>
              <p:nvPr/>
            </p:nvSpPr>
            <p:spPr bwMode="auto">
              <a:xfrm>
                <a:off x="809" y="1440"/>
                <a:ext cx="101" cy="52"/>
              </a:xfrm>
              <a:custGeom>
                <a:avLst/>
                <a:gdLst>
                  <a:gd name="T0" fmla="*/ 0 w 1010"/>
                  <a:gd name="T1" fmla="*/ 0 h 519"/>
                  <a:gd name="T2" fmla="*/ 0 w 1010"/>
                  <a:gd name="T3" fmla="*/ 0 h 519"/>
                  <a:gd name="T4" fmla="*/ 0 w 1010"/>
                  <a:gd name="T5" fmla="*/ 0 h 519"/>
                  <a:gd name="T6" fmla="*/ 0 w 1010"/>
                  <a:gd name="T7" fmla="*/ 0 h 519"/>
                  <a:gd name="T8" fmla="*/ 0 w 1010"/>
                  <a:gd name="T9" fmla="*/ 0 h 519"/>
                  <a:gd name="T10" fmla="*/ 0 w 1010"/>
                  <a:gd name="T11" fmla="*/ 0 h 519"/>
                  <a:gd name="T12" fmla="*/ 0 w 1010"/>
                  <a:gd name="T13" fmla="*/ 0 h 519"/>
                  <a:gd name="T14" fmla="*/ 0 w 1010"/>
                  <a:gd name="T15" fmla="*/ 0 h 519"/>
                  <a:gd name="T16" fmla="*/ 0 60000 65536"/>
                  <a:gd name="T17" fmla="*/ 0 60000 65536"/>
                  <a:gd name="T18" fmla="*/ 0 60000 65536"/>
                  <a:gd name="T19" fmla="*/ 0 60000 65536"/>
                  <a:gd name="T20" fmla="*/ 0 60000 65536"/>
                  <a:gd name="T21" fmla="*/ 0 60000 65536"/>
                  <a:gd name="T22" fmla="*/ 0 60000 65536"/>
                  <a:gd name="T23" fmla="*/ 0 60000 65536"/>
                  <a:gd name="T24" fmla="*/ 0 w 1010"/>
                  <a:gd name="T25" fmla="*/ 0 h 519"/>
                  <a:gd name="T26" fmla="*/ 1010 w 1010"/>
                  <a:gd name="T27" fmla="*/ 519 h 51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0" h="519">
                    <a:moveTo>
                      <a:pt x="1010" y="142"/>
                    </a:moveTo>
                    <a:lnTo>
                      <a:pt x="817" y="250"/>
                    </a:lnTo>
                    <a:lnTo>
                      <a:pt x="897" y="352"/>
                    </a:lnTo>
                    <a:lnTo>
                      <a:pt x="897" y="421"/>
                    </a:lnTo>
                    <a:lnTo>
                      <a:pt x="1010" y="519"/>
                    </a:lnTo>
                    <a:lnTo>
                      <a:pt x="0" y="239"/>
                    </a:lnTo>
                    <a:lnTo>
                      <a:pt x="930" y="0"/>
                    </a:lnTo>
                    <a:lnTo>
                      <a:pt x="1010" y="142"/>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68" name="Freeform 327">
                <a:extLst>
                  <a:ext uri="{FF2B5EF4-FFF2-40B4-BE49-F238E27FC236}">
                    <a16:creationId xmlns:a16="http://schemas.microsoft.com/office/drawing/2014/main" id="{6689A2F4-79AF-DA2E-E26E-206C83DB12F3}"/>
                  </a:ext>
                </a:extLst>
              </p:cNvPr>
              <p:cNvSpPr>
                <a:spLocks/>
              </p:cNvSpPr>
              <p:nvPr/>
            </p:nvSpPr>
            <p:spPr bwMode="auto">
              <a:xfrm>
                <a:off x="276" y="1200"/>
                <a:ext cx="196" cy="356"/>
              </a:xfrm>
              <a:custGeom>
                <a:avLst/>
                <a:gdLst>
                  <a:gd name="T0" fmla="*/ 0 w 1960"/>
                  <a:gd name="T1" fmla="*/ 0 h 3560"/>
                  <a:gd name="T2" fmla="*/ 0 w 1960"/>
                  <a:gd name="T3" fmla="*/ 0 h 3560"/>
                  <a:gd name="T4" fmla="*/ 0 w 1960"/>
                  <a:gd name="T5" fmla="*/ 0 h 3560"/>
                  <a:gd name="T6" fmla="*/ 0 w 1960"/>
                  <a:gd name="T7" fmla="*/ 0 h 3560"/>
                  <a:gd name="T8" fmla="*/ 0 w 1960"/>
                  <a:gd name="T9" fmla="*/ 0 h 3560"/>
                  <a:gd name="T10" fmla="*/ 0 w 1960"/>
                  <a:gd name="T11" fmla="*/ 0 h 3560"/>
                  <a:gd name="T12" fmla="*/ 0 w 1960"/>
                  <a:gd name="T13" fmla="*/ 0 h 3560"/>
                  <a:gd name="T14" fmla="*/ 0 60000 65536"/>
                  <a:gd name="T15" fmla="*/ 0 60000 65536"/>
                  <a:gd name="T16" fmla="*/ 0 60000 65536"/>
                  <a:gd name="T17" fmla="*/ 0 60000 65536"/>
                  <a:gd name="T18" fmla="*/ 0 60000 65536"/>
                  <a:gd name="T19" fmla="*/ 0 60000 65536"/>
                  <a:gd name="T20" fmla="*/ 0 60000 65536"/>
                  <a:gd name="T21" fmla="*/ 0 w 1960"/>
                  <a:gd name="T22" fmla="*/ 0 h 3560"/>
                  <a:gd name="T23" fmla="*/ 1960 w 1960"/>
                  <a:gd name="T24" fmla="*/ 3560 h 35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60" h="3560">
                    <a:moveTo>
                      <a:pt x="0" y="402"/>
                    </a:moveTo>
                    <a:lnTo>
                      <a:pt x="167" y="310"/>
                    </a:lnTo>
                    <a:lnTo>
                      <a:pt x="498" y="184"/>
                    </a:lnTo>
                    <a:lnTo>
                      <a:pt x="1442" y="0"/>
                    </a:lnTo>
                    <a:lnTo>
                      <a:pt x="1960" y="3560"/>
                    </a:lnTo>
                    <a:lnTo>
                      <a:pt x="529" y="3045"/>
                    </a:lnTo>
                    <a:lnTo>
                      <a:pt x="0" y="40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69" name="Freeform 328">
                <a:extLst>
                  <a:ext uri="{FF2B5EF4-FFF2-40B4-BE49-F238E27FC236}">
                    <a16:creationId xmlns:a16="http://schemas.microsoft.com/office/drawing/2014/main" id="{CCF376DB-FFD2-4D78-955C-1985DB987F9C}"/>
                  </a:ext>
                </a:extLst>
              </p:cNvPr>
              <p:cNvSpPr>
                <a:spLocks/>
              </p:cNvSpPr>
              <p:nvPr/>
            </p:nvSpPr>
            <p:spPr bwMode="auto">
              <a:xfrm>
                <a:off x="356" y="1200"/>
                <a:ext cx="120" cy="362"/>
              </a:xfrm>
              <a:custGeom>
                <a:avLst/>
                <a:gdLst>
                  <a:gd name="T0" fmla="*/ 0 w 1195"/>
                  <a:gd name="T1" fmla="*/ 0 h 3618"/>
                  <a:gd name="T2" fmla="*/ 0 w 1195"/>
                  <a:gd name="T3" fmla="*/ 0 h 3618"/>
                  <a:gd name="T4" fmla="*/ 0 w 1195"/>
                  <a:gd name="T5" fmla="*/ 0 h 3618"/>
                  <a:gd name="T6" fmla="*/ 0 w 1195"/>
                  <a:gd name="T7" fmla="*/ 0 h 3618"/>
                  <a:gd name="T8" fmla="*/ 0 w 1195"/>
                  <a:gd name="T9" fmla="*/ 0 h 3618"/>
                  <a:gd name="T10" fmla="*/ 0 w 1195"/>
                  <a:gd name="T11" fmla="*/ 0 h 3618"/>
                  <a:gd name="T12" fmla="*/ 0 w 1195"/>
                  <a:gd name="T13" fmla="*/ 0 h 3618"/>
                  <a:gd name="T14" fmla="*/ 0 w 1195"/>
                  <a:gd name="T15" fmla="*/ 0 h 3618"/>
                  <a:gd name="T16" fmla="*/ 0 w 1195"/>
                  <a:gd name="T17" fmla="*/ 0 h 3618"/>
                  <a:gd name="T18" fmla="*/ 0 w 1195"/>
                  <a:gd name="T19" fmla="*/ 0 h 3618"/>
                  <a:gd name="T20" fmla="*/ 0 w 1195"/>
                  <a:gd name="T21" fmla="*/ 0 h 3618"/>
                  <a:gd name="T22" fmla="*/ 0 w 1195"/>
                  <a:gd name="T23" fmla="*/ 0 h 3618"/>
                  <a:gd name="T24" fmla="*/ 0 w 1195"/>
                  <a:gd name="T25" fmla="*/ 0 h 3618"/>
                  <a:gd name="T26" fmla="*/ 0 w 1195"/>
                  <a:gd name="T27" fmla="*/ 0 h 3618"/>
                  <a:gd name="T28" fmla="*/ 0 w 1195"/>
                  <a:gd name="T29" fmla="*/ 0 h 3618"/>
                  <a:gd name="T30" fmla="*/ 0 w 1195"/>
                  <a:gd name="T31" fmla="*/ 0 h 3618"/>
                  <a:gd name="T32" fmla="*/ 0 w 1195"/>
                  <a:gd name="T33" fmla="*/ 0 h 3618"/>
                  <a:gd name="T34" fmla="*/ 0 w 1195"/>
                  <a:gd name="T35" fmla="*/ 0 h 3618"/>
                  <a:gd name="T36" fmla="*/ 0 w 1195"/>
                  <a:gd name="T37" fmla="*/ 0 h 3618"/>
                  <a:gd name="T38" fmla="*/ 0 w 1195"/>
                  <a:gd name="T39" fmla="*/ 0 h 3618"/>
                  <a:gd name="T40" fmla="*/ 0 w 1195"/>
                  <a:gd name="T41" fmla="*/ 0 h 3618"/>
                  <a:gd name="T42" fmla="*/ 0 w 1195"/>
                  <a:gd name="T43" fmla="*/ 0 h 361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95"/>
                  <a:gd name="T67" fmla="*/ 0 h 3618"/>
                  <a:gd name="T68" fmla="*/ 1195 w 1195"/>
                  <a:gd name="T69" fmla="*/ 3618 h 361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95" h="3618">
                    <a:moveTo>
                      <a:pt x="158" y="133"/>
                    </a:moveTo>
                    <a:lnTo>
                      <a:pt x="176" y="299"/>
                    </a:lnTo>
                    <a:lnTo>
                      <a:pt x="208" y="441"/>
                    </a:lnTo>
                    <a:lnTo>
                      <a:pt x="271" y="597"/>
                    </a:lnTo>
                    <a:lnTo>
                      <a:pt x="365" y="773"/>
                    </a:lnTo>
                    <a:lnTo>
                      <a:pt x="388" y="936"/>
                    </a:lnTo>
                    <a:lnTo>
                      <a:pt x="407" y="1173"/>
                    </a:lnTo>
                    <a:lnTo>
                      <a:pt x="375" y="1408"/>
                    </a:lnTo>
                    <a:lnTo>
                      <a:pt x="344" y="1654"/>
                    </a:lnTo>
                    <a:lnTo>
                      <a:pt x="365" y="1872"/>
                    </a:lnTo>
                    <a:lnTo>
                      <a:pt x="388" y="2119"/>
                    </a:lnTo>
                    <a:lnTo>
                      <a:pt x="426" y="2469"/>
                    </a:lnTo>
                    <a:lnTo>
                      <a:pt x="489" y="2654"/>
                    </a:lnTo>
                    <a:lnTo>
                      <a:pt x="344" y="2838"/>
                    </a:lnTo>
                    <a:lnTo>
                      <a:pt x="208" y="2480"/>
                    </a:lnTo>
                    <a:lnTo>
                      <a:pt x="43" y="2077"/>
                    </a:lnTo>
                    <a:lnTo>
                      <a:pt x="0" y="1861"/>
                    </a:lnTo>
                    <a:lnTo>
                      <a:pt x="13" y="3280"/>
                    </a:lnTo>
                    <a:lnTo>
                      <a:pt x="229" y="3618"/>
                    </a:lnTo>
                    <a:lnTo>
                      <a:pt x="1195" y="3618"/>
                    </a:lnTo>
                    <a:lnTo>
                      <a:pt x="655" y="0"/>
                    </a:lnTo>
                    <a:lnTo>
                      <a:pt x="158" y="133"/>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0" name="Freeform 329">
                <a:extLst>
                  <a:ext uri="{FF2B5EF4-FFF2-40B4-BE49-F238E27FC236}">
                    <a16:creationId xmlns:a16="http://schemas.microsoft.com/office/drawing/2014/main" id="{FBAFFC92-FE98-862A-C5BB-349A01C977CE}"/>
                  </a:ext>
                </a:extLst>
              </p:cNvPr>
              <p:cNvSpPr>
                <a:spLocks/>
              </p:cNvSpPr>
              <p:nvPr/>
            </p:nvSpPr>
            <p:spPr bwMode="auto">
              <a:xfrm>
                <a:off x="399" y="931"/>
                <a:ext cx="708" cy="561"/>
              </a:xfrm>
              <a:custGeom>
                <a:avLst/>
                <a:gdLst>
                  <a:gd name="T0" fmla="*/ 0 w 7082"/>
                  <a:gd name="T1" fmla="*/ 0 h 5611"/>
                  <a:gd name="T2" fmla="*/ 0 w 7082"/>
                  <a:gd name="T3" fmla="*/ 0 h 5611"/>
                  <a:gd name="T4" fmla="*/ 0 w 7082"/>
                  <a:gd name="T5" fmla="*/ 0 h 5611"/>
                  <a:gd name="T6" fmla="*/ 0 w 7082"/>
                  <a:gd name="T7" fmla="*/ 0 h 5611"/>
                  <a:gd name="T8" fmla="*/ 0 w 7082"/>
                  <a:gd name="T9" fmla="*/ 0 h 5611"/>
                  <a:gd name="T10" fmla="*/ 0 w 7082"/>
                  <a:gd name="T11" fmla="*/ 0 h 5611"/>
                  <a:gd name="T12" fmla="*/ 0 w 7082"/>
                  <a:gd name="T13" fmla="*/ 0 h 5611"/>
                  <a:gd name="T14" fmla="*/ 0 w 7082"/>
                  <a:gd name="T15" fmla="*/ 0 h 5611"/>
                  <a:gd name="T16" fmla="*/ 0 w 7082"/>
                  <a:gd name="T17" fmla="*/ 0 h 5611"/>
                  <a:gd name="T18" fmla="*/ 0 w 7082"/>
                  <a:gd name="T19" fmla="*/ 0 h 5611"/>
                  <a:gd name="T20" fmla="*/ 0 w 7082"/>
                  <a:gd name="T21" fmla="*/ 0 h 5611"/>
                  <a:gd name="T22" fmla="*/ 0 w 7082"/>
                  <a:gd name="T23" fmla="*/ 0 h 5611"/>
                  <a:gd name="T24" fmla="*/ 0 w 7082"/>
                  <a:gd name="T25" fmla="*/ 0 h 5611"/>
                  <a:gd name="T26" fmla="*/ 0 w 7082"/>
                  <a:gd name="T27" fmla="*/ 0 h 5611"/>
                  <a:gd name="T28" fmla="*/ 0 w 7082"/>
                  <a:gd name="T29" fmla="*/ 0 h 5611"/>
                  <a:gd name="T30" fmla="*/ 0 w 7082"/>
                  <a:gd name="T31" fmla="*/ 0 h 5611"/>
                  <a:gd name="T32" fmla="*/ 0 w 7082"/>
                  <a:gd name="T33" fmla="*/ 0 h 5611"/>
                  <a:gd name="T34" fmla="*/ 0 w 7082"/>
                  <a:gd name="T35" fmla="*/ 0 h 5611"/>
                  <a:gd name="T36" fmla="*/ 0 w 7082"/>
                  <a:gd name="T37" fmla="*/ 0 h 5611"/>
                  <a:gd name="T38" fmla="*/ 0 w 7082"/>
                  <a:gd name="T39" fmla="*/ 0 h 5611"/>
                  <a:gd name="T40" fmla="*/ 0 w 7082"/>
                  <a:gd name="T41" fmla="*/ 0 h 5611"/>
                  <a:gd name="T42" fmla="*/ 0 w 7082"/>
                  <a:gd name="T43" fmla="*/ 0 h 5611"/>
                  <a:gd name="T44" fmla="*/ 0 w 7082"/>
                  <a:gd name="T45" fmla="*/ 0 h 5611"/>
                  <a:gd name="T46" fmla="*/ 0 w 7082"/>
                  <a:gd name="T47" fmla="*/ 0 h 5611"/>
                  <a:gd name="T48" fmla="*/ 0 w 7082"/>
                  <a:gd name="T49" fmla="*/ 0 h 5611"/>
                  <a:gd name="T50" fmla="*/ 0 w 7082"/>
                  <a:gd name="T51" fmla="*/ 0 h 5611"/>
                  <a:gd name="T52" fmla="*/ 0 w 7082"/>
                  <a:gd name="T53" fmla="*/ 0 h 5611"/>
                  <a:gd name="T54" fmla="*/ 0 w 7082"/>
                  <a:gd name="T55" fmla="*/ 0 h 5611"/>
                  <a:gd name="T56" fmla="*/ 0 w 7082"/>
                  <a:gd name="T57" fmla="*/ 0 h 5611"/>
                  <a:gd name="T58" fmla="*/ 0 w 7082"/>
                  <a:gd name="T59" fmla="*/ 0 h 5611"/>
                  <a:gd name="T60" fmla="*/ 0 w 7082"/>
                  <a:gd name="T61" fmla="*/ 0 h 5611"/>
                  <a:gd name="T62" fmla="*/ 0 w 7082"/>
                  <a:gd name="T63" fmla="*/ 0 h 5611"/>
                  <a:gd name="T64" fmla="*/ 0 w 7082"/>
                  <a:gd name="T65" fmla="*/ 0 h 5611"/>
                  <a:gd name="T66" fmla="*/ 0 w 7082"/>
                  <a:gd name="T67" fmla="*/ 0 h 5611"/>
                  <a:gd name="T68" fmla="*/ 0 w 7082"/>
                  <a:gd name="T69" fmla="*/ 0 h 5611"/>
                  <a:gd name="T70" fmla="*/ 0 w 7082"/>
                  <a:gd name="T71" fmla="*/ 0 h 561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082"/>
                  <a:gd name="T109" fmla="*/ 0 h 5611"/>
                  <a:gd name="T110" fmla="*/ 7082 w 7082"/>
                  <a:gd name="T111" fmla="*/ 5611 h 561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082" h="5611">
                    <a:moveTo>
                      <a:pt x="2639" y="0"/>
                    </a:moveTo>
                    <a:lnTo>
                      <a:pt x="2308" y="313"/>
                    </a:lnTo>
                    <a:lnTo>
                      <a:pt x="2102" y="470"/>
                    </a:lnTo>
                    <a:lnTo>
                      <a:pt x="1344" y="705"/>
                    </a:lnTo>
                    <a:lnTo>
                      <a:pt x="978" y="847"/>
                    </a:lnTo>
                    <a:lnTo>
                      <a:pt x="600" y="1175"/>
                    </a:lnTo>
                    <a:lnTo>
                      <a:pt x="236" y="1927"/>
                    </a:lnTo>
                    <a:lnTo>
                      <a:pt x="253" y="3450"/>
                    </a:lnTo>
                    <a:lnTo>
                      <a:pt x="0" y="4468"/>
                    </a:lnTo>
                    <a:lnTo>
                      <a:pt x="317" y="5268"/>
                    </a:lnTo>
                    <a:lnTo>
                      <a:pt x="3192" y="5611"/>
                    </a:lnTo>
                    <a:lnTo>
                      <a:pt x="3983" y="4169"/>
                    </a:lnTo>
                    <a:lnTo>
                      <a:pt x="4219" y="3652"/>
                    </a:lnTo>
                    <a:lnTo>
                      <a:pt x="4474" y="3872"/>
                    </a:lnTo>
                    <a:lnTo>
                      <a:pt x="4854" y="4452"/>
                    </a:lnTo>
                    <a:lnTo>
                      <a:pt x="5596" y="4592"/>
                    </a:lnTo>
                    <a:lnTo>
                      <a:pt x="6624" y="4421"/>
                    </a:lnTo>
                    <a:lnTo>
                      <a:pt x="7067" y="4438"/>
                    </a:lnTo>
                    <a:lnTo>
                      <a:pt x="7082" y="3936"/>
                    </a:lnTo>
                    <a:lnTo>
                      <a:pt x="6926" y="3872"/>
                    </a:lnTo>
                    <a:lnTo>
                      <a:pt x="6640" y="3810"/>
                    </a:lnTo>
                    <a:lnTo>
                      <a:pt x="6087" y="3794"/>
                    </a:lnTo>
                    <a:lnTo>
                      <a:pt x="5847" y="3888"/>
                    </a:lnTo>
                    <a:lnTo>
                      <a:pt x="5818" y="3777"/>
                    </a:lnTo>
                    <a:lnTo>
                      <a:pt x="5725" y="3763"/>
                    </a:lnTo>
                    <a:lnTo>
                      <a:pt x="5642" y="3606"/>
                    </a:lnTo>
                    <a:lnTo>
                      <a:pt x="5502" y="3512"/>
                    </a:lnTo>
                    <a:lnTo>
                      <a:pt x="5405" y="3011"/>
                    </a:lnTo>
                    <a:lnTo>
                      <a:pt x="5104" y="2837"/>
                    </a:lnTo>
                    <a:lnTo>
                      <a:pt x="5058" y="2335"/>
                    </a:lnTo>
                    <a:lnTo>
                      <a:pt x="4884" y="1993"/>
                    </a:lnTo>
                    <a:lnTo>
                      <a:pt x="4901" y="1880"/>
                    </a:lnTo>
                    <a:lnTo>
                      <a:pt x="4804" y="1442"/>
                    </a:lnTo>
                    <a:lnTo>
                      <a:pt x="4285" y="1113"/>
                    </a:lnTo>
                    <a:lnTo>
                      <a:pt x="3445" y="249"/>
                    </a:lnTo>
                    <a:lnTo>
                      <a:pt x="263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1" name="Freeform 330">
                <a:extLst>
                  <a:ext uri="{FF2B5EF4-FFF2-40B4-BE49-F238E27FC236}">
                    <a16:creationId xmlns:a16="http://schemas.microsoft.com/office/drawing/2014/main" id="{5A223100-7234-8E36-139D-5EF4EEAA2096}"/>
                  </a:ext>
                </a:extLst>
              </p:cNvPr>
              <p:cNvSpPr>
                <a:spLocks/>
              </p:cNvSpPr>
              <p:nvPr/>
            </p:nvSpPr>
            <p:spPr bwMode="auto">
              <a:xfrm>
                <a:off x="426" y="1461"/>
                <a:ext cx="240" cy="57"/>
              </a:xfrm>
              <a:custGeom>
                <a:avLst/>
                <a:gdLst>
                  <a:gd name="T0" fmla="*/ 0 w 2403"/>
                  <a:gd name="T1" fmla="*/ 0 h 565"/>
                  <a:gd name="T2" fmla="*/ 0 w 2403"/>
                  <a:gd name="T3" fmla="*/ 0 h 565"/>
                  <a:gd name="T4" fmla="*/ 0 w 2403"/>
                  <a:gd name="T5" fmla="*/ 0 h 565"/>
                  <a:gd name="T6" fmla="*/ 0 w 2403"/>
                  <a:gd name="T7" fmla="*/ 0 h 565"/>
                  <a:gd name="T8" fmla="*/ 0 w 2403"/>
                  <a:gd name="T9" fmla="*/ 0 h 565"/>
                  <a:gd name="T10" fmla="*/ 0 60000 65536"/>
                  <a:gd name="T11" fmla="*/ 0 60000 65536"/>
                  <a:gd name="T12" fmla="*/ 0 60000 65536"/>
                  <a:gd name="T13" fmla="*/ 0 60000 65536"/>
                  <a:gd name="T14" fmla="*/ 0 60000 65536"/>
                  <a:gd name="T15" fmla="*/ 0 w 2403"/>
                  <a:gd name="T16" fmla="*/ 0 h 565"/>
                  <a:gd name="T17" fmla="*/ 2403 w 2403"/>
                  <a:gd name="T18" fmla="*/ 565 h 565"/>
                </a:gdLst>
                <a:ahLst/>
                <a:cxnLst>
                  <a:cxn ang="T10">
                    <a:pos x="T0" y="T1"/>
                  </a:cxn>
                  <a:cxn ang="T11">
                    <a:pos x="T2" y="T3"/>
                  </a:cxn>
                  <a:cxn ang="T12">
                    <a:pos x="T4" y="T5"/>
                  </a:cxn>
                  <a:cxn ang="T13">
                    <a:pos x="T6" y="T7"/>
                  </a:cxn>
                  <a:cxn ang="T14">
                    <a:pos x="T8" y="T9"/>
                  </a:cxn>
                </a:cxnLst>
                <a:rect l="T15" t="T16" r="T17" b="T18"/>
                <a:pathLst>
                  <a:path w="2403" h="565">
                    <a:moveTo>
                      <a:pt x="0" y="0"/>
                    </a:moveTo>
                    <a:lnTo>
                      <a:pt x="31" y="220"/>
                    </a:lnTo>
                    <a:lnTo>
                      <a:pt x="835" y="565"/>
                    </a:lnTo>
                    <a:lnTo>
                      <a:pt x="2403" y="78"/>
                    </a:lnTo>
                    <a:lnTo>
                      <a:pt x="0" y="0"/>
                    </a:lnTo>
                    <a:close/>
                  </a:path>
                </a:pathLst>
              </a:custGeom>
              <a:solidFill>
                <a:srgbClr val="5151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2" name="Freeform 331">
                <a:extLst>
                  <a:ext uri="{FF2B5EF4-FFF2-40B4-BE49-F238E27FC236}">
                    <a16:creationId xmlns:a16="http://schemas.microsoft.com/office/drawing/2014/main" id="{E44AD5F3-8D6B-7AE1-5F0F-64DF88766BA4}"/>
                  </a:ext>
                </a:extLst>
              </p:cNvPr>
              <p:cNvSpPr>
                <a:spLocks/>
              </p:cNvSpPr>
              <p:nvPr/>
            </p:nvSpPr>
            <p:spPr bwMode="auto">
              <a:xfrm>
                <a:off x="398" y="1044"/>
                <a:ext cx="332" cy="430"/>
              </a:xfrm>
              <a:custGeom>
                <a:avLst/>
                <a:gdLst>
                  <a:gd name="T0" fmla="*/ 0 w 3318"/>
                  <a:gd name="T1" fmla="*/ 0 h 4296"/>
                  <a:gd name="T2" fmla="*/ 0 w 3318"/>
                  <a:gd name="T3" fmla="*/ 0 h 4296"/>
                  <a:gd name="T4" fmla="*/ 0 w 3318"/>
                  <a:gd name="T5" fmla="*/ 0 h 4296"/>
                  <a:gd name="T6" fmla="*/ 0 w 3318"/>
                  <a:gd name="T7" fmla="*/ 0 h 4296"/>
                  <a:gd name="T8" fmla="*/ 0 w 3318"/>
                  <a:gd name="T9" fmla="*/ 0 h 4296"/>
                  <a:gd name="T10" fmla="*/ 0 w 3318"/>
                  <a:gd name="T11" fmla="*/ 0 h 4296"/>
                  <a:gd name="T12" fmla="*/ 0 w 3318"/>
                  <a:gd name="T13" fmla="*/ 0 h 4296"/>
                  <a:gd name="T14" fmla="*/ 0 w 3318"/>
                  <a:gd name="T15" fmla="*/ 0 h 4296"/>
                  <a:gd name="T16" fmla="*/ 0 w 3318"/>
                  <a:gd name="T17" fmla="*/ 0 h 4296"/>
                  <a:gd name="T18" fmla="*/ 0 w 3318"/>
                  <a:gd name="T19" fmla="*/ 0 h 4296"/>
                  <a:gd name="T20" fmla="*/ 0 w 3318"/>
                  <a:gd name="T21" fmla="*/ 0 h 4296"/>
                  <a:gd name="T22" fmla="*/ 0 w 3318"/>
                  <a:gd name="T23" fmla="*/ 0 h 4296"/>
                  <a:gd name="T24" fmla="*/ 0 w 3318"/>
                  <a:gd name="T25" fmla="*/ 0 h 4296"/>
                  <a:gd name="T26" fmla="*/ 0 w 3318"/>
                  <a:gd name="T27" fmla="*/ 0 h 4296"/>
                  <a:gd name="T28" fmla="*/ 0 w 3318"/>
                  <a:gd name="T29" fmla="*/ 0 h 4296"/>
                  <a:gd name="T30" fmla="*/ 0 w 3318"/>
                  <a:gd name="T31" fmla="*/ 0 h 4296"/>
                  <a:gd name="T32" fmla="*/ 0 w 3318"/>
                  <a:gd name="T33" fmla="*/ 0 h 4296"/>
                  <a:gd name="T34" fmla="*/ 0 w 3318"/>
                  <a:gd name="T35" fmla="*/ 0 h 4296"/>
                  <a:gd name="T36" fmla="*/ 0 w 3318"/>
                  <a:gd name="T37" fmla="*/ 0 h 4296"/>
                  <a:gd name="T38" fmla="*/ 0 w 3318"/>
                  <a:gd name="T39" fmla="*/ 0 h 4296"/>
                  <a:gd name="T40" fmla="*/ 0 w 3318"/>
                  <a:gd name="T41" fmla="*/ 0 h 4296"/>
                  <a:gd name="T42" fmla="*/ 0 w 3318"/>
                  <a:gd name="T43" fmla="*/ 0 h 4296"/>
                  <a:gd name="T44" fmla="*/ 0 w 3318"/>
                  <a:gd name="T45" fmla="*/ 0 h 4296"/>
                  <a:gd name="T46" fmla="*/ 0 w 3318"/>
                  <a:gd name="T47" fmla="*/ 0 h 4296"/>
                  <a:gd name="T48" fmla="*/ 0 w 3318"/>
                  <a:gd name="T49" fmla="*/ 0 h 4296"/>
                  <a:gd name="T50" fmla="*/ 0 w 3318"/>
                  <a:gd name="T51" fmla="*/ 0 h 4296"/>
                  <a:gd name="T52" fmla="*/ 0 w 3318"/>
                  <a:gd name="T53" fmla="*/ 0 h 4296"/>
                  <a:gd name="T54" fmla="*/ 0 w 3318"/>
                  <a:gd name="T55" fmla="*/ 0 h 4296"/>
                  <a:gd name="T56" fmla="*/ 0 w 3318"/>
                  <a:gd name="T57" fmla="*/ 0 h 4296"/>
                  <a:gd name="T58" fmla="*/ 0 w 3318"/>
                  <a:gd name="T59" fmla="*/ 0 h 4296"/>
                  <a:gd name="T60" fmla="*/ 0 w 3318"/>
                  <a:gd name="T61" fmla="*/ 0 h 4296"/>
                  <a:gd name="T62" fmla="*/ 0 w 3318"/>
                  <a:gd name="T63" fmla="*/ 0 h 4296"/>
                  <a:gd name="T64" fmla="*/ 0 w 3318"/>
                  <a:gd name="T65" fmla="*/ 0 h 4296"/>
                  <a:gd name="T66" fmla="*/ 0 w 3318"/>
                  <a:gd name="T67" fmla="*/ 0 h 4296"/>
                  <a:gd name="T68" fmla="*/ 0 w 3318"/>
                  <a:gd name="T69" fmla="*/ 0 h 429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318"/>
                  <a:gd name="T106" fmla="*/ 0 h 4296"/>
                  <a:gd name="T107" fmla="*/ 3318 w 3318"/>
                  <a:gd name="T108" fmla="*/ 4296 h 429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318" h="4296">
                    <a:moveTo>
                      <a:pt x="963" y="15"/>
                    </a:moveTo>
                    <a:lnTo>
                      <a:pt x="899" y="328"/>
                    </a:lnTo>
                    <a:lnTo>
                      <a:pt x="899" y="658"/>
                    </a:lnTo>
                    <a:lnTo>
                      <a:pt x="963" y="971"/>
                    </a:lnTo>
                    <a:lnTo>
                      <a:pt x="1059" y="1192"/>
                    </a:lnTo>
                    <a:lnTo>
                      <a:pt x="1026" y="864"/>
                    </a:lnTo>
                    <a:lnTo>
                      <a:pt x="1012" y="516"/>
                    </a:lnTo>
                    <a:lnTo>
                      <a:pt x="1043" y="344"/>
                    </a:lnTo>
                    <a:lnTo>
                      <a:pt x="1119" y="313"/>
                    </a:lnTo>
                    <a:lnTo>
                      <a:pt x="1342" y="516"/>
                    </a:lnTo>
                    <a:lnTo>
                      <a:pt x="1516" y="798"/>
                    </a:lnTo>
                    <a:lnTo>
                      <a:pt x="1579" y="1050"/>
                    </a:lnTo>
                    <a:lnTo>
                      <a:pt x="1628" y="1299"/>
                    </a:lnTo>
                    <a:lnTo>
                      <a:pt x="1516" y="1192"/>
                    </a:lnTo>
                    <a:lnTo>
                      <a:pt x="1359" y="1238"/>
                    </a:lnTo>
                    <a:lnTo>
                      <a:pt x="1261" y="1299"/>
                    </a:lnTo>
                    <a:lnTo>
                      <a:pt x="1261" y="1426"/>
                    </a:lnTo>
                    <a:lnTo>
                      <a:pt x="1312" y="1505"/>
                    </a:lnTo>
                    <a:lnTo>
                      <a:pt x="1359" y="1568"/>
                    </a:lnTo>
                    <a:lnTo>
                      <a:pt x="1073" y="1552"/>
                    </a:lnTo>
                    <a:lnTo>
                      <a:pt x="870" y="1520"/>
                    </a:lnTo>
                    <a:lnTo>
                      <a:pt x="694" y="1377"/>
                    </a:lnTo>
                    <a:lnTo>
                      <a:pt x="615" y="1473"/>
                    </a:lnTo>
                    <a:lnTo>
                      <a:pt x="615" y="1552"/>
                    </a:lnTo>
                    <a:lnTo>
                      <a:pt x="1059" y="2195"/>
                    </a:lnTo>
                    <a:lnTo>
                      <a:pt x="993" y="2367"/>
                    </a:lnTo>
                    <a:lnTo>
                      <a:pt x="917" y="2399"/>
                    </a:lnTo>
                    <a:lnTo>
                      <a:pt x="790" y="2399"/>
                    </a:lnTo>
                    <a:lnTo>
                      <a:pt x="726" y="2383"/>
                    </a:lnTo>
                    <a:lnTo>
                      <a:pt x="677" y="2665"/>
                    </a:lnTo>
                    <a:lnTo>
                      <a:pt x="993" y="2759"/>
                    </a:lnTo>
                    <a:lnTo>
                      <a:pt x="1232" y="2901"/>
                    </a:lnTo>
                    <a:lnTo>
                      <a:pt x="993" y="2901"/>
                    </a:lnTo>
                    <a:lnTo>
                      <a:pt x="677" y="2961"/>
                    </a:lnTo>
                    <a:lnTo>
                      <a:pt x="442" y="3150"/>
                    </a:lnTo>
                    <a:lnTo>
                      <a:pt x="917" y="3089"/>
                    </a:lnTo>
                    <a:lnTo>
                      <a:pt x="1295" y="3136"/>
                    </a:lnTo>
                    <a:lnTo>
                      <a:pt x="1501" y="3074"/>
                    </a:lnTo>
                    <a:lnTo>
                      <a:pt x="1501" y="2712"/>
                    </a:lnTo>
                    <a:lnTo>
                      <a:pt x="1327" y="2195"/>
                    </a:lnTo>
                    <a:lnTo>
                      <a:pt x="1532" y="2506"/>
                    </a:lnTo>
                    <a:lnTo>
                      <a:pt x="1645" y="2901"/>
                    </a:lnTo>
                    <a:lnTo>
                      <a:pt x="1657" y="3121"/>
                    </a:lnTo>
                    <a:lnTo>
                      <a:pt x="1897" y="3243"/>
                    </a:lnTo>
                    <a:lnTo>
                      <a:pt x="1961" y="3339"/>
                    </a:lnTo>
                    <a:lnTo>
                      <a:pt x="1755" y="3277"/>
                    </a:lnTo>
                    <a:lnTo>
                      <a:pt x="1501" y="3292"/>
                    </a:lnTo>
                    <a:lnTo>
                      <a:pt x="1154" y="3385"/>
                    </a:lnTo>
                    <a:lnTo>
                      <a:pt x="977" y="3496"/>
                    </a:lnTo>
                    <a:lnTo>
                      <a:pt x="1657" y="3559"/>
                    </a:lnTo>
                    <a:lnTo>
                      <a:pt x="1972" y="3432"/>
                    </a:lnTo>
                    <a:lnTo>
                      <a:pt x="2021" y="3605"/>
                    </a:lnTo>
                    <a:lnTo>
                      <a:pt x="2765" y="3683"/>
                    </a:lnTo>
                    <a:lnTo>
                      <a:pt x="2845" y="3559"/>
                    </a:lnTo>
                    <a:lnTo>
                      <a:pt x="2970" y="3449"/>
                    </a:lnTo>
                    <a:lnTo>
                      <a:pt x="3129" y="3385"/>
                    </a:lnTo>
                    <a:lnTo>
                      <a:pt x="3318" y="3339"/>
                    </a:lnTo>
                    <a:lnTo>
                      <a:pt x="3002" y="4281"/>
                    </a:lnTo>
                    <a:lnTo>
                      <a:pt x="2229" y="4247"/>
                    </a:lnTo>
                    <a:lnTo>
                      <a:pt x="1532" y="4296"/>
                    </a:lnTo>
                    <a:lnTo>
                      <a:pt x="93" y="3858"/>
                    </a:lnTo>
                    <a:lnTo>
                      <a:pt x="15" y="3576"/>
                    </a:lnTo>
                    <a:lnTo>
                      <a:pt x="0" y="3323"/>
                    </a:lnTo>
                    <a:lnTo>
                      <a:pt x="110" y="2961"/>
                    </a:lnTo>
                    <a:lnTo>
                      <a:pt x="204" y="2430"/>
                    </a:lnTo>
                    <a:lnTo>
                      <a:pt x="204" y="1568"/>
                    </a:lnTo>
                    <a:lnTo>
                      <a:pt x="251" y="957"/>
                    </a:lnTo>
                    <a:lnTo>
                      <a:pt x="379" y="486"/>
                    </a:lnTo>
                    <a:lnTo>
                      <a:pt x="662" y="109"/>
                    </a:lnTo>
                    <a:lnTo>
                      <a:pt x="899" y="0"/>
                    </a:lnTo>
                    <a:lnTo>
                      <a:pt x="963" y="15"/>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3" name="Freeform 332">
                <a:extLst>
                  <a:ext uri="{FF2B5EF4-FFF2-40B4-BE49-F238E27FC236}">
                    <a16:creationId xmlns:a16="http://schemas.microsoft.com/office/drawing/2014/main" id="{671925E3-CF16-9D85-8207-61BB8FC4A046}"/>
                  </a:ext>
                </a:extLst>
              </p:cNvPr>
              <p:cNvSpPr>
                <a:spLocks/>
              </p:cNvSpPr>
              <p:nvPr/>
            </p:nvSpPr>
            <p:spPr bwMode="auto">
              <a:xfrm>
                <a:off x="562" y="1044"/>
                <a:ext cx="168" cy="328"/>
              </a:xfrm>
              <a:custGeom>
                <a:avLst/>
                <a:gdLst>
                  <a:gd name="T0" fmla="*/ 0 w 1673"/>
                  <a:gd name="T1" fmla="*/ 0 h 3277"/>
                  <a:gd name="T2" fmla="*/ 0 w 1673"/>
                  <a:gd name="T3" fmla="*/ 0 h 3277"/>
                  <a:gd name="T4" fmla="*/ 0 w 1673"/>
                  <a:gd name="T5" fmla="*/ 0 h 3277"/>
                  <a:gd name="T6" fmla="*/ 0 w 1673"/>
                  <a:gd name="T7" fmla="*/ 0 h 3277"/>
                  <a:gd name="T8" fmla="*/ 0 w 1673"/>
                  <a:gd name="T9" fmla="*/ 0 h 3277"/>
                  <a:gd name="T10" fmla="*/ 0 w 1673"/>
                  <a:gd name="T11" fmla="*/ 0 h 3277"/>
                  <a:gd name="T12" fmla="*/ 0 w 1673"/>
                  <a:gd name="T13" fmla="*/ 0 h 3277"/>
                  <a:gd name="T14" fmla="*/ 0 w 1673"/>
                  <a:gd name="T15" fmla="*/ 0 h 3277"/>
                  <a:gd name="T16" fmla="*/ 0 w 1673"/>
                  <a:gd name="T17" fmla="*/ 0 h 3277"/>
                  <a:gd name="T18" fmla="*/ 0 w 1673"/>
                  <a:gd name="T19" fmla="*/ 0 h 3277"/>
                  <a:gd name="T20" fmla="*/ 0 w 1673"/>
                  <a:gd name="T21" fmla="*/ 0 h 3277"/>
                  <a:gd name="T22" fmla="*/ 0 w 1673"/>
                  <a:gd name="T23" fmla="*/ 0 h 3277"/>
                  <a:gd name="T24" fmla="*/ 0 w 1673"/>
                  <a:gd name="T25" fmla="*/ 0 h 3277"/>
                  <a:gd name="T26" fmla="*/ 0 w 1673"/>
                  <a:gd name="T27" fmla="*/ 0 h 3277"/>
                  <a:gd name="T28" fmla="*/ 0 w 1673"/>
                  <a:gd name="T29" fmla="*/ 0 h 3277"/>
                  <a:gd name="T30" fmla="*/ 0 w 1673"/>
                  <a:gd name="T31" fmla="*/ 0 h 3277"/>
                  <a:gd name="T32" fmla="*/ 0 w 1673"/>
                  <a:gd name="T33" fmla="*/ 0 h 3277"/>
                  <a:gd name="T34" fmla="*/ 0 w 1673"/>
                  <a:gd name="T35" fmla="*/ 0 h 3277"/>
                  <a:gd name="T36" fmla="*/ 0 w 1673"/>
                  <a:gd name="T37" fmla="*/ 0 h 3277"/>
                  <a:gd name="T38" fmla="*/ 0 w 1673"/>
                  <a:gd name="T39" fmla="*/ 0 h 3277"/>
                  <a:gd name="T40" fmla="*/ 0 w 1673"/>
                  <a:gd name="T41" fmla="*/ 0 h 3277"/>
                  <a:gd name="T42" fmla="*/ 0 w 1673"/>
                  <a:gd name="T43" fmla="*/ 0 h 3277"/>
                  <a:gd name="T44" fmla="*/ 0 w 1673"/>
                  <a:gd name="T45" fmla="*/ 0 h 3277"/>
                  <a:gd name="T46" fmla="*/ 0 w 1673"/>
                  <a:gd name="T47" fmla="*/ 0 h 3277"/>
                  <a:gd name="T48" fmla="*/ 0 w 1673"/>
                  <a:gd name="T49" fmla="*/ 0 h 3277"/>
                  <a:gd name="T50" fmla="*/ 0 w 1673"/>
                  <a:gd name="T51" fmla="*/ 0 h 3277"/>
                  <a:gd name="T52" fmla="*/ 0 w 1673"/>
                  <a:gd name="T53" fmla="*/ 0 h 3277"/>
                  <a:gd name="T54" fmla="*/ 0 w 1673"/>
                  <a:gd name="T55" fmla="*/ 0 h 3277"/>
                  <a:gd name="T56" fmla="*/ 0 w 1673"/>
                  <a:gd name="T57" fmla="*/ 0 h 3277"/>
                  <a:gd name="T58" fmla="*/ 0 w 1673"/>
                  <a:gd name="T59" fmla="*/ 0 h 3277"/>
                  <a:gd name="T60" fmla="*/ 0 w 1673"/>
                  <a:gd name="T61" fmla="*/ 0 h 327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73"/>
                  <a:gd name="T94" fmla="*/ 0 h 3277"/>
                  <a:gd name="T95" fmla="*/ 1673 w 1673"/>
                  <a:gd name="T96" fmla="*/ 3277 h 3277"/>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73" h="3277">
                    <a:moveTo>
                      <a:pt x="29" y="1377"/>
                    </a:moveTo>
                    <a:lnTo>
                      <a:pt x="156" y="1160"/>
                    </a:lnTo>
                    <a:lnTo>
                      <a:pt x="203" y="940"/>
                    </a:lnTo>
                    <a:lnTo>
                      <a:pt x="187" y="675"/>
                    </a:lnTo>
                    <a:lnTo>
                      <a:pt x="125" y="328"/>
                    </a:lnTo>
                    <a:lnTo>
                      <a:pt x="0" y="0"/>
                    </a:lnTo>
                    <a:lnTo>
                      <a:pt x="376" y="408"/>
                    </a:lnTo>
                    <a:lnTo>
                      <a:pt x="538" y="798"/>
                    </a:lnTo>
                    <a:lnTo>
                      <a:pt x="584" y="1177"/>
                    </a:lnTo>
                    <a:lnTo>
                      <a:pt x="567" y="1473"/>
                    </a:lnTo>
                    <a:lnTo>
                      <a:pt x="724" y="1366"/>
                    </a:lnTo>
                    <a:lnTo>
                      <a:pt x="440" y="1740"/>
                    </a:lnTo>
                    <a:lnTo>
                      <a:pt x="502" y="1819"/>
                    </a:lnTo>
                    <a:lnTo>
                      <a:pt x="1200" y="1130"/>
                    </a:lnTo>
                    <a:lnTo>
                      <a:pt x="758" y="1914"/>
                    </a:lnTo>
                    <a:lnTo>
                      <a:pt x="980" y="2321"/>
                    </a:lnTo>
                    <a:lnTo>
                      <a:pt x="1342" y="2037"/>
                    </a:lnTo>
                    <a:lnTo>
                      <a:pt x="1469" y="1568"/>
                    </a:lnTo>
                    <a:lnTo>
                      <a:pt x="1546" y="986"/>
                    </a:lnTo>
                    <a:lnTo>
                      <a:pt x="1673" y="580"/>
                    </a:lnTo>
                    <a:lnTo>
                      <a:pt x="1626" y="2915"/>
                    </a:lnTo>
                    <a:lnTo>
                      <a:pt x="1357" y="3260"/>
                    </a:lnTo>
                    <a:lnTo>
                      <a:pt x="1516" y="2774"/>
                    </a:lnTo>
                    <a:lnTo>
                      <a:pt x="1516" y="2506"/>
                    </a:lnTo>
                    <a:lnTo>
                      <a:pt x="1151" y="2477"/>
                    </a:lnTo>
                    <a:lnTo>
                      <a:pt x="980" y="2681"/>
                    </a:lnTo>
                    <a:lnTo>
                      <a:pt x="1184" y="2947"/>
                    </a:lnTo>
                    <a:lnTo>
                      <a:pt x="1151" y="3277"/>
                    </a:lnTo>
                    <a:lnTo>
                      <a:pt x="125" y="2947"/>
                    </a:lnTo>
                    <a:lnTo>
                      <a:pt x="47" y="2163"/>
                    </a:lnTo>
                    <a:lnTo>
                      <a:pt x="29" y="1377"/>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4" name="Freeform 333">
                <a:extLst>
                  <a:ext uri="{FF2B5EF4-FFF2-40B4-BE49-F238E27FC236}">
                    <a16:creationId xmlns:a16="http://schemas.microsoft.com/office/drawing/2014/main" id="{E04429B3-824C-F158-4559-ED6FB1549408}"/>
                  </a:ext>
                </a:extLst>
              </p:cNvPr>
              <p:cNvSpPr>
                <a:spLocks/>
              </p:cNvSpPr>
              <p:nvPr/>
            </p:nvSpPr>
            <p:spPr bwMode="auto">
              <a:xfrm>
                <a:off x="492" y="920"/>
                <a:ext cx="182" cy="148"/>
              </a:xfrm>
              <a:custGeom>
                <a:avLst/>
                <a:gdLst>
                  <a:gd name="T0" fmla="*/ 0 w 1819"/>
                  <a:gd name="T1" fmla="*/ 0 h 1474"/>
                  <a:gd name="T2" fmla="*/ 0 w 1819"/>
                  <a:gd name="T3" fmla="*/ 0 h 1474"/>
                  <a:gd name="T4" fmla="*/ 0 w 1819"/>
                  <a:gd name="T5" fmla="*/ 0 h 1474"/>
                  <a:gd name="T6" fmla="*/ 0 w 1819"/>
                  <a:gd name="T7" fmla="*/ 0 h 1474"/>
                  <a:gd name="T8" fmla="*/ 0 w 1819"/>
                  <a:gd name="T9" fmla="*/ 0 h 1474"/>
                  <a:gd name="T10" fmla="*/ 0 w 1819"/>
                  <a:gd name="T11" fmla="*/ 0 h 1474"/>
                  <a:gd name="T12" fmla="*/ 0 w 1819"/>
                  <a:gd name="T13" fmla="*/ 0 h 1474"/>
                  <a:gd name="T14" fmla="*/ 0 w 1819"/>
                  <a:gd name="T15" fmla="*/ 0 h 1474"/>
                  <a:gd name="T16" fmla="*/ 0 w 1819"/>
                  <a:gd name="T17" fmla="*/ 0 h 1474"/>
                  <a:gd name="T18" fmla="*/ 0 w 1819"/>
                  <a:gd name="T19" fmla="*/ 0 h 1474"/>
                  <a:gd name="T20" fmla="*/ 0 w 1819"/>
                  <a:gd name="T21" fmla="*/ 0 h 1474"/>
                  <a:gd name="T22" fmla="*/ 0 w 1819"/>
                  <a:gd name="T23" fmla="*/ 0 h 1474"/>
                  <a:gd name="T24" fmla="*/ 0 w 1819"/>
                  <a:gd name="T25" fmla="*/ 0 h 147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819"/>
                  <a:gd name="T40" fmla="*/ 0 h 1474"/>
                  <a:gd name="T41" fmla="*/ 1819 w 1819"/>
                  <a:gd name="T42" fmla="*/ 1474 h 147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819" h="1474">
                    <a:moveTo>
                      <a:pt x="0" y="1003"/>
                    </a:moveTo>
                    <a:lnTo>
                      <a:pt x="508" y="957"/>
                    </a:lnTo>
                    <a:lnTo>
                      <a:pt x="1298" y="1145"/>
                    </a:lnTo>
                    <a:lnTo>
                      <a:pt x="1819" y="1474"/>
                    </a:lnTo>
                    <a:lnTo>
                      <a:pt x="1628" y="1192"/>
                    </a:lnTo>
                    <a:lnTo>
                      <a:pt x="1472" y="864"/>
                    </a:lnTo>
                    <a:lnTo>
                      <a:pt x="1802" y="359"/>
                    </a:lnTo>
                    <a:lnTo>
                      <a:pt x="1788" y="0"/>
                    </a:lnTo>
                    <a:lnTo>
                      <a:pt x="1535" y="206"/>
                    </a:lnTo>
                    <a:lnTo>
                      <a:pt x="1313" y="441"/>
                    </a:lnTo>
                    <a:lnTo>
                      <a:pt x="1201" y="533"/>
                    </a:lnTo>
                    <a:lnTo>
                      <a:pt x="159" y="910"/>
                    </a:lnTo>
                    <a:lnTo>
                      <a:pt x="0" y="1003"/>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5" name="Freeform 334">
                <a:extLst>
                  <a:ext uri="{FF2B5EF4-FFF2-40B4-BE49-F238E27FC236}">
                    <a16:creationId xmlns:a16="http://schemas.microsoft.com/office/drawing/2014/main" id="{C3E315CD-898F-301F-3AA2-39A912C858B3}"/>
                  </a:ext>
                </a:extLst>
              </p:cNvPr>
              <p:cNvSpPr>
                <a:spLocks/>
              </p:cNvSpPr>
              <p:nvPr/>
            </p:nvSpPr>
            <p:spPr bwMode="auto">
              <a:xfrm>
                <a:off x="614" y="1058"/>
                <a:ext cx="124" cy="97"/>
              </a:xfrm>
              <a:custGeom>
                <a:avLst/>
                <a:gdLst>
                  <a:gd name="T0" fmla="*/ 0 w 1235"/>
                  <a:gd name="T1" fmla="*/ 0 h 971"/>
                  <a:gd name="T2" fmla="*/ 0 w 1235"/>
                  <a:gd name="T3" fmla="*/ 0 h 971"/>
                  <a:gd name="T4" fmla="*/ 0 w 1235"/>
                  <a:gd name="T5" fmla="*/ 0 h 971"/>
                  <a:gd name="T6" fmla="*/ 0 w 1235"/>
                  <a:gd name="T7" fmla="*/ 0 h 971"/>
                  <a:gd name="T8" fmla="*/ 0 w 1235"/>
                  <a:gd name="T9" fmla="*/ 0 h 971"/>
                  <a:gd name="T10" fmla="*/ 0 w 1235"/>
                  <a:gd name="T11" fmla="*/ 0 h 971"/>
                  <a:gd name="T12" fmla="*/ 0 w 1235"/>
                  <a:gd name="T13" fmla="*/ 0 h 971"/>
                  <a:gd name="T14" fmla="*/ 0 w 1235"/>
                  <a:gd name="T15" fmla="*/ 0 h 971"/>
                  <a:gd name="T16" fmla="*/ 0 w 1235"/>
                  <a:gd name="T17" fmla="*/ 0 h 971"/>
                  <a:gd name="T18" fmla="*/ 0 w 1235"/>
                  <a:gd name="T19" fmla="*/ 0 h 971"/>
                  <a:gd name="T20" fmla="*/ 0 w 1235"/>
                  <a:gd name="T21" fmla="*/ 0 h 971"/>
                  <a:gd name="T22" fmla="*/ 0 w 1235"/>
                  <a:gd name="T23" fmla="*/ 0 h 971"/>
                  <a:gd name="T24" fmla="*/ 0 w 1235"/>
                  <a:gd name="T25" fmla="*/ 0 h 97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35"/>
                  <a:gd name="T40" fmla="*/ 0 h 971"/>
                  <a:gd name="T41" fmla="*/ 1235 w 1235"/>
                  <a:gd name="T42" fmla="*/ 971 h 97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35" h="971">
                    <a:moveTo>
                      <a:pt x="711" y="251"/>
                    </a:moveTo>
                    <a:lnTo>
                      <a:pt x="886" y="251"/>
                    </a:lnTo>
                    <a:lnTo>
                      <a:pt x="793" y="438"/>
                    </a:lnTo>
                    <a:lnTo>
                      <a:pt x="633" y="626"/>
                    </a:lnTo>
                    <a:lnTo>
                      <a:pt x="411" y="751"/>
                    </a:lnTo>
                    <a:lnTo>
                      <a:pt x="0" y="922"/>
                    </a:lnTo>
                    <a:lnTo>
                      <a:pt x="335" y="971"/>
                    </a:lnTo>
                    <a:lnTo>
                      <a:pt x="651" y="957"/>
                    </a:lnTo>
                    <a:lnTo>
                      <a:pt x="871" y="861"/>
                    </a:lnTo>
                    <a:lnTo>
                      <a:pt x="1028" y="751"/>
                    </a:lnTo>
                    <a:lnTo>
                      <a:pt x="1235" y="580"/>
                    </a:lnTo>
                    <a:lnTo>
                      <a:pt x="1235" y="0"/>
                    </a:lnTo>
                    <a:lnTo>
                      <a:pt x="711" y="251"/>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6" name="Freeform 335">
                <a:extLst>
                  <a:ext uri="{FF2B5EF4-FFF2-40B4-BE49-F238E27FC236}">
                    <a16:creationId xmlns:a16="http://schemas.microsoft.com/office/drawing/2014/main" id="{75406AB1-F7E1-3B55-7E61-694238FB915A}"/>
                  </a:ext>
                </a:extLst>
              </p:cNvPr>
              <p:cNvSpPr>
                <a:spLocks/>
              </p:cNvSpPr>
              <p:nvPr/>
            </p:nvSpPr>
            <p:spPr bwMode="auto">
              <a:xfrm>
                <a:off x="749" y="1027"/>
                <a:ext cx="41" cy="81"/>
              </a:xfrm>
              <a:custGeom>
                <a:avLst/>
                <a:gdLst>
                  <a:gd name="T0" fmla="*/ 0 w 410"/>
                  <a:gd name="T1" fmla="*/ 0 h 815"/>
                  <a:gd name="T2" fmla="*/ 0 w 410"/>
                  <a:gd name="T3" fmla="*/ 0 h 815"/>
                  <a:gd name="T4" fmla="*/ 0 w 410"/>
                  <a:gd name="T5" fmla="*/ 0 h 815"/>
                  <a:gd name="T6" fmla="*/ 0 w 410"/>
                  <a:gd name="T7" fmla="*/ 0 h 815"/>
                  <a:gd name="T8" fmla="*/ 0 w 410"/>
                  <a:gd name="T9" fmla="*/ 0 h 815"/>
                  <a:gd name="T10" fmla="*/ 0 60000 65536"/>
                  <a:gd name="T11" fmla="*/ 0 60000 65536"/>
                  <a:gd name="T12" fmla="*/ 0 60000 65536"/>
                  <a:gd name="T13" fmla="*/ 0 60000 65536"/>
                  <a:gd name="T14" fmla="*/ 0 60000 65536"/>
                  <a:gd name="T15" fmla="*/ 0 w 410"/>
                  <a:gd name="T16" fmla="*/ 0 h 815"/>
                  <a:gd name="T17" fmla="*/ 410 w 410"/>
                  <a:gd name="T18" fmla="*/ 815 h 815"/>
                </a:gdLst>
                <a:ahLst/>
                <a:cxnLst>
                  <a:cxn ang="T10">
                    <a:pos x="T0" y="T1"/>
                  </a:cxn>
                  <a:cxn ang="T11">
                    <a:pos x="T2" y="T3"/>
                  </a:cxn>
                  <a:cxn ang="T12">
                    <a:pos x="T4" y="T5"/>
                  </a:cxn>
                  <a:cxn ang="T13">
                    <a:pos x="T6" y="T7"/>
                  </a:cxn>
                  <a:cxn ang="T14">
                    <a:pos x="T8" y="T9"/>
                  </a:cxn>
                </a:cxnLst>
                <a:rect l="T15" t="T16" r="T17" b="T18"/>
                <a:pathLst>
                  <a:path w="410" h="815">
                    <a:moveTo>
                      <a:pt x="95" y="815"/>
                    </a:moveTo>
                    <a:lnTo>
                      <a:pt x="410" y="96"/>
                    </a:lnTo>
                    <a:lnTo>
                      <a:pt x="332" y="0"/>
                    </a:lnTo>
                    <a:lnTo>
                      <a:pt x="0" y="235"/>
                    </a:lnTo>
                    <a:lnTo>
                      <a:pt x="95" y="815"/>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7" name="Freeform 336">
                <a:extLst>
                  <a:ext uri="{FF2B5EF4-FFF2-40B4-BE49-F238E27FC236}">
                    <a16:creationId xmlns:a16="http://schemas.microsoft.com/office/drawing/2014/main" id="{AB6C837E-13DB-13F8-EAFE-5B1B7103065F}"/>
                  </a:ext>
                </a:extLst>
              </p:cNvPr>
              <p:cNvSpPr>
                <a:spLocks/>
              </p:cNvSpPr>
              <p:nvPr/>
            </p:nvSpPr>
            <p:spPr bwMode="auto">
              <a:xfrm>
                <a:off x="769" y="1019"/>
                <a:ext cx="106" cy="345"/>
              </a:xfrm>
              <a:custGeom>
                <a:avLst/>
                <a:gdLst>
                  <a:gd name="T0" fmla="*/ 0 w 1057"/>
                  <a:gd name="T1" fmla="*/ 0 h 3448"/>
                  <a:gd name="T2" fmla="*/ 0 w 1057"/>
                  <a:gd name="T3" fmla="*/ 0 h 3448"/>
                  <a:gd name="T4" fmla="*/ 0 w 1057"/>
                  <a:gd name="T5" fmla="*/ 0 h 3448"/>
                  <a:gd name="T6" fmla="*/ 0 w 1057"/>
                  <a:gd name="T7" fmla="*/ 0 h 3448"/>
                  <a:gd name="T8" fmla="*/ 0 w 1057"/>
                  <a:gd name="T9" fmla="*/ 0 h 3448"/>
                  <a:gd name="T10" fmla="*/ 0 w 1057"/>
                  <a:gd name="T11" fmla="*/ 0 h 3448"/>
                  <a:gd name="T12" fmla="*/ 0 w 1057"/>
                  <a:gd name="T13" fmla="*/ 0 h 3448"/>
                  <a:gd name="T14" fmla="*/ 0 w 1057"/>
                  <a:gd name="T15" fmla="*/ 0 h 3448"/>
                  <a:gd name="T16" fmla="*/ 0 w 1057"/>
                  <a:gd name="T17" fmla="*/ 0 h 3448"/>
                  <a:gd name="T18" fmla="*/ 0 w 1057"/>
                  <a:gd name="T19" fmla="*/ 0 h 3448"/>
                  <a:gd name="T20" fmla="*/ 0 w 1057"/>
                  <a:gd name="T21" fmla="*/ 0 h 3448"/>
                  <a:gd name="T22" fmla="*/ 0 w 1057"/>
                  <a:gd name="T23" fmla="*/ 0 h 3448"/>
                  <a:gd name="T24" fmla="*/ 0 w 1057"/>
                  <a:gd name="T25" fmla="*/ 0 h 3448"/>
                  <a:gd name="T26" fmla="*/ 0 w 1057"/>
                  <a:gd name="T27" fmla="*/ 0 h 3448"/>
                  <a:gd name="T28" fmla="*/ 0 w 1057"/>
                  <a:gd name="T29" fmla="*/ 0 h 3448"/>
                  <a:gd name="T30" fmla="*/ 0 w 1057"/>
                  <a:gd name="T31" fmla="*/ 0 h 3448"/>
                  <a:gd name="T32" fmla="*/ 0 w 1057"/>
                  <a:gd name="T33" fmla="*/ 0 h 3448"/>
                  <a:gd name="T34" fmla="*/ 0 w 1057"/>
                  <a:gd name="T35" fmla="*/ 0 h 3448"/>
                  <a:gd name="T36" fmla="*/ 0 w 1057"/>
                  <a:gd name="T37" fmla="*/ 0 h 3448"/>
                  <a:gd name="T38" fmla="*/ 0 w 1057"/>
                  <a:gd name="T39" fmla="*/ 0 h 3448"/>
                  <a:gd name="T40" fmla="*/ 0 w 1057"/>
                  <a:gd name="T41" fmla="*/ 0 h 3448"/>
                  <a:gd name="T42" fmla="*/ 0 w 1057"/>
                  <a:gd name="T43" fmla="*/ 0 h 3448"/>
                  <a:gd name="T44" fmla="*/ 0 w 1057"/>
                  <a:gd name="T45" fmla="*/ 0 h 3448"/>
                  <a:gd name="T46" fmla="*/ 0 w 1057"/>
                  <a:gd name="T47" fmla="*/ 0 h 3448"/>
                  <a:gd name="T48" fmla="*/ 0 w 1057"/>
                  <a:gd name="T49" fmla="*/ 0 h 3448"/>
                  <a:gd name="T50" fmla="*/ 0 w 1057"/>
                  <a:gd name="T51" fmla="*/ 0 h 3448"/>
                  <a:gd name="T52" fmla="*/ 0 w 1057"/>
                  <a:gd name="T53" fmla="*/ 0 h 3448"/>
                  <a:gd name="T54" fmla="*/ 0 w 1057"/>
                  <a:gd name="T55" fmla="*/ 0 h 344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057"/>
                  <a:gd name="T85" fmla="*/ 0 h 3448"/>
                  <a:gd name="T86" fmla="*/ 1057 w 1057"/>
                  <a:gd name="T87" fmla="*/ 3448 h 344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057" h="3448">
                    <a:moveTo>
                      <a:pt x="220" y="189"/>
                    </a:moveTo>
                    <a:lnTo>
                      <a:pt x="268" y="329"/>
                    </a:lnTo>
                    <a:lnTo>
                      <a:pt x="235" y="471"/>
                    </a:lnTo>
                    <a:lnTo>
                      <a:pt x="235" y="659"/>
                    </a:lnTo>
                    <a:lnTo>
                      <a:pt x="282" y="926"/>
                    </a:lnTo>
                    <a:lnTo>
                      <a:pt x="362" y="1129"/>
                    </a:lnTo>
                    <a:lnTo>
                      <a:pt x="553" y="1428"/>
                    </a:lnTo>
                    <a:lnTo>
                      <a:pt x="442" y="1144"/>
                    </a:lnTo>
                    <a:lnTo>
                      <a:pt x="425" y="892"/>
                    </a:lnTo>
                    <a:lnTo>
                      <a:pt x="471" y="720"/>
                    </a:lnTo>
                    <a:lnTo>
                      <a:pt x="584" y="549"/>
                    </a:lnTo>
                    <a:lnTo>
                      <a:pt x="677" y="407"/>
                    </a:lnTo>
                    <a:lnTo>
                      <a:pt x="899" y="691"/>
                    </a:lnTo>
                    <a:lnTo>
                      <a:pt x="677" y="1928"/>
                    </a:lnTo>
                    <a:lnTo>
                      <a:pt x="471" y="2226"/>
                    </a:lnTo>
                    <a:lnTo>
                      <a:pt x="408" y="2728"/>
                    </a:lnTo>
                    <a:lnTo>
                      <a:pt x="171" y="2916"/>
                    </a:lnTo>
                    <a:lnTo>
                      <a:pt x="0" y="2650"/>
                    </a:lnTo>
                    <a:lnTo>
                      <a:pt x="59" y="3448"/>
                    </a:lnTo>
                    <a:lnTo>
                      <a:pt x="362" y="3308"/>
                    </a:lnTo>
                    <a:lnTo>
                      <a:pt x="537" y="2899"/>
                    </a:lnTo>
                    <a:lnTo>
                      <a:pt x="695" y="2399"/>
                    </a:lnTo>
                    <a:lnTo>
                      <a:pt x="757" y="1944"/>
                    </a:lnTo>
                    <a:lnTo>
                      <a:pt x="868" y="1663"/>
                    </a:lnTo>
                    <a:lnTo>
                      <a:pt x="1057" y="517"/>
                    </a:lnTo>
                    <a:lnTo>
                      <a:pt x="662" y="251"/>
                    </a:lnTo>
                    <a:lnTo>
                      <a:pt x="251" y="0"/>
                    </a:lnTo>
                    <a:lnTo>
                      <a:pt x="220" y="189"/>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8" name="Freeform 337">
                <a:extLst>
                  <a:ext uri="{FF2B5EF4-FFF2-40B4-BE49-F238E27FC236}">
                    <a16:creationId xmlns:a16="http://schemas.microsoft.com/office/drawing/2014/main" id="{976B0966-7001-99E9-C06B-AD20A6E5CBC4}"/>
                  </a:ext>
                </a:extLst>
              </p:cNvPr>
              <p:cNvSpPr>
                <a:spLocks/>
              </p:cNvSpPr>
              <p:nvPr/>
            </p:nvSpPr>
            <p:spPr bwMode="auto">
              <a:xfrm>
                <a:off x="823" y="1124"/>
                <a:ext cx="303" cy="270"/>
              </a:xfrm>
              <a:custGeom>
                <a:avLst/>
                <a:gdLst>
                  <a:gd name="T0" fmla="*/ 0 w 3032"/>
                  <a:gd name="T1" fmla="*/ 0 h 2698"/>
                  <a:gd name="T2" fmla="*/ 0 w 3032"/>
                  <a:gd name="T3" fmla="*/ 0 h 2698"/>
                  <a:gd name="T4" fmla="*/ 0 w 3032"/>
                  <a:gd name="T5" fmla="*/ 0 h 2698"/>
                  <a:gd name="T6" fmla="*/ 0 w 3032"/>
                  <a:gd name="T7" fmla="*/ 0 h 2698"/>
                  <a:gd name="T8" fmla="*/ 0 w 3032"/>
                  <a:gd name="T9" fmla="*/ 0 h 2698"/>
                  <a:gd name="T10" fmla="*/ 0 w 3032"/>
                  <a:gd name="T11" fmla="*/ 0 h 2698"/>
                  <a:gd name="T12" fmla="*/ 0 w 3032"/>
                  <a:gd name="T13" fmla="*/ 0 h 2698"/>
                  <a:gd name="T14" fmla="*/ 0 w 3032"/>
                  <a:gd name="T15" fmla="*/ 0 h 2698"/>
                  <a:gd name="T16" fmla="*/ 0 w 3032"/>
                  <a:gd name="T17" fmla="*/ 0 h 2698"/>
                  <a:gd name="T18" fmla="*/ 0 w 3032"/>
                  <a:gd name="T19" fmla="*/ 0 h 2698"/>
                  <a:gd name="T20" fmla="*/ 0 w 3032"/>
                  <a:gd name="T21" fmla="*/ 0 h 2698"/>
                  <a:gd name="T22" fmla="*/ 0 w 3032"/>
                  <a:gd name="T23" fmla="*/ 0 h 2698"/>
                  <a:gd name="T24" fmla="*/ 0 w 3032"/>
                  <a:gd name="T25" fmla="*/ 0 h 2698"/>
                  <a:gd name="T26" fmla="*/ 0 w 3032"/>
                  <a:gd name="T27" fmla="*/ 0 h 2698"/>
                  <a:gd name="T28" fmla="*/ 0 w 3032"/>
                  <a:gd name="T29" fmla="*/ 0 h 2698"/>
                  <a:gd name="T30" fmla="*/ 0 w 3032"/>
                  <a:gd name="T31" fmla="*/ 0 h 2698"/>
                  <a:gd name="T32" fmla="*/ 0 w 3032"/>
                  <a:gd name="T33" fmla="*/ 0 h 2698"/>
                  <a:gd name="T34" fmla="*/ 0 w 3032"/>
                  <a:gd name="T35" fmla="*/ 0 h 2698"/>
                  <a:gd name="T36" fmla="*/ 0 w 3032"/>
                  <a:gd name="T37" fmla="*/ 0 h 2698"/>
                  <a:gd name="T38" fmla="*/ 0 w 3032"/>
                  <a:gd name="T39" fmla="*/ 0 h 2698"/>
                  <a:gd name="T40" fmla="*/ 0 w 3032"/>
                  <a:gd name="T41" fmla="*/ 0 h 2698"/>
                  <a:gd name="T42" fmla="*/ 0 w 3032"/>
                  <a:gd name="T43" fmla="*/ 0 h 2698"/>
                  <a:gd name="T44" fmla="*/ 0 w 3032"/>
                  <a:gd name="T45" fmla="*/ 0 h 2698"/>
                  <a:gd name="T46" fmla="*/ 0 w 3032"/>
                  <a:gd name="T47" fmla="*/ 0 h 2698"/>
                  <a:gd name="T48" fmla="*/ 0 w 3032"/>
                  <a:gd name="T49" fmla="*/ 0 h 2698"/>
                  <a:gd name="T50" fmla="*/ 0 w 3032"/>
                  <a:gd name="T51" fmla="*/ 0 h 2698"/>
                  <a:gd name="T52" fmla="*/ 0 w 3032"/>
                  <a:gd name="T53" fmla="*/ 0 h 2698"/>
                  <a:gd name="T54" fmla="*/ 0 w 3032"/>
                  <a:gd name="T55" fmla="*/ 0 h 2698"/>
                  <a:gd name="T56" fmla="*/ 0 w 3032"/>
                  <a:gd name="T57" fmla="*/ 0 h 2698"/>
                  <a:gd name="T58" fmla="*/ 0 w 3032"/>
                  <a:gd name="T59" fmla="*/ 0 h 269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3032"/>
                  <a:gd name="T91" fmla="*/ 0 h 2698"/>
                  <a:gd name="T92" fmla="*/ 3032 w 3032"/>
                  <a:gd name="T93" fmla="*/ 2698 h 269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3032" h="2698">
                    <a:moveTo>
                      <a:pt x="678" y="0"/>
                    </a:moveTo>
                    <a:lnTo>
                      <a:pt x="473" y="1003"/>
                    </a:lnTo>
                    <a:lnTo>
                      <a:pt x="805" y="1569"/>
                    </a:lnTo>
                    <a:lnTo>
                      <a:pt x="1074" y="1539"/>
                    </a:lnTo>
                    <a:lnTo>
                      <a:pt x="885" y="1694"/>
                    </a:lnTo>
                    <a:lnTo>
                      <a:pt x="551" y="1661"/>
                    </a:lnTo>
                    <a:lnTo>
                      <a:pt x="473" y="1867"/>
                    </a:lnTo>
                    <a:lnTo>
                      <a:pt x="520" y="2134"/>
                    </a:lnTo>
                    <a:lnTo>
                      <a:pt x="1342" y="1789"/>
                    </a:lnTo>
                    <a:lnTo>
                      <a:pt x="1389" y="1883"/>
                    </a:lnTo>
                    <a:lnTo>
                      <a:pt x="1106" y="2087"/>
                    </a:lnTo>
                    <a:lnTo>
                      <a:pt x="1074" y="2479"/>
                    </a:lnTo>
                    <a:lnTo>
                      <a:pt x="1247" y="2479"/>
                    </a:lnTo>
                    <a:lnTo>
                      <a:pt x="1389" y="2181"/>
                    </a:lnTo>
                    <a:lnTo>
                      <a:pt x="1644" y="2276"/>
                    </a:lnTo>
                    <a:lnTo>
                      <a:pt x="1879" y="1945"/>
                    </a:lnTo>
                    <a:lnTo>
                      <a:pt x="2086" y="2117"/>
                    </a:lnTo>
                    <a:lnTo>
                      <a:pt x="2606" y="2103"/>
                    </a:lnTo>
                    <a:lnTo>
                      <a:pt x="2781" y="2009"/>
                    </a:lnTo>
                    <a:lnTo>
                      <a:pt x="3032" y="2494"/>
                    </a:lnTo>
                    <a:lnTo>
                      <a:pt x="2937" y="2604"/>
                    </a:lnTo>
                    <a:lnTo>
                      <a:pt x="2781" y="2619"/>
                    </a:lnTo>
                    <a:lnTo>
                      <a:pt x="2544" y="2587"/>
                    </a:lnTo>
                    <a:lnTo>
                      <a:pt x="2052" y="2587"/>
                    </a:lnTo>
                    <a:lnTo>
                      <a:pt x="1153" y="2698"/>
                    </a:lnTo>
                    <a:lnTo>
                      <a:pt x="331" y="2416"/>
                    </a:lnTo>
                    <a:lnTo>
                      <a:pt x="0" y="1821"/>
                    </a:lnTo>
                    <a:lnTo>
                      <a:pt x="236" y="690"/>
                    </a:lnTo>
                    <a:lnTo>
                      <a:pt x="585" y="142"/>
                    </a:lnTo>
                    <a:lnTo>
                      <a:pt x="678"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9" name="Freeform 338">
                <a:extLst>
                  <a:ext uri="{FF2B5EF4-FFF2-40B4-BE49-F238E27FC236}">
                    <a16:creationId xmlns:a16="http://schemas.microsoft.com/office/drawing/2014/main" id="{FE72C7B3-AE50-4E0F-F397-6F157B9225B6}"/>
                  </a:ext>
                </a:extLst>
              </p:cNvPr>
              <p:cNvSpPr>
                <a:spLocks/>
              </p:cNvSpPr>
              <p:nvPr/>
            </p:nvSpPr>
            <p:spPr bwMode="auto">
              <a:xfrm>
                <a:off x="808" y="1321"/>
                <a:ext cx="102" cy="132"/>
              </a:xfrm>
              <a:custGeom>
                <a:avLst/>
                <a:gdLst>
                  <a:gd name="T0" fmla="*/ 0 w 1014"/>
                  <a:gd name="T1" fmla="*/ 0 h 1323"/>
                  <a:gd name="T2" fmla="*/ 0 w 1014"/>
                  <a:gd name="T3" fmla="*/ 0 h 1323"/>
                  <a:gd name="T4" fmla="*/ 0 w 1014"/>
                  <a:gd name="T5" fmla="*/ 0 h 1323"/>
                  <a:gd name="T6" fmla="*/ 0 w 1014"/>
                  <a:gd name="T7" fmla="*/ 0 h 1323"/>
                  <a:gd name="T8" fmla="*/ 0 w 1014"/>
                  <a:gd name="T9" fmla="*/ 0 h 1323"/>
                  <a:gd name="T10" fmla="*/ 0 w 1014"/>
                  <a:gd name="T11" fmla="*/ 0 h 1323"/>
                  <a:gd name="T12" fmla="*/ 0 w 1014"/>
                  <a:gd name="T13" fmla="*/ 0 h 1323"/>
                  <a:gd name="T14" fmla="*/ 0 w 1014"/>
                  <a:gd name="T15" fmla="*/ 0 h 1323"/>
                  <a:gd name="T16" fmla="*/ 0 w 1014"/>
                  <a:gd name="T17" fmla="*/ 0 h 1323"/>
                  <a:gd name="T18" fmla="*/ 0 w 1014"/>
                  <a:gd name="T19" fmla="*/ 0 h 13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14"/>
                  <a:gd name="T31" fmla="*/ 0 h 1323"/>
                  <a:gd name="T32" fmla="*/ 1014 w 1014"/>
                  <a:gd name="T33" fmla="*/ 1323 h 13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14" h="1323">
                    <a:moveTo>
                      <a:pt x="1014" y="1323"/>
                    </a:moveTo>
                    <a:lnTo>
                      <a:pt x="885" y="1226"/>
                    </a:lnTo>
                    <a:lnTo>
                      <a:pt x="0" y="72"/>
                    </a:lnTo>
                    <a:lnTo>
                      <a:pt x="0" y="36"/>
                    </a:lnTo>
                    <a:lnTo>
                      <a:pt x="17" y="12"/>
                    </a:lnTo>
                    <a:lnTo>
                      <a:pt x="42" y="0"/>
                    </a:lnTo>
                    <a:lnTo>
                      <a:pt x="77" y="7"/>
                    </a:lnTo>
                    <a:lnTo>
                      <a:pt x="89" y="21"/>
                    </a:lnTo>
                    <a:lnTo>
                      <a:pt x="953" y="1167"/>
                    </a:lnTo>
                    <a:lnTo>
                      <a:pt x="1014" y="1323"/>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0" name="Freeform 339">
                <a:extLst>
                  <a:ext uri="{FF2B5EF4-FFF2-40B4-BE49-F238E27FC236}">
                    <a16:creationId xmlns:a16="http://schemas.microsoft.com/office/drawing/2014/main" id="{9B09EA4B-9F0B-B880-FD6D-EFA051D3669C}"/>
                  </a:ext>
                </a:extLst>
              </p:cNvPr>
              <p:cNvSpPr>
                <a:spLocks/>
              </p:cNvSpPr>
              <p:nvPr/>
            </p:nvSpPr>
            <p:spPr bwMode="auto">
              <a:xfrm>
                <a:off x="1085" y="1305"/>
                <a:ext cx="191" cy="89"/>
              </a:xfrm>
              <a:custGeom>
                <a:avLst/>
                <a:gdLst>
                  <a:gd name="T0" fmla="*/ 0 w 1908"/>
                  <a:gd name="T1" fmla="*/ 0 h 884"/>
                  <a:gd name="T2" fmla="*/ 0 w 1908"/>
                  <a:gd name="T3" fmla="*/ 0 h 884"/>
                  <a:gd name="T4" fmla="*/ 0 w 1908"/>
                  <a:gd name="T5" fmla="*/ 0 h 884"/>
                  <a:gd name="T6" fmla="*/ 0 w 1908"/>
                  <a:gd name="T7" fmla="*/ 0 h 884"/>
                  <a:gd name="T8" fmla="*/ 0 w 1908"/>
                  <a:gd name="T9" fmla="*/ 0 h 884"/>
                  <a:gd name="T10" fmla="*/ 0 w 1908"/>
                  <a:gd name="T11" fmla="*/ 0 h 884"/>
                  <a:gd name="T12" fmla="*/ 0 w 1908"/>
                  <a:gd name="T13" fmla="*/ 0 h 884"/>
                  <a:gd name="T14" fmla="*/ 0 w 1908"/>
                  <a:gd name="T15" fmla="*/ 0 h 884"/>
                  <a:gd name="T16" fmla="*/ 0 w 1908"/>
                  <a:gd name="T17" fmla="*/ 0 h 884"/>
                  <a:gd name="T18" fmla="*/ 0 w 1908"/>
                  <a:gd name="T19" fmla="*/ 0 h 884"/>
                  <a:gd name="T20" fmla="*/ 0 w 1908"/>
                  <a:gd name="T21" fmla="*/ 0 h 884"/>
                  <a:gd name="T22" fmla="*/ 0 w 1908"/>
                  <a:gd name="T23" fmla="*/ 0 h 884"/>
                  <a:gd name="T24" fmla="*/ 0 w 1908"/>
                  <a:gd name="T25" fmla="*/ 0 h 884"/>
                  <a:gd name="T26" fmla="*/ 0 w 1908"/>
                  <a:gd name="T27" fmla="*/ 0 h 884"/>
                  <a:gd name="T28" fmla="*/ 0 w 1908"/>
                  <a:gd name="T29" fmla="*/ 0 h 884"/>
                  <a:gd name="T30" fmla="*/ 0 w 1908"/>
                  <a:gd name="T31" fmla="*/ 0 h 884"/>
                  <a:gd name="T32" fmla="*/ 0 w 1908"/>
                  <a:gd name="T33" fmla="*/ 0 h 884"/>
                  <a:gd name="T34" fmla="*/ 0 w 1908"/>
                  <a:gd name="T35" fmla="*/ 0 h 884"/>
                  <a:gd name="T36" fmla="*/ 0 w 1908"/>
                  <a:gd name="T37" fmla="*/ 0 h 88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908"/>
                  <a:gd name="T58" fmla="*/ 0 h 884"/>
                  <a:gd name="T59" fmla="*/ 1908 w 1908"/>
                  <a:gd name="T60" fmla="*/ 884 h 88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908" h="884">
                    <a:moveTo>
                      <a:pt x="18" y="576"/>
                    </a:moveTo>
                    <a:lnTo>
                      <a:pt x="600" y="756"/>
                    </a:lnTo>
                    <a:lnTo>
                      <a:pt x="1000" y="756"/>
                    </a:lnTo>
                    <a:lnTo>
                      <a:pt x="1273" y="884"/>
                    </a:lnTo>
                    <a:lnTo>
                      <a:pt x="1326" y="864"/>
                    </a:lnTo>
                    <a:lnTo>
                      <a:pt x="1290" y="720"/>
                    </a:lnTo>
                    <a:lnTo>
                      <a:pt x="1019" y="593"/>
                    </a:lnTo>
                    <a:lnTo>
                      <a:pt x="837" y="593"/>
                    </a:lnTo>
                    <a:lnTo>
                      <a:pt x="837" y="487"/>
                    </a:lnTo>
                    <a:lnTo>
                      <a:pt x="1326" y="324"/>
                    </a:lnTo>
                    <a:lnTo>
                      <a:pt x="1564" y="344"/>
                    </a:lnTo>
                    <a:lnTo>
                      <a:pt x="1673" y="487"/>
                    </a:lnTo>
                    <a:lnTo>
                      <a:pt x="1800" y="576"/>
                    </a:lnTo>
                    <a:lnTo>
                      <a:pt x="1908" y="576"/>
                    </a:lnTo>
                    <a:lnTo>
                      <a:pt x="1673" y="144"/>
                    </a:lnTo>
                    <a:lnTo>
                      <a:pt x="1000" y="0"/>
                    </a:lnTo>
                    <a:lnTo>
                      <a:pt x="202" y="235"/>
                    </a:lnTo>
                    <a:lnTo>
                      <a:pt x="0" y="487"/>
                    </a:lnTo>
                    <a:lnTo>
                      <a:pt x="18" y="576"/>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1" name="Freeform 340">
                <a:extLst>
                  <a:ext uri="{FF2B5EF4-FFF2-40B4-BE49-F238E27FC236}">
                    <a16:creationId xmlns:a16="http://schemas.microsoft.com/office/drawing/2014/main" id="{6002351C-A078-A431-1D87-68A1958D1CA2}"/>
                  </a:ext>
                </a:extLst>
              </p:cNvPr>
              <p:cNvSpPr>
                <a:spLocks/>
              </p:cNvSpPr>
              <p:nvPr/>
            </p:nvSpPr>
            <p:spPr bwMode="auto">
              <a:xfrm>
                <a:off x="698" y="1343"/>
                <a:ext cx="218" cy="119"/>
              </a:xfrm>
              <a:custGeom>
                <a:avLst/>
                <a:gdLst>
                  <a:gd name="T0" fmla="*/ 0 w 2180"/>
                  <a:gd name="T1" fmla="*/ 0 h 1188"/>
                  <a:gd name="T2" fmla="*/ 0 w 2180"/>
                  <a:gd name="T3" fmla="*/ 0 h 1188"/>
                  <a:gd name="T4" fmla="*/ 0 w 2180"/>
                  <a:gd name="T5" fmla="*/ 0 h 1188"/>
                  <a:gd name="T6" fmla="*/ 0 w 2180"/>
                  <a:gd name="T7" fmla="*/ 0 h 1188"/>
                  <a:gd name="T8" fmla="*/ 0 w 2180"/>
                  <a:gd name="T9" fmla="*/ 0 h 1188"/>
                  <a:gd name="T10" fmla="*/ 0 w 2180"/>
                  <a:gd name="T11" fmla="*/ 0 h 1188"/>
                  <a:gd name="T12" fmla="*/ 0 w 2180"/>
                  <a:gd name="T13" fmla="*/ 0 h 1188"/>
                  <a:gd name="T14" fmla="*/ 0 w 2180"/>
                  <a:gd name="T15" fmla="*/ 0 h 1188"/>
                  <a:gd name="T16" fmla="*/ 0 w 2180"/>
                  <a:gd name="T17" fmla="*/ 0 h 1188"/>
                  <a:gd name="T18" fmla="*/ 0 w 2180"/>
                  <a:gd name="T19" fmla="*/ 0 h 1188"/>
                  <a:gd name="T20" fmla="*/ 0 w 2180"/>
                  <a:gd name="T21" fmla="*/ 0 h 1188"/>
                  <a:gd name="T22" fmla="*/ 0 w 2180"/>
                  <a:gd name="T23" fmla="*/ 0 h 1188"/>
                  <a:gd name="T24" fmla="*/ 0 w 2180"/>
                  <a:gd name="T25" fmla="*/ 0 h 1188"/>
                  <a:gd name="T26" fmla="*/ 0 w 2180"/>
                  <a:gd name="T27" fmla="*/ 0 h 1188"/>
                  <a:gd name="T28" fmla="*/ 0 w 2180"/>
                  <a:gd name="T29" fmla="*/ 0 h 1188"/>
                  <a:gd name="T30" fmla="*/ 0 w 2180"/>
                  <a:gd name="T31" fmla="*/ 0 h 1188"/>
                  <a:gd name="T32" fmla="*/ 0 w 2180"/>
                  <a:gd name="T33" fmla="*/ 0 h 1188"/>
                  <a:gd name="T34" fmla="*/ 0 w 2180"/>
                  <a:gd name="T35" fmla="*/ 0 h 1188"/>
                  <a:gd name="T36" fmla="*/ 0 w 2180"/>
                  <a:gd name="T37" fmla="*/ 0 h 1188"/>
                  <a:gd name="T38" fmla="*/ 0 w 2180"/>
                  <a:gd name="T39" fmla="*/ 0 h 118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180"/>
                  <a:gd name="T61" fmla="*/ 0 h 1188"/>
                  <a:gd name="T62" fmla="*/ 2180 w 2180"/>
                  <a:gd name="T63" fmla="*/ 1188 h 118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180" h="1188">
                    <a:moveTo>
                      <a:pt x="0" y="1098"/>
                    </a:moveTo>
                    <a:lnTo>
                      <a:pt x="872" y="1188"/>
                    </a:lnTo>
                    <a:lnTo>
                      <a:pt x="1182" y="1188"/>
                    </a:lnTo>
                    <a:lnTo>
                      <a:pt x="1309" y="1115"/>
                    </a:lnTo>
                    <a:lnTo>
                      <a:pt x="1489" y="1151"/>
                    </a:lnTo>
                    <a:lnTo>
                      <a:pt x="1651" y="1062"/>
                    </a:lnTo>
                    <a:lnTo>
                      <a:pt x="1689" y="1007"/>
                    </a:lnTo>
                    <a:lnTo>
                      <a:pt x="1815" y="953"/>
                    </a:lnTo>
                    <a:lnTo>
                      <a:pt x="1689" y="611"/>
                    </a:lnTo>
                    <a:lnTo>
                      <a:pt x="1345" y="360"/>
                    </a:lnTo>
                    <a:lnTo>
                      <a:pt x="1689" y="467"/>
                    </a:lnTo>
                    <a:lnTo>
                      <a:pt x="2016" y="775"/>
                    </a:lnTo>
                    <a:lnTo>
                      <a:pt x="2164" y="793"/>
                    </a:lnTo>
                    <a:lnTo>
                      <a:pt x="2180" y="719"/>
                    </a:lnTo>
                    <a:lnTo>
                      <a:pt x="2126" y="611"/>
                    </a:lnTo>
                    <a:lnTo>
                      <a:pt x="1762" y="160"/>
                    </a:lnTo>
                    <a:lnTo>
                      <a:pt x="1052" y="0"/>
                    </a:lnTo>
                    <a:lnTo>
                      <a:pt x="945" y="33"/>
                    </a:lnTo>
                    <a:lnTo>
                      <a:pt x="17" y="916"/>
                    </a:lnTo>
                    <a:lnTo>
                      <a:pt x="0" y="1098"/>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2" name="Freeform 341">
                <a:extLst>
                  <a:ext uri="{FF2B5EF4-FFF2-40B4-BE49-F238E27FC236}">
                    <a16:creationId xmlns:a16="http://schemas.microsoft.com/office/drawing/2014/main" id="{A540347D-38BD-7CF9-3FB1-D5839F689852}"/>
                  </a:ext>
                </a:extLst>
              </p:cNvPr>
              <p:cNvSpPr>
                <a:spLocks/>
              </p:cNvSpPr>
              <p:nvPr/>
            </p:nvSpPr>
            <p:spPr bwMode="auto">
              <a:xfrm>
                <a:off x="721" y="1048"/>
                <a:ext cx="55" cy="331"/>
              </a:xfrm>
              <a:custGeom>
                <a:avLst/>
                <a:gdLst>
                  <a:gd name="T0" fmla="*/ 0 w 544"/>
                  <a:gd name="T1" fmla="*/ 0 h 3319"/>
                  <a:gd name="T2" fmla="*/ 0 w 544"/>
                  <a:gd name="T3" fmla="*/ 0 h 3319"/>
                  <a:gd name="T4" fmla="*/ 0 w 544"/>
                  <a:gd name="T5" fmla="*/ 0 h 3319"/>
                  <a:gd name="T6" fmla="*/ 0 w 544"/>
                  <a:gd name="T7" fmla="*/ 0 h 3319"/>
                  <a:gd name="T8" fmla="*/ 0 w 544"/>
                  <a:gd name="T9" fmla="*/ 0 h 3319"/>
                  <a:gd name="T10" fmla="*/ 0 w 544"/>
                  <a:gd name="T11" fmla="*/ 0 h 3319"/>
                  <a:gd name="T12" fmla="*/ 0 w 544"/>
                  <a:gd name="T13" fmla="*/ 0 h 3319"/>
                  <a:gd name="T14" fmla="*/ 0 w 544"/>
                  <a:gd name="T15" fmla="*/ 0 h 3319"/>
                  <a:gd name="T16" fmla="*/ 0 w 544"/>
                  <a:gd name="T17" fmla="*/ 0 h 3319"/>
                  <a:gd name="T18" fmla="*/ 0 w 544"/>
                  <a:gd name="T19" fmla="*/ 0 h 3319"/>
                  <a:gd name="T20" fmla="*/ 0 w 544"/>
                  <a:gd name="T21" fmla="*/ 0 h 3319"/>
                  <a:gd name="T22" fmla="*/ 0 w 544"/>
                  <a:gd name="T23" fmla="*/ 0 h 3319"/>
                  <a:gd name="T24" fmla="*/ 0 w 544"/>
                  <a:gd name="T25" fmla="*/ 0 h 3319"/>
                  <a:gd name="T26" fmla="*/ 0 w 544"/>
                  <a:gd name="T27" fmla="*/ 0 h 3319"/>
                  <a:gd name="T28" fmla="*/ 0 w 544"/>
                  <a:gd name="T29" fmla="*/ 0 h 3319"/>
                  <a:gd name="T30" fmla="*/ 0 w 544"/>
                  <a:gd name="T31" fmla="*/ 0 h 3319"/>
                  <a:gd name="T32" fmla="*/ 0 w 544"/>
                  <a:gd name="T33" fmla="*/ 0 h 3319"/>
                  <a:gd name="T34" fmla="*/ 0 w 544"/>
                  <a:gd name="T35" fmla="*/ 0 h 3319"/>
                  <a:gd name="T36" fmla="*/ 0 w 544"/>
                  <a:gd name="T37" fmla="*/ 0 h 3319"/>
                  <a:gd name="T38" fmla="*/ 0 w 544"/>
                  <a:gd name="T39" fmla="*/ 0 h 331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44"/>
                  <a:gd name="T61" fmla="*/ 0 h 3319"/>
                  <a:gd name="T62" fmla="*/ 544 w 544"/>
                  <a:gd name="T63" fmla="*/ 3319 h 331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44" h="3319">
                    <a:moveTo>
                      <a:pt x="326" y="0"/>
                    </a:moveTo>
                    <a:lnTo>
                      <a:pt x="419" y="111"/>
                    </a:lnTo>
                    <a:lnTo>
                      <a:pt x="436" y="236"/>
                    </a:lnTo>
                    <a:lnTo>
                      <a:pt x="345" y="578"/>
                    </a:lnTo>
                    <a:lnTo>
                      <a:pt x="419" y="866"/>
                    </a:lnTo>
                    <a:lnTo>
                      <a:pt x="472" y="1120"/>
                    </a:lnTo>
                    <a:lnTo>
                      <a:pt x="472" y="1317"/>
                    </a:lnTo>
                    <a:lnTo>
                      <a:pt x="472" y="1948"/>
                    </a:lnTo>
                    <a:lnTo>
                      <a:pt x="489" y="2308"/>
                    </a:lnTo>
                    <a:lnTo>
                      <a:pt x="544" y="2704"/>
                    </a:lnTo>
                    <a:lnTo>
                      <a:pt x="146" y="3319"/>
                    </a:lnTo>
                    <a:lnTo>
                      <a:pt x="72" y="2344"/>
                    </a:lnTo>
                    <a:lnTo>
                      <a:pt x="36" y="1660"/>
                    </a:lnTo>
                    <a:lnTo>
                      <a:pt x="0" y="1246"/>
                    </a:lnTo>
                    <a:lnTo>
                      <a:pt x="91" y="813"/>
                    </a:lnTo>
                    <a:lnTo>
                      <a:pt x="199" y="578"/>
                    </a:lnTo>
                    <a:lnTo>
                      <a:pt x="163" y="362"/>
                    </a:lnTo>
                    <a:lnTo>
                      <a:pt x="146" y="200"/>
                    </a:lnTo>
                    <a:lnTo>
                      <a:pt x="235" y="0"/>
                    </a:lnTo>
                    <a:lnTo>
                      <a:pt x="326"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3" name="Freeform 342">
                <a:extLst>
                  <a:ext uri="{FF2B5EF4-FFF2-40B4-BE49-F238E27FC236}">
                    <a16:creationId xmlns:a16="http://schemas.microsoft.com/office/drawing/2014/main" id="{09FC8E81-F8DF-7758-2DB3-B9922F990733}"/>
                  </a:ext>
                </a:extLst>
              </p:cNvPr>
              <p:cNvSpPr>
                <a:spLocks/>
              </p:cNvSpPr>
              <p:nvPr/>
            </p:nvSpPr>
            <p:spPr bwMode="auto">
              <a:xfrm>
                <a:off x="723" y="1048"/>
                <a:ext cx="62" cy="335"/>
              </a:xfrm>
              <a:custGeom>
                <a:avLst/>
                <a:gdLst>
                  <a:gd name="T0" fmla="*/ 0 w 618"/>
                  <a:gd name="T1" fmla="*/ 0 h 3354"/>
                  <a:gd name="T2" fmla="*/ 0 w 618"/>
                  <a:gd name="T3" fmla="*/ 0 h 3354"/>
                  <a:gd name="T4" fmla="*/ 0 w 618"/>
                  <a:gd name="T5" fmla="*/ 0 h 3354"/>
                  <a:gd name="T6" fmla="*/ 0 w 618"/>
                  <a:gd name="T7" fmla="*/ 0 h 3354"/>
                  <a:gd name="T8" fmla="*/ 0 w 618"/>
                  <a:gd name="T9" fmla="*/ 0 h 3354"/>
                  <a:gd name="T10" fmla="*/ 0 w 618"/>
                  <a:gd name="T11" fmla="*/ 0 h 3354"/>
                  <a:gd name="T12" fmla="*/ 0 w 618"/>
                  <a:gd name="T13" fmla="*/ 0 h 3354"/>
                  <a:gd name="T14" fmla="*/ 0 w 618"/>
                  <a:gd name="T15" fmla="*/ 0 h 3354"/>
                  <a:gd name="T16" fmla="*/ 0 w 618"/>
                  <a:gd name="T17" fmla="*/ 0 h 3354"/>
                  <a:gd name="T18" fmla="*/ 0 w 618"/>
                  <a:gd name="T19" fmla="*/ 0 h 3354"/>
                  <a:gd name="T20" fmla="*/ 0 w 618"/>
                  <a:gd name="T21" fmla="*/ 0 h 3354"/>
                  <a:gd name="T22" fmla="*/ 0 w 618"/>
                  <a:gd name="T23" fmla="*/ 0 h 3354"/>
                  <a:gd name="T24" fmla="*/ 0 w 618"/>
                  <a:gd name="T25" fmla="*/ 0 h 3354"/>
                  <a:gd name="T26" fmla="*/ 0 w 618"/>
                  <a:gd name="T27" fmla="*/ 0 h 3354"/>
                  <a:gd name="T28" fmla="*/ 0 w 618"/>
                  <a:gd name="T29" fmla="*/ 0 h 3354"/>
                  <a:gd name="T30" fmla="*/ 0 w 618"/>
                  <a:gd name="T31" fmla="*/ 0 h 3354"/>
                  <a:gd name="T32" fmla="*/ 0 w 618"/>
                  <a:gd name="T33" fmla="*/ 0 h 3354"/>
                  <a:gd name="T34" fmla="*/ 0 w 618"/>
                  <a:gd name="T35" fmla="*/ 0 h 3354"/>
                  <a:gd name="T36" fmla="*/ 0 w 618"/>
                  <a:gd name="T37" fmla="*/ 0 h 3354"/>
                  <a:gd name="T38" fmla="*/ 0 w 618"/>
                  <a:gd name="T39" fmla="*/ 0 h 3354"/>
                  <a:gd name="T40" fmla="*/ 0 w 618"/>
                  <a:gd name="T41" fmla="*/ 0 h 3354"/>
                  <a:gd name="T42" fmla="*/ 0 w 618"/>
                  <a:gd name="T43" fmla="*/ 0 h 3354"/>
                  <a:gd name="T44" fmla="*/ 0 w 618"/>
                  <a:gd name="T45" fmla="*/ 0 h 3354"/>
                  <a:gd name="T46" fmla="*/ 0 w 618"/>
                  <a:gd name="T47" fmla="*/ 0 h 3354"/>
                  <a:gd name="T48" fmla="*/ 0 w 618"/>
                  <a:gd name="T49" fmla="*/ 0 h 3354"/>
                  <a:gd name="T50" fmla="*/ 0 w 618"/>
                  <a:gd name="T51" fmla="*/ 0 h 3354"/>
                  <a:gd name="T52" fmla="*/ 0 w 618"/>
                  <a:gd name="T53" fmla="*/ 0 h 335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18"/>
                  <a:gd name="T82" fmla="*/ 0 h 3354"/>
                  <a:gd name="T83" fmla="*/ 618 w 618"/>
                  <a:gd name="T84" fmla="*/ 3354 h 335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18" h="3354">
                    <a:moveTo>
                      <a:pt x="291" y="0"/>
                    </a:moveTo>
                    <a:lnTo>
                      <a:pt x="235" y="255"/>
                    </a:lnTo>
                    <a:lnTo>
                      <a:pt x="235" y="382"/>
                    </a:lnTo>
                    <a:lnTo>
                      <a:pt x="343" y="524"/>
                    </a:lnTo>
                    <a:lnTo>
                      <a:pt x="326" y="615"/>
                    </a:lnTo>
                    <a:lnTo>
                      <a:pt x="417" y="957"/>
                    </a:lnTo>
                    <a:lnTo>
                      <a:pt x="326" y="722"/>
                    </a:lnTo>
                    <a:lnTo>
                      <a:pt x="326" y="886"/>
                    </a:lnTo>
                    <a:lnTo>
                      <a:pt x="254" y="1029"/>
                    </a:lnTo>
                    <a:lnTo>
                      <a:pt x="254" y="704"/>
                    </a:lnTo>
                    <a:lnTo>
                      <a:pt x="144" y="993"/>
                    </a:lnTo>
                    <a:lnTo>
                      <a:pt x="89" y="1389"/>
                    </a:lnTo>
                    <a:lnTo>
                      <a:pt x="89" y="1733"/>
                    </a:lnTo>
                    <a:lnTo>
                      <a:pt x="163" y="2488"/>
                    </a:lnTo>
                    <a:lnTo>
                      <a:pt x="180" y="3136"/>
                    </a:lnTo>
                    <a:lnTo>
                      <a:pt x="525" y="2688"/>
                    </a:lnTo>
                    <a:lnTo>
                      <a:pt x="618" y="3048"/>
                    </a:lnTo>
                    <a:lnTo>
                      <a:pt x="36" y="3354"/>
                    </a:lnTo>
                    <a:lnTo>
                      <a:pt x="36" y="2761"/>
                    </a:lnTo>
                    <a:lnTo>
                      <a:pt x="0" y="1804"/>
                    </a:lnTo>
                    <a:lnTo>
                      <a:pt x="0" y="1335"/>
                    </a:lnTo>
                    <a:lnTo>
                      <a:pt x="53" y="957"/>
                    </a:lnTo>
                    <a:lnTo>
                      <a:pt x="108" y="651"/>
                    </a:lnTo>
                    <a:lnTo>
                      <a:pt x="144" y="329"/>
                    </a:lnTo>
                    <a:lnTo>
                      <a:pt x="180" y="129"/>
                    </a:lnTo>
                    <a:lnTo>
                      <a:pt x="254" y="0"/>
                    </a:lnTo>
                    <a:lnTo>
                      <a:pt x="291" y="0"/>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4" name="Freeform 343">
                <a:extLst>
                  <a:ext uri="{FF2B5EF4-FFF2-40B4-BE49-F238E27FC236}">
                    <a16:creationId xmlns:a16="http://schemas.microsoft.com/office/drawing/2014/main" id="{BB475062-CFEE-6F44-B17E-0C2BEE53BB09}"/>
                  </a:ext>
                </a:extLst>
              </p:cNvPr>
              <p:cNvSpPr>
                <a:spLocks/>
              </p:cNvSpPr>
              <p:nvPr/>
            </p:nvSpPr>
            <p:spPr bwMode="auto">
              <a:xfrm>
                <a:off x="671" y="788"/>
                <a:ext cx="240" cy="264"/>
              </a:xfrm>
              <a:custGeom>
                <a:avLst/>
                <a:gdLst>
                  <a:gd name="T0" fmla="*/ 0 w 2401"/>
                  <a:gd name="T1" fmla="*/ 0 h 2643"/>
                  <a:gd name="T2" fmla="*/ 0 w 2401"/>
                  <a:gd name="T3" fmla="*/ 0 h 2643"/>
                  <a:gd name="T4" fmla="*/ 0 w 2401"/>
                  <a:gd name="T5" fmla="*/ 0 h 2643"/>
                  <a:gd name="T6" fmla="*/ 0 w 2401"/>
                  <a:gd name="T7" fmla="*/ 0 h 2643"/>
                  <a:gd name="T8" fmla="*/ 0 w 2401"/>
                  <a:gd name="T9" fmla="*/ 0 h 2643"/>
                  <a:gd name="T10" fmla="*/ 0 w 2401"/>
                  <a:gd name="T11" fmla="*/ 0 h 2643"/>
                  <a:gd name="T12" fmla="*/ 0 w 2401"/>
                  <a:gd name="T13" fmla="*/ 0 h 2643"/>
                  <a:gd name="T14" fmla="*/ 0 w 2401"/>
                  <a:gd name="T15" fmla="*/ 0 h 2643"/>
                  <a:gd name="T16" fmla="*/ 0 w 2401"/>
                  <a:gd name="T17" fmla="*/ 0 h 2643"/>
                  <a:gd name="T18" fmla="*/ 0 w 2401"/>
                  <a:gd name="T19" fmla="*/ 0 h 2643"/>
                  <a:gd name="T20" fmla="*/ 0 w 2401"/>
                  <a:gd name="T21" fmla="*/ 0 h 2643"/>
                  <a:gd name="T22" fmla="*/ 0 w 2401"/>
                  <a:gd name="T23" fmla="*/ 0 h 2643"/>
                  <a:gd name="T24" fmla="*/ 0 w 2401"/>
                  <a:gd name="T25" fmla="*/ 0 h 2643"/>
                  <a:gd name="T26" fmla="*/ 0 w 2401"/>
                  <a:gd name="T27" fmla="*/ 0 h 2643"/>
                  <a:gd name="T28" fmla="*/ 0 w 2401"/>
                  <a:gd name="T29" fmla="*/ 0 h 2643"/>
                  <a:gd name="T30" fmla="*/ 0 w 2401"/>
                  <a:gd name="T31" fmla="*/ 0 h 2643"/>
                  <a:gd name="T32" fmla="*/ 0 w 2401"/>
                  <a:gd name="T33" fmla="*/ 0 h 2643"/>
                  <a:gd name="T34" fmla="*/ 0 w 2401"/>
                  <a:gd name="T35" fmla="*/ 0 h 2643"/>
                  <a:gd name="T36" fmla="*/ 0 w 2401"/>
                  <a:gd name="T37" fmla="*/ 0 h 2643"/>
                  <a:gd name="T38" fmla="*/ 0 w 2401"/>
                  <a:gd name="T39" fmla="*/ 0 h 2643"/>
                  <a:gd name="T40" fmla="*/ 0 w 2401"/>
                  <a:gd name="T41" fmla="*/ 0 h 2643"/>
                  <a:gd name="T42" fmla="*/ 0 w 2401"/>
                  <a:gd name="T43" fmla="*/ 0 h 2643"/>
                  <a:gd name="T44" fmla="*/ 0 w 2401"/>
                  <a:gd name="T45" fmla="*/ 0 h 2643"/>
                  <a:gd name="T46" fmla="*/ 0 w 2401"/>
                  <a:gd name="T47" fmla="*/ 0 h 2643"/>
                  <a:gd name="T48" fmla="*/ 0 w 2401"/>
                  <a:gd name="T49" fmla="*/ 0 h 264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401"/>
                  <a:gd name="T76" fmla="*/ 0 h 2643"/>
                  <a:gd name="T77" fmla="*/ 2401 w 2401"/>
                  <a:gd name="T78" fmla="*/ 2643 h 264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401" h="2643">
                    <a:moveTo>
                      <a:pt x="0" y="1417"/>
                    </a:moveTo>
                    <a:lnTo>
                      <a:pt x="16" y="1637"/>
                    </a:lnTo>
                    <a:lnTo>
                      <a:pt x="126" y="1943"/>
                    </a:lnTo>
                    <a:lnTo>
                      <a:pt x="244" y="2110"/>
                    </a:lnTo>
                    <a:lnTo>
                      <a:pt x="594" y="2474"/>
                    </a:lnTo>
                    <a:lnTo>
                      <a:pt x="757" y="2643"/>
                    </a:lnTo>
                    <a:lnTo>
                      <a:pt x="1191" y="2355"/>
                    </a:lnTo>
                    <a:lnTo>
                      <a:pt x="1361" y="2442"/>
                    </a:lnTo>
                    <a:lnTo>
                      <a:pt x="1677" y="2474"/>
                    </a:lnTo>
                    <a:lnTo>
                      <a:pt x="1786" y="2330"/>
                    </a:lnTo>
                    <a:lnTo>
                      <a:pt x="1761" y="2179"/>
                    </a:lnTo>
                    <a:lnTo>
                      <a:pt x="1786" y="2143"/>
                    </a:lnTo>
                    <a:lnTo>
                      <a:pt x="1897" y="2110"/>
                    </a:lnTo>
                    <a:lnTo>
                      <a:pt x="1922" y="2010"/>
                    </a:lnTo>
                    <a:lnTo>
                      <a:pt x="2000" y="1952"/>
                    </a:lnTo>
                    <a:lnTo>
                      <a:pt x="2144" y="1707"/>
                    </a:lnTo>
                    <a:lnTo>
                      <a:pt x="2265" y="1741"/>
                    </a:lnTo>
                    <a:lnTo>
                      <a:pt x="2330" y="1690"/>
                    </a:lnTo>
                    <a:lnTo>
                      <a:pt x="2221" y="1157"/>
                    </a:lnTo>
                    <a:lnTo>
                      <a:pt x="2364" y="1074"/>
                    </a:lnTo>
                    <a:lnTo>
                      <a:pt x="2401" y="657"/>
                    </a:lnTo>
                    <a:lnTo>
                      <a:pt x="952" y="0"/>
                    </a:lnTo>
                    <a:lnTo>
                      <a:pt x="304" y="583"/>
                    </a:lnTo>
                    <a:lnTo>
                      <a:pt x="304" y="1030"/>
                    </a:lnTo>
                    <a:lnTo>
                      <a:pt x="0" y="1417"/>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5" name="Freeform 344">
                <a:extLst>
                  <a:ext uri="{FF2B5EF4-FFF2-40B4-BE49-F238E27FC236}">
                    <a16:creationId xmlns:a16="http://schemas.microsoft.com/office/drawing/2014/main" id="{C16BB9A2-8FE5-35D6-41B4-F668CD7BA407}"/>
                  </a:ext>
                </a:extLst>
              </p:cNvPr>
              <p:cNvSpPr>
                <a:spLocks/>
              </p:cNvSpPr>
              <p:nvPr/>
            </p:nvSpPr>
            <p:spPr bwMode="auto">
              <a:xfrm>
                <a:off x="707" y="765"/>
                <a:ext cx="228" cy="107"/>
              </a:xfrm>
              <a:custGeom>
                <a:avLst/>
                <a:gdLst>
                  <a:gd name="T0" fmla="*/ 0 w 2280"/>
                  <a:gd name="T1" fmla="*/ 0 h 1064"/>
                  <a:gd name="T2" fmla="*/ 0 w 2280"/>
                  <a:gd name="T3" fmla="*/ 0 h 1064"/>
                  <a:gd name="T4" fmla="*/ 0 w 2280"/>
                  <a:gd name="T5" fmla="*/ 0 h 1064"/>
                  <a:gd name="T6" fmla="*/ 0 w 2280"/>
                  <a:gd name="T7" fmla="*/ 0 h 1064"/>
                  <a:gd name="T8" fmla="*/ 0 w 2280"/>
                  <a:gd name="T9" fmla="*/ 0 h 1064"/>
                  <a:gd name="T10" fmla="*/ 0 w 2280"/>
                  <a:gd name="T11" fmla="*/ 0 h 1064"/>
                  <a:gd name="T12" fmla="*/ 0 w 2280"/>
                  <a:gd name="T13" fmla="*/ 0 h 1064"/>
                  <a:gd name="T14" fmla="*/ 0 w 2280"/>
                  <a:gd name="T15" fmla="*/ 0 h 1064"/>
                  <a:gd name="T16" fmla="*/ 0 w 2280"/>
                  <a:gd name="T17" fmla="*/ 0 h 1064"/>
                  <a:gd name="T18" fmla="*/ 0 w 2280"/>
                  <a:gd name="T19" fmla="*/ 0 h 1064"/>
                  <a:gd name="T20" fmla="*/ 0 w 2280"/>
                  <a:gd name="T21" fmla="*/ 0 h 106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80"/>
                  <a:gd name="T34" fmla="*/ 0 h 1064"/>
                  <a:gd name="T35" fmla="*/ 2280 w 2280"/>
                  <a:gd name="T36" fmla="*/ 1064 h 106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80" h="1064">
                    <a:moveTo>
                      <a:pt x="0" y="953"/>
                    </a:moveTo>
                    <a:lnTo>
                      <a:pt x="296" y="893"/>
                    </a:lnTo>
                    <a:lnTo>
                      <a:pt x="381" y="979"/>
                    </a:lnTo>
                    <a:lnTo>
                      <a:pt x="552" y="1064"/>
                    </a:lnTo>
                    <a:lnTo>
                      <a:pt x="1184" y="784"/>
                    </a:lnTo>
                    <a:lnTo>
                      <a:pt x="1184" y="507"/>
                    </a:lnTo>
                    <a:lnTo>
                      <a:pt x="1736" y="753"/>
                    </a:lnTo>
                    <a:lnTo>
                      <a:pt x="2280" y="793"/>
                    </a:lnTo>
                    <a:lnTo>
                      <a:pt x="1547" y="0"/>
                    </a:lnTo>
                    <a:lnTo>
                      <a:pt x="237" y="369"/>
                    </a:lnTo>
                    <a:lnTo>
                      <a:pt x="0" y="953"/>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6" name="Freeform 345">
                <a:extLst>
                  <a:ext uri="{FF2B5EF4-FFF2-40B4-BE49-F238E27FC236}">
                    <a16:creationId xmlns:a16="http://schemas.microsoft.com/office/drawing/2014/main" id="{60FD155C-EFE1-DCB8-3BB4-A8F11F527438}"/>
                  </a:ext>
                </a:extLst>
              </p:cNvPr>
              <p:cNvSpPr>
                <a:spLocks/>
              </p:cNvSpPr>
              <p:nvPr/>
            </p:nvSpPr>
            <p:spPr bwMode="auto">
              <a:xfrm>
                <a:off x="746" y="916"/>
                <a:ext cx="140" cy="135"/>
              </a:xfrm>
              <a:custGeom>
                <a:avLst/>
                <a:gdLst>
                  <a:gd name="T0" fmla="*/ 0 w 1393"/>
                  <a:gd name="T1" fmla="*/ 0 h 1349"/>
                  <a:gd name="T2" fmla="*/ 0 w 1393"/>
                  <a:gd name="T3" fmla="*/ 0 h 1349"/>
                  <a:gd name="T4" fmla="*/ 0 w 1393"/>
                  <a:gd name="T5" fmla="*/ 0 h 1349"/>
                  <a:gd name="T6" fmla="*/ 0 w 1393"/>
                  <a:gd name="T7" fmla="*/ 0 h 1349"/>
                  <a:gd name="T8" fmla="*/ 0 w 1393"/>
                  <a:gd name="T9" fmla="*/ 0 h 1349"/>
                  <a:gd name="T10" fmla="*/ 0 w 1393"/>
                  <a:gd name="T11" fmla="*/ 0 h 1349"/>
                  <a:gd name="T12" fmla="*/ 0 w 1393"/>
                  <a:gd name="T13" fmla="*/ 0 h 1349"/>
                  <a:gd name="T14" fmla="*/ 0 w 1393"/>
                  <a:gd name="T15" fmla="*/ 0 h 1349"/>
                  <a:gd name="T16" fmla="*/ 0 w 1393"/>
                  <a:gd name="T17" fmla="*/ 0 h 1349"/>
                  <a:gd name="T18" fmla="*/ 0 w 1393"/>
                  <a:gd name="T19" fmla="*/ 0 h 1349"/>
                  <a:gd name="T20" fmla="*/ 0 w 1393"/>
                  <a:gd name="T21" fmla="*/ 0 h 1349"/>
                  <a:gd name="T22" fmla="*/ 0 w 1393"/>
                  <a:gd name="T23" fmla="*/ 0 h 1349"/>
                  <a:gd name="T24" fmla="*/ 0 w 1393"/>
                  <a:gd name="T25" fmla="*/ 0 h 1349"/>
                  <a:gd name="T26" fmla="*/ 0 w 1393"/>
                  <a:gd name="T27" fmla="*/ 0 h 1349"/>
                  <a:gd name="T28" fmla="*/ 0 w 1393"/>
                  <a:gd name="T29" fmla="*/ 0 h 1349"/>
                  <a:gd name="T30" fmla="*/ 0 w 1393"/>
                  <a:gd name="T31" fmla="*/ 0 h 1349"/>
                  <a:gd name="T32" fmla="*/ 0 w 1393"/>
                  <a:gd name="T33" fmla="*/ 0 h 1349"/>
                  <a:gd name="T34" fmla="*/ 0 w 1393"/>
                  <a:gd name="T35" fmla="*/ 0 h 1349"/>
                  <a:gd name="T36" fmla="*/ 0 w 1393"/>
                  <a:gd name="T37" fmla="*/ 0 h 1349"/>
                  <a:gd name="T38" fmla="*/ 0 w 1393"/>
                  <a:gd name="T39" fmla="*/ 0 h 1349"/>
                  <a:gd name="T40" fmla="*/ 0 w 1393"/>
                  <a:gd name="T41" fmla="*/ 0 h 1349"/>
                  <a:gd name="T42" fmla="*/ 0 w 1393"/>
                  <a:gd name="T43" fmla="*/ 0 h 1349"/>
                  <a:gd name="T44" fmla="*/ 0 w 1393"/>
                  <a:gd name="T45" fmla="*/ 0 h 1349"/>
                  <a:gd name="T46" fmla="*/ 0 w 1393"/>
                  <a:gd name="T47" fmla="*/ 0 h 1349"/>
                  <a:gd name="T48" fmla="*/ 0 w 1393"/>
                  <a:gd name="T49" fmla="*/ 0 h 1349"/>
                  <a:gd name="T50" fmla="*/ 0 w 1393"/>
                  <a:gd name="T51" fmla="*/ 0 h 1349"/>
                  <a:gd name="T52" fmla="*/ 0 w 1393"/>
                  <a:gd name="T53" fmla="*/ 0 h 1349"/>
                  <a:gd name="T54" fmla="*/ 0 w 1393"/>
                  <a:gd name="T55" fmla="*/ 0 h 1349"/>
                  <a:gd name="T56" fmla="*/ 0 w 1393"/>
                  <a:gd name="T57" fmla="*/ 0 h 1349"/>
                  <a:gd name="T58" fmla="*/ 0 w 1393"/>
                  <a:gd name="T59" fmla="*/ 0 h 1349"/>
                  <a:gd name="T60" fmla="*/ 0 w 1393"/>
                  <a:gd name="T61" fmla="*/ 0 h 1349"/>
                  <a:gd name="T62" fmla="*/ 0 w 1393"/>
                  <a:gd name="T63" fmla="*/ 0 h 1349"/>
                  <a:gd name="T64" fmla="*/ 0 w 1393"/>
                  <a:gd name="T65" fmla="*/ 0 h 1349"/>
                  <a:gd name="T66" fmla="*/ 0 w 1393"/>
                  <a:gd name="T67" fmla="*/ 0 h 1349"/>
                  <a:gd name="T68" fmla="*/ 0 w 1393"/>
                  <a:gd name="T69" fmla="*/ 0 h 134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393"/>
                  <a:gd name="T106" fmla="*/ 0 h 1349"/>
                  <a:gd name="T107" fmla="*/ 1393 w 1393"/>
                  <a:gd name="T108" fmla="*/ 1349 h 134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393" h="1349">
                    <a:moveTo>
                      <a:pt x="49" y="105"/>
                    </a:moveTo>
                    <a:lnTo>
                      <a:pt x="49" y="433"/>
                    </a:lnTo>
                    <a:lnTo>
                      <a:pt x="266" y="678"/>
                    </a:lnTo>
                    <a:lnTo>
                      <a:pt x="628" y="1116"/>
                    </a:lnTo>
                    <a:lnTo>
                      <a:pt x="928" y="1165"/>
                    </a:lnTo>
                    <a:lnTo>
                      <a:pt x="1029" y="1036"/>
                    </a:lnTo>
                    <a:lnTo>
                      <a:pt x="999" y="911"/>
                    </a:lnTo>
                    <a:lnTo>
                      <a:pt x="893" y="964"/>
                    </a:lnTo>
                    <a:lnTo>
                      <a:pt x="853" y="928"/>
                    </a:lnTo>
                    <a:lnTo>
                      <a:pt x="973" y="814"/>
                    </a:lnTo>
                    <a:lnTo>
                      <a:pt x="1097" y="822"/>
                    </a:lnTo>
                    <a:lnTo>
                      <a:pt x="1158" y="776"/>
                    </a:lnTo>
                    <a:lnTo>
                      <a:pt x="1158" y="712"/>
                    </a:lnTo>
                    <a:lnTo>
                      <a:pt x="1249" y="663"/>
                    </a:lnTo>
                    <a:lnTo>
                      <a:pt x="1319" y="482"/>
                    </a:lnTo>
                    <a:lnTo>
                      <a:pt x="1393" y="441"/>
                    </a:lnTo>
                    <a:lnTo>
                      <a:pt x="1264" y="672"/>
                    </a:lnTo>
                    <a:lnTo>
                      <a:pt x="1199" y="729"/>
                    </a:lnTo>
                    <a:lnTo>
                      <a:pt x="1199" y="822"/>
                    </a:lnTo>
                    <a:lnTo>
                      <a:pt x="1166" y="854"/>
                    </a:lnTo>
                    <a:lnTo>
                      <a:pt x="1046" y="869"/>
                    </a:lnTo>
                    <a:lnTo>
                      <a:pt x="1029" y="902"/>
                    </a:lnTo>
                    <a:lnTo>
                      <a:pt x="1063" y="1022"/>
                    </a:lnTo>
                    <a:lnTo>
                      <a:pt x="1057" y="1062"/>
                    </a:lnTo>
                    <a:lnTo>
                      <a:pt x="950" y="1197"/>
                    </a:lnTo>
                    <a:lnTo>
                      <a:pt x="919" y="1206"/>
                    </a:lnTo>
                    <a:lnTo>
                      <a:pt x="701" y="1206"/>
                    </a:lnTo>
                    <a:lnTo>
                      <a:pt x="426" y="1116"/>
                    </a:lnTo>
                    <a:lnTo>
                      <a:pt x="57" y="1349"/>
                    </a:lnTo>
                    <a:lnTo>
                      <a:pt x="201" y="1068"/>
                    </a:lnTo>
                    <a:lnTo>
                      <a:pt x="330" y="1076"/>
                    </a:lnTo>
                    <a:lnTo>
                      <a:pt x="137" y="712"/>
                    </a:lnTo>
                    <a:lnTo>
                      <a:pt x="0" y="583"/>
                    </a:lnTo>
                    <a:lnTo>
                      <a:pt x="0" y="0"/>
                    </a:lnTo>
                    <a:lnTo>
                      <a:pt x="49" y="10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7" name="Freeform 346">
                <a:extLst>
                  <a:ext uri="{FF2B5EF4-FFF2-40B4-BE49-F238E27FC236}">
                    <a16:creationId xmlns:a16="http://schemas.microsoft.com/office/drawing/2014/main" id="{D0B6376F-D1D4-1F7D-6206-91773F72F0AC}"/>
                  </a:ext>
                </a:extLst>
              </p:cNvPr>
              <p:cNvSpPr>
                <a:spLocks/>
              </p:cNvSpPr>
              <p:nvPr/>
            </p:nvSpPr>
            <p:spPr bwMode="auto">
              <a:xfrm>
                <a:off x="824" y="973"/>
                <a:ext cx="17" cy="22"/>
              </a:xfrm>
              <a:custGeom>
                <a:avLst/>
                <a:gdLst>
                  <a:gd name="T0" fmla="*/ 0 w 175"/>
                  <a:gd name="T1" fmla="*/ 0 h 218"/>
                  <a:gd name="T2" fmla="*/ 0 w 175"/>
                  <a:gd name="T3" fmla="*/ 0 h 218"/>
                  <a:gd name="T4" fmla="*/ 0 w 175"/>
                  <a:gd name="T5" fmla="*/ 0 h 218"/>
                  <a:gd name="T6" fmla="*/ 0 w 175"/>
                  <a:gd name="T7" fmla="*/ 0 h 218"/>
                  <a:gd name="T8" fmla="*/ 0 w 175"/>
                  <a:gd name="T9" fmla="*/ 0 h 218"/>
                  <a:gd name="T10" fmla="*/ 0 w 175"/>
                  <a:gd name="T11" fmla="*/ 0 h 218"/>
                  <a:gd name="T12" fmla="*/ 0 60000 65536"/>
                  <a:gd name="T13" fmla="*/ 0 60000 65536"/>
                  <a:gd name="T14" fmla="*/ 0 60000 65536"/>
                  <a:gd name="T15" fmla="*/ 0 60000 65536"/>
                  <a:gd name="T16" fmla="*/ 0 60000 65536"/>
                  <a:gd name="T17" fmla="*/ 0 60000 65536"/>
                  <a:gd name="T18" fmla="*/ 0 w 175"/>
                  <a:gd name="T19" fmla="*/ 0 h 218"/>
                  <a:gd name="T20" fmla="*/ 175 w 175"/>
                  <a:gd name="T21" fmla="*/ 218 h 218"/>
                </a:gdLst>
                <a:ahLst/>
                <a:cxnLst>
                  <a:cxn ang="T12">
                    <a:pos x="T0" y="T1"/>
                  </a:cxn>
                  <a:cxn ang="T13">
                    <a:pos x="T2" y="T3"/>
                  </a:cxn>
                  <a:cxn ang="T14">
                    <a:pos x="T4" y="T5"/>
                  </a:cxn>
                  <a:cxn ang="T15">
                    <a:pos x="T6" y="T7"/>
                  </a:cxn>
                  <a:cxn ang="T16">
                    <a:pos x="T8" y="T9"/>
                  </a:cxn>
                  <a:cxn ang="T17">
                    <a:pos x="T10" y="T11"/>
                  </a:cxn>
                </a:cxnLst>
                <a:rect l="T18" t="T19" r="T20" b="T21"/>
                <a:pathLst>
                  <a:path w="175" h="218">
                    <a:moveTo>
                      <a:pt x="175" y="91"/>
                    </a:moveTo>
                    <a:lnTo>
                      <a:pt x="175" y="0"/>
                    </a:lnTo>
                    <a:lnTo>
                      <a:pt x="78" y="0"/>
                    </a:lnTo>
                    <a:lnTo>
                      <a:pt x="0" y="63"/>
                    </a:lnTo>
                    <a:lnTo>
                      <a:pt x="0" y="218"/>
                    </a:lnTo>
                    <a:lnTo>
                      <a:pt x="175" y="9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8" name="Line 347">
                <a:extLst>
                  <a:ext uri="{FF2B5EF4-FFF2-40B4-BE49-F238E27FC236}">
                    <a16:creationId xmlns:a16="http://schemas.microsoft.com/office/drawing/2014/main" id="{426F58C2-D3F0-F097-85E2-8073A582A8C3}"/>
                  </a:ext>
                </a:extLst>
              </p:cNvPr>
              <p:cNvSpPr>
                <a:spLocks noChangeShapeType="1"/>
              </p:cNvSpPr>
              <p:nvPr/>
            </p:nvSpPr>
            <p:spPr bwMode="auto">
              <a:xfrm>
                <a:off x="841" y="982"/>
                <a:ext cx="2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89" name="Freeform 348">
                <a:extLst>
                  <a:ext uri="{FF2B5EF4-FFF2-40B4-BE49-F238E27FC236}">
                    <a16:creationId xmlns:a16="http://schemas.microsoft.com/office/drawing/2014/main" id="{EBE72D63-E4A0-897C-0ECA-FA6770708A31}"/>
                  </a:ext>
                </a:extLst>
              </p:cNvPr>
              <p:cNvSpPr>
                <a:spLocks/>
              </p:cNvSpPr>
              <p:nvPr/>
            </p:nvSpPr>
            <p:spPr bwMode="auto">
              <a:xfrm>
                <a:off x="849" y="853"/>
                <a:ext cx="62" cy="110"/>
              </a:xfrm>
              <a:custGeom>
                <a:avLst/>
                <a:gdLst>
                  <a:gd name="T0" fmla="*/ 0 w 622"/>
                  <a:gd name="T1" fmla="*/ 0 h 1099"/>
                  <a:gd name="T2" fmla="*/ 0 w 622"/>
                  <a:gd name="T3" fmla="*/ 0 h 1099"/>
                  <a:gd name="T4" fmla="*/ 0 w 622"/>
                  <a:gd name="T5" fmla="*/ 0 h 1099"/>
                  <a:gd name="T6" fmla="*/ 0 w 622"/>
                  <a:gd name="T7" fmla="*/ 0 h 1099"/>
                  <a:gd name="T8" fmla="*/ 0 w 622"/>
                  <a:gd name="T9" fmla="*/ 0 h 1099"/>
                  <a:gd name="T10" fmla="*/ 0 w 622"/>
                  <a:gd name="T11" fmla="*/ 0 h 1099"/>
                  <a:gd name="T12" fmla="*/ 0 w 622"/>
                  <a:gd name="T13" fmla="*/ 0 h 1099"/>
                  <a:gd name="T14" fmla="*/ 0 w 622"/>
                  <a:gd name="T15" fmla="*/ 0 h 1099"/>
                  <a:gd name="T16" fmla="*/ 0 w 622"/>
                  <a:gd name="T17" fmla="*/ 0 h 1099"/>
                  <a:gd name="T18" fmla="*/ 0 w 622"/>
                  <a:gd name="T19" fmla="*/ 0 h 1099"/>
                  <a:gd name="T20" fmla="*/ 0 w 622"/>
                  <a:gd name="T21" fmla="*/ 0 h 1099"/>
                  <a:gd name="T22" fmla="*/ 0 w 622"/>
                  <a:gd name="T23" fmla="*/ 0 h 1099"/>
                  <a:gd name="T24" fmla="*/ 0 w 622"/>
                  <a:gd name="T25" fmla="*/ 0 h 1099"/>
                  <a:gd name="T26" fmla="*/ 0 w 622"/>
                  <a:gd name="T27" fmla="*/ 0 h 1099"/>
                  <a:gd name="T28" fmla="*/ 0 w 622"/>
                  <a:gd name="T29" fmla="*/ 0 h 1099"/>
                  <a:gd name="T30" fmla="*/ 0 w 622"/>
                  <a:gd name="T31" fmla="*/ 0 h 1099"/>
                  <a:gd name="T32" fmla="*/ 0 w 622"/>
                  <a:gd name="T33" fmla="*/ 0 h 1099"/>
                  <a:gd name="T34" fmla="*/ 0 w 622"/>
                  <a:gd name="T35" fmla="*/ 0 h 1099"/>
                  <a:gd name="T36" fmla="*/ 0 w 622"/>
                  <a:gd name="T37" fmla="*/ 0 h 1099"/>
                  <a:gd name="T38" fmla="*/ 0 w 622"/>
                  <a:gd name="T39" fmla="*/ 0 h 1099"/>
                  <a:gd name="T40" fmla="*/ 0 w 622"/>
                  <a:gd name="T41" fmla="*/ 0 h 1099"/>
                  <a:gd name="T42" fmla="*/ 0 w 622"/>
                  <a:gd name="T43" fmla="*/ 0 h 1099"/>
                  <a:gd name="T44" fmla="*/ 0 w 622"/>
                  <a:gd name="T45" fmla="*/ 0 h 1099"/>
                  <a:gd name="T46" fmla="*/ 0 w 622"/>
                  <a:gd name="T47" fmla="*/ 0 h 1099"/>
                  <a:gd name="T48" fmla="*/ 0 w 622"/>
                  <a:gd name="T49" fmla="*/ 0 h 1099"/>
                  <a:gd name="T50" fmla="*/ 0 w 622"/>
                  <a:gd name="T51" fmla="*/ 0 h 1099"/>
                  <a:gd name="T52" fmla="*/ 0 w 622"/>
                  <a:gd name="T53" fmla="*/ 0 h 1099"/>
                  <a:gd name="T54" fmla="*/ 0 w 622"/>
                  <a:gd name="T55" fmla="*/ 0 h 109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22"/>
                  <a:gd name="T85" fmla="*/ 0 h 1099"/>
                  <a:gd name="T86" fmla="*/ 622 w 622"/>
                  <a:gd name="T87" fmla="*/ 1099 h 1099"/>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22" h="1099">
                    <a:moveTo>
                      <a:pt x="226" y="957"/>
                    </a:moveTo>
                    <a:lnTo>
                      <a:pt x="259" y="1012"/>
                    </a:lnTo>
                    <a:lnTo>
                      <a:pt x="347" y="1012"/>
                    </a:lnTo>
                    <a:lnTo>
                      <a:pt x="476" y="1069"/>
                    </a:lnTo>
                    <a:lnTo>
                      <a:pt x="548" y="1026"/>
                    </a:lnTo>
                    <a:lnTo>
                      <a:pt x="428" y="502"/>
                    </a:lnTo>
                    <a:lnTo>
                      <a:pt x="347" y="484"/>
                    </a:lnTo>
                    <a:lnTo>
                      <a:pt x="266" y="540"/>
                    </a:lnTo>
                    <a:lnTo>
                      <a:pt x="306" y="453"/>
                    </a:lnTo>
                    <a:lnTo>
                      <a:pt x="243" y="421"/>
                    </a:lnTo>
                    <a:lnTo>
                      <a:pt x="170" y="413"/>
                    </a:lnTo>
                    <a:lnTo>
                      <a:pt x="99" y="406"/>
                    </a:lnTo>
                    <a:lnTo>
                      <a:pt x="0" y="413"/>
                    </a:lnTo>
                    <a:lnTo>
                      <a:pt x="235" y="311"/>
                    </a:lnTo>
                    <a:lnTo>
                      <a:pt x="444" y="375"/>
                    </a:lnTo>
                    <a:lnTo>
                      <a:pt x="533" y="326"/>
                    </a:lnTo>
                    <a:lnTo>
                      <a:pt x="523" y="375"/>
                    </a:lnTo>
                    <a:lnTo>
                      <a:pt x="461" y="438"/>
                    </a:lnTo>
                    <a:lnTo>
                      <a:pt x="582" y="421"/>
                    </a:lnTo>
                    <a:lnTo>
                      <a:pt x="622" y="0"/>
                    </a:lnTo>
                    <a:lnTo>
                      <a:pt x="605" y="438"/>
                    </a:lnTo>
                    <a:lnTo>
                      <a:pt x="468" y="515"/>
                    </a:lnTo>
                    <a:lnTo>
                      <a:pt x="582" y="1026"/>
                    </a:lnTo>
                    <a:lnTo>
                      <a:pt x="493" y="1099"/>
                    </a:lnTo>
                    <a:lnTo>
                      <a:pt x="324" y="1044"/>
                    </a:lnTo>
                    <a:lnTo>
                      <a:pt x="212" y="1044"/>
                    </a:lnTo>
                    <a:lnTo>
                      <a:pt x="179" y="980"/>
                    </a:lnTo>
                    <a:lnTo>
                      <a:pt x="226" y="95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0" name="Freeform 349">
                <a:extLst>
                  <a:ext uri="{FF2B5EF4-FFF2-40B4-BE49-F238E27FC236}">
                    <a16:creationId xmlns:a16="http://schemas.microsoft.com/office/drawing/2014/main" id="{EDD1B7EE-6221-6A43-D5BA-DF6E019DB45F}"/>
                  </a:ext>
                </a:extLst>
              </p:cNvPr>
              <p:cNvSpPr>
                <a:spLocks/>
              </p:cNvSpPr>
              <p:nvPr/>
            </p:nvSpPr>
            <p:spPr bwMode="auto">
              <a:xfrm>
                <a:off x="857" y="902"/>
                <a:ext cx="21" cy="17"/>
              </a:xfrm>
              <a:custGeom>
                <a:avLst/>
                <a:gdLst>
                  <a:gd name="T0" fmla="*/ 0 w 216"/>
                  <a:gd name="T1" fmla="*/ 0 h 171"/>
                  <a:gd name="T2" fmla="*/ 0 w 216"/>
                  <a:gd name="T3" fmla="*/ 0 h 171"/>
                  <a:gd name="T4" fmla="*/ 0 w 216"/>
                  <a:gd name="T5" fmla="*/ 0 h 171"/>
                  <a:gd name="T6" fmla="*/ 0 w 216"/>
                  <a:gd name="T7" fmla="*/ 0 h 171"/>
                  <a:gd name="T8" fmla="*/ 0 w 216"/>
                  <a:gd name="T9" fmla="*/ 0 h 171"/>
                  <a:gd name="T10" fmla="*/ 0 w 216"/>
                  <a:gd name="T11" fmla="*/ 0 h 171"/>
                  <a:gd name="T12" fmla="*/ 0 w 216"/>
                  <a:gd name="T13" fmla="*/ 0 h 171"/>
                  <a:gd name="T14" fmla="*/ 0 w 216"/>
                  <a:gd name="T15" fmla="*/ 0 h 171"/>
                  <a:gd name="T16" fmla="*/ 0 w 216"/>
                  <a:gd name="T17" fmla="*/ 0 h 171"/>
                  <a:gd name="T18" fmla="*/ 0 w 216"/>
                  <a:gd name="T19" fmla="*/ 0 h 1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6"/>
                  <a:gd name="T31" fmla="*/ 0 h 171"/>
                  <a:gd name="T32" fmla="*/ 216 w 216"/>
                  <a:gd name="T33" fmla="*/ 171 h 1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 h="171">
                    <a:moveTo>
                      <a:pt x="210" y="24"/>
                    </a:moveTo>
                    <a:lnTo>
                      <a:pt x="152" y="0"/>
                    </a:lnTo>
                    <a:lnTo>
                      <a:pt x="152" y="56"/>
                    </a:lnTo>
                    <a:lnTo>
                      <a:pt x="0" y="0"/>
                    </a:lnTo>
                    <a:lnTo>
                      <a:pt x="0" y="49"/>
                    </a:lnTo>
                    <a:lnTo>
                      <a:pt x="178" y="171"/>
                    </a:lnTo>
                    <a:lnTo>
                      <a:pt x="216" y="144"/>
                    </a:lnTo>
                    <a:lnTo>
                      <a:pt x="185" y="104"/>
                    </a:lnTo>
                    <a:lnTo>
                      <a:pt x="185" y="56"/>
                    </a:lnTo>
                    <a:lnTo>
                      <a:pt x="21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1" name="Freeform 350">
                <a:extLst>
                  <a:ext uri="{FF2B5EF4-FFF2-40B4-BE49-F238E27FC236}">
                    <a16:creationId xmlns:a16="http://schemas.microsoft.com/office/drawing/2014/main" id="{8E8D913E-10B9-71BC-1E6B-F0AB5C5FC8F8}"/>
                  </a:ext>
                </a:extLst>
              </p:cNvPr>
              <p:cNvSpPr>
                <a:spLocks/>
              </p:cNvSpPr>
              <p:nvPr/>
            </p:nvSpPr>
            <p:spPr bwMode="auto">
              <a:xfrm>
                <a:off x="845" y="919"/>
                <a:ext cx="25" cy="23"/>
              </a:xfrm>
              <a:custGeom>
                <a:avLst/>
                <a:gdLst>
                  <a:gd name="T0" fmla="*/ 0 w 241"/>
                  <a:gd name="T1" fmla="*/ 0 h 229"/>
                  <a:gd name="T2" fmla="*/ 0 w 241"/>
                  <a:gd name="T3" fmla="*/ 0 h 229"/>
                  <a:gd name="T4" fmla="*/ 0 w 241"/>
                  <a:gd name="T5" fmla="*/ 0 h 229"/>
                  <a:gd name="T6" fmla="*/ 0 w 241"/>
                  <a:gd name="T7" fmla="*/ 0 h 229"/>
                  <a:gd name="T8" fmla="*/ 0 w 241"/>
                  <a:gd name="T9" fmla="*/ 0 h 229"/>
                  <a:gd name="T10" fmla="*/ 0 w 241"/>
                  <a:gd name="T11" fmla="*/ 0 h 229"/>
                  <a:gd name="T12" fmla="*/ 0 w 241"/>
                  <a:gd name="T13" fmla="*/ 0 h 229"/>
                  <a:gd name="T14" fmla="*/ 0 w 241"/>
                  <a:gd name="T15" fmla="*/ 0 h 229"/>
                  <a:gd name="T16" fmla="*/ 0 w 241"/>
                  <a:gd name="T17" fmla="*/ 0 h 229"/>
                  <a:gd name="T18" fmla="*/ 0 w 241"/>
                  <a:gd name="T19" fmla="*/ 0 h 2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1"/>
                  <a:gd name="T31" fmla="*/ 0 h 229"/>
                  <a:gd name="T32" fmla="*/ 241 w 241"/>
                  <a:gd name="T33" fmla="*/ 229 h 2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1" h="229">
                    <a:moveTo>
                      <a:pt x="241" y="5"/>
                    </a:moveTo>
                    <a:lnTo>
                      <a:pt x="144" y="5"/>
                    </a:lnTo>
                    <a:lnTo>
                      <a:pt x="144" y="78"/>
                    </a:lnTo>
                    <a:lnTo>
                      <a:pt x="0" y="0"/>
                    </a:lnTo>
                    <a:lnTo>
                      <a:pt x="0" y="78"/>
                    </a:lnTo>
                    <a:lnTo>
                      <a:pt x="66" y="229"/>
                    </a:lnTo>
                    <a:lnTo>
                      <a:pt x="175" y="100"/>
                    </a:lnTo>
                    <a:lnTo>
                      <a:pt x="175" y="54"/>
                    </a:lnTo>
                    <a:lnTo>
                      <a:pt x="217" y="37"/>
                    </a:lnTo>
                    <a:lnTo>
                      <a:pt x="241"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2" name="Freeform 351">
                <a:extLst>
                  <a:ext uri="{FF2B5EF4-FFF2-40B4-BE49-F238E27FC236}">
                    <a16:creationId xmlns:a16="http://schemas.microsoft.com/office/drawing/2014/main" id="{44184CBB-AECF-E0F6-378A-1A5F8AF0790F}"/>
                  </a:ext>
                </a:extLst>
              </p:cNvPr>
              <p:cNvSpPr>
                <a:spLocks/>
              </p:cNvSpPr>
              <p:nvPr/>
            </p:nvSpPr>
            <p:spPr bwMode="auto">
              <a:xfrm>
                <a:off x="653" y="765"/>
                <a:ext cx="293" cy="169"/>
              </a:xfrm>
              <a:custGeom>
                <a:avLst/>
                <a:gdLst>
                  <a:gd name="T0" fmla="*/ 0 w 2925"/>
                  <a:gd name="T1" fmla="*/ 0 h 1689"/>
                  <a:gd name="T2" fmla="*/ 0 w 2925"/>
                  <a:gd name="T3" fmla="*/ 0 h 1689"/>
                  <a:gd name="T4" fmla="*/ 0 w 2925"/>
                  <a:gd name="T5" fmla="*/ 0 h 1689"/>
                  <a:gd name="T6" fmla="*/ 0 w 2925"/>
                  <a:gd name="T7" fmla="*/ 0 h 1689"/>
                  <a:gd name="T8" fmla="*/ 0 w 2925"/>
                  <a:gd name="T9" fmla="*/ 0 h 1689"/>
                  <a:gd name="T10" fmla="*/ 0 w 2925"/>
                  <a:gd name="T11" fmla="*/ 0 h 1689"/>
                  <a:gd name="T12" fmla="*/ 0 w 2925"/>
                  <a:gd name="T13" fmla="*/ 0 h 1689"/>
                  <a:gd name="T14" fmla="*/ 0 w 2925"/>
                  <a:gd name="T15" fmla="*/ 0 h 1689"/>
                  <a:gd name="T16" fmla="*/ 0 w 2925"/>
                  <a:gd name="T17" fmla="*/ 0 h 1689"/>
                  <a:gd name="T18" fmla="*/ 0 w 2925"/>
                  <a:gd name="T19" fmla="*/ 0 h 1689"/>
                  <a:gd name="T20" fmla="*/ 0 w 2925"/>
                  <a:gd name="T21" fmla="*/ 0 h 1689"/>
                  <a:gd name="T22" fmla="*/ 0 w 2925"/>
                  <a:gd name="T23" fmla="*/ 0 h 1689"/>
                  <a:gd name="T24" fmla="*/ 0 w 2925"/>
                  <a:gd name="T25" fmla="*/ 0 h 1689"/>
                  <a:gd name="T26" fmla="*/ 0 w 2925"/>
                  <a:gd name="T27" fmla="*/ 0 h 1689"/>
                  <a:gd name="T28" fmla="*/ 0 w 2925"/>
                  <a:gd name="T29" fmla="*/ 0 h 1689"/>
                  <a:gd name="T30" fmla="*/ 0 w 2925"/>
                  <a:gd name="T31" fmla="*/ 0 h 1689"/>
                  <a:gd name="T32" fmla="*/ 0 w 2925"/>
                  <a:gd name="T33" fmla="*/ 0 h 1689"/>
                  <a:gd name="T34" fmla="*/ 0 w 2925"/>
                  <a:gd name="T35" fmla="*/ 0 h 1689"/>
                  <a:gd name="T36" fmla="*/ 0 w 2925"/>
                  <a:gd name="T37" fmla="*/ 0 h 1689"/>
                  <a:gd name="T38" fmla="*/ 0 w 2925"/>
                  <a:gd name="T39" fmla="*/ 0 h 1689"/>
                  <a:gd name="T40" fmla="*/ 0 w 2925"/>
                  <a:gd name="T41" fmla="*/ 0 h 1689"/>
                  <a:gd name="T42" fmla="*/ 0 w 2925"/>
                  <a:gd name="T43" fmla="*/ 0 h 1689"/>
                  <a:gd name="T44" fmla="*/ 0 w 2925"/>
                  <a:gd name="T45" fmla="*/ 0 h 1689"/>
                  <a:gd name="T46" fmla="*/ 0 w 2925"/>
                  <a:gd name="T47" fmla="*/ 0 h 1689"/>
                  <a:gd name="T48" fmla="*/ 0 w 2925"/>
                  <a:gd name="T49" fmla="*/ 0 h 1689"/>
                  <a:gd name="T50" fmla="*/ 0 w 2925"/>
                  <a:gd name="T51" fmla="*/ 0 h 1689"/>
                  <a:gd name="T52" fmla="*/ 0 w 2925"/>
                  <a:gd name="T53" fmla="*/ 0 h 1689"/>
                  <a:gd name="T54" fmla="*/ 0 w 2925"/>
                  <a:gd name="T55" fmla="*/ 0 h 1689"/>
                  <a:gd name="T56" fmla="*/ 0 w 2925"/>
                  <a:gd name="T57" fmla="*/ 0 h 1689"/>
                  <a:gd name="T58" fmla="*/ 0 w 2925"/>
                  <a:gd name="T59" fmla="*/ 0 h 1689"/>
                  <a:gd name="T60" fmla="*/ 0 w 2925"/>
                  <a:gd name="T61" fmla="*/ 0 h 1689"/>
                  <a:gd name="T62" fmla="*/ 0 w 2925"/>
                  <a:gd name="T63" fmla="*/ 0 h 1689"/>
                  <a:gd name="T64" fmla="*/ 0 w 2925"/>
                  <a:gd name="T65" fmla="*/ 0 h 168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925"/>
                  <a:gd name="T100" fmla="*/ 0 h 1689"/>
                  <a:gd name="T101" fmla="*/ 2925 w 2925"/>
                  <a:gd name="T102" fmla="*/ 1689 h 168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925" h="1689">
                    <a:moveTo>
                      <a:pt x="1766" y="612"/>
                    </a:moveTo>
                    <a:lnTo>
                      <a:pt x="1766" y="813"/>
                    </a:lnTo>
                    <a:lnTo>
                      <a:pt x="1603" y="862"/>
                    </a:lnTo>
                    <a:lnTo>
                      <a:pt x="1723" y="891"/>
                    </a:lnTo>
                    <a:lnTo>
                      <a:pt x="1650" y="954"/>
                    </a:lnTo>
                    <a:lnTo>
                      <a:pt x="1436" y="949"/>
                    </a:lnTo>
                    <a:lnTo>
                      <a:pt x="1290" y="1177"/>
                    </a:lnTo>
                    <a:lnTo>
                      <a:pt x="1042" y="1052"/>
                    </a:lnTo>
                    <a:lnTo>
                      <a:pt x="985" y="931"/>
                    </a:lnTo>
                    <a:lnTo>
                      <a:pt x="1330" y="931"/>
                    </a:lnTo>
                    <a:lnTo>
                      <a:pt x="1645" y="796"/>
                    </a:lnTo>
                    <a:lnTo>
                      <a:pt x="1427" y="741"/>
                    </a:lnTo>
                    <a:lnTo>
                      <a:pt x="1645" y="683"/>
                    </a:lnTo>
                    <a:lnTo>
                      <a:pt x="1443" y="574"/>
                    </a:lnTo>
                    <a:lnTo>
                      <a:pt x="1290" y="565"/>
                    </a:lnTo>
                    <a:lnTo>
                      <a:pt x="1497" y="502"/>
                    </a:lnTo>
                    <a:lnTo>
                      <a:pt x="1396" y="445"/>
                    </a:lnTo>
                    <a:lnTo>
                      <a:pt x="1201" y="405"/>
                    </a:lnTo>
                    <a:lnTo>
                      <a:pt x="970" y="463"/>
                    </a:lnTo>
                    <a:lnTo>
                      <a:pt x="1129" y="565"/>
                    </a:lnTo>
                    <a:lnTo>
                      <a:pt x="999" y="627"/>
                    </a:lnTo>
                    <a:lnTo>
                      <a:pt x="1123" y="683"/>
                    </a:lnTo>
                    <a:lnTo>
                      <a:pt x="1123" y="741"/>
                    </a:lnTo>
                    <a:lnTo>
                      <a:pt x="759" y="821"/>
                    </a:lnTo>
                    <a:lnTo>
                      <a:pt x="574" y="923"/>
                    </a:lnTo>
                    <a:lnTo>
                      <a:pt x="848" y="885"/>
                    </a:lnTo>
                    <a:lnTo>
                      <a:pt x="934" y="914"/>
                    </a:lnTo>
                    <a:lnTo>
                      <a:pt x="913" y="980"/>
                    </a:lnTo>
                    <a:lnTo>
                      <a:pt x="790" y="931"/>
                    </a:lnTo>
                    <a:lnTo>
                      <a:pt x="574" y="980"/>
                    </a:lnTo>
                    <a:lnTo>
                      <a:pt x="574" y="1177"/>
                    </a:lnTo>
                    <a:lnTo>
                      <a:pt x="719" y="1554"/>
                    </a:lnTo>
                    <a:lnTo>
                      <a:pt x="799" y="1577"/>
                    </a:lnTo>
                    <a:lnTo>
                      <a:pt x="903" y="1529"/>
                    </a:lnTo>
                    <a:lnTo>
                      <a:pt x="807" y="1624"/>
                    </a:lnTo>
                    <a:lnTo>
                      <a:pt x="693" y="1577"/>
                    </a:lnTo>
                    <a:lnTo>
                      <a:pt x="588" y="1291"/>
                    </a:lnTo>
                    <a:lnTo>
                      <a:pt x="477" y="1458"/>
                    </a:lnTo>
                    <a:lnTo>
                      <a:pt x="316" y="1540"/>
                    </a:lnTo>
                    <a:lnTo>
                      <a:pt x="275" y="1689"/>
                    </a:lnTo>
                    <a:lnTo>
                      <a:pt x="68" y="1689"/>
                    </a:lnTo>
                    <a:lnTo>
                      <a:pt x="0" y="1393"/>
                    </a:lnTo>
                    <a:lnTo>
                      <a:pt x="123" y="1131"/>
                    </a:lnTo>
                    <a:lnTo>
                      <a:pt x="123" y="732"/>
                    </a:lnTo>
                    <a:lnTo>
                      <a:pt x="348" y="125"/>
                    </a:lnTo>
                    <a:lnTo>
                      <a:pt x="541" y="0"/>
                    </a:lnTo>
                    <a:lnTo>
                      <a:pt x="1603" y="174"/>
                    </a:lnTo>
                    <a:lnTo>
                      <a:pt x="1805" y="294"/>
                    </a:lnTo>
                    <a:lnTo>
                      <a:pt x="1723" y="358"/>
                    </a:lnTo>
                    <a:lnTo>
                      <a:pt x="1927" y="542"/>
                    </a:lnTo>
                    <a:lnTo>
                      <a:pt x="2169" y="542"/>
                    </a:lnTo>
                    <a:lnTo>
                      <a:pt x="2136" y="612"/>
                    </a:lnTo>
                    <a:lnTo>
                      <a:pt x="2385" y="660"/>
                    </a:lnTo>
                    <a:lnTo>
                      <a:pt x="2338" y="709"/>
                    </a:lnTo>
                    <a:lnTo>
                      <a:pt x="2740" y="756"/>
                    </a:lnTo>
                    <a:lnTo>
                      <a:pt x="2634" y="374"/>
                    </a:lnTo>
                    <a:lnTo>
                      <a:pt x="2829" y="638"/>
                    </a:lnTo>
                    <a:lnTo>
                      <a:pt x="2925" y="891"/>
                    </a:lnTo>
                    <a:lnTo>
                      <a:pt x="2893" y="940"/>
                    </a:lnTo>
                    <a:lnTo>
                      <a:pt x="2651" y="931"/>
                    </a:lnTo>
                    <a:lnTo>
                      <a:pt x="2490" y="914"/>
                    </a:lnTo>
                    <a:lnTo>
                      <a:pt x="2353" y="867"/>
                    </a:lnTo>
                    <a:lnTo>
                      <a:pt x="2442" y="836"/>
                    </a:lnTo>
                    <a:lnTo>
                      <a:pt x="2216" y="813"/>
                    </a:lnTo>
                    <a:lnTo>
                      <a:pt x="2014" y="732"/>
                    </a:lnTo>
                    <a:lnTo>
                      <a:pt x="1828" y="645"/>
                    </a:lnTo>
                    <a:lnTo>
                      <a:pt x="1766" y="6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3" name="Freeform 352">
                <a:extLst>
                  <a:ext uri="{FF2B5EF4-FFF2-40B4-BE49-F238E27FC236}">
                    <a16:creationId xmlns:a16="http://schemas.microsoft.com/office/drawing/2014/main" id="{ABD3F2DF-346F-1F1E-EE27-38F4D7F14542}"/>
                  </a:ext>
                </a:extLst>
              </p:cNvPr>
              <p:cNvSpPr>
                <a:spLocks/>
              </p:cNvSpPr>
              <p:nvPr/>
            </p:nvSpPr>
            <p:spPr bwMode="auto">
              <a:xfrm>
                <a:off x="701" y="726"/>
                <a:ext cx="235" cy="116"/>
              </a:xfrm>
              <a:custGeom>
                <a:avLst/>
                <a:gdLst>
                  <a:gd name="T0" fmla="*/ 0 w 2352"/>
                  <a:gd name="T1" fmla="*/ 0 h 1163"/>
                  <a:gd name="T2" fmla="*/ 0 w 2352"/>
                  <a:gd name="T3" fmla="*/ 0 h 1163"/>
                  <a:gd name="T4" fmla="*/ 0 w 2352"/>
                  <a:gd name="T5" fmla="*/ 0 h 1163"/>
                  <a:gd name="T6" fmla="*/ 0 w 2352"/>
                  <a:gd name="T7" fmla="*/ 0 h 1163"/>
                  <a:gd name="T8" fmla="*/ 0 w 2352"/>
                  <a:gd name="T9" fmla="*/ 0 h 1163"/>
                  <a:gd name="T10" fmla="*/ 0 w 2352"/>
                  <a:gd name="T11" fmla="*/ 0 h 1163"/>
                  <a:gd name="T12" fmla="*/ 0 w 2352"/>
                  <a:gd name="T13" fmla="*/ 0 h 1163"/>
                  <a:gd name="T14" fmla="*/ 0 w 2352"/>
                  <a:gd name="T15" fmla="*/ 0 h 1163"/>
                  <a:gd name="T16" fmla="*/ 0 w 2352"/>
                  <a:gd name="T17" fmla="*/ 0 h 1163"/>
                  <a:gd name="T18" fmla="*/ 0 w 2352"/>
                  <a:gd name="T19" fmla="*/ 0 h 1163"/>
                  <a:gd name="T20" fmla="*/ 0 w 2352"/>
                  <a:gd name="T21" fmla="*/ 0 h 1163"/>
                  <a:gd name="T22" fmla="*/ 0 w 2352"/>
                  <a:gd name="T23" fmla="*/ 0 h 1163"/>
                  <a:gd name="T24" fmla="*/ 0 w 2352"/>
                  <a:gd name="T25" fmla="*/ 0 h 1163"/>
                  <a:gd name="T26" fmla="*/ 0 w 2352"/>
                  <a:gd name="T27" fmla="*/ 0 h 1163"/>
                  <a:gd name="T28" fmla="*/ 0 w 2352"/>
                  <a:gd name="T29" fmla="*/ 0 h 1163"/>
                  <a:gd name="T30" fmla="*/ 0 w 2352"/>
                  <a:gd name="T31" fmla="*/ 0 h 1163"/>
                  <a:gd name="T32" fmla="*/ 0 w 2352"/>
                  <a:gd name="T33" fmla="*/ 0 h 1163"/>
                  <a:gd name="T34" fmla="*/ 0 w 2352"/>
                  <a:gd name="T35" fmla="*/ 0 h 1163"/>
                  <a:gd name="T36" fmla="*/ 0 w 2352"/>
                  <a:gd name="T37" fmla="*/ 0 h 11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52"/>
                  <a:gd name="T58" fmla="*/ 0 h 1163"/>
                  <a:gd name="T59" fmla="*/ 2352 w 2352"/>
                  <a:gd name="T60" fmla="*/ 1163 h 11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52" h="1163">
                    <a:moveTo>
                      <a:pt x="2286" y="1163"/>
                    </a:moveTo>
                    <a:lnTo>
                      <a:pt x="1886" y="995"/>
                    </a:lnTo>
                    <a:lnTo>
                      <a:pt x="1933" y="957"/>
                    </a:lnTo>
                    <a:lnTo>
                      <a:pt x="1683" y="855"/>
                    </a:lnTo>
                    <a:lnTo>
                      <a:pt x="1571" y="855"/>
                    </a:lnTo>
                    <a:lnTo>
                      <a:pt x="1465" y="757"/>
                    </a:lnTo>
                    <a:lnTo>
                      <a:pt x="1554" y="686"/>
                    </a:lnTo>
                    <a:lnTo>
                      <a:pt x="1173" y="597"/>
                    </a:lnTo>
                    <a:lnTo>
                      <a:pt x="0" y="439"/>
                    </a:lnTo>
                    <a:lnTo>
                      <a:pt x="155" y="175"/>
                    </a:lnTo>
                    <a:lnTo>
                      <a:pt x="555" y="24"/>
                    </a:lnTo>
                    <a:lnTo>
                      <a:pt x="908" y="0"/>
                    </a:lnTo>
                    <a:lnTo>
                      <a:pt x="1313" y="80"/>
                    </a:lnTo>
                    <a:lnTo>
                      <a:pt x="1650" y="222"/>
                    </a:lnTo>
                    <a:lnTo>
                      <a:pt x="1899" y="430"/>
                    </a:lnTo>
                    <a:lnTo>
                      <a:pt x="2068" y="597"/>
                    </a:lnTo>
                    <a:lnTo>
                      <a:pt x="2223" y="813"/>
                    </a:lnTo>
                    <a:lnTo>
                      <a:pt x="2352" y="1030"/>
                    </a:lnTo>
                    <a:lnTo>
                      <a:pt x="2286" y="11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4" name="Freeform 353">
                <a:extLst>
                  <a:ext uri="{FF2B5EF4-FFF2-40B4-BE49-F238E27FC236}">
                    <a16:creationId xmlns:a16="http://schemas.microsoft.com/office/drawing/2014/main" id="{E95C15F0-017E-882A-194E-E3E04136A3B3}"/>
                  </a:ext>
                </a:extLst>
              </p:cNvPr>
              <p:cNvSpPr>
                <a:spLocks/>
              </p:cNvSpPr>
              <p:nvPr/>
            </p:nvSpPr>
            <p:spPr bwMode="auto">
              <a:xfrm>
                <a:off x="719" y="862"/>
                <a:ext cx="30" cy="37"/>
              </a:xfrm>
              <a:custGeom>
                <a:avLst/>
                <a:gdLst>
                  <a:gd name="T0" fmla="*/ 0 w 301"/>
                  <a:gd name="T1" fmla="*/ 0 h 373"/>
                  <a:gd name="T2" fmla="*/ 0 w 301"/>
                  <a:gd name="T3" fmla="*/ 0 h 373"/>
                  <a:gd name="T4" fmla="*/ 0 w 301"/>
                  <a:gd name="T5" fmla="*/ 0 h 373"/>
                  <a:gd name="T6" fmla="*/ 0 w 301"/>
                  <a:gd name="T7" fmla="*/ 0 h 373"/>
                  <a:gd name="T8" fmla="*/ 0 w 301"/>
                  <a:gd name="T9" fmla="*/ 0 h 373"/>
                  <a:gd name="T10" fmla="*/ 0 w 301"/>
                  <a:gd name="T11" fmla="*/ 0 h 373"/>
                  <a:gd name="T12" fmla="*/ 0 w 301"/>
                  <a:gd name="T13" fmla="*/ 0 h 373"/>
                  <a:gd name="T14" fmla="*/ 0 w 301"/>
                  <a:gd name="T15" fmla="*/ 0 h 373"/>
                  <a:gd name="T16" fmla="*/ 0 w 301"/>
                  <a:gd name="T17" fmla="*/ 0 h 373"/>
                  <a:gd name="T18" fmla="*/ 0 w 301"/>
                  <a:gd name="T19" fmla="*/ 0 h 373"/>
                  <a:gd name="T20" fmla="*/ 0 w 301"/>
                  <a:gd name="T21" fmla="*/ 0 h 373"/>
                  <a:gd name="T22" fmla="*/ 0 w 301"/>
                  <a:gd name="T23" fmla="*/ 0 h 373"/>
                  <a:gd name="T24" fmla="*/ 0 w 301"/>
                  <a:gd name="T25" fmla="*/ 0 h 373"/>
                  <a:gd name="T26" fmla="*/ 0 w 301"/>
                  <a:gd name="T27" fmla="*/ 0 h 37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01"/>
                  <a:gd name="T43" fmla="*/ 0 h 373"/>
                  <a:gd name="T44" fmla="*/ 301 w 301"/>
                  <a:gd name="T45" fmla="*/ 373 h 37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01" h="373">
                    <a:moveTo>
                      <a:pt x="301" y="151"/>
                    </a:moveTo>
                    <a:lnTo>
                      <a:pt x="178" y="67"/>
                    </a:lnTo>
                    <a:lnTo>
                      <a:pt x="178" y="0"/>
                    </a:lnTo>
                    <a:lnTo>
                      <a:pt x="26" y="26"/>
                    </a:lnTo>
                    <a:lnTo>
                      <a:pt x="0" y="214"/>
                    </a:lnTo>
                    <a:lnTo>
                      <a:pt x="163" y="96"/>
                    </a:lnTo>
                    <a:lnTo>
                      <a:pt x="220" y="142"/>
                    </a:lnTo>
                    <a:lnTo>
                      <a:pt x="107" y="231"/>
                    </a:lnTo>
                    <a:lnTo>
                      <a:pt x="107" y="335"/>
                    </a:lnTo>
                    <a:lnTo>
                      <a:pt x="282" y="373"/>
                    </a:lnTo>
                    <a:lnTo>
                      <a:pt x="251" y="303"/>
                    </a:lnTo>
                    <a:lnTo>
                      <a:pt x="251" y="265"/>
                    </a:lnTo>
                    <a:lnTo>
                      <a:pt x="301" y="206"/>
                    </a:lnTo>
                    <a:lnTo>
                      <a:pt x="301" y="1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5" name="Line 354">
                <a:extLst>
                  <a:ext uri="{FF2B5EF4-FFF2-40B4-BE49-F238E27FC236}">
                    <a16:creationId xmlns:a16="http://schemas.microsoft.com/office/drawing/2014/main" id="{C4E2EBBF-189A-A076-E763-5292D4035C96}"/>
                  </a:ext>
                </a:extLst>
              </p:cNvPr>
              <p:cNvSpPr>
                <a:spLocks noChangeShapeType="1"/>
              </p:cNvSpPr>
              <p:nvPr/>
            </p:nvSpPr>
            <p:spPr bwMode="auto">
              <a:xfrm>
                <a:off x="770" y="872"/>
                <a:ext cx="6" cy="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96" name="Line 355">
                <a:extLst>
                  <a:ext uri="{FF2B5EF4-FFF2-40B4-BE49-F238E27FC236}">
                    <a16:creationId xmlns:a16="http://schemas.microsoft.com/office/drawing/2014/main" id="{4136AB8B-8033-6CFC-5A5D-C3D3CFC9A44E}"/>
                  </a:ext>
                </a:extLst>
              </p:cNvPr>
              <p:cNvSpPr>
                <a:spLocks noChangeShapeType="1"/>
              </p:cNvSpPr>
              <p:nvPr/>
            </p:nvSpPr>
            <p:spPr bwMode="auto">
              <a:xfrm>
                <a:off x="777" y="878"/>
                <a:ext cx="7" cy="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97" name="Line 356">
                <a:extLst>
                  <a:ext uri="{FF2B5EF4-FFF2-40B4-BE49-F238E27FC236}">
                    <a16:creationId xmlns:a16="http://schemas.microsoft.com/office/drawing/2014/main" id="{F76DC546-9904-D1C1-63C6-DFC0B9F421A4}"/>
                  </a:ext>
                </a:extLst>
              </p:cNvPr>
              <p:cNvSpPr>
                <a:spLocks noChangeShapeType="1"/>
              </p:cNvSpPr>
              <p:nvPr/>
            </p:nvSpPr>
            <p:spPr bwMode="auto">
              <a:xfrm>
                <a:off x="786" y="891"/>
                <a:ext cx="4" cy="2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98" name="Line 357">
                <a:extLst>
                  <a:ext uri="{FF2B5EF4-FFF2-40B4-BE49-F238E27FC236}">
                    <a16:creationId xmlns:a16="http://schemas.microsoft.com/office/drawing/2014/main" id="{1567694E-BC63-3390-E925-644DF22F5698}"/>
                  </a:ext>
                </a:extLst>
              </p:cNvPr>
              <p:cNvSpPr>
                <a:spLocks noChangeShapeType="1"/>
              </p:cNvSpPr>
              <p:nvPr/>
            </p:nvSpPr>
            <p:spPr bwMode="auto">
              <a:xfrm>
                <a:off x="794" y="901"/>
                <a:ext cx="3" cy="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99" name="Freeform 358">
                <a:extLst>
                  <a:ext uri="{FF2B5EF4-FFF2-40B4-BE49-F238E27FC236}">
                    <a16:creationId xmlns:a16="http://schemas.microsoft.com/office/drawing/2014/main" id="{3D05272F-B455-BB36-9ED4-F29D2208842A}"/>
                  </a:ext>
                </a:extLst>
              </p:cNvPr>
              <p:cNvSpPr>
                <a:spLocks/>
              </p:cNvSpPr>
              <p:nvPr/>
            </p:nvSpPr>
            <p:spPr bwMode="auto">
              <a:xfrm>
                <a:off x="669" y="930"/>
                <a:ext cx="62" cy="105"/>
              </a:xfrm>
              <a:custGeom>
                <a:avLst/>
                <a:gdLst>
                  <a:gd name="T0" fmla="*/ 0 w 618"/>
                  <a:gd name="T1" fmla="*/ 0 h 1047"/>
                  <a:gd name="T2" fmla="*/ 0 w 618"/>
                  <a:gd name="T3" fmla="*/ 0 h 1047"/>
                  <a:gd name="T4" fmla="*/ 0 w 618"/>
                  <a:gd name="T5" fmla="*/ 0 h 1047"/>
                  <a:gd name="T6" fmla="*/ 0 w 618"/>
                  <a:gd name="T7" fmla="*/ 0 h 1047"/>
                  <a:gd name="T8" fmla="*/ 0 w 618"/>
                  <a:gd name="T9" fmla="*/ 0 h 1047"/>
                  <a:gd name="T10" fmla="*/ 0 w 618"/>
                  <a:gd name="T11" fmla="*/ 0 h 1047"/>
                  <a:gd name="T12" fmla="*/ 0 w 618"/>
                  <a:gd name="T13" fmla="*/ 0 h 1047"/>
                  <a:gd name="T14" fmla="*/ 0 w 618"/>
                  <a:gd name="T15" fmla="*/ 0 h 1047"/>
                  <a:gd name="T16" fmla="*/ 0 w 618"/>
                  <a:gd name="T17" fmla="*/ 0 h 1047"/>
                  <a:gd name="T18" fmla="*/ 0 w 618"/>
                  <a:gd name="T19" fmla="*/ 0 h 1047"/>
                  <a:gd name="T20" fmla="*/ 0 w 618"/>
                  <a:gd name="T21" fmla="*/ 0 h 1047"/>
                  <a:gd name="T22" fmla="*/ 0 w 618"/>
                  <a:gd name="T23" fmla="*/ 0 h 1047"/>
                  <a:gd name="T24" fmla="*/ 0 w 618"/>
                  <a:gd name="T25" fmla="*/ 0 h 1047"/>
                  <a:gd name="T26" fmla="*/ 0 w 618"/>
                  <a:gd name="T27" fmla="*/ 0 h 10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8"/>
                  <a:gd name="T43" fmla="*/ 0 h 1047"/>
                  <a:gd name="T44" fmla="*/ 618 w 618"/>
                  <a:gd name="T45" fmla="*/ 1047 h 104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8" h="1047">
                    <a:moveTo>
                      <a:pt x="46" y="18"/>
                    </a:moveTo>
                    <a:lnTo>
                      <a:pt x="46" y="114"/>
                    </a:lnTo>
                    <a:lnTo>
                      <a:pt x="71" y="267"/>
                    </a:lnTo>
                    <a:lnTo>
                      <a:pt x="144" y="458"/>
                    </a:lnTo>
                    <a:lnTo>
                      <a:pt x="218" y="591"/>
                    </a:lnTo>
                    <a:lnTo>
                      <a:pt x="313" y="712"/>
                    </a:lnTo>
                    <a:lnTo>
                      <a:pt x="618" y="1047"/>
                    </a:lnTo>
                    <a:lnTo>
                      <a:pt x="235" y="656"/>
                    </a:lnTo>
                    <a:lnTo>
                      <a:pt x="144" y="515"/>
                    </a:lnTo>
                    <a:lnTo>
                      <a:pt x="57" y="329"/>
                    </a:lnTo>
                    <a:lnTo>
                      <a:pt x="8" y="176"/>
                    </a:lnTo>
                    <a:lnTo>
                      <a:pt x="0" y="74"/>
                    </a:lnTo>
                    <a:lnTo>
                      <a:pt x="0" y="0"/>
                    </a:lnTo>
                    <a:lnTo>
                      <a:pt x="46"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0" name="Freeform 359">
                <a:extLst>
                  <a:ext uri="{FF2B5EF4-FFF2-40B4-BE49-F238E27FC236}">
                    <a16:creationId xmlns:a16="http://schemas.microsoft.com/office/drawing/2014/main" id="{56D4CEF0-BB7D-5190-4B3F-FA35D0532EDF}"/>
                  </a:ext>
                </a:extLst>
              </p:cNvPr>
              <p:cNvSpPr>
                <a:spLocks/>
              </p:cNvSpPr>
              <p:nvPr/>
            </p:nvSpPr>
            <p:spPr bwMode="auto">
              <a:xfrm>
                <a:off x="482" y="935"/>
                <a:ext cx="192" cy="136"/>
              </a:xfrm>
              <a:custGeom>
                <a:avLst/>
                <a:gdLst>
                  <a:gd name="T0" fmla="*/ 0 w 1917"/>
                  <a:gd name="T1" fmla="*/ 0 h 1359"/>
                  <a:gd name="T2" fmla="*/ 0 w 1917"/>
                  <a:gd name="T3" fmla="*/ 0 h 1359"/>
                  <a:gd name="T4" fmla="*/ 0 w 1917"/>
                  <a:gd name="T5" fmla="*/ 0 h 1359"/>
                  <a:gd name="T6" fmla="*/ 0 w 1917"/>
                  <a:gd name="T7" fmla="*/ 0 h 1359"/>
                  <a:gd name="T8" fmla="*/ 0 w 1917"/>
                  <a:gd name="T9" fmla="*/ 0 h 1359"/>
                  <a:gd name="T10" fmla="*/ 0 w 1917"/>
                  <a:gd name="T11" fmla="*/ 0 h 1359"/>
                  <a:gd name="T12" fmla="*/ 0 w 1917"/>
                  <a:gd name="T13" fmla="*/ 0 h 1359"/>
                  <a:gd name="T14" fmla="*/ 0 w 1917"/>
                  <a:gd name="T15" fmla="*/ 0 h 1359"/>
                  <a:gd name="T16" fmla="*/ 0 w 1917"/>
                  <a:gd name="T17" fmla="*/ 0 h 1359"/>
                  <a:gd name="T18" fmla="*/ 0 w 1917"/>
                  <a:gd name="T19" fmla="*/ 0 h 1359"/>
                  <a:gd name="T20" fmla="*/ 0 w 1917"/>
                  <a:gd name="T21" fmla="*/ 0 h 1359"/>
                  <a:gd name="T22" fmla="*/ 0 w 1917"/>
                  <a:gd name="T23" fmla="*/ 0 h 1359"/>
                  <a:gd name="T24" fmla="*/ 0 w 1917"/>
                  <a:gd name="T25" fmla="*/ 0 h 1359"/>
                  <a:gd name="T26" fmla="*/ 0 w 1917"/>
                  <a:gd name="T27" fmla="*/ 0 h 1359"/>
                  <a:gd name="T28" fmla="*/ 0 w 1917"/>
                  <a:gd name="T29" fmla="*/ 0 h 1359"/>
                  <a:gd name="T30" fmla="*/ 0 w 1917"/>
                  <a:gd name="T31" fmla="*/ 0 h 1359"/>
                  <a:gd name="T32" fmla="*/ 0 w 1917"/>
                  <a:gd name="T33" fmla="*/ 0 h 1359"/>
                  <a:gd name="T34" fmla="*/ 0 w 1917"/>
                  <a:gd name="T35" fmla="*/ 0 h 1359"/>
                  <a:gd name="T36" fmla="*/ 0 w 1917"/>
                  <a:gd name="T37" fmla="*/ 0 h 1359"/>
                  <a:gd name="T38" fmla="*/ 0 w 1917"/>
                  <a:gd name="T39" fmla="*/ 0 h 1359"/>
                  <a:gd name="T40" fmla="*/ 0 w 1917"/>
                  <a:gd name="T41" fmla="*/ 0 h 1359"/>
                  <a:gd name="T42" fmla="*/ 0 w 1917"/>
                  <a:gd name="T43" fmla="*/ 0 h 1359"/>
                  <a:gd name="T44" fmla="*/ 0 w 1917"/>
                  <a:gd name="T45" fmla="*/ 0 h 1359"/>
                  <a:gd name="T46" fmla="*/ 0 w 1917"/>
                  <a:gd name="T47" fmla="*/ 0 h 1359"/>
                  <a:gd name="T48" fmla="*/ 0 w 1917"/>
                  <a:gd name="T49" fmla="*/ 0 h 1359"/>
                  <a:gd name="T50" fmla="*/ 0 w 1917"/>
                  <a:gd name="T51" fmla="*/ 0 h 1359"/>
                  <a:gd name="T52" fmla="*/ 0 w 1917"/>
                  <a:gd name="T53" fmla="*/ 0 h 1359"/>
                  <a:gd name="T54" fmla="*/ 0 w 1917"/>
                  <a:gd name="T55" fmla="*/ 0 h 1359"/>
                  <a:gd name="T56" fmla="*/ 0 w 1917"/>
                  <a:gd name="T57" fmla="*/ 0 h 1359"/>
                  <a:gd name="T58" fmla="*/ 0 w 1917"/>
                  <a:gd name="T59" fmla="*/ 0 h 135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917"/>
                  <a:gd name="T91" fmla="*/ 0 h 1359"/>
                  <a:gd name="T92" fmla="*/ 1917 w 1917"/>
                  <a:gd name="T93" fmla="*/ 1359 h 1359"/>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917" h="1359">
                    <a:moveTo>
                      <a:pt x="1724" y="0"/>
                    </a:moveTo>
                    <a:lnTo>
                      <a:pt x="1566" y="178"/>
                    </a:lnTo>
                    <a:lnTo>
                      <a:pt x="1533" y="315"/>
                    </a:lnTo>
                    <a:lnTo>
                      <a:pt x="1533" y="475"/>
                    </a:lnTo>
                    <a:lnTo>
                      <a:pt x="1628" y="790"/>
                    </a:lnTo>
                    <a:lnTo>
                      <a:pt x="1851" y="1233"/>
                    </a:lnTo>
                    <a:lnTo>
                      <a:pt x="1917" y="1359"/>
                    </a:lnTo>
                    <a:lnTo>
                      <a:pt x="1448" y="893"/>
                    </a:lnTo>
                    <a:lnTo>
                      <a:pt x="1641" y="1033"/>
                    </a:lnTo>
                    <a:lnTo>
                      <a:pt x="1641" y="893"/>
                    </a:lnTo>
                    <a:lnTo>
                      <a:pt x="1555" y="684"/>
                    </a:lnTo>
                    <a:lnTo>
                      <a:pt x="1512" y="538"/>
                    </a:lnTo>
                    <a:lnTo>
                      <a:pt x="1491" y="377"/>
                    </a:lnTo>
                    <a:lnTo>
                      <a:pt x="1395" y="411"/>
                    </a:lnTo>
                    <a:lnTo>
                      <a:pt x="1428" y="589"/>
                    </a:lnTo>
                    <a:lnTo>
                      <a:pt x="1182" y="517"/>
                    </a:lnTo>
                    <a:lnTo>
                      <a:pt x="906" y="631"/>
                    </a:lnTo>
                    <a:lnTo>
                      <a:pt x="1106" y="790"/>
                    </a:lnTo>
                    <a:lnTo>
                      <a:pt x="542" y="695"/>
                    </a:lnTo>
                    <a:lnTo>
                      <a:pt x="182" y="832"/>
                    </a:lnTo>
                    <a:lnTo>
                      <a:pt x="0" y="946"/>
                    </a:lnTo>
                    <a:lnTo>
                      <a:pt x="225" y="769"/>
                    </a:lnTo>
                    <a:lnTo>
                      <a:pt x="415" y="631"/>
                    </a:lnTo>
                    <a:lnTo>
                      <a:pt x="511" y="631"/>
                    </a:lnTo>
                    <a:lnTo>
                      <a:pt x="629" y="485"/>
                    </a:lnTo>
                    <a:lnTo>
                      <a:pt x="939" y="422"/>
                    </a:lnTo>
                    <a:lnTo>
                      <a:pt x="1150" y="315"/>
                    </a:lnTo>
                    <a:lnTo>
                      <a:pt x="1375" y="315"/>
                    </a:lnTo>
                    <a:lnTo>
                      <a:pt x="1595" y="93"/>
                    </a:lnTo>
                    <a:lnTo>
                      <a:pt x="17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1" name="Freeform 360">
                <a:extLst>
                  <a:ext uri="{FF2B5EF4-FFF2-40B4-BE49-F238E27FC236}">
                    <a16:creationId xmlns:a16="http://schemas.microsoft.com/office/drawing/2014/main" id="{3131107E-850F-0CE0-F565-A6048B789493}"/>
                  </a:ext>
                </a:extLst>
              </p:cNvPr>
              <p:cNvSpPr>
                <a:spLocks/>
              </p:cNvSpPr>
              <p:nvPr/>
            </p:nvSpPr>
            <p:spPr bwMode="auto">
              <a:xfrm>
                <a:off x="637" y="1050"/>
                <a:ext cx="131" cy="326"/>
              </a:xfrm>
              <a:custGeom>
                <a:avLst/>
                <a:gdLst>
                  <a:gd name="T0" fmla="*/ 0 w 1308"/>
                  <a:gd name="T1" fmla="*/ 0 h 3264"/>
                  <a:gd name="T2" fmla="*/ 0 w 1308"/>
                  <a:gd name="T3" fmla="*/ 0 h 3264"/>
                  <a:gd name="T4" fmla="*/ 0 w 1308"/>
                  <a:gd name="T5" fmla="*/ 0 h 3264"/>
                  <a:gd name="T6" fmla="*/ 0 w 1308"/>
                  <a:gd name="T7" fmla="*/ 0 h 3264"/>
                  <a:gd name="T8" fmla="*/ 0 w 1308"/>
                  <a:gd name="T9" fmla="*/ 0 h 3264"/>
                  <a:gd name="T10" fmla="*/ 0 w 1308"/>
                  <a:gd name="T11" fmla="*/ 0 h 3264"/>
                  <a:gd name="T12" fmla="*/ 0 w 1308"/>
                  <a:gd name="T13" fmla="*/ 0 h 3264"/>
                  <a:gd name="T14" fmla="*/ 0 w 1308"/>
                  <a:gd name="T15" fmla="*/ 0 h 3264"/>
                  <a:gd name="T16" fmla="*/ 0 w 1308"/>
                  <a:gd name="T17" fmla="*/ 0 h 3264"/>
                  <a:gd name="T18" fmla="*/ 0 w 1308"/>
                  <a:gd name="T19" fmla="*/ 0 h 3264"/>
                  <a:gd name="T20" fmla="*/ 0 w 1308"/>
                  <a:gd name="T21" fmla="*/ 0 h 3264"/>
                  <a:gd name="T22" fmla="*/ 0 w 1308"/>
                  <a:gd name="T23" fmla="*/ 0 h 3264"/>
                  <a:gd name="T24" fmla="*/ 0 w 1308"/>
                  <a:gd name="T25" fmla="*/ 0 h 3264"/>
                  <a:gd name="T26" fmla="*/ 0 w 1308"/>
                  <a:gd name="T27" fmla="*/ 0 h 3264"/>
                  <a:gd name="T28" fmla="*/ 0 w 1308"/>
                  <a:gd name="T29" fmla="*/ 0 h 3264"/>
                  <a:gd name="T30" fmla="*/ 0 w 1308"/>
                  <a:gd name="T31" fmla="*/ 0 h 3264"/>
                  <a:gd name="T32" fmla="*/ 0 w 1308"/>
                  <a:gd name="T33" fmla="*/ 0 h 3264"/>
                  <a:gd name="T34" fmla="*/ 0 w 1308"/>
                  <a:gd name="T35" fmla="*/ 0 h 3264"/>
                  <a:gd name="T36" fmla="*/ 0 w 1308"/>
                  <a:gd name="T37" fmla="*/ 0 h 3264"/>
                  <a:gd name="T38" fmla="*/ 0 w 1308"/>
                  <a:gd name="T39" fmla="*/ 0 h 3264"/>
                  <a:gd name="T40" fmla="*/ 0 w 1308"/>
                  <a:gd name="T41" fmla="*/ 0 h 3264"/>
                  <a:gd name="T42" fmla="*/ 0 w 1308"/>
                  <a:gd name="T43" fmla="*/ 0 h 3264"/>
                  <a:gd name="T44" fmla="*/ 0 w 1308"/>
                  <a:gd name="T45" fmla="*/ 0 h 3264"/>
                  <a:gd name="T46" fmla="*/ 0 w 1308"/>
                  <a:gd name="T47" fmla="*/ 0 h 3264"/>
                  <a:gd name="T48" fmla="*/ 0 w 1308"/>
                  <a:gd name="T49" fmla="*/ 0 h 3264"/>
                  <a:gd name="T50" fmla="*/ 0 w 1308"/>
                  <a:gd name="T51" fmla="*/ 0 h 3264"/>
                  <a:gd name="T52" fmla="*/ 0 w 1308"/>
                  <a:gd name="T53" fmla="*/ 0 h 3264"/>
                  <a:gd name="T54" fmla="*/ 0 w 1308"/>
                  <a:gd name="T55" fmla="*/ 0 h 3264"/>
                  <a:gd name="T56" fmla="*/ 0 w 1308"/>
                  <a:gd name="T57" fmla="*/ 0 h 3264"/>
                  <a:gd name="T58" fmla="*/ 0 w 1308"/>
                  <a:gd name="T59" fmla="*/ 0 h 3264"/>
                  <a:gd name="T60" fmla="*/ 0 w 1308"/>
                  <a:gd name="T61" fmla="*/ 0 h 3264"/>
                  <a:gd name="T62" fmla="*/ 0 w 1308"/>
                  <a:gd name="T63" fmla="*/ 0 h 3264"/>
                  <a:gd name="T64" fmla="*/ 0 w 1308"/>
                  <a:gd name="T65" fmla="*/ 0 h 3264"/>
                  <a:gd name="T66" fmla="*/ 0 w 1308"/>
                  <a:gd name="T67" fmla="*/ 0 h 3264"/>
                  <a:gd name="T68" fmla="*/ 0 w 1308"/>
                  <a:gd name="T69" fmla="*/ 0 h 3264"/>
                  <a:gd name="T70" fmla="*/ 0 w 1308"/>
                  <a:gd name="T71" fmla="*/ 0 h 3264"/>
                  <a:gd name="T72" fmla="*/ 0 w 1308"/>
                  <a:gd name="T73" fmla="*/ 0 h 3264"/>
                  <a:gd name="T74" fmla="*/ 0 w 1308"/>
                  <a:gd name="T75" fmla="*/ 0 h 3264"/>
                  <a:gd name="T76" fmla="*/ 0 w 1308"/>
                  <a:gd name="T77" fmla="*/ 0 h 3264"/>
                  <a:gd name="T78" fmla="*/ 0 w 1308"/>
                  <a:gd name="T79" fmla="*/ 0 h 3264"/>
                  <a:gd name="T80" fmla="*/ 0 w 1308"/>
                  <a:gd name="T81" fmla="*/ 0 h 3264"/>
                  <a:gd name="T82" fmla="*/ 0 w 1308"/>
                  <a:gd name="T83" fmla="*/ 0 h 326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308"/>
                  <a:gd name="T127" fmla="*/ 0 h 3264"/>
                  <a:gd name="T128" fmla="*/ 1308 w 1308"/>
                  <a:gd name="T129" fmla="*/ 3264 h 326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308" h="3264">
                    <a:moveTo>
                      <a:pt x="1097" y="19"/>
                    </a:moveTo>
                    <a:lnTo>
                      <a:pt x="1033" y="145"/>
                    </a:lnTo>
                    <a:lnTo>
                      <a:pt x="1033" y="325"/>
                    </a:lnTo>
                    <a:lnTo>
                      <a:pt x="1075" y="451"/>
                    </a:lnTo>
                    <a:lnTo>
                      <a:pt x="1213" y="461"/>
                    </a:lnTo>
                    <a:lnTo>
                      <a:pt x="1279" y="178"/>
                    </a:lnTo>
                    <a:lnTo>
                      <a:pt x="1308" y="220"/>
                    </a:lnTo>
                    <a:lnTo>
                      <a:pt x="1222" y="558"/>
                    </a:lnTo>
                    <a:lnTo>
                      <a:pt x="1075" y="589"/>
                    </a:lnTo>
                    <a:lnTo>
                      <a:pt x="946" y="872"/>
                    </a:lnTo>
                    <a:lnTo>
                      <a:pt x="893" y="1094"/>
                    </a:lnTo>
                    <a:lnTo>
                      <a:pt x="873" y="1347"/>
                    </a:lnTo>
                    <a:lnTo>
                      <a:pt x="926" y="1967"/>
                    </a:lnTo>
                    <a:lnTo>
                      <a:pt x="946" y="2484"/>
                    </a:lnTo>
                    <a:lnTo>
                      <a:pt x="926" y="2875"/>
                    </a:lnTo>
                    <a:lnTo>
                      <a:pt x="893" y="3264"/>
                    </a:lnTo>
                    <a:lnTo>
                      <a:pt x="500" y="3264"/>
                    </a:lnTo>
                    <a:lnTo>
                      <a:pt x="648" y="3137"/>
                    </a:lnTo>
                    <a:lnTo>
                      <a:pt x="853" y="2695"/>
                    </a:lnTo>
                    <a:lnTo>
                      <a:pt x="862" y="2380"/>
                    </a:lnTo>
                    <a:lnTo>
                      <a:pt x="693" y="2210"/>
                    </a:lnTo>
                    <a:lnTo>
                      <a:pt x="564" y="2255"/>
                    </a:lnTo>
                    <a:lnTo>
                      <a:pt x="775" y="1715"/>
                    </a:lnTo>
                    <a:lnTo>
                      <a:pt x="806" y="1126"/>
                    </a:lnTo>
                    <a:lnTo>
                      <a:pt x="936" y="578"/>
                    </a:lnTo>
                    <a:lnTo>
                      <a:pt x="754" y="789"/>
                    </a:lnTo>
                    <a:lnTo>
                      <a:pt x="553" y="925"/>
                    </a:lnTo>
                    <a:lnTo>
                      <a:pt x="351" y="1000"/>
                    </a:lnTo>
                    <a:lnTo>
                      <a:pt x="169" y="1022"/>
                    </a:lnTo>
                    <a:lnTo>
                      <a:pt x="11" y="1000"/>
                    </a:lnTo>
                    <a:lnTo>
                      <a:pt x="0" y="976"/>
                    </a:lnTo>
                    <a:lnTo>
                      <a:pt x="140" y="936"/>
                    </a:lnTo>
                    <a:lnTo>
                      <a:pt x="307" y="853"/>
                    </a:lnTo>
                    <a:lnTo>
                      <a:pt x="468" y="726"/>
                    </a:lnTo>
                    <a:lnTo>
                      <a:pt x="626" y="548"/>
                    </a:lnTo>
                    <a:lnTo>
                      <a:pt x="724" y="367"/>
                    </a:lnTo>
                    <a:lnTo>
                      <a:pt x="806" y="178"/>
                    </a:lnTo>
                    <a:lnTo>
                      <a:pt x="479" y="356"/>
                    </a:lnTo>
                    <a:lnTo>
                      <a:pt x="457" y="305"/>
                    </a:lnTo>
                    <a:lnTo>
                      <a:pt x="764" y="127"/>
                    </a:lnTo>
                    <a:lnTo>
                      <a:pt x="1086" y="0"/>
                    </a:lnTo>
                    <a:lnTo>
                      <a:pt x="1097"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2" name="Freeform 361">
                <a:extLst>
                  <a:ext uri="{FF2B5EF4-FFF2-40B4-BE49-F238E27FC236}">
                    <a16:creationId xmlns:a16="http://schemas.microsoft.com/office/drawing/2014/main" id="{0A17D1B8-4E45-3E42-EFF9-8C80A9CB37A9}"/>
                  </a:ext>
                </a:extLst>
              </p:cNvPr>
              <p:cNvSpPr>
                <a:spLocks/>
              </p:cNvSpPr>
              <p:nvPr/>
            </p:nvSpPr>
            <p:spPr bwMode="auto">
              <a:xfrm>
                <a:off x="777" y="1023"/>
                <a:ext cx="16" cy="48"/>
              </a:xfrm>
              <a:custGeom>
                <a:avLst/>
                <a:gdLst>
                  <a:gd name="T0" fmla="*/ 0 w 161"/>
                  <a:gd name="T1" fmla="*/ 0 h 476"/>
                  <a:gd name="T2" fmla="*/ 0 w 161"/>
                  <a:gd name="T3" fmla="*/ 0 h 476"/>
                  <a:gd name="T4" fmla="*/ 0 w 161"/>
                  <a:gd name="T5" fmla="*/ 0 h 476"/>
                  <a:gd name="T6" fmla="*/ 0 w 161"/>
                  <a:gd name="T7" fmla="*/ 0 h 476"/>
                  <a:gd name="T8" fmla="*/ 0 w 161"/>
                  <a:gd name="T9" fmla="*/ 0 h 476"/>
                  <a:gd name="T10" fmla="*/ 0 w 161"/>
                  <a:gd name="T11" fmla="*/ 0 h 476"/>
                  <a:gd name="T12" fmla="*/ 0 60000 65536"/>
                  <a:gd name="T13" fmla="*/ 0 60000 65536"/>
                  <a:gd name="T14" fmla="*/ 0 60000 65536"/>
                  <a:gd name="T15" fmla="*/ 0 60000 65536"/>
                  <a:gd name="T16" fmla="*/ 0 60000 65536"/>
                  <a:gd name="T17" fmla="*/ 0 60000 65536"/>
                  <a:gd name="T18" fmla="*/ 0 w 161"/>
                  <a:gd name="T19" fmla="*/ 0 h 476"/>
                  <a:gd name="T20" fmla="*/ 161 w 161"/>
                  <a:gd name="T21" fmla="*/ 476 h 476"/>
                </a:gdLst>
                <a:ahLst/>
                <a:cxnLst>
                  <a:cxn ang="T12">
                    <a:pos x="T0" y="T1"/>
                  </a:cxn>
                  <a:cxn ang="T13">
                    <a:pos x="T2" y="T3"/>
                  </a:cxn>
                  <a:cxn ang="T14">
                    <a:pos x="T4" y="T5"/>
                  </a:cxn>
                  <a:cxn ang="T15">
                    <a:pos x="T6" y="T7"/>
                  </a:cxn>
                  <a:cxn ang="T16">
                    <a:pos x="T8" y="T9"/>
                  </a:cxn>
                  <a:cxn ang="T17">
                    <a:pos x="T10" y="T11"/>
                  </a:cxn>
                </a:cxnLst>
                <a:rect l="T18" t="T19" r="T20" b="T21"/>
                <a:pathLst>
                  <a:path w="161" h="476">
                    <a:moveTo>
                      <a:pt x="44" y="87"/>
                    </a:moveTo>
                    <a:lnTo>
                      <a:pt x="108" y="170"/>
                    </a:lnTo>
                    <a:lnTo>
                      <a:pt x="0" y="476"/>
                    </a:lnTo>
                    <a:lnTo>
                      <a:pt x="161" y="127"/>
                    </a:lnTo>
                    <a:lnTo>
                      <a:pt x="161" y="0"/>
                    </a:lnTo>
                    <a:lnTo>
                      <a:pt x="44" y="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3" name="Freeform 362">
                <a:extLst>
                  <a:ext uri="{FF2B5EF4-FFF2-40B4-BE49-F238E27FC236}">
                    <a16:creationId xmlns:a16="http://schemas.microsoft.com/office/drawing/2014/main" id="{095349E5-7F20-A94A-C080-1FB0EA500FF9}"/>
                  </a:ext>
                </a:extLst>
              </p:cNvPr>
              <p:cNvSpPr>
                <a:spLocks/>
              </p:cNvSpPr>
              <p:nvPr/>
            </p:nvSpPr>
            <p:spPr bwMode="auto">
              <a:xfrm>
                <a:off x="801" y="1035"/>
                <a:ext cx="38" cy="102"/>
              </a:xfrm>
              <a:custGeom>
                <a:avLst/>
                <a:gdLst>
                  <a:gd name="T0" fmla="*/ 0 w 384"/>
                  <a:gd name="T1" fmla="*/ 0 h 1023"/>
                  <a:gd name="T2" fmla="*/ 0 w 384"/>
                  <a:gd name="T3" fmla="*/ 0 h 1023"/>
                  <a:gd name="T4" fmla="*/ 0 w 384"/>
                  <a:gd name="T5" fmla="*/ 0 h 1023"/>
                  <a:gd name="T6" fmla="*/ 0 w 384"/>
                  <a:gd name="T7" fmla="*/ 0 h 1023"/>
                  <a:gd name="T8" fmla="*/ 0 w 384"/>
                  <a:gd name="T9" fmla="*/ 0 h 1023"/>
                  <a:gd name="T10" fmla="*/ 0 w 384"/>
                  <a:gd name="T11" fmla="*/ 0 h 1023"/>
                  <a:gd name="T12" fmla="*/ 0 w 384"/>
                  <a:gd name="T13" fmla="*/ 0 h 1023"/>
                  <a:gd name="T14" fmla="*/ 0 w 384"/>
                  <a:gd name="T15" fmla="*/ 0 h 1023"/>
                  <a:gd name="T16" fmla="*/ 0 w 384"/>
                  <a:gd name="T17" fmla="*/ 0 h 1023"/>
                  <a:gd name="T18" fmla="*/ 0 w 384"/>
                  <a:gd name="T19" fmla="*/ 0 h 1023"/>
                  <a:gd name="T20" fmla="*/ 0 w 384"/>
                  <a:gd name="T21" fmla="*/ 0 h 1023"/>
                  <a:gd name="T22" fmla="*/ 0 w 384"/>
                  <a:gd name="T23" fmla="*/ 0 h 1023"/>
                  <a:gd name="T24" fmla="*/ 0 w 384"/>
                  <a:gd name="T25" fmla="*/ 0 h 1023"/>
                  <a:gd name="T26" fmla="*/ 0 w 384"/>
                  <a:gd name="T27" fmla="*/ 0 h 1023"/>
                  <a:gd name="T28" fmla="*/ 0 w 384"/>
                  <a:gd name="T29" fmla="*/ 0 h 1023"/>
                  <a:gd name="T30" fmla="*/ 0 w 384"/>
                  <a:gd name="T31" fmla="*/ 0 h 1023"/>
                  <a:gd name="T32" fmla="*/ 0 w 384"/>
                  <a:gd name="T33" fmla="*/ 0 h 10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84"/>
                  <a:gd name="T52" fmla="*/ 0 h 1023"/>
                  <a:gd name="T53" fmla="*/ 384 w 384"/>
                  <a:gd name="T54" fmla="*/ 1023 h 102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84" h="1023">
                    <a:moveTo>
                      <a:pt x="84" y="0"/>
                    </a:moveTo>
                    <a:lnTo>
                      <a:pt x="127" y="96"/>
                    </a:lnTo>
                    <a:lnTo>
                      <a:pt x="53" y="203"/>
                    </a:lnTo>
                    <a:lnTo>
                      <a:pt x="11" y="307"/>
                    </a:lnTo>
                    <a:lnTo>
                      <a:pt x="0" y="445"/>
                    </a:lnTo>
                    <a:lnTo>
                      <a:pt x="11" y="591"/>
                    </a:lnTo>
                    <a:lnTo>
                      <a:pt x="31" y="760"/>
                    </a:lnTo>
                    <a:lnTo>
                      <a:pt x="127" y="1023"/>
                    </a:lnTo>
                    <a:lnTo>
                      <a:pt x="53" y="803"/>
                    </a:lnTo>
                    <a:lnTo>
                      <a:pt x="53" y="689"/>
                    </a:lnTo>
                    <a:lnTo>
                      <a:pt x="84" y="538"/>
                    </a:lnTo>
                    <a:lnTo>
                      <a:pt x="169" y="360"/>
                    </a:lnTo>
                    <a:lnTo>
                      <a:pt x="256" y="244"/>
                    </a:lnTo>
                    <a:lnTo>
                      <a:pt x="351" y="127"/>
                    </a:lnTo>
                    <a:lnTo>
                      <a:pt x="384" y="107"/>
                    </a:lnTo>
                    <a:lnTo>
                      <a:pt x="296" y="11"/>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4" name="Freeform 363">
                <a:extLst>
                  <a:ext uri="{FF2B5EF4-FFF2-40B4-BE49-F238E27FC236}">
                    <a16:creationId xmlns:a16="http://schemas.microsoft.com/office/drawing/2014/main" id="{9C785C51-4A4D-6D9F-F7CB-7DFF3B5B47D4}"/>
                  </a:ext>
                </a:extLst>
              </p:cNvPr>
              <p:cNvSpPr>
                <a:spLocks/>
              </p:cNvSpPr>
              <p:nvPr/>
            </p:nvSpPr>
            <p:spPr bwMode="auto">
              <a:xfrm>
                <a:off x="567" y="1062"/>
                <a:ext cx="41" cy="214"/>
              </a:xfrm>
              <a:custGeom>
                <a:avLst/>
                <a:gdLst>
                  <a:gd name="T0" fmla="*/ 0 w 416"/>
                  <a:gd name="T1" fmla="*/ 0 h 2150"/>
                  <a:gd name="T2" fmla="*/ 0 w 416"/>
                  <a:gd name="T3" fmla="*/ 0 h 2150"/>
                  <a:gd name="T4" fmla="*/ 0 w 416"/>
                  <a:gd name="T5" fmla="*/ 0 h 2150"/>
                  <a:gd name="T6" fmla="*/ 0 w 416"/>
                  <a:gd name="T7" fmla="*/ 0 h 2150"/>
                  <a:gd name="T8" fmla="*/ 0 w 416"/>
                  <a:gd name="T9" fmla="*/ 0 h 2150"/>
                  <a:gd name="T10" fmla="*/ 0 w 416"/>
                  <a:gd name="T11" fmla="*/ 0 h 2150"/>
                  <a:gd name="T12" fmla="*/ 0 w 416"/>
                  <a:gd name="T13" fmla="*/ 0 h 2150"/>
                  <a:gd name="T14" fmla="*/ 0 w 416"/>
                  <a:gd name="T15" fmla="*/ 0 h 2150"/>
                  <a:gd name="T16" fmla="*/ 0 w 416"/>
                  <a:gd name="T17" fmla="*/ 0 h 2150"/>
                  <a:gd name="T18" fmla="*/ 0 w 416"/>
                  <a:gd name="T19" fmla="*/ 0 h 2150"/>
                  <a:gd name="T20" fmla="*/ 0 w 416"/>
                  <a:gd name="T21" fmla="*/ 0 h 2150"/>
                  <a:gd name="T22" fmla="*/ 0 w 416"/>
                  <a:gd name="T23" fmla="*/ 0 h 2150"/>
                  <a:gd name="T24" fmla="*/ 0 w 416"/>
                  <a:gd name="T25" fmla="*/ 0 h 2150"/>
                  <a:gd name="T26" fmla="*/ 0 w 416"/>
                  <a:gd name="T27" fmla="*/ 0 h 2150"/>
                  <a:gd name="T28" fmla="*/ 0 w 416"/>
                  <a:gd name="T29" fmla="*/ 0 h 2150"/>
                  <a:gd name="T30" fmla="*/ 0 w 416"/>
                  <a:gd name="T31" fmla="*/ 0 h 2150"/>
                  <a:gd name="T32" fmla="*/ 0 w 416"/>
                  <a:gd name="T33" fmla="*/ 0 h 2150"/>
                  <a:gd name="T34" fmla="*/ 0 w 416"/>
                  <a:gd name="T35" fmla="*/ 0 h 2150"/>
                  <a:gd name="T36" fmla="*/ 0 w 416"/>
                  <a:gd name="T37" fmla="*/ 0 h 2150"/>
                  <a:gd name="T38" fmla="*/ 0 w 416"/>
                  <a:gd name="T39" fmla="*/ 0 h 2150"/>
                  <a:gd name="T40" fmla="*/ 0 w 416"/>
                  <a:gd name="T41" fmla="*/ 0 h 21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16"/>
                  <a:gd name="T64" fmla="*/ 0 h 2150"/>
                  <a:gd name="T65" fmla="*/ 416 w 416"/>
                  <a:gd name="T66" fmla="*/ 2150 h 21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16" h="2150">
                    <a:moveTo>
                      <a:pt x="43" y="0"/>
                    </a:moveTo>
                    <a:lnTo>
                      <a:pt x="159" y="231"/>
                    </a:lnTo>
                    <a:lnTo>
                      <a:pt x="214" y="442"/>
                    </a:lnTo>
                    <a:lnTo>
                      <a:pt x="225" y="662"/>
                    </a:lnTo>
                    <a:lnTo>
                      <a:pt x="214" y="915"/>
                    </a:lnTo>
                    <a:lnTo>
                      <a:pt x="159" y="1158"/>
                    </a:lnTo>
                    <a:lnTo>
                      <a:pt x="87" y="1284"/>
                    </a:lnTo>
                    <a:lnTo>
                      <a:pt x="0" y="1402"/>
                    </a:lnTo>
                    <a:lnTo>
                      <a:pt x="0" y="2150"/>
                    </a:lnTo>
                    <a:lnTo>
                      <a:pt x="129" y="2033"/>
                    </a:lnTo>
                    <a:lnTo>
                      <a:pt x="65" y="1830"/>
                    </a:lnTo>
                    <a:lnTo>
                      <a:pt x="203" y="1673"/>
                    </a:lnTo>
                    <a:lnTo>
                      <a:pt x="309" y="1506"/>
                    </a:lnTo>
                    <a:lnTo>
                      <a:pt x="372" y="1293"/>
                    </a:lnTo>
                    <a:lnTo>
                      <a:pt x="416" y="1073"/>
                    </a:lnTo>
                    <a:lnTo>
                      <a:pt x="416" y="873"/>
                    </a:lnTo>
                    <a:lnTo>
                      <a:pt x="383" y="631"/>
                    </a:lnTo>
                    <a:lnTo>
                      <a:pt x="320" y="432"/>
                    </a:lnTo>
                    <a:lnTo>
                      <a:pt x="236" y="260"/>
                    </a:lnTo>
                    <a:lnTo>
                      <a:pt x="159" y="144"/>
                    </a:lnTo>
                    <a:lnTo>
                      <a:pt x="4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5" name="Freeform 364">
                <a:extLst>
                  <a:ext uri="{FF2B5EF4-FFF2-40B4-BE49-F238E27FC236}">
                    <a16:creationId xmlns:a16="http://schemas.microsoft.com/office/drawing/2014/main" id="{8D70D71E-DD1D-6C2C-9493-105191FF5613}"/>
                  </a:ext>
                </a:extLst>
              </p:cNvPr>
              <p:cNvSpPr>
                <a:spLocks/>
              </p:cNvSpPr>
              <p:nvPr/>
            </p:nvSpPr>
            <p:spPr bwMode="auto">
              <a:xfrm>
                <a:off x="499" y="1055"/>
                <a:ext cx="57" cy="84"/>
              </a:xfrm>
              <a:custGeom>
                <a:avLst/>
                <a:gdLst>
                  <a:gd name="T0" fmla="*/ 0 w 573"/>
                  <a:gd name="T1" fmla="*/ 0 h 841"/>
                  <a:gd name="T2" fmla="*/ 0 w 573"/>
                  <a:gd name="T3" fmla="*/ 0 h 841"/>
                  <a:gd name="T4" fmla="*/ 0 w 573"/>
                  <a:gd name="T5" fmla="*/ 0 h 841"/>
                  <a:gd name="T6" fmla="*/ 0 w 573"/>
                  <a:gd name="T7" fmla="*/ 0 h 841"/>
                  <a:gd name="T8" fmla="*/ 0 w 573"/>
                  <a:gd name="T9" fmla="*/ 0 h 841"/>
                  <a:gd name="T10" fmla="*/ 0 w 573"/>
                  <a:gd name="T11" fmla="*/ 0 h 841"/>
                  <a:gd name="T12" fmla="*/ 0 w 573"/>
                  <a:gd name="T13" fmla="*/ 0 h 841"/>
                  <a:gd name="T14" fmla="*/ 0 w 573"/>
                  <a:gd name="T15" fmla="*/ 0 h 841"/>
                  <a:gd name="T16" fmla="*/ 0 w 573"/>
                  <a:gd name="T17" fmla="*/ 0 h 841"/>
                  <a:gd name="T18" fmla="*/ 0 w 573"/>
                  <a:gd name="T19" fmla="*/ 0 h 841"/>
                  <a:gd name="T20" fmla="*/ 0 w 573"/>
                  <a:gd name="T21" fmla="*/ 0 h 841"/>
                  <a:gd name="T22" fmla="*/ 0 w 573"/>
                  <a:gd name="T23" fmla="*/ 0 h 841"/>
                  <a:gd name="T24" fmla="*/ 0 w 573"/>
                  <a:gd name="T25" fmla="*/ 0 h 841"/>
                  <a:gd name="T26" fmla="*/ 0 w 573"/>
                  <a:gd name="T27" fmla="*/ 0 h 841"/>
                  <a:gd name="T28" fmla="*/ 0 w 573"/>
                  <a:gd name="T29" fmla="*/ 0 h 841"/>
                  <a:gd name="T30" fmla="*/ 0 w 573"/>
                  <a:gd name="T31" fmla="*/ 0 h 841"/>
                  <a:gd name="T32" fmla="*/ 0 w 573"/>
                  <a:gd name="T33" fmla="*/ 0 h 8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73"/>
                  <a:gd name="T52" fmla="*/ 0 h 841"/>
                  <a:gd name="T53" fmla="*/ 573 w 573"/>
                  <a:gd name="T54" fmla="*/ 841 h 84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73" h="841">
                    <a:moveTo>
                      <a:pt x="573" y="841"/>
                    </a:moveTo>
                    <a:lnTo>
                      <a:pt x="499" y="547"/>
                    </a:lnTo>
                    <a:lnTo>
                      <a:pt x="402" y="324"/>
                    </a:lnTo>
                    <a:lnTo>
                      <a:pt x="285" y="133"/>
                    </a:lnTo>
                    <a:lnTo>
                      <a:pt x="190" y="20"/>
                    </a:lnTo>
                    <a:lnTo>
                      <a:pt x="135" y="0"/>
                    </a:lnTo>
                    <a:lnTo>
                      <a:pt x="84" y="11"/>
                    </a:lnTo>
                    <a:lnTo>
                      <a:pt x="40" y="75"/>
                    </a:lnTo>
                    <a:lnTo>
                      <a:pt x="11" y="229"/>
                    </a:lnTo>
                    <a:lnTo>
                      <a:pt x="0" y="367"/>
                    </a:lnTo>
                    <a:lnTo>
                      <a:pt x="11" y="547"/>
                    </a:lnTo>
                    <a:lnTo>
                      <a:pt x="20" y="367"/>
                    </a:lnTo>
                    <a:lnTo>
                      <a:pt x="53" y="229"/>
                    </a:lnTo>
                    <a:lnTo>
                      <a:pt x="147" y="264"/>
                    </a:lnTo>
                    <a:lnTo>
                      <a:pt x="309" y="441"/>
                    </a:lnTo>
                    <a:lnTo>
                      <a:pt x="457" y="651"/>
                    </a:lnTo>
                    <a:lnTo>
                      <a:pt x="573" y="8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6" name="Freeform 365">
                <a:extLst>
                  <a:ext uri="{FF2B5EF4-FFF2-40B4-BE49-F238E27FC236}">
                    <a16:creationId xmlns:a16="http://schemas.microsoft.com/office/drawing/2014/main" id="{A6FAEDD8-14CD-1327-FA16-A31A5003C58D}"/>
                  </a:ext>
                </a:extLst>
              </p:cNvPr>
              <p:cNvSpPr>
                <a:spLocks/>
              </p:cNvSpPr>
              <p:nvPr/>
            </p:nvSpPr>
            <p:spPr bwMode="auto">
              <a:xfrm>
                <a:off x="398" y="1044"/>
                <a:ext cx="113" cy="350"/>
              </a:xfrm>
              <a:custGeom>
                <a:avLst/>
                <a:gdLst>
                  <a:gd name="T0" fmla="*/ 0 w 1128"/>
                  <a:gd name="T1" fmla="*/ 0 h 3499"/>
                  <a:gd name="T2" fmla="*/ 0 w 1128"/>
                  <a:gd name="T3" fmla="*/ 0 h 3499"/>
                  <a:gd name="T4" fmla="*/ 0 w 1128"/>
                  <a:gd name="T5" fmla="*/ 0 h 3499"/>
                  <a:gd name="T6" fmla="*/ 0 w 1128"/>
                  <a:gd name="T7" fmla="*/ 0 h 3499"/>
                  <a:gd name="T8" fmla="*/ 0 w 1128"/>
                  <a:gd name="T9" fmla="*/ 0 h 3499"/>
                  <a:gd name="T10" fmla="*/ 0 w 1128"/>
                  <a:gd name="T11" fmla="*/ 0 h 3499"/>
                  <a:gd name="T12" fmla="*/ 0 w 1128"/>
                  <a:gd name="T13" fmla="*/ 0 h 3499"/>
                  <a:gd name="T14" fmla="*/ 0 w 1128"/>
                  <a:gd name="T15" fmla="*/ 0 h 3499"/>
                  <a:gd name="T16" fmla="*/ 0 w 1128"/>
                  <a:gd name="T17" fmla="*/ 0 h 3499"/>
                  <a:gd name="T18" fmla="*/ 0 w 1128"/>
                  <a:gd name="T19" fmla="*/ 0 h 3499"/>
                  <a:gd name="T20" fmla="*/ 0 w 1128"/>
                  <a:gd name="T21" fmla="*/ 0 h 3499"/>
                  <a:gd name="T22" fmla="*/ 0 w 1128"/>
                  <a:gd name="T23" fmla="*/ 0 h 3499"/>
                  <a:gd name="T24" fmla="*/ 0 w 1128"/>
                  <a:gd name="T25" fmla="*/ 0 h 3499"/>
                  <a:gd name="T26" fmla="*/ 0 w 1128"/>
                  <a:gd name="T27" fmla="*/ 0 h 3499"/>
                  <a:gd name="T28" fmla="*/ 0 w 1128"/>
                  <a:gd name="T29" fmla="*/ 0 h 3499"/>
                  <a:gd name="T30" fmla="*/ 0 w 1128"/>
                  <a:gd name="T31" fmla="*/ 0 h 3499"/>
                  <a:gd name="T32" fmla="*/ 0 w 1128"/>
                  <a:gd name="T33" fmla="*/ 0 h 3499"/>
                  <a:gd name="T34" fmla="*/ 0 w 1128"/>
                  <a:gd name="T35" fmla="*/ 0 h 3499"/>
                  <a:gd name="T36" fmla="*/ 0 w 1128"/>
                  <a:gd name="T37" fmla="*/ 0 h 3499"/>
                  <a:gd name="T38" fmla="*/ 0 w 1128"/>
                  <a:gd name="T39" fmla="*/ 0 h 3499"/>
                  <a:gd name="T40" fmla="*/ 0 w 1128"/>
                  <a:gd name="T41" fmla="*/ 0 h 3499"/>
                  <a:gd name="T42" fmla="*/ 0 w 1128"/>
                  <a:gd name="T43" fmla="*/ 0 h 3499"/>
                  <a:gd name="T44" fmla="*/ 0 w 1128"/>
                  <a:gd name="T45" fmla="*/ 0 h 3499"/>
                  <a:gd name="T46" fmla="*/ 0 w 1128"/>
                  <a:gd name="T47" fmla="*/ 0 h 3499"/>
                  <a:gd name="T48" fmla="*/ 0 w 1128"/>
                  <a:gd name="T49" fmla="*/ 0 h 3499"/>
                  <a:gd name="T50" fmla="*/ 0 w 1128"/>
                  <a:gd name="T51" fmla="*/ 0 h 3499"/>
                  <a:gd name="T52" fmla="*/ 0 w 1128"/>
                  <a:gd name="T53" fmla="*/ 0 h 3499"/>
                  <a:gd name="T54" fmla="*/ 0 w 1128"/>
                  <a:gd name="T55" fmla="*/ 0 h 3499"/>
                  <a:gd name="T56" fmla="*/ 0 w 1128"/>
                  <a:gd name="T57" fmla="*/ 0 h 3499"/>
                  <a:gd name="T58" fmla="*/ 0 w 1128"/>
                  <a:gd name="T59" fmla="*/ 0 h 3499"/>
                  <a:gd name="T60" fmla="*/ 0 w 1128"/>
                  <a:gd name="T61" fmla="*/ 0 h 3499"/>
                  <a:gd name="T62" fmla="*/ 0 w 1128"/>
                  <a:gd name="T63" fmla="*/ 0 h 3499"/>
                  <a:gd name="T64" fmla="*/ 0 w 1128"/>
                  <a:gd name="T65" fmla="*/ 0 h 3499"/>
                  <a:gd name="T66" fmla="*/ 0 w 1128"/>
                  <a:gd name="T67" fmla="*/ 0 h 3499"/>
                  <a:gd name="T68" fmla="*/ 0 w 1128"/>
                  <a:gd name="T69" fmla="*/ 0 h 3499"/>
                  <a:gd name="T70" fmla="*/ 0 w 1128"/>
                  <a:gd name="T71" fmla="*/ 0 h 349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28"/>
                  <a:gd name="T109" fmla="*/ 0 h 3499"/>
                  <a:gd name="T110" fmla="*/ 1128 w 1128"/>
                  <a:gd name="T111" fmla="*/ 3499 h 349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28" h="3499">
                    <a:moveTo>
                      <a:pt x="961" y="11"/>
                    </a:moveTo>
                    <a:lnTo>
                      <a:pt x="835" y="0"/>
                    </a:lnTo>
                    <a:lnTo>
                      <a:pt x="690" y="11"/>
                    </a:lnTo>
                    <a:lnTo>
                      <a:pt x="559" y="111"/>
                    </a:lnTo>
                    <a:lnTo>
                      <a:pt x="435" y="276"/>
                    </a:lnTo>
                    <a:lnTo>
                      <a:pt x="300" y="509"/>
                    </a:lnTo>
                    <a:lnTo>
                      <a:pt x="177" y="786"/>
                    </a:lnTo>
                    <a:lnTo>
                      <a:pt x="133" y="974"/>
                    </a:lnTo>
                    <a:lnTo>
                      <a:pt x="122" y="1173"/>
                    </a:lnTo>
                    <a:lnTo>
                      <a:pt x="146" y="1362"/>
                    </a:lnTo>
                    <a:lnTo>
                      <a:pt x="157" y="1538"/>
                    </a:lnTo>
                    <a:lnTo>
                      <a:pt x="133" y="1695"/>
                    </a:lnTo>
                    <a:lnTo>
                      <a:pt x="22" y="2215"/>
                    </a:lnTo>
                    <a:lnTo>
                      <a:pt x="22" y="2346"/>
                    </a:lnTo>
                    <a:lnTo>
                      <a:pt x="55" y="2511"/>
                    </a:lnTo>
                    <a:lnTo>
                      <a:pt x="55" y="2690"/>
                    </a:lnTo>
                    <a:lnTo>
                      <a:pt x="0" y="3177"/>
                    </a:lnTo>
                    <a:lnTo>
                      <a:pt x="0" y="3354"/>
                    </a:lnTo>
                    <a:lnTo>
                      <a:pt x="11" y="3499"/>
                    </a:lnTo>
                    <a:lnTo>
                      <a:pt x="31" y="3375"/>
                    </a:lnTo>
                    <a:lnTo>
                      <a:pt x="97" y="3242"/>
                    </a:lnTo>
                    <a:lnTo>
                      <a:pt x="209" y="3100"/>
                    </a:lnTo>
                    <a:lnTo>
                      <a:pt x="279" y="3032"/>
                    </a:lnTo>
                    <a:lnTo>
                      <a:pt x="426" y="2933"/>
                    </a:lnTo>
                    <a:lnTo>
                      <a:pt x="569" y="2857"/>
                    </a:lnTo>
                    <a:lnTo>
                      <a:pt x="781" y="2823"/>
                    </a:lnTo>
                    <a:lnTo>
                      <a:pt x="971" y="2823"/>
                    </a:lnTo>
                    <a:lnTo>
                      <a:pt x="813" y="2779"/>
                    </a:lnTo>
                    <a:lnTo>
                      <a:pt x="658" y="2766"/>
                    </a:lnTo>
                    <a:lnTo>
                      <a:pt x="535" y="2779"/>
                    </a:lnTo>
                    <a:lnTo>
                      <a:pt x="726" y="1993"/>
                    </a:lnTo>
                    <a:lnTo>
                      <a:pt x="882" y="2158"/>
                    </a:lnTo>
                    <a:lnTo>
                      <a:pt x="917" y="2246"/>
                    </a:lnTo>
                    <a:lnTo>
                      <a:pt x="917" y="2326"/>
                    </a:lnTo>
                    <a:lnTo>
                      <a:pt x="870" y="2380"/>
                    </a:lnTo>
                    <a:lnTo>
                      <a:pt x="804" y="2402"/>
                    </a:lnTo>
                    <a:lnTo>
                      <a:pt x="906" y="2424"/>
                    </a:lnTo>
                    <a:lnTo>
                      <a:pt x="993" y="2415"/>
                    </a:lnTo>
                    <a:lnTo>
                      <a:pt x="1061" y="2380"/>
                    </a:lnTo>
                    <a:lnTo>
                      <a:pt x="1105" y="2326"/>
                    </a:lnTo>
                    <a:lnTo>
                      <a:pt x="1128" y="2246"/>
                    </a:lnTo>
                    <a:lnTo>
                      <a:pt x="1128" y="2158"/>
                    </a:lnTo>
                    <a:lnTo>
                      <a:pt x="1071" y="2057"/>
                    </a:lnTo>
                    <a:lnTo>
                      <a:pt x="971" y="1946"/>
                    </a:lnTo>
                    <a:lnTo>
                      <a:pt x="604" y="1559"/>
                    </a:lnTo>
                    <a:lnTo>
                      <a:pt x="512" y="1417"/>
                    </a:lnTo>
                    <a:lnTo>
                      <a:pt x="426" y="1271"/>
                    </a:lnTo>
                    <a:lnTo>
                      <a:pt x="389" y="1118"/>
                    </a:lnTo>
                    <a:lnTo>
                      <a:pt x="368" y="985"/>
                    </a:lnTo>
                    <a:lnTo>
                      <a:pt x="400" y="938"/>
                    </a:lnTo>
                    <a:lnTo>
                      <a:pt x="480" y="1160"/>
                    </a:lnTo>
                    <a:lnTo>
                      <a:pt x="546" y="1317"/>
                    </a:lnTo>
                    <a:lnTo>
                      <a:pt x="648" y="1471"/>
                    </a:lnTo>
                    <a:lnTo>
                      <a:pt x="747" y="1582"/>
                    </a:lnTo>
                    <a:lnTo>
                      <a:pt x="893" y="1682"/>
                    </a:lnTo>
                    <a:lnTo>
                      <a:pt x="982" y="1737"/>
                    </a:lnTo>
                    <a:lnTo>
                      <a:pt x="870" y="1616"/>
                    </a:lnTo>
                    <a:lnTo>
                      <a:pt x="862" y="1527"/>
                    </a:lnTo>
                    <a:lnTo>
                      <a:pt x="739" y="1396"/>
                    </a:lnTo>
                    <a:lnTo>
                      <a:pt x="671" y="1262"/>
                    </a:lnTo>
                    <a:lnTo>
                      <a:pt x="624" y="1129"/>
                    </a:lnTo>
                    <a:lnTo>
                      <a:pt x="604" y="995"/>
                    </a:lnTo>
                    <a:lnTo>
                      <a:pt x="726" y="1151"/>
                    </a:lnTo>
                    <a:lnTo>
                      <a:pt x="835" y="1229"/>
                    </a:lnTo>
                    <a:lnTo>
                      <a:pt x="948" y="1284"/>
                    </a:lnTo>
                    <a:lnTo>
                      <a:pt x="846" y="1173"/>
                    </a:lnTo>
                    <a:lnTo>
                      <a:pt x="813" y="1018"/>
                    </a:lnTo>
                    <a:lnTo>
                      <a:pt x="793" y="818"/>
                    </a:lnTo>
                    <a:lnTo>
                      <a:pt x="793" y="610"/>
                    </a:lnTo>
                    <a:lnTo>
                      <a:pt x="826" y="387"/>
                    </a:lnTo>
                    <a:lnTo>
                      <a:pt x="906" y="121"/>
                    </a:lnTo>
                    <a:lnTo>
                      <a:pt x="961"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7" name="Freeform 366">
                <a:extLst>
                  <a:ext uri="{FF2B5EF4-FFF2-40B4-BE49-F238E27FC236}">
                    <a16:creationId xmlns:a16="http://schemas.microsoft.com/office/drawing/2014/main" id="{4132DE1C-FB04-B94B-B621-38BC46E12399}"/>
                  </a:ext>
                </a:extLst>
              </p:cNvPr>
              <p:cNvSpPr>
                <a:spLocks/>
              </p:cNvSpPr>
              <p:nvPr/>
            </p:nvSpPr>
            <p:spPr bwMode="auto">
              <a:xfrm>
                <a:off x="499" y="1205"/>
                <a:ext cx="60" cy="21"/>
              </a:xfrm>
              <a:custGeom>
                <a:avLst/>
                <a:gdLst>
                  <a:gd name="T0" fmla="*/ 0 w 602"/>
                  <a:gd name="T1" fmla="*/ 0 h 213"/>
                  <a:gd name="T2" fmla="*/ 0 w 602"/>
                  <a:gd name="T3" fmla="*/ 0 h 213"/>
                  <a:gd name="T4" fmla="*/ 0 w 602"/>
                  <a:gd name="T5" fmla="*/ 0 h 213"/>
                  <a:gd name="T6" fmla="*/ 0 w 602"/>
                  <a:gd name="T7" fmla="*/ 0 h 213"/>
                  <a:gd name="T8" fmla="*/ 0 w 602"/>
                  <a:gd name="T9" fmla="*/ 0 h 213"/>
                  <a:gd name="T10" fmla="*/ 0 w 602"/>
                  <a:gd name="T11" fmla="*/ 0 h 213"/>
                  <a:gd name="T12" fmla="*/ 0 w 602"/>
                  <a:gd name="T13" fmla="*/ 0 h 213"/>
                  <a:gd name="T14" fmla="*/ 0 w 602"/>
                  <a:gd name="T15" fmla="*/ 0 h 213"/>
                  <a:gd name="T16" fmla="*/ 0 w 602"/>
                  <a:gd name="T17" fmla="*/ 0 h 213"/>
                  <a:gd name="T18" fmla="*/ 0 w 602"/>
                  <a:gd name="T19" fmla="*/ 0 h 213"/>
                  <a:gd name="T20" fmla="*/ 0 w 602"/>
                  <a:gd name="T21" fmla="*/ 0 h 21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02"/>
                  <a:gd name="T34" fmla="*/ 0 h 213"/>
                  <a:gd name="T35" fmla="*/ 602 w 602"/>
                  <a:gd name="T36" fmla="*/ 213 h 21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02" h="213">
                    <a:moveTo>
                      <a:pt x="99" y="176"/>
                    </a:moveTo>
                    <a:lnTo>
                      <a:pt x="222" y="213"/>
                    </a:lnTo>
                    <a:lnTo>
                      <a:pt x="357" y="213"/>
                    </a:lnTo>
                    <a:lnTo>
                      <a:pt x="493" y="189"/>
                    </a:lnTo>
                    <a:lnTo>
                      <a:pt x="602" y="122"/>
                    </a:lnTo>
                    <a:lnTo>
                      <a:pt x="524" y="0"/>
                    </a:lnTo>
                    <a:lnTo>
                      <a:pt x="413" y="89"/>
                    </a:lnTo>
                    <a:lnTo>
                      <a:pt x="302" y="122"/>
                    </a:lnTo>
                    <a:lnTo>
                      <a:pt x="180" y="134"/>
                    </a:lnTo>
                    <a:lnTo>
                      <a:pt x="0" y="134"/>
                    </a:lnTo>
                    <a:lnTo>
                      <a:pt x="99" y="1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8" name="Freeform 367">
                <a:extLst>
                  <a:ext uri="{FF2B5EF4-FFF2-40B4-BE49-F238E27FC236}">
                    <a16:creationId xmlns:a16="http://schemas.microsoft.com/office/drawing/2014/main" id="{159618EC-583B-2957-710B-58C73E89A79C}"/>
                  </a:ext>
                </a:extLst>
              </p:cNvPr>
              <p:cNvSpPr>
                <a:spLocks/>
              </p:cNvSpPr>
              <p:nvPr/>
            </p:nvSpPr>
            <p:spPr bwMode="auto">
              <a:xfrm>
                <a:off x="525" y="1164"/>
                <a:ext cx="202" cy="213"/>
              </a:xfrm>
              <a:custGeom>
                <a:avLst/>
                <a:gdLst>
                  <a:gd name="T0" fmla="*/ 0 w 2010"/>
                  <a:gd name="T1" fmla="*/ 0 h 2128"/>
                  <a:gd name="T2" fmla="*/ 0 w 2010"/>
                  <a:gd name="T3" fmla="*/ 0 h 2128"/>
                  <a:gd name="T4" fmla="*/ 0 w 2010"/>
                  <a:gd name="T5" fmla="*/ 0 h 2128"/>
                  <a:gd name="T6" fmla="*/ 0 w 2010"/>
                  <a:gd name="T7" fmla="*/ 0 h 2128"/>
                  <a:gd name="T8" fmla="*/ 0 w 2010"/>
                  <a:gd name="T9" fmla="*/ 0 h 2128"/>
                  <a:gd name="T10" fmla="*/ 0 w 2010"/>
                  <a:gd name="T11" fmla="*/ 0 h 2128"/>
                  <a:gd name="T12" fmla="*/ 0 w 2010"/>
                  <a:gd name="T13" fmla="*/ 0 h 2128"/>
                  <a:gd name="T14" fmla="*/ 0 w 2010"/>
                  <a:gd name="T15" fmla="*/ 0 h 2128"/>
                  <a:gd name="T16" fmla="*/ 0 w 2010"/>
                  <a:gd name="T17" fmla="*/ 0 h 2128"/>
                  <a:gd name="T18" fmla="*/ 0 w 2010"/>
                  <a:gd name="T19" fmla="*/ 0 h 2128"/>
                  <a:gd name="T20" fmla="*/ 0 w 2010"/>
                  <a:gd name="T21" fmla="*/ 0 h 2128"/>
                  <a:gd name="T22" fmla="*/ 0 w 2010"/>
                  <a:gd name="T23" fmla="*/ 0 h 2128"/>
                  <a:gd name="T24" fmla="*/ 0 w 2010"/>
                  <a:gd name="T25" fmla="*/ 0 h 2128"/>
                  <a:gd name="T26" fmla="*/ 0 w 2010"/>
                  <a:gd name="T27" fmla="*/ 0 h 2128"/>
                  <a:gd name="T28" fmla="*/ 0 w 2010"/>
                  <a:gd name="T29" fmla="*/ 0 h 2128"/>
                  <a:gd name="T30" fmla="*/ 0 w 2010"/>
                  <a:gd name="T31" fmla="*/ 0 h 2128"/>
                  <a:gd name="T32" fmla="*/ 0 w 2010"/>
                  <a:gd name="T33" fmla="*/ 0 h 2128"/>
                  <a:gd name="T34" fmla="*/ 0 w 2010"/>
                  <a:gd name="T35" fmla="*/ 0 h 2128"/>
                  <a:gd name="T36" fmla="*/ 0 w 2010"/>
                  <a:gd name="T37" fmla="*/ 0 h 2128"/>
                  <a:gd name="T38" fmla="*/ 0 w 2010"/>
                  <a:gd name="T39" fmla="*/ 0 h 2128"/>
                  <a:gd name="T40" fmla="*/ 0 w 2010"/>
                  <a:gd name="T41" fmla="*/ 0 h 2128"/>
                  <a:gd name="T42" fmla="*/ 0 w 2010"/>
                  <a:gd name="T43" fmla="*/ 0 h 2128"/>
                  <a:gd name="T44" fmla="*/ 0 w 2010"/>
                  <a:gd name="T45" fmla="*/ 0 h 2128"/>
                  <a:gd name="T46" fmla="*/ 0 w 2010"/>
                  <a:gd name="T47" fmla="*/ 0 h 2128"/>
                  <a:gd name="T48" fmla="*/ 0 w 2010"/>
                  <a:gd name="T49" fmla="*/ 0 h 2128"/>
                  <a:gd name="T50" fmla="*/ 0 w 2010"/>
                  <a:gd name="T51" fmla="*/ 0 h 2128"/>
                  <a:gd name="T52" fmla="*/ 0 w 2010"/>
                  <a:gd name="T53" fmla="*/ 0 h 2128"/>
                  <a:gd name="T54" fmla="*/ 0 w 2010"/>
                  <a:gd name="T55" fmla="*/ 0 h 2128"/>
                  <a:gd name="T56" fmla="*/ 0 w 2010"/>
                  <a:gd name="T57" fmla="*/ 0 h 2128"/>
                  <a:gd name="T58" fmla="*/ 0 w 2010"/>
                  <a:gd name="T59" fmla="*/ 0 h 2128"/>
                  <a:gd name="T60" fmla="*/ 0 w 2010"/>
                  <a:gd name="T61" fmla="*/ 0 h 212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010"/>
                  <a:gd name="T94" fmla="*/ 0 h 2128"/>
                  <a:gd name="T95" fmla="*/ 2010 w 2010"/>
                  <a:gd name="T96" fmla="*/ 2128 h 212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010" h="2128">
                    <a:moveTo>
                      <a:pt x="153" y="866"/>
                    </a:moveTo>
                    <a:lnTo>
                      <a:pt x="44" y="997"/>
                    </a:lnTo>
                    <a:lnTo>
                      <a:pt x="211" y="1306"/>
                    </a:lnTo>
                    <a:lnTo>
                      <a:pt x="277" y="1508"/>
                    </a:lnTo>
                    <a:lnTo>
                      <a:pt x="300" y="1618"/>
                    </a:lnTo>
                    <a:lnTo>
                      <a:pt x="324" y="1739"/>
                    </a:lnTo>
                    <a:lnTo>
                      <a:pt x="308" y="1863"/>
                    </a:lnTo>
                    <a:lnTo>
                      <a:pt x="300" y="1950"/>
                    </a:lnTo>
                    <a:lnTo>
                      <a:pt x="0" y="2060"/>
                    </a:lnTo>
                    <a:lnTo>
                      <a:pt x="289" y="1982"/>
                    </a:lnTo>
                    <a:lnTo>
                      <a:pt x="391" y="1972"/>
                    </a:lnTo>
                    <a:lnTo>
                      <a:pt x="491" y="1982"/>
                    </a:lnTo>
                    <a:lnTo>
                      <a:pt x="556" y="2016"/>
                    </a:lnTo>
                    <a:lnTo>
                      <a:pt x="601" y="2047"/>
                    </a:lnTo>
                    <a:lnTo>
                      <a:pt x="668" y="2116"/>
                    </a:lnTo>
                    <a:lnTo>
                      <a:pt x="882" y="2094"/>
                    </a:lnTo>
                    <a:lnTo>
                      <a:pt x="1497" y="2128"/>
                    </a:lnTo>
                    <a:lnTo>
                      <a:pt x="2010" y="2116"/>
                    </a:lnTo>
                    <a:lnTo>
                      <a:pt x="1261" y="2029"/>
                    </a:lnTo>
                    <a:lnTo>
                      <a:pt x="1363" y="1770"/>
                    </a:lnTo>
                    <a:lnTo>
                      <a:pt x="1081" y="1419"/>
                    </a:lnTo>
                    <a:lnTo>
                      <a:pt x="1317" y="1243"/>
                    </a:lnTo>
                    <a:lnTo>
                      <a:pt x="1183" y="1243"/>
                    </a:lnTo>
                    <a:lnTo>
                      <a:pt x="926" y="832"/>
                    </a:lnTo>
                    <a:lnTo>
                      <a:pt x="926" y="654"/>
                    </a:lnTo>
                    <a:lnTo>
                      <a:pt x="1486" y="0"/>
                    </a:lnTo>
                    <a:lnTo>
                      <a:pt x="413" y="1074"/>
                    </a:lnTo>
                    <a:lnTo>
                      <a:pt x="324" y="1452"/>
                    </a:lnTo>
                    <a:lnTo>
                      <a:pt x="277" y="1230"/>
                    </a:lnTo>
                    <a:lnTo>
                      <a:pt x="211" y="974"/>
                    </a:lnTo>
                    <a:lnTo>
                      <a:pt x="153"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9" name="Freeform 368">
                <a:extLst>
                  <a:ext uri="{FF2B5EF4-FFF2-40B4-BE49-F238E27FC236}">
                    <a16:creationId xmlns:a16="http://schemas.microsoft.com/office/drawing/2014/main" id="{056759BF-F9D0-7156-24CC-2736C0E61EC8}"/>
                  </a:ext>
                </a:extLst>
              </p:cNvPr>
              <p:cNvSpPr>
                <a:spLocks/>
              </p:cNvSpPr>
              <p:nvPr/>
            </p:nvSpPr>
            <p:spPr bwMode="auto">
              <a:xfrm>
                <a:off x="400" y="1358"/>
                <a:ext cx="288" cy="126"/>
              </a:xfrm>
              <a:custGeom>
                <a:avLst/>
                <a:gdLst>
                  <a:gd name="T0" fmla="*/ 0 w 2883"/>
                  <a:gd name="T1" fmla="*/ 0 h 1262"/>
                  <a:gd name="T2" fmla="*/ 0 w 2883"/>
                  <a:gd name="T3" fmla="*/ 0 h 1262"/>
                  <a:gd name="T4" fmla="*/ 0 w 2883"/>
                  <a:gd name="T5" fmla="*/ 0 h 1262"/>
                  <a:gd name="T6" fmla="*/ 0 w 2883"/>
                  <a:gd name="T7" fmla="*/ 0 h 1262"/>
                  <a:gd name="T8" fmla="*/ 0 w 2883"/>
                  <a:gd name="T9" fmla="*/ 0 h 1262"/>
                  <a:gd name="T10" fmla="*/ 0 w 2883"/>
                  <a:gd name="T11" fmla="*/ 0 h 1262"/>
                  <a:gd name="T12" fmla="*/ 0 w 2883"/>
                  <a:gd name="T13" fmla="*/ 0 h 1262"/>
                  <a:gd name="T14" fmla="*/ 0 w 2883"/>
                  <a:gd name="T15" fmla="*/ 0 h 1262"/>
                  <a:gd name="T16" fmla="*/ 0 w 2883"/>
                  <a:gd name="T17" fmla="*/ 0 h 1262"/>
                  <a:gd name="T18" fmla="*/ 0 w 2883"/>
                  <a:gd name="T19" fmla="*/ 0 h 1262"/>
                  <a:gd name="T20" fmla="*/ 0 w 2883"/>
                  <a:gd name="T21" fmla="*/ 0 h 1262"/>
                  <a:gd name="T22" fmla="*/ 0 w 2883"/>
                  <a:gd name="T23" fmla="*/ 0 h 1262"/>
                  <a:gd name="T24" fmla="*/ 0 w 2883"/>
                  <a:gd name="T25" fmla="*/ 0 h 1262"/>
                  <a:gd name="T26" fmla="*/ 0 w 2883"/>
                  <a:gd name="T27" fmla="*/ 0 h 1262"/>
                  <a:gd name="T28" fmla="*/ 0 w 2883"/>
                  <a:gd name="T29" fmla="*/ 0 h 1262"/>
                  <a:gd name="T30" fmla="*/ 0 w 2883"/>
                  <a:gd name="T31" fmla="*/ 0 h 1262"/>
                  <a:gd name="T32" fmla="*/ 0 w 2883"/>
                  <a:gd name="T33" fmla="*/ 0 h 1262"/>
                  <a:gd name="T34" fmla="*/ 0 w 2883"/>
                  <a:gd name="T35" fmla="*/ 0 h 1262"/>
                  <a:gd name="T36" fmla="*/ 0 w 2883"/>
                  <a:gd name="T37" fmla="*/ 0 h 1262"/>
                  <a:gd name="T38" fmla="*/ 0 w 2883"/>
                  <a:gd name="T39" fmla="*/ 0 h 1262"/>
                  <a:gd name="T40" fmla="*/ 0 w 2883"/>
                  <a:gd name="T41" fmla="*/ 0 h 1262"/>
                  <a:gd name="T42" fmla="*/ 0 w 2883"/>
                  <a:gd name="T43" fmla="*/ 0 h 1262"/>
                  <a:gd name="T44" fmla="*/ 0 w 2883"/>
                  <a:gd name="T45" fmla="*/ 0 h 1262"/>
                  <a:gd name="T46" fmla="*/ 0 w 2883"/>
                  <a:gd name="T47" fmla="*/ 0 h 1262"/>
                  <a:gd name="T48" fmla="*/ 0 w 2883"/>
                  <a:gd name="T49" fmla="*/ 0 h 1262"/>
                  <a:gd name="T50" fmla="*/ 0 w 2883"/>
                  <a:gd name="T51" fmla="*/ 0 h 1262"/>
                  <a:gd name="T52" fmla="*/ 0 w 2883"/>
                  <a:gd name="T53" fmla="*/ 0 h 1262"/>
                  <a:gd name="T54" fmla="*/ 0 w 2883"/>
                  <a:gd name="T55" fmla="*/ 0 h 1262"/>
                  <a:gd name="T56" fmla="*/ 0 w 2883"/>
                  <a:gd name="T57" fmla="*/ 0 h 1262"/>
                  <a:gd name="T58" fmla="*/ 0 w 2883"/>
                  <a:gd name="T59" fmla="*/ 0 h 1262"/>
                  <a:gd name="T60" fmla="*/ 0 w 2883"/>
                  <a:gd name="T61" fmla="*/ 0 h 1262"/>
                  <a:gd name="T62" fmla="*/ 0 w 2883"/>
                  <a:gd name="T63" fmla="*/ 0 h 1262"/>
                  <a:gd name="T64" fmla="*/ 0 w 2883"/>
                  <a:gd name="T65" fmla="*/ 0 h 1262"/>
                  <a:gd name="T66" fmla="*/ 0 w 2883"/>
                  <a:gd name="T67" fmla="*/ 0 h 1262"/>
                  <a:gd name="T68" fmla="*/ 0 w 2883"/>
                  <a:gd name="T69" fmla="*/ 0 h 1262"/>
                  <a:gd name="T70" fmla="*/ 0 w 2883"/>
                  <a:gd name="T71" fmla="*/ 0 h 1262"/>
                  <a:gd name="T72" fmla="*/ 0 w 2883"/>
                  <a:gd name="T73" fmla="*/ 0 h 1262"/>
                  <a:gd name="T74" fmla="*/ 0 w 2883"/>
                  <a:gd name="T75" fmla="*/ 0 h 1262"/>
                  <a:gd name="T76" fmla="*/ 0 w 2883"/>
                  <a:gd name="T77" fmla="*/ 0 h 1262"/>
                  <a:gd name="T78" fmla="*/ 0 w 2883"/>
                  <a:gd name="T79" fmla="*/ 0 h 1262"/>
                  <a:gd name="T80" fmla="*/ 0 w 2883"/>
                  <a:gd name="T81" fmla="*/ 0 h 1262"/>
                  <a:gd name="T82" fmla="*/ 0 w 2883"/>
                  <a:gd name="T83" fmla="*/ 0 h 1262"/>
                  <a:gd name="T84" fmla="*/ 0 w 2883"/>
                  <a:gd name="T85" fmla="*/ 0 h 1262"/>
                  <a:gd name="T86" fmla="*/ 0 w 2883"/>
                  <a:gd name="T87" fmla="*/ 0 h 1262"/>
                  <a:gd name="T88" fmla="*/ 0 w 2883"/>
                  <a:gd name="T89" fmla="*/ 0 h 1262"/>
                  <a:gd name="T90" fmla="*/ 0 w 2883"/>
                  <a:gd name="T91" fmla="*/ 0 h 1262"/>
                  <a:gd name="T92" fmla="*/ 0 w 2883"/>
                  <a:gd name="T93" fmla="*/ 0 h 126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883"/>
                  <a:gd name="T142" fmla="*/ 0 h 1262"/>
                  <a:gd name="T143" fmla="*/ 2883 w 2883"/>
                  <a:gd name="T144" fmla="*/ 1262 h 126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883" h="1262">
                    <a:moveTo>
                      <a:pt x="0" y="454"/>
                    </a:moveTo>
                    <a:lnTo>
                      <a:pt x="67" y="920"/>
                    </a:lnTo>
                    <a:lnTo>
                      <a:pt x="100" y="986"/>
                    </a:lnTo>
                    <a:lnTo>
                      <a:pt x="200" y="1060"/>
                    </a:lnTo>
                    <a:lnTo>
                      <a:pt x="291" y="1084"/>
                    </a:lnTo>
                    <a:lnTo>
                      <a:pt x="615" y="1096"/>
                    </a:lnTo>
                    <a:lnTo>
                      <a:pt x="813" y="1153"/>
                    </a:lnTo>
                    <a:lnTo>
                      <a:pt x="949" y="1209"/>
                    </a:lnTo>
                    <a:lnTo>
                      <a:pt x="1028" y="1262"/>
                    </a:lnTo>
                    <a:lnTo>
                      <a:pt x="1240" y="1240"/>
                    </a:lnTo>
                    <a:lnTo>
                      <a:pt x="1406" y="1220"/>
                    </a:lnTo>
                    <a:lnTo>
                      <a:pt x="1597" y="1175"/>
                    </a:lnTo>
                    <a:lnTo>
                      <a:pt x="1777" y="1153"/>
                    </a:lnTo>
                    <a:lnTo>
                      <a:pt x="2012" y="1143"/>
                    </a:lnTo>
                    <a:lnTo>
                      <a:pt x="2883" y="1131"/>
                    </a:lnTo>
                    <a:lnTo>
                      <a:pt x="2839" y="952"/>
                    </a:lnTo>
                    <a:lnTo>
                      <a:pt x="2783" y="851"/>
                    </a:lnTo>
                    <a:lnTo>
                      <a:pt x="2739" y="776"/>
                    </a:lnTo>
                    <a:lnTo>
                      <a:pt x="2683" y="743"/>
                    </a:lnTo>
                    <a:lnTo>
                      <a:pt x="1913" y="633"/>
                    </a:lnTo>
                    <a:lnTo>
                      <a:pt x="1877" y="766"/>
                    </a:lnTo>
                    <a:lnTo>
                      <a:pt x="1866" y="907"/>
                    </a:lnTo>
                    <a:lnTo>
                      <a:pt x="1866" y="1031"/>
                    </a:lnTo>
                    <a:lnTo>
                      <a:pt x="1866" y="1120"/>
                    </a:lnTo>
                    <a:lnTo>
                      <a:pt x="1799" y="1107"/>
                    </a:lnTo>
                    <a:lnTo>
                      <a:pt x="1788" y="952"/>
                    </a:lnTo>
                    <a:lnTo>
                      <a:pt x="1799" y="766"/>
                    </a:lnTo>
                    <a:lnTo>
                      <a:pt x="1819" y="643"/>
                    </a:lnTo>
                    <a:lnTo>
                      <a:pt x="1866" y="489"/>
                    </a:lnTo>
                    <a:lnTo>
                      <a:pt x="1921" y="365"/>
                    </a:lnTo>
                    <a:lnTo>
                      <a:pt x="1819" y="410"/>
                    </a:lnTo>
                    <a:lnTo>
                      <a:pt x="1733" y="476"/>
                    </a:lnTo>
                    <a:lnTo>
                      <a:pt x="1666" y="554"/>
                    </a:lnTo>
                    <a:lnTo>
                      <a:pt x="1655" y="586"/>
                    </a:lnTo>
                    <a:lnTo>
                      <a:pt x="735" y="442"/>
                    </a:lnTo>
                    <a:lnTo>
                      <a:pt x="735" y="343"/>
                    </a:lnTo>
                    <a:lnTo>
                      <a:pt x="771" y="232"/>
                    </a:lnTo>
                    <a:lnTo>
                      <a:pt x="840" y="133"/>
                    </a:lnTo>
                    <a:lnTo>
                      <a:pt x="926" y="65"/>
                    </a:lnTo>
                    <a:lnTo>
                      <a:pt x="1093" y="0"/>
                    </a:lnTo>
                    <a:lnTo>
                      <a:pt x="840" y="23"/>
                    </a:lnTo>
                    <a:lnTo>
                      <a:pt x="558" y="99"/>
                    </a:lnTo>
                    <a:lnTo>
                      <a:pt x="378" y="201"/>
                    </a:lnTo>
                    <a:lnTo>
                      <a:pt x="247" y="311"/>
                    </a:lnTo>
                    <a:lnTo>
                      <a:pt x="135" y="489"/>
                    </a:lnTo>
                    <a:lnTo>
                      <a:pt x="75" y="618"/>
                    </a:lnTo>
                    <a:lnTo>
                      <a:pt x="0" y="4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0" name="Freeform 369">
                <a:extLst>
                  <a:ext uri="{FF2B5EF4-FFF2-40B4-BE49-F238E27FC236}">
                    <a16:creationId xmlns:a16="http://schemas.microsoft.com/office/drawing/2014/main" id="{07DF98A7-F82F-25D1-C0D9-A41A3422F482}"/>
                  </a:ext>
                </a:extLst>
              </p:cNvPr>
              <p:cNvSpPr>
                <a:spLocks/>
              </p:cNvSpPr>
              <p:nvPr/>
            </p:nvSpPr>
            <p:spPr bwMode="auto">
              <a:xfrm>
                <a:off x="685" y="1345"/>
                <a:ext cx="231" cy="126"/>
              </a:xfrm>
              <a:custGeom>
                <a:avLst/>
                <a:gdLst>
                  <a:gd name="T0" fmla="*/ 0 w 2306"/>
                  <a:gd name="T1" fmla="*/ 0 h 1263"/>
                  <a:gd name="T2" fmla="*/ 0 w 2306"/>
                  <a:gd name="T3" fmla="*/ 0 h 1263"/>
                  <a:gd name="T4" fmla="*/ 0 w 2306"/>
                  <a:gd name="T5" fmla="*/ 0 h 1263"/>
                  <a:gd name="T6" fmla="*/ 0 w 2306"/>
                  <a:gd name="T7" fmla="*/ 0 h 1263"/>
                  <a:gd name="T8" fmla="*/ 0 w 2306"/>
                  <a:gd name="T9" fmla="*/ 0 h 1263"/>
                  <a:gd name="T10" fmla="*/ 0 w 2306"/>
                  <a:gd name="T11" fmla="*/ 0 h 1263"/>
                  <a:gd name="T12" fmla="*/ 0 w 2306"/>
                  <a:gd name="T13" fmla="*/ 0 h 1263"/>
                  <a:gd name="T14" fmla="*/ 0 w 2306"/>
                  <a:gd name="T15" fmla="*/ 0 h 1263"/>
                  <a:gd name="T16" fmla="*/ 0 w 2306"/>
                  <a:gd name="T17" fmla="*/ 0 h 1263"/>
                  <a:gd name="T18" fmla="*/ 0 w 2306"/>
                  <a:gd name="T19" fmla="*/ 0 h 1263"/>
                  <a:gd name="T20" fmla="*/ 0 w 2306"/>
                  <a:gd name="T21" fmla="*/ 0 h 1263"/>
                  <a:gd name="T22" fmla="*/ 0 w 2306"/>
                  <a:gd name="T23" fmla="*/ 0 h 1263"/>
                  <a:gd name="T24" fmla="*/ 0 w 2306"/>
                  <a:gd name="T25" fmla="*/ 0 h 1263"/>
                  <a:gd name="T26" fmla="*/ 0 w 2306"/>
                  <a:gd name="T27" fmla="*/ 0 h 1263"/>
                  <a:gd name="T28" fmla="*/ 0 w 2306"/>
                  <a:gd name="T29" fmla="*/ 0 h 1263"/>
                  <a:gd name="T30" fmla="*/ 0 w 2306"/>
                  <a:gd name="T31" fmla="*/ 0 h 1263"/>
                  <a:gd name="T32" fmla="*/ 0 w 2306"/>
                  <a:gd name="T33" fmla="*/ 0 h 1263"/>
                  <a:gd name="T34" fmla="*/ 0 w 2306"/>
                  <a:gd name="T35" fmla="*/ 0 h 1263"/>
                  <a:gd name="T36" fmla="*/ 0 w 2306"/>
                  <a:gd name="T37" fmla="*/ 0 h 1263"/>
                  <a:gd name="T38" fmla="*/ 0 w 2306"/>
                  <a:gd name="T39" fmla="*/ 0 h 1263"/>
                  <a:gd name="T40" fmla="*/ 0 w 2306"/>
                  <a:gd name="T41" fmla="*/ 0 h 1263"/>
                  <a:gd name="T42" fmla="*/ 0 w 2306"/>
                  <a:gd name="T43" fmla="*/ 0 h 1263"/>
                  <a:gd name="T44" fmla="*/ 0 w 2306"/>
                  <a:gd name="T45" fmla="*/ 0 h 1263"/>
                  <a:gd name="T46" fmla="*/ 0 w 2306"/>
                  <a:gd name="T47" fmla="*/ 0 h 1263"/>
                  <a:gd name="T48" fmla="*/ 0 w 2306"/>
                  <a:gd name="T49" fmla="*/ 0 h 1263"/>
                  <a:gd name="T50" fmla="*/ 0 w 2306"/>
                  <a:gd name="T51" fmla="*/ 0 h 1263"/>
                  <a:gd name="T52" fmla="*/ 0 w 2306"/>
                  <a:gd name="T53" fmla="*/ 0 h 1263"/>
                  <a:gd name="T54" fmla="*/ 0 w 2306"/>
                  <a:gd name="T55" fmla="*/ 0 h 1263"/>
                  <a:gd name="T56" fmla="*/ 0 w 2306"/>
                  <a:gd name="T57" fmla="*/ 0 h 1263"/>
                  <a:gd name="T58" fmla="*/ 0 w 2306"/>
                  <a:gd name="T59" fmla="*/ 0 h 1263"/>
                  <a:gd name="T60" fmla="*/ 0 w 2306"/>
                  <a:gd name="T61" fmla="*/ 0 h 1263"/>
                  <a:gd name="T62" fmla="*/ 0 w 2306"/>
                  <a:gd name="T63" fmla="*/ 0 h 1263"/>
                  <a:gd name="T64" fmla="*/ 0 w 2306"/>
                  <a:gd name="T65" fmla="*/ 0 h 1263"/>
                  <a:gd name="T66" fmla="*/ 0 w 2306"/>
                  <a:gd name="T67" fmla="*/ 0 h 1263"/>
                  <a:gd name="T68" fmla="*/ 0 w 2306"/>
                  <a:gd name="T69" fmla="*/ 0 h 1263"/>
                  <a:gd name="T70" fmla="*/ 0 w 2306"/>
                  <a:gd name="T71" fmla="*/ 0 h 1263"/>
                  <a:gd name="T72" fmla="*/ 0 w 2306"/>
                  <a:gd name="T73" fmla="*/ 0 h 1263"/>
                  <a:gd name="T74" fmla="*/ 0 w 2306"/>
                  <a:gd name="T75" fmla="*/ 0 h 1263"/>
                  <a:gd name="T76" fmla="*/ 0 w 2306"/>
                  <a:gd name="T77" fmla="*/ 0 h 1263"/>
                  <a:gd name="T78" fmla="*/ 0 w 2306"/>
                  <a:gd name="T79" fmla="*/ 0 h 1263"/>
                  <a:gd name="T80" fmla="*/ 0 w 2306"/>
                  <a:gd name="T81" fmla="*/ 0 h 1263"/>
                  <a:gd name="T82" fmla="*/ 0 w 2306"/>
                  <a:gd name="T83" fmla="*/ 0 h 1263"/>
                  <a:gd name="T84" fmla="*/ 0 w 2306"/>
                  <a:gd name="T85" fmla="*/ 0 h 1263"/>
                  <a:gd name="T86" fmla="*/ 0 w 2306"/>
                  <a:gd name="T87" fmla="*/ 0 h 1263"/>
                  <a:gd name="T88" fmla="*/ 0 w 2306"/>
                  <a:gd name="T89" fmla="*/ 0 h 1263"/>
                  <a:gd name="T90" fmla="*/ 0 w 2306"/>
                  <a:gd name="T91" fmla="*/ 0 h 1263"/>
                  <a:gd name="T92" fmla="*/ 0 w 2306"/>
                  <a:gd name="T93" fmla="*/ 0 h 1263"/>
                  <a:gd name="T94" fmla="*/ 0 w 2306"/>
                  <a:gd name="T95" fmla="*/ 0 h 1263"/>
                  <a:gd name="T96" fmla="*/ 0 w 2306"/>
                  <a:gd name="T97" fmla="*/ 0 h 1263"/>
                  <a:gd name="T98" fmla="*/ 0 w 2306"/>
                  <a:gd name="T99" fmla="*/ 0 h 1263"/>
                  <a:gd name="T100" fmla="*/ 0 w 2306"/>
                  <a:gd name="T101" fmla="*/ 0 h 1263"/>
                  <a:gd name="T102" fmla="*/ 0 w 2306"/>
                  <a:gd name="T103" fmla="*/ 0 h 1263"/>
                  <a:gd name="T104" fmla="*/ 0 w 2306"/>
                  <a:gd name="T105" fmla="*/ 0 h 1263"/>
                  <a:gd name="T106" fmla="*/ 0 w 2306"/>
                  <a:gd name="T107" fmla="*/ 0 h 1263"/>
                  <a:gd name="T108" fmla="*/ 0 w 2306"/>
                  <a:gd name="T109" fmla="*/ 0 h 1263"/>
                  <a:gd name="T110" fmla="*/ 0 w 2306"/>
                  <a:gd name="T111" fmla="*/ 0 h 1263"/>
                  <a:gd name="T112" fmla="*/ 0 w 2306"/>
                  <a:gd name="T113" fmla="*/ 0 h 1263"/>
                  <a:gd name="T114" fmla="*/ 0 w 2306"/>
                  <a:gd name="T115" fmla="*/ 0 h 1263"/>
                  <a:gd name="T116" fmla="*/ 0 w 2306"/>
                  <a:gd name="T117" fmla="*/ 0 h 1263"/>
                  <a:gd name="T118" fmla="*/ 0 w 2306"/>
                  <a:gd name="T119" fmla="*/ 0 h 1263"/>
                  <a:gd name="T120" fmla="*/ 0 w 2306"/>
                  <a:gd name="T121" fmla="*/ 0 h 126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306"/>
                  <a:gd name="T184" fmla="*/ 0 h 1263"/>
                  <a:gd name="T185" fmla="*/ 2306 w 2306"/>
                  <a:gd name="T186" fmla="*/ 1263 h 126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306" h="1263">
                    <a:moveTo>
                      <a:pt x="125" y="1263"/>
                    </a:moveTo>
                    <a:lnTo>
                      <a:pt x="70" y="1163"/>
                    </a:lnTo>
                    <a:lnTo>
                      <a:pt x="34" y="1052"/>
                    </a:lnTo>
                    <a:lnTo>
                      <a:pt x="0" y="917"/>
                    </a:lnTo>
                    <a:lnTo>
                      <a:pt x="0" y="786"/>
                    </a:lnTo>
                    <a:lnTo>
                      <a:pt x="23" y="655"/>
                    </a:lnTo>
                    <a:lnTo>
                      <a:pt x="91" y="532"/>
                    </a:lnTo>
                    <a:lnTo>
                      <a:pt x="180" y="455"/>
                    </a:lnTo>
                    <a:lnTo>
                      <a:pt x="292" y="375"/>
                    </a:lnTo>
                    <a:lnTo>
                      <a:pt x="1131" y="0"/>
                    </a:lnTo>
                    <a:lnTo>
                      <a:pt x="1029" y="121"/>
                    </a:lnTo>
                    <a:lnTo>
                      <a:pt x="929" y="166"/>
                    </a:lnTo>
                    <a:lnTo>
                      <a:pt x="906" y="210"/>
                    </a:lnTo>
                    <a:lnTo>
                      <a:pt x="929" y="343"/>
                    </a:lnTo>
                    <a:lnTo>
                      <a:pt x="916" y="375"/>
                    </a:lnTo>
                    <a:lnTo>
                      <a:pt x="796" y="419"/>
                    </a:lnTo>
                    <a:lnTo>
                      <a:pt x="760" y="475"/>
                    </a:lnTo>
                    <a:lnTo>
                      <a:pt x="807" y="641"/>
                    </a:lnTo>
                    <a:lnTo>
                      <a:pt x="772" y="697"/>
                    </a:lnTo>
                    <a:lnTo>
                      <a:pt x="514" y="864"/>
                    </a:lnTo>
                    <a:lnTo>
                      <a:pt x="323" y="917"/>
                    </a:lnTo>
                    <a:lnTo>
                      <a:pt x="192" y="950"/>
                    </a:lnTo>
                    <a:lnTo>
                      <a:pt x="156" y="995"/>
                    </a:lnTo>
                    <a:lnTo>
                      <a:pt x="156" y="1039"/>
                    </a:lnTo>
                    <a:lnTo>
                      <a:pt x="718" y="1118"/>
                    </a:lnTo>
                    <a:lnTo>
                      <a:pt x="1143" y="1130"/>
                    </a:lnTo>
                    <a:lnTo>
                      <a:pt x="1298" y="1130"/>
                    </a:lnTo>
                    <a:lnTo>
                      <a:pt x="1365" y="1076"/>
                    </a:lnTo>
                    <a:lnTo>
                      <a:pt x="1018" y="864"/>
                    </a:lnTo>
                    <a:lnTo>
                      <a:pt x="1311" y="1019"/>
                    </a:lnTo>
                    <a:lnTo>
                      <a:pt x="1611" y="1118"/>
                    </a:lnTo>
                    <a:lnTo>
                      <a:pt x="1778" y="1052"/>
                    </a:lnTo>
                    <a:lnTo>
                      <a:pt x="1778" y="963"/>
                    </a:lnTo>
                    <a:lnTo>
                      <a:pt x="1454" y="739"/>
                    </a:lnTo>
                    <a:lnTo>
                      <a:pt x="1120" y="542"/>
                    </a:lnTo>
                    <a:lnTo>
                      <a:pt x="1543" y="730"/>
                    </a:lnTo>
                    <a:lnTo>
                      <a:pt x="1836" y="972"/>
                    </a:lnTo>
                    <a:lnTo>
                      <a:pt x="1935" y="917"/>
                    </a:lnTo>
                    <a:lnTo>
                      <a:pt x="1778" y="608"/>
                    </a:lnTo>
                    <a:lnTo>
                      <a:pt x="1243" y="241"/>
                    </a:lnTo>
                    <a:lnTo>
                      <a:pt x="1734" y="288"/>
                    </a:lnTo>
                    <a:lnTo>
                      <a:pt x="2204" y="750"/>
                    </a:lnTo>
                    <a:lnTo>
                      <a:pt x="2306" y="765"/>
                    </a:lnTo>
                    <a:lnTo>
                      <a:pt x="2215" y="807"/>
                    </a:lnTo>
                    <a:lnTo>
                      <a:pt x="2104" y="786"/>
                    </a:lnTo>
                    <a:lnTo>
                      <a:pt x="1734" y="475"/>
                    </a:lnTo>
                    <a:lnTo>
                      <a:pt x="1632" y="455"/>
                    </a:lnTo>
                    <a:lnTo>
                      <a:pt x="1812" y="608"/>
                    </a:lnTo>
                    <a:lnTo>
                      <a:pt x="2003" y="941"/>
                    </a:lnTo>
                    <a:lnTo>
                      <a:pt x="1946" y="1019"/>
                    </a:lnTo>
                    <a:lnTo>
                      <a:pt x="1867" y="1030"/>
                    </a:lnTo>
                    <a:lnTo>
                      <a:pt x="1791" y="1118"/>
                    </a:lnTo>
                    <a:lnTo>
                      <a:pt x="1656" y="1150"/>
                    </a:lnTo>
                    <a:lnTo>
                      <a:pt x="1465" y="1139"/>
                    </a:lnTo>
                    <a:lnTo>
                      <a:pt x="1400" y="1192"/>
                    </a:lnTo>
                    <a:lnTo>
                      <a:pt x="1274" y="1228"/>
                    </a:lnTo>
                    <a:lnTo>
                      <a:pt x="736" y="1216"/>
                    </a:lnTo>
                    <a:lnTo>
                      <a:pt x="305" y="1163"/>
                    </a:lnTo>
                    <a:lnTo>
                      <a:pt x="237" y="1239"/>
                    </a:lnTo>
                    <a:lnTo>
                      <a:pt x="180" y="1263"/>
                    </a:lnTo>
                    <a:lnTo>
                      <a:pt x="125" y="12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1" name="Freeform 370">
                <a:extLst>
                  <a:ext uri="{FF2B5EF4-FFF2-40B4-BE49-F238E27FC236}">
                    <a16:creationId xmlns:a16="http://schemas.microsoft.com/office/drawing/2014/main" id="{4A661D00-7242-83E0-7C42-7C2101F6B4BD}"/>
                  </a:ext>
                </a:extLst>
              </p:cNvPr>
              <p:cNvSpPr>
                <a:spLocks/>
              </p:cNvSpPr>
              <p:nvPr/>
            </p:nvSpPr>
            <p:spPr bwMode="auto">
              <a:xfrm>
                <a:off x="757" y="1105"/>
                <a:ext cx="30" cy="248"/>
              </a:xfrm>
              <a:custGeom>
                <a:avLst/>
                <a:gdLst>
                  <a:gd name="T0" fmla="*/ 0 w 300"/>
                  <a:gd name="T1" fmla="*/ 0 h 2480"/>
                  <a:gd name="T2" fmla="*/ 0 w 300"/>
                  <a:gd name="T3" fmla="*/ 0 h 2480"/>
                  <a:gd name="T4" fmla="*/ 0 w 300"/>
                  <a:gd name="T5" fmla="*/ 0 h 2480"/>
                  <a:gd name="T6" fmla="*/ 0 w 300"/>
                  <a:gd name="T7" fmla="*/ 0 h 2480"/>
                  <a:gd name="T8" fmla="*/ 0 w 300"/>
                  <a:gd name="T9" fmla="*/ 0 h 2480"/>
                  <a:gd name="T10" fmla="*/ 0 w 300"/>
                  <a:gd name="T11" fmla="*/ 0 h 2480"/>
                  <a:gd name="T12" fmla="*/ 0 w 300"/>
                  <a:gd name="T13" fmla="*/ 0 h 2480"/>
                  <a:gd name="T14" fmla="*/ 0 w 300"/>
                  <a:gd name="T15" fmla="*/ 0 h 2480"/>
                  <a:gd name="T16" fmla="*/ 0 w 300"/>
                  <a:gd name="T17" fmla="*/ 0 h 2480"/>
                  <a:gd name="T18" fmla="*/ 0 w 300"/>
                  <a:gd name="T19" fmla="*/ 0 h 2480"/>
                  <a:gd name="T20" fmla="*/ 0 w 300"/>
                  <a:gd name="T21" fmla="*/ 0 h 2480"/>
                  <a:gd name="T22" fmla="*/ 0 w 300"/>
                  <a:gd name="T23" fmla="*/ 0 h 2480"/>
                  <a:gd name="T24" fmla="*/ 0 w 300"/>
                  <a:gd name="T25" fmla="*/ 0 h 2480"/>
                  <a:gd name="T26" fmla="*/ 0 w 300"/>
                  <a:gd name="T27" fmla="*/ 0 h 2480"/>
                  <a:gd name="T28" fmla="*/ 0 w 300"/>
                  <a:gd name="T29" fmla="*/ 0 h 2480"/>
                  <a:gd name="T30" fmla="*/ 0 w 300"/>
                  <a:gd name="T31" fmla="*/ 0 h 24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00"/>
                  <a:gd name="T49" fmla="*/ 0 h 2480"/>
                  <a:gd name="T50" fmla="*/ 300 w 300"/>
                  <a:gd name="T51" fmla="*/ 2480 h 248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00" h="2480">
                    <a:moveTo>
                      <a:pt x="0" y="0"/>
                    </a:moveTo>
                    <a:lnTo>
                      <a:pt x="54" y="142"/>
                    </a:lnTo>
                    <a:lnTo>
                      <a:pt x="122" y="408"/>
                    </a:lnTo>
                    <a:lnTo>
                      <a:pt x="143" y="786"/>
                    </a:lnTo>
                    <a:lnTo>
                      <a:pt x="143" y="1336"/>
                    </a:lnTo>
                    <a:lnTo>
                      <a:pt x="178" y="1814"/>
                    </a:lnTo>
                    <a:lnTo>
                      <a:pt x="245" y="2258"/>
                    </a:lnTo>
                    <a:lnTo>
                      <a:pt x="300" y="2458"/>
                    </a:lnTo>
                    <a:lnTo>
                      <a:pt x="256" y="2480"/>
                    </a:lnTo>
                    <a:lnTo>
                      <a:pt x="188" y="2134"/>
                    </a:lnTo>
                    <a:lnTo>
                      <a:pt x="135" y="1758"/>
                    </a:lnTo>
                    <a:lnTo>
                      <a:pt x="112" y="1403"/>
                    </a:lnTo>
                    <a:lnTo>
                      <a:pt x="101" y="728"/>
                    </a:lnTo>
                    <a:lnTo>
                      <a:pt x="89" y="452"/>
                    </a:lnTo>
                    <a:lnTo>
                      <a:pt x="54" y="23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2" name="Freeform 371">
                <a:extLst>
                  <a:ext uri="{FF2B5EF4-FFF2-40B4-BE49-F238E27FC236}">
                    <a16:creationId xmlns:a16="http://schemas.microsoft.com/office/drawing/2014/main" id="{42C44DD2-7312-BD1C-1EE7-620F5F7588E6}"/>
                  </a:ext>
                </a:extLst>
              </p:cNvPr>
              <p:cNvSpPr>
                <a:spLocks/>
              </p:cNvSpPr>
              <p:nvPr/>
            </p:nvSpPr>
            <p:spPr bwMode="auto">
              <a:xfrm>
                <a:off x="845" y="1377"/>
                <a:ext cx="65" cy="76"/>
              </a:xfrm>
              <a:custGeom>
                <a:avLst/>
                <a:gdLst>
                  <a:gd name="T0" fmla="*/ 0 w 650"/>
                  <a:gd name="T1" fmla="*/ 0 h 769"/>
                  <a:gd name="T2" fmla="*/ 0 w 650"/>
                  <a:gd name="T3" fmla="*/ 0 h 769"/>
                  <a:gd name="T4" fmla="*/ 0 w 650"/>
                  <a:gd name="T5" fmla="*/ 0 h 769"/>
                  <a:gd name="T6" fmla="*/ 0 w 650"/>
                  <a:gd name="T7" fmla="*/ 0 h 769"/>
                  <a:gd name="T8" fmla="*/ 0 w 650"/>
                  <a:gd name="T9" fmla="*/ 0 h 769"/>
                  <a:gd name="T10" fmla="*/ 0 60000 65536"/>
                  <a:gd name="T11" fmla="*/ 0 60000 65536"/>
                  <a:gd name="T12" fmla="*/ 0 60000 65536"/>
                  <a:gd name="T13" fmla="*/ 0 60000 65536"/>
                  <a:gd name="T14" fmla="*/ 0 60000 65536"/>
                  <a:gd name="T15" fmla="*/ 0 w 650"/>
                  <a:gd name="T16" fmla="*/ 0 h 769"/>
                  <a:gd name="T17" fmla="*/ 650 w 650"/>
                  <a:gd name="T18" fmla="*/ 769 h 769"/>
                </a:gdLst>
                <a:ahLst/>
                <a:cxnLst>
                  <a:cxn ang="T10">
                    <a:pos x="T0" y="T1"/>
                  </a:cxn>
                  <a:cxn ang="T11">
                    <a:pos x="T2" y="T3"/>
                  </a:cxn>
                  <a:cxn ang="T12">
                    <a:pos x="T4" y="T5"/>
                  </a:cxn>
                  <a:cxn ang="T13">
                    <a:pos x="T6" y="T7"/>
                  </a:cxn>
                  <a:cxn ang="T14">
                    <a:pos x="T8" y="T9"/>
                  </a:cxn>
                </a:cxnLst>
                <a:rect l="T15" t="T16" r="T17" b="T18"/>
                <a:pathLst>
                  <a:path w="650" h="769">
                    <a:moveTo>
                      <a:pt x="0" y="0"/>
                    </a:moveTo>
                    <a:lnTo>
                      <a:pt x="526" y="676"/>
                    </a:lnTo>
                    <a:lnTo>
                      <a:pt x="650" y="769"/>
                    </a:lnTo>
                    <a:lnTo>
                      <a:pt x="593" y="622"/>
                    </a:lnTo>
                    <a:lnTo>
                      <a:pt x="379" y="327"/>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513" name="Freeform 372">
                <a:extLst>
                  <a:ext uri="{FF2B5EF4-FFF2-40B4-BE49-F238E27FC236}">
                    <a16:creationId xmlns:a16="http://schemas.microsoft.com/office/drawing/2014/main" id="{4D50F0EF-A042-09D6-0BB5-B79656E072D3}"/>
                  </a:ext>
                </a:extLst>
              </p:cNvPr>
              <p:cNvSpPr>
                <a:spLocks/>
              </p:cNvSpPr>
              <p:nvPr/>
            </p:nvSpPr>
            <p:spPr bwMode="auto">
              <a:xfrm>
                <a:off x="808" y="1321"/>
                <a:ext cx="32" cy="33"/>
              </a:xfrm>
              <a:custGeom>
                <a:avLst/>
                <a:gdLst>
                  <a:gd name="T0" fmla="*/ 0 w 320"/>
                  <a:gd name="T1" fmla="*/ 0 h 328"/>
                  <a:gd name="T2" fmla="*/ 0 w 320"/>
                  <a:gd name="T3" fmla="*/ 0 h 328"/>
                  <a:gd name="T4" fmla="*/ 0 w 320"/>
                  <a:gd name="T5" fmla="*/ 0 h 328"/>
                  <a:gd name="T6" fmla="*/ 0 w 320"/>
                  <a:gd name="T7" fmla="*/ 0 h 328"/>
                  <a:gd name="T8" fmla="*/ 0 w 320"/>
                  <a:gd name="T9" fmla="*/ 0 h 328"/>
                  <a:gd name="T10" fmla="*/ 0 w 320"/>
                  <a:gd name="T11" fmla="*/ 0 h 328"/>
                  <a:gd name="T12" fmla="*/ 0 60000 65536"/>
                  <a:gd name="T13" fmla="*/ 0 60000 65536"/>
                  <a:gd name="T14" fmla="*/ 0 60000 65536"/>
                  <a:gd name="T15" fmla="*/ 0 60000 65536"/>
                  <a:gd name="T16" fmla="*/ 0 60000 65536"/>
                  <a:gd name="T17" fmla="*/ 0 60000 65536"/>
                  <a:gd name="T18" fmla="*/ 0 w 320"/>
                  <a:gd name="T19" fmla="*/ 0 h 328"/>
                  <a:gd name="T20" fmla="*/ 320 w 320"/>
                  <a:gd name="T21" fmla="*/ 328 h 328"/>
                </a:gdLst>
                <a:ahLst/>
                <a:cxnLst>
                  <a:cxn ang="T12">
                    <a:pos x="T0" y="T1"/>
                  </a:cxn>
                  <a:cxn ang="T13">
                    <a:pos x="T2" y="T3"/>
                  </a:cxn>
                  <a:cxn ang="T14">
                    <a:pos x="T4" y="T5"/>
                  </a:cxn>
                  <a:cxn ang="T15">
                    <a:pos x="T6" y="T7"/>
                  </a:cxn>
                  <a:cxn ang="T16">
                    <a:pos x="T8" y="T9"/>
                  </a:cxn>
                  <a:cxn ang="T17">
                    <a:pos x="T10" y="T11"/>
                  </a:cxn>
                </a:cxnLst>
                <a:rect l="T18" t="T19" r="T20" b="T21"/>
                <a:pathLst>
                  <a:path w="320" h="328">
                    <a:moveTo>
                      <a:pt x="148" y="283"/>
                    </a:moveTo>
                    <a:lnTo>
                      <a:pt x="0" y="78"/>
                    </a:lnTo>
                    <a:lnTo>
                      <a:pt x="0" y="34"/>
                    </a:lnTo>
                    <a:lnTo>
                      <a:pt x="35" y="0"/>
                    </a:lnTo>
                    <a:lnTo>
                      <a:pt x="79" y="10"/>
                    </a:lnTo>
                    <a:lnTo>
                      <a:pt x="320" y="328"/>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514" name="Freeform 373">
                <a:extLst>
                  <a:ext uri="{FF2B5EF4-FFF2-40B4-BE49-F238E27FC236}">
                    <a16:creationId xmlns:a16="http://schemas.microsoft.com/office/drawing/2014/main" id="{5622BCFB-3DF0-81B1-4748-0D5FBB95950A}"/>
                  </a:ext>
                </a:extLst>
              </p:cNvPr>
              <p:cNvSpPr>
                <a:spLocks/>
              </p:cNvSpPr>
              <p:nvPr/>
            </p:nvSpPr>
            <p:spPr bwMode="auto">
              <a:xfrm>
                <a:off x="806" y="1346"/>
                <a:ext cx="110" cy="70"/>
              </a:xfrm>
              <a:custGeom>
                <a:avLst/>
                <a:gdLst>
                  <a:gd name="T0" fmla="*/ 0 w 1097"/>
                  <a:gd name="T1" fmla="*/ 0 h 703"/>
                  <a:gd name="T2" fmla="*/ 0 w 1097"/>
                  <a:gd name="T3" fmla="*/ 0 h 703"/>
                  <a:gd name="T4" fmla="*/ 0 w 1097"/>
                  <a:gd name="T5" fmla="*/ 0 h 703"/>
                  <a:gd name="T6" fmla="*/ 0 w 1097"/>
                  <a:gd name="T7" fmla="*/ 0 h 703"/>
                  <a:gd name="T8" fmla="*/ 0 w 1097"/>
                  <a:gd name="T9" fmla="*/ 0 h 703"/>
                  <a:gd name="T10" fmla="*/ 0 w 1097"/>
                  <a:gd name="T11" fmla="*/ 0 h 703"/>
                  <a:gd name="T12" fmla="*/ 0 w 1097"/>
                  <a:gd name="T13" fmla="*/ 0 h 703"/>
                  <a:gd name="T14" fmla="*/ 0 w 1097"/>
                  <a:gd name="T15" fmla="*/ 0 h 703"/>
                  <a:gd name="T16" fmla="*/ 0 60000 65536"/>
                  <a:gd name="T17" fmla="*/ 0 60000 65536"/>
                  <a:gd name="T18" fmla="*/ 0 60000 65536"/>
                  <a:gd name="T19" fmla="*/ 0 60000 65536"/>
                  <a:gd name="T20" fmla="*/ 0 60000 65536"/>
                  <a:gd name="T21" fmla="*/ 0 60000 65536"/>
                  <a:gd name="T22" fmla="*/ 0 60000 65536"/>
                  <a:gd name="T23" fmla="*/ 0 60000 65536"/>
                  <a:gd name="T24" fmla="*/ 0 w 1097"/>
                  <a:gd name="T25" fmla="*/ 0 h 703"/>
                  <a:gd name="T26" fmla="*/ 1097 w 1097"/>
                  <a:gd name="T27" fmla="*/ 703 h 7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97" h="703">
                    <a:moveTo>
                      <a:pt x="0" y="0"/>
                    </a:moveTo>
                    <a:lnTo>
                      <a:pt x="709" y="114"/>
                    </a:lnTo>
                    <a:lnTo>
                      <a:pt x="1097" y="644"/>
                    </a:lnTo>
                    <a:lnTo>
                      <a:pt x="1097" y="703"/>
                    </a:lnTo>
                    <a:lnTo>
                      <a:pt x="1073" y="657"/>
                    </a:lnTo>
                    <a:lnTo>
                      <a:pt x="662" y="169"/>
                    </a:lnTo>
                    <a:lnTo>
                      <a:pt x="47" y="2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5" name="Freeform 374">
                <a:extLst>
                  <a:ext uri="{FF2B5EF4-FFF2-40B4-BE49-F238E27FC236}">
                    <a16:creationId xmlns:a16="http://schemas.microsoft.com/office/drawing/2014/main" id="{9F2A094E-8737-F999-0D2B-7DC694F11EF8}"/>
                  </a:ext>
                </a:extLst>
              </p:cNvPr>
              <p:cNvSpPr>
                <a:spLocks/>
              </p:cNvSpPr>
              <p:nvPr/>
            </p:nvSpPr>
            <p:spPr bwMode="auto">
              <a:xfrm>
                <a:off x="816" y="1056"/>
                <a:ext cx="112" cy="298"/>
              </a:xfrm>
              <a:custGeom>
                <a:avLst/>
                <a:gdLst>
                  <a:gd name="T0" fmla="*/ 0 w 1122"/>
                  <a:gd name="T1" fmla="*/ 0 h 2984"/>
                  <a:gd name="T2" fmla="*/ 0 w 1122"/>
                  <a:gd name="T3" fmla="*/ 0 h 2984"/>
                  <a:gd name="T4" fmla="*/ 0 w 1122"/>
                  <a:gd name="T5" fmla="*/ 0 h 2984"/>
                  <a:gd name="T6" fmla="*/ 0 w 1122"/>
                  <a:gd name="T7" fmla="*/ 0 h 2984"/>
                  <a:gd name="T8" fmla="*/ 0 w 1122"/>
                  <a:gd name="T9" fmla="*/ 0 h 2984"/>
                  <a:gd name="T10" fmla="*/ 0 w 1122"/>
                  <a:gd name="T11" fmla="*/ 0 h 2984"/>
                  <a:gd name="T12" fmla="*/ 0 w 1122"/>
                  <a:gd name="T13" fmla="*/ 0 h 2984"/>
                  <a:gd name="T14" fmla="*/ 0 w 1122"/>
                  <a:gd name="T15" fmla="*/ 0 h 2984"/>
                  <a:gd name="T16" fmla="*/ 0 w 1122"/>
                  <a:gd name="T17" fmla="*/ 0 h 2984"/>
                  <a:gd name="T18" fmla="*/ 0 w 1122"/>
                  <a:gd name="T19" fmla="*/ 0 h 2984"/>
                  <a:gd name="T20" fmla="*/ 0 w 1122"/>
                  <a:gd name="T21" fmla="*/ 0 h 2984"/>
                  <a:gd name="T22" fmla="*/ 0 w 1122"/>
                  <a:gd name="T23" fmla="*/ 0 h 2984"/>
                  <a:gd name="T24" fmla="*/ 0 w 1122"/>
                  <a:gd name="T25" fmla="*/ 0 h 2984"/>
                  <a:gd name="T26" fmla="*/ 0 w 1122"/>
                  <a:gd name="T27" fmla="*/ 0 h 2984"/>
                  <a:gd name="T28" fmla="*/ 0 w 1122"/>
                  <a:gd name="T29" fmla="*/ 0 h 2984"/>
                  <a:gd name="T30" fmla="*/ 0 w 1122"/>
                  <a:gd name="T31" fmla="*/ 0 h 2984"/>
                  <a:gd name="T32" fmla="*/ 0 w 1122"/>
                  <a:gd name="T33" fmla="*/ 0 h 2984"/>
                  <a:gd name="T34" fmla="*/ 0 w 1122"/>
                  <a:gd name="T35" fmla="*/ 0 h 2984"/>
                  <a:gd name="T36" fmla="*/ 0 w 1122"/>
                  <a:gd name="T37" fmla="*/ 0 h 2984"/>
                  <a:gd name="T38" fmla="*/ 0 w 1122"/>
                  <a:gd name="T39" fmla="*/ 0 h 2984"/>
                  <a:gd name="T40" fmla="*/ 0 w 1122"/>
                  <a:gd name="T41" fmla="*/ 0 h 2984"/>
                  <a:gd name="T42" fmla="*/ 0 w 1122"/>
                  <a:gd name="T43" fmla="*/ 0 h 2984"/>
                  <a:gd name="T44" fmla="*/ 0 w 1122"/>
                  <a:gd name="T45" fmla="*/ 0 h 2984"/>
                  <a:gd name="T46" fmla="*/ 0 w 1122"/>
                  <a:gd name="T47" fmla="*/ 0 h 2984"/>
                  <a:gd name="T48" fmla="*/ 0 w 1122"/>
                  <a:gd name="T49" fmla="*/ 0 h 2984"/>
                  <a:gd name="T50" fmla="*/ 0 w 1122"/>
                  <a:gd name="T51" fmla="*/ 0 h 2984"/>
                  <a:gd name="T52" fmla="*/ 0 w 1122"/>
                  <a:gd name="T53" fmla="*/ 0 h 2984"/>
                  <a:gd name="T54" fmla="*/ 0 w 1122"/>
                  <a:gd name="T55" fmla="*/ 0 h 298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2"/>
                  <a:gd name="T85" fmla="*/ 0 h 2984"/>
                  <a:gd name="T86" fmla="*/ 1122 w 1122"/>
                  <a:gd name="T87" fmla="*/ 2984 h 2984"/>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2" h="2984">
                    <a:moveTo>
                      <a:pt x="343" y="0"/>
                    </a:moveTo>
                    <a:lnTo>
                      <a:pt x="584" y="178"/>
                    </a:lnTo>
                    <a:lnTo>
                      <a:pt x="356" y="1366"/>
                    </a:lnTo>
                    <a:lnTo>
                      <a:pt x="183" y="1828"/>
                    </a:lnTo>
                    <a:lnTo>
                      <a:pt x="183" y="2135"/>
                    </a:lnTo>
                    <a:lnTo>
                      <a:pt x="0" y="2656"/>
                    </a:lnTo>
                    <a:lnTo>
                      <a:pt x="92" y="2575"/>
                    </a:lnTo>
                    <a:lnTo>
                      <a:pt x="309" y="2984"/>
                    </a:lnTo>
                    <a:lnTo>
                      <a:pt x="1122" y="2612"/>
                    </a:lnTo>
                    <a:lnTo>
                      <a:pt x="1018" y="2612"/>
                    </a:lnTo>
                    <a:lnTo>
                      <a:pt x="766" y="2703"/>
                    </a:lnTo>
                    <a:lnTo>
                      <a:pt x="629" y="2703"/>
                    </a:lnTo>
                    <a:lnTo>
                      <a:pt x="538" y="2612"/>
                    </a:lnTo>
                    <a:lnTo>
                      <a:pt x="560" y="2497"/>
                    </a:lnTo>
                    <a:lnTo>
                      <a:pt x="183" y="2362"/>
                    </a:lnTo>
                    <a:lnTo>
                      <a:pt x="241" y="2135"/>
                    </a:lnTo>
                    <a:lnTo>
                      <a:pt x="550" y="2385"/>
                    </a:lnTo>
                    <a:lnTo>
                      <a:pt x="867" y="2385"/>
                    </a:lnTo>
                    <a:lnTo>
                      <a:pt x="709" y="2339"/>
                    </a:lnTo>
                    <a:lnTo>
                      <a:pt x="319" y="1841"/>
                    </a:lnTo>
                    <a:lnTo>
                      <a:pt x="319" y="1593"/>
                    </a:lnTo>
                    <a:lnTo>
                      <a:pt x="629" y="1106"/>
                    </a:lnTo>
                    <a:lnTo>
                      <a:pt x="753" y="689"/>
                    </a:lnTo>
                    <a:lnTo>
                      <a:pt x="698" y="382"/>
                    </a:lnTo>
                    <a:lnTo>
                      <a:pt x="722" y="653"/>
                    </a:lnTo>
                    <a:lnTo>
                      <a:pt x="480" y="1030"/>
                    </a:lnTo>
                    <a:lnTo>
                      <a:pt x="616" y="169"/>
                    </a:lnTo>
                    <a:lnTo>
                      <a:pt x="34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6" name="Freeform 375">
                <a:extLst>
                  <a:ext uri="{FF2B5EF4-FFF2-40B4-BE49-F238E27FC236}">
                    <a16:creationId xmlns:a16="http://schemas.microsoft.com/office/drawing/2014/main" id="{021E3B70-6235-B57B-EAFA-935ECA9DEAD9}"/>
                  </a:ext>
                </a:extLst>
              </p:cNvPr>
              <p:cNvSpPr>
                <a:spLocks/>
              </p:cNvSpPr>
              <p:nvPr/>
            </p:nvSpPr>
            <p:spPr bwMode="auto">
              <a:xfrm>
                <a:off x="864" y="1142"/>
                <a:ext cx="75" cy="92"/>
              </a:xfrm>
              <a:custGeom>
                <a:avLst/>
                <a:gdLst>
                  <a:gd name="T0" fmla="*/ 0 w 751"/>
                  <a:gd name="T1" fmla="*/ 0 h 915"/>
                  <a:gd name="T2" fmla="*/ 0 w 751"/>
                  <a:gd name="T3" fmla="*/ 0 h 915"/>
                  <a:gd name="T4" fmla="*/ 0 w 751"/>
                  <a:gd name="T5" fmla="*/ 0 h 915"/>
                  <a:gd name="T6" fmla="*/ 0 w 751"/>
                  <a:gd name="T7" fmla="*/ 0 h 915"/>
                  <a:gd name="T8" fmla="*/ 0 w 751"/>
                  <a:gd name="T9" fmla="*/ 0 h 915"/>
                  <a:gd name="T10" fmla="*/ 0 w 751"/>
                  <a:gd name="T11" fmla="*/ 0 h 915"/>
                  <a:gd name="T12" fmla="*/ 0 w 751"/>
                  <a:gd name="T13" fmla="*/ 0 h 915"/>
                  <a:gd name="T14" fmla="*/ 0 w 751"/>
                  <a:gd name="T15" fmla="*/ 0 h 915"/>
                  <a:gd name="T16" fmla="*/ 0 w 751"/>
                  <a:gd name="T17" fmla="*/ 0 h 915"/>
                  <a:gd name="T18" fmla="*/ 0 w 751"/>
                  <a:gd name="T19" fmla="*/ 0 h 915"/>
                  <a:gd name="T20" fmla="*/ 0 w 751"/>
                  <a:gd name="T21" fmla="*/ 0 h 9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51"/>
                  <a:gd name="T34" fmla="*/ 0 h 915"/>
                  <a:gd name="T35" fmla="*/ 751 w 751"/>
                  <a:gd name="T36" fmla="*/ 915 h 9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51" h="915">
                    <a:moveTo>
                      <a:pt x="309" y="0"/>
                    </a:moveTo>
                    <a:lnTo>
                      <a:pt x="442" y="260"/>
                    </a:lnTo>
                    <a:lnTo>
                      <a:pt x="442" y="453"/>
                    </a:lnTo>
                    <a:lnTo>
                      <a:pt x="538" y="735"/>
                    </a:lnTo>
                    <a:lnTo>
                      <a:pt x="751" y="915"/>
                    </a:lnTo>
                    <a:lnTo>
                      <a:pt x="432" y="735"/>
                    </a:lnTo>
                    <a:lnTo>
                      <a:pt x="0" y="849"/>
                    </a:lnTo>
                    <a:lnTo>
                      <a:pt x="296" y="575"/>
                    </a:lnTo>
                    <a:lnTo>
                      <a:pt x="411" y="564"/>
                    </a:lnTo>
                    <a:lnTo>
                      <a:pt x="411" y="271"/>
                    </a:lnTo>
                    <a:lnTo>
                      <a:pt x="30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7" name="Freeform 376">
                <a:extLst>
                  <a:ext uri="{FF2B5EF4-FFF2-40B4-BE49-F238E27FC236}">
                    <a16:creationId xmlns:a16="http://schemas.microsoft.com/office/drawing/2014/main" id="{B82DE436-A960-FC04-96A2-2B35002E6389}"/>
                  </a:ext>
                </a:extLst>
              </p:cNvPr>
              <p:cNvSpPr>
                <a:spLocks/>
              </p:cNvSpPr>
              <p:nvPr/>
            </p:nvSpPr>
            <p:spPr bwMode="auto">
              <a:xfrm>
                <a:off x="885" y="1245"/>
                <a:ext cx="90" cy="115"/>
              </a:xfrm>
              <a:custGeom>
                <a:avLst/>
                <a:gdLst>
                  <a:gd name="T0" fmla="*/ 0 w 902"/>
                  <a:gd name="T1" fmla="*/ 0 h 1143"/>
                  <a:gd name="T2" fmla="*/ 0 w 902"/>
                  <a:gd name="T3" fmla="*/ 0 h 1143"/>
                  <a:gd name="T4" fmla="*/ 0 w 902"/>
                  <a:gd name="T5" fmla="*/ 0 h 1143"/>
                  <a:gd name="T6" fmla="*/ 0 w 902"/>
                  <a:gd name="T7" fmla="*/ 0 h 1143"/>
                  <a:gd name="T8" fmla="*/ 0 w 902"/>
                  <a:gd name="T9" fmla="*/ 0 h 1143"/>
                  <a:gd name="T10" fmla="*/ 0 w 902"/>
                  <a:gd name="T11" fmla="*/ 0 h 1143"/>
                  <a:gd name="T12" fmla="*/ 0 w 902"/>
                  <a:gd name="T13" fmla="*/ 0 h 1143"/>
                  <a:gd name="T14" fmla="*/ 0 w 902"/>
                  <a:gd name="T15" fmla="*/ 0 h 1143"/>
                  <a:gd name="T16" fmla="*/ 0 w 902"/>
                  <a:gd name="T17" fmla="*/ 0 h 1143"/>
                  <a:gd name="T18" fmla="*/ 0 w 902"/>
                  <a:gd name="T19" fmla="*/ 0 h 1143"/>
                  <a:gd name="T20" fmla="*/ 0 w 902"/>
                  <a:gd name="T21" fmla="*/ 0 h 1143"/>
                  <a:gd name="T22" fmla="*/ 0 w 902"/>
                  <a:gd name="T23" fmla="*/ 0 h 1143"/>
                  <a:gd name="T24" fmla="*/ 0 w 902"/>
                  <a:gd name="T25" fmla="*/ 0 h 1143"/>
                  <a:gd name="T26" fmla="*/ 0 w 902"/>
                  <a:gd name="T27" fmla="*/ 0 h 1143"/>
                  <a:gd name="T28" fmla="*/ 0 w 902"/>
                  <a:gd name="T29" fmla="*/ 0 h 1143"/>
                  <a:gd name="T30" fmla="*/ 0 w 902"/>
                  <a:gd name="T31" fmla="*/ 0 h 1143"/>
                  <a:gd name="T32" fmla="*/ 0 w 902"/>
                  <a:gd name="T33" fmla="*/ 0 h 1143"/>
                  <a:gd name="T34" fmla="*/ 0 w 902"/>
                  <a:gd name="T35" fmla="*/ 0 h 1143"/>
                  <a:gd name="T36" fmla="*/ 0 w 902"/>
                  <a:gd name="T37" fmla="*/ 0 h 11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02"/>
                  <a:gd name="T58" fmla="*/ 0 h 1143"/>
                  <a:gd name="T59" fmla="*/ 902 w 902"/>
                  <a:gd name="T60" fmla="*/ 1143 h 11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02" h="1143">
                    <a:moveTo>
                      <a:pt x="562" y="0"/>
                    </a:moveTo>
                    <a:lnTo>
                      <a:pt x="606" y="352"/>
                    </a:lnTo>
                    <a:lnTo>
                      <a:pt x="377" y="599"/>
                    </a:lnTo>
                    <a:lnTo>
                      <a:pt x="24" y="599"/>
                    </a:lnTo>
                    <a:lnTo>
                      <a:pt x="0" y="644"/>
                    </a:lnTo>
                    <a:lnTo>
                      <a:pt x="37" y="701"/>
                    </a:lnTo>
                    <a:lnTo>
                      <a:pt x="674" y="565"/>
                    </a:lnTo>
                    <a:lnTo>
                      <a:pt x="448" y="578"/>
                    </a:lnTo>
                    <a:lnTo>
                      <a:pt x="629" y="441"/>
                    </a:lnTo>
                    <a:lnTo>
                      <a:pt x="777" y="453"/>
                    </a:lnTo>
                    <a:lnTo>
                      <a:pt x="858" y="588"/>
                    </a:lnTo>
                    <a:lnTo>
                      <a:pt x="479" y="815"/>
                    </a:lnTo>
                    <a:lnTo>
                      <a:pt x="390" y="995"/>
                    </a:lnTo>
                    <a:lnTo>
                      <a:pt x="502" y="1143"/>
                    </a:lnTo>
                    <a:lnTo>
                      <a:pt x="708" y="745"/>
                    </a:lnTo>
                    <a:lnTo>
                      <a:pt x="902" y="621"/>
                    </a:lnTo>
                    <a:lnTo>
                      <a:pt x="871" y="432"/>
                    </a:lnTo>
                    <a:lnTo>
                      <a:pt x="661" y="375"/>
                    </a:lnTo>
                    <a:lnTo>
                      <a:pt x="5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8" name="Freeform 377">
                <a:extLst>
                  <a:ext uri="{FF2B5EF4-FFF2-40B4-BE49-F238E27FC236}">
                    <a16:creationId xmlns:a16="http://schemas.microsoft.com/office/drawing/2014/main" id="{705D251A-B693-4C12-AAC5-D2911432B0C7}"/>
                  </a:ext>
                </a:extLst>
              </p:cNvPr>
              <p:cNvSpPr>
                <a:spLocks/>
              </p:cNvSpPr>
              <p:nvPr/>
            </p:nvSpPr>
            <p:spPr bwMode="auto">
              <a:xfrm>
                <a:off x="876" y="1304"/>
                <a:ext cx="423" cy="96"/>
              </a:xfrm>
              <a:custGeom>
                <a:avLst/>
                <a:gdLst>
                  <a:gd name="T0" fmla="*/ 0 w 4238"/>
                  <a:gd name="T1" fmla="*/ 0 h 962"/>
                  <a:gd name="T2" fmla="*/ 0 w 4238"/>
                  <a:gd name="T3" fmla="*/ 0 h 962"/>
                  <a:gd name="T4" fmla="*/ 0 w 4238"/>
                  <a:gd name="T5" fmla="*/ 0 h 962"/>
                  <a:gd name="T6" fmla="*/ 0 w 4238"/>
                  <a:gd name="T7" fmla="*/ 0 h 962"/>
                  <a:gd name="T8" fmla="*/ 0 w 4238"/>
                  <a:gd name="T9" fmla="*/ 0 h 962"/>
                  <a:gd name="T10" fmla="*/ 0 w 4238"/>
                  <a:gd name="T11" fmla="*/ 0 h 962"/>
                  <a:gd name="T12" fmla="*/ 0 w 4238"/>
                  <a:gd name="T13" fmla="*/ 0 h 962"/>
                  <a:gd name="T14" fmla="*/ 0 w 4238"/>
                  <a:gd name="T15" fmla="*/ 0 h 962"/>
                  <a:gd name="T16" fmla="*/ 0 w 4238"/>
                  <a:gd name="T17" fmla="*/ 0 h 962"/>
                  <a:gd name="T18" fmla="*/ 0 w 4238"/>
                  <a:gd name="T19" fmla="*/ 0 h 962"/>
                  <a:gd name="T20" fmla="*/ 0 w 4238"/>
                  <a:gd name="T21" fmla="*/ 0 h 962"/>
                  <a:gd name="T22" fmla="*/ 0 w 4238"/>
                  <a:gd name="T23" fmla="*/ 0 h 962"/>
                  <a:gd name="T24" fmla="*/ 0 w 4238"/>
                  <a:gd name="T25" fmla="*/ 0 h 962"/>
                  <a:gd name="T26" fmla="*/ 0 w 4238"/>
                  <a:gd name="T27" fmla="*/ 0 h 962"/>
                  <a:gd name="T28" fmla="*/ 0 w 4238"/>
                  <a:gd name="T29" fmla="*/ 0 h 962"/>
                  <a:gd name="T30" fmla="*/ 0 w 4238"/>
                  <a:gd name="T31" fmla="*/ 0 h 962"/>
                  <a:gd name="T32" fmla="*/ 0 w 4238"/>
                  <a:gd name="T33" fmla="*/ 0 h 962"/>
                  <a:gd name="T34" fmla="*/ 0 w 4238"/>
                  <a:gd name="T35" fmla="*/ 0 h 962"/>
                  <a:gd name="T36" fmla="*/ 0 w 4238"/>
                  <a:gd name="T37" fmla="*/ 0 h 962"/>
                  <a:gd name="T38" fmla="*/ 0 w 4238"/>
                  <a:gd name="T39" fmla="*/ 0 h 962"/>
                  <a:gd name="T40" fmla="*/ 0 w 4238"/>
                  <a:gd name="T41" fmla="*/ 0 h 962"/>
                  <a:gd name="T42" fmla="*/ 0 w 4238"/>
                  <a:gd name="T43" fmla="*/ 0 h 962"/>
                  <a:gd name="T44" fmla="*/ 0 w 4238"/>
                  <a:gd name="T45" fmla="*/ 0 h 962"/>
                  <a:gd name="T46" fmla="*/ 0 w 4238"/>
                  <a:gd name="T47" fmla="*/ 0 h 962"/>
                  <a:gd name="T48" fmla="*/ 0 w 4238"/>
                  <a:gd name="T49" fmla="*/ 0 h 962"/>
                  <a:gd name="T50" fmla="*/ 0 w 4238"/>
                  <a:gd name="T51" fmla="*/ 0 h 962"/>
                  <a:gd name="T52" fmla="*/ 0 w 4238"/>
                  <a:gd name="T53" fmla="*/ 0 h 962"/>
                  <a:gd name="T54" fmla="*/ 0 w 4238"/>
                  <a:gd name="T55" fmla="*/ 0 h 962"/>
                  <a:gd name="T56" fmla="*/ 0 w 4238"/>
                  <a:gd name="T57" fmla="*/ 0 h 962"/>
                  <a:gd name="T58" fmla="*/ 0 w 4238"/>
                  <a:gd name="T59" fmla="*/ 0 h 962"/>
                  <a:gd name="T60" fmla="*/ 0 w 4238"/>
                  <a:gd name="T61" fmla="*/ 0 h 962"/>
                  <a:gd name="T62" fmla="*/ 0 w 4238"/>
                  <a:gd name="T63" fmla="*/ 0 h 962"/>
                  <a:gd name="T64" fmla="*/ 0 w 4238"/>
                  <a:gd name="T65" fmla="*/ 0 h 962"/>
                  <a:gd name="T66" fmla="*/ 0 w 4238"/>
                  <a:gd name="T67" fmla="*/ 0 h 962"/>
                  <a:gd name="T68" fmla="*/ 0 w 4238"/>
                  <a:gd name="T69" fmla="*/ 0 h 962"/>
                  <a:gd name="T70" fmla="*/ 0 w 4238"/>
                  <a:gd name="T71" fmla="*/ 0 h 962"/>
                  <a:gd name="T72" fmla="*/ 0 w 4238"/>
                  <a:gd name="T73" fmla="*/ 0 h 962"/>
                  <a:gd name="T74" fmla="*/ 0 w 4238"/>
                  <a:gd name="T75" fmla="*/ 0 h 962"/>
                  <a:gd name="T76" fmla="*/ 0 w 4238"/>
                  <a:gd name="T77" fmla="*/ 0 h 962"/>
                  <a:gd name="T78" fmla="*/ 0 w 4238"/>
                  <a:gd name="T79" fmla="*/ 0 h 962"/>
                  <a:gd name="T80" fmla="*/ 0 w 4238"/>
                  <a:gd name="T81" fmla="*/ 0 h 962"/>
                  <a:gd name="T82" fmla="*/ 0 w 4238"/>
                  <a:gd name="T83" fmla="*/ 0 h 962"/>
                  <a:gd name="T84" fmla="*/ 0 w 4238"/>
                  <a:gd name="T85" fmla="*/ 0 h 962"/>
                  <a:gd name="T86" fmla="*/ 0 w 4238"/>
                  <a:gd name="T87" fmla="*/ 0 h 962"/>
                  <a:gd name="T88" fmla="*/ 0 w 4238"/>
                  <a:gd name="T89" fmla="*/ 0 h 962"/>
                  <a:gd name="T90" fmla="*/ 0 w 4238"/>
                  <a:gd name="T91" fmla="*/ 0 h 962"/>
                  <a:gd name="T92" fmla="*/ 0 w 4238"/>
                  <a:gd name="T93" fmla="*/ 0 h 962"/>
                  <a:gd name="T94" fmla="*/ 0 w 4238"/>
                  <a:gd name="T95" fmla="*/ 0 h 962"/>
                  <a:gd name="T96" fmla="*/ 0 w 4238"/>
                  <a:gd name="T97" fmla="*/ 0 h 962"/>
                  <a:gd name="T98" fmla="*/ 0 w 4238"/>
                  <a:gd name="T99" fmla="*/ 0 h 962"/>
                  <a:gd name="T100" fmla="*/ 0 w 4238"/>
                  <a:gd name="T101" fmla="*/ 0 h 962"/>
                  <a:gd name="T102" fmla="*/ 0 w 4238"/>
                  <a:gd name="T103" fmla="*/ 0 h 962"/>
                  <a:gd name="T104" fmla="*/ 0 w 4238"/>
                  <a:gd name="T105" fmla="*/ 0 h 962"/>
                  <a:gd name="T106" fmla="*/ 0 w 4238"/>
                  <a:gd name="T107" fmla="*/ 0 h 962"/>
                  <a:gd name="T108" fmla="*/ 0 w 4238"/>
                  <a:gd name="T109" fmla="*/ 0 h 962"/>
                  <a:gd name="T110" fmla="*/ 0 w 4238"/>
                  <a:gd name="T111" fmla="*/ 0 h 962"/>
                  <a:gd name="T112" fmla="*/ 0 w 4238"/>
                  <a:gd name="T113" fmla="*/ 0 h 962"/>
                  <a:gd name="T114" fmla="*/ 0 w 4238"/>
                  <a:gd name="T115" fmla="*/ 0 h 962"/>
                  <a:gd name="T116" fmla="*/ 0 w 4238"/>
                  <a:gd name="T117" fmla="*/ 0 h 962"/>
                  <a:gd name="T118" fmla="*/ 0 w 4238"/>
                  <a:gd name="T119" fmla="*/ 0 h 962"/>
                  <a:gd name="T120" fmla="*/ 0 w 4238"/>
                  <a:gd name="T121" fmla="*/ 0 h 962"/>
                  <a:gd name="T122" fmla="*/ 0 w 4238"/>
                  <a:gd name="T123" fmla="*/ 0 h 96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4238"/>
                  <a:gd name="T187" fmla="*/ 0 h 962"/>
                  <a:gd name="T188" fmla="*/ 4238 w 4238"/>
                  <a:gd name="T189" fmla="*/ 962 h 96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4238" h="962">
                    <a:moveTo>
                      <a:pt x="0" y="542"/>
                    </a:moveTo>
                    <a:lnTo>
                      <a:pt x="401" y="316"/>
                    </a:lnTo>
                    <a:lnTo>
                      <a:pt x="308" y="532"/>
                    </a:lnTo>
                    <a:lnTo>
                      <a:pt x="308" y="680"/>
                    </a:lnTo>
                    <a:lnTo>
                      <a:pt x="606" y="757"/>
                    </a:lnTo>
                    <a:lnTo>
                      <a:pt x="799" y="284"/>
                    </a:lnTo>
                    <a:lnTo>
                      <a:pt x="879" y="248"/>
                    </a:lnTo>
                    <a:lnTo>
                      <a:pt x="915" y="147"/>
                    </a:lnTo>
                    <a:lnTo>
                      <a:pt x="915" y="579"/>
                    </a:lnTo>
                    <a:lnTo>
                      <a:pt x="1017" y="712"/>
                    </a:lnTo>
                    <a:lnTo>
                      <a:pt x="1121" y="712"/>
                    </a:lnTo>
                    <a:lnTo>
                      <a:pt x="1074" y="488"/>
                    </a:lnTo>
                    <a:lnTo>
                      <a:pt x="1246" y="193"/>
                    </a:lnTo>
                    <a:lnTo>
                      <a:pt x="1347" y="147"/>
                    </a:lnTo>
                    <a:lnTo>
                      <a:pt x="1290" y="488"/>
                    </a:lnTo>
                    <a:lnTo>
                      <a:pt x="1474" y="702"/>
                    </a:lnTo>
                    <a:lnTo>
                      <a:pt x="1508" y="418"/>
                    </a:lnTo>
                    <a:lnTo>
                      <a:pt x="1568" y="295"/>
                    </a:lnTo>
                    <a:lnTo>
                      <a:pt x="1679" y="204"/>
                    </a:lnTo>
                    <a:lnTo>
                      <a:pt x="1599" y="327"/>
                    </a:lnTo>
                    <a:lnTo>
                      <a:pt x="1599" y="441"/>
                    </a:lnTo>
                    <a:lnTo>
                      <a:pt x="2101" y="464"/>
                    </a:lnTo>
                    <a:lnTo>
                      <a:pt x="2181" y="316"/>
                    </a:lnTo>
                    <a:lnTo>
                      <a:pt x="2274" y="193"/>
                    </a:lnTo>
                    <a:lnTo>
                      <a:pt x="3107" y="0"/>
                    </a:lnTo>
                    <a:lnTo>
                      <a:pt x="3758" y="126"/>
                    </a:lnTo>
                    <a:lnTo>
                      <a:pt x="3838" y="204"/>
                    </a:lnTo>
                    <a:lnTo>
                      <a:pt x="4238" y="453"/>
                    </a:lnTo>
                    <a:lnTo>
                      <a:pt x="4178" y="498"/>
                    </a:lnTo>
                    <a:lnTo>
                      <a:pt x="3962" y="453"/>
                    </a:lnTo>
                    <a:lnTo>
                      <a:pt x="4045" y="633"/>
                    </a:lnTo>
                    <a:lnTo>
                      <a:pt x="3975" y="633"/>
                    </a:lnTo>
                    <a:lnTo>
                      <a:pt x="3827" y="579"/>
                    </a:lnTo>
                    <a:lnTo>
                      <a:pt x="3975" y="611"/>
                    </a:lnTo>
                    <a:lnTo>
                      <a:pt x="3985" y="566"/>
                    </a:lnTo>
                    <a:lnTo>
                      <a:pt x="3769" y="170"/>
                    </a:lnTo>
                    <a:lnTo>
                      <a:pt x="3118" y="33"/>
                    </a:lnTo>
                    <a:lnTo>
                      <a:pt x="2672" y="157"/>
                    </a:lnTo>
                    <a:lnTo>
                      <a:pt x="2605" y="261"/>
                    </a:lnTo>
                    <a:lnTo>
                      <a:pt x="2571" y="295"/>
                    </a:lnTo>
                    <a:lnTo>
                      <a:pt x="2285" y="384"/>
                    </a:lnTo>
                    <a:lnTo>
                      <a:pt x="2545" y="542"/>
                    </a:lnTo>
                    <a:lnTo>
                      <a:pt x="2605" y="642"/>
                    </a:lnTo>
                    <a:lnTo>
                      <a:pt x="2605" y="702"/>
                    </a:lnTo>
                    <a:lnTo>
                      <a:pt x="2558" y="712"/>
                    </a:lnTo>
                    <a:lnTo>
                      <a:pt x="2192" y="621"/>
                    </a:lnTo>
                    <a:lnTo>
                      <a:pt x="2137" y="598"/>
                    </a:lnTo>
                    <a:lnTo>
                      <a:pt x="2148" y="691"/>
                    </a:lnTo>
                    <a:lnTo>
                      <a:pt x="2205" y="803"/>
                    </a:lnTo>
                    <a:lnTo>
                      <a:pt x="2274" y="826"/>
                    </a:lnTo>
                    <a:lnTo>
                      <a:pt x="2343" y="826"/>
                    </a:lnTo>
                    <a:lnTo>
                      <a:pt x="2446" y="769"/>
                    </a:lnTo>
                    <a:lnTo>
                      <a:pt x="2343" y="860"/>
                    </a:lnTo>
                    <a:lnTo>
                      <a:pt x="2236" y="871"/>
                    </a:lnTo>
                    <a:lnTo>
                      <a:pt x="1952" y="837"/>
                    </a:lnTo>
                    <a:lnTo>
                      <a:pt x="1654" y="826"/>
                    </a:lnTo>
                    <a:lnTo>
                      <a:pt x="1530" y="860"/>
                    </a:lnTo>
                    <a:lnTo>
                      <a:pt x="1290" y="915"/>
                    </a:lnTo>
                    <a:lnTo>
                      <a:pt x="570" y="962"/>
                    </a:lnTo>
                    <a:lnTo>
                      <a:pt x="401" y="892"/>
                    </a:lnTo>
                    <a:lnTo>
                      <a:pt x="273" y="892"/>
                    </a:lnTo>
                    <a:lnTo>
                      <a:pt x="0" y="5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9" name="Freeform 378">
                <a:extLst>
                  <a:ext uri="{FF2B5EF4-FFF2-40B4-BE49-F238E27FC236}">
                    <a16:creationId xmlns:a16="http://schemas.microsoft.com/office/drawing/2014/main" id="{DE19B7E7-8AAA-F295-4197-5ADD5C4C1EB0}"/>
                  </a:ext>
                </a:extLst>
              </p:cNvPr>
              <p:cNvSpPr>
                <a:spLocks/>
              </p:cNvSpPr>
              <p:nvPr/>
            </p:nvSpPr>
            <p:spPr bwMode="auto">
              <a:xfrm>
                <a:off x="974" y="1307"/>
                <a:ext cx="47" cy="34"/>
              </a:xfrm>
              <a:custGeom>
                <a:avLst/>
                <a:gdLst>
                  <a:gd name="T0" fmla="*/ 0 w 470"/>
                  <a:gd name="T1" fmla="*/ 0 h 338"/>
                  <a:gd name="T2" fmla="*/ 0 w 470"/>
                  <a:gd name="T3" fmla="*/ 0 h 338"/>
                  <a:gd name="T4" fmla="*/ 0 w 470"/>
                  <a:gd name="T5" fmla="*/ 0 h 338"/>
                  <a:gd name="T6" fmla="*/ 0 w 470"/>
                  <a:gd name="T7" fmla="*/ 0 h 338"/>
                  <a:gd name="T8" fmla="*/ 0 w 470"/>
                  <a:gd name="T9" fmla="*/ 0 h 338"/>
                  <a:gd name="T10" fmla="*/ 0 w 470"/>
                  <a:gd name="T11" fmla="*/ 0 h 338"/>
                  <a:gd name="T12" fmla="*/ 0 w 470"/>
                  <a:gd name="T13" fmla="*/ 0 h 338"/>
                  <a:gd name="T14" fmla="*/ 0 w 470"/>
                  <a:gd name="T15" fmla="*/ 0 h 338"/>
                  <a:gd name="T16" fmla="*/ 0 60000 65536"/>
                  <a:gd name="T17" fmla="*/ 0 60000 65536"/>
                  <a:gd name="T18" fmla="*/ 0 60000 65536"/>
                  <a:gd name="T19" fmla="*/ 0 60000 65536"/>
                  <a:gd name="T20" fmla="*/ 0 60000 65536"/>
                  <a:gd name="T21" fmla="*/ 0 60000 65536"/>
                  <a:gd name="T22" fmla="*/ 0 60000 65536"/>
                  <a:gd name="T23" fmla="*/ 0 60000 65536"/>
                  <a:gd name="T24" fmla="*/ 0 w 470"/>
                  <a:gd name="T25" fmla="*/ 0 h 338"/>
                  <a:gd name="T26" fmla="*/ 470 w 470"/>
                  <a:gd name="T27" fmla="*/ 338 h 3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0" h="338">
                    <a:moveTo>
                      <a:pt x="67" y="0"/>
                    </a:moveTo>
                    <a:lnTo>
                      <a:pt x="67" y="137"/>
                    </a:lnTo>
                    <a:lnTo>
                      <a:pt x="0" y="338"/>
                    </a:lnTo>
                    <a:lnTo>
                      <a:pt x="250" y="80"/>
                    </a:lnTo>
                    <a:lnTo>
                      <a:pt x="470" y="36"/>
                    </a:lnTo>
                    <a:lnTo>
                      <a:pt x="276" y="0"/>
                    </a:lnTo>
                    <a:lnTo>
                      <a:pt x="182" y="56"/>
                    </a:lnTo>
                    <a:lnTo>
                      <a:pt x="6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0" name="Freeform 379">
                <a:extLst>
                  <a:ext uri="{FF2B5EF4-FFF2-40B4-BE49-F238E27FC236}">
                    <a16:creationId xmlns:a16="http://schemas.microsoft.com/office/drawing/2014/main" id="{8481C5CC-7065-7956-D224-8A81EE482422}"/>
                  </a:ext>
                </a:extLst>
              </p:cNvPr>
              <p:cNvSpPr>
                <a:spLocks/>
              </p:cNvSpPr>
              <p:nvPr/>
            </p:nvSpPr>
            <p:spPr bwMode="auto">
              <a:xfrm>
                <a:off x="1029" y="1310"/>
                <a:ext cx="63" cy="11"/>
              </a:xfrm>
              <a:custGeom>
                <a:avLst/>
                <a:gdLst>
                  <a:gd name="T0" fmla="*/ 0 w 638"/>
                  <a:gd name="T1" fmla="*/ 0 h 114"/>
                  <a:gd name="T2" fmla="*/ 0 w 638"/>
                  <a:gd name="T3" fmla="*/ 0 h 114"/>
                  <a:gd name="T4" fmla="*/ 0 w 638"/>
                  <a:gd name="T5" fmla="*/ 0 h 114"/>
                  <a:gd name="T6" fmla="*/ 0 w 638"/>
                  <a:gd name="T7" fmla="*/ 0 h 114"/>
                  <a:gd name="T8" fmla="*/ 0 w 638"/>
                  <a:gd name="T9" fmla="*/ 0 h 114"/>
                  <a:gd name="T10" fmla="*/ 0 w 638"/>
                  <a:gd name="T11" fmla="*/ 0 h 114"/>
                  <a:gd name="T12" fmla="*/ 0 60000 65536"/>
                  <a:gd name="T13" fmla="*/ 0 60000 65536"/>
                  <a:gd name="T14" fmla="*/ 0 60000 65536"/>
                  <a:gd name="T15" fmla="*/ 0 60000 65536"/>
                  <a:gd name="T16" fmla="*/ 0 60000 65536"/>
                  <a:gd name="T17" fmla="*/ 0 60000 65536"/>
                  <a:gd name="T18" fmla="*/ 0 w 638"/>
                  <a:gd name="T19" fmla="*/ 0 h 114"/>
                  <a:gd name="T20" fmla="*/ 638 w 638"/>
                  <a:gd name="T21" fmla="*/ 114 h 114"/>
                </a:gdLst>
                <a:ahLst/>
                <a:cxnLst>
                  <a:cxn ang="T12">
                    <a:pos x="T0" y="T1"/>
                  </a:cxn>
                  <a:cxn ang="T13">
                    <a:pos x="T2" y="T3"/>
                  </a:cxn>
                  <a:cxn ang="T14">
                    <a:pos x="T4" y="T5"/>
                  </a:cxn>
                  <a:cxn ang="T15">
                    <a:pos x="T6" y="T7"/>
                  </a:cxn>
                  <a:cxn ang="T16">
                    <a:pos x="T8" y="T9"/>
                  </a:cxn>
                  <a:cxn ang="T17">
                    <a:pos x="T10" y="T11"/>
                  </a:cxn>
                </a:cxnLst>
                <a:rect l="T18" t="T19" r="T20" b="T21"/>
                <a:pathLst>
                  <a:path w="638" h="114">
                    <a:moveTo>
                      <a:pt x="0" y="0"/>
                    </a:moveTo>
                    <a:lnTo>
                      <a:pt x="207" y="114"/>
                    </a:lnTo>
                    <a:lnTo>
                      <a:pt x="400" y="46"/>
                    </a:lnTo>
                    <a:lnTo>
                      <a:pt x="638" y="70"/>
                    </a:lnTo>
                    <a:lnTo>
                      <a:pt x="378"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1" name="Freeform 380">
                <a:extLst>
                  <a:ext uri="{FF2B5EF4-FFF2-40B4-BE49-F238E27FC236}">
                    <a16:creationId xmlns:a16="http://schemas.microsoft.com/office/drawing/2014/main" id="{340B6D5C-0D11-5342-16C9-6C921C1FE205}"/>
                  </a:ext>
                </a:extLst>
              </p:cNvPr>
              <p:cNvSpPr>
                <a:spLocks/>
              </p:cNvSpPr>
              <p:nvPr/>
            </p:nvSpPr>
            <p:spPr bwMode="auto">
              <a:xfrm>
                <a:off x="1163" y="1334"/>
                <a:ext cx="101" cy="61"/>
              </a:xfrm>
              <a:custGeom>
                <a:avLst/>
                <a:gdLst>
                  <a:gd name="T0" fmla="*/ 0 w 1014"/>
                  <a:gd name="T1" fmla="*/ 0 h 609"/>
                  <a:gd name="T2" fmla="*/ 0 w 1014"/>
                  <a:gd name="T3" fmla="*/ 0 h 609"/>
                  <a:gd name="T4" fmla="*/ 0 w 1014"/>
                  <a:gd name="T5" fmla="*/ 0 h 609"/>
                  <a:gd name="T6" fmla="*/ 0 w 1014"/>
                  <a:gd name="T7" fmla="*/ 0 h 609"/>
                  <a:gd name="T8" fmla="*/ 0 w 1014"/>
                  <a:gd name="T9" fmla="*/ 0 h 609"/>
                  <a:gd name="T10" fmla="*/ 0 w 1014"/>
                  <a:gd name="T11" fmla="*/ 0 h 609"/>
                  <a:gd name="T12" fmla="*/ 0 w 1014"/>
                  <a:gd name="T13" fmla="*/ 0 h 609"/>
                  <a:gd name="T14" fmla="*/ 0 w 1014"/>
                  <a:gd name="T15" fmla="*/ 0 h 609"/>
                  <a:gd name="T16" fmla="*/ 0 w 1014"/>
                  <a:gd name="T17" fmla="*/ 0 h 609"/>
                  <a:gd name="T18" fmla="*/ 0 w 1014"/>
                  <a:gd name="T19" fmla="*/ 0 h 609"/>
                  <a:gd name="T20" fmla="*/ 0 w 1014"/>
                  <a:gd name="T21" fmla="*/ 0 h 609"/>
                  <a:gd name="T22" fmla="*/ 0 w 1014"/>
                  <a:gd name="T23" fmla="*/ 0 h 609"/>
                  <a:gd name="T24" fmla="*/ 0 w 1014"/>
                  <a:gd name="T25" fmla="*/ 0 h 609"/>
                  <a:gd name="T26" fmla="*/ 0 w 1014"/>
                  <a:gd name="T27" fmla="*/ 0 h 609"/>
                  <a:gd name="T28" fmla="*/ 0 w 1014"/>
                  <a:gd name="T29" fmla="*/ 0 h 609"/>
                  <a:gd name="T30" fmla="*/ 0 w 1014"/>
                  <a:gd name="T31" fmla="*/ 0 h 609"/>
                  <a:gd name="T32" fmla="*/ 0 w 1014"/>
                  <a:gd name="T33" fmla="*/ 0 h 609"/>
                  <a:gd name="T34" fmla="*/ 0 w 1014"/>
                  <a:gd name="T35" fmla="*/ 0 h 609"/>
                  <a:gd name="T36" fmla="*/ 0 w 1014"/>
                  <a:gd name="T37" fmla="*/ 0 h 609"/>
                  <a:gd name="T38" fmla="*/ 0 w 1014"/>
                  <a:gd name="T39" fmla="*/ 0 h 609"/>
                  <a:gd name="T40" fmla="*/ 0 w 1014"/>
                  <a:gd name="T41" fmla="*/ 0 h 609"/>
                  <a:gd name="T42" fmla="*/ 0 w 1014"/>
                  <a:gd name="T43" fmla="*/ 0 h 609"/>
                  <a:gd name="T44" fmla="*/ 0 w 1014"/>
                  <a:gd name="T45" fmla="*/ 0 h 609"/>
                  <a:gd name="T46" fmla="*/ 0 w 1014"/>
                  <a:gd name="T47" fmla="*/ 0 h 609"/>
                  <a:gd name="T48" fmla="*/ 0 w 1014"/>
                  <a:gd name="T49" fmla="*/ 0 h 609"/>
                  <a:gd name="T50" fmla="*/ 0 w 1014"/>
                  <a:gd name="T51" fmla="*/ 0 h 609"/>
                  <a:gd name="T52" fmla="*/ 0 w 1014"/>
                  <a:gd name="T53" fmla="*/ 0 h 609"/>
                  <a:gd name="T54" fmla="*/ 0 w 1014"/>
                  <a:gd name="T55" fmla="*/ 0 h 60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014"/>
                  <a:gd name="T85" fmla="*/ 0 h 609"/>
                  <a:gd name="T86" fmla="*/ 1014 w 1014"/>
                  <a:gd name="T87" fmla="*/ 609 h 609"/>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014" h="609">
                    <a:moveTo>
                      <a:pt x="1014" y="284"/>
                    </a:moveTo>
                    <a:lnTo>
                      <a:pt x="899" y="158"/>
                    </a:lnTo>
                    <a:lnTo>
                      <a:pt x="830" y="21"/>
                    </a:lnTo>
                    <a:lnTo>
                      <a:pt x="648" y="32"/>
                    </a:lnTo>
                    <a:lnTo>
                      <a:pt x="468" y="9"/>
                    </a:lnTo>
                    <a:lnTo>
                      <a:pt x="112" y="136"/>
                    </a:lnTo>
                    <a:lnTo>
                      <a:pt x="55" y="0"/>
                    </a:lnTo>
                    <a:lnTo>
                      <a:pt x="21" y="55"/>
                    </a:lnTo>
                    <a:lnTo>
                      <a:pt x="0" y="158"/>
                    </a:lnTo>
                    <a:lnTo>
                      <a:pt x="10" y="247"/>
                    </a:lnTo>
                    <a:lnTo>
                      <a:pt x="68" y="316"/>
                    </a:lnTo>
                    <a:lnTo>
                      <a:pt x="258" y="316"/>
                    </a:lnTo>
                    <a:lnTo>
                      <a:pt x="512" y="451"/>
                    </a:lnTo>
                    <a:lnTo>
                      <a:pt x="533" y="565"/>
                    </a:lnTo>
                    <a:lnTo>
                      <a:pt x="522" y="609"/>
                    </a:lnTo>
                    <a:lnTo>
                      <a:pt x="566" y="576"/>
                    </a:lnTo>
                    <a:lnTo>
                      <a:pt x="555" y="485"/>
                    </a:lnTo>
                    <a:lnTo>
                      <a:pt x="499" y="371"/>
                    </a:lnTo>
                    <a:lnTo>
                      <a:pt x="258" y="284"/>
                    </a:lnTo>
                    <a:lnTo>
                      <a:pt x="146" y="271"/>
                    </a:lnTo>
                    <a:lnTo>
                      <a:pt x="122" y="237"/>
                    </a:lnTo>
                    <a:lnTo>
                      <a:pt x="384" y="158"/>
                    </a:lnTo>
                    <a:lnTo>
                      <a:pt x="566" y="89"/>
                    </a:lnTo>
                    <a:lnTo>
                      <a:pt x="728" y="76"/>
                    </a:lnTo>
                    <a:lnTo>
                      <a:pt x="795" y="76"/>
                    </a:lnTo>
                    <a:lnTo>
                      <a:pt x="842" y="193"/>
                    </a:lnTo>
                    <a:lnTo>
                      <a:pt x="946" y="284"/>
                    </a:lnTo>
                    <a:lnTo>
                      <a:pt x="1014" y="2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2" name="Freeform 381">
                <a:extLst>
                  <a:ext uri="{FF2B5EF4-FFF2-40B4-BE49-F238E27FC236}">
                    <a16:creationId xmlns:a16="http://schemas.microsoft.com/office/drawing/2014/main" id="{49A03FD4-BA98-CAF3-364E-40A6AF0BF3F5}"/>
                  </a:ext>
                </a:extLst>
              </p:cNvPr>
              <p:cNvSpPr>
                <a:spLocks/>
              </p:cNvSpPr>
              <p:nvPr/>
            </p:nvSpPr>
            <p:spPr bwMode="auto">
              <a:xfrm>
                <a:off x="1144" y="1375"/>
                <a:ext cx="66" cy="20"/>
              </a:xfrm>
              <a:custGeom>
                <a:avLst/>
                <a:gdLst>
                  <a:gd name="T0" fmla="*/ 0 w 665"/>
                  <a:gd name="T1" fmla="*/ 0 h 192"/>
                  <a:gd name="T2" fmla="*/ 0 w 665"/>
                  <a:gd name="T3" fmla="*/ 0 h 192"/>
                  <a:gd name="T4" fmla="*/ 0 w 665"/>
                  <a:gd name="T5" fmla="*/ 0 h 192"/>
                  <a:gd name="T6" fmla="*/ 0 w 665"/>
                  <a:gd name="T7" fmla="*/ 0 h 192"/>
                  <a:gd name="T8" fmla="*/ 0 w 665"/>
                  <a:gd name="T9" fmla="*/ 0 h 192"/>
                  <a:gd name="T10" fmla="*/ 0 w 665"/>
                  <a:gd name="T11" fmla="*/ 0 h 192"/>
                  <a:gd name="T12" fmla="*/ 0 w 665"/>
                  <a:gd name="T13" fmla="*/ 0 h 192"/>
                  <a:gd name="T14" fmla="*/ 0 w 665"/>
                  <a:gd name="T15" fmla="*/ 0 h 192"/>
                  <a:gd name="T16" fmla="*/ 0 w 665"/>
                  <a:gd name="T17" fmla="*/ 0 h 192"/>
                  <a:gd name="T18" fmla="*/ 0 w 665"/>
                  <a:gd name="T19" fmla="*/ 0 h 19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65"/>
                  <a:gd name="T31" fmla="*/ 0 h 192"/>
                  <a:gd name="T32" fmla="*/ 665 w 665"/>
                  <a:gd name="T33" fmla="*/ 192 h 19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65" h="192">
                    <a:moveTo>
                      <a:pt x="0" y="57"/>
                    </a:moveTo>
                    <a:lnTo>
                      <a:pt x="320" y="68"/>
                    </a:lnTo>
                    <a:lnTo>
                      <a:pt x="538" y="114"/>
                    </a:lnTo>
                    <a:lnTo>
                      <a:pt x="665" y="192"/>
                    </a:lnTo>
                    <a:lnTo>
                      <a:pt x="655" y="159"/>
                    </a:lnTo>
                    <a:lnTo>
                      <a:pt x="493" y="57"/>
                    </a:lnTo>
                    <a:lnTo>
                      <a:pt x="366" y="0"/>
                    </a:lnTo>
                    <a:lnTo>
                      <a:pt x="262" y="0"/>
                    </a:lnTo>
                    <a:lnTo>
                      <a:pt x="0" y="34"/>
                    </a:lnTo>
                    <a:lnTo>
                      <a:pt x="0" y="5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3" name="Freeform 382">
                <a:extLst>
                  <a:ext uri="{FF2B5EF4-FFF2-40B4-BE49-F238E27FC236}">
                    <a16:creationId xmlns:a16="http://schemas.microsoft.com/office/drawing/2014/main" id="{4C532680-2307-27B5-13A9-480846EE9B8E}"/>
                  </a:ext>
                </a:extLst>
              </p:cNvPr>
              <p:cNvSpPr>
                <a:spLocks/>
              </p:cNvSpPr>
              <p:nvPr/>
            </p:nvSpPr>
            <p:spPr bwMode="auto">
              <a:xfrm>
                <a:off x="428" y="1455"/>
                <a:ext cx="438" cy="107"/>
              </a:xfrm>
              <a:custGeom>
                <a:avLst/>
                <a:gdLst>
                  <a:gd name="T0" fmla="*/ 0 w 4375"/>
                  <a:gd name="T1" fmla="*/ 0 h 1073"/>
                  <a:gd name="T2" fmla="*/ 0 w 4375"/>
                  <a:gd name="T3" fmla="*/ 0 h 1073"/>
                  <a:gd name="T4" fmla="*/ 0 w 4375"/>
                  <a:gd name="T5" fmla="*/ 0 h 1073"/>
                  <a:gd name="T6" fmla="*/ 0 w 4375"/>
                  <a:gd name="T7" fmla="*/ 0 h 1073"/>
                  <a:gd name="T8" fmla="*/ 0 w 4375"/>
                  <a:gd name="T9" fmla="*/ 0 h 1073"/>
                  <a:gd name="T10" fmla="*/ 0 w 4375"/>
                  <a:gd name="T11" fmla="*/ 0 h 1073"/>
                  <a:gd name="T12" fmla="*/ 0 w 4375"/>
                  <a:gd name="T13" fmla="*/ 0 h 1073"/>
                  <a:gd name="T14" fmla="*/ 0 w 4375"/>
                  <a:gd name="T15" fmla="*/ 0 h 1073"/>
                  <a:gd name="T16" fmla="*/ 0 w 4375"/>
                  <a:gd name="T17" fmla="*/ 0 h 1073"/>
                  <a:gd name="T18" fmla="*/ 0 w 4375"/>
                  <a:gd name="T19" fmla="*/ 0 h 1073"/>
                  <a:gd name="T20" fmla="*/ 0 w 4375"/>
                  <a:gd name="T21" fmla="*/ 0 h 1073"/>
                  <a:gd name="T22" fmla="*/ 0 w 4375"/>
                  <a:gd name="T23" fmla="*/ 0 h 1073"/>
                  <a:gd name="T24" fmla="*/ 0 w 4375"/>
                  <a:gd name="T25" fmla="*/ 0 h 10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75"/>
                  <a:gd name="T40" fmla="*/ 0 h 1073"/>
                  <a:gd name="T41" fmla="*/ 4375 w 4375"/>
                  <a:gd name="T42" fmla="*/ 1073 h 10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75" h="1073">
                    <a:moveTo>
                      <a:pt x="155" y="246"/>
                    </a:moveTo>
                    <a:lnTo>
                      <a:pt x="342" y="246"/>
                    </a:lnTo>
                    <a:lnTo>
                      <a:pt x="744" y="431"/>
                    </a:lnTo>
                    <a:lnTo>
                      <a:pt x="1457" y="307"/>
                    </a:lnTo>
                    <a:lnTo>
                      <a:pt x="1955" y="155"/>
                    </a:lnTo>
                    <a:lnTo>
                      <a:pt x="2701" y="155"/>
                    </a:lnTo>
                    <a:lnTo>
                      <a:pt x="2885" y="0"/>
                    </a:lnTo>
                    <a:lnTo>
                      <a:pt x="3477" y="62"/>
                    </a:lnTo>
                    <a:lnTo>
                      <a:pt x="4375" y="1073"/>
                    </a:lnTo>
                    <a:lnTo>
                      <a:pt x="311" y="1073"/>
                    </a:lnTo>
                    <a:lnTo>
                      <a:pt x="30" y="675"/>
                    </a:lnTo>
                    <a:lnTo>
                      <a:pt x="0" y="246"/>
                    </a:lnTo>
                    <a:lnTo>
                      <a:pt x="155" y="2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4" name="Line 383">
                <a:extLst>
                  <a:ext uri="{FF2B5EF4-FFF2-40B4-BE49-F238E27FC236}">
                    <a16:creationId xmlns:a16="http://schemas.microsoft.com/office/drawing/2014/main" id="{7F51A58B-9D80-DCAE-DFD9-BADCB2A802ED}"/>
                  </a:ext>
                </a:extLst>
              </p:cNvPr>
              <p:cNvSpPr>
                <a:spLocks noChangeShapeType="1"/>
              </p:cNvSpPr>
              <p:nvPr/>
            </p:nvSpPr>
            <p:spPr bwMode="auto">
              <a:xfrm>
                <a:off x="798" y="1464"/>
                <a:ext cx="93" cy="9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5" name="Freeform 384">
                <a:extLst>
                  <a:ext uri="{FF2B5EF4-FFF2-40B4-BE49-F238E27FC236}">
                    <a16:creationId xmlns:a16="http://schemas.microsoft.com/office/drawing/2014/main" id="{CFF63029-F500-69B0-AE82-333882AFCB38}"/>
                  </a:ext>
                </a:extLst>
              </p:cNvPr>
              <p:cNvSpPr>
                <a:spLocks/>
              </p:cNvSpPr>
              <p:nvPr/>
            </p:nvSpPr>
            <p:spPr bwMode="auto">
              <a:xfrm>
                <a:off x="270" y="1237"/>
                <a:ext cx="133" cy="325"/>
              </a:xfrm>
              <a:custGeom>
                <a:avLst/>
                <a:gdLst>
                  <a:gd name="T0" fmla="*/ 0 w 1335"/>
                  <a:gd name="T1" fmla="*/ 0 h 3254"/>
                  <a:gd name="T2" fmla="*/ 0 w 1335"/>
                  <a:gd name="T3" fmla="*/ 0 h 3254"/>
                  <a:gd name="T4" fmla="*/ 0 w 1335"/>
                  <a:gd name="T5" fmla="*/ 0 h 3254"/>
                  <a:gd name="T6" fmla="*/ 0 w 1335"/>
                  <a:gd name="T7" fmla="*/ 0 h 3254"/>
                  <a:gd name="T8" fmla="*/ 0 w 1335"/>
                  <a:gd name="T9" fmla="*/ 0 h 3254"/>
                  <a:gd name="T10" fmla="*/ 0 w 1335"/>
                  <a:gd name="T11" fmla="*/ 0 h 3254"/>
                  <a:gd name="T12" fmla="*/ 0 w 1335"/>
                  <a:gd name="T13" fmla="*/ 0 h 3254"/>
                  <a:gd name="T14" fmla="*/ 0 w 1335"/>
                  <a:gd name="T15" fmla="*/ 0 h 3254"/>
                  <a:gd name="T16" fmla="*/ 0 w 1335"/>
                  <a:gd name="T17" fmla="*/ 0 h 3254"/>
                  <a:gd name="T18" fmla="*/ 0 w 1335"/>
                  <a:gd name="T19" fmla="*/ 0 h 3254"/>
                  <a:gd name="T20" fmla="*/ 0 w 1335"/>
                  <a:gd name="T21" fmla="*/ 0 h 3254"/>
                  <a:gd name="T22" fmla="*/ 0 w 1335"/>
                  <a:gd name="T23" fmla="*/ 0 h 3254"/>
                  <a:gd name="T24" fmla="*/ 0 w 1335"/>
                  <a:gd name="T25" fmla="*/ 0 h 3254"/>
                  <a:gd name="T26" fmla="*/ 0 w 1335"/>
                  <a:gd name="T27" fmla="*/ 0 h 325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35"/>
                  <a:gd name="T43" fmla="*/ 0 h 3254"/>
                  <a:gd name="T44" fmla="*/ 1335 w 1335"/>
                  <a:gd name="T45" fmla="*/ 3254 h 325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35" h="3254">
                    <a:moveTo>
                      <a:pt x="435" y="3254"/>
                    </a:moveTo>
                    <a:lnTo>
                      <a:pt x="0" y="184"/>
                    </a:lnTo>
                    <a:lnTo>
                      <a:pt x="66" y="30"/>
                    </a:lnTo>
                    <a:lnTo>
                      <a:pt x="316" y="0"/>
                    </a:lnTo>
                    <a:lnTo>
                      <a:pt x="655" y="184"/>
                    </a:lnTo>
                    <a:lnTo>
                      <a:pt x="813" y="491"/>
                    </a:lnTo>
                    <a:lnTo>
                      <a:pt x="875" y="1015"/>
                    </a:lnTo>
                    <a:lnTo>
                      <a:pt x="875" y="1659"/>
                    </a:lnTo>
                    <a:lnTo>
                      <a:pt x="1000" y="2152"/>
                    </a:lnTo>
                    <a:lnTo>
                      <a:pt x="1091" y="2397"/>
                    </a:lnTo>
                    <a:lnTo>
                      <a:pt x="1122" y="2705"/>
                    </a:lnTo>
                    <a:lnTo>
                      <a:pt x="1122" y="2918"/>
                    </a:lnTo>
                    <a:lnTo>
                      <a:pt x="1335" y="3254"/>
                    </a:lnTo>
                    <a:lnTo>
                      <a:pt x="435" y="32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6" name="Freeform 385">
                <a:extLst>
                  <a:ext uri="{FF2B5EF4-FFF2-40B4-BE49-F238E27FC236}">
                    <a16:creationId xmlns:a16="http://schemas.microsoft.com/office/drawing/2014/main" id="{B3C8590D-E53A-1321-06F3-5B327F6DFDC3}"/>
                  </a:ext>
                </a:extLst>
              </p:cNvPr>
              <p:cNvSpPr>
                <a:spLocks/>
              </p:cNvSpPr>
              <p:nvPr/>
            </p:nvSpPr>
            <p:spPr bwMode="auto">
              <a:xfrm>
                <a:off x="314" y="1195"/>
                <a:ext cx="105" cy="28"/>
              </a:xfrm>
              <a:custGeom>
                <a:avLst/>
                <a:gdLst>
                  <a:gd name="T0" fmla="*/ 0 w 1045"/>
                  <a:gd name="T1" fmla="*/ 0 h 275"/>
                  <a:gd name="T2" fmla="*/ 0 w 1045"/>
                  <a:gd name="T3" fmla="*/ 0 h 275"/>
                  <a:gd name="T4" fmla="*/ 0 w 1045"/>
                  <a:gd name="T5" fmla="*/ 0 h 275"/>
                  <a:gd name="T6" fmla="*/ 0 w 1045"/>
                  <a:gd name="T7" fmla="*/ 0 h 275"/>
                  <a:gd name="T8" fmla="*/ 0 w 1045"/>
                  <a:gd name="T9" fmla="*/ 0 h 275"/>
                  <a:gd name="T10" fmla="*/ 0 w 1045"/>
                  <a:gd name="T11" fmla="*/ 0 h 275"/>
                  <a:gd name="T12" fmla="*/ 0 w 1045"/>
                  <a:gd name="T13" fmla="*/ 0 h 275"/>
                  <a:gd name="T14" fmla="*/ 0 60000 65536"/>
                  <a:gd name="T15" fmla="*/ 0 60000 65536"/>
                  <a:gd name="T16" fmla="*/ 0 60000 65536"/>
                  <a:gd name="T17" fmla="*/ 0 60000 65536"/>
                  <a:gd name="T18" fmla="*/ 0 60000 65536"/>
                  <a:gd name="T19" fmla="*/ 0 60000 65536"/>
                  <a:gd name="T20" fmla="*/ 0 60000 65536"/>
                  <a:gd name="T21" fmla="*/ 0 w 1045"/>
                  <a:gd name="T22" fmla="*/ 0 h 275"/>
                  <a:gd name="T23" fmla="*/ 1045 w 1045"/>
                  <a:gd name="T24" fmla="*/ 275 h 27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45" h="275">
                    <a:moveTo>
                      <a:pt x="0" y="275"/>
                    </a:moveTo>
                    <a:lnTo>
                      <a:pt x="398" y="148"/>
                    </a:lnTo>
                    <a:lnTo>
                      <a:pt x="700" y="62"/>
                    </a:lnTo>
                    <a:lnTo>
                      <a:pt x="1040" y="0"/>
                    </a:lnTo>
                    <a:lnTo>
                      <a:pt x="1045" y="91"/>
                    </a:lnTo>
                    <a:lnTo>
                      <a:pt x="558" y="197"/>
                    </a:lnTo>
                    <a:lnTo>
                      <a:pt x="0" y="2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7" name="Freeform 386">
                <a:extLst>
                  <a:ext uri="{FF2B5EF4-FFF2-40B4-BE49-F238E27FC236}">
                    <a16:creationId xmlns:a16="http://schemas.microsoft.com/office/drawing/2014/main" id="{AA94AB1E-96A8-4744-161E-500EDA7BB2DA}"/>
                  </a:ext>
                </a:extLst>
              </p:cNvPr>
              <p:cNvSpPr>
                <a:spLocks/>
              </p:cNvSpPr>
              <p:nvPr/>
            </p:nvSpPr>
            <p:spPr bwMode="auto">
              <a:xfrm>
                <a:off x="1493" y="1381"/>
                <a:ext cx="36" cy="35"/>
              </a:xfrm>
              <a:custGeom>
                <a:avLst/>
                <a:gdLst>
                  <a:gd name="T0" fmla="*/ 0 w 360"/>
                  <a:gd name="T1" fmla="*/ 0 h 357"/>
                  <a:gd name="T2" fmla="*/ 0 w 360"/>
                  <a:gd name="T3" fmla="*/ 0 h 357"/>
                  <a:gd name="T4" fmla="*/ 0 w 360"/>
                  <a:gd name="T5" fmla="*/ 0 h 357"/>
                  <a:gd name="T6" fmla="*/ 0 w 360"/>
                  <a:gd name="T7" fmla="*/ 0 h 357"/>
                  <a:gd name="T8" fmla="*/ 0 w 360"/>
                  <a:gd name="T9" fmla="*/ 0 h 357"/>
                  <a:gd name="T10" fmla="*/ 0 w 360"/>
                  <a:gd name="T11" fmla="*/ 0 h 357"/>
                  <a:gd name="T12" fmla="*/ 0 w 360"/>
                  <a:gd name="T13" fmla="*/ 0 h 357"/>
                  <a:gd name="T14" fmla="*/ 0 w 360"/>
                  <a:gd name="T15" fmla="*/ 0 h 357"/>
                  <a:gd name="T16" fmla="*/ 0 w 360"/>
                  <a:gd name="T17" fmla="*/ 0 h 357"/>
                  <a:gd name="T18" fmla="*/ 0 w 360"/>
                  <a:gd name="T19" fmla="*/ 0 h 357"/>
                  <a:gd name="T20" fmla="*/ 0 w 360"/>
                  <a:gd name="T21" fmla="*/ 0 h 357"/>
                  <a:gd name="T22" fmla="*/ 0 w 360"/>
                  <a:gd name="T23" fmla="*/ 0 h 357"/>
                  <a:gd name="T24" fmla="*/ 0 w 360"/>
                  <a:gd name="T25" fmla="*/ 0 h 357"/>
                  <a:gd name="T26" fmla="*/ 0 w 360"/>
                  <a:gd name="T27" fmla="*/ 0 h 357"/>
                  <a:gd name="T28" fmla="*/ 0 w 360"/>
                  <a:gd name="T29" fmla="*/ 0 h 357"/>
                  <a:gd name="T30" fmla="*/ 0 w 360"/>
                  <a:gd name="T31" fmla="*/ 0 h 357"/>
                  <a:gd name="T32" fmla="*/ 0 w 360"/>
                  <a:gd name="T33" fmla="*/ 0 h 357"/>
                  <a:gd name="T34" fmla="*/ 0 w 360"/>
                  <a:gd name="T35" fmla="*/ 0 h 357"/>
                  <a:gd name="T36" fmla="*/ 0 w 360"/>
                  <a:gd name="T37" fmla="*/ 0 h 357"/>
                  <a:gd name="T38" fmla="*/ 0 w 360"/>
                  <a:gd name="T39" fmla="*/ 0 h 357"/>
                  <a:gd name="T40" fmla="*/ 0 w 360"/>
                  <a:gd name="T41" fmla="*/ 0 h 357"/>
                  <a:gd name="T42" fmla="*/ 0 w 360"/>
                  <a:gd name="T43" fmla="*/ 0 h 357"/>
                  <a:gd name="T44" fmla="*/ 0 w 360"/>
                  <a:gd name="T45" fmla="*/ 0 h 357"/>
                  <a:gd name="T46" fmla="*/ 0 w 360"/>
                  <a:gd name="T47" fmla="*/ 0 h 357"/>
                  <a:gd name="T48" fmla="*/ 0 w 360"/>
                  <a:gd name="T49" fmla="*/ 0 h 357"/>
                  <a:gd name="T50" fmla="*/ 0 w 360"/>
                  <a:gd name="T51" fmla="*/ 0 h 357"/>
                  <a:gd name="T52" fmla="*/ 0 w 360"/>
                  <a:gd name="T53" fmla="*/ 0 h 357"/>
                  <a:gd name="T54" fmla="*/ 0 w 360"/>
                  <a:gd name="T55" fmla="*/ 0 h 357"/>
                  <a:gd name="T56" fmla="*/ 0 w 360"/>
                  <a:gd name="T57" fmla="*/ 0 h 357"/>
                  <a:gd name="T58" fmla="*/ 0 w 360"/>
                  <a:gd name="T59" fmla="*/ 0 h 357"/>
                  <a:gd name="T60" fmla="*/ 0 w 360"/>
                  <a:gd name="T61" fmla="*/ 0 h 357"/>
                  <a:gd name="T62" fmla="*/ 0 w 360"/>
                  <a:gd name="T63" fmla="*/ 0 h 357"/>
                  <a:gd name="T64" fmla="*/ 0 w 360"/>
                  <a:gd name="T65" fmla="*/ 0 h 357"/>
                  <a:gd name="T66" fmla="*/ 0 w 360"/>
                  <a:gd name="T67" fmla="*/ 0 h 357"/>
                  <a:gd name="T68" fmla="*/ 0 w 360"/>
                  <a:gd name="T69" fmla="*/ 0 h 357"/>
                  <a:gd name="T70" fmla="*/ 0 w 360"/>
                  <a:gd name="T71" fmla="*/ 0 h 357"/>
                  <a:gd name="T72" fmla="*/ 0 w 360"/>
                  <a:gd name="T73" fmla="*/ 0 h 35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60"/>
                  <a:gd name="T112" fmla="*/ 0 h 357"/>
                  <a:gd name="T113" fmla="*/ 360 w 360"/>
                  <a:gd name="T114" fmla="*/ 357 h 35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60" h="357">
                    <a:moveTo>
                      <a:pt x="360" y="180"/>
                    </a:moveTo>
                    <a:lnTo>
                      <a:pt x="356" y="145"/>
                    </a:lnTo>
                    <a:lnTo>
                      <a:pt x="347" y="116"/>
                    </a:lnTo>
                    <a:lnTo>
                      <a:pt x="336" y="88"/>
                    </a:lnTo>
                    <a:lnTo>
                      <a:pt x="318" y="60"/>
                    </a:lnTo>
                    <a:lnTo>
                      <a:pt x="294" y="40"/>
                    </a:lnTo>
                    <a:lnTo>
                      <a:pt x="269" y="22"/>
                    </a:lnTo>
                    <a:lnTo>
                      <a:pt x="240" y="9"/>
                    </a:lnTo>
                    <a:lnTo>
                      <a:pt x="207" y="1"/>
                    </a:lnTo>
                    <a:lnTo>
                      <a:pt x="176" y="0"/>
                    </a:lnTo>
                    <a:lnTo>
                      <a:pt x="144" y="3"/>
                    </a:lnTo>
                    <a:lnTo>
                      <a:pt x="114" y="11"/>
                    </a:lnTo>
                    <a:lnTo>
                      <a:pt x="87" y="27"/>
                    </a:lnTo>
                    <a:lnTo>
                      <a:pt x="60" y="44"/>
                    </a:lnTo>
                    <a:lnTo>
                      <a:pt x="38" y="67"/>
                    </a:lnTo>
                    <a:lnTo>
                      <a:pt x="21" y="96"/>
                    </a:lnTo>
                    <a:lnTo>
                      <a:pt x="9" y="122"/>
                    </a:lnTo>
                    <a:lnTo>
                      <a:pt x="2" y="153"/>
                    </a:lnTo>
                    <a:lnTo>
                      <a:pt x="0" y="187"/>
                    </a:lnTo>
                    <a:lnTo>
                      <a:pt x="4" y="217"/>
                    </a:lnTo>
                    <a:lnTo>
                      <a:pt x="15" y="249"/>
                    </a:lnTo>
                    <a:lnTo>
                      <a:pt x="29" y="274"/>
                    </a:lnTo>
                    <a:lnTo>
                      <a:pt x="49" y="300"/>
                    </a:lnTo>
                    <a:lnTo>
                      <a:pt x="71" y="320"/>
                    </a:lnTo>
                    <a:lnTo>
                      <a:pt x="102" y="338"/>
                    </a:lnTo>
                    <a:lnTo>
                      <a:pt x="129" y="351"/>
                    </a:lnTo>
                    <a:lnTo>
                      <a:pt x="160" y="355"/>
                    </a:lnTo>
                    <a:lnTo>
                      <a:pt x="191" y="357"/>
                    </a:lnTo>
                    <a:lnTo>
                      <a:pt x="224" y="353"/>
                    </a:lnTo>
                    <a:lnTo>
                      <a:pt x="254" y="342"/>
                    </a:lnTo>
                    <a:lnTo>
                      <a:pt x="282" y="325"/>
                    </a:lnTo>
                    <a:lnTo>
                      <a:pt x="307" y="306"/>
                    </a:lnTo>
                    <a:lnTo>
                      <a:pt x="328" y="282"/>
                    </a:lnTo>
                    <a:lnTo>
                      <a:pt x="343" y="255"/>
                    </a:lnTo>
                    <a:lnTo>
                      <a:pt x="353" y="226"/>
                    </a:lnTo>
                    <a:lnTo>
                      <a:pt x="358" y="196"/>
                    </a:lnTo>
                    <a:lnTo>
                      <a:pt x="360" y="1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8" name="Freeform 387">
                <a:extLst>
                  <a:ext uri="{FF2B5EF4-FFF2-40B4-BE49-F238E27FC236}">
                    <a16:creationId xmlns:a16="http://schemas.microsoft.com/office/drawing/2014/main" id="{0D226199-C3EE-32C7-C373-7517F2177CA2}"/>
                  </a:ext>
                </a:extLst>
              </p:cNvPr>
              <p:cNvSpPr>
                <a:spLocks/>
              </p:cNvSpPr>
              <p:nvPr/>
            </p:nvSpPr>
            <p:spPr bwMode="auto">
              <a:xfrm>
                <a:off x="1483" y="1376"/>
                <a:ext cx="37" cy="39"/>
              </a:xfrm>
              <a:custGeom>
                <a:avLst/>
                <a:gdLst>
                  <a:gd name="T0" fmla="*/ 0 w 366"/>
                  <a:gd name="T1" fmla="*/ 0 h 392"/>
                  <a:gd name="T2" fmla="*/ 0 w 366"/>
                  <a:gd name="T3" fmla="*/ 0 h 392"/>
                  <a:gd name="T4" fmla="*/ 0 w 366"/>
                  <a:gd name="T5" fmla="*/ 0 h 392"/>
                  <a:gd name="T6" fmla="*/ 0 w 366"/>
                  <a:gd name="T7" fmla="*/ 0 h 392"/>
                  <a:gd name="T8" fmla="*/ 0 w 366"/>
                  <a:gd name="T9" fmla="*/ 0 h 392"/>
                  <a:gd name="T10" fmla="*/ 0 w 366"/>
                  <a:gd name="T11" fmla="*/ 0 h 392"/>
                  <a:gd name="T12" fmla="*/ 0 w 366"/>
                  <a:gd name="T13" fmla="*/ 0 h 392"/>
                  <a:gd name="T14" fmla="*/ 0 w 366"/>
                  <a:gd name="T15" fmla="*/ 0 h 392"/>
                  <a:gd name="T16" fmla="*/ 0 w 366"/>
                  <a:gd name="T17" fmla="*/ 0 h 392"/>
                  <a:gd name="T18" fmla="*/ 0 w 366"/>
                  <a:gd name="T19" fmla="*/ 0 h 392"/>
                  <a:gd name="T20" fmla="*/ 0 w 366"/>
                  <a:gd name="T21" fmla="*/ 0 h 392"/>
                  <a:gd name="T22" fmla="*/ 0 w 366"/>
                  <a:gd name="T23" fmla="*/ 0 h 392"/>
                  <a:gd name="T24" fmla="*/ 0 w 366"/>
                  <a:gd name="T25" fmla="*/ 0 h 392"/>
                  <a:gd name="T26" fmla="*/ 0 w 366"/>
                  <a:gd name="T27" fmla="*/ 0 h 392"/>
                  <a:gd name="T28" fmla="*/ 0 w 366"/>
                  <a:gd name="T29" fmla="*/ 0 h 392"/>
                  <a:gd name="T30" fmla="*/ 0 w 366"/>
                  <a:gd name="T31" fmla="*/ 0 h 392"/>
                  <a:gd name="T32" fmla="*/ 0 w 366"/>
                  <a:gd name="T33" fmla="*/ 0 h 392"/>
                  <a:gd name="T34" fmla="*/ 0 w 366"/>
                  <a:gd name="T35" fmla="*/ 0 h 392"/>
                  <a:gd name="T36" fmla="*/ 0 w 366"/>
                  <a:gd name="T37" fmla="*/ 0 h 392"/>
                  <a:gd name="T38" fmla="*/ 0 w 366"/>
                  <a:gd name="T39" fmla="*/ 0 h 39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66"/>
                  <a:gd name="T61" fmla="*/ 0 h 392"/>
                  <a:gd name="T62" fmla="*/ 366 w 366"/>
                  <a:gd name="T63" fmla="*/ 392 h 39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66" h="392">
                    <a:moveTo>
                      <a:pt x="366" y="70"/>
                    </a:moveTo>
                    <a:lnTo>
                      <a:pt x="269" y="24"/>
                    </a:lnTo>
                    <a:lnTo>
                      <a:pt x="242" y="11"/>
                    </a:lnTo>
                    <a:lnTo>
                      <a:pt x="210" y="2"/>
                    </a:lnTo>
                    <a:lnTo>
                      <a:pt x="178" y="0"/>
                    </a:lnTo>
                    <a:lnTo>
                      <a:pt x="144" y="2"/>
                    </a:lnTo>
                    <a:lnTo>
                      <a:pt x="117" y="13"/>
                    </a:lnTo>
                    <a:lnTo>
                      <a:pt x="87" y="26"/>
                    </a:lnTo>
                    <a:lnTo>
                      <a:pt x="62" y="46"/>
                    </a:lnTo>
                    <a:lnTo>
                      <a:pt x="40" y="68"/>
                    </a:lnTo>
                    <a:lnTo>
                      <a:pt x="24" y="95"/>
                    </a:lnTo>
                    <a:lnTo>
                      <a:pt x="11" y="124"/>
                    </a:lnTo>
                    <a:lnTo>
                      <a:pt x="2" y="155"/>
                    </a:lnTo>
                    <a:lnTo>
                      <a:pt x="0" y="186"/>
                    </a:lnTo>
                    <a:lnTo>
                      <a:pt x="7" y="219"/>
                    </a:lnTo>
                    <a:lnTo>
                      <a:pt x="15" y="248"/>
                    </a:lnTo>
                    <a:lnTo>
                      <a:pt x="31" y="275"/>
                    </a:lnTo>
                    <a:lnTo>
                      <a:pt x="51" y="301"/>
                    </a:lnTo>
                    <a:lnTo>
                      <a:pt x="75" y="320"/>
                    </a:lnTo>
                    <a:lnTo>
                      <a:pt x="211" y="392"/>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529" name="Freeform 388">
                <a:extLst>
                  <a:ext uri="{FF2B5EF4-FFF2-40B4-BE49-F238E27FC236}">
                    <a16:creationId xmlns:a16="http://schemas.microsoft.com/office/drawing/2014/main" id="{EF0EE849-EDAA-BD99-09D5-9981278A5028}"/>
                  </a:ext>
                </a:extLst>
              </p:cNvPr>
              <p:cNvSpPr>
                <a:spLocks/>
              </p:cNvSpPr>
              <p:nvPr/>
            </p:nvSpPr>
            <p:spPr bwMode="auto">
              <a:xfrm>
                <a:off x="1312" y="1363"/>
                <a:ext cx="233" cy="86"/>
              </a:xfrm>
              <a:custGeom>
                <a:avLst/>
                <a:gdLst>
                  <a:gd name="T0" fmla="*/ 0 w 2323"/>
                  <a:gd name="T1" fmla="*/ 0 h 858"/>
                  <a:gd name="T2" fmla="*/ 0 w 2323"/>
                  <a:gd name="T3" fmla="*/ 0 h 858"/>
                  <a:gd name="T4" fmla="*/ 0 w 2323"/>
                  <a:gd name="T5" fmla="*/ 0 h 858"/>
                  <a:gd name="T6" fmla="*/ 0 w 2323"/>
                  <a:gd name="T7" fmla="*/ 0 h 858"/>
                  <a:gd name="T8" fmla="*/ 0 w 2323"/>
                  <a:gd name="T9" fmla="*/ 0 h 858"/>
                  <a:gd name="T10" fmla="*/ 0 w 2323"/>
                  <a:gd name="T11" fmla="*/ 0 h 858"/>
                  <a:gd name="T12" fmla="*/ 0 w 2323"/>
                  <a:gd name="T13" fmla="*/ 0 h 858"/>
                  <a:gd name="T14" fmla="*/ 0 w 2323"/>
                  <a:gd name="T15" fmla="*/ 0 h 858"/>
                  <a:gd name="T16" fmla="*/ 0 w 2323"/>
                  <a:gd name="T17" fmla="*/ 0 h 858"/>
                  <a:gd name="T18" fmla="*/ 0 w 2323"/>
                  <a:gd name="T19" fmla="*/ 0 h 858"/>
                  <a:gd name="T20" fmla="*/ 0 w 2323"/>
                  <a:gd name="T21" fmla="*/ 0 h 858"/>
                  <a:gd name="T22" fmla="*/ 0 w 2323"/>
                  <a:gd name="T23" fmla="*/ 0 h 858"/>
                  <a:gd name="T24" fmla="*/ 0 w 2323"/>
                  <a:gd name="T25" fmla="*/ 0 h 858"/>
                  <a:gd name="T26" fmla="*/ 0 w 2323"/>
                  <a:gd name="T27" fmla="*/ 0 h 858"/>
                  <a:gd name="T28" fmla="*/ 0 w 2323"/>
                  <a:gd name="T29" fmla="*/ 0 h 858"/>
                  <a:gd name="T30" fmla="*/ 0 w 2323"/>
                  <a:gd name="T31" fmla="*/ 0 h 858"/>
                  <a:gd name="T32" fmla="*/ 0 w 2323"/>
                  <a:gd name="T33" fmla="*/ 0 h 858"/>
                  <a:gd name="T34" fmla="*/ 0 w 2323"/>
                  <a:gd name="T35" fmla="*/ 0 h 858"/>
                  <a:gd name="T36" fmla="*/ 0 w 2323"/>
                  <a:gd name="T37" fmla="*/ 0 h 858"/>
                  <a:gd name="T38" fmla="*/ 0 w 2323"/>
                  <a:gd name="T39" fmla="*/ 0 h 858"/>
                  <a:gd name="T40" fmla="*/ 0 w 2323"/>
                  <a:gd name="T41" fmla="*/ 0 h 858"/>
                  <a:gd name="T42" fmla="*/ 0 w 2323"/>
                  <a:gd name="T43" fmla="*/ 0 h 858"/>
                  <a:gd name="T44" fmla="*/ 0 w 2323"/>
                  <a:gd name="T45" fmla="*/ 0 h 858"/>
                  <a:gd name="T46" fmla="*/ 0 w 2323"/>
                  <a:gd name="T47" fmla="*/ 0 h 858"/>
                  <a:gd name="T48" fmla="*/ 0 w 2323"/>
                  <a:gd name="T49" fmla="*/ 0 h 858"/>
                  <a:gd name="T50" fmla="*/ 0 w 2323"/>
                  <a:gd name="T51" fmla="*/ 0 h 858"/>
                  <a:gd name="T52" fmla="*/ 0 w 2323"/>
                  <a:gd name="T53" fmla="*/ 0 h 858"/>
                  <a:gd name="T54" fmla="*/ 0 w 2323"/>
                  <a:gd name="T55" fmla="*/ 0 h 858"/>
                  <a:gd name="T56" fmla="*/ 0 w 2323"/>
                  <a:gd name="T57" fmla="*/ 0 h 85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323"/>
                  <a:gd name="T88" fmla="*/ 0 h 858"/>
                  <a:gd name="T89" fmla="*/ 2323 w 2323"/>
                  <a:gd name="T90" fmla="*/ 858 h 85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323" h="858">
                    <a:moveTo>
                      <a:pt x="2168" y="333"/>
                    </a:moveTo>
                    <a:lnTo>
                      <a:pt x="2270" y="282"/>
                    </a:lnTo>
                    <a:lnTo>
                      <a:pt x="2308" y="238"/>
                    </a:lnTo>
                    <a:lnTo>
                      <a:pt x="2323" y="180"/>
                    </a:lnTo>
                    <a:lnTo>
                      <a:pt x="2316" y="129"/>
                    </a:lnTo>
                    <a:lnTo>
                      <a:pt x="2278" y="64"/>
                    </a:lnTo>
                    <a:lnTo>
                      <a:pt x="2212" y="15"/>
                    </a:lnTo>
                    <a:lnTo>
                      <a:pt x="2148" y="0"/>
                    </a:lnTo>
                    <a:lnTo>
                      <a:pt x="2074" y="0"/>
                    </a:lnTo>
                    <a:lnTo>
                      <a:pt x="29" y="750"/>
                    </a:lnTo>
                    <a:lnTo>
                      <a:pt x="6" y="773"/>
                    </a:lnTo>
                    <a:lnTo>
                      <a:pt x="0" y="807"/>
                    </a:lnTo>
                    <a:lnTo>
                      <a:pt x="13" y="844"/>
                    </a:lnTo>
                    <a:lnTo>
                      <a:pt x="44" y="858"/>
                    </a:lnTo>
                    <a:lnTo>
                      <a:pt x="86" y="851"/>
                    </a:lnTo>
                    <a:lnTo>
                      <a:pt x="1803" y="462"/>
                    </a:lnTo>
                    <a:lnTo>
                      <a:pt x="1755" y="420"/>
                    </a:lnTo>
                    <a:lnTo>
                      <a:pt x="1732" y="384"/>
                    </a:lnTo>
                    <a:lnTo>
                      <a:pt x="1710" y="324"/>
                    </a:lnTo>
                    <a:lnTo>
                      <a:pt x="1710" y="273"/>
                    </a:lnTo>
                    <a:lnTo>
                      <a:pt x="1732" y="217"/>
                    </a:lnTo>
                    <a:lnTo>
                      <a:pt x="1770" y="166"/>
                    </a:lnTo>
                    <a:lnTo>
                      <a:pt x="1827" y="140"/>
                    </a:lnTo>
                    <a:lnTo>
                      <a:pt x="1877" y="124"/>
                    </a:lnTo>
                    <a:lnTo>
                      <a:pt x="1937" y="129"/>
                    </a:lnTo>
                    <a:lnTo>
                      <a:pt x="2104" y="217"/>
                    </a:lnTo>
                    <a:lnTo>
                      <a:pt x="2148" y="261"/>
                    </a:lnTo>
                    <a:lnTo>
                      <a:pt x="2168" y="309"/>
                    </a:lnTo>
                    <a:lnTo>
                      <a:pt x="2168"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30" name="Line 389">
                <a:extLst>
                  <a:ext uri="{FF2B5EF4-FFF2-40B4-BE49-F238E27FC236}">
                    <a16:creationId xmlns:a16="http://schemas.microsoft.com/office/drawing/2014/main" id="{DB3599C9-4C21-8C50-106D-ACCCDBB9FB01}"/>
                  </a:ext>
                </a:extLst>
              </p:cNvPr>
              <p:cNvSpPr>
                <a:spLocks noChangeShapeType="1"/>
              </p:cNvSpPr>
              <p:nvPr/>
            </p:nvSpPr>
            <p:spPr bwMode="auto">
              <a:xfrm flipH="1" flipV="1">
                <a:off x="1217" y="1394"/>
                <a:ext cx="97" cy="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31" name="Freeform 390">
                <a:extLst>
                  <a:ext uri="{FF2B5EF4-FFF2-40B4-BE49-F238E27FC236}">
                    <a16:creationId xmlns:a16="http://schemas.microsoft.com/office/drawing/2014/main" id="{CC71576B-8F46-F30D-80AB-B9380E41FA8B}"/>
                  </a:ext>
                </a:extLst>
              </p:cNvPr>
              <p:cNvSpPr>
                <a:spLocks/>
              </p:cNvSpPr>
              <p:nvPr/>
            </p:nvSpPr>
            <p:spPr bwMode="auto">
              <a:xfrm>
                <a:off x="1274" y="1304"/>
                <a:ext cx="260" cy="61"/>
              </a:xfrm>
              <a:custGeom>
                <a:avLst/>
                <a:gdLst>
                  <a:gd name="T0" fmla="*/ 0 w 2592"/>
                  <a:gd name="T1" fmla="*/ 0 h 611"/>
                  <a:gd name="T2" fmla="*/ 0 w 2592"/>
                  <a:gd name="T3" fmla="*/ 0 h 611"/>
                  <a:gd name="T4" fmla="*/ 0 w 2592"/>
                  <a:gd name="T5" fmla="*/ 0 h 611"/>
                  <a:gd name="T6" fmla="*/ 0 w 2592"/>
                  <a:gd name="T7" fmla="*/ 0 h 611"/>
                  <a:gd name="T8" fmla="*/ 0 w 2592"/>
                  <a:gd name="T9" fmla="*/ 0 h 611"/>
                  <a:gd name="T10" fmla="*/ 0 60000 65536"/>
                  <a:gd name="T11" fmla="*/ 0 60000 65536"/>
                  <a:gd name="T12" fmla="*/ 0 60000 65536"/>
                  <a:gd name="T13" fmla="*/ 0 60000 65536"/>
                  <a:gd name="T14" fmla="*/ 0 60000 65536"/>
                  <a:gd name="T15" fmla="*/ 0 w 2592"/>
                  <a:gd name="T16" fmla="*/ 0 h 611"/>
                  <a:gd name="T17" fmla="*/ 2592 w 2592"/>
                  <a:gd name="T18" fmla="*/ 611 h 611"/>
                </a:gdLst>
                <a:ahLst/>
                <a:cxnLst>
                  <a:cxn ang="T10">
                    <a:pos x="T0" y="T1"/>
                  </a:cxn>
                  <a:cxn ang="T11">
                    <a:pos x="T2" y="T3"/>
                  </a:cxn>
                  <a:cxn ang="T12">
                    <a:pos x="T4" y="T5"/>
                  </a:cxn>
                  <a:cxn ang="T13">
                    <a:pos x="T6" y="T7"/>
                  </a:cxn>
                  <a:cxn ang="T14">
                    <a:pos x="T8" y="T9"/>
                  </a:cxn>
                </a:cxnLst>
                <a:rect l="T15" t="T16" r="T17" b="T18"/>
                <a:pathLst>
                  <a:path w="2592" h="611">
                    <a:moveTo>
                      <a:pt x="2592" y="611"/>
                    </a:moveTo>
                    <a:lnTo>
                      <a:pt x="1021" y="8"/>
                    </a:lnTo>
                    <a:lnTo>
                      <a:pt x="949" y="0"/>
                    </a:lnTo>
                    <a:lnTo>
                      <a:pt x="853" y="0"/>
                    </a:lnTo>
                    <a:lnTo>
                      <a:pt x="0" y="323"/>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532" name="Line 391">
                <a:extLst>
                  <a:ext uri="{FF2B5EF4-FFF2-40B4-BE49-F238E27FC236}">
                    <a16:creationId xmlns:a16="http://schemas.microsoft.com/office/drawing/2014/main" id="{41178070-B472-133A-F898-44E623BB78D1}"/>
                  </a:ext>
                </a:extLst>
              </p:cNvPr>
              <p:cNvSpPr>
                <a:spLocks noChangeShapeType="1"/>
              </p:cNvSpPr>
              <p:nvPr/>
            </p:nvSpPr>
            <p:spPr bwMode="auto">
              <a:xfrm flipV="1">
                <a:off x="1193" y="1346"/>
                <a:ext cx="54" cy="2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33" name="Freeform 392">
                <a:extLst>
                  <a:ext uri="{FF2B5EF4-FFF2-40B4-BE49-F238E27FC236}">
                    <a16:creationId xmlns:a16="http://schemas.microsoft.com/office/drawing/2014/main" id="{93692128-1D2E-DFAA-3F77-67081D82CAEC}"/>
                  </a:ext>
                </a:extLst>
              </p:cNvPr>
              <p:cNvSpPr>
                <a:spLocks/>
              </p:cNvSpPr>
              <p:nvPr/>
            </p:nvSpPr>
            <p:spPr bwMode="auto">
              <a:xfrm>
                <a:off x="1423" y="1417"/>
                <a:ext cx="25" cy="15"/>
              </a:xfrm>
              <a:custGeom>
                <a:avLst/>
                <a:gdLst>
                  <a:gd name="T0" fmla="*/ 0 w 254"/>
                  <a:gd name="T1" fmla="*/ 0 h 147"/>
                  <a:gd name="T2" fmla="*/ 0 w 254"/>
                  <a:gd name="T3" fmla="*/ 0 h 147"/>
                  <a:gd name="T4" fmla="*/ 0 w 254"/>
                  <a:gd name="T5" fmla="*/ 0 h 147"/>
                  <a:gd name="T6" fmla="*/ 0 w 254"/>
                  <a:gd name="T7" fmla="*/ 0 h 147"/>
                  <a:gd name="T8" fmla="*/ 0 60000 65536"/>
                  <a:gd name="T9" fmla="*/ 0 60000 65536"/>
                  <a:gd name="T10" fmla="*/ 0 60000 65536"/>
                  <a:gd name="T11" fmla="*/ 0 60000 65536"/>
                  <a:gd name="T12" fmla="*/ 0 w 254"/>
                  <a:gd name="T13" fmla="*/ 0 h 147"/>
                  <a:gd name="T14" fmla="*/ 254 w 254"/>
                  <a:gd name="T15" fmla="*/ 147 h 147"/>
                </a:gdLst>
                <a:ahLst/>
                <a:cxnLst>
                  <a:cxn ang="T8">
                    <a:pos x="T0" y="T1"/>
                  </a:cxn>
                  <a:cxn ang="T9">
                    <a:pos x="T2" y="T3"/>
                  </a:cxn>
                  <a:cxn ang="T10">
                    <a:pos x="T4" y="T5"/>
                  </a:cxn>
                  <a:cxn ang="T11">
                    <a:pos x="T6" y="T7"/>
                  </a:cxn>
                </a:cxnLst>
                <a:rect l="T12" t="T13" r="T14" b="T15"/>
                <a:pathLst>
                  <a:path w="254" h="147">
                    <a:moveTo>
                      <a:pt x="0" y="73"/>
                    </a:moveTo>
                    <a:lnTo>
                      <a:pt x="254" y="147"/>
                    </a:lnTo>
                    <a:lnTo>
                      <a:pt x="254" y="0"/>
                    </a:lnTo>
                    <a:lnTo>
                      <a:pt x="0" y="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34" name="Freeform 393">
                <a:extLst>
                  <a:ext uri="{FF2B5EF4-FFF2-40B4-BE49-F238E27FC236}">
                    <a16:creationId xmlns:a16="http://schemas.microsoft.com/office/drawing/2014/main" id="{15DBDA8E-34AB-D5C7-B8D9-BCDA38DBACAC}"/>
                  </a:ext>
                </a:extLst>
              </p:cNvPr>
              <p:cNvSpPr>
                <a:spLocks/>
              </p:cNvSpPr>
              <p:nvPr/>
            </p:nvSpPr>
            <p:spPr bwMode="auto">
              <a:xfrm>
                <a:off x="1448" y="1417"/>
                <a:ext cx="12" cy="15"/>
              </a:xfrm>
              <a:custGeom>
                <a:avLst/>
                <a:gdLst>
                  <a:gd name="T0" fmla="*/ 0 w 118"/>
                  <a:gd name="T1" fmla="*/ 0 h 147"/>
                  <a:gd name="T2" fmla="*/ 0 w 118"/>
                  <a:gd name="T3" fmla="*/ 0 h 147"/>
                  <a:gd name="T4" fmla="*/ 0 w 118"/>
                  <a:gd name="T5" fmla="*/ 0 h 147"/>
                  <a:gd name="T6" fmla="*/ 0 60000 65536"/>
                  <a:gd name="T7" fmla="*/ 0 60000 65536"/>
                  <a:gd name="T8" fmla="*/ 0 60000 65536"/>
                  <a:gd name="T9" fmla="*/ 0 w 118"/>
                  <a:gd name="T10" fmla="*/ 0 h 147"/>
                  <a:gd name="T11" fmla="*/ 118 w 118"/>
                  <a:gd name="T12" fmla="*/ 147 h 147"/>
                </a:gdLst>
                <a:ahLst/>
                <a:cxnLst>
                  <a:cxn ang="T6">
                    <a:pos x="T0" y="T1"/>
                  </a:cxn>
                  <a:cxn ang="T7">
                    <a:pos x="T2" y="T3"/>
                  </a:cxn>
                  <a:cxn ang="T8">
                    <a:pos x="T4" y="T5"/>
                  </a:cxn>
                </a:cxnLst>
                <a:rect l="T9" t="T10" r="T11" b="T12"/>
                <a:pathLst>
                  <a:path w="118" h="147">
                    <a:moveTo>
                      <a:pt x="0" y="147"/>
                    </a:moveTo>
                    <a:lnTo>
                      <a:pt x="118" y="133"/>
                    </a:lnTo>
                    <a:lnTo>
                      <a:pt x="118"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535" name="Freeform 394">
                <a:extLst>
                  <a:ext uri="{FF2B5EF4-FFF2-40B4-BE49-F238E27FC236}">
                    <a16:creationId xmlns:a16="http://schemas.microsoft.com/office/drawing/2014/main" id="{E395FBCB-6851-2E14-2FB3-2BB27ED386C8}"/>
                  </a:ext>
                </a:extLst>
              </p:cNvPr>
              <p:cNvSpPr>
                <a:spLocks/>
              </p:cNvSpPr>
              <p:nvPr/>
            </p:nvSpPr>
            <p:spPr bwMode="auto">
              <a:xfrm>
                <a:off x="1394" y="1056"/>
                <a:ext cx="493" cy="373"/>
              </a:xfrm>
              <a:custGeom>
                <a:avLst/>
                <a:gdLst>
                  <a:gd name="T0" fmla="*/ 0 w 4929"/>
                  <a:gd name="T1" fmla="*/ 0 h 3731"/>
                  <a:gd name="T2" fmla="*/ 0 w 4929"/>
                  <a:gd name="T3" fmla="*/ 0 h 3731"/>
                  <a:gd name="T4" fmla="*/ 0 w 4929"/>
                  <a:gd name="T5" fmla="*/ 0 h 3731"/>
                  <a:gd name="T6" fmla="*/ 0 w 4929"/>
                  <a:gd name="T7" fmla="*/ 0 h 3731"/>
                  <a:gd name="T8" fmla="*/ 0 w 4929"/>
                  <a:gd name="T9" fmla="*/ 0 h 3731"/>
                  <a:gd name="T10" fmla="*/ 0 w 4929"/>
                  <a:gd name="T11" fmla="*/ 0 h 3731"/>
                  <a:gd name="T12" fmla="*/ 0 w 4929"/>
                  <a:gd name="T13" fmla="*/ 0 h 3731"/>
                  <a:gd name="T14" fmla="*/ 0 w 4929"/>
                  <a:gd name="T15" fmla="*/ 0 h 3731"/>
                  <a:gd name="T16" fmla="*/ 0 60000 65536"/>
                  <a:gd name="T17" fmla="*/ 0 60000 65536"/>
                  <a:gd name="T18" fmla="*/ 0 60000 65536"/>
                  <a:gd name="T19" fmla="*/ 0 60000 65536"/>
                  <a:gd name="T20" fmla="*/ 0 60000 65536"/>
                  <a:gd name="T21" fmla="*/ 0 60000 65536"/>
                  <a:gd name="T22" fmla="*/ 0 60000 65536"/>
                  <a:gd name="T23" fmla="*/ 0 60000 65536"/>
                  <a:gd name="T24" fmla="*/ 0 w 4929"/>
                  <a:gd name="T25" fmla="*/ 0 h 3731"/>
                  <a:gd name="T26" fmla="*/ 4929 w 4929"/>
                  <a:gd name="T27" fmla="*/ 3731 h 373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929" h="3731">
                    <a:moveTo>
                      <a:pt x="0" y="2549"/>
                    </a:moveTo>
                    <a:lnTo>
                      <a:pt x="716" y="0"/>
                    </a:lnTo>
                    <a:lnTo>
                      <a:pt x="1876" y="0"/>
                    </a:lnTo>
                    <a:lnTo>
                      <a:pt x="2846" y="175"/>
                    </a:lnTo>
                    <a:lnTo>
                      <a:pt x="4929" y="1148"/>
                    </a:lnTo>
                    <a:lnTo>
                      <a:pt x="4925" y="3286"/>
                    </a:lnTo>
                    <a:lnTo>
                      <a:pt x="1075" y="3731"/>
                    </a:lnTo>
                    <a:lnTo>
                      <a:pt x="656" y="3627"/>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536" name="Line 395">
                <a:extLst>
                  <a:ext uri="{FF2B5EF4-FFF2-40B4-BE49-F238E27FC236}">
                    <a16:creationId xmlns:a16="http://schemas.microsoft.com/office/drawing/2014/main" id="{F47CCDFA-0D57-8AE5-CC83-BDB91EA2907C}"/>
                  </a:ext>
                </a:extLst>
              </p:cNvPr>
              <p:cNvSpPr>
                <a:spLocks noChangeShapeType="1"/>
              </p:cNvSpPr>
              <p:nvPr/>
            </p:nvSpPr>
            <p:spPr bwMode="auto">
              <a:xfrm flipH="1">
                <a:off x="1518" y="1056"/>
                <a:ext cx="63" cy="3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37" name="Line 396">
                <a:extLst>
                  <a:ext uri="{FF2B5EF4-FFF2-40B4-BE49-F238E27FC236}">
                    <a16:creationId xmlns:a16="http://schemas.microsoft.com/office/drawing/2014/main" id="{50C6DD05-AD5B-94E1-FC8D-6FEBD6EE2E35}"/>
                  </a:ext>
                </a:extLst>
              </p:cNvPr>
              <p:cNvSpPr>
                <a:spLocks noChangeShapeType="1"/>
              </p:cNvSpPr>
              <p:nvPr/>
            </p:nvSpPr>
            <p:spPr bwMode="auto">
              <a:xfrm flipH="1">
                <a:off x="1503" y="1414"/>
                <a:ext cx="3" cy="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38" name="Line 397">
                <a:extLst>
                  <a:ext uri="{FF2B5EF4-FFF2-40B4-BE49-F238E27FC236}">
                    <a16:creationId xmlns:a16="http://schemas.microsoft.com/office/drawing/2014/main" id="{D1A61CCB-DC5A-A59C-18B3-D18F79124BF9}"/>
                  </a:ext>
                </a:extLst>
              </p:cNvPr>
              <p:cNvSpPr>
                <a:spLocks noChangeShapeType="1"/>
              </p:cNvSpPr>
              <p:nvPr/>
            </p:nvSpPr>
            <p:spPr bwMode="auto">
              <a:xfrm flipH="1">
                <a:off x="1616" y="1073"/>
                <a:ext cx="63" cy="34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39" name="Freeform 398">
                <a:extLst>
                  <a:ext uri="{FF2B5EF4-FFF2-40B4-BE49-F238E27FC236}">
                    <a16:creationId xmlns:a16="http://schemas.microsoft.com/office/drawing/2014/main" id="{6DD2E226-2A46-14C7-BD23-F06E9A4F9921}"/>
                  </a:ext>
                </a:extLst>
              </p:cNvPr>
              <p:cNvSpPr>
                <a:spLocks/>
              </p:cNvSpPr>
              <p:nvPr/>
            </p:nvSpPr>
            <p:spPr bwMode="auto">
              <a:xfrm>
                <a:off x="1418" y="1076"/>
                <a:ext cx="133" cy="258"/>
              </a:xfrm>
              <a:custGeom>
                <a:avLst/>
                <a:gdLst>
                  <a:gd name="T0" fmla="*/ 0 w 1327"/>
                  <a:gd name="T1" fmla="*/ 0 h 2579"/>
                  <a:gd name="T2" fmla="*/ 0 w 1327"/>
                  <a:gd name="T3" fmla="*/ 0 h 2579"/>
                  <a:gd name="T4" fmla="*/ 0 w 1327"/>
                  <a:gd name="T5" fmla="*/ 0 h 2579"/>
                  <a:gd name="T6" fmla="*/ 0 w 1327"/>
                  <a:gd name="T7" fmla="*/ 0 h 2579"/>
                  <a:gd name="T8" fmla="*/ 0 w 1327"/>
                  <a:gd name="T9" fmla="*/ 0 h 2579"/>
                  <a:gd name="T10" fmla="*/ 0 w 1327"/>
                  <a:gd name="T11" fmla="*/ 0 h 2579"/>
                  <a:gd name="T12" fmla="*/ 0 w 1327"/>
                  <a:gd name="T13" fmla="*/ 0 h 2579"/>
                  <a:gd name="T14" fmla="*/ 0 w 1327"/>
                  <a:gd name="T15" fmla="*/ 0 h 2579"/>
                  <a:gd name="T16" fmla="*/ 0 w 1327"/>
                  <a:gd name="T17" fmla="*/ 0 h 2579"/>
                  <a:gd name="T18" fmla="*/ 0 w 1327"/>
                  <a:gd name="T19" fmla="*/ 0 h 2579"/>
                  <a:gd name="T20" fmla="*/ 0 w 1327"/>
                  <a:gd name="T21" fmla="*/ 0 h 2579"/>
                  <a:gd name="T22" fmla="*/ 0 w 1327"/>
                  <a:gd name="T23" fmla="*/ 0 h 2579"/>
                  <a:gd name="T24" fmla="*/ 0 w 1327"/>
                  <a:gd name="T25" fmla="*/ 0 h 2579"/>
                  <a:gd name="T26" fmla="*/ 0 w 1327"/>
                  <a:gd name="T27" fmla="*/ 0 h 2579"/>
                  <a:gd name="T28" fmla="*/ 0 w 1327"/>
                  <a:gd name="T29" fmla="*/ 0 h 257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27"/>
                  <a:gd name="T46" fmla="*/ 0 h 2579"/>
                  <a:gd name="T47" fmla="*/ 1327 w 1327"/>
                  <a:gd name="T48" fmla="*/ 2579 h 257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27" h="2579">
                    <a:moveTo>
                      <a:pt x="594" y="0"/>
                    </a:moveTo>
                    <a:lnTo>
                      <a:pt x="0" y="2330"/>
                    </a:lnTo>
                    <a:lnTo>
                      <a:pt x="774" y="2579"/>
                    </a:lnTo>
                    <a:lnTo>
                      <a:pt x="789" y="2508"/>
                    </a:lnTo>
                    <a:lnTo>
                      <a:pt x="207" y="2314"/>
                    </a:lnTo>
                    <a:lnTo>
                      <a:pt x="207" y="2077"/>
                    </a:lnTo>
                    <a:lnTo>
                      <a:pt x="269" y="1577"/>
                    </a:lnTo>
                    <a:lnTo>
                      <a:pt x="342" y="1162"/>
                    </a:lnTo>
                    <a:lnTo>
                      <a:pt x="446" y="797"/>
                    </a:lnTo>
                    <a:lnTo>
                      <a:pt x="567" y="457"/>
                    </a:lnTo>
                    <a:lnTo>
                      <a:pt x="683" y="193"/>
                    </a:lnTo>
                    <a:lnTo>
                      <a:pt x="757" y="86"/>
                    </a:lnTo>
                    <a:lnTo>
                      <a:pt x="1295" y="103"/>
                    </a:lnTo>
                    <a:lnTo>
                      <a:pt x="1327" y="0"/>
                    </a:lnTo>
                    <a:lnTo>
                      <a:pt x="59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0" name="Line 399">
                <a:extLst>
                  <a:ext uri="{FF2B5EF4-FFF2-40B4-BE49-F238E27FC236}">
                    <a16:creationId xmlns:a16="http://schemas.microsoft.com/office/drawing/2014/main" id="{38C1FDB8-8F9B-1617-09E9-764950521518}"/>
                  </a:ext>
                </a:extLst>
              </p:cNvPr>
              <p:cNvSpPr>
                <a:spLocks noChangeShapeType="1"/>
              </p:cNvSpPr>
              <p:nvPr/>
            </p:nvSpPr>
            <p:spPr bwMode="auto">
              <a:xfrm flipH="1">
                <a:off x="1500" y="1076"/>
                <a:ext cx="52" cy="26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41" name="Freeform 400">
                <a:extLst>
                  <a:ext uri="{FF2B5EF4-FFF2-40B4-BE49-F238E27FC236}">
                    <a16:creationId xmlns:a16="http://schemas.microsoft.com/office/drawing/2014/main" id="{A8828F24-EFB6-35F3-DAB9-912F79532254}"/>
                  </a:ext>
                </a:extLst>
              </p:cNvPr>
              <p:cNvSpPr>
                <a:spLocks/>
              </p:cNvSpPr>
              <p:nvPr/>
            </p:nvSpPr>
            <p:spPr bwMode="auto">
              <a:xfrm>
                <a:off x="819" y="1406"/>
                <a:ext cx="431" cy="126"/>
              </a:xfrm>
              <a:custGeom>
                <a:avLst/>
                <a:gdLst>
                  <a:gd name="T0" fmla="*/ 0 w 4316"/>
                  <a:gd name="T1" fmla="*/ 0 h 1260"/>
                  <a:gd name="T2" fmla="*/ 0 w 4316"/>
                  <a:gd name="T3" fmla="*/ 0 h 1260"/>
                  <a:gd name="T4" fmla="*/ 0 w 4316"/>
                  <a:gd name="T5" fmla="*/ 0 h 1260"/>
                  <a:gd name="T6" fmla="*/ 0 w 4316"/>
                  <a:gd name="T7" fmla="*/ 0 h 1260"/>
                  <a:gd name="T8" fmla="*/ 0 w 4316"/>
                  <a:gd name="T9" fmla="*/ 0 h 1260"/>
                  <a:gd name="T10" fmla="*/ 0 60000 65536"/>
                  <a:gd name="T11" fmla="*/ 0 60000 65536"/>
                  <a:gd name="T12" fmla="*/ 0 60000 65536"/>
                  <a:gd name="T13" fmla="*/ 0 60000 65536"/>
                  <a:gd name="T14" fmla="*/ 0 60000 65536"/>
                  <a:gd name="T15" fmla="*/ 0 w 4316"/>
                  <a:gd name="T16" fmla="*/ 0 h 1260"/>
                  <a:gd name="T17" fmla="*/ 4316 w 4316"/>
                  <a:gd name="T18" fmla="*/ 1260 h 1260"/>
                </a:gdLst>
                <a:ahLst/>
                <a:cxnLst>
                  <a:cxn ang="T10">
                    <a:pos x="T0" y="T1"/>
                  </a:cxn>
                  <a:cxn ang="T11">
                    <a:pos x="T2" y="T3"/>
                  </a:cxn>
                  <a:cxn ang="T12">
                    <a:pos x="T4" y="T5"/>
                  </a:cxn>
                  <a:cxn ang="T13">
                    <a:pos x="T6" y="T7"/>
                  </a:cxn>
                  <a:cxn ang="T14">
                    <a:pos x="T8" y="T9"/>
                  </a:cxn>
                </a:cxnLst>
                <a:rect l="T15" t="T16" r="T17" b="T18"/>
                <a:pathLst>
                  <a:path w="4316" h="1260">
                    <a:moveTo>
                      <a:pt x="0" y="614"/>
                    </a:moveTo>
                    <a:lnTo>
                      <a:pt x="2329" y="1260"/>
                    </a:lnTo>
                    <a:lnTo>
                      <a:pt x="4316" y="553"/>
                    </a:lnTo>
                    <a:lnTo>
                      <a:pt x="2050" y="0"/>
                    </a:lnTo>
                    <a:lnTo>
                      <a:pt x="838" y="337"/>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9" name="Freeform 401">
              <a:extLst>
                <a:ext uri="{FF2B5EF4-FFF2-40B4-BE49-F238E27FC236}">
                  <a16:creationId xmlns:a16="http://schemas.microsoft.com/office/drawing/2014/main" id="{FB6D4AF2-D8B8-5EC5-C370-456D2293C9CB}"/>
                </a:ext>
              </a:extLst>
            </p:cNvPr>
            <p:cNvSpPr>
              <a:spLocks/>
            </p:cNvSpPr>
            <p:nvPr/>
          </p:nvSpPr>
          <p:spPr bwMode="auto">
            <a:xfrm>
              <a:off x="624" y="1485"/>
              <a:ext cx="3264" cy="1440"/>
            </a:xfrm>
            <a:custGeom>
              <a:avLst/>
              <a:gdLst>
                <a:gd name="T0" fmla="*/ 0 w 3264"/>
                <a:gd name="T1" fmla="*/ 864 h 1440"/>
                <a:gd name="T2" fmla="*/ 288 w 3264"/>
                <a:gd name="T3" fmla="*/ 1440 h 1440"/>
                <a:gd name="T4" fmla="*/ 1488 w 3264"/>
                <a:gd name="T5" fmla="*/ 1440 h 1440"/>
                <a:gd name="T6" fmla="*/ 3264 w 3264"/>
                <a:gd name="T7" fmla="*/ 96 h 1440"/>
                <a:gd name="T8" fmla="*/ 2880 w 3264"/>
                <a:gd name="T9" fmla="*/ 0 h 1440"/>
                <a:gd name="T10" fmla="*/ 1392 w 3264"/>
                <a:gd name="T11" fmla="*/ 960 h 1440"/>
                <a:gd name="T12" fmla="*/ 720 w 3264"/>
                <a:gd name="T13" fmla="*/ 960 h 1440"/>
                <a:gd name="T14" fmla="*/ 0 w 3264"/>
                <a:gd name="T15" fmla="*/ 864 h 1440"/>
                <a:gd name="T16" fmla="*/ 0 60000 65536"/>
                <a:gd name="T17" fmla="*/ 0 60000 65536"/>
                <a:gd name="T18" fmla="*/ 0 60000 65536"/>
                <a:gd name="T19" fmla="*/ 0 60000 65536"/>
                <a:gd name="T20" fmla="*/ 0 60000 65536"/>
                <a:gd name="T21" fmla="*/ 0 60000 65536"/>
                <a:gd name="T22" fmla="*/ 0 60000 65536"/>
                <a:gd name="T23" fmla="*/ 0 60000 65536"/>
                <a:gd name="T24" fmla="*/ 0 w 3264"/>
                <a:gd name="T25" fmla="*/ 0 h 1440"/>
                <a:gd name="T26" fmla="*/ 3264 w 3264"/>
                <a:gd name="T27" fmla="*/ 1440 h 14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64" h="1440">
                  <a:moveTo>
                    <a:pt x="0" y="864"/>
                  </a:moveTo>
                  <a:lnTo>
                    <a:pt x="288" y="1440"/>
                  </a:lnTo>
                  <a:lnTo>
                    <a:pt x="1488" y="1440"/>
                  </a:lnTo>
                  <a:lnTo>
                    <a:pt x="3264" y="96"/>
                  </a:lnTo>
                  <a:lnTo>
                    <a:pt x="2880" y="0"/>
                  </a:lnTo>
                  <a:lnTo>
                    <a:pt x="1392" y="960"/>
                  </a:lnTo>
                  <a:lnTo>
                    <a:pt x="720" y="960"/>
                  </a:lnTo>
                  <a:lnTo>
                    <a:pt x="0" y="864"/>
                  </a:lnTo>
                  <a:close/>
                </a:path>
              </a:pathLst>
            </a:custGeom>
            <a:gradFill rotWithShape="0">
              <a:gsLst>
                <a:gs pos="0">
                  <a:srgbClr val="FFCC00"/>
                </a:gs>
                <a:gs pos="100000">
                  <a:srgbClr val="800080"/>
                </a:gs>
              </a:gsLst>
              <a:path path="rect">
                <a:fillToRect l="100000" b="10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pt-BR"/>
            </a:p>
          </p:txBody>
        </p:sp>
        <p:grpSp>
          <p:nvGrpSpPr>
            <p:cNvPr id="10" name="Group 402">
              <a:extLst>
                <a:ext uri="{FF2B5EF4-FFF2-40B4-BE49-F238E27FC236}">
                  <a16:creationId xmlns:a16="http://schemas.microsoft.com/office/drawing/2014/main" id="{2ECBFFD5-832B-1ADE-4213-30D693EA8280}"/>
                </a:ext>
              </a:extLst>
            </p:cNvPr>
            <p:cNvGrpSpPr>
              <a:grpSpLocks/>
            </p:cNvGrpSpPr>
            <p:nvPr/>
          </p:nvGrpSpPr>
          <p:grpSpPr bwMode="auto">
            <a:xfrm>
              <a:off x="76" y="1831"/>
              <a:ext cx="1417" cy="1093"/>
              <a:chOff x="76" y="1831"/>
              <a:chExt cx="1417" cy="1093"/>
            </a:xfrm>
          </p:grpSpPr>
          <p:sp>
            <p:nvSpPr>
              <p:cNvPr id="335" name="Freeform 403">
                <a:extLst>
                  <a:ext uri="{FF2B5EF4-FFF2-40B4-BE49-F238E27FC236}">
                    <a16:creationId xmlns:a16="http://schemas.microsoft.com/office/drawing/2014/main" id="{26C3F72B-FF98-BAC9-E104-DDE3FAE10B7B}"/>
                  </a:ext>
                </a:extLst>
              </p:cNvPr>
              <p:cNvSpPr>
                <a:spLocks/>
              </p:cNvSpPr>
              <p:nvPr/>
            </p:nvSpPr>
            <p:spPr bwMode="auto">
              <a:xfrm>
                <a:off x="746" y="1951"/>
                <a:ext cx="677" cy="734"/>
              </a:xfrm>
              <a:custGeom>
                <a:avLst/>
                <a:gdLst>
                  <a:gd name="T0" fmla="*/ 0 w 6770"/>
                  <a:gd name="T1" fmla="*/ 0 h 7343"/>
                  <a:gd name="T2" fmla="*/ 0 w 6770"/>
                  <a:gd name="T3" fmla="*/ 0 h 7343"/>
                  <a:gd name="T4" fmla="*/ 0 w 6770"/>
                  <a:gd name="T5" fmla="*/ 0 h 7343"/>
                  <a:gd name="T6" fmla="*/ 0 w 6770"/>
                  <a:gd name="T7" fmla="*/ 0 h 7343"/>
                  <a:gd name="T8" fmla="*/ 0 w 6770"/>
                  <a:gd name="T9" fmla="*/ 0 h 7343"/>
                  <a:gd name="T10" fmla="*/ 0 w 6770"/>
                  <a:gd name="T11" fmla="*/ 0 h 7343"/>
                  <a:gd name="T12" fmla="*/ 0 w 6770"/>
                  <a:gd name="T13" fmla="*/ 0 h 7343"/>
                  <a:gd name="T14" fmla="*/ 0 w 6770"/>
                  <a:gd name="T15" fmla="*/ 0 h 7343"/>
                  <a:gd name="T16" fmla="*/ 0 w 6770"/>
                  <a:gd name="T17" fmla="*/ 0 h 7343"/>
                  <a:gd name="T18" fmla="*/ 0 w 6770"/>
                  <a:gd name="T19" fmla="*/ 0 h 7343"/>
                  <a:gd name="T20" fmla="*/ 0 w 6770"/>
                  <a:gd name="T21" fmla="*/ 0 h 7343"/>
                  <a:gd name="T22" fmla="*/ 0 w 6770"/>
                  <a:gd name="T23" fmla="*/ 0 h 7343"/>
                  <a:gd name="T24" fmla="*/ 0 w 6770"/>
                  <a:gd name="T25" fmla="*/ 0 h 7343"/>
                  <a:gd name="T26" fmla="*/ 0 w 6770"/>
                  <a:gd name="T27" fmla="*/ 0 h 7343"/>
                  <a:gd name="T28" fmla="*/ 0 w 6770"/>
                  <a:gd name="T29" fmla="*/ 0 h 7343"/>
                  <a:gd name="T30" fmla="*/ 0 w 6770"/>
                  <a:gd name="T31" fmla="*/ 0 h 7343"/>
                  <a:gd name="T32" fmla="*/ 0 w 6770"/>
                  <a:gd name="T33" fmla="*/ 0 h 7343"/>
                  <a:gd name="T34" fmla="*/ 0 w 6770"/>
                  <a:gd name="T35" fmla="*/ 0 h 73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770"/>
                  <a:gd name="T55" fmla="*/ 0 h 7343"/>
                  <a:gd name="T56" fmla="*/ 6770 w 6770"/>
                  <a:gd name="T57" fmla="*/ 7343 h 73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770" h="7343">
                    <a:moveTo>
                      <a:pt x="5043" y="7343"/>
                    </a:moveTo>
                    <a:lnTo>
                      <a:pt x="0" y="5722"/>
                    </a:lnTo>
                    <a:lnTo>
                      <a:pt x="0" y="5646"/>
                    </a:lnTo>
                    <a:lnTo>
                      <a:pt x="1210" y="5043"/>
                    </a:lnTo>
                    <a:lnTo>
                      <a:pt x="984" y="5043"/>
                    </a:lnTo>
                    <a:lnTo>
                      <a:pt x="984" y="4923"/>
                    </a:lnTo>
                    <a:lnTo>
                      <a:pt x="1783" y="4558"/>
                    </a:lnTo>
                    <a:lnTo>
                      <a:pt x="361" y="4558"/>
                    </a:lnTo>
                    <a:lnTo>
                      <a:pt x="361" y="0"/>
                    </a:lnTo>
                    <a:lnTo>
                      <a:pt x="5859" y="0"/>
                    </a:lnTo>
                    <a:lnTo>
                      <a:pt x="5859" y="4558"/>
                    </a:lnTo>
                    <a:lnTo>
                      <a:pt x="4533" y="4558"/>
                    </a:lnTo>
                    <a:lnTo>
                      <a:pt x="5295" y="4923"/>
                    </a:lnTo>
                    <a:lnTo>
                      <a:pt x="5295" y="5043"/>
                    </a:lnTo>
                    <a:lnTo>
                      <a:pt x="2635" y="5043"/>
                    </a:lnTo>
                    <a:lnTo>
                      <a:pt x="6770" y="6113"/>
                    </a:lnTo>
                    <a:lnTo>
                      <a:pt x="6770" y="6207"/>
                    </a:lnTo>
                    <a:lnTo>
                      <a:pt x="5043" y="734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6" name="Rectangle 404">
                <a:extLst>
                  <a:ext uri="{FF2B5EF4-FFF2-40B4-BE49-F238E27FC236}">
                    <a16:creationId xmlns:a16="http://schemas.microsoft.com/office/drawing/2014/main" id="{9ADBD18C-8548-8B11-CB0F-92A29DDBC466}"/>
                  </a:ext>
                </a:extLst>
              </p:cNvPr>
              <p:cNvSpPr>
                <a:spLocks noChangeArrowheads="1"/>
              </p:cNvSpPr>
              <p:nvPr/>
            </p:nvSpPr>
            <p:spPr bwMode="auto">
              <a:xfrm>
                <a:off x="830" y="1999"/>
                <a:ext cx="455" cy="358"/>
              </a:xfrm>
              <a:prstGeom prst="rect">
                <a:avLst/>
              </a:prstGeom>
              <a:solidFill>
                <a:srgbClr val="51515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37" name="Freeform 405">
                <a:extLst>
                  <a:ext uri="{FF2B5EF4-FFF2-40B4-BE49-F238E27FC236}">
                    <a16:creationId xmlns:a16="http://schemas.microsoft.com/office/drawing/2014/main" id="{8FC9FA54-65A4-896F-D576-6654FAD4D962}"/>
                  </a:ext>
                </a:extLst>
              </p:cNvPr>
              <p:cNvSpPr>
                <a:spLocks/>
              </p:cNvSpPr>
              <p:nvPr/>
            </p:nvSpPr>
            <p:spPr bwMode="auto">
              <a:xfrm>
                <a:off x="1194" y="2738"/>
                <a:ext cx="160" cy="75"/>
              </a:xfrm>
              <a:custGeom>
                <a:avLst/>
                <a:gdLst>
                  <a:gd name="T0" fmla="*/ 0 w 1595"/>
                  <a:gd name="T1" fmla="*/ 0 h 742"/>
                  <a:gd name="T2" fmla="*/ 0 w 1595"/>
                  <a:gd name="T3" fmla="*/ 0 h 742"/>
                  <a:gd name="T4" fmla="*/ 0 w 1595"/>
                  <a:gd name="T5" fmla="*/ 0 h 742"/>
                  <a:gd name="T6" fmla="*/ 0 w 1595"/>
                  <a:gd name="T7" fmla="*/ 0 h 742"/>
                  <a:gd name="T8" fmla="*/ 0 w 1595"/>
                  <a:gd name="T9" fmla="*/ 0 h 742"/>
                  <a:gd name="T10" fmla="*/ 0 w 1595"/>
                  <a:gd name="T11" fmla="*/ 0 h 742"/>
                  <a:gd name="T12" fmla="*/ 0 w 1595"/>
                  <a:gd name="T13" fmla="*/ 0 h 742"/>
                  <a:gd name="T14" fmla="*/ 0 60000 65536"/>
                  <a:gd name="T15" fmla="*/ 0 60000 65536"/>
                  <a:gd name="T16" fmla="*/ 0 60000 65536"/>
                  <a:gd name="T17" fmla="*/ 0 60000 65536"/>
                  <a:gd name="T18" fmla="*/ 0 60000 65536"/>
                  <a:gd name="T19" fmla="*/ 0 60000 65536"/>
                  <a:gd name="T20" fmla="*/ 0 60000 65536"/>
                  <a:gd name="T21" fmla="*/ 0 w 1595"/>
                  <a:gd name="T22" fmla="*/ 0 h 742"/>
                  <a:gd name="T23" fmla="*/ 1595 w 1595"/>
                  <a:gd name="T24" fmla="*/ 742 h 7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95" h="742">
                    <a:moveTo>
                      <a:pt x="878" y="0"/>
                    </a:moveTo>
                    <a:lnTo>
                      <a:pt x="1339" y="0"/>
                    </a:lnTo>
                    <a:lnTo>
                      <a:pt x="1595" y="517"/>
                    </a:lnTo>
                    <a:lnTo>
                      <a:pt x="1534" y="742"/>
                    </a:lnTo>
                    <a:lnTo>
                      <a:pt x="0" y="742"/>
                    </a:lnTo>
                    <a:lnTo>
                      <a:pt x="0" y="529"/>
                    </a:lnTo>
                    <a:lnTo>
                      <a:pt x="87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8" name="Freeform 406">
                <a:extLst>
                  <a:ext uri="{FF2B5EF4-FFF2-40B4-BE49-F238E27FC236}">
                    <a16:creationId xmlns:a16="http://schemas.microsoft.com/office/drawing/2014/main" id="{6E8BEC82-7CF0-B5D7-AC00-2539B267A0B1}"/>
                  </a:ext>
                </a:extLst>
              </p:cNvPr>
              <p:cNvSpPr>
                <a:spLocks/>
              </p:cNvSpPr>
              <p:nvPr/>
            </p:nvSpPr>
            <p:spPr bwMode="auto">
              <a:xfrm>
                <a:off x="749" y="2559"/>
                <a:ext cx="215" cy="109"/>
              </a:xfrm>
              <a:custGeom>
                <a:avLst/>
                <a:gdLst>
                  <a:gd name="T0" fmla="*/ 0 w 2156"/>
                  <a:gd name="T1" fmla="*/ 0 h 1089"/>
                  <a:gd name="T2" fmla="*/ 0 w 2156"/>
                  <a:gd name="T3" fmla="*/ 0 h 1089"/>
                  <a:gd name="T4" fmla="*/ 0 w 2156"/>
                  <a:gd name="T5" fmla="*/ 0 h 1089"/>
                  <a:gd name="T6" fmla="*/ 0 w 2156"/>
                  <a:gd name="T7" fmla="*/ 0 h 1089"/>
                  <a:gd name="T8" fmla="*/ 0 w 2156"/>
                  <a:gd name="T9" fmla="*/ 0 h 1089"/>
                  <a:gd name="T10" fmla="*/ 0 w 2156"/>
                  <a:gd name="T11" fmla="*/ 0 h 1089"/>
                  <a:gd name="T12" fmla="*/ 0 w 2156"/>
                  <a:gd name="T13" fmla="*/ 0 h 1089"/>
                  <a:gd name="T14" fmla="*/ 0 w 2156"/>
                  <a:gd name="T15" fmla="*/ 0 h 1089"/>
                  <a:gd name="T16" fmla="*/ 0 w 2156"/>
                  <a:gd name="T17" fmla="*/ 0 h 1089"/>
                  <a:gd name="T18" fmla="*/ 0 w 2156"/>
                  <a:gd name="T19" fmla="*/ 0 h 1089"/>
                  <a:gd name="T20" fmla="*/ 0 w 2156"/>
                  <a:gd name="T21" fmla="*/ 0 h 108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56"/>
                  <a:gd name="T34" fmla="*/ 0 h 1089"/>
                  <a:gd name="T35" fmla="*/ 2156 w 2156"/>
                  <a:gd name="T36" fmla="*/ 1089 h 108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56" h="1089">
                    <a:moveTo>
                      <a:pt x="1834" y="1089"/>
                    </a:moveTo>
                    <a:lnTo>
                      <a:pt x="1868" y="961"/>
                    </a:lnTo>
                    <a:lnTo>
                      <a:pt x="1988" y="915"/>
                    </a:lnTo>
                    <a:lnTo>
                      <a:pt x="2156" y="869"/>
                    </a:lnTo>
                    <a:lnTo>
                      <a:pt x="2141" y="551"/>
                    </a:lnTo>
                    <a:lnTo>
                      <a:pt x="1700" y="0"/>
                    </a:lnTo>
                    <a:lnTo>
                      <a:pt x="486" y="0"/>
                    </a:lnTo>
                    <a:lnTo>
                      <a:pt x="0" y="274"/>
                    </a:lnTo>
                    <a:lnTo>
                      <a:pt x="1129" y="897"/>
                    </a:lnTo>
                    <a:lnTo>
                      <a:pt x="1505" y="961"/>
                    </a:lnTo>
                    <a:lnTo>
                      <a:pt x="1834" y="1089"/>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9" name="Freeform 407">
                <a:extLst>
                  <a:ext uri="{FF2B5EF4-FFF2-40B4-BE49-F238E27FC236}">
                    <a16:creationId xmlns:a16="http://schemas.microsoft.com/office/drawing/2014/main" id="{2E1629B5-17F8-043E-52A4-59ABE2480315}"/>
                  </a:ext>
                </a:extLst>
              </p:cNvPr>
              <p:cNvSpPr>
                <a:spLocks/>
              </p:cNvSpPr>
              <p:nvPr/>
            </p:nvSpPr>
            <p:spPr bwMode="auto">
              <a:xfrm>
                <a:off x="1122" y="2668"/>
                <a:ext cx="179" cy="131"/>
              </a:xfrm>
              <a:custGeom>
                <a:avLst/>
                <a:gdLst>
                  <a:gd name="T0" fmla="*/ 0 w 1785"/>
                  <a:gd name="T1" fmla="*/ 0 h 1313"/>
                  <a:gd name="T2" fmla="*/ 0 w 1785"/>
                  <a:gd name="T3" fmla="*/ 0 h 1313"/>
                  <a:gd name="T4" fmla="*/ 0 w 1785"/>
                  <a:gd name="T5" fmla="*/ 0 h 1313"/>
                  <a:gd name="T6" fmla="*/ 0 w 1785"/>
                  <a:gd name="T7" fmla="*/ 0 h 1313"/>
                  <a:gd name="T8" fmla="*/ 0 w 1785"/>
                  <a:gd name="T9" fmla="*/ 0 h 1313"/>
                  <a:gd name="T10" fmla="*/ 0 w 1785"/>
                  <a:gd name="T11" fmla="*/ 0 h 1313"/>
                  <a:gd name="T12" fmla="*/ 0 w 1785"/>
                  <a:gd name="T13" fmla="*/ 0 h 1313"/>
                  <a:gd name="T14" fmla="*/ 0 w 1785"/>
                  <a:gd name="T15" fmla="*/ 0 h 1313"/>
                  <a:gd name="T16" fmla="*/ 0 w 1785"/>
                  <a:gd name="T17" fmla="*/ 0 h 1313"/>
                  <a:gd name="T18" fmla="*/ 0 w 1785"/>
                  <a:gd name="T19" fmla="*/ 0 h 1313"/>
                  <a:gd name="T20" fmla="*/ 0 w 1785"/>
                  <a:gd name="T21" fmla="*/ 0 h 1313"/>
                  <a:gd name="T22" fmla="*/ 0 w 1785"/>
                  <a:gd name="T23" fmla="*/ 0 h 1313"/>
                  <a:gd name="T24" fmla="*/ 0 w 1785"/>
                  <a:gd name="T25" fmla="*/ 0 h 1313"/>
                  <a:gd name="T26" fmla="*/ 0 w 1785"/>
                  <a:gd name="T27" fmla="*/ 0 h 1313"/>
                  <a:gd name="T28" fmla="*/ 0 w 1785"/>
                  <a:gd name="T29" fmla="*/ 0 h 131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85"/>
                  <a:gd name="T46" fmla="*/ 0 h 1313"/>
                  <a:gd name="T47" fmla="*/ 1785 w 1785"/>
                  <a:gd name="T48" fmla="*/ 1313 h 131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85" h="1313">
                    <a:moveTo>
                      <a:pt x="1348" y="1303"/>
                    </a:moveTo>
                    <a:lnTo>
                      <a:pt x="1418" y="1208"/>
                    </a:lnTo>
                    <a:lnTo>
                      <a:pt x="1693" y="1313"/>
                    </a:lnTo>
                    <a:lnTo>
                      <a:pt x="1750" y="1313"/>
                    </a:lnTo>
                    <a:lnTo>
                      <a:pt x="1785" y="1286"/>
                    </a:lnTo>
                    <a:lnTo>
                      <a:pt x="1785" y="1149"/>
                    </a:lnTo>
                    <a:lnTo>
                      <a:pt x="1659" y="782"/>
                    </a:lnTo>
                    <a:lnTo>
                      <a:pt x="1121" y="327"/>
                    </a:lnTo>
                    <a:lnTo>
                      <a:pt x="358" y="0"/>
                    </a:lnTo>
                    <a:lnTo>
                      <a:pt x="0" y="187"/>
                    </a:lnTo>
                    <a:lnTo>
                      <a:pt x="0" y="924"/>
                    </a:lnTo>
                    <a:lnTo>
                      <a:pt x="380" y="1183"/>
                    </a:lnTo>
                    <a:lnTo>
                      <a:pt x="889" y="1223"/>
                    </a:lnTo>
                    <a:lnTo>
                      <a:pt x="1195" y="1313"/>
                    </a:lnTo>
                    <a:lnTo>
                      <a:pt x="1348" y="1303"/>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0" name="Freeform 408">
                <a:extLst>
                  <a:ext uri="{FF2B5EF4-FFF2-40B4-BE49-F238E27FC236}">
                    <a16:creationId xmlns:a16="http://schemas.microsoft.com/office/drawing/2014/main" id="{042543CE-702D-CB7E-EED9-8A08D7B3D3C9}"/>
                  </a:ext>
                </a:extLst>
              </p:cNvPr>
              <p:cNvSpPr>
                <a:spLocks/>
              </p:cNvSpPr>
              <p:nvPr/>
            </p:nvSpPr>
            <p:spPr bwMode="auto">
              <a:xfrm>
                <a:off x="76" y="2119"/>
                <a:ext cx="923" cy="750"/>
              </a:xfrm>
              <a:custGeom>
                <a:avLst/>
                <a:gdLst>
                  <a:gd name="T0" fmla="*/ 0 w 9227"/>
                  <a:gd name="T1" fmla="*/ 0 h 7499"/>
                  <a:gd name="T2" fmla="*/ 0 w 9227"/>
                  <a:gd name="T3" fmla="*/ 0 h 7499"/>
                  <a:gd name="T4" fmla="*/ 0 w 9227"/>
                  <a:gd name="T5" fmla="*/ 0 h 7499"/>
                  <a:gd name="T6" fmla="*/ 0 w 9227"/>
                  <a:gd name="T7" fmla="*/ 0 h 7499"/>
                  <a:gd name="T8" fmla="*/ 0 w 9227"/>
                  <a:gd name="T9" fmla="*/ 0 h 7499"/>
                  <a:gd name="T10" fmla="*/ 0 w 9227"/>
                  <a:gd name="T11" fmla="*/ 0 h 7499"/>
                  <a:gd name="T12" fmla="*/ 0 w 9227"/>
                  <a:gd name="T13" fmla="*/ 0 h 7499"/>
                  <a:gd name="T14" fmla="*/ 0 w 9227"/>
                  <a:gd name="T15" fmla="*/ 0 h 7499"/>
                  <a:gd name="T16" fmla="*/ 0 w 9227"/>
                  <a:gd name="T17" fmla="*/ 0 h 7499"/>
                  <a:gd name="T18" fmla="*/ 0 w 9227"/>
                  <a:gd name="T19" fmla="*/ 0 h 7499"/>
                  <a:gd name="T20" fmla="*/ 0 w 9227"/>
                  <a:gd name="T21" fmla="*/ 0 h 7499"/>
                  <a:gd name="T22" fmla="*/ 0 w 9227"/>
                  <a:gd name="T23" fmla="*/ 0 h 7499"/>
                  <a:gd name="T24" fmla="*/ 0 w 9227"/>
                  <a:gd name="T25" fmla="*/ 0 h 7499"/>
                  <a:gd name="T26" fmla="*/ 0 w 9227"/>
                  <a:gd name="T27" fmla="*/ 0 h 7499"/>
                  <a:gd name="T28" fmla="*/ 0 w 9227"/>
                  <a:gd name="T29" fmla="*/ 0 h 7499"/>
                  <a:gd name="T30" fmla="*/ 0 w 9227"/>
                  <a:gd name="T31" fmla="*/ 0 h 7499"/>
                  <a:gd name="T32" fmla="*/ 0 w 9227"/>
                  <a:gd name="T33" fmla="*/ 0 h 7499"/>
                  <a:gd name="T34" fmla="*/ 0 w 9227"/>
                  <a:gd name="T35" fmla="*/ 0 h 7499"/>
                  <a:gd name="T36" fmla="*/ 0 w 9227"/>
                  <a:gd name="T37" fmla="*/ 0 h 7499"/>
                  <a:gd name="T38" fmla="*/ 0 w 9227"/>
                  <a:gd name="T39" fmla="*/ 0 h 7499"/>
                  <a:gd name="T40" fmla="*/ 0 w 9227"/>
                  <a:gd name="T41" fmla="*/ 0 h 7499"/>
                  <a:gd name="T42" fmla="*/ 0 w 9227"/>
                  <a:gd name="T43" fmla="*/ 0 h 7499"/>
                  <a:gd name="T44" fmla="*/ 0 w 9227"/>
                  <a:gd name="T45" fmla="*/ 0 h 7499"/>
                  <a:gd name="T46" fmla="*/ 0 w 9227"/>
                  <a:gd name="T47" fmla="*/ 0 h 7499"/>
                  <a:gd name="T48" fmla="*/ 0 w 9227"/>
                  <a:gd name="T49" fmla="*/ 0 h 7499"/>
                  <a:gd name="T50" fmla="*/ 0 w 9227"/>
                  <a:gd name="T51" fmla="*/ 0 h 7499"/>
                  <a:gd name="T52" fmla="*/ 0 w 9227"/>
                  <a:gd name="T53" fmla="*/ 0 h 7499"/>
                  <a:gd name="T54" fmla="*/ 0 w 9227"/>
                  <a:gd name="T55" fmla="*/ 0 h 7499"/>
                  <a:gd name="T56" fmla="*/ 0 w 9227"/>
                  <a:gd name="T57" fmla="*/ 0 h 7499"/>
                  <a:gd name="T58" fmla="*/ 0 w 9227"/>
                  <a:gd name="T59" fmla="*/ 0 h 7499"/>
                  <a:gd name="T60" fmla="*/ 0 w 9227"/>
                  <a:gd name="T61" fmla="*/ 0 h 7499"/>
                  <a:gd name="T62" fmla="*/ 0 w 9227"/>
                  <a:gd name="T63" fmla="*/ 0 h 7499"/>
                  <a:gd name="T64" fmla="*/ 0 w 9227"/>
                  <a:gd name="T65" fmla="*/ 0 h 7499"/>
                  <a:gd name="T66" fmla="*/ 0 w 9227"/>
                  <a:gd name="T67" fmla="*/ 0 h 7499"/>
                  <a:gd name="T68" fmla="*/ 0 w 9227"/>
                  <a:gd name="T69" fmla="*/ 0 h 7499"/>
                  <a:gd name="T70" fmla="*/ 0 w 9227"/>
                  <a:gd name="T71" fmla="*/ 0 h 7499"/>
                  <a:gd name="T72" fmla="*/ 0 w 9227"/>
                  <a:gd name="T73" fmla="*/ 0 h 7499"/>
                  <a:gd name="T74" fmla="*/ 0 w 9227"/>
                  <a:gd name="T75" fmla="*/ 0 h 7499"/>
                  <a:gd name="T76" fmla="*/ 0 w 9227"/>
                  <a:gd name="T77" fmla="*/ 0 h 7499"/>
                  <a:gd name="T78" fmla="*/ 0 w 9227"/>
                  <a:gd name="T79" fmla="*/ 0 h 7499"/>
                  <a:gd name="T80" fmla="*/ 0 w 9227"/>
                  <a:gd name="T81" fmla="*/ 0 h 7499"/>
                  <a:gd name="T82" fmla="*/ 0 w 9227"/>
                  <a:gd name="T83" fmla="*/ 0 h 7499"/>
                  <a:gd name="T84" fmla="*/ 0 w 9227"/>
                  <a:gd name="T85" fmla="*/ 0 h 749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227"/>
                  <a:gd name="T130" fmla="*/ 0 h 7499"/>
                  <a:gd name="T131" fmla="*/ 9227 w 9227"/>
                  <a:gd name="T132" fmla="*/ 7499 h 749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227" h="7499">
                    <a:moveTo>
                      <a:pt x="8470" y="7073"/>
                    </a:moveTo>
                    <a:lnTo>
                      <a:pt x="8624" y="7073"/>
                    </a:lnTo>
                    <a:lnTo>
                      <a:pt x="8895" y="6908"/>
                    </a:lnTo>
                    <a:lnTo>
                      <a:pt x="9227" y="6135"/>
                    </a:lnTo>
                    <a:lnTo>
                      <a:pt x="9227" y="5853"/>
                    </a:lnTo>
                    <a:lnTo>
                      <a:pt x="8624" y="5711"/>
                    </a:lnTo>
                    <a:lnTo>
                      <a:pt x="6947" y="4816"/>
                    </a:lnTo>
                    <a:lnTo>
                      <a:pt x="6947" y="4539"/>
                    </a:lnTo>
                    <a:lnTo>
                      <a:pt x="7188" y="4379"/>
                    </a:lnTo>
                    <a:lnTo>
                      <a:pt x="6785" y="4379"/>
                    </a:lnTo>
                    <a:lnTo>
                      <a:pt x="6471" y="4307"/>
                    </a:lnTo>
                    <a:lnTo>
                      <a:pt x="5750" y="4307"/>
                    </a:lnTo>
                    <a:lnTo>
                      <a:pt x="5109" y="3922"/>
                    </a:lnTo>
                    <a:lnTo>
                      <a:pt x="4894" y="3343"/>
                    </a:lnTo>
                    <a:lnTo>
                      <a:pt x="4484" y="3151"/>
                    </a:lnTo>
                    <a:lnTo>
                      <a:pt x="4176" y="2280"/>
                    </a:lnTo>
                    <a:lnTo>
                      <a:pt x="4176" y="1971"/>
                    </a:lnTo>
                    <a:lnTo>
                      <a:pt x="3974" y="1414"/>
                    </a:lnTo>
                    <a:lnTo>
                      <a:pt x="3770" y="1226"/>
                    </a:lnTo>
                    <a:lnTo>
                      <a:pt x="3661" y="968"/>
                    </a:lnTo>
                    <a:lnTo>
                      <a:pt x="3404" y="710"/>
                    </a:lnTo>
                    <a:lnTo>
                      <a:pt x="1841" y="0"/>
                    </a:lnTo>
                    <a:lnTo>
                      <a:pt x="1488" y="121"/>
                    </a:lnTo>
                    <a:lnTo>
                      <a:pt x="1434" y="381"/>
                    </a:lnTo>
                    <a:lnTo>
                      <a:pt x="1121" y="449"/>
                    </a:lnTo>
                    <a:lnTo>
                      <a:pt x="993" y="615"/>
                    </a:lnTo>
                    <a:lnTo>
                      <a:pt x="993" y="710"/>
                    </a:lnTo>
                    <a:lnTo>
                      <a:pt x="776" y="870"/>
                    </a:lnTo>
                    <a:lnTo>
                      <a:pt x="776" y="1056"/>
                    </a:lnTo>
                    <a:lnTo>
                      <a:pt x="352" y="1535"/>
                    </a:lnTo>
                    <a:lnTo>
                      <a:pt x="17" y="2519"/>
                    </a:lnTo>
                    <a:lnTo>
                      <a:pt x="0" y="3037"/>
                    </a:lnTo>
                    <a:lnTo>
                      <a:pt x="95" y="4019"/>
                    </a:lnTo>
                    <a:lnTo>
                      <a:pt x="95" y="4912"/>
                    </a:lnTo>
                    <a:lnTo>
                      <a:pt x="148" y="5126"/>
                    </a:lnTo>
                    <a:lnTo>
                      <a:pt x="462" y="5689"/>
                    </a:lnTo>
                    <a:lnTo>
                      <a:pt x="1232" y="6652"/>
                    </a:lnTo>
                    <a:lnTo>
                      <a:pt x="1454" y="7400"/>
                    </a:lnTo>
                    <a:lnTo>
                      <a:pt x="1604" y="7499"/>
                    </a:lnTo>
                    <a:lnTo>
                      <a:pt x="1841" y="7499"/>
                    </a:lnTo>
                    <a:lnTo>
                      <a:pt x="7114" y="6606"/>
                    </a:lnTo>
                    <a:lnTo>
                      <a:pt x="8105" y="6862"/>
                    </a:lnTo>
                    <a:lnTo>
                      <a:pt x="8470" y="70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1" name="Freeform 409">
                <a:extLst>
                  <a:ext uri="{FF2B5EF4-FFF2-40B4-BE49-F238E27FC236}">
                    <a16:creationId xmlns:a16="http://schemas.microsoft.com/office/drawing/2014/main" id="{46B937E7-7AA0-90FE-F5BA-94171C5E7D18}"/>
                  </a:ext>
                </a:extLst>
              </p:cNvPr>
              <p:cNvSpPr>
                <a:spLocks/>
              </p:cNvSpPr>
              <p:nvPr/>
            </p:nvSpPr>
            <p:spPr bwMode="auto">
              <a:xfrm>
                <a:off x="242" y="2192"/>
                <a:ext cx="201" cy="235"/>
              </a:xfrm>
              <a:custGeom>
                <a:avLst/>
                <a:gdLst>
                  <a:gd name="T0" fmla="*/ 0 w 2005"/>
                  <a:gd name="T1" fmla="*/ 0 h 2354"/>
                  <a:gd name="T2" fmla="*/ 0 w 2005"/>
                  <a:gd name="T3" fmla="*/ 0 h 2354"/>
                  <a:gd name="T4" fmla="*/ 0 w 2005"/>
                  <a:gd name="T5" fmla="*/ 0 h 2354"/>
                  <a:gd name="T6" fmla="*/ 0 w 2005"/>
                  <a:gd name="T7" fmla="*/ 0 h 2354"/>
                  <a:gd name="T8" fmla="*/ 0 w 2005"/>
                  <a:gd name="T9" fmla="*/ 0 h 2354"/>
                  <a:gd name="T10" fmla="*/ 0 w 2005"/>
                  <a:gd name="T11" fmla="*/ 0 h 2354"/>
                  <a:gd name="T12" fmla="*/ 0 w 2005"/>
                  <a:gd name="T13" fmla="*/ 0 h 2354"/>
                  <a:gd name="T14" fmla="*/ 0 w 2005"/>
                  <a:gd name="T15" fmla="*/ 0 h 2354"/>
                  <a:gd name="T16" fmla="*/ 0 w 2005"/>
                  <a:gd name="T17" fmla="*/ 0 h 2354"/>
                  <a:gd name="T18" fmla="*/ 0 w 2005"/>
                  <a:gd name="T19" fmla="*/ 0 h 2354"/>
                  <a:gd name="T20" fmla="*/ 0 w 2005"/>
                  <a:gd name="T21" fmla="*/ 0 h 2354"/>
                  <a:gd name="T22" fmla="*/ 0 w 2005"/>
                  <a:gd name="T23" fmla="*/ 0 h 2354"/>
                  <a:gd name="T24" fmla="*/ 0 w 2005"/>
                  <a:gd name="T25" fmla="*/ 0 h 2354"/>
                  <a:gd name="T26" fmla="*/ 0 w 2005"/>
                  <a:gd name="T27" fmla="*/ 0 h 2354"/>
                  <a:gd name="T28" fmla="*/ 0 w 2005"/>
                  <a:gd name="T29" fmla="*/ 0 h 2354"/>
                  <a:gd name="T30" fmla="*/ 0 w 2005"/>
                  <a:gd name="T31" fmla="*/ 0 h 2354"/>
                  <a:gd name="T32" fmla="*/ 0 w 2005"/>
                  <a:gd name="T33" fmla="*/ 0 h 235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05"/>
                  <a:gd name="T52" fmla="*/ 0 h 2354"/>
                  <a:gd name="T53" fmla="*/ 2005 w 2005"/>
                  <a:gd name="T54" fmla="*/ 2354 h 235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05" h="2354">
                    <a:moveTo>
                      <a:pt x="0" y="0"/>
                    </a:moveTo>
                    <a:lnTo>
                      <a:pt x="128" y="170"/>
                    </a:lnTo>
                    <a:lnTo>
                      <a:pt x="128" y="381"/>
                    </a:lnTo>
                    <a:lnTo>
                      <a:pt x="693" y="985"/>
                    </a:lnTo>
                    <a:lnTo>
                      <a:pt x="1047" y="985"/>
                    </a:lnTo>
                    <a:lnTo>
                      <a:pt x="1446" y="1552"/>
                    </a:lnTo>
                    <a:lnTo>
                      <a:pt x="1601" y="1156"/>
                    </a:lnTo>
                    <a:lnTo>
                      <a:pt x="1601" y="1434"/>
                    </a:lnTo>
                    <a:lnTo>
                      <a:pt x="1757" y="1928"/>
                    </a:lnTo>
                    <a:lnTo>
                      <a:pt x="1803" y="2209"/>
                    </a:lnTo>
                    <a:lnTo>
                      <a:pt x="2005" y="2354"/>
                    </a:lnTo>
                    <a:lnTo>
                      <a:pt x="1730" y="897"/>
                    </a:lnTo>
                    <a:lnTo>
                      <a:pt x="1580" y="825"/>
                    </a:lnTo>
                    <a:lnTo>
                      <a:pt x="1446" y="1223"/>
                    </a:lnTo>
                    <a:lnTo>
                      <a:pt x="1122" y="807"/>
                    </a:lnTo>
                    <a:lnTo>
                      <a:pt x="238" y="142"/>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2" name="Freeform 410">
                <a:extLst>
                  <a:ext uri="{FF2B5EF4-FFF2-40B4-BE49-F238E27FC236}">
                    <a16:creationId xmlns:a16="http://schemas.microsoft.com/office/drawing/2014/main" id="{4EC570AE-092F-F665-3338-CD6802298266}"/>
                  </a:ext>
                </a:extLst>
              </p:cNvPr>
              <p:cNvSpPr>
                <a:spLocks/>
              </p:cNvSpPr>
              <p:nvPr/>
            </p:nvSpPr>
            <p:spPr bwMode="auto">
              <a:xfrm>
                <a:off x="154" y="2126"/>
                <a:ext cx="83" cy="99"/>
              </a:xfrm>
              <a:custGeom>
                <a:avLst/>
                <a:gdLst>
                  <a:gd name="T0" fmla="*/ 0 w 828"/>
                  <a:gd name="T1" fmla="*/ 0 h 983"/>
                  <a:gd name="T2" fmla="*/ 0 w 828"/>
                  <a:gd name="T3" fmla="*/ 0 h 983"/>
                  <a:gd name="T4" fmla="*/ 0 w 828"/>
                  <a:gd name="T5" fmla="*/ 0 h 983"/>
                  <a:gd name="T6" fmla="*/ 0 w 828"/>
                  <a:gd name="T7" fmla="*/ 0 h 983"/>
                  <a:gd name="T8" fmla="*/ 0 w 828"/>
                  <a:gd name="T9" fmla="*/ 0 h 983"/>
                  <a:gd name="T10" fmla="*/ 0 w 828"/>
                  <a:gd name="T11" fmla="*/ 0 h 983"/>
                  <a:gd name="T12" fmla="*/ 0 w 828"/>
                  <a:gd name="T13" fmla="*/ 0 h 983"/>
                  <a:gd name="T14" fmla="*/ 0 w 828"/>
                  <a:gd name="T15" fmla="*/ 0 h 983"/>
                  <a:gd name="T16" fmla="*/ 0 w 828"/>
                  <a:gd name="T17" fmla="*/ 0 h 983"/>
                  <a:gd name="T18" fmla="*/ 0 w 828"/>
                  <a:gd name="T19" fmla="*/ 0 h 983"/>
                  <a:gd name="T20" fmla="*/ 0 w 828"/>
                  <a:gd name="T21" fmla="*/ 0 h 983"/>
                  <a:gd name="T22" fmla="*/ 0 w 828"/>
                  <a:gd name="T23" fmla="*/ 0 h 983"/>
                  <a:gd name="T24" fmla="*/ 0 w 828"/>
                  <a:gd name="T25" fmla="*/ 0 h 983"/>
                  <a:gd name="T26" fmla="*/ 0 w 828"/>
                  <a:gd name="T27" fmla="*/ 0 h 983"/>
                  <a:gd name="T28" fmla="*/ 0 w 828"/>
                  <a:gd name="T29" fmla="*/ 0 h 983"/>
                  <a:gd name="T30" fmla="*/ 0 w 828"/>
                  <a:gd name="T31" fmla="*/ 0 h 98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28"/>
                  <a:gd name="T49" fmla="*/ 0 h 983"/>
                  <a:gd name="T50" fmla="*/ 828 w 828"/>
                  <a:gd name="T51" fmla="*/ 983 h 98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28" h="983">
                    <a:moveTo>
                      <a:pt x="0" y="983"/>
                    </a:moveTo>
                    <a:lnTo>
                      <a:pt x="71" y="825"/>
                    </a:lnTo>
                    <a:lnTo>
                      <a:pt x="382" y="637"/>
                    </a:lnTo>
                    <a:lnTo>
                      <a:pt x="382" y="468"/>
                    </a:lnTo>
                    <a:lnTo>
                      <a:pt x="626" y="468"/>
                    </a:lnTo>
                    <a:lnTo>
                      <a:pt x="828" y="725"/>
                    </a:lnTo>
                    <a:lnTo>
                      <a:pt x="750" y="448"/>
                    </a:lnTo>
                    <a:lnTo>
                      <a:pt x="750" y="238"/>
                    </a:lnTo>
                    <a:lnTo>
                      <a:pt x="828" y="48"/>
                    </a:lnTo>
                    <a:lnTo>
                      <a:pt x="733" y="0"/>
                    </a:lnTo>
                    <a:lnTo>
                      <a:pt x="658" y="282"/>
                    </a:lnTo>
                    <a:lnTo>
                      <a:pt x="345" y="376"/>
                    </a:lnTo>
                    <a:lnTo>
                      <a:pt x="217" y="519"/>
                    </a:lnTo>
                    <a:lnTo>
                      <a:pt x="217" y="637"/>
                    </a:lnTo>
                    <a:lnTo>
                      <a:pt x="0" y="797"/>
                    </a:lnTo>
                    <a:lnTo>
                      <a:pt x="0" y="983"/>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3" name="Freeform 411">
                <a:extLst>
                  <a:ext uri="{FF2B5EF4-FFF2-40B4-BE49-F238E27FC236}">
                    <a16:creationId xmlns:a16="http://schemas.microsoft.com/office/drawing/2014/main" id="{96496DED-78F2-AE5C-89EA-22937331D57E}"/>
                  </a:ext>
                </a:extLst>
              </p:cNvPr>
              <p:cNvSpPr>
                <a:spLocks/>
              </p:cNvSpPr>
              <p:nvPr/>
            </p:nvSpPr>
            <p:spPr bwMode="auto">
              <a:xfrm>
                <a:off x="88" y="2288"/>
                <a:ext cx="880" cy="581"/>
              </a:xfrm>
              <a:custGeom>
                <a:avLst/>
                <a:gdLst>
                  <a:gd name="T0" fmla="*/ 0 w 8798"/>
                  <a:gd name="T1" fmla="*/ 0 h 5808"/>
                  <a:gd name="T2" fmla="*/ 0 w 8798"/>
                  <a:gd name="T3" fmla="*/ 0 h 5808"/>
                  <a:gd name="T4" fmla="*/ 0 w 8798"/>
                  <a:gd name="T5" fmla="*/ 0 h 5808"/>
                  <a:gd name="T6" fmla="*/ 0 w 8798"/>
                  <a:gd name="T7" fmla="*/ 0 h 5808"/>
                  <a:gd name="T8" fmla="*/ 0 w 8798"/>
                  <a:gd name="T9" fmla="*/ 0 h 5808"/>
                  <a:gd name="T10" fmla="*/ 0 w 8798"/>
                  <a:gd name="T11" fmla="*/ 0 h 5808"/>
                  <a:gd name="T12" fmla="*/ 0 w 8798"/>
                  <a:gd name="T13" fmla="*/ 0 h 5808"/>
                  <a:gd name="T14" fmla="*/ 0 w 8798"/>
                  <a:gd name="T15" fmla="*/ 0 h 5808"/>
                  <a:gd name="T16" fmla="*/ 0 w 8798"/>
                  <a:gd name="T17" fmla="*/ 0 h 5808"/>
                  <a:gd name="T18" fmla="*/ 0 w 8798"/>
                  <a:gd name="T19" fmla="*/ 0 h 5808"/>
                  <a:gd name="T20" fmla="*/ 0 w 8798"/>
                  <a:gd name="T21" fmla="*/ 0 h 5808"/>
                  <a:gd name="T22" fmla="*/ 0 w 8798"/>
                  <a:gd name="T23" fmla="*/ 0 h 5808"/>
                  <a:gd name="T24" fmla="*/ 0 w 8798"/>
                  <a:gd name="T25" fmla="*/ 0 h 5808"/>
                  <a:gd name="T26" fmla="*/ 0 w 8798"/>
                  <a:gd name="T27" fmla="*/ 0 h 5808"/>
                  <a:gd name="T28" fmla="*/ 0 w 8798"/>
                  <a:gd name="T29" fmla="*/ 0 h 5808"/>
                  <a:gd name="T30" fmla="*/ 0 w 8798"/>
                  <a:gd name="T31" fmla="*/ 0 h 5808"/>
                  <a:gd name="T32" fmla="*/ 0 w 8798"/>
                  <a:gd name="T33" fmla="*/ 0 h 5808"/>
                  <a:gd name="T34" fmla="*/ 0 w 8798"/>
                  <a:gd name="T35" fmla="*/ 0 h 5808"/>
                  <a:gd name="T36" fmla="*/ 0 w 8798"/>
                  <a:gd name="T37" fmla="*/ 0 h 5808"/>
                  <a:gd name="T38" fmla="*/ 0 w 8798"/>
                  <a:gd name="T39" fmla="*/ 0 h 5808"/>
                  <a:gd name="T40" fmla="*/ 0 w 8798"/>
                  <a:gd name="T41" fmla="*/ 0 h 5808"/>
                  <a:gd name="T42" fmla="*/ 0 w 8798"/>
                  <a:gd name="T43" fmla="*/ 0 h 5808"/>
                  <a:gd name="T44" fmla="*/ 0 w 8798"/>
                  <a:gd name="T45" fmla="*/ 0 h 5808"/>
                  <a:gd name="T46" fmla="*/ 0 w 8798"/>
                  <a:gd name="T47" fmla="*/ 0 h 5808"/>
                  <a:gd name="T48" fmla="*/ 0 w 8798"/>
                  <a:gd name="T49" fmla="*/ 0 h 5808"/>
                  <a:gd name="T50" fmla="*/ 0 w 8798"/>
                  <a:gd name="T51" fmla="*/ 0 h 5808"/>
                  <a:gd name="T52" fmla="*/ 0 w 8798"/>
                  <a:gd name="T53" fmla="*/ 0 h 5808"/>
                  <a:gd name="T54" fmla="*/ 0 w 8798"/>
                  <a:gd name="T55" fmla="*/ 0 h 5808"/>
                  <a:gd name="T56" fmla="*/ 0 w 8798"/>
                  <a:gd name="T57" fmla="*/ 0 h 5808"/>
                  <a:gd name="T58" fmla="*/ 0 w 8798"/>
                  <a:gd name="T59" fmla="*/ 0 h 5808"/>
                  <a:gd name="T60" fmla="*/ 0 w 8798"/>
                  <a:gd name="T61" fmla="*/ 0 h 5808"/>
                  <a:gd name="T62" fmla="*/ 0 w 8798"/>
                  <a:gd name="T63" fmla="*/ 0 h 5808"/>
                  <a:gd name="T64" fmla="*/ 0 w 8798"/>
                  <a:gd name="T65" fmla="*/ 0 h 5808"/>
                  <a:gd name="T66" fmla="*/ 0 w 8798"/>
                  <a:gd name="T67" fmla="*/ 0 h 5808"/>
                  <a:gd name="T68" fmla="*/ 0 w 8798"/>
                  <a:gd name="T69" fmla="*/ 0 h 5808"/>
                  <a:gd name="T70" fmla="*/ 0 w 8798"/>
                  <a:gd name="T71" fmla="*/ 0 h 580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798"/>
                  <a:gd name="T109" fmla="*/ 0 h 5808"/>
                  <a:gd name="T110" fmla="*/ 8798 w 8798"/>
                  <a:gd name="T111" fmla="*/ 5808 h 580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798" h="5808">
                    <a:moveTo>
                      <a:pt x="1118" y="0"/>
                    </a:moveTo>
                    <a:lnTo>
                      <a:pt x="841" y="330"/>
                    </a:lnTo>
                    <a:lnTo>
                      <a:pt x="841" y="471"/>
                    </a:lnTo>
                    <a:lnTo>
                      <a:pt x="2956" y="1132"/>
                    </a:lnTo>
                    <a:lnTo>
                      <a:pt x="2481" y="1274"/>
                    </a:lnTo>
                    <a:lnTo>
                      <a:pt x="2794" y="1391"/>
                    </a:lnTo>
                    <a:lnTo>
                      <a:pt x="3048" y="1620"/>
                    </a:lnTo>
                    <a:lnTo>
                      <a:pt x="3617" y="1620"/>
                    </a:lnTo>
                    <a:lnTo>
                      <a:pt x="2882" y="2097"/>
                    </a:lnTo>
                    <a:lnTo>
                      <a:pt x="4095" y="2376"/>
                    </a:lnTo>
                    <a:lnTo>
                      <a:pt x="3450" y="2798"/>
                    </a:lnTo>
                    <a:lnTo>
                      <a:pt x="5029" y="2635"/>
                    </a:lnTo>
                    <a:lnTo>
                      <a:pt x="5232" y="2656"/>
                    </a:lnTo>
                    <a:lnTo>
                      <a:pt x="5383" y="2848"/>
                    </a:lnTo>
                    <a:lnTo>
                      <a:pt x="5291" y="3221"/>
                    </a:lnTo>
                    <a:lnTo>
                      <a:pt x="5786" y="3221"/>
                    </a:lnTo>
                    <a:lnTo>
                      <a:pt x="6762" y="3645"/>
                    </a:lnTo>
                    <a:lnTo>
                      <a:pt x="7036" y="3530"/>
                    </a:lnTo>
                    <a:lnTo>
                      <a:pt x="7363" y="3505"/>
                    </a:lnTo>
                    <a:lnTo>
                      <a:pt x="7052" y="3807"/>
                    </a:lnTo>
                    <a:lnTo>
                      <a:pt x="7052" y="4089"/>
                    </a:lnTo>
                    <a:lnTo>
                      <a:pt x="6798" y="4490"/>
                    </a:lnTo>
                    <a:lnTo>
                      <a:pt x="7207" y="4184"/>
                    </a:lnTo>
                    <a:lnTo>
                      <a:pt x="7461" y="4184"/>
                    </a:lnTo>
                    <a:lnTo>
                      <a:pt x="7419" y="4324"/>
                    </a:lnTo>
                    <a:lnTo>
                      <a:pt x="7593" y="4629"/>
                    </a:lnTo>
                    <a:lnTo>
                      <a:pt x="7593" y="3998"/>
                    </a:lnTo>
                    <a:lnTo>
                      <a:pt x="7883" y="3721"/>
                    </a:lnTo>
                    <a:lnTo>
                      <a:pt x="8067" y="3807"/>
                    </a:lnTo>
                    <a:lnTo>
                      <a:pt x="7939" y="4444"/>
                    </a:lnTo>
                    <a:lnTo>
                      <a:pt x="8285" y="3930"/>
                    </a:lnTo>
                    <a:lnTo>
                      <a:pt x="8456" y="3974"/>
                    </a:lnTo>
                    <a:lnTo>
                      <a:pt x="8195" y="4938"/>
                    </a:lnTo>
                    <a:lnTo>
                      <a:pt x="8798" y="5171"/>
                    </a:lnTo>
                    <a:lnTo>
                      <a:pt x="8544" y="5382"/>
                    </a:lnTo>
                    <a:lnTo>
                      <a:pt x="8342" y="5382"/>
                    </a:lnTo>
                    <a:lnTo>
                      <a:pt x="7957" y="5217"/>
                    </a:lnTo>
                    <a:lnTo>
                      <a:pt x="7533" y="5217"/>
                    </a:lnTo>
                    <a:lnTo>
                      <a:pt x="7074" y="5127"/>
                    </a:lnTo>
                    <a:lnTo>
                      <a:pt x="4555" y="4650"/>
                    </a:lnTo>
                    <a:lnTo>
                      <a:pt x="3415" y="4869"/>
                    </a:lnTo>
                    <a:lnTo>
                      <a:pt x="3797" y="4585"/>
                    </a:lnTo>
                    <a:lnTo>
                      <a:pt x="3797" y="4232"/>
                    </a:lnTo>
                    <a:lnTo>
                      <a:pt x="2624" y="5243"/>
                    </a:lnTo>
                    <a:lnTo>
                      <a:pt x="3547" y="3998"/>
                    </a:lnTo>
                    <a:lnTo>
                      <a:pt x="3246" y="3736"/>
                    </a:lnTo>
                    <a:lnTo>
                      <a:pt x="2845" y="4419"/>
                    </a:lnTo>
                    <a:lnTo>
                      <a:pt x="2003" y="4938"/>
                    </a:lnTo>
                    <a:lnTo>
                      <a:pt x="2003" y="4585"/>
                    </a:lnTo>
                    <a:lnTo>
                      <a:pt x="1710" y="5287"/>
                    </a:lnTo>
                    <a:lnTo>
                      <a:pt x="1817" y="3788"/>
                    </a:lnTo>
                    <a:lnTo>
                      <a:pt x="1450" y="4184"/>
                    </a:lnTo>
                    <a:lnTo>
                      <a:pt x="1561" y="4629"/>
                    </a:lnTo>
                    <a:lnTo>
                      <a:pt x="1561" y="5570"/>
                    </a:lnTo>
                    <a:lnTo>
                      <a:pt x="2498" y="5337"/>
                    </a:lnTo>
                    <a:lnTo>
                      <a:pt x="1628" y="5808"/>
                    </a:lnTo>
                    <a:lnTo>
                      <a:pt x="1412" y="5808"/>
                    </a:lnTo>
                    <a:lnTo>
                      <a:pt x="1303" y="5690"/>
                    </a:lnTo>
                    <a:lnTo>
                      <a:pt x="1084" y="4986"/>
                    </a:lnTo>
                    <a:lnTo>
                      <a:pt x="296" y="3930"/>
                    </a:lnTo>
                    <a:lnTo>
                      <a:pt x="0" y="3317"/>
                    </a:lnTo>
                    <a:lnTo>
                      <a:pt x="326" y="3788"/>
                    </a:lnTo>
                    <a:lnTo>
                      <a:pt x="510" y="3877"/>
                    </a:lnTo>
                    <a:lnTo>
                      <a:pt x="222" y="3150"/>
                    </a:lnTo>
                    <a:lnTo>
                      <a:pt x="34" y="2868"/>
                    </a:lnTo>
                    <a:lnTo>
                      <a:pt x="529" y="2656"/>
                    </a:lnTo>
                    <a:lnTo>
                      <a:pt x="182" y="2427"/>
                    </a:lnTo>
                    <a:lnTo>
                      <a:pt x="529" y="2255"/>
                    </a:lnTo>
                    <a:lnTo>
                      <a:pt x="34" y="1795"/>
                    </a:lnTo>
                    <a:lnTo>
                      <a:pt x="380" y="1795"/>
                    </a:lnTo>
                    <a:lnTo>
                      <a:pt x="380" y="1088"/>
                    </a:lnTo>
                    <a:lnTo>
                      <a:pt x="697" y="330"/>
                    </a:lnTo>
                    <a:lnTo>
                      <a:pt x="1118"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4" name="Freeform 412">
                <a:extLst>
                  <a:ext uri="{FF2B5EF4-FFF2-40B4-BE49-F238E27FC236}">
                    <a16:creationId xmlns:a16="http://schemas.microsoft.com/office/drawing/2014/main" id="{2D733691-E0B9-15CD-6FC5-470D5C9A813A}"/>
                  </a:ext>
                </a:extLst>
              </p:cNvPr>
              <p:cNvSpPr>
                <a:spLocks/>
              </p:cNvSpPr>
              <p:nvPr/>
            </p:nvSpPr>
            <p:spPr bwMode="auto">
              <a:xfrm>
                <a:off x="475" y="2425"/>
                <a:ext cx="188" cy="155"/>
              </a:xfrm>
              <a:custGeom>
                <a:avLst/>
                <a:gdLst>
                  <a:gd name="T0" fmla="*/ 0 w 1878"/>
                  <a:gd name="T1" fmla="*/ 0 h 1552"/>
                  <a:gd name="T2" fmla="*/ 0 w 1878"/>
                  <a:gd name="T3" fmla="*/ 0 h 1552"/>
                  <a:gd name="T4" fmla="*/ 0 w 1878"/>
                  <a:gd name="T5" fmla="*/ 0 h 1552"/>
                  <a:gd name="T6" fmla="*/ 0 w 1878"/>
                  <a:gd name="T7" fmla="*/ 0 h 1552"/>
                  <a:gd name="T8" fmla="*/ 0 w 1878"/>
                  <a:gd name="T9" fmla="*/ 0 h 1552"/>
                  <a:gd name="T10" fmla="*/ 0 w 1878"/>
                  <a:gd name="T11" fmla="*/ 0 h 1552"/>
                  <a:gd name="T12" fmla="*/ 0 w 1878"/>
                  <a:gd name="T13" fmla="*/ 0 h 1552"/>
                  <a:gd name="T14" fmla="*/ 0 w 1878"/>
                  <a:gd name="T15" fmla="*/ 0 h 1552"/>
                  <a:gd name="T16" fmla="*/ 0 w 1878"/>
                  <a:gd name="T17" fmla="*/ 0 h 1552"/>
                  <a:gd name="T18" fmla="*/ 0 w 1878"/>
                  <a:gd name="T19" fmla="*/ 0 h 1552"/>
                  <a:gd name="T20" fmla="*/ 0 w 1878"/>
                  <a:gd name="T21" fmla="*/ 0 h 1552"/>
                  <a:gd name="T22" fmla="*/ 0 w 1878"/>
                  <a:gd name="T23" fmla="*/ 0 h 1552"/>
                  <a:gd name="T24" fmla="*/ 0 w 1878"/>
                  <a:gd name="T25" fmla="*/ 0 h 15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878"/>
                  <a:gd name="T40" fmla="*/ 0 h 1552"/>
                  <a:gd name="T41" fmla="*/ 1878 w 1878"/>
                  <a:gd name="T42" fmla="*/ 1552 h 155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878" h="1552">
                    <a:moveTo>
                      <a:pt x="220" y="0"/>
                    </a:moveTo>
                    <a:lnTo>
                      <a:pt x="409" y="613"/>
                    </a:lnTo>
                    <a:lnTo>
                      <a:pt x="479" y="613"/>
                    </a:lnTo>
                    <a:lnTo>
                      <a:pt x="479" y="46"/>
                    </a:lnTo>
                    <a:lnTo>
                      <a:pt x="846" y="493"/>
                    </a:lnTo>
                    <a:lnTo>
                      <a:pt x="846" y="661"/>
                    </a:lnTo>
                    <a:lnTo>
                      <a:pt x="1273" y="987"/>
                    </a:lnTo>
                    <a:lnTo>
                      <a:pt x="1878" y="1292"/>
                    </a:lnTo>
                    <a:lnTo>
                      <a:pt x="1617" y="1552"/>
                    </a:lnTo>
                    <a:lnTo>
                      <a:pt x="828" y="964"/>
                    </a:lnTo>
                    <a:lnTo>
                      <a:pt x="187" y="588"/>
                    </a:lnTo>
                    <a:lnTo>
                      <a:pt x="0" y="0"/>
                    </a:lnTo>
                    <a:lnTo>
                      <a:pt x="22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5" name="Freeform 413">
                <a:extLst>
                  <a:ext uri="{FF2B5EF4-FFF2-40B4-BE49-F238E27FC236}">
                    <a16:creationId xmlns:a16="http://schemas.microsoft.com/office/drawing/2014/main" id="{6FE19411-12F2-29F0-A246-E986FEB75000}"/>
                  </a:ext>
                </a:extLst>
              </p:cNvPr>
              <p:cNvSpPr>
                <a:spLocks/>
              </p:cNvSpPr>
              <p:nvPr/>
            </p:nvSpPr>
            <p:spPr bwMode="auto">
              <a:xfrm>
                <a:off x="397" y="2224"/>
                <a:ext cx="110" cy="269"/>
              </a:xfrm>
              <a:custGeom>
                <a:avLst/>
                <a:gdLst>
                  <a:gd name="T0" fmla="*/ 0 w 1108"/>
                  <a:gd name="T1" fmla="*/ 0 h 2690"/>
                  <a:gd name="T2" fmla="*/ 0 w 1108"/>
                  <a:gd name="T3" fmla="*/ 0 h 2690"/>
                  <a:gd name="T4" fmla="*/ 0 w 1108"/>
                  <a:gd name="T5" fmla="*/ 0 h 2690"/>
                  <a:gd name="T6" fmla="*/ 0 w 1108"/>
                  <a:gd name="T7" fmla="*/ 0 h 2690"/>
                  <a:gd name="T8" fmla="*/ 0 w 1108"/>
                  <a:gd name="T9" fmla="*/ 0 h 2690"/>
                  <a:gd name="T10" fmla="*/ 0 w 1108"/>
                  <a:gd name="T11" fmla="*/ 0 h 2690"/>
                  <a:gd name="T12" fmla="*/ 0 w 1108"/>
                  <a:gd name="T13" fmla="*/ 0 h 2690"/>
                  <a:gd name="T14" fmla="*/ 0 w 1108"/>
                  <a:gd name="T15" fmla="*/ 0 h 2690"/>
                  <a:gd name="T16" fmla="*/ 0 w 1108"/>
                  <a:gd name="T17" fmla="*/ 0 h 2690"/>
                  <a:gd name="T18" fmla="*/ 0 w 1108"/>
                  <a:gd name="T19" fmla="*/ 0 h 2690"/>
                  <a:gd name="T20" fmla="*/ 0 w 1108"/>
                  <a:gd name="T21" fmla="*/ 0 h 2690"/>
                  <a:gd name="T22" fmla="*/ 0 w 1108"/>
                  <a:gd name="T23" fmla="*/ 0 h 2690"/>
                  <a:gd name="T24" fmla="*/ 0 w 1108"/>
                  <a:gd name="T25" fmla="*/ 0 h 2690"/>
                  <a:gd name="T26" fmla="*/ 0 w 1108"/>
                  <a:gd name="T27" fmla="*/ 0 h 2690"/>
                  <a:gd name="T28" fmla="*/ 0 w 1108"/>
                  <a:gd name="T29" fmla="*/ 0 h 269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08"/>
                  <a:gd name="T46" fmla="*/ 0 h 2690"/>
                  <a:gd name="T47" fmla="*/ 1108 w 1108"/>
                  <a:gd name="T48" fmla="*/ 2690 h 269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08" h="2690">
                    <a:moveTo>
                      <a:pt x="0" y="0"/>
                    </a:moveTo>
                    <a:lnTo>
                      <a:pt x="66" y="227"/>
                    </a:lnTo>
                    <a:lnTo>
                      <a:pt x="66" y="421"/>
                    </a:lnTo>
                    <a:lnTo>
                      <a:pt x="198" y="727"/>
                    </a:lnTo>
                    <a:lnTo>
                      <a:pt x="400" y="1643"/>
                    </a:lnTo>
                    <a:lnTo>
                      <a:pt x="441" y="2005"/>
                    </a:lnTo>
                    <a:lnTo>
                      <a:pt x="906" y="2526"/>
                    </a:lnTo>
                    <a:lnTo>
                      <a:pt x="1108" y="2690"/>
                    </a:lnTo>
                    <a:lnTo>
                      <a:pt x="688" y="1458"/>
                    </a:lnTo>
                    <a:lnTo>
                      <a:pt x="597" y="988"/>
                    </a:lnTo>
                    <a:lnTo>
                      <a:pt x="415" y="697"/>
                    </a:lnTo>
                    <a:lnTo>
                      <a:pt x="415" y="580"/>
                    </a:lnTo>
                    <a:lnTo>
                      <a:pt x="285" y="273"/>
                    </a:lnTo>
                    <a:lnTo>
                      <a:pt x="70" y="0"/>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6" name="Freeform 414">
                <a:extLst>
                  <a:ext uri="{FF2B5EF4-FFF2-40B4-BE49-F238E27FC236}">
                    <a16:creationId xmlns:a16="http://schemas.microsoft.com/office/drawing/2014/main" id="{264151D7-34F8-132B-2F79-F4C03071FE1B}"/>
                  </a:ext>
                </a:extLst>
              </p:cNvPr>
              <p:cNvSpPr>
                <a:spLocks/>
              </p:cNvSpPr>
              <p:nvPr/>
            </p:nvSpPr>
            <p:spPr bwMode="auto">
              <a:xfrm>
                <a:off x="403" y="2247"/>
                <a:ext cx="60" cy="203"/>
              </a:xfrm>
              <a:custGeom>
                <a:avLst/>
                <a:gdLst>
                  <a:gd name="T0" fmla="*/ 0 w 597"/>
                  <a:gd name="T1" fmla="*/ 0 h 2032"/>
                  <a:gd name="T2" fmla="*/ 0 w 597"/>
                  <a:gd name="T3" fmla="*/ 0 h 2032"/>
                  <a:gd name="T4" fmla="*/ 0 w 597"/>
                  <a:gd name="T5" fmla="*/ 0 h 2032"/>
                  <a:gd name="T6" fmla="*/ 0 w 597"/>
                  <a:gd name="T7" fmla="*/ 0 h 2032"/>
                  <a:gd name="T8" fmla="*/ 0 w 597"/>
                  <a:gd name="T9" fmla="*/ 0 h 2032"/>
                  <a:gd name="T10" fmla="*/ 0 w 597"/>
                  <a:gd name="T11" fmla="*/ 0 h 2032"/>
                  <a:gd name="T12" fmla="*/ 0 w 597"/>
                  <a:gd name="T13" fmla="*/ 0 h 2032"/>
                  <a:gd name="T14" fmla="*/ 0 w 597"/>
                  <a:gd name="T15" fmla="*/ 0 h 2032"/>
                  <a:gd name="T16" fmla="*/ 0 w 597"/>
                  <a:gd name="T17" fmla="*/ 0 h 2032"/>
                  <a:gd name="T18" fmla="*/ 0 w 597"/>
                  <a:gd name="T19" fmla="*/ 0 h 2032"/>
                  <a:gd name="T20" fmla="*/ 0 w 597"/>
                  <a:gd name="T21" fmla="*/ 0 h 2032"/>
                  <a:gd name="T22" fmla="*/ 0 w 597"/>
                  <a:gd name="T23" fmla="*/ 0 h 2032"/>
                  <a:gd name="T24" fmla="*/ 0 w 597"/>
                  <a:gd name="T25" fmla="*/ 0 h 203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97"/>
                  <a:gd name="T40" fmla="*/ 0 h 2032"/>
                  <a:gd name="T41" fmla="*/ 597 w 597"/>
                  <a:gd name="T42" fmla="*/ 2032 h 203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97" h="2032">
                    <a:moveTo>
                      <a:pt x="0" y="0"/>
                    </a:moveTo>
                    <a:lnTo>
                      <a:pt x="0" y="170"/>
                    </a:lnTo>
                    <a:lnTo>
                      <a:pt x="122" y="500"/>
                    </a:lnTo>
                    <a:lnTo>
                      <a:pt x="334" y="1416"/>
                    </a:lnTo>
                    <a:lnTo>
                      <a:pt x="383" y="1796"/>
                    </a:lnTo>
                    <a:lnTo>
                      <a:pt x="597" y="2032"/>
                    </a:lnTo>
                    <a:lnTo>
                      <a:pt x="433" y="1143"/>
                    </a:lnTo>
                    <a:lnTo>
                      <a:pt x="275" y="639"/>
                    </a:lnTo>
                    <a:lnTo>
                      <a:pt x="343" y="500"/>
                    </a:lnTo>
                    <a:lnTo>
                      <a:pt x="292" y="500"/>
                    </a:lnTo>
                    <a:lnTo>
                      <a:pt x="168" y="206"/>
                    </a:lnTo>
                    <a:lnTo>
                      <a:pt x="57" y="46"/>
                    </a:lnTo>
                    <a:lnTo>
                      <a:pt x="0" y="0"/>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7" name="Freeform 415">
                <a:extLst>
                  <a:ext uri="{FF2B5EF4-FFF2-40B4-BE49-F238E27FC236}">
                    <a16:creationId xmlns:a16="http://schemas.microsoft.com/office/drawing/2014/main" id="{2373904D-4DC3-1E58-249A-CBC7E60F1F2B}"/>
                  </a:ext>
                </a:extLst>
              </p:cNvPr>
              <p:cNvSpPr>
                <a:spLocks/>
              </p:cNvSpPr>
              <p:nvPr/>
            </p:nvSpPr>
            <p:spPr bwMode="auto">
              <a:xfrm>
                <a:off x="265" y="1831"/>
                <a:ext cx="250" cy="85"/>
              </a:xfrm>
              <a:custGeom>
                <a:avLst/>
                <a:gdLst>
                  <a:gd name="T0" fmla="*/ 0 w 2503"/>
                  <a:gd name="T1" fmla="*/ 0 h 843"/>
                  <a:gd name="T2" fmla="*/ 0 w 2503"/>
                  <a:gd name="T3" fmla="*/ 0 h 843"/>
                  <a:gd name="T4" fmla="*/ 0 w 2503"/>
                  <a:gd name="T5" fmla="*/ 0 h 843"/>
                  <a:gd name="T6" fmla="*/ 0 w 2503"/>
                  <a:gd name="T7" fmla="*/ 0 h 843"/>
                  <a:gd name="T8" fmla="*/ 0 w 2503"/>
                  <a:gd name="T9" fmla="*/ 0 h 843"/>
                  <a:gd name="T10" fmla="*/ 0 w 2503"/>
                  <a:gd name="T11" fmla="*/ 0 h 843"/>
                  <a:gd name="T12" fmla="*/ 0 w 2503"/>
                  <a:gd name="T13" fmla="*/ 0 h 843"/>
                  <a:gd name="T14" fmla="*/ 0 w 2503"/>
                  <a:gd name="T15" fmla="*/ 0 h 843"/>
                  <a:gd name="T16" fmla="*/ 0 w 2503"/>
                  <a:gd name="T17" fmla="*/ 0 h 843"/>
                  <a:gd name="T18" fmla="*/ 0 w 2503"/>
                  <a:gd name="T19" fmla="*/ 0 h 843"/>
                  <a:gd name="T20" fmla="*/ 0 w 2503"/>
                  <a:gd name="T21" fmla="*/ 0 h 84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03"/>
                  <a:gd name="T34" fmla="*/ 0 h 843"/>
                  <a:gd name="T35" fmla="*/ 2503 w 2503"/>
                  <a:gd name="T36" fmla="*/ 843 h 84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03" h="843">
                    <a:moveTo>
                      <a:pt x="2503" y="656"/>
                    </a:moveTo>
                    <a:lnTo>
                      <a:pt x="2249" y="408"/>
                    </a:lnTo>
                    <a:lnTo>
                      <a:pt x="1610" y="124"/>
                    </a:lnTo>
                    <a:lnTo>
                      <a:pt x="1005" y="0"/>
                    </a:lnTo>
                    <a:lnTo>
                      <a:pt x="412" y="0"/>
                    </a:lnTo>
                    <a:lnTo>
                      <a:pt x="0" y="308"/>
                    </a:lnTo>
                    <a:lnTo>
                      <a:pt x="1013" y="729"/>
                    </a:lnTo>
                    <a:lnTo>
                      <a:pt x="1355" y="570"/>
                    </a:lnTo>
                    <a:lnTo>
                      <a:pt x="2051" y="843"/>
                    </a:lnTo>
                    <a:lnTo>
                      <a:pt x="2469" y="756"/>
                    </a:lnTo>
                    <a:lnTo>
                      <a:pt x="2503" y="656"/>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8" name="Freeform 416">
                <a:extLst>
                  <a:ext uri="{FF2B5EF4-FFF2-40B4-BE49-F238E27FC236}">
                    <a16:creationId xmlns:a16="http://schemas.microsoft.com/office/drawing/2014/main" id="{E7FF2272-37FA-515B-6A1A-668B75A9F40A}"/>
                  </a:ext>
                </a:extLst>
              </p:cNvPr>
              <p:cNvSpPr>
                <a:spLocks/>
              </p:cNvSpPr>
              <p:nvPr/>
            </p:nvSpPr>
            <p:spPr bwMode="auto">
              <a:xfrm>
                <a:off x="484" y="2118"/>
                <a:ext cx="13" cy="8"/>
              </a:xfrm>
              <a:custGeom>
                <a:avLst/>
                <a:gdLst>
                  <a:gd name="T0" fmla="*/ 0 w 139"/>
                  <a:gd name="T1" fmla="*/ 0 h 82"/>
                  <a:gd name="T2" fmla="*/ 0 w 139"/>
                  <a:gd name="T3" fmla="*/ 0 h 82"/>
                  <a:gd name="T4" fmla="*/ 0 w 139"/>
                  <a:gd name="T5" fmla="*/ 0 h 82"/>
                  <a:gd name="T6" fmla="*/ 0 w 139"/>
                  <a:gd name="T7" fmla="*/ 0 h 82"/>
                  <a:gd name="T8" fmla="*/ 0 60000 65536"/>
                  <a:gd name="T9" fmla="*/ 0 60000 65536"/>
                  <a:gd name="T10" fmla="*/ 0 60000 65536"/>
                  <a:gd name="T11" fmla="*/ 0 60000 65536"/>
                  <a:gd name="T12" fmla="*/ 0 w 139"/>
                  <a:gd name="T13" fmla="*/ 0 h 82"/>
                  <a:gd name="T14" fmla="*/ 139 w 139"/>
                  <a:gd name="T15" fmla="*/ 82 h 82"/>
                </a:gdLst>
                <a:ahLst/>
                <a:cxnLst>
                  <a:cxn ang="T8">
                    <a:pos x="T0" y="T1"/>
                  </a:cxn>
                  <a:cxn ang="T9">
                    <a:pos x="T2" y="T3"/>
                  </a:cxn>
                  <a:cxn ang="T10">
                    <a:pos x="T4" y="T5"/>
                  </a:cxn>
                  <a:cxn ang="T11">
                    <a:pos x="T6" y="T7"/>
                  </a:cxn>
                </a:cxnLst>
                <a:rect l="T12" t="T13" r="T14" b="T15"/>
                <a:pathLst>
                  <a:path w="139" h="82">
                    <a:moveTo>
                      <a:pt x="139" y="0"/>
                    </a:moveTo>
                    <a:lnTo>
                      <a:pt x="139" y="82"/>
                    </a:lnTo>
                    <a:lnTo>
                      <a:pt x="0" y="82"/>
                    </a:lnTo>
                    <a:lnTo>
                      <a:pt x="13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9" name="Freeform 417">
                <a:extLst>
                  <a:ext uri="{FF2B5EF4-FFF2-40B4-BE49-F238E27FC236}">
                    <a16:creationId xmlns:a16="http://schemas.microsoft.com/office/drawing/2014/main" id="{F23C60F2-A028-7149-37ED-D89ADA1F9CB8}"/>
                  </a:ext>
                </a:extLst>
              </p:cNvPr>
              <p:cNvSpPr>
                <a:spLocks/>
              </p:cNvSpPr>
              <p:nvPr/>
            </p:nvSpPr>
            <p:spPr bwMode="auto">
              <a:xfrm>
                <a:off x="272" y="1959"/>
                <a:ext cx="263" cy="257"/>
              </a:xfrm>
              <a:custGeom>
                <a:avLst/>
                <a:gdLst>
                  <a:gd name="T0" fmla="*/ 0 w 2634"/>
                  <a:gd name="T1" fmla="*/ 0 h 2562"/>
                  <a:gd name="T2" fmla="*/ 0 w 2634"/>
                  <a:gd name="T3" fmla="*/ 0 h 2562"/>
                  <a:gd name="T4" fmla="*/ 0 w 2634"/>
                  <a:gd name="T5" fmla="*/ 0 h 2562"/>
                  <a:gd name="T6" fmla="*/ 0 w 2634"/>
                  <a:gd name="T7" fmla="*/ 0 h 2562"/>
                  <a:gd name="T8" fmla="*/ 0 w 2634"/>
                  <a:gd name="T9" fmla="*/ 0 h 2562"/>
                  <a:gd name="T10" fmla="*/ 0 w 2634"/>
                  <a:gd name="T11" fmla="*/ 0 h 2562"/>
                  <a:gd name="T12" fmla="*/ 0 w 2634"/>
                  <a:gd name="T13" fmla="*/ 0 h 2562"/>
                  <a:gd name="T14" fmla="*/ 0 w 2634"/>
                  <a:gd name="T15" fmla="*/ 0 h 2562"/>
                  <a:gd name="T16" fmla="*/ 0 w 2634"/>
                  <a:gd name="T17" fmla="*/ 0 h 2562"/>
                  <a:gd name="T18" fmla="*/ 0 w 2634"/>
                  <a:gd name="T19" fmla="*/ 0 h 2562"/>
                  <a:gd name="T20" fmla="*/ 0 w 2634"/>
                  <a:gd name="T21" fmla="*/ 0 h 2562"/>
                  <a:gd name="T22" fmla="*/ 0 w 2634"/>
                  <a:gd name="T23" fmla="*/ 0 h 2562"/>
                  <a:gd name="T24" fmla="*/ 0 w 2634"/>
                  <a:gd name="T25" fmla="*/ 0 h 2562"/>
                  <a:gd name="T26" fmla="*/ 0 w 2634"/>
                  <a:gd name="T27" fmla="*/ 0 h 2562"/>
                  <a:gd name="T28" fmla="*/ 0 w 2634"/>
                  <a:gd name="T29" fmla="*/ 0 h 2562"/>
                  <a:gd name="T30" fmla="*/ 0 w 2634"/>
                  <a:gd name="T31" fmla="*/ 0 h 2562"/>
                  <a:gd name="T32" fmla="*/ 0 w 2634"/>
                  <a:gd name="T33" fmla="*/ 0 h 2562"/>
                  <a:gd name="T34" fmla="*/ 0 w 2634"/>
                  <a:gd name="T35" fmla="*/ 0 h 2562"/>
                  <a:gd name="T36" fmla="*/ 0 w 2634"/>
                  <a:gd name="T37" fmla="*/ 0 h 2562"/>
                  <a:gd name="T38" fmla="*/ 0 w 2634"/>
                  <a:gd name="T39" fmla="*/ 0 h 2562"/>
                  <a:gd name="T40" fmla="*/ 0 w 2634"/>
                  <a:gd name="T41" fmla="*/ 0 h 2562"/>
                  <a:gd name="T42" fmla="*/ 0 w 2634"/>
                  <a:gd name="T43" fmla="*/ 0 h 2562"/>
                  <a:gd name="T44" fmla="*/ 0 w 2634"/>
                  <a:gd name="T45" fmla="*/ 0 h 2562"/>
                  <a:gd name="T46" fmla="*/ 0 w 2634"/>
                  <a:gd name="T47" fmla="*/ 0 h 2562"/>
                  <a:gd name="T48" fmla="*/ 0 w 2634"/>
                  <a:gd name="T49" fmla="*/ 0 h 256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634"/>
                  <a:gd name="T76" fmla="*/ 0 h 2562"/>
                  <a:gd name="T77" fmla="*/ 2634 w 2634"/>
                  <a:gd name="T78" fmla="*/ 2562 h 256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634" h="2562">
                    <a:moveTo>
                      <a:pt x="2505" y="519"/>
                    </a:moveTo>
                    <a:lnTo>
                      <a:pt x="2344" y="0"/>
                    </a:lnTo>
                    <a:lnTo>
                      <a:pt x="321" y="531"/>
                    </a:lnTo>
                    <a:lnTo>
                      <a:pt x="0" y="1743"/>
                    </a:lnTo>
                    <a:lnTo>
                      <a:pt x="375" y="1941"/>
                    </a:lnTo>
                    <a:lnTo>
                      <a:pt x="786" y="2295"/>
                    </a:lnTo>
                    <a:lnTo>
                      <a:pt x="1228" y="2562"/>
                    </a:lnTo>
                    <a:lnTo>
                      <a:pt x="1396" y="2326"/>
                    </a:lnTo>
                    <a:lnTo>
                      <a:pt x="2093" y="2326"/>
                    </a:lnTo>
                    <a:lnTo>
                      <a:pt x="2213" y="2171"/>
                    </a:lnTo>
                    <a:lnTo>
                      <a:pt x="2213" y="2029"/>
                    </a:lnTo>
                    <a:lnTo>
                      <a:pt x="2182" y="1913"/>
                    </a:lnTo>
                    <a:lnTo>
                      <a:pt x="2282" y="1755"/>
                    </a:lnTo>
                    <a:lnTo>
                      <a:pt x="2282" y="1671"/>
                    </a:lnTo>
                    <a:lnTo>
                      <a:pt x="2118" y="1671"/>
                    </a:lnTo>
                    <a:lnTo>
                      <a:pt x="2333" y="1530"/>
                    </a:lnTo>
                    <a:lnTo>
                      <a:pt x="2382" y="1304"/>
                    </a:lnTo>
                    <a:lnTo>
                      <a:pt x="2516" y="1234"/>
                    </a:lnTo>
                    <a:lnTo>
                      <a:pt x="2625" y="1210"/>
                    </a:lnTo>
                    <a:lnTo>
                      <a:pt x="2634" y="1170"/>
                    </a:lnTo>
                    <a:lnTo>
                      <a:pt x="2616" y="1096"/>
                    </a:lnTo>
                    <a:lnTo>
                      <a:pt x="2382" y="671"/>
                    </a:lnTo>
                    <a:lnTo>
                      <a:pt x="2362" y="635"/>
                    </a:lnTo>
                    <a:lnTo>
                      <a:pt x="2454" y="547"/>
                    </a:lnTo>
                    <a:lnTo>
                      <a:pt x="2505" y="519"/>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50" name="Rectangle 418">
                <a:extLst>
                  <a:ext uri="{FF2B5EF4-FFF2-40B4-BE49-F238E27FC236}">
                    <a16:creationId xmlns:a16="http://schemas.microsoft.com/office/drawing/2014/main" id="{6654F0E9-50D6-BFE2-676F-E891E374F0E4}"/>
                  </a:ext>
                </a:extLst>
              </p:cNvPr>
              <p:cNvSpPr>
                <a:spLocks noChangeArrowheads="1"/>
              </p:cNvSpPr>
              <p:nvPr/>
            </p:nvSpPr>
            <p:spPr bwMode="auto">
              <a:xfrm>
                <a:off x="901" y="2280"/>
                <a:ext cx="38" cy="2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1" name="Rectangle 419">
                <a:extLst>
                  <a:ext uri="{FF2B5EF4-FFF2-40B4-BE49-F238E27FC236}">
                    <a16:creationId xmlns:a16="http://schemas.microsoft.com/office/drawing/2014/main" id="{8CADD501-DE9C-18CD-9DE7-9F5A736CC3A4}"/>
                  </a:ext>
                </a:extLst>
              </p:cNvPr>
              <p:cNvSpPr>
                <a:spLocks noChangeArrowheads="1"/>
              </p:cNvSpPr>
              <p:nvPr/>
            </p:nvSpPr>
            <p:spPr bwMode="auto">
              <a:xfrm>
                <a:off x="939" y="2292"/>
                <a:ext cx="38" cy="11"/>
              </a:xfrm>
              <a:prstGeom prst="rect">
                <a:avLst/>
              </a:prstGeom>
              <a:solidFill>
                <a:srgbClr val="00EA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2" name="Rectangle 420">
                <a:extLst>
                  <a:ext uri="{FF2B5EF4-FFF2-40B4-BE49-F238E27FC236}">
                    <a16:creationId xmlns:a16="http://schemas.microsoft.com/office/drawing/2014/main" id="{E3625231-7603-44D9-4391-E2C558B611C8}"/>
                  </a:ext>
                </a:extLst>
              </p:cNvPr>
              <p:cNvSpPr>
                <a:spLocks noChangeArrowheads="1"/>
              </p:cNvSpPr>
              <p:nvPr/>
            </p:nvSpPr>
            <p:spPr bwMode="auto">
              <a:xfrm>
                <a:off x="977" y="2261"/>
                <a:ext cx="38" cy="4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3" name="Rectangle 421">
                <a:extLst>
                  <a:ext uri="{FF2B5EF4-FFF2-40B4-BE49-F238E27FC236}">
                    <a16:creationId xmlns:a16="http://schemas.microsoft.com/office/drawing/2014/main" id="{126A892A-2037-D177-B7B4-379CEE98E75B}"/>
                  </a:ext>
                </a:extLst>
              </p:cNvPr>
              <p:cNvSpPr>
                <a:spLocks noChangeArrowheads="1"/>
              </p:cNvSpPr>
              <p:nvPr/>
            </p:nvSpPr>
            <p:spPr bwMode="auto">
              <a:xfrm>
                <a:off x="1015" y="2249"/>
                <a:ext cx="38" cy="54"/>
              </a:xfrm>
              <a:prstGeom prst="rect">
                <a:avLst/>
              </a:prstGeom>
              <a:solidFill>
                <a:srgbClr val="00EA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4" name="Rectangle 422">
                <a:extLst>
                  <a:ext uri="{FF2B5EF4-FFF2-40B4-BE49-F238E27FC236}">
                    <a16:creationId xmlns:a16="http://schemas.microsoft.com/office/drawing/2014/main" id="{9B5B6B06-D277-E0CB-F138-5AD5A013FD38}"/>
                  </a:ext>
                </a:extLst>
              </p:cNvPr>
              <p:cNvSpPr>
                <a:spLocks noChangeArrowheads="1"/>
              </p:cNvSpPr>
              <p:nvPr/>
            </p:nvSpPr>
            <p:spPr bwMode="auto">
              <a:xfrm>
                <a:off x="1053" y="2286"/>
                <a:ext cx="38" cy="1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5" name="Rectangle 423">
                <a:extLst>
                  <a:ext uri="{FF2B5EF4-FFF2-40B4-BE49-F238E27FC236}">
                    <a16:creationId xmlns:a16="http://schemas.microsoft.com/office/drawing/2014/main" id="{E7C6E5B5-9F3C-934E-A549-ADF18157E953}"/>
                  </a:ext>
                </a:extLst>
              </p:cNvPr>
              <p:cNvSpPr>
                <a:spLocks noChangeArrowheads="1"/>
              </p:cNvSpPr>
              <p:nvPr/>
            </p:nvSpPr>
            <p:spPr bwMode="auto">
              <a:xfrm>
                <a:off x="1091" y="2182"/>
                <a:ext cx="38" cy="121"/>
              </a:xfrm>
              <a:prstGeom prst="rect">
                <a:avLst/>
              </a:prstGeom>
              <a:solidFill>
                <a:srgbClr val="00EA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6" name="Rectangle 424">
                <a:extLst>
                  <a:ext uri="{FF2B5EF4-FFF2-40B4-BE49-F238E27FC236}">
                    <a16:creationId xmlns:a16="http://schemas.microsoft.com/office/drawing/2014/main" id="{6B1D6D8F-1015-CDF2-D3E1-96E9A2E5327A}"/>
                  </a:ext>
                </a:extLst>
              </p:cNvPr>
              <p:cNvSpPr>
                <a:spLocks noChangeArrowheads="1"/>
              </p:cNvSpPr>
              <p:nvPr/>
            </p:nvSpPr>
            <p:spPr bwMode="auto">
              <a:xfrm>
                <a:off x="1129" y="2061"/>
                <a:ext cx="38" cy="24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7" name="Rectangle 425">
                <a:extLst>
                  <a:ext uri="{FF2B5EF4-FFF2-40B4-BE49-F238E27FC236}">
                    <a16:creationId xmlns:a16="http://schemas.microsoft.com/office/drawing/2014/main" id="{EC295B89-59DB-122D-CB39-5342F3AE125F}"/>
                  </a:ext>
                </a:extLst>
              </p:cNvPr>
              <p:cNvSpPr>
                <a:spLocks noChangeArrowheads="1"/>
              </p:cNvSpPr>
              <p:nvPr/>
            </p:nvSpPr>
            <p:spPr bwMode="auto">
              <a:xfrm>
                <a:off x="1167" y="2079"/>
                <a:ext cx="38" cy="224"/>
              </a:xfrm>
              <a:prstGeom prst="rect">
                <a:avLst/>
              </a:prstGeom>
              <a:solidFill>
                <a:srgbClr val="00EA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8" name="Rectangle 426">
                <a:extLst>
                  <a:ext uri="{FF2B5EF4-FFF2-40B4-BE49-F238E27FC236}">
                    <a16:creationId xmlns:a16="http://schemas.microsoft.com/office/drawing/2014/main" id="{5121443C-3D89-3607-0DDA-6941CA052746}"/>
                  </a:ext>
                </a:extLst>
              </p:cNvPr>
              <p:cNvSpPr>
                <a:spLocks noChangeArrowheads="1"/>
              </p:cNvSpPr>
              <p:nvPr/>
            </p:nvSpPr>
            <p:spPr bwMode="auto">
              <a:xfrm>
                <a:off x="1205" y="2067"/>
                <a:ext cx="38" cy="23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9" name="Rectangle 427">
                <a:extLst>
                  <a:ext uri="{FF2B5EF4-FFF2-40B4-BE49-F238E27FC236}">
                    <a16:creationId xmlns:a16="http://schemas.microsoft.com/office/drawing/2014/main" id="{59715C3B-758E-B6AB-C9B2-3C6216BCEDCF}"/>
                  </a:ext>
                </a:extLst>
              </p:cNvPr>
              <p:cNvSpPr>
                <a:spLocks noChangeArrowheads="1"/>
              </p:cNvSpPr>
              <p:nvPr/>
            </p:nvSpPr>
            <p:spPr bwMode="auto">
              <a:xfrm>
                <a:off x="896" y="2054"/>
                <a:ext cx="19" cy="13"/>
              </a:xfrm>
              <a:prstGeom prst="rect">
                <a:avLst/>
              </a:prstGeom>
              <a:solidFill>
                <a:srgbClr val="00EA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60" name="Rectangle 428">
                <a:extLst>
                  <a:ext uri="{FF2B5EF4-FFF2-40B4-BE49-F238E27FC236}">
                    <a16:creationId xmlns:a16="http://schemas.microsoft.com/office/drawing/2014/main" id="{88B37938-581E-5C96-B71C-9DF9C5813523}"/>
                  </a:ext>
                </a:extLst>
              </p:cNvPr>
              <p:cNvSpPr>
                <a:spLocks noChangeArrowheads="1"/>
              </p:cNvSpPr>
              <p:nvPr/>
            </p:nvSpPr>
            <p:spPr bwMode="auto">
              <a:xfrm>
                <a:off x="896" y="2079"/>
                <a:ext cx="19" cy="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61" name="Freeform 429">
                <a:extLst>
                  <a:ext uri="{FF2B5EF4-FFF2-40B4-BE49-F238E27FC236}">
                    <a16:creationId xmlns:a16="http://schemas.microsoft.com/office/drawing/2014/main" id="{6B21061C-BD22-450B-8825-BE0A40FEE05D}"/>
                  </a:ext>
                </a:extLst>
              </p:cNvPr>
              <p:cNvSpPr>
                <a:spLocks/>
              </p:cNvSpPr>
              <p:nvPr/>
            </p:nvSpPr>
            <p:spPr bwMode="auto">
              <a:xfrm>
                <a:off x="500" y="2062"/>
                <a:ext cx="35" cy="33"/>
              </a:xfrm>
              <a:custGeom>
                <a:avLst/>
                <a:gdLst>
                  <a:gd name="T0" fmla="*/ 0 w 352"/>
                  <a:gd name="T1" fmla="*/ 0 h 326"/>
                  <a:gd name="T2" fmla="*/ 0 w 352"/>
                  <a:gd name="T3" fmla="*/ 0 h 326"/>
                  <a:gd name="T4" fmla="*/ 0 w 352"/>
                  <a:gd name="T5" fmla="*/ 0 h 326"/>
                  <a:gd name="T6" fmla="*/ 0 w 352"/>
                  <a:gd name="T7" fmla="*/ 0 h 326"/>
                  <a:gd name="T8" fmla="*/ 0 w 352"/>
                  <a:gd name="T9" fmla="*/ 0 h 326"/>
                  <a:gd name="T10" fmla="*/ 0 w 352"/>
                  <a:gd name="T11" fmla="*/ 0 h 326"/>
                  <a:gd name="T12" fmla="*/ 0 w 352"/>
                  <a:gd name="T13" fmla="*/ 0 h 326"/>
                  <a:gd name="T14" fmla="*/ 0 w 352"/>
                  <a:gd name="T15" fmla="*/ 0 h 326"/>
                  <a:gd name="T16" fmla="*/ 0 w 352"/>
                  <a:gd name="T17" fmla="*/ 0 h 326"/>
                  <a:gd name="T18" fmla="*/ 0 w 352"/>
                  <a:gd name="T19" fmla="*/ 0 h 326"/>
                  <a:gd name="T20" fmla="*/ 0 w 352"/>
                  <a:gd name="T21" fmla="*/ 0 h 326"/>
                  <a:gd name="T22" fmla="*/ 0 w 352"/>
                  <a:gd name="T23" fmla="*/ 0 h 326"/>
                  <a:gd name="T24" fmla="*/ 0 w 352"/>
                  <a:gd name="T25" fmla="*/ 0 h 326"/>
                  <a:gd name="T26" fmla="*/ 0 w 352"/>
                  <a:gd name="T27" fmla="*/ 0 h 326"/>
                  <a:gd name="T28" fmla="*/ 0 w 352"/>
                  <a:gd name="T29" fmla="*/ 0 h 3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2"/>
                  <a:gd name="T46" fmla="*/ 0 h 326"/>
                  <a:gd name="T47" fmla="*/ 352 w 352"/>
                  <a:gd name="T48" fmla="*/ 326 h 3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2" h="326">
                    <a:moveTo>
                      <a:pt x="128" y="0"/>
                    </a:moveTo>
                    <a:lnTo>
                      <a:pt x="192" y="120"/>
                    </a:lnTo>
                    <a:lnTo>
                      <a:pt x="91" y="120"/>
                    </a:lnTo>
                    <a:lnTo>
                      <a:pt x="91" y="266"/>
                    </a:lnTo>
                    <a:lnTo>
                      <a:pt x="215" y="198"/>
                    </a:lnTo>
                    <a:lnTo>
                      <a:pt x="352" y="198"/>
                    </a:lnTo>
                    <a:lnTo>
                      <a:pt x="352" y="222"/>
                    </a:lnTo>
                    <a:lnTo>
                      <a:pt x="308" y="240"/>
                    </a:lnTo>
                    <a:lnTo>
                      <a:pt x="228" y="256"/>
                    </a:lnTo>
                    <a:lnTo>
                      <a:pt x="122" y="326"/>
                    </a:lnTo>
                    <a:lnTo>
                      <a:pt x="91" y="326"/>
                    </a:lnTo>
                    <a:lnTo>
                      <a:pt x="0" y="240"/>
                    </a:lnTo>
                    <a:lnTo>
                      <a:pt x="47" y="105"/>
                    </a:lnTo>
                    <a:lnTo>
                      <a:pt x="100" y="84"/>
                    </a:lnTo>
                    <a:lnTo>
                      <a:pt x="12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62" name="Freeform 430">
                <a:extLst>
                  <a:ext uri="{FF2B5EF4-FFF2-40B4-BE49-F238E27FC236}">
                    <a16:creationId xmlns:a16="http://schemas.microsoft.com/office/drawing/2014/main" id="{58F2CFA9-522F-746B-44B8-E13BD72B65AD}"/>
                  </a:ext>
                </a:extLst>
              </p:cNvPr>
              <p:cNvSpPr>
                <a:spLocks/>
              </p:cNvSpPr>
              <p:nvPr/>
            </p:nvSpPr>
            <p:spPr bwMode="auto">
              <a:xfrm>
                <a:off x="493" y="2128"/>
                <a:ext cx="11" cy="21"/>
              </a:xfrm>
              <a:custGeom>
                <a:avLst/>
                <a:gdLst>
                  <a:gd name="T0" fmla="*/ 0 w 107"/>
                  <a:gd name="T1" fmla="*/ 0 h 203"/>
                  <a:gd name="T2" fmla="*/ 0 w 107"/>
                  <a:gd name="T3" fmla="*/ 0 h 203"/>
                  <a:gd name="T4" fmla="*/ 0 w 107"/>
                  <a:gd name="T5" fmla="*/ 0 h 203"/>
                  <a:gd name="T6" fmla="*/ 0 w 107"/>
                  <a:gd name="T7" fmla="*/ 0 h 203"/>
                  <a:gd name="T8" fmla="*/ 0 w 107"/>
                  <a:gd name="T9" fmla="*/ 0 h 203"/>
                  <a:gd name="T10" fmla="*/ 0 w 107"/>
                  <a:gd name="T11" fmla="*/ 0 h 203"/>
                  <a:gd name="T12" fmla="*/ 0 60000 65536"/>
                  <a:gd name="T13" fmla="*/ 0 60000 65536"/>
                  <a:gd name="T14" fmla="*/ 0 60000 65536"/>
                  <a:gd name="T15" fmla="*/ 0 60000 65536"/>
                  <a:gd name="T16" fmla="*/ 0 60000 65536"/>
                  <a:gd name="T17" fmla="*/ 0 60000 65536"/>
                  <a:gd name="T18" fmla="*/ 0 w 107"/>
                  <a:gd name="T19" fmla="*/ 0 h 203"/>
                  <a:gd name="T20" fmla="*/ 107 w 107"/>
                  <a:gd name="T21" fmla="*/ 203 h 203"/>
                </a:gdLst>
                <a:ahLst/>
                <a:cxnLst>
                  <a:cxn ang="T12">
                    <a:pos x="T0" y="T1"/>
                  </a:cxn>
                  <a:cxn ang="T13">
                    <a:pos x="T2" y="T3"/>
                  </a:cxn>
                  <a:cxn ang="T14">
                    <a:pos x="T4" y="T5"/>
                  </a:cxn>
                  <a:cxn ang="T15">
                    <a:pos x="T6" y="T7"/>
                  </a:cxn>
                  <a:cxn ang="T16">
                    <a:pos x="T8" y="T9"/>
                  </a:cxn>
                  <a:cxn ang="T17">
                    <a:pos x="T10" y="T11"/>
                  </a:cxn>
                </a:cxnLst>
                <a:rect l="T18" t="T19" r="T20" b="T21"/>
                <a:pathLst>
                  <a:path w="107" h="203">
                    <a:moveTo>
                      <a:pt x="53" y="0"/>
                    </a:moveTo>
                    <a:lnTo>
                      <a:pt x="53" y="67"/>
                    </a:lnTo>
                    <a:lnTo>
                      <a:pt x="0" y="203"/>
                    </a:lnTo>
                    <a:lnTo>
                      <a:pt x="107" y="67"/>
                    </a:lnTo>
                    <a:lnTo>
                      <a:pt x="107" y="0"/>
                    </a:lnTo>
                    <a:lnTo>
                      <a:pt x="5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63" name="Freeform 431">
                <a:extLst>
                  <a:ext uri="{FF2B5EF4-FFF2-40B4-BE49-F238E27FC236}">
                    <a16:creationId xmlns:a16="http://schemas.microsoft.com/office/drawing/2014/main" id="{9D316CA8-DFBC-71AE-64DD-1CD18C6EC054}"/>
                  </a:ext>
                </a:extLst>
              </p:cNvPr>
              <p:cNvSpPr>
                <a:spLocks/>
              </p:cNvSpPr>
              <p:nvPr/>
            </p:nvSpPr>
            <p:spPr bwMode="auto">
              <a:xfrm>
                <a:off x="485" y="2114"/>
                <a:ext cx="24" cy="14"/>
              </a:xfrm>
              <a:custGeom>
                <a:avLst/>
                <a:gdLst>
                  <a:gd name="T0" fmla="*/ 0 w 235"/>
                  <a:gd name="T1" fmla="*/ 0 h 141"/>
                  <a:gd name="T2" fmla="*/ 0 w 235"/>
                  <a:gd name="T3" fmla="*/ 0 h 141"/>
                  <a:gd name="T4" fmla="*/ 0 w 235"/>
                  <a:gd name="T5" fmla="*/ 0 h 141"/>
                  <a:gd name="T6" fmla="*/ 0 60000 65536"/>
                  <a:gd name="T7" fmla="*/ 0 60000 65536"/>
                  <a:gd name="T8" fmla="*/ 0 60000 65536"/>
                  <a:gd name="T9" fmla="*/ 0 w 235"/>
                  <a:gd name="T10" fmla="*/ 0 h 141"/>
                  <a:gd name="T11" fmla="*/ 235 w 235"/>
                  <a:gd name="T12" fmla="*/ 141 h 141"/>
                </a:gdLst>
                <a:ahLst/>
                <a:cxnLst>
                  <a:cxn ang="T6">
                    <a:pos x="T0" y="T1"/>
                  </a:cxn>
                  <a:cxn ang="T7">
                    <a:pos x="T2" y="T3"/>
                  </a:cxn>
                  <a:cxn ang="T8">
                    <a:pos x="T4" y="T5"/>
                  </a:cxn>
                </a:cxnLst>
                <a:rect l="T9" t="T10" r="T11" b="T12"/>
                <a:pathLst>
                  <a:path w="235" h="141">
                    <a:moveTo>
                      <a:pt x="137" y="141"/>
                    </a:moveTo>
                    <a:lnTo>
                      <a:pt x="0" y="141"/>
                    </a:lnTo>
                    <a:lnTo>
                      <a:pt x="235"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64" name="Line 432">
                <a:extLst>
                  <a:ext uri="{FF2B5EF4-FFF2-40B4-BE49-F238E27FC236}">
                    <a16:creationId xmlns:a16="http://schemas.microsoft.com/office/drawing/2014/main" id="{FA8D6FCB-52C1-CD01-96AD-F5886BA7510C}"/>
                  </a:ext>
                </a:extLst>
              </p:cNvPr>
              <p:cNvSpPr>
                <a:spLocks noChangeShapeType="1"/>
              </p:cNvSpPr>
              <p:nvPr/>
            </p:nvSpPr>
            <p:spPr bwMode="auto">
              <a:xfrm flipV="1">
                <a:off x="499" y="2122"/>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65" name="Freeform 433">
                <a:extLst>
                  <a:ext uri="{FF2B5EF4-FFF2-40B4-BE49-F238E27FC236}">
                    <a16:creationId xmlns:a16="http://schemas.microsoft.com/office/drawing/2014/main" id="{F4E20D9D-DC70-B63B-BA65-00210C2BE8C6}"/>
                  </a:ext>
                </a:extLst>
              </p:cNvPr>
              <p:cNvSpPr>
                <a:spLocks/>
              </p:cNvSpPr>
              <p:nvPr/>
            </p:nvSpPr>
            <p:spPr bwMode="auto">
              <a:xfrm>
                <a:off x="485" y="2026"/>
                <a:ext cx="24" cy="18"/>
              </a:xfrm>
              <a:custGeom>
                <a:avLst/>
                <a:gdLst>
                  <a:gd name="T0" fmla="*/ 0 w 248"/>
                  <a:gd name="T1" fmla="*/ 0 h 176"/>
                  <a:gd name="T2" fmla="*/ 0 w 248"/>
                  <a:gd name="T3" fmla="*/ 0 h 176"/>
                  <a:gd name="T4" fmla="*/ 0 w 248"/>
                  <a:gd name="T5" fmla="*/ 0 h 176"/>
                  <a:gd name="T6" fmla="*/ 0 w 248"/>
                  <a:gd name="T7" fmla="*/ 0 h 176"/>
                  <a:gd name="T8" fmla="*/ 0 w 248"/>
                  <a:gd name="T9" fmla="*/ 0 h 176"/>
                  <a:gd name="T10" fmla="*/ 0 w 248"/>
                  <a:gd name="T11" fmla="*/ 0 h 176"/>
                  <a:gd name="T12" fmla="*/ 0 60000 65536"/>
                  <a:gd name="T13" fmla="*/ 0 60000 65536"/>
                  <a:gd name="T14" fmla="*/ 0 60000 65536"/>
                  <a:gd name="T15" fmla="*/ 0 60000 65536"/>
                  <a:gd name="T16" fmla="*/ 0 60000 65536"/>
                  <a:gd name="T17" fmla="*/ 0 60000 65536"/>
                  <a:gd name="T18" fmla="*/ 0 w 248"/>
                  <a:gd name="T19" fmla="*/ 0 h 176"/>
                  <a:gd name="T20" fmla="*/ 248 w 248"/>
                  <a:gd name="T21" fmla="*/ 176 h 176"/>
                </a:gdLst>
                <a:ahLst/>
                <a:cxnLst>
                  <a:cxn ang="T12">
                    <a:pos x="T0" y="T1"/>
                  </a:cxn>
                  <a:cxn ang="T13">
                    <a:pos x="T2" y="T3"/>
                  </a:cxn>
                  <a:cxn ang="T14">
                    <a:pos x="T4" y="T5"/>
                  </a:cxn>
                  <a:cxn ang="T15">
                    <a:pos x="T6" y="T7"/>
                  </a:cxn>
                  <a:cxn ang="T16">
                    <a:pos x="T8" y="T9"/>
                  </a:cxn>
                  <a:cxn ang="T17">
                    <a:pos x="T10" y="T11"/>
                  </a:cxn>
                </a:cxnLst>
                <a:rect l="T18" t="T19" r="T20" b="T21"/>
                <a:pathLst>
                  <a:path w="248" h="176">
                    <a:moveTo>
                      <a:pt x="0" y="120"/>
                    </a:moveTo>
                    <a:lnTo>
                      <a:pt x="103" y="176"/>
                    </a:lnTo>
                    <a:lnTo>
                      <a:pt x="103" y="120"/>
                    </a:lnTo>
                    <a:lnTo>
                      <a:pt x="248" y="56"/>
                    </a:lnTo>
                    <a:lnTo>
                      <a:pt x="195" y="0"/>
                    </a:lnTo>
                    <a:lnTo>
                      <a:pt x="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66" name="Freeform 434">
                <a:extLst>
                  <a:ext uri="{FF2B5EF4-FFF2-40B4-BE49-F238E27FC236}">
                    <a16:creationId xmlns:a16="http://schemas.microsoft.com/office/drawing/2014/main" id="{64420EF6-2EB8-DA5A-719A-918771A029DD}"/>
                  </a:ext>
                </a:extLst>
              </p:cNvPr>
              <p:cNvSpPr>
                <a:spLocks/>
              </p:cNvSpPr>
              <p:nvPr/>
            </p:nvSpPr>
            <p:spPr bwMode="auto">
              <a:xfrm>
                <a:off x="470" y="2008"/>
                <a:ext cx="54" cy="18"/>
              </a:xfrm>
              <a:custGeom>
                <a:avLst/>
                <a:gdLst>
                  <a:gd name="T0" fmla="*/ 0 w 540"/>
                  <a:gd name="T1" fmla="*/ 0 h 184"/>
                  <a:gd name="T2" fmla="*/ 0 w 540"/>
                  <a:gd name="T3" fmla="*/ 0 h 184"/>
                  <a:gd name="T4" fmla="*/ 0 w 540"/>
                  <a:gd name="T5" fmla="*/ 0 h 184"/>
                  <a:gd name="T6" fmla="*/ 0 w 540"/>
                  <a:gd name="T7" fmla="*/ 0 h 184"/>
                  <a:gd name="T8" fmla="*/ 0 w 540"/>
                  <a:gd name="T9" fmla="*/ 0 h 184"/>
                  <a:gd name="T10" fmla="*/ 0 w 540"/>
                  <a:gd name="T11" fmla="*/ 0 h 184"/>
                  <a:gd name="T12" fmla="*/ 0 w 540"/>
                  <a:gd name="T13" fmla="*/ 0 h 184"/>
                  <a:gd name="T14" fmla="*/ 0 w 540"/>
                  <a:gd name="T15" fmla="*/ 0 h 184"/>
                  <a:gd name="T16" fmla="*/ 0 w 540"/>
                  <a:gd name="T17" fmla="*/ 0 h 1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40"/>
                  <a:gd name="T28" fmla="*/ 0 h 184"/>
                  <a:gd name="T29" fmla="*/ 540 w 540"/>
                  <a:gd name="T30" fmla="*/ 184 h 1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40" h="184">
                    <a:moveTo>
                      <a:pt x="540" y="0"/>
                    </a:moveTo>
                    <a:lnTo>
                      <a:pt x="540" y="50"/>
                    </a:lnTo>
                    <a:lnTo>
                      <a:pt x="395" y="120"/>
                    </a:lnTo>
                    <a:lnTo>
                      <a:pt x="250" y="120"/>
                    </a:lnTo>
                    <a:lnTo>
                      <a:pt x="80" y="184"/>
                    </a:lnTo>
                    <a:lnTo>
                      <a:pt x="0" y="184"/>
                    </a:lnTo>
                    <a:lnTo>
                      <a:pt x="262" y="64"/>
                    </a:lnTo>
                    <a:lnTo>
                      <a:pt x="395" y="64"/>
                    </a:lnTo>
                    <a:lnTo>
                      <a:pt x="5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67" name="Freeform 435">
                <a:extLst>
                  <a:ext uri="{FF2B5EF4-FFF2-40B4-BE49-F238E27FC236}">
                    <a16:creationId xmlns:a16="http://schemas.microsoft.com/office/drawing/2014/main" id="{F7692519-1F94-789B-D63A-671F91806D44}"/>
                  </a:ext>
                </a:extLst>
              </p:cNvPr>
              <p:cNvSpPr>
                <a:spLocks/>
              </p:cNvSpPr>
              <p:nvPr/>
            </p:nvSpPr>
            <p:spPr bwMode="auto">
              <a:xfrm>
                <a:off x="188" y="1833"/>
                <a:ext cx="342" cy="307"/>
              </a:xfrm>
              <a:custGeom>
                <a:avLst/>
                <a:gdLst>
                  <a:gd name="T0" fmla="*/ 0 w 3421"/>
                  <a:gd name="T1" fmla="*/ 0 h 3075"/>
                  <a:gd name="T2" fmla="*/ 0 w 3421"/>
                  <a:gd name="T3" fmla="*/ 0 h 3075"/>
                  <a:gd name="T4" fmla="*/ 0 w 3421"/>
                  <a:gd name="T5" fmla="*/ 0 h 3075"/>
                  <a:gd name="T6" fmla="*/ 0 w 3421"/>
                  <a:gd name="T7" fmla="*/ 0 h 3075"/>
                  <a:gd name="T8" fmla="*/ 0 w 3421"/>
                  <a:gd name="T9" fmla="*/ 0 h 3075"/>
                  <a:gd name="T10" fmla="*/ 0 w 3421"/>
                  <a:gd name="T11" fmla="*/ 0 h 3075"/>
                  <a:gd name="T12" fmla="*/ 0 w 3421"/>
                  <a:gd name="T13" fmla="*/ 0 h 3075"/>
                  <a:gd name="T14" fmla="*/ 0 w 3421"/>
                  <a:gd name="T15" fmla="*/ 0 h 3075"/>
                  <a:gd name="T16" fmla="*/ 0 w 3421"/>
                  <a:gd name="T17" fmla="*/ 0 h 3075"/>
                  <a:gd name="T18" fmla="*/ 0 w 3421"/>
                  <a:gd name="T19" fmla="*/ 0 h 3075"/>
                  <a:gd name="T20" fmla="*/ 0 w 3421"/>
                  <a:gd name="T21" fmla="*/ 0 h 3075"/>
                  <a:gd name="T22" fmla="*/ 0 w 3421"/>
                  <a:gd name="T23" fmla="*/ 0 h 3075"/>
                  <a:gd name="T24" fmla="*/ 0 w 3421"/>
                  <a:gd name="T25" fmla="*/ 0 h 3075"/>
                  <a:gd name="T26" fmla="*/ 0 w 3421"/>
                  <a:gd name="T27" fmla="*/ 0 h 3075"/>
                  <a:gd name="T28" fmla="*/ 0 w 3421"/>
                  <a:gd name="T29" fmla="*/ 0 h 3075"/>
                  <a:gd name="T30" fmla="*/ 0 w 3421"/>
                  <a:gd name="T31" fmla="*/ 0 h 3075"/>
                  <a:gd name="T32" fmla="*/ 0 w 3421"/>
                  <a:gd name="T33" fmla="*/ 0 h 3075"/>
                  <a:gd name="T34" fmla="*/ 0 w 3421"/>
                  <a:gd name="T35" fmla="*/ 0 h 3075"/>
                  <a:gd name="T36" fmla="*/ 0 w 3421"/>
                  <a:gd name="T37" fmla="*/ 0 h 3075"/>
                  <a:gd name="T38" fmla="*/ 0 w 3421"/>
                  <a:gd name="T39" fmla="*/ 0 h 3075"/>
                  <a:gd name="T40" fmla="*/ 0 w 3421"/>
                  <a:gd name="T41" fmla="*/ 0 h 3075"/>
                  <a:gd name="T42" fmla="*/ 0 w 3421"/>
                  <a:gd name="T43" fmla="*/ 0 h 3075"/>
                  <a:gd name="T44" fmla="*/ 0 w 3421"/>
                  <a:gd name="T45" fmla="*/ 0 h 3075"/>
                  <a:gd name="T46" fmla="*/ 0 w 3421"/>
                  <a:gd name="T47" fmla="*/ 0 h 3075"/>
                  <a:gd name="T48" fmla="*/ 0 w 3421"/>
                  <a:gd name="T49" fmla="*/ 0 h 3075"/>
                  <a:gd name="T50" fmla="*/ 0 w 3421"/>
                  <a:gd name="T51" fmla="*/ 0 h 3075"/>
                  <a:gd name="T52" fmla="*/ 0 w 3421"/>
                  <a:gd name="T53" fmla="*/ 0 h 3075"/>
                  <a:gd name="T54" fmla="*/ 0 w 3421"/>
                  <a:gd name="T55" fmla="*/ 0 h 3075"/>
                  <a:gd name="T56" fmla="*/ 0 w 3421"/>
                  <a:gd name="T57" fmla="*/ 0 h 3075"/>
                  <a:gd name="T58" fmla="*/ 0 w 3421"/>
                  <a:gd name="T59" fmla="*/ 0 h 3075"/>
                  <a:gd name="T60" fmla="*/ 0 w 3421"/>
                  <a:gd name="T61" fmla="*/ 0 h 3075"/>
                  <a:gd name="T62" fmla="*/ 0 w 3421"/>
                  <a:gd name="T63" fmla="*/ 0 h 3075"/>
                  <a:gd name="T64" fmla="*/ 0 w 3421"/>
                  <a:gd name="T65" fmla="*/ 0 h 3075"/>
                  <a:gd name="T66" fmla="*/ 0 w 3421"/>
                  <a:gd name="T67" fmla="*/ 0 h 3075"/>
                  <a:gd name="T68" fmla="*/ 0 w 3421"/>
                  <a:gd name="T69" fmla="*/ 0 h 3075"/>
                  <a:gd name="T70" fmla="*/ 0 w 3421"/>
                  <a:gd name="T71" fmla="*/ 0 h 3075"/>
                  <a:gd name="T72" fmla="*/ 0 w 3421"/>
                  <a:gd name="T73" fmla="*/ 0 h 3075"/>
                  <a:gd name="T74" fmla="*/ 0 w 3421"/>
                  <a:gd name="T75" fmla="*/ 0 h 3075"/>
                  <a:gd name="T76" fmla="*/ 0 w 3421"/>
                  <a:gd name="T77" fmla="*/ 0 h 3075"/>
                  <a:gd name="T78" fmla="*/ 0 w 3421"/>
                  <a:gd name="T79" fmla="*/ 0 h 3075"/>
                  <a:gd name="T80" fmla="*/ 0 w 3421"/>
                  <a:gd name="T81" fmla="*/ 0 h 3075"/>
                  <a:gd name="T82" fmla="*/ 0 w 3421"/>
                  <a:gd name="T83" fmla="*/ 0 h 3075"/>
                  <a:gd name="T84" fmla="*/ 0 w 3421"/>
                  <a:gd name="T85" fmla="*/ 0 h 3075"/>
                  <a:gd name="T86" fmla="*/ 0 w 3421"/>
                  <a:gd name="T87" fmla="*/ 0 h 3075"/>
                  <a:gd name="T88" fmla="*/ 0 w 3421"/>
                  <a:gd name="T89" fmla="*/ 0 h 3075"/>
                  <a:gd name="T90" fmla="*/ 0 w 3421"/>
                  <a:gd name="T91" fmla="*/ 0 h 3075"/>
                  <a:gd name="T92" fmla="*/ 0 w 3421"/>
                  <a:gd name="T93" fmla="*/ 0 h 3075"/>
                  <a:gd name="T94" fmla="*/ 0 w 3421"/>
                  <a:gd name="T95" fmla="*/ 0 h 3075"/>
                  <a:gd name="T96" fmla="*/ 0 w 3421"/>
                  <a:gd name="T97" fmla="*/ 0 h 3075"/>
                  <a:gd name="T98" fmla="*/ 0 w 3421"/>
                  <a:gd name="T99" fmla="*/ 0 h 3075"/>
                  <a:gd name="T100" fmla="*/ 0 w 3421"/>
                  <a:gd name="T101" fmla="*/ 0 h 3075"/>
                  <a:gd name="T102" fmla="*/ 0 w 3421"/>
                  <a:gd name="T103" fmla="*/ 0 h 3075"/>
                  <a:gd name="T104" fmla="*/ 0 w 3421"/>
                  <a:gd name="T105" fmla="*/ 0 h 3075"/>
                  <a:gd name="T106" fmla="*/ 0 w 3421"/>
                  <a:gd name="T107" fmla="*/ 0 h 3075"/>
                  <a:gd name="T108" fmla="*/ 0 w 3421"/>
                  <a:gd name="T109" fmla="*/ 0 h 3075"/>
                  <a:gd name="T110" fmla="*/ 0 w 3421"/>
                  <a:gd name="T111" fmla="*/ 0 h 3075"/>
                  <a:gd name="T112" fmla="*/ 0 w 3421"/>
                  <a:gd name="T113" fmla="*/ 0 h 307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421"/>
                  <a:gd name="T172" fmla="*/ 0 h 3075"/>
                  <a:gd name="T173" fmla="*/ 3421 w 3421"/>
                  <a:gd name="T174" fmla="*/ 3075 h 3075"/>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421" h="3075">
                    <a:moveTo>
                      <a:pt x="2835" y="1481"/>
                    </a:moveTo>
                    <a:lnTo>
                      <a:pt x="3005" y="1481"/>
                    </a:lnTo>
                    <a:lnTo>
                      <a:pt x="3326" y="1242"/>
                    </a:lnTo>
                    <a:lnTo>
                      <a:pt x="3421" y="901"/>
                    </a:lnTo>
                    <a:lnTo>
                      <a:pt x="3292" y="651"/>
                    </a:lnTo>
                    <a:lnTo>
                      <a:pt x="2994" y="764"/>
                    </a:lnTo>
                    <a:lnTo>
                      <a:pt x="2807" y="764"/>
                    </a:lnTo>
                    <a:lnTo>
                      <a:pt x="2923" y="533"/>
                    </a:lnTo>
                    <a:lnTo>
                      <a:pt x="2743" y="533"/>
                    </a:lnTo>
                    <a:lnTo>
                      <a:pt x="2639" y="613"/>
                    </a:lnTo>
                    <a:lnTo>
                      <a:pt x="2491" y="651"/>
                    </a:lnTo>
                    <a:lnTo>
                      <a:pt x="2563" y="533"/>
                    </a:lnTo>
                    <a:lnTo>
                      <a:pt x="2213" y="468"/>
                    </a:lnTo>
                    <a:lnTo>
                      <a:pt x="2263" y="373"/>
                    </a:lnTo>
                    <a:lnTo>
                      <a:pt x="2020" y="333"/>
                    </a:lnTo>
                    <a:lnTo>
                      <a:pt x="1688" y="557"/>
                    </a:lnTo>
                    <a:lnTo>
                      <a:pt x="1786" y="279"/>
                    </a:lnTo>
                    <a:lnTo>
                      <a:pt x="1543" y="427"/>
                    </a:lnTo>
                    <a:lnTo>
                      <a:pt x="1513" y="295"/>
                    </a:lnTo>
                    <a:lnTo>
                      <a:pt x="1397" y="295"/>
                    </a:lnTo>
                    <a:lnTo>
                      <a:pt x="1263" y="363"/>
                    </a:lnTo>
                    <a:lnTo>
                      <a:pt x="1263" y="227"/>
                    </a:lnTo>
                    <a:lnTo>
                      <a:pt x="1167" y="295"/>
                    </a:lnTo>
                    <a:lnTo>
                      <a:pt x="1078" y="295"/>
                    </a:lnTo>
                    <a:lnTo>
                      <a:pt x="1167" y="0"/>
                    </a:lnTo>
                    <a:lnTo>
                      <a:pt x="914" y="0"/>
                    </a:lnTo>
                    <a:lnTo>
                      <a:pt x="644" y="81"/>
                    </a:lnTo>
                    <a:lnTo>
                      <a:pt x="332" y="333"/>
                    </a:lnTo>
                    <a:lnTo>
                      <a:pt x="91" y="773"/>
                    </a:lnTo>
                    <a:lnTo>
                      <a:pt x="0" y="1254"/>
                    </a:lnTo>
                    <a:lnTo>
                      <a:pt x="0" y="1548"/>
                    </a:lnTo>
                    <a:lnTo>
                      <a:pt x="271" y="2504"/>
                    </a:lnTo>
                    <a:lnTo>
                      <a:pt x="342" y="2864"/>
                    </a:lnTo>
                    <a:lnTo>
                      <a:pt x="470" y="3021"/>
                    </a:lnTo>
                    <a:lnTo>
                      <a:pt x="634" y="3075"/>
                    </a:lnTo>
                    <a:lnTo>
                      <a:pt x="769" y="3075"/>
                    </a:lnTo>
                    <a:lnTo>
                      <a:pt x="927" y="2954"/>
                    </a:lnTo>
                    <a:lnTo>
                      <a:pt x="927" y="3075"/>
                    </a:lnTo>
                    <a:lnTo>
                      <a:pt x="1085" y="3011"/>
                    </a:lnTo>
                    <a:lnTo>
                      <a:pt x="1223" y="2733"/>
                    </a:lnTo>
                    <a:lnTo>
                      <a:pt x="1231" y="2362"/>
                    </a:lnTo>
                    <a:lnTo>
                      <a:pt x="1271" y="2187"/>
                    </a:lnTo>
                    <a:lnTo>
                      <a:pt x="1397" y="2027"/>
                    </a:lnTo>
                    <a:lnTo>
                      <a:pt x="1513" y="1971"/>
                    </a:lnTo>
                    <a:lnTo>
                      <a:pt x="1688" y="1971"/>
                    </a:lnTo>
                    <a:lnTo>
                      <a:pt x="1856" y="2082"/>
                    </a:lnTo>
                    <a:lnTo>
                      <a:pt x="1980" y="2277"/>
                    </a:lnTo>
                    <a:lnTo>
                      <a:pt x="2219" y="2265"/>
                    </a:lnTo>
                    <a:lnTo>
                      <a:pt x="2219" y="2000"/>
                    </a:lnTo>
                    <a:lnTo>
                      <a:pt x="2419" y="1729"/>
                    </a:lnTo>
                    <a:lnTo>
                      <a:pt x="2659" y="1639"/>
                    </a:lnTo>
                    <a:lnTo>
                      <a:pt x="2751" y="1521"/>
                    </a:lnTo>
                    <a:lnTo>
                      <a:pt x="2545" y="1521"/>
                    </a:lnTo>
                    <a:lnTo>
                      <a:pt x="2669" y="1437"/>
                    </a:lnTo>
                    <a:lnTo>
                      <a:pt x="2969" y="1374"/>
                    </a:lnTo>
                    <a:lnTo>
                      <a:pt x="2913" y="1452"/>
                    </a:lnTo>
                    <a:lnTo>
                      <a:pt x="2835" y="14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68" name="Freeform 436">
                <a:extLst>
                  <a:ext uri="{FF2B5EF4-FFF2-40B4-BE49-F238E27FC236}">
                    <a16:creationId xmlns:a16="http://schemas.microsoft.com/office/drawing/2014/main" id="{122DB434-3AB2-F042-33FF-4011321B1D36}"/>
                  </a:ext>
                </a:extLst>
              </p:cNvPr>
              <p:cNvSpPr>
                <a:spLocks/>
              </p:cNvSpPr>
              <p:nvPr/>
            </p:nvSpPr>
            <p:spPr bwMode="auto">
              <a:xfrm>
                <a:off x="289" y="1831"/>
                <a:ext cx="230" cy="78"/>
              </a:xfrm>
              <a:custGeom>
                <a:avLst/>
                <a:gdLst>
                  <a:gd name="T0" fmla="*/ 0 w 2297"/>
                  <a:gd name="T1" fmla="*/ 0 h 777"/>
                  <a:gd name="T2" fmla="*/ 0 w 2297"/>
                  <a:gd name="T3" fmla="*/ 0 h 777"/>
                  <a:gd name="T4" fmla="*/ 0 w 2297"/>
                  <a:gd name="T5" fmla="*/ 0 h 777"/>
                  <a:gd name="T6" fmla="*/ 0 w 2297"/>
                  <a:gd name="T7" fmla="*/ 0 h 777"/>
                  <a:gd name="T8" fmla="*/ 0 w 2297"/>
                  <a:gd name="T9" fmla="*/ 0 h 777"/>
                  <a:gd name="T10" fmla="*/ 0 w 2297"/>
                  <a:gd name="T11" fmla="*/ 0 h 777"/>
                  <a:gd name="T12" fmla="*/ 0 w 2297"/>
                  <a:gd name="T13" fmla="*/ 0 h 777"/>
                  <a:gd name="T14" fmla="*/ 0 w 2297"/>
                  <a:gd name="T15" fmla="*/ 0 h 777"/>
                  <a:gd name="T16" fmla="*/ 0 w 2297"/>
                  <a:gd name="T17" fmla="*/ 0 h 777"/>
                  <a:gd name="T18" fmla="*/ 0 w 2297"/>
                  <a:gd name="T19" fmla="*/ 0 h 777"/>
                  <a:gd name="T20" fmla="*/ 0 w 2297"/>
                  <a:gd name="T21" fmla="*/ 0 h 777"/>
                  <a:gd name="T22" fmla="*/ 0 w 2297"/>
                  <a:gd name="T23" fmla="*/ 0 h 777"/>
                  <a:gd name="T24" fmla="*/ 0 w 2297"/>
                  <a:gd name="T25" fmla="*/ 0 h 777"/>
                  <a:gd name="T26" fmla="*/ 0 w 2297"/>
                  <a:gd name="T27" fmla="*/ 0 h 777"/>
                  <a:gd name="T28" fmla="*/ 0 w 2297"/>
                  <a:gd name="T29" fmla="*/ 0 h 777"/>
                  <a:gd name="T30" fmla="*/ 0 w 2297"/>
                  <a:gd name="T31" fmla="*/ 0 h 777"/>
                  <a:gd name="T32" fmla="*/ 0 w 2297"/>
                  <a:gd name="T33" fmla="*/ 0 h 777"/>
                  <a:gd name="T34" fmla="*/ 0 w 2297"/>
                  <a:gd name="T35" fmla="*/ 0 h 777"/>
                  <a:gd name="T36" fmla="*/ 0 w 2297"/>
                  <a:gd name="T37" fmla="*/ 0 h 777"/>
                  <a:gd name="T38" fmla="*/ 0 w 2297"/>
                  <a:gd name="T39" fmla="*/ 0 h 777"/>
                  <a:gd name="T40" fmla="*/ 0 w 2297"/>
                  <a:gd name="T41" fmla="*/ 0 h 777"/>
                  <a:gd name="T42" fmla="*/ 0 w 2297"/>
                  <a:gd name="T43" fmla="*/ 0 h 777"/>
                  <a:gd name="T44" fmla="*/ 0 w 2297"/>
                  <a:gd name="T45" fmla="*/ 0 h 777"/>
                  <a:gd name="T46" fmla="*/ 0 w 2297"/>
                  <a:gd name="T47" fmla="*/ 0 h 77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297"/>
                  <a:gd name="T73" fmla="*/ 0 h 777"/>
                  <a:gd name="T74" fmla="*/ 2297 w 2297"/>
                  <a:gd name="T75" fmla="*/ 777 h 77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297" h="777">
                    <a:moveTo>
                      <a:pt x="2239" y="601"/>
                    </a:moveTo>
                    <a:lnTo>
                      <a:pt x="2027" y="395"/>
                    </a:lnTo>
                    <a:lnTo>
                      <a:pt x="1400" y="120"/>
                    </a:lnTo>
                    <a:lnTo>
                      <a:pt x="781" y="0"/>
                    </a:lnTo>
                    <a:lnTo>
                      <a:pt x="110" y="0"/>
                    </a:lnTo>
                    <a:lnTo>
                      <a:pt x="0" y="105"/>
                    </a:lnTo>
                    <a:lnTo>
                      <a:pt x="226" y="105"/>
                    </a:lnTo>
                    <a:lnTo>
                      <a:pt x="346" y="187"/>
                    </a:lnTo>
                    <a:lnTo>
                      <a:pt x="462" y="120"/>
                    </a:lnTo>
                    <a:lnTo>
                      <a:pt x="635" y="120"/>
                    </a:lnTo>
                    <a:lnTo>
                      <a:pt x="677" y="256"/>
                    </a:lnTo>
                    <a:lnTo>
                      <a:pt x="921" y="134"/>
                    </a:lnTo>
                    <a:lnTo>
                      <a:pt x="1053" y="256"/>
                    </a:lnTo>
                    <a:lnTo>
                      <a:pt x="1208" y="202"/>
                    </a:lnTo>
                    <a:lnTo>
                      <a:pt x="1502" y="322"/>
                    </a:lnTo>
                    <a:lnTo>
                      <a:pt x="1672" y="322"/>
                    </a:lnTo>
                    <a:lnTo>
                      <a:pt x="1732" y="414"/>
                    </a:lnTo>
                    <a:lnTo>
                      <a:pt x="1636" y="481"/>
                    </a:lnTo>
                    <a:lnTo>
                      <a:pt x="1809" y="481"/>
                    </a:lnTo>
                    <a:lnTo>
                      <a:pt x="1678" y="586"/>
                    </a:lnTo>
                    <a:lnTo>
                      <a:pt x="1807" y="777"/>
                    </a:lnTo>
                    <a:lnTo>
                      <a:pt x="2011" y="504"/>
                    </a:lnTo>
                    <a:lnTo>
                      <a:pt x="2297" y="693"/>
                    </a:lnTo>
                    <a:lnTo>
                      <a:pt x="2239" y="6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69" name="Freeform 437">
                <a:extLst>
                  <a:ext uri="{FF2B5EF4-FFF2-40B4-BE49-F238E27FC236}">
                    <a16:creationId xmlns:a16="http://schemas.microsoft.com/office/drawing/2014/main" id="{44CC9199-8D1E-9E8A-C1ED-CB335BE46B9B}"/>
                  </a:ext>
                </a:extLst>
              </p:cNvPr>
              <p:cNvSpPr>
                <a:spLocks/>
              </p:cNvSpPr>
              <p:nvPr/>
            </p:nvSpPr>
            <p:spPr bwMode="auto">
              <a:xfrm>
                <a:off x="311" y="2041"/>
                <a:ext cx="184" cy="180"/>
              </a:xfrm>
              <a:custGeom>
                <a:avLst/>
                <a:gdLst>
                  <a:gd name="T0" fmla="*/ 0 w 1837"/>
                  <a:gd name="T1" fmla="*/ 0 h 1800"/>
                  <a:gd name="T2" fmla="*/ 0 w 1837"/>
                  <a:gd name="T3" fmla="*/ 0 h 1800"/>
                  <a:gd name="T4" fmla="*/ 0 w 1837"/>
                  <a:gd name="T5" fmla="*/ 0 h 1800"/>
                  <a:gd name="T6" fmla="*/ 0 w 1837"/>
                  <a:gd name="T7" fmla="*/ 0 h 1800"/>
                  <a:gd name="T8" fmla="*/ 0 w 1837"/>
                  <a:gd name="T9" fmla="*/ 0 h 1800"/>
                  <a:gd name="T10" fmla="*/ 0 w 1837"/>
                  <a:gd name="T11" fmla="*/ 0 h 1800"/>
                  <a:gd name="T12" fmla="*/ 0 w 1837"/>
                  <a:gd name="T13" fmla="*/ 0 h 1800"/>
                  <a:gd name="T14" fmla="*/ 0 w 1837"/>
                  <a:gd name="T15" fmla="*/ 0 h 1800"/>
                  <a:gd name="T16" fmla="*/ 0 w 1837"/>
                  <a:gd name="T17" fmla="*/ 0 h 1800"/>
                  <a:gd name="T18" fmla="*/ 0 w 1837"/>
                  <a:gd name="T19" fmla="*/ 0 h 1800"/>
                  <a:gd name="T20" fmla="*/ 0 w 1837"/>
                  <a:gd name="T21" fmla="*/ 0 h 1800"/>
                  <a:gd name="T22" fmla="*/ 0 w 1837"/>
                  <a:gd name="T23" fmla="*/ 0 h 1800"/>
                  <a:gd name="T24" fmla="*/ 0 w 1837"/>
                  <a:gd name="T25" fmla="*/ 0 h 1800"/>
                  <a:gd name="T26" fmla="*/ 0 w 1837"/>
                  <a:gd name="T27" fmla="*/ 0 h 1800"/>
                  <a:gd name="T28" fmla="*/ 0 w 1837"/>
                  <a:gd name="T29" fmla="*/ 0 h 1800"/>
                  <a:gd name="T30" fmla="*/ 0 w 1837"/>
                  <a:gd name="T31" fmla="*/ 0 h 1800"/>
                  <a:gd name="T32" fmla="*/ 0 w 1837"/>
                  <a:gd name="T33" fmla="*/ 0 h 1800"/>
                  <a:gd name="T34" fmla="*/ 0 w 1837"/>
                  <a:gd name="T35" fmla="*/ 0 h 1800"/>
                  <a:gd name="T36" fmla="*/ 0 w 1837"/>
                  <a:gd name="T37" fmla="*/ 0 h 1800"/>
                  <a:gd name="T38" fmla="*/ 0 w 1837"/>
                  <a:gd name="T39" fmla="*/ 0 h 1800"/>
                  <a:gd name="T40" fmla="*/ 0 w 1837"/>
                  <a:gd name="T41" fmla="*/ 0 h 1800"/>
                  <a:gd name="T42" fmla="*/ 0 w 1837"/>
                  <a:gd name="T43" fmla="*/ 0 h 1800"/>
                  <a:gd name="T44" fmla="*/ 0 w 1837"/>
                  <a:gd name="T45" fmla="*/ 0 h 1800"/>
                  <a:gd name="T46" fmla="*/ 0 w 1837"/>
                  <a:gd name="T47" fmla="*/ 0 h 1800"/>
                  <a:gd name="T48" fmla="*/ 0 w 1837"/>
                  <a:gd name="T49" fmla="*/ 0 h 1800"/>
                  <a:gd name="T50" fmla="*/ 0 w 1837"/>
                  <a:gd name="T51" fmla="*/ 0 h 1800"/>
                  <a:gd name="T52" fmla="*/ 0 w 1837"/>
                  <a:gd name="T53" fmla="*/ 0 h 1800"/>
                  <a:gd name="T54" fmla="*/ 0 w 1837"/>
                  <a:gd name="T55" fmla="*/ 0 h 1800"/>
                  <a:gd name="T56" fmla="*/ 0 w 1837"/>
                  <a:gd name="T57" fmla="*/ 0 h 1800"/>
                  <a:gd name="T58" fmla="*/ 0 w 1837"/>
                  <a:gd name="T59" fmla="*/ 0 h 1800"/>
                  <a:gd name="T60" fmla="*/ 0 w 1837"/>
                  <a:gd name="T61" fmla="*/ 0 h 1800"/>
                  <a:gd name="T62" fmla="*/ 0 w 1837"/>
                  <a:gd name="T63" fmla="*/ 0 h 1800"/>
                  <a:gd name="T64" fmla="*/ 0 w 1837"/>
                  <a:gd name="T65" fmla="*/ 0 h 1800"/>
                  <a:gd name="T66" fmla="*/ 0 w 1837"/>
                  <a:gd name="T67" fmla="*/ 0 h 1800"/>
                  <a:gd name="T68" fmla="*/ 0 w 1837"/>
                  <a:gd name="T69" fmla="*/ 0 h 1800"/>
                  <a:gd name="T70" fmla="*/ 0 w 1837"/>
                  <a:gd name="T71" fmla="*/ 0 h 1800"/>
                  <a:gd name="T72" fmla="*/ 0 w 1837"/>
                  <a:gd name="T73" fmla="*/ 0 h 180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837"/>
                  <a:gd name="T112" fmla="*/ 0 h 1800"/>
                  <a:gd name="T113" fmla="*/ 1837 w 1837"/>
                  <a:gd name="T114" fmla="*/ 1800 h 180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837" h="1800">
                    <a:moveTo>
                      <a:pt x="70" y="78"/>
                    </a:moveTo>
                    <a:lnTo>
                      <a:pt x="48" y="145"/>
                    </a:lnTo>
                    <a:lnTo>
                      <a:pt x="48" y="252"/>
                    </a:lnTo>
                    <a:lnTo>
                      <a:pt x="208" y="586"/>
                    </a:lnTo>
                    <a:lnTo>
                      <a:pt x="457" y="746"/>
                    </a:lnTo>
                    <a:lnTo>
                      <a:pt x="561" y="746"/>
                    </a:lnTo>
                    <a:lnTo>
                      <a:pt x="675" y="521"/>
                    </a:lnTo>
                    <a:lnTo>
                      <a:pt x="709" y="120"/>
                    </a:lnTo>
                    <a:lnTo>
                      <a:pt x="988" y="52"/>
                    </a:lnTo>
                    <a:lnTo>
                      <a:pt x="1384" y="586"/>
                    </a:lnTo>
                    <a:lnTo>
                      <a:pt x="1438" y="1075"/>
                    </a:lnTo>
                    <a:lnTo>
                      <a:pt x="1494" y="1227"/>
                    </a:lnTo>
                    <a:lnTo>
                      <a:pt x="1408" y="1059"/>
                    </a:lnTo>
                    <a:lnTo>
                      <a:pt x="1356" y="746"/>
                    </a:lnTo>
                    <a:lnTo>
                      <a:pt x="1180" y="634"/>
                    </a:lnTo>
                    <a:lnTo>
                      <a:pt x="1083" y="760"/>
                    </a:lnTo>
                    <a:lnTo>
                      <a:pt x="1083" y="918"/>
                    </a:lnTo>
                    <a:lnTo>
                      <a:pt x="1188" y="1313"/>
                    </a:lnTo>
                    <a:lnTo>
                      <a:pt x="1589" y="1454"/>
                    </a:lnTo>
                    <a:lnTo>
                      <a:pt x="1640" y="1479"/>
                    </a:lnTo>
                    <a:lnTo>
                      <a:pt x="1738" y="1479"/>
                    </a:lnTo>
                    <a:lnTo>
                      <a:pt x="1837" y="1355"/>
                    </a:lnTo>
                    <a:lnTo>
                      <a:pt x="1837" y="1382"/>
                    </a:lnTo>
                    <a:lnTo>
                      <a:pt x="1723" y="1536"/>
                    </a:lnTo>
                    <a:lnTo>
                      <a:pt x="1656" y="1544"/>
                    </a:lnTo>
                    <a:lnTo>
                      <a:pt x="1095" y="1544"/>
                    </a:lnTo>
                    <a:lnTo>
                      <a:pt x="982" y="1592"/>
                    </a:lnTo>
                    <a:lnTo>
                      <a:pt x="833" y="1800"/>
                    </a:lnTo>
                    <a:lnTo>
                      <a:pt x="486" y="1544"/>
                    </a:lnTo>
                    <a:lnTo>
                      <a:pt x="827" y="1732"/>
                    </a:lnTo>
                    <a:lnTo>
                      <a:pt x="929" y="1544"/>
                    </a:lnTo>
                    <a:lnTo>
                      <a:pt x="709" y="1425"/>
                    </a:lnTo>
                    <a:lnTo>
                      <a:pt x="312" y="691"/>
                    </a:lnTo>
                    <a:lnTo>
                      <a:pt x="166" y="598"/>
                    </a:lnTo>
                    <a:lnTo>
                      <a:pt x="0" y="266"/>
                    </a:lnTo>
                    <a:lnTo>
                      <a:pt x="48" y="0"/>
                    </a:lnTo>
                    <a:lnTo>
                      <a:pt x="70"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0" name="Freeform 438">
                <a:extLst>
                  <a:ext uri="{FF2B5EF4-FFF2-40B4-BE49-F238E27FC236}">
                    <a16:creationId xmlns:a16="http://schemas.microsoft.com/office/drawing/2014/main" id="{7860B7D8-E3C0-40C3-1EC4-4622A60F5A01}"/>
                  </a:ext>
                </a:extLst>
              </p:cNvPr>
              <p:cNvSpPr>
                <a:spLocks/>
              </p:cNvSpPr>
              <p:nvPr/>
            </p:nvSpPr>
            <p:spPr bwMode="auto">
              <a:xfrm>
                <a:off x="328" y="2044"/>
                <a:ext cx="39" cy="42"/>
              </a:xfrm>
              <a:custGeom>
                <a:avLst/>
                <a:gdLst>
                  <a:gd name="T0" fmla="*/ 0 w 395"/>
                  <a:gd name="T1" fmla="*/ 0 h 427"/>
                  <a:gd name="T2" fmla="*/ 0 w 395"/>
                  <a:gd name="T3" fmla="*/ 0 h 427"/>
                  <a:gd name="T4" fmla="*/ 0 w 395"/>
                  <a:gd name="T5" fmla="*/ 0 h 427"/>
                  <a:gd name="T6" fmla="*/ 0 w 395"/>
                  <a:gd name="T7" fmla="*/ 0 h 427"/>
                  <a:gd name="T8" fmla="*/ 0 w 395"/>
                  <a:gd name="T9" fmla="*/ 0 h 427"/>
                  <a:gd name="T10" fmla="*/ 0 w 395"/>
                  <a:gd name="T11" fmla="*/ 0 h 427"/>
                  <a:gd name="T12" fmla="*/ 0 w 395"/>
                  <a:gd name="T13" fmla="*/ 0 h 427"/>
                  <a:gd name="T14" fmla="*/ 0 w 395"/>
                  <a:gd name="T15" fmla="*/ 0 h 427"/>
                  <a:gd name="T16" fmla="*/ 0 w 395"/>
                  <a:gd name="T17" fmla="*/ 0 h 427"/>
                  <a:gd name="T18" fmla="*/ 0 w 395"/>
                  <a:gd name="T19" fmla="*/ 0 h 427"/>
                  <a:gd name="T20" fmla="*/ 0 w 395"/>
                  <a:gd name="T21" fmla="*/ 0 h 427"/>
                  <a:gd name="T22" fmla="*/ 0 w 395"/>
                  <a:gd name="T23" fmla="*/ 0 h 427"/>
                  <a:gd name="T24" fmla="*/ 0 w 395"/>
                  <a:gd name="T25" fmla="*/ 0 h 4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95"/>
                  <a:gd name="T40" fmla="*/ 0 h 427"/>
                  <a:gd name="T41" fmla="*/ 395 w 395"/>
                  <a:gd name="T42" fmla="*/ 427 h 4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95" h="427">
                    <a:moveTo>
                      <a:pt x="395" y="427"/>
                    </a:moveTo>
                    <a:lnTo>
                      <a:pt x="303" y="307"/>
                    </a:lnTo>
                    <a:lnTo>
                      <a:pt x="303" y="199"/>
                    </a:lnTo>
                    <a:lnTo>
                      <a:pt x="359" y="80"/>
                    </a:lnTo>
                    <a:lnTo>
                      <a:pt x="303" y="0"/>
                    </a:lnTo>
                    <a:lnTo>
                      <a:pt x="164" y="0"/>
                    </a:lnTo>
                    <a:lnTo>
                      <a:pt x="32" y="71"/>
                    </a:lnTo>
                    <a:lnTo>
                      <a:pt x="0" y="199"/>
                    </a:lnTo>
                    <a:lnTo>
                      <a:pt x="206" y="27"/>
                    </a:lnTo>
                    <a:lnTo>
                      <a:pt x="271" y="27"/>
                    </a:lnTo>
                    <a:lnTo>
                      <a:pt x="146" y="329"/>
                    </a:lnTo>
                    <a:lnTo>
                      <a:pt x="271" y="427"/>
                    </a:lnTo>
                    <a:lnTo>
                      <a:pt x="395" y="4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1" name="Freeform 439">
                <a:extLst>
                  <a:ext uri="{FF2B5EF4-FFF2-40B4-BE49-F238E27FC236}">
                    <a16:creationId xmlns:a16="http://schemas.microsoft.com/office/drawing/2014/main" id="{E871C0D2-5EC9-B396-1BBA-043FEA70BCA3}"/>
                  </a:ext>
                </a:extLst>
              </p:cNvPr>
              <p:cNvSpPr>
                <a:spLocks/>
              </p:cNvSpPr>
              <p:nvPr/>
            </p:nvSpPr>
            <p:spPr bwMode="auto">
              <a:xfrm>
                <a:off x="330" y="2071"/>
                <a:ext cx="11" cy="22"/>
              </a:xfrm>
              <a:custGeom>
                <a:avLst/>
                <a:gdLst>
                  <a:gd name="T0" fmla="*/ 0 w 117"/>
                  <a:gd name="T1" fmla="*/ 0 h 225"/>
                  <a:gd name="T2" fmla="*/ 0 w 117"/>
                  <a:gd name="T3" fmla="*/ 0 h 225"/>
                  <a:gd name="T4" fmla="*/ 0 w 117"/>
                  <a:gd name="T5" fmla="*/ 0 h 225"/>
                  <a:gd name="T6" fmla="*/ 0 w 117"/>
                  <a:gd name="T7" fmla="*/ 0 h 225"/>
                  <a:gd name="T8" fmla="*/ 0 w 117"/>
                  <a:gd name="T9" fmla="*/ 0 h 225"/>
                  <a:gd name="T10" fmla="*/ 0 60000 65536"/>
                  <a:gd name="T11" fmla="*/ 0 60000 65536"/>
                  <a:gd name="T12" fmla="*/ 0 60000 65536"/>
                  <a:gd name="T13" fmla="*/ 0 60000 65536"/>
                  <a:gd name="T14" fmla="*/ 0 60000 65536"/>
                  <a:gd name="T15" fmla="*/ 0 w 117"/>
                  <a:gd name="T16" fmla="*/ 0 h 225"/>
                  <a:gd name="T17" fmla="*/ 117 w 117"/>
                  <a:gd name="T18" fmla="*/ 225 h 225"/>
                </a:gdLst>
                <a:ahLst/>
                <a:cxnLst>
                  <a:cxn ang="T10">
                    <a:pos x="T0" y="T1"/>
                  </a:cxn>
                  <a:cxn ang="T11">
                    <a:pos x="T2" y="T3"/>
                  </a:cxn>
                  <a:cxn ang="T12">
                    <a:pos x="T4" y="T5"/>
                  </a:cxn>
                  <a:cxn ang="T13">
                    <a:pos x="T6" y="T7"/>
                  </a:cxn>
                  <a:cxn ang="T14">
                    <a:pos x="T8" y="T9"/>
                  </a:cxn>
                </a:cxnLst>
                <a:rect l="T15" t="T16" r="T17" b="T18"/>
                <a:pathLst>
                  <a:path w="117" h="225">
                    <a:moveTo>
                      <a:pt x="12" y="36"/>
                    </a:moveTo>
                    <a:lnTo>
                      <a:pt x="81" y="225"/>
                    </a:lnTo>
                    <a:lnTo>
                      <a:pt x="117" y="225"/>
                    </a:lnTo>
                    <a:lnTo>
                      <a:pt x="0" y="0"/>
                    </a:lnTo>
                    <a:lnTo>
                      <a:pt x="12"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2" name="Freeform 440">
                <a:extLst>
                  <a:ext uri="{FF2B5EF4-FFF2-40B4-BE49-F238E27FC236}">
                    <a16:creationId xmlns:a16="http://schemas.microsoft.com/office/drawing/2014/main" id="{23117516-DFD9-8E97-3338-9F81D0B9CC01}"/>
                  </a:ext>
                </a:extLst>
              </p:cNvPr>
              <p:cNvSpPr>
                <a:spLocks/>
              </p:cNvSpPr>
              <p:nvPr/>
            </p:nvSpPr>
            <p:spPr bwMode="auto">
              <a:xfrm>
                <a:off x="285" y="2140"/>
                <a:ext cx="68" cy="50"/>
              </a:xfrm>
              <a:custGeom>
                <a:avLst/>
                <a:gdLst>
                  <a:gd name="T0" fmla="*/ 0 w 681"/>
                  <a:gd name="T1" fmla="*/ 0 h 499"/>
                  <a:gd name="T2" fmla="*/ 0 w 681"/>
                  <a:gd name="T3" fmla="*/ 0 h 499"/>
                  <a:gd name="T4" fmla="*/ 0 w 681"/>
                  <a:gd name="T5" fmla="*/ 0 h 499"/>
                  <a:gd name="T6" fmla="*/ 0 w 681"/>
                  <a:gd name="T7" fmla="*/ 0 h 499"/>
                  <a:gd name="T8" fmla="*/ 0 w 681"/>
                  <a:gd name="T9" fmla="*/ 0 h 499"/>
                  <a:gd name="T10" fmla="*/ 0 60000 65536"/>
                  <a:gd name="T11" fmla="*/ 0 60000 65536"/>
                  <a:gd name="T12" fmla="*/ 0 60000 65536"/>
                  <a:gd name="T13" fmla="*/ 0 60000 65536"/>
                  <a:gd name="T14" fmla="*/ 0 60000 65536"/>
                  <a:gd name="T15" fmla="*/ 0 w 681"/>
                  <a:gd name="T16" fmla="*/ 0 h 499"/>
                  <a:gd name="T17" fmla="*/ 681 w 681"/>
                  <a:gd name="T18" fmla="*/ 499 h 499"/>
                </a:gdLst>
                <a:ahLst/>
                <a:cxnLst>
                  <a:cxn ang="T10">
                    <a:pos x="T0" y="T1"/>
                  </a:cxn>
                  <a:cxn ang="T11">
                    <a:pos x="T2" y="T3"/>
                  </a:cxn>
                  <a:cxn ang="T12">
                    <a:pos x="T4" y="T5"/>
                  </a:cxn>
                  <a:cxn ang="T13">
                    <a:pos x="T6" y="T7"/>
                  </a:cxn>
                  <a:cxn ang="T14">
                    <a:pos x="T8" y="T9"/>
                  </a:cxn>
                </a:cxnLst>
                <a:rect l="T15" t="T16" r="T17" b="T18"/>
                <a:pathLst>
                  <a:path w="681" h="499">
                    <a:moveTo>
                      <a:pt x="0" y="0"/>
                    </a:moveTo>
                    <a:lnTo>
                      <a:pt x="244" y="259"/>
                    </a:lnTo>
                    <a:lnTo>
                      <a:pt x="681" y="499"/>
                    </a:lnTo>
                    <a:lnTo>
                      <a:pt x="224" y="10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3" name="Freeform 441">
                <a:extLst>
                  <a:ext uri="{FF2B5EF4-FFF2-40B4-BE49-F238E27FC236}">
                    <a16:creationId xmlns:a16="http://schemas.microsoft.com/office/drawing/2014/main" id="{FF3C302C-118F-62F1-40C4-B30445CE7D64}"/>
                  </a:ext>
                </a:extLst>
              </p:cNvPr>
              <p:cNvSpPr>
                <a:spLocks/>
              </p:cNvSpPr>
              <p:nvPr/>
            </p:nvSpPr>
            <p:spPr bwMode="auto">
              <a:xfrm>
                <a:off x="221" y="2126"/>
                <a:ext cx="17" cy="74"/>
              </a:xfrm>
              <a:custGeom>
                <a:avLst/>
                <a:gdLst>
                  <a:gd name="T0" fmla="*/ 0 w 172"/>
                  <a:gd name="T1" fmla="*/ 0 h 743"/>
                  <a:gd name="T2" fmla="*/ 0 w 172"/>
                  <a:gd name="T3" fmla="*/ 0 h 743"/>
                  <a:gd name="T4" fmla="*/ 0 w 172"/>
                  <a:gd name="T5" fmla="*/ 0 h 743"/>
                  <a:gd name="T6" fmla="*/ 0 w 172"/>
                  <a:gd name="T7" fmla="*/ 0 h 743"/>
                  <a:gd name="T8" fmla="*/ 0 w 172"/>
                  <a:gd name="T9" fmla="*/ 0 h 743"/>
                  <a:gd name="T10" fmla="*/ 0 w 172"/>
                  <a:gd name="T11" fmla="*/ 0 h 743"/>
                  <a:gd name="T12" fmla="*/ 0 w 172"/>
                  <a:gd name="T13" fmla="*/ 0 h 743"/>
                  <a:gd name="T14" fmla="*/ 0 w 172"/>
                  <a:gd name="T15" fmla="*/ 0 h 743"/>
                  <a:gd name="T16" fmla="*/ 0 60000 65536"/>
                  <a:gd name="T17" fmla="*/ 0 60000 65536"/>
                  <a:gd name="T18" fmla="*/ 0 60000 65536"/>
                  <a:gd name="T19" fmla="*/ 0 60000 65536"/>
                  <a:gd name="T20" fmla="*/ 0 60000 65536"/>
                  <a:gd name="T21" fmla="*/ 0 60000 65536"/>
                  <a:gd name="T22" fmla="*/ 0 60000 65536"/>
                  <a:gd name="T23" fmla="*/ 0 60000 65536"/>
                  <a:gd name="T24" fmla="*/ 0 w 172"/>
                  <a:gd name="T25" fmla="*/ 0 h 743"/>
                  <a:gd name="T26" fmla="*/ 172 w 172"/>
                  <a:gd name="T27" fmla="*/ 743 h 7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2" h="743">
                    <a:moveTo>
                      <a:pt x="54" y="21"/>
                    </a:moveTo>
                    <a:lnTo>
                      <a:pt x="0" y="298"/>
                    </a:lnTo>
                    <a:lnTo>
                      <a:pt x="0" y="454"/>
                    </a:lnTo>
                    <a:lnTo>
                      <a:pt x="172" y="743"/>
                    </a:lnTo>
                    <a:lnTo>
                      <a:pt x="32" y="454"/>
                    </a:lnTo>
                    <a:lnTo>
                      <a:pt x="32" y="276"/>
                    </a:lnTo>
                    <a:lnTo>
                      <a:pt x="114" y="0"/>
                    </a:lnTo>
                    <a:lnTo>
                      <a:pt x="54"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4" name="Freeform 442">
                <a:extLst>
                  <a:ext uri="{FF2B5EF4-FFF2-40B4-BE49-F238E27FC236}">
                    <a16:creationId xmlns:a16="http://schemas.microsoft.com/office/drawing/2014/main" id="{C768FBD0-7117-1420-05CF-25D023C53844}"/>
                  </a:ext>
                </a:extLst>
              </p:cNvPr>
              <p:cNvSpPr>
                <a:spLocks/>
              </p:cNvSpPr>
              <p:nvPr/>
            </p:nvSpPr>
            <p:spPr bwMode="auto">
              <a:xfrm>
                <a:off x="244" y="2193"/>
                <a:ext cx="229" cy="268"/>
              </a:xfrm>
              <a:custGeom>
                <a:avLst/>
                <a:gdLst>
                  <a:gd name="T0" fmla="*/ 0 w 2289"/>
                  <a:gd name="T1" fmla="*/ 0 h 2681"/>
                  <a:gd name="T2" fmla="*/ 0 w 2289"/>
                  <a:gd name="T3" fmla="*/ 0 h 2681"/>
                  <a:gd name="T4" fmla="*/ 0 w 2289"/>
                  <a:gd name="T5" fmla="*/ 0 h 2681"/>
                  <a:gd name="T6" fmla="*/ 0 w 2289"/>
                  <a:gd name="T7" fmla="*/ 0 h 2681"/>
                  <a:gd name="T8" fmla="*/ 0 w 2289"/>
                  <a:gd name="T9" fmla="*/ 0 h 2681"/>
                  <a:gd name="T10" fmla="*/ 0 w 2289"/>
                  <a:gd name="T11" fmla="*/ 0 h 2681"/>
                  <a:gd name="T12" fmla="*/ 0 w 2289"/>
                  <a:gd name="T13" fmla="*/ 0 h 2681"/>
                  <a:gd name="T14" fmla="*/ 0 w 2289"/>
                  <a:gd name="T15" fmla="*/ 0 h 2681"/>
                  <a:gd name="T16" fmla="*/ 0 w 2289"/>
                  <a:gd name="T17" fmla="*/ 0 h 2681"/>
                  <a:gd name="T18" fmla="*/ 0 w 2289"/>
                  <a:gd name="T19" fmla="*/ 0 h 2681"/>
                  <a:gd name="T20" fmla="*/ 0 w 2289"/>
                  <a:gd name="T21" fmla="*/ 0 h 2681"/>
                  <a:gd name="T22" fmla="*/ 0 w 2289"/>
                  <a:gd name="T23" fmla="*/ 0 h 2681"/>
                  <a:gd name="T24" fmla="*/ 0 w 2289"/>
                  <a:gd name="T25" fmla="*/ 0 h 2681"/>
                  <a:gd name="T26" fmla="*/ 0 w 2289"/>
                  <a:gd name="T27" fmla="*/ 0 h 2681"/>
                  <a:gd name="T28" fmla="*/ 0 w 2289"/>
                  <a:gd name="T29" fmla="*/ 0 h 2681"/>
                  <a:gd name="T30" fmla="*/ 0 w 2289"/>
                  <a:gd name="T31" fmla="*/ 0 h 2681"/>
                  <a:gd name="T32" fmla="*/ 0 w 2289"/>
                  <a:gd name="T33" fmla="*/ 0 h 2681"/>
                  <a:gd name="T34" fmla="*/ 0 w 2289"/>
                  <a:gd name="T35" fmla="*/ 0 h 2681"/>
                  <a:gd name="T36" fmla="*/ 0 w 2289"/>
                  <a:gd name="T37" fmla="*/ 0 h 2681"/>
                  <a:gd name="T38" fmla="*/ 0 w 2289"/>
                  <a:gd name="T39" fmla="*/ 0 h 2681"/>
                  <a:gd name="T40" fmla="*/ 0 w 2289"/>
                  <a:gd name="T41" fmla="*/ 0 h 2681"/>
                  <a:gd name="T42" fmla="*/ 0 w 2289"/>
                  <a:gd name="T43" fmla="*/ 0 h 2681"/>
                  <a:gd name="T44" fmla="*/ 0 w 2289"/>
                  <a:gd name="T45" fmla="*/ 0 h 2681"/>
                  <a:gd name="T46" fmla="*/ 0 w 2289"/>
                  <a:gd name="T47" fmla="*/ 0 h 2681"/>
                  <a:gd name="T48" fmla="*/ 0 w 2289"/>
                  <a:gd name="T49" fmla="*/ 0 h 268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289"/>
                  <a:gd name="T76" fmla="*/ 0 h 2681"/>
                  <a:gd name="T77" fmla="*/ 2289 w 2289"/>
                  <a:gd name="T78" fmla="*/ 2681 h 268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289" h="2681">
                    <a:moveTo>
                      <a:pt x="0" y="0"/>
                    </a:moveTo>
                    <a:lnTo>
                      <a:pt x="591" y="328"/>
                    </a:lnTo>
                    <a:lnTo>
                      <a:pt x="1236" y="880"/>
                    </a:lnTo>
                    <a:lnTo>
                      <a:pt x="1452" y="1152"/>
                    </a:lnTo>
                    <a:lnTo>
                      <a:pt x="1604" y="700"/>
                    </a:lnTo>
                    <a:lnTo>
                      <a:pt x="1745" y="847"/>
                    </a:lnTo>
                    <a:lnTo>
                      <a:pt x="1857" y="1050"/>
                    </a:lnTo>
                    <a:lnTo>
                      <a:pt x="1764" y="1050"/>
                    </a:lnTo>
                    <a:lnTo>
                      <a:pt x="1957" y="1828"/>
                    </a:lnTo>
                    <a:lnTo>
                      <a:pt x="2019" y="2358"/>
                    </a:lnTo>
                    <a:lnTo>
                      <a:pt x="2289" y="2681"/>
                    </a:lnTo>
                    <a:lnTo>
                      <a:pt x="1857" y="2250"/>
                    </a:lnTo>
                    <a:lnTo>
                      <a:pt x="1194" y="1902"/>
                    </a:lnTo>
                    <a:lnTo>
                      <a:pt x="1939" y="2250"/>
                    </a:lnTo>
                    <a:lnTo>
                      <a:pt x="1879" y="1902"/>
                    </a:lnTo>
                    <a:lnTo>
                      <a:pt x="1682" y="1305"/>
                    </a:lnTo>
                    <a:lnTo>
                      <a:pt x="1682" y="1006"/>
                    </a:lnTo>
                    <a:lnTo>
                      <a:pt x="1586" y="898"/>
                    </a:lnTo>
                    <a:lnTo>
                      <a:pt x="1452" y="1379"/>
                    </a:lnTo>
                    <a:lnTo>
                      <a:pt x="1100" y="822"/>
                    </a:lnTo>
                    <a:lnTo>
                      <a:pt x="917" y="748"/>
                    </a:lnTo>
                    <a:lnTo>
                      <a:pt x="743" y="748"/>
                    </a:lnTo>
                    <a:lnTo>
                      <a:pt x="253" y="277"/>
                    </a:lnTo>
                    <a:lnTo>
                      <a:pt x="216" y="15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5" name="Freeform 443">
                <a:extLst>
                  <a:ext uri="{FF2B5EF4-FFF2-40B4-BE49-F238E27FC236}">
                    <a16:creationId xmlns:a16="http://schemas.microsoft.com/office/drawing/2014/main" id="{B412E28F-E66E-C053-70F9-FC39DAC63235}"/>
                  </a:ext>
                </a:extLst>
              </p:cNvPr>
              <p:cNvSpPr>
                <a:spLocks/>
              </p:cNvSpPr>
              <p:nvPr/>
            </p:nvSpPr>
            <p:spPr bwMode="auto">
              <a:xfrm>
                <a:off x="389" y="2216"/>
                <a:ext cx="51" cy="78"/>
              </a:xfrm>
              <a:custGeom>
                <a:avLst/>
                <a:gdLst>
                  <a:gd name="T0" fmla="*/ 0 w 505"/>
                  <a:gd name="T1" fmla="*/ 0 h 779"/>
                  <a:gd name="T2" fmla="*/ 0 w 505"/>
                  <a:gd name="T3" fmla="*/ 0 h 779"/>
                  <a:gd name="T4" fmla="*/ 0 w 505"/>
                  <a:gd name="T5" fmla="*/ 0 h 779"/>
                  <a:gd name="T6" fmla="*/ 0 w 505"/>
                  <a:gd name="T7" fmla="*/ 0 h 779"/>
                  <a:gd name="T8" fmla="*/ 0 w 505"/>
                  <a:gd name="T9" fmla="*/ 0 h 779"/>
                  <a:gd name="T10" fmla="*/ 0 w 505"/>
                  <a:gd name="T11" fmla="*/ 0 h 779"/>
                  <a:gd name="T12" fmla="*/ 0 w 505"/>
                  <a:gd name="T13" fmla="*/ 0 h 779"/>
                  <a:gd name="T14" fmla="*/ 0 w 505"/>
                  <a:gd name="T15" fmla="*/ 0 h 779"/>
                  <a:gd name="T16" fmla="*/ 0 w 505"/>
                  <a:gd name="T17" fmla="*/ 0 h 779"/>
                  <a:gd name="T18" fmla="*/ 0 w 505"/>
                  <a:gd name="T19" fmla="*/ 0 h 7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05"/>
                  <a:gd name="T31" fmla="*/ 0 h 779"/>
                  <a:gd name="T32" fmla="*/ 505 w 505"/>
                  <a:gd name="T33" fmla="*/ 779 h 77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05" h="779">
                    <a:moveTo>
                      <a:pt x="0" y="0"/>
                    </a:moveTo>
                    <a:lnTo>
                      <a:pt x="152" y="326"/>
                    </a:lnTo>
                    <a:lnTo>
                      <a:pt x="152" y="223"/>
                    </a:lnTo>
                    <a:lnTo>
                      <a:pt x="119" y="101"/>
                    </a:lnTo>
                    <a:lnTo>
                      <a:pt x="371" y="425"/>
                    </a:lnTo>
                    <a:lnTo>
                      <a:pt x="505" y="779"/>
                    </a:lnTo>
                    <a:lnTo>
                      <a:pt x="505" y="653"/>
                    </a:lnTo>
                    <a:lnTo>
                      <a:pt x="405" y="399"/>
                    </a:lnTo>
                    <a:lnTo>
                      <a:pt x="152" y="5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6" name="Freeform 444">
                <a:extLst>
                  <a:ext uri="{FF2B5EF4-FFF2-40B4-BE49-F238E27FC236}">
                    <a16:creationId xmlns:a16="http://schemas.microsoft.com/office/drawing/2014/main" id="{3A18883D-615E-B3A6-83B7-F92522C83619}"/>
                  </a:ext>
                </a:extLst>
              </p:cNvPr>
              <p:cNvSpPr>
                <a:spLocks/>
              </p:cNvSpPr>
              <p:nvPr/>
            </p:nvSpPr>
            <p:spPr bwMode="auto">
              <a:xfrm>
                <a:off x="436" y="2294"/>
                <a:ext cx="73" cy="200"/>
              </a:xfrm>
              <a:custGeom>
                <a:avLst/>
                <a:gdLst>
                  <a:gd name="T0" fmla="*/ 0 w 729"/>
                  <a:gd name="T1" fmla="*/ 0 h 1999"/>
                  <a:gd name="T2" fmla="*/ 0 w 729"/>
                  <a:gd name="T3" fmla="*/ 0 h 1999"/>
                  <a:gd name="T4" fmla="*/ 0 w 729"/>
                  <a:gd name="T5" fmla="*/ 0 h 1999"/>
                  <a:gd name="T6" fmla="*/ 0 w 729"/>
                  <a:gd name="T7" fmla="*/ 0 h 1999"/>
                  <a:gd name="T8" fmla="*/ 0 w 729"/>
                  <a:gd name="T9" fmla="*/ 0 h 1999"/>
                  <a:gd name="T10" fmla="*/ 0 w 729"/>
                  <a:gd name="T11" fmla="*/ 0 h 1999"/>
                  <a:gd name="T12" fmla="*/ 0 w 729"/>
                  <a:gd name="T13" fmla="*/ 0 h 1999"/>
                  <a:gd name="T14" fmla="*/ 0 w 729"/>
                  <a:gd name="T15" fmla="*/ 0 h 1999"/>
                  <a:gd name="T16" fmla="*/ 0 w 729"/>
                  <a:gd name="T17" fmla="*/ 0 h 1999"/>
                  <a:gd name="T18" fmla="*/ 0 w 729"/>
                  <a:gd name="T19" fmla="*/ 0 h 19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29"/>
                  <a:gd name="T31" fmla="*/ 0 h 1999"/>
                  <a:gd name="T32" fmla="*/ 729 w 729"/>
                  <a:gd name="T33" fmla="*/ 1999 h 199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29" h="1999">
                    <a:moveTo>
                      <a:pt x="0" y="14"/>
                    </a:moveTo>
                    <a:lnTo>
                      <a:pt x="178" y="322"/>
                    </a:lnTo>
                    <a:lnTo>
                      <a:pt x="314" y="875"/>
                    </a:lnTo>
                    <a:lnTo>
                      <a:pt x="625" y="1873"/>
                    </a:lnTo>
                    <a:lnTo>
                      <a:pt x="729" y="1999"/>
                    </a:lnTo>
                    <a:lnTo>
                      <a:pt x="413" y="1022"/>
                    </a:lnTo>
                    <a:lnTo>
                      <a:pt x="236" y="347"/>
                    </a:lnTo>
                    <a:lnTo>
                      <a:pt x="116" y="44"/>
                    </a:lnTo>
                    <a:lnTo>
                      <a:pt x="60" y="0"/>
                    </a:lnTo>
                    <a:lnTo>
                      <a:pt x="0"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7" name="Freeform 445">
                <a:extLst>
                  <a:ext uri="{FF2B5EF4-FFF2-40B4-BE49-F238E27FC236}">
                    <a16:creationId xmlns:a16="http://schemas.microsoft.com/office/drawing/2014/main" id="{209CA6AD-6FA9-018A-7B9B-FE1C7C802E42}"/>
                  </a:ext>
                </a:extLst>
              </p:cNvPr>
              <p:cNvSpPr>
                <a:spLocks/>
              </p:cNvSpPr>
              <p:nvPr/>
            </p:nvSpPr>
            <p:spPr bwMode="auto">
              <a:xfrm>
                <a:off x="485" y="2402"/>
                <a:ext cx="22" cy="24"/>
              </a:xfrm>
              <a:custGeom>
                <a:avLst/>
                <a:gdLst>
                  <a:gd name="T0" fmla="*/ 0 w 219"/>
                  <a:gd name="T1" fmla="*/ 0 h 248"/>
                  <a:gd name="T2" fmla="*/ 0 w 219"/>
                  <a:gd name="T3" fmla="*/ 0 h 248"/>
                  <a:gd name="T4" fmla="*/ 0 w 219"/>
                  <a:gd name="T5" fmla="*/ 0 h 248"/>
                  <a:gd name="T6" fmla="*/ 0 w 219"/>
                  <a:gd name="T7" fmla="*/ 0 h 248"/>
                  <a:gd name="T8" fmla="*/ 0 w 219"/>
                  <a:gd name="T9" fmla="*/ 0 h 248"/>
                  <a:gd name="T10" fmla="*/ 0 w 219"/>
                  <a:gd name="T11" fmla="*/ 0 h 248"/>
                  <a:gd name="T12" fmla="*/ 0 60000 65536"/>
                  <a:gd name="T13" fmla="*/ 0 60000 65536"/>
                  <a:gd name="T14" fmla="*/ 0 60000 65536"/>
                  <a:gd name="T15" fmla="*/ 0 60000 65536"/>
                  <a:gd name="T16" fmla="*/ 0 60000 65536"/>
                  <a:gd name="T17" fmla="*/ 0 60000 65536"/>
                  <a:gd name="T18" fmla="*/ 0 w 219"/>
                  <a:gd name="T19" fmla="*/ 0 h 248"/>
                  <a:gd name="T20" fmla="*/ 219 w 219"/>
                  <a:gd name="T21" fmla="*/ 248 h 248"/>
                </a:gdLst>
                <a:ahLst/>
                <a:cxnLst>
                  <a:cxn ang="T12">
                    <a:pos x="T0" y="T1"/>
                  </a:cxn>
                  <a:cxn ang="T13">
                    <a:pos x="T2" y="T3"/>
                  </a:cxn>
                  <a:cxn ang="T14">
                    <a:pos x="T4" y="T5"/>
                  </a:cxn>
                  <a:cxn ang="T15">
                    <a:pos x="T6" y="T7"/>
                  </a:cxn>
                  <a:cxn ang="T16">
                    <a:pos x="T8" y="T9"/>
                  </a:cxn>
                  <a:cxn ang="T17">
                    <a:pos x="T10" y="T11"/>
                  </a:cxn>
                </a:cxnLst>
                <a:rect l="T18" t="T19" r="T20" b="T21"/>
                <a:pathLst>
                  <a:path w="219" h="248">
                    <a:moveTo>
                      <a:pt x="219" y="0"/>
                    </a:moveTo>
                    <a:lnTo>
                      <a:pt x="179" y="124"/>
                    </a:lnTo>
                    <a:lnTo>
                      <a:pt x="0" y="248"/>
                    </a:lnTo>
                    <a:lnTo>
                      <a:pt x="137" y="248"/>
                    </a:lnTo>
                    <a:lnTo>
                      <a:pt x="219" y="150"/>
                    </a:lnTo>
                    <a:lnTo>
                      <a:pt x="21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8" name="Freeform 446">
                <a:extLst>
                  <a:ext uri="{FF2B5EF4-FFF2-40B4-BE49-F238E27FC236}">
                    <a16:creationId xmlns:a16="http://schemas.microsoft.com/office/drawing/2014/main" id="{54ABD96F-C163-BDC0-DEB6-FE22D3A20055}"/>
                  </a:ext>
                </a:extLst>
              </p:cNvPr>
              <p:cNvSpPr>
                <a:spLocks/>
              </p:cNvSpPr>
              <p:nvPr/>
            </p:nvSpPr>
            <p:spPr bwMode="auto">
              <a:xfrm>
                <a:off x="209" y="2306"/>
                <a:ext cx="145" cy="45"/>
              </a:xfrm>
              <a:custGeom>
                <a:avLst/>
                <a:gdLst>
                  <a:gd name="T0" fmla="*/ 0 w 1454"/>
                  <a:gd name="T1" fmla="*/ 0 h 449"/>
                  <a:gd name="T2" fmla="*/ 0 w 1454"/>
                  <a:gd name="T3" fmla="*/ 0 h 449"/>
                  <a:gd name="T4" fmla="*/ 0 w 1454"/>
                  <a:gd name="T5" fmla="*/ 0 h 449"/>
                  <a:gd name="T6" fmla="*/ 0 w 1454"/>
                  <a:gd name="T7" fmla="*/ 0 h 449"/>
                  <a:gd name="T8" fmla="*/ 0 w 1454"/>
                  <a:gd name="T9" fmla="*/ 0 h 449"/>
                  <a:gd name="T10" fmla="*/ 0 w 1454"/>
                  <a:gd name="T11" fmla="*/ 0 h 449"/>
                  <a:gd name="T12" fmla="*/ 0 w 1454"/>
                  <a:gd name="T13" fmla="*/ 0 h 449"/>
                  <a:gd name="T14" fmla="*/ 0 60000 65536"/>
                  <a:gd name="T15" fmla="*/ 0 60000 65536"/>
                  <a:gd name="T16" fmla="*/ 0 60000 65536"/>
                  <a:gd name="T17" fmla="*/ 0 60000 65536"/>
                  <a:gd name="T18" fmla="*/ 0 60000 65536"/>
                  <a:gd name="T19" fmla="*/ 0 60000 65536"/>
                  <a:gd name="T20" fmla="*/ 0 60000 65536"/>
                  <a:gd name="T21" fmla="*/ 0 w 1454"/>
                  <a:gd name="T22" fmla="*/ 0 h 449"/>
                  <a:gd name="T23" fmla="*/ 1454 w 1454"/>
                  <a:gd name="T24" fmla="*/ 449 h 44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54" h="449">
                    <a:moveTo>
                      <a:pt x="0" y="0"/>
                    </a:moveTo>
                    <a:lnTo>
                      <a:pt x="1001" y="449"/>
                    </a:lnTo>
                    <a:lnTo>
                      <a:pt x="1454" y="449"/>
                    </a:lnTo>
                    <a:lnTo>
                      <a:pt x="803" y="177"/>
                    </a:lnTo>
                    <a:lnTo>
                      <a:pt x="548" y="177"/>
                    </a:lnTo>
                    <a:lnTo>
                      <a:pt x="8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9" name="Freeform 447">
                <a:extLst>
                  <a:ext uri="{FF2B5EF4-FFF2-40B4-BE49-F238E27FC236}">
                    <a16:creationId xmlns:a16="http://schemas.microsoft.com/office/drawing/2014/main" id="{D5A18487-5A70-BDA5-DD07-91E3C1B81819}"/>
                  </a:ext>
                </a:extLst>
              </p:cNvPr>
              <p:cNvSpPr>
                <a:spLocks/>
              </p:cNvSpPr>
              <p:nvPr/>
            </p:nvSpPr>
            <p:spPr bwMode="auto">
              <a:xfrm>
                <a:off x="217" y="2281"/>
                <a:ext cx="78" cy="28"/>
              </a:xfrm>
              <a:custGeom>
                <a:avLst/>
                <a:gdLst>
                  <a:gd name="T0" fmla="*/ 0 w 777"/>
                  <a:gd name="T1" fmla="*/ 0 h 272"/>
                  <a:gd name="T2" fmla="*/ 0 w 777"/>
                  <a:gd name="T3" fmla="*/ 0 h 272"/>
                  <a:gd name="T4" fmla="*/ 0 w 777"/>
                  <a:gd name="T5" fmla="*/ 0 h 272"/>
                  <a:gd name="T6" fmla="*/ 0 w 777"/>
                  <a:gd name="T7" fmla="*/ 0 h 272"/>
                  <a:gd name="T8" fmla="*/ 0 w 777"/>
                  <a:gd name="T9" fmla="*/ 0 h 272"/>
                  <a:gd name="T10" fmla="*/ 0 w 777"/>
                  <a:gd name="T11" fmla="*/ 0 h 272"/>
                  <a:gd name="T12" fmla="*/ 0 60000 65536"/>
                  <a:gd name="T13" fmla="*/ 0 60000 65536"/>
                  <a:gd name="T14" fmla="*/ 0 60000 65536"/>
                  <a:gd name="T15" fmla="*/ 0 60000 65536"/>
                  <a:gd name="T16" fmla="*/ 0 60000 65536"/>
                  <a:gd name="T17" fmla="*/ 0 60000 65536"/>
                  <a:gd name="T18" fmla="*/ 0 w 777"/>
                  <a:gd name="T19" fmla="*/ 0 h 272"/>
                  <a:gd name="T20" fmla="*/ 777 w 777"/>
                  <a:gd name="T21" fmla="*/ 272 h 272"/>
                </a:gdLst>
                <a:ahLst/>
                <a:cxnLst>
                  <a:cxn ang="T12">
                    <a:pos x="T0" y="T1"/>
                  </a:cxn>
                  <a:cxn ang="T13">
                    <a:pos x="T2" y="T3"/>
                  </a:cxn>
                  <a:cxn ang="T14">
                    <a:pos x="T4" y="T5"/>
                  </a:cxn>
                  <a:cxn ang="T15">
                    <a:pos x="T6" y="T7"/>
                  </a:cxn>
                  <a:cxn ang="T16">
                    <a:pos x="T8" y="T9"/>
                  </a:cxn>
                  <a:cxn ang="T17">
                    <a:pos x="T10" y="T11"/>
                  </a:cxn>
                </a:cxnLst>
                <a:rect l="T18" t="T19" r="T20" b="T21"/>
                <a:pathLst>
                  <a:path w="777" h="272">
                    <a:moveTo>
                      <a:pt x="777" y="272"/>
                    </a:moveTo>
                    <a:lnTo>
                      <a:pt x="210" y="46"/>
                    </a:lnTo>
                    <a:lnTo>
                      <a:pt x="0" y="46"/>
                    </a:lnTo>
                    <a:lnTo>
                      <a:pt x="230" y="0"/>
                    </a:lnTo>
                    <a:lnTo>
                      <a:pt x="466" y="0"/>
                    </a:lnTo>
                    <a:lnTo>
                      <a:pt x="777" y="2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0" name="Freeform 448">
                <a:extLst>
                  <a:ext uri="{FF2B5EF4-FFF2-40B4-BE49-F238E27FC236}">
                    <a16:creationId xmlns:a16="http://schemas.microsoft.com/office/drawing/2014/main" id="{F2986271-CC0C-41CE-C123-D020A6102B86}"/>
                  </a:ext>
                </a:extLst>
              </p:cNvPr>
              <p:cNvSpPr>
                <a:spLocks/>
              </p:cNvSpPr>
              <p:nvPr/>
            </p:nvSpPr>
            <p:spPr bwMode="auto">
              <a:xfrm>
                <a:off x="107" y="2291"/>
                <a:ext cx="618" cy="508"/>
              </a:xfrm>
              <a:custGeom>
                <a:avLst/>
                <a:gdLst>
                  <a:gd name="T0" fmla="*/ 0 w 6175"/>
                  <a:gd name="T1" fmla="*/ 0 h 5078"/>
                  <a:gd name="T2" fmla="*/ 0 w 6175"/>
                  <a:gd name="T3" fmla="*/ 0 h 5078"/>
                  <a:gd name="T4" fmla="*/ 0 w 6175"/>
                  <a:gd name="T5" fmla="*/ 0 h 5078"/>
                  <a:gd name="T6" fmla="*/ 0 w 6175"/>
                  <a:gd name="T7" fmla="*/ 0 h 5078"/>
                  <a:gd name="T8" fmla="*/ 0 w 6175"/>
                  <a:gd name="T9" fmla="*/ 0 h 5078"/>
                  <a:gd name="T10" fmla="*/ 0 w 6175"/>
                  <a:gd name="T11" fmla="*/ 0 h 5078"/>
                  <a:gd name="T12" fmla="*/ 0 w 6175"/>
                  <a:gd name="T13" fmla="*/ 0 h 5078"/>
                  <a:gd name="T14" fmla="*/ 0 w 6175"/>
                  <a:gd name="T15" fmla="*/ 0 h 5078"/>
                  <a:gd name="T16" fmla="*/ 0 w 6175"/>
                  <a:gd name="T17" fmla="*/ 0 h 5078"/>
                  <a:gd name="T18" fmla="*/ 0 w 6175"/>
                  <a:gd name="T19" fmla="*/ 0 h 5078"/>
                  <a:gd name="T20" fmla="*/ 0 w 6175"/>
                  <a:gd name="T21" fmla="*/ 0 h 5078"/>
                  <a:gd name="T22" fmla="*/ 0 w 6175"/>
                  <a:gd name="T23" fmla="*/ 0 h 5078"/>
                  <a:gd name="T24" fmla="*/ 0 w 6175"/>
                  <a:gd name="T25" fmla="*/ 0 h 5078"/>
                  <a:gd name="T26" fmla="*/ 0 w 6175"/>
                  <a:gd name="T27" fmla="*/ 0 h 5078"/>
                  <a:gd name="T28" fmla="*/ 0 w 6175"/>
                  <a:gd name="T29" fmla="*/ 0 h 5078"/>
                  <a:gd name="T30" fmla="*/ 0 w 6175"/>
                  <a:gd name="T31" fmla="*/ 0 h 5078"/>
                  <a:gd name="T32" fmla="*/ 0 w 6175"/>
                  <a:gd name="T33" fmla="*/ 0 h 5078"/>
                  <a:gd name="T34" fmla="*/ 0 w 6175"/>
                  <a:gd name="T35" fmla="*/ 0 h 5078"/>
                  <a:gd name="T36" fmla="*/ 0 w 6175"/>
                  <a:gd name="T37" fmla="*/ 0 h 5078"/>
                  <a:gd name="T38" fmla="*/ 0 w 6175"/>
                  <a:gd name="T39" fmla="*/ 0 h 5078"/>
                  <a:gd name="T40" fmla="*/ 0 w 6175"/>
                  <a:gd name="T41" fmla="*/ 0 h 5078"/>
                  <a:gd name="T42" fmla="*/ 0 w 6175"/>
                  <a:gd name="T43" fmla="*/ 0 h 5078"/>
                  <a:gd name="T44" fmla="*/ 0 w 6175"/>
                  <a:gd name="T45" fmla="*/ 0 h 5078"/>
                  <a:gd name="T46" fmla="*/ 0 w 6175"/>
                  <a:gd name="T47" fmla="*/ 0 h 5078"/>
                  <a:gd name="T48" fmla="*/ 0 w 6175"/>
                  <a:gd name="T49" fmla="*/ 0 h 5078"/>
                  <a:gd name="T50" fmla="*/ 0 w 6175"/>
                  <a:gd name="T51" fmla="*/ 0 h 5078"/>
                  <a:gd name="T52" fmla="*/ 0 w 6175"/>
                  <a:gd name="T53" fmla="*/ 0 h 5078"/>
                  <a:gd name="T54" fmla="*/ 0 w 6175"/>
                  <a:gd name="T55" fmla="*/ 0 h 5078"/>
                  <a:gd name="T56" fmla="*/ 0 w 6175"/>
                  <a:gd name="T57" fmla="*/ 0 h 5078"/>
                  <a:gd name="T58" fmla="*/ 0 w 6175"/>
                  <a:gd name="T59" fmla="*/ 0 h 5078"/>
                  <a:gd name="T60" fmla="*/ 0 w 6175"/>
                  <a:gd name="T61" fmla="*/ 0 h 5078"/>
                  <a:gd name="T62" fmla="*/ 0 w 6175"/>
                  <a:gd name="T63" fmla="*/ 0 h 5078"/>
                  <a:gd name="T64" fmla="*/ 0 w 6175"/>
                  <a:gd name="T65" fmla="*/ 0 h 5078"/>
                  <a:gd name="T66" fmla="*/ 0 w 6175"/>
                  <a:gd name="T67" fmla="*/ 0 h 5078"/>
                  <a:gd name="T68" fmla="*/ 0 w 6175"/>
                  <a:gd name="T69" fmla="*/ 0 h 5078"/>
                  <a:gd name="T70" fmla="*/ 0 w 6175"/>
                  <a:gd name="T71" fmla="*/ 0 h 5078"/>
                  <a:gd name="T72" fmla="*/ 0 w 6175"/>
                  <a:gd name="T73" fmla="*/ 0 h 5078"/>
                  <a:gd name="T74" fmla="*/ 0 w 6175"/>
                  <a:gd name="T75" fmla="*/ 0 h 5078"/>
                  <a:gd name="T76" fmla="*/ 0 w 6175"/>
                  <a:gd name="T77" fmla="*/ 0 h 5078"/>
                  <a:gd name="T78" fmla="*/ 0 w 6175"/>
                  <a:gd name="T79" fmla="*/ 0 h 5078"/>
                  <a:gd name="T80" fmla="*/ 0 w 6175"/>
                  <a:gd name="T81" fmla="*/ 0 h 507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6175"/>
                  <a:gd name="T124" fmla="*/ 0 h 5078"/>
                  <a:gd name="T125" fmla="*/ 6175 w 6175"/>
                  <a:gd name="T126" fmla="*/ 5078 h 507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6175" h="5078">
                    <a:moveTo>
                      <a:pt x="2584" y="1102"/>
                    </a:moveTo>
                    <a:lnTo>
                      <a:pt x="407" y="571"/>
                    </a:lnTo>
                    <a:lnTo>
                      <a:pt x="545" y="296"/>
                    </a:lnTo>
                    <a:lnTo>
                      <a:pt x="938" y="0"/>
                    </a:lnTo>
                    <a:lnTo>
                      <a:pt x="507" y="296"/>
                    </a:lnTo>
                    <a:lnTo>
                      <a:pt x="216" y="1000"/>
                    </a:lnTo>
                    <a:lnTo>
                      <a:pt x="216" y="1573"/>
                    </a:lnTo>
                    <a:lnTo>
                      <a:pt x="295" y="1124"/>
                    </a:lnTo>
                    <a:lnTo>
                      <a:pt x="741" y="1827"/>
                    </a:lnTo>
                    <a:lnTo>
                      <a:pt x="741" y="2077"/>
                    </a:lnTo>
                    <a:lnTo>
                      <a:pt x="350" y="1775"/>
                    </a:lnTo>
                    <a:lnTo>
                      <a:pt x="489" y="1951"/>
                    </a:lnTo>
                    <a:lnTo>
                      <a:pt x="0" y="1849"/>
                    </a:lnTo>
                    <a:lnTo>
                      <a:pt x="369" y="2077"/>
                    </a:lnTo>
                    <a:lnTo>
                      <a:pt x="835" y="2174"/>
                    </a:lnTo>
                    <a:lnTo>
                      <a:pt x="451" y="2428"/>
                    </a:lnTo>
                    <a:lnTo>
                      <a:pt x="196" y="2428"/>
                    </a:lnTo>
                    <a:lnTo>
                      <a:pt x="432" y="2534"/>
                    </a:lnTo>
                    <a:lnTo>
                      <a:pt x="1100" y="2349"/>
                    </a:lnTo>
                    <a:lnTo>
                      <a:pt x="881" y="2626"/>
                    </a:lnTo>
                    <a:lnTo>
                      <a:pt x="295" y="2878"/>
                    </a:lnTo>
                    <a:lnTo>
                      <a:pt x="919" y="2676"/>
                    </a:lnTo>
                    <a:lnTo>
                      <a:pt x="727" y="2924"/>
                    </a:lnTo>
                    <a:lnTo>
                      <a:pt x="1252" y="3124"/>
                    </a:lnTo>
                    <a:lnTo>
                      <a:pt x="1451" y="2901"/>
                    </a:lnTo>
                    <a:lnTo>
                      <a:pt x="1310" y="3557"/>
                    </a:lnTo>
                    <a:lnTo>
                      <a:pt x="1310" y="3754"/>
                    </a:lnTo>
                    <a:lnTo>
                      <a:pt x="1526" y="3527"/>
                    </a:lnTo>
                    <a:lnTo>
                      <a:pt x="1842" y="2901"/>
                    </a:lnTo>
                    <a:lnTo>
                      <a:pt x="1743" y="3379"/>
                    </a:lnTo>
                    <a:lnTo>
                      <a:pt x="1743" y="3578"/>
                    </a:lnTo>
                    <a:lnTo>
                      <a:pt x="2073" y="2952"/>
                    </a:lnTo>
                    <a:lnTo>
                      <a:pt x="2218" y="3025"/>
                    </a:lnTo>
                    <a:lnTo>
                      <a:pt x="2055" y="3329"/>
                    </a:lnTo>
                    <a:lnTo>
                      <a:pt x="1999" y="3679"/>
                    </a:lnTo>
                    <a:lnTo>
                      <a:pt x="1743" y="4383"/>
                    </a:lnTo>
                    <a:lnTo>
                      <a:pt x="1588" y="4981"/>
                    </a:lnTo>
                    <a:lnTo>
                      <a:pt x="1821" y="4309"/>
                    </a:lnTo>
                    <a:lnTo>
                      <a:pt x="2411" y="3329"/>
                    </a:lnTo>
                    <a:lnTo>
                      <a:pt x="2411" y="3626"/>
                    </a:lnTo>
                    <a:lnTo>
                      <a:pt x="2644" y="3248"/>
                    </a:lnTo>
                    <a:lnTo>
                      <a:pt x="2861" y="3431"/>
                    </a:lnTo>
                    <a:lnTo>
                      <a:pt x="2487" y="4057"/>
                    </a:lnTo>
                    <a:lnTo>
                      <a:pt x="1901" y="4729"/>
                    </a:lnTo>
                    <a:lnTo>
                      <a:pt x="2630" y="4258"/>
                    </a:lnTo>
                    <a:lnTo>
                      <a:pt x="2996" y="3527"/>
                    </a:lnTo>
                    <a:lnTo>
                      <a:pt x="3605" y="3982"/>
                    </a:lnTo>
                    <a:lnTo>
                      <a:pt x="2566" y="5078"/>
                    </a:lnTo>
                    <a:lnTo>
                      <a:pt x="3645" y="4008"/>
                    </a:lnTo>
                    <a:lnTo>
                      <a:pt x="4020" y="4232"/>
                    </a:lnTo>
                    <a:lnTo>
                      <a:pt x="4353" y="4280"/>
                    </a:lnTo>
                    <a:lnTo>
                      <a:pt x="4841" y="4507"/>
                    </a:lnTo>
                    <a:lnTo>
                      <a:pt x="5210" y="4507"/>
                    </a:lnTo>
                    <a:lnTo>
                      <a:pt x="5994" y="4729"/>
                    </a:lnTo>
                    <a:lnTo>
                      <a:pt x="5702" y="4383"/>
                    </a:lnTo>
                    <a:lnTo>
                      <a:pt x="5702" y="4206"/>
                    </a:lnTo>
                    <a:lnTo>
                      <a:pt x="5606" y="4206"/>
                    </a:lnTo>
                    <a:lnTo>
                      <a:pt x="5486" y="3902"/>
                    </a:lnTo>
                    <a:lnTo>
                      <a:pt x="5702" y="3777"/>
                    </a:lnTo>
                    <a:lnTo>
                      <a:pt x="6175" y="3777"/>
                    </a:lnTo>
                    <a:lnTo>
                      <a:pt x="5530" y="3475"/>
                    </a:lnTo>
                    <a:lnTo>
                      <a:pt x="5114" y="3475"/>
                    </a:lnTo>
                    <a:lnTo>
                      <a:pt x="4797" y="3351"/>
                    </a:lnTo>
                    <a:lnTo>
                      <a:pt x="4412" y="3475"/>
                    </a:lnTo>
                    <a:lnTo>
                      <a:pt x="4412" y="3025"/>
                    </a:lnTo>
                    <a:lnTo>
                      <a:pt x="3588" y="2924"/>
                    </a:lnTo>
                    <a:lnTo>
                      <a:pt x="2742" y="2726"/>
                    </a:lnTo>
                    <a:lnTo>
                      <a:pt x="2171" y="2428"/>
                    </a:lnTo>
                    <a:lnTo>
                      <a:pt x="2630" y="2502"/>
                    </a:lnTo>
                    <a:lnTo>
                      <a:pt x="3094" y="2502"/>
                    </a:lnTo>
                    <a:lnTo>
                      <a:pt x="3628" y="2349"/>
                    </a:lnTo>
                    <a:lnTo>
                      <a:pt x="2630" y="2203"/>
                    </a:lnTo>
                    <a:lnTo>
                      <a:pt x="1606" y="1798"/>
                    </a:lnTo>
                    <a:lnTo>
                      <a:pt x="1434" y="1573"/>
                    </a:lnTo>
                    <a:lnTo>
                      <a:pt x="2308" y="1775"/>
                    </a:lnTo>
                    <a:lnTo>
                      <a:pt x="2861" y="1775"/>
                    </a:lnTo>
                    <a:lnTo>
                      <a:pt x="3094" y="1701"/>
                    </a:lnTo>
                    <a:lnTo>
                      <a:pt x="2782" y="1701"/>
                    </a:lnTo>
                    <a:lnTo>
                      <a:pt x="2331" y="1378"/>
                    </a:lnTo>
                    <a:lnTo>
                      <a:pt x="1703" y="1174"/>
                    </a:lnTo>
                    <a:lnTo>
                      <a:pt x="1548" y="1000"/>
                    </a:lnTo>
                    <a:lnTo>
                      <a:pt x="1977" y="1102"/>
                    </a:lnTo>
                    <a:lnTo>
                      <a:pt x="2584" y="1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1" name="Freeform 449">
                <a:extLst>
                  <a:ext uri="{FF2B5EF4-FFF2-40B4-BE49-F238E27FC236}">
                    <a16:creationId xmlns:a16="http://schemas.microsoft.com/office/drawing/2014/main" id="{323679A5-E95F-973C-C862-2F417AD49D51}"/>
                  </a:ext>
                </a:extLst>
              </p:cNvPr>
              <p:cNvSpPr>
                <a:spLocks/>
              </p:cNvSpPr>
              <p:nvPr/>
            </p:nvSpPr>
            <p:spPr bwMode="auto">
              <a:xfrm>
                <a:off x="89" y="2547"/>
                <a:ext cx="173" cy="325"/>
              </a:xfrm>
              <a:custGeom>
                <a:avLst/>
                <a:gdLst>
                  <a:gd name="T0" fmla="*/ 0 w 1728"/>
                  <a:gd name="T1" fmla="*/ 0 h 3259"/>
                  <a:gd name="T2" fmla="*/ 0 w 1728"/>
                  <a:gd name="T3" fmla="*/ 0 h 3259"/>
                  <a:gd name="T4" fmla="*/ 0 w 1728"/>
                  <a:gd name="T5" fmla="*/ 0 h 3259"/>
                  <a:gd name="T6" fmla="*/ 0 w 1728"/>
                  <a:gd name="T7" fmla="*/ 0 h 3259"/>
                  <a:gd name="T8" fmla="*/ 0 w 1728"/>
                  <a:gd name="T9" fmla="*/ 0 h 3259"/>
                  <a:gd name="T10" fmla="*/ 0 w 1728"/>
                  <a:gd name="T11" fmla="*/ 0 h 3259"/>
                  <a:gd name="T12" fmla="*/ 0 w 1728"/>
                  <a:gd name="T13" fmla="*/ 0 h 3259"/>
                  <a:gd name="T14" fmla="*/ 0 w 1728"/>
                  <a:gd name="T15" fmla="*/ 0 h 3259"/>
                  <a:gd name="T16" fmla="*/ 0 w 1728"/>
                  <a:gd name="T17" fmla="*/ 0 h 3259"/>
                  <a:gd name="T18" fmla="*/ 0 w 1728"/>
                  <a:gd name="T19" fmla="*/ 0 h 3259"/>
                  <a:gd name="T20" fmla="*/ 0 w 1728"/>
                  <a:gd name="T21" fmla="*/ 0 h 3259"/>
                  <a:gd name="T22" fmla="*/ 0 w 1728"/>
                  <a:gd name="T23" fmla="*/ 0 h 3259"/>
                  <a:gd name="T24" fmla="*/ 0 w 1728"/>
                  <a:gd name="T25" fmla="*/ 0 h 3259"/>
                  <a:gd name="T26" fmla="*/ 0 w 1728"/>
                  <a:gd name="T27" fmla="*/ 0 h 3259"/>
                  <a:gd name="T28" fmla="*/ 0 w 1728"/>
                  <a:gd name="T29" fmla="*/ 0 h 3259"/>
                  <a:gd name="T30" fmla="*/ 0 w 1728"/>
                  <a:gd name="T31" fmla="*/ 0 h 3259"/>
                  <a:gd name="T32" fmla="*/ 0 w 1728"/>
                  <a:gd name="T33" fmla="*/ 0 h 3259"/>
                  <a:gd name="T34" fmla="*/ 0 w 1728"/>
                  <a:gd name="T35" fmla="*/ 0 h 3259"/>
                  <a:gd name="T36" fmla="*/ 0 w 1728"/>
                  <a:gd name="T37" fmla="*/ 0 h 3259"/>
                  <a:gd name="T38" fmla="*/ 0 w 1728"/>
                  <a:gd name="T39" fmla="*/ 0 h 3259"/>
                  <a:gd name="T40" fmla="*/ 0 w 1728"/>
                  <a:gd name="T41" fmla="*/ 0 h 3259"/>
                  <a:gd name="T42" fmla="*/ 0 w 1728"/>
                  <a:gd name="T43" fmla="*/ 0 h 3259"/>
                  <a:gd name="T44" fmla="*/ 0 w 1728"/>
                  <a:gd name="T45" fmla="*/ 0 h 3259"/>
                  <a:gd name="T46" fmla="*/ 0 w 1728"/>
                  <a:gd name="T47" fmla="*/ 0 h 3259"/>
                  <a:gd name="T48" fmla="*/ 0 w 1728"/>
                  <a:gd name="T49" fmla="*/ 0 h 3259"/>
                  <a:gd name="T50" fmla="*/ 0 w 1728"/>
                  <a:gd name="T51" fmla="*/ 0 h 3259"/>
                  <a:gd name="T52" fmla="*/ 0 w 1728"/>
                  <a:gd name="T53" fmla="*/ 0 h 3259"/>
                  <a:gd name="T54" fmla="*/ 0 w 1728"/>
                  <a:gd name="T55" fmla="*/ 0 h 3259"/>
                  <a:gd name="T56" fmla="*/ 0 w 1728"/>
                  <a:gd name="T57" fmla="*/ 0 h 3259"/>
                  <a:gd name="T58" fmla="*/ 0 w 1728"/>
                  <a:gd name="T59" fmla="*/ 0 h 3259"/>
                  <a:gd name="T60" fmla="*/ 0 w 1728"/>
                  <a:gd name="T61" fmla="*/ 0 h 3259"/>
                  <a:gd name="T62" fmla="*/ 0 w 1728"/>
                  <a:gd name="T63" fmla="*/ 0 h 3259"/>
                  <a:gd name="T64" fmla="*/ 0 w 1728"/>
                  <a:gd name="T65" fmla="*/ 0 h 32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28"/>
                  <a:gd name="T100" fmla="*/ 0 h 3259"/>
                  <a:gd name="T101" fmla="*/ 1728 w 1728"/>
                  <a:gd name="T102" fmla="*/ 3259 h 325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28" h="3259">
                    <a:moveTo>
                      <a:pt x="1614" y="400"/>
                    </a:moveTo>
                    <a:lnTo>
                      <a:pt x="1350" y="827"/>
                    </a:lnTo>
                    <a:lnTo>
                      <a:pt x="1350" y="1377"/>
                    </a:lnTo>
                    <a:lnTo>
                      <a:pt x="1177" y="1276"/>
                    </a:lnTo>
                    <a:lnTo>
                      <a:pt x="1432" y="2003"/>
                    </a:lnTo>
                    <a:lnTo>
                      <a:pt x="1530" y="2631"/>
                    </a:lnTo>
                    <a:lnTo>
                      <a:pt x="1394" y="2157"/>
                    </a:lnTo>
                    <a:lnTo>
                      <a:pt x="1078" y="1831"/>
                    </a:lnTo>
                    <a:lnTo>
                      <a:pt x="631" y="1604"/>
                    </a:lnTo>
                    <a:lnTo>
                      <a:pt x="1078" y="2251"/>
                    </a:lnTo>
                    <a:lnTo>
                      <a:pt x="1372" y="3161"/>
                    </a:lnTo>
                    <a:lnTo>
                      <a:pt x="1592" y="3259"/>
                    </a:lnTo>
                    <a:lnTo>
                      <a:pt x="1293" y="3230"/>
                    </a:lnTo>
                    <a:lnTo>
                      <a:pt x="1099" y="2526"/>
                    </a:lnTo>
                    <a:lnTo>
                      <a:pt x="354" y="1505"/>
                    </a:lnTo>
                    <a:lnTo>
                      <a:pt x="0" y="777"/>
                    </a:lnTo>
                    <a:lnTo>
                      <a:pt x="310" y="1328"/>
                    </a:lnTo>
                    <a:lnTo>
                      <a:pt x="1015" y="1706"/>
                    </a:lnTo>
                    <a:lnTo>
                      <a:pt x="751" y="1404"/>
                    </a:lnTo>
                    <a:lnTo>
                      <a:pt x="549" y="1074"/>
                    </a:lnTo>
                    <a:lnTo>
                      <a:pt x="669" y="1127"/>
                    </a:lnTo>
                    <a:lnTo>
                      <a:pt x="807" y="1074"/>
                    </a:lnTo>
                    <a:lnTo>
                      <a:pt x="587" y="901"/>
                    </a:lnTo>
                    <a:lnTo>
                      <a:pt x="1007" y="901"/>
                    </a:lnTo>
                    <a:lnTo>
                      <a:pt x="807" y="696"/>
                    </a:lnTo>
                    <a:lnTo>
                      <a:pt x="492" y="652"/>
                    </a:lnTo>
                    <a:lnTo>
                      <a:pt x="341" y="448"/>
                    </a:lnTo>
                    <a:lnTo>
                      <a:pt x="100" y="326"/>
                    </a:lnTo>
                    <a:lnTo>
                      <a:pt x="587" y="498"/>
                    </a:lnTo>
                    <a:lnTo>
                      <a:pt x="946" y="675"/>
                    </a:lnTo>
                    <a:lnTo>
                      <a:pt x="1198" y="675"/>
                    </a:lnTo>
                    <a:lnTo>
                      <a:pt x="1728" y="0"/>
                    </a:lnTo>
                    <a:lnTo>
                      <a:pt x="1614" y="4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2" name="Freeform 450">
                <a:extLst>
                  <a:ext uri="{FF2B5EF4-FFF2-40B4-BE49-F238E27FC236}">
                    <a16:creationId xmlns:a16="http://schemas.microsoft.com/office/drawing/2014/main" id="{AA23071B-3292-CD76-D666-18CC8C39BC54}"/>
                  </a:ext>
                </a:extLst>
              </p:cNvPr>
              <p:cNvSpPr>
                <a:spLocks/>
              </p:cNvSpPr>
              <p:nvPr/>
            </p:nvSpPr>
            <p:spPr bwMode="auto">
              <a:xfrm>
                <a:off x="78" y="2158"/>
                <a:ext cx="136" cy="446"/>
              </a:xfrm>
              <a:custGeom>
                <a:avLst/>
                <a:gdLst>
                  <a:gd name="T0" fmla="*/ 0 w 1368"/>
                  <a:gd name="T1" fmla="*/ 0 h 4452"/>
                  <a:gd name="T2" fmla="*/ 0 w 1368"/>
                  <a:gd name="T3" fmla="*/ 0 h 4452"/>
                  <a:gd name="T4" fmla="*/ 0 w 1368"/>
                  <a:gd name="T5" fmla="*/ 0 h 4452"/>
                  <a:gd name="T6" fmla="*/ 0 w 1368"/>
                  <a:gd name="T7" fmla="*/ 0 h 4452"/>
                  <a:gd name="T8" fmla="*/ 0 w 1368"/>
                  <a:gd name="T9" fmla="*/ 0 h 4452"/>
                  <a:gd name="T10" fmla="*/ 0 w 1368"/>
                  <a:gd name="T11" fmla="*/ 0 h 4452"/>
                  <a:gd name="T12" fmla="*/ 0 w 1368"/>
                  <a:gd name="T13" fmla="*/ 0 h 4452"/>
                  <a:gd name="T14" fmla="*/ 0 w 1368"/>
                  <a:gd name="T15" fmla="*/ 0 h 4452"/>
                  <a:gd name="T16" fmla="*/ 0 w 1368"/>
                  <a:gd name="T17" fmla="*/ 0 h 4452"/>
                  <a:gd name="T18" fmla="*/ 0 w 1368"/>
                  <a:gd name="T19" fmla="*/ 0 h 4452"/>
                  <a:gd name="T20" fmla="*/ 0 w 1368"/>
                  <a:gd name="T21" fmla="*/ 0 h 44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68"/>
                  <a:gd name="T34" fmla="*/ 0 h 4452"/>
                  <a:gd name="T35" fmla="*/ 1368 w 1368"/>
                  <a:gd name="T36" fmla="*/ 4452 h 44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68" h="4452">
                    <a:moveTo>
                      <a:pt x="99" y="4452"/>
                    </a:moveTo>
                    <a:lnTo>
                      <a:pt x="99" y="3706"/>
                    </a:lnTo>
                    <a:lnTo>
                      <a:pt x="0" y="2706"/>
                    </a:lnTo>
                    <a:lnTo>
                      <a:pt x="23" y="2130"/>
                    </a:lnTo>
                    <a:lnTo>
                      <a:pt x="353" y="1146"/>
                    </a:lnTo>
                    <a:lnTo>
                      <a:pt x="784" y="676"/>
                    </a:lnTo>
                    <a:lnTo>
                      <a:pt x="784" y="501"/>
                    </a:lnTo>
                    <a:lnTo>
                      <a:pt x="1000" y="321"/>
                    </a:lnTo>
                    <a:lnTo>
                      <a:pt x="1000" y="222"/>
                    </a:lnTo>
                    <a:lnTo>
                      <a:pt x="1130" y="73"/>
                    </a:lnTo>
                    <a:lnTo>
                      <a:pt x="1368"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83" name="Freeform 451">
                <a:extLst>
                  <a:ext uri="{FF2B5EF4-FFF2-40B4-BE49-F238E27FC236}">
                    <a16:creationId xmlns:a16="http://schemas.microsoft.com/office/drawing/2014/main" id="{2378F7DD-F1F9-FAEA-7BC3-EDBE4C70AA08}"/>
                  </a:ext>
                </a:extLst>
              </p:cNvPr>
              <p:cNvSpPr>
                <a:spLocks/>
              </p:cNvSpPr>
              <p:nvPr/>
            </p:nvSpPr>
            <p:spPr bwMode="auto">
              <a:xfrm>
                <a:off x="422" y="2196"/>
                <a:ext cx="103" cy="306"/>
              </a:xfrm>
              <a:custGeom>
                <a:avLst/>
                <a:gdLst>
                  <a:gd name="T0" fmla="*/ 0 w 1021"/>
                  <a:gd name="T1" fmla="*/ 0 h 3058"/>
                  <a:gd name="T2" fmla="*/ 0 w 1021"/>
                  <a:gd name="T3" fmla="*/ 0 h 3058"/>
                  <a:gd name="T4" fmla="*/ 0 w 1021"/>
                  <a:gd name="T5" fmla="*/ 0 h 3058"/>
                  <a:gd name="T6" fmla="*/ 0 w 1021"/>
                  <a:gd name="T7" fmla="*/ 0 h 3058"/>
                  <a:gd name="T8" fmla="*/ 0 w 1021"/>
                  <a:gd name="T9" fmla="*/ 0 h 3058"/>
                  <a:gd name="T10" fmla="*/ 0 w 1021"/>
                  <a:gd name="T11" fmla="*/ 0 h 3058"/>
                  <a:gd name="T12" fmla="*/ 0 w 1021"/>
                  <a:gd name="T13" fmla="*/ 0 h 3058"/>
                  <a:gd name="T14" fmla="*/ 0 w 1021"/>
                  <a:gd name="T15" fmla="*/ 0 h 3058"/>
                  <a:gd name="T16" fmla="*/ 0 60000 65536"/>
                  <a:gd name="T17" fmla="*/ 0 60000 65536"/>
                  <a:gd name="T18" fmla="*/ 0 60000 65536"/>
                  <a:gd name="T19" fmla="*/ 0 60000 65536"/>
                  <a:gd name="T20" fmla="*/ 0 60000 65536"/>
                  <a:gd name="T21" fmla="*/ 0 60000 65536"/>
                  <a:gd name="T22" fmla="*/ 0 60000 65536"/>
                  <a:gd name="T23" fmla="*/ 0 60000 65536"/>
                  <a:gd name="T24" fmla="*/ 0 w 1021"/>
                  <a:gd name="T25" fmla="*/ 0 h 3058"/>
                  <a:gd name="T26" fmla="*/ 1021 w 1021"/>
                  <a:gd name="T27" fmla="*/ 3058 h 30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21" h="3058">
                    <a:moveTo>
                      <a:pt x="0" y="0"/>
                    </a:moveTo>
                    <a:lnTo>
                      <a:pt x="238" y="228"/>
                    </a:lnTo>
                    <a:lnTo>
                      <a:pt x="316" y="452"/>
                    </a:lnTo>
                    <a:lnTo>
                      <a:pt x="551" y="700"/>
                    </a:lnTo>
                    <a:lnTo>
                      <a:pt x="729" y="1230"/>
                    </a:lnTo>
                    <a:lnTo>
                      <a:pt x="729" y="1502"/>
                    </a:lnTo>
                    <a:lnTo>
                      <a:pt x="1021" y="2349"/>
                    </a:lnTo>
                    <a:lnTo>
                      <a:pt x="1021" y="3058"/>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84" name="Freeform 452">
                <a:extLst>
                  <a:ext uri="{FF2B5EF4-FFF2-40B4-BE49-F238E27FC236}">
                    <a16:creationId xmlns:a16="http://schemas.microsoft.com/office/drawing/2014/main" id="{36F5C041-A70E-5ECC-5375-EA5D4540FCBE}"/>
                  </a:ext>
                </a:extLst>
              </p:cNvPr>
              <p:cNvSpPr>
                <a:spLocks/>
              </p:cNvSpPr>
              <p:nvPr/>
            </p:nvSpPr>
            <p:spPr bwMode="auto">
              <a:xfrm>
                <a:off x="525" y="2429"/>
                <a:ext cx="39" cy="95"/>
              </a:xfrm>
              <a:custGeom>
                <a:avLst/>
                <a:gdLst>
                  <a:gd name="T0" fmla="*/ 0 w 393"/>
                  <a:gd name="T1" fmla="*/ 0 h 952"/>
                  <a:gd name="T2" fmla="*/ 0 w 393"/>
                  <a:gd name="T3" fmla="*/ 0 h 952"/>
                  <a:gd name="T4" fmla="*/ 0 w 393"/>
                  <a:gd name="T5" fmla="*/ 0 h 952"/>
                  <a:gd name="T6" fmla="*/ 0 w 393"/>
                  <a:gd name="T7" fmla="*/ 0 h 952"/>
                  <a:gd name="T8" fmla="*/ 0 w 393"/>
                  <a:gd name="T9" fmla="*/ 0 h 952"/>
                  <a:gd name="T10" fmla="*/ 0 w 393"/>
                  <a:gd name="T11" fmla="*/ 0 h 952"/>
                  <a:gd name="T12" fmla="*/ 0 w 393"/>
                  <a:gd name="T13" fmla="*/ 0 h 952"/>
                  <a:gd name="T14" fmla="*/ 0 w 393"/>
                  <a:gd name="T15" fmla="*/ 0 h 952"/>
                  <a:gd name="T16" fmla="*/ 0 w 393"/>
                  <a:gd name="T17" fmla="*/ 0 h 952"/>
                  <a:gd name="T18" fmla="*/ 0 w 393"/>
                  <a:gd name="T19" fmla="*/ 0 h 95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3"/>
                  <a:gd name="T31" fmla="*/ 0 h 952"/>
                  <a:gd name="T32" fmla="*/ 393 w 393"/>
                  <a:gd name="T33" fmla="*/ 952 h 95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3" h="952">
                    <a:moveTo>
                      <a:pt x="0" y="16"/>
                    </a:moveTo>
                    <a:lnTo>
                      <a:pt x="238" y="397"/>
                    </a:lnTo>
                    <a:lnTo>
                      <a:pt x="238" y="773"/>
                    </a:lnTo>
                    <a:lnTo>
                      <a:pt x="40" y="773"/>
                    </a:lnTo>
                    <a:lnTo>
                      <a:pt x="393" y="952"/>
                    </a:lnTo>
                    <a:lnTo>
                      <a:pt x="273" y="825"/>
                    </a:lnTo>
                    <a:lnTo>
                      <a:pt x="393" y="647"/>
                    </a:lnTo>
                    <a:lnTo>
                      <a:pt x="393" y="420"/>
                    </a:lnTo>
                    <a:lnTo>
                      <a:pt x="0" y="0"/>
                    </a:lnTo>
                    <a:lnTo>
                      <a:pt x="0"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5" name="Freeform 453">
                <a:extLst>
                  <a:ext uri="{FF2B5EF4-FFF2-40B4-BE49-F238E27FC236}">
                    <a16:creationId xmlns:a16="http://schemas.microsoft.com/office/drawing/2014/main" id="{6BA850B0-D7A5-D1A8-38A8-6798E5CCF7A2}"/>
                  </a:ext>
                </a:extLst>
              </p:cNvPr>
              <p:cNvSpPr>
                <a:spLocks/>
              </p:cNvSpPr>
              <p:nvPr/>
            </p:nvSpPr>
            <p:spPr bwMode="auto">
              <a:xfrm>
                <a:off x="532" y="2439"/>
                <a:ext cx="59" cy="77"/>
              </a:xfrm>
              <a:custGeom>
                <a:avLst/>
                <a:gdLst>
                  <a:gd name="T0" fmla="*/ 0 w 593"/>
                  <a:gd name="T1" fmla="*/ 0 h 780"/>
                  <a:gd name="T2" fmla="*/ 0 w 593"/>
                  <a:gd name="T3" fmla="*/ 0 h 780"/>
                  <a:gd name="T4" fmla="*/ 0 w 593"/>
                  <a:gd name="T5" fmla="*/ 0 h 780"/>
                  <a:gd name="T6" fmla="*/ 0 60000 65536"/>
                  <a:gd name="T7" fmla="*/ 0 60000 65536"/>
                  <a:gd name="T8" fmla="*/ 0 60000 65536"/>
                  <a:gd name="T9" fmla="*/ 0 w 593"/>
                  <a:gd name="T10" fmla="*/ 0 h 780"/>
                  <a:gd name="T11" fmla="*/ 593 w 593"/>
                  <a:gd name="T12" fmla="*/ 780 h 780"/>
                </a:gdLst>
                <a:ahLst/>
                <a:cxnLst>
                  <a:cxn ang="T6">
                    <a:pos x="T0" y="T1"/>
                  </a:cxn>
                  <a:cxn ang="T7">
                    <a:pos x="T2" y="T3"/>
                  </a:cxn>
                  <a:cxn ang="T8">
                    <a:pos x="T4" y="T5"/>
                  </a:cxn>
                </a:cxnLst>
                <a:rect l="T9" t="T10" r="T11" b="T12"/>
                <a:pathLst>
                  <a:path w="593" h="780">
                    <a:moveTo>
                      <a:pt x="0" y="0"/>
                    </a:moveTo>
                    <a:lnTo>
                      <a:pt x="357" y="152"/>
                    </a:lnTo>
                    <a:lnTo>
                      <a:pt x="593" y="78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86" name="Freeform 454">
                <a:extLst>
                  <a:ext uri="{FF2B5EF4-FFF2-40B4-BE49-F238E27FC236}">
                    <a16:creationId xmlns:a16="http://schemas.microsoft.com/office/drawing/2014/main" id="{29594352-4CFF-52B8-5350-8D98B020FB82}"/>
                  </a:ext>
                </a:extLst>
              </p:cNvPr>
              <p:cNvSpPr>
                <a:spLocks/>
              </p:cNvSpPr>
              <p:nvPr/>
            </p:nvSpPr>
            <p:spPr bwMode="auto">
              <a:xfrm>
                <a:off x="591" y="2516"/>
                <a:ext cx="86" cy="53"/>
              </a:xfrm>
              <a:custGeom>
                <a:avLst/>
                <a:gdLst>
                  <a:gd name="T0" fmla="*/ 0 w 861"/>
                  <a:gd name="T1" fmla="*/ 0 h 526"/>
                  <a:gd name="T2" fmla="*/ 0 w 861"/>
                  <a:gd name="T3" fmla="*/ 0 h 526"/>
                  <a:gd name="T4" fmla="*/ 0 w 861"/>
                  <a:gd name="T5" fmla="*/ 0 h 526"/>
                  <a:gd name="T6" fmla="*/ 0 w 861"/>
                  <a:gd name="T7" fmla="*/ 0 h 526"/>
                  <a:gd name="T8" fmla="*/ 0 w 861"/>
                  <a:gd name="T9" fmla="*/ 0 h 526"/>
                  <a:gd name="T10" fmla="*/ 0 w 861"/>
                  <a:gd name="T11" fmla="*/ 0 h 526"/>
                  <a:gd name="T12" fmla="*/ 0 w 861"/>
                  <a:gd name="T13" fmla="*/ 0 h 526"/>
                  <a:gd name="T14" fmla="*/ 0 60000 65536"/>
                  <a:gd name="T15" fmla="*/ 0 60000 65536"/>
                  <a:gd name="T16" fmla="*/ 0 60000 65536"/>
                  <a:gd name="T17" fmla="*/ 0 60000 65536"/>
                  <a:gd name="T18" fmla="*/ 0 60000 65536"/>
                  <a:gd name="T19" fmla="*/ 0 60000 65536"/>
                  <a:gd name="T20" fmla="*/ 0 60000 65536"/>
                  <a:gd name="T21" fmla="*/ 0 w 861"/>
                  <a:gd name="T22" fmla="*/ 0 h 526"/>
                  <a:gd name="T23" fmla="*/ 861 w 861"/>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61" h="526">
                    <a:moveTo>
                      <a:pt x="0" y="0"/>
                    </a:moveTo>
                    <a:lnTo>
                      <a:pt x="174" y="200"/>
                    </a:lnTo>
                    <a:lnTo>
                      <a:pt x="645" y="402"/>
                    </a:lnTo>
                    <a:lnTo>
                      <a:pt x="549" y="526"/>
                    </a:lnTo>
                    <a:lnTo>
                      <a:pt x="861" y="350"/>
                    </a:lnTo>
                    <a:lnTo>
                      <a:pt x="13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7" name="Freeform 455">
                <a:extLst>
                  <a:ext uri="{FF2B5EF4-FFF2-40B4-BE49-F238E27FC236}">
                    <a16:creationId xmlns:a16="http://schemas.microsoft.com/office/drawing/2014/main" id="{6AAC143D-0EFA-D41B-E0EF-B4AB56D90491}"/>
                  </a:ext>
                </a:extLst>
              </p:cNvPr>
              <p:cNvSpPr>
                <a:spLocks/>
              </p:cNvSpPr>
              <p:nvPr/>
            </p:nvSpPr>
            <p:spPr bwMode="auto">
              <a:xfrm>
                <a:off x="593" y="2554"/>
                <a:ext cx="231" cy="155"/>
              </a:xfrm>
              <a:custGeom>
                <a:avLst/>
                <a:gdLst>
                  <a:gd name="T0" fmla="*/ 0 w 2312"/>
                  <a:gd name="T1" fmla="*/ 0 h 1555"/>
                  <a:gd name="T2" fmla="*/ 0 w 2312"/>
                  <a:gd name="T3" fmla="*/ 0 h 1555"/>
                  <a:gd name="T4" fmla="*/ 0 w 2312"/>
                  <a:gd name="T5" fmla="*/ 0 h 1555"/>
                  <a:gd name="T6" fmla="*/ 0 w 2312"/>
                  <a:gd name="T7" fmla="*/ 0 h 1555"/>
                  <a:gd name="T8" fmla="*/ 0 w 2312"/>
                  <a:gd name="T9" fmla="*/ 0 h 1555"/>
                  <a:gd name="T10" fmla="*/ 0 w 2312"/>
                  <a:gd name="T11" fmla="*/ 0 h 1555"/>
                  <a:gd name="T12" fmla="*/ 0 w 2312"/>
                  <a:gd name="T13" fmla="*/ 0 h 1555"/>
                  <a:gd name="T14" fmla="*/ 0 w 2312"/>
                  <a:gd name="T15" fmla="*/ 0 h 1555"/>
                  <a:gd name="T16" fmla="*/ 0 w 2312"/>
                  <a:gd name="T17" fmla="*/ 0 h 1555"/>
                  <a:gd name="T18" fmla="*/ 0 w 2312"/>
                  <a:gd name="T19" fmla="*/ 0 h 1555"/>
                  <a:gd name="T20" fmla="*/ 0 w 2312"/>
                  <a:gd name="T21" fmla="*/ 0 h 1555"/>
                  <a:gd name="T22" fmla="*/ 0 w 2312"/>
                  <a:gd name="T23" fmla="*/ 0 h 1555"/>
                  <a:gd name="T24" fmla="*/ 0 w 2312"/>
                  <a:gd name="T25" fmla="*/ 0 h 1555"/>
                  <a:gd name="T26" fmla="*/ 0 w 2312"/>
                  <a:gd name="T27" fmla="*/ 0 h 1555"/>
                  <a:gd name="T28" fmla="*/ 0 w 2312"/>
                  <a:gd name="T29" fmla="*/ 0 h 1555"/>
                  <a:gd name="T30" fmla="*/ 0 w 2312"/>
                  <a:gd name="T31" fmla="*/ 0 h 1555"/>
                  <a:gd name="T32" fmla="*/ 0 w 2312"/>
                  <a:gd name="T33" fmla="*/ 0 h 1555"/>
                  <a:gd name="T34" fmla="*/ 0 w 2312"/>
                  <a:gd name="T35" fmla="*/ 0 h 1555"/>
                  <a:gd name="T36" fmla="*/ 0 w 2312"/>
                  <a:gd name="T37" fmla="*/ 0 h 1555"/>
                  <a:gd name="T38" fmla="*/ 0 w 2312"/>
                  <a:gd name="T39" fmla="*/ 0 h 15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312"/>
                  <a:gd name="T61" fmla="*/ 0 h 1555"/>
                  <a:gd name="T62" fmla="*/ 2312 w 2312"/>
                  <a:gd name="T63" fmla="*/ 1555 h 155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312" h="1555">
                    <a:moveTo>
                      <a:pt x="0" y="0"/>
                    </a:moveTo>
                    <a:lnTo>
                      <a:pt x="240" y="0"/>
                    </a:lnTo>
                    <a:lnTo>
                      <a:pt x="511" y="174"/>
                    </a:lnTo>
                    <a:lnTo>
                      <a:pt x="671" y="50"/>
                    </a:lnTo>
                    <a:lnTo>
                      <a:pt x="1036" y="50"/>
                    </a:lnTo>
                    <a:lnTo>
                      <a:pt x="1511" y="252"/>
                    </a:lnTo>
                    <a:lnTo>
                      <a:pt x="1704" y="252"/>
                    </a:lnTo>
                    <a:lnTo>
                      <a:pt x="1648" y="399"/>
                    </a:lnTo>
                    <a:lnTo>
                      <a:pt x="1648" y="551"/>
                    </a:lnTo>
                    <a:lnTo>
                      <a:pt x="2312" y="849"/>
                    </a:lnTo>
                    <a:lnTo>
                      <a:pt x="1963" y="1078"/>
                    </a:lnTo>
                    <a:lnTo>
                      <a:pt x="1867" y="1356"/>
                    </a:lnTo>
                    <a:lnTo>
                      <a:pt x="1585" y="1555"/>
                    </a:lnTo>
                    <a:lnTo>
                      <a:pt x="2023" y="952"/>
                    </a:lnTo>
                    <a:lnTo>
                      <a:pt x="1549" y="753"/>
                    </a:lnTo>
                    <a:lnTo>
                      <a:pt x="1192" y="424"/>
                    </a:lnTo>
                    <a:lnTo>
                      <a:pt x="784" y="275"/>
                    </a:lnTo>
                    <a:lnTo>
                      <a:pt x="433" y="275"/>
                    </a:lnTo>
                    <a:lnTo>
                      <a:pt x="141" y="2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8" name="Freeform 456">
                <a:extLst>
                  <a:ext uri="{FF2B5EF4-FFF2-40B4-BE49-F238E27FC236}">
                    <a16:creationId xmlns:a16="http://schemas.microsoft.com/office/drawing/2014/main" id="{6776447F-B6D3-568D-40C6-08992B5ADCBD}"/>
                  </a:ext>
                </a:extLst>
              </p:cNvPr>
              <p:cNvSpPr>
                <a:spLocks/>
              </p:cNvSpPr>
              <p:nvPr/>
            </p:nvSpPr>
            <p:spPr bwMode="auto">
              <a:xfrm>
                <a:off x="560" y="2567"/>
                <a:ext cx="37" cy="35"/>
              </a:xfrm>
              <a:custGeom>
                <a:avLst/>
                <a:gdLst>
                  <a:gd name="T0" fmla="*/ 0 w 372"/>
                  <a:gd name="T1" fmla="*/ 0 h 349"/>
                  <a:gd name="T2" fmla="*/ 0 w 372"/>
                  <a:gd name="T3" fmla="*/ 0 h 349"/>
                  <a:gd name="T4" fmla="*/ 0 w 372"/>
                  <a:gd name="T5" fmla="*/ 0 h 349"/>
                  <a:gd name="T6" fmla="*/ 0 w 372"/>
                  <a:gd name="T7" fmla="*/ 0 h 349"/>
                  <a:gd name="T8" fmla="*/ 0 w 372"/>
                  <a:gd name="T9" fmla="*/ 0 h 349"/>
                  <a:gd name="T10" fmla="*/ 0 60000 65536"/>
                  <a:gd name="T11" fmla="*/ 0 60000 65536"/>
                  <a:gd name="T12" fmla="*/ 0 60000 65536"/>
                  <a:gd name="T13" fmla="*/ 0 60000 65536"/>
                  <a:gd name="T14" fmla="*/ 0 60000 65536"/>
                  <a:gd name="T15" fmla="*/ 0 w 372"/>
                  <a:gd name="T16" fmla="*/ 0 h 349"/>
                  <a:gd name="T17" fmla="*/ 372 w 372"/>
                  <a:gd name="T18" fmla="*/ 349 h 349"/>
                </a:gdLst>
                <a:ahLst/>
                <a:cxnLst>
                  <a:cxn ang="T10">
                    <a:pos x="T0" y="T1"/>
                  </a:cxn>
                  <a:cxn ang="T11">
                    <a:pos x="T2" y="T3"/>
                  </a:cxn>
                  <a:cxn ang="T12">
                    <a:pos x="T4" y="T5"/>
                  </a:cxn>
                  <a:cxn ang="T13">
                    <a:pos x="T6" y="T7"/>
                  </a:cxn>
                  <a:cxn ang="T14">
                    <a:pos x="T8" y="T9"/>
                  </a:cxn>
                </a:cxnLst>
                <a:rect l="T15" t="T16" r="T17" b="T18"/>
                <a:pathLst>
                  <a:path w="372" h="349">
                    <a:moveTo>
                      <a:pt x="0" y="349"/>
                    </a:moveTo>
                    <a:lnTo>
                      <a:pt x="80" y="168"/>
                    </a:lnTo>
                    <a:lnTo>
                      <a:pt x="372" y="0"/>
                    </a:lnTo>
                    <a:lnTo>
                      <a:pt x="236" y="168"/>
                    </a:lnTo>
                    <a:lnTo>
                      <a:pt x="0" y="3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9" name="Freeform 457">
                <a:extLst>
                  <a:ext uri="{FF2B5EF4-FFF2-40B4-BE49-F238E27FC236}">
                    <a16:creationId xmlns:a16="http://schemas.microsoft.com/office/drawing/2014/main" id="{07F2EAC9-7BDC-90D5-E923-8FE8AC970908}"/>
                  </a:ext>
                </a:extLst>
              </p:cNvPr>
              <p:cNvSpPr>
                <a:spLocks/>
              </p:cNvSpPr>
              <p:nvPr/>
            </p:nvSpPr>
            <p:spPr bwMode="auto">
              <a:xfrm>
                <a:off x="756" y="2571"/>
                <a:ext cx="208" cy="98"/>
              </a:xfrm>
              <a:custGeom>
                <a:avLst/>
                <a:gdLst>
                  <a:gd name="T0" fmla="*/ 0 w 2074"/>
                  <a:gd name="T1" fmla="*/ 0 h 977"/>
                  <a:gd name="T2" fmla="*/ 0 w 2074"/>
                  <a:gd name="T3" fmla="*/ 0 h 977"/>
                  <a:gd name="T4" fmla="*/ 0 w 2074"/>
                  <a:gd name="T5" fmla="*/ 0 h 977"/>
                  <a:gd name="T6" fmla="*/ 0 w 2074"/>
                  <a:gd name="T7" fmla="*/ 0 h 977"/>
                  <a:gd name="T8" fmla="*/ 0 w 2074"/>
                  <a:gd name="T9" fmla="*/ 0 h 977"/>
                  <a:gd name="T10" fmla="*/ 0 w 2074"/>
                  <a:gd name="T11" fmla="*/ 0 h 977"/>
                  <a:gd name="T12" fmla="*/ 0 w 2074"/>
                  <a:gd name="T13" fmla="*/ 0 h 977"/>
                  <a:gd name="T14" fmla="*/ 0 w 2074"/>
                  <a:gd name="T15" fmla="*/ 0 h 977"/>
                  <a:gd name="T16" fmla="*/ 0 w 2074"/>
                  <a:gd name="T17" fmla="*/ 0 h 977"/>
                  <a:gd name="T18" fmla="*/ 0 w 2074"/>
                  <a:gd name="T19" fmla="*/ 0 h 977"/>
                  <a:gd name="T20" fmla="*/ 0 w 2074"/>
                  <a:gd name="T21" fmla="*/ 0 h 977"/>
                  <a:gd name="T22" fmla="*/ 0 w 2074"/>
                  <a:gd name="T23" fmla="*/ 0 h 977"/>
                  <a:gd name="T24" fmla="*/ 0 w 2074"/>
                  <a:gd name="T25" fmla="*/ 0 h 977"/>
                  <a:gd name="T26" fmla="*/ 0 w 2074"/>
                  <a:gd name="T27" fmla="*/ 0 h 977"/>
                  <a:gd name="T28" fmla="*/ 0 w 2074"/>
                  <a:gd name="T29" fmla="*/ 0 h 977"/>
                  <a:gd name="T30" fmla="*/ 0 w 2074"/>
                  <a:gd name="T31" fmla="*/ 0 h 977"/>
                  <a:gd name="T32" fmla="*/ 0 w 2074"/>
                  <a:gd name="T33" fmla="*/ 0 h 977"/>
                  <a:gd name="T34" fmla="*/ 0 w 2074"/>
                  <a:gd name="T35" fmla="*/ 0 h 977"/>
                  <a:gd name="T36" fmla="*/ 0 w 2074"/>
                  <a:gd name="T37" fmla="*/ 0 h 977"/>
                  <a:gd name="T38" fmla="*/ 0 w 2074"/>
                  <a:gd name="T39" fmla="*/ 0 h 977"/>
                  <a:gd name="T40" fmla="*/ 0 w 2074"/>
                  <a:gd name="T41" fmla="*/ 0 h 977"/>
                  <a:gd name="T42" fmla="*/ 0 w 2074"/>
                  <a:gd name="T43" fmla="*/ 0 h 977"/>
                  <a:gd name="T44" fmla="*/ 0 w 2074"/>
                  <a:gd name="T45" fmla="*/ 0 h 977"/>
                  <a:gd name="T46" fmla="*/ 0 w 2074"/>
                  <a:gd name="T47" fmla="*/ 0 h 977"/>
                  <a:gd name="T48" fmla="*/ 0 w 2074"/>
                  <a:gd name="T49" fmla="*/ 0 h 977"/>
                  <a:gd name="T50" fmla="*/ 0 w 2074"/>
                  <a:gd name="T51" fmla="*/ 0 h 977"/>
                  <a:gd name="T52" fmla="*/ 0 w 2074"/>
                  <a:gd name="T53" fmla="*/ 0 h 977"/>
                  <a:gd name="T54" fmla="*/ 0 w 2074"/>
                  <a:gd name="T55" fmla="*/ 0 h 977"/>
                  <a:gd name="T56" fmla="*/ 0 w 2074"/>
                  <a:gd name="T57" fmla="*/ 0 h 977"/>
                  <a:gd name="T58" fmla="*/ 0 w 2074"/>
                  <a:gd name="T59" fmla="*/ 0 h 977"/>
                  <a:gd name="T60" fmla="*/ 0 w 2074"/>
                  <a:gd name="T61" fmla="*/ 0 h 97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074"/>
                  <a:gd name="T94" fmla="*/ 0 h 977"/>
                  <a:gd name="T95" fmla="*/ 2074 w 2074"/>
                  <a:gd name="T96" fmla="*/ 977 h 977"/>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074" h="977">
                    <a:moveTo>
                      <a:pt x="1780" y="977"/>
                    </a:moveTo>
                    <a:lnTo>
                      <a:pt x="1334" y="757"/>
                    </a:lnTo>
                    <a:lnTo>
                      <a:pt x="999" y="653"/>
                    </a:lnTo>
                    <a:lnTo>
                      <a:pt x="643" y="353"/>
                    </a:lnTo>
                    <a:lnTo>
                      <a:pt x="643" y="200"/>
                    </a:lnTo>
                    <a:lnTo>
                      <a:pt x="1427" y="653"/>
                    </a:lnTo>
                    <a:lnTo>
                      <a:pt x="1561" y="653"/>
                    </a:lnTo>
                    <a:lnTo>
                      <a:pt x="1802" y="879"/>
                    </a:lnTo>
                    <a:lnTo>
                      <a:pt x="1902" y="826"/>
                    </a:lnTo>
                    <a:lnTo>
                      <a:pt x="1979" y="879"/>
                    </a:lnTo>
                    <a:lnTo>
                      <a:pt x="2074" y="778"/>
                    </a:lnTo>
                    <a:lnTo>
                      <a:pt x="1918" y="778"/>
                    </a:lnTo>
                    <a:lnTo>
                      <a:pt x="1780" y="427"/>
                    </a:lnTo>
                    <a:lnTo>
                      <a:pt x="1840" y="305"/>
                    </a:lnTo>
                    <a:lnTo>
                      <a:pt x="1762" y="305"/>
                    </a:lnTo>
                    <a:lnTo>
                      <a:pt x="1738" y="353"/>
                    </a:lnTo>
                    <a:lnTo>
                      <a:pt x="1486" y="78"/>
                    </a:lnTo>
                    <a:lnTo>
                      <a:pt x="1486" y="278"/>
                    </a:lnTo>
                    <a:lnTo>
                      <a:pt x="1387" y="278"/>
                    </a:lnTo>
                    <a:lnTo>
                      <a:pt x="1189" y="0"/>
                    </a:lnTo>
                    <a:lnTo>
                      <a:pt x="1250" y="152"/>
                    </a:lnTo>
                    <a:lnTo>
                      <a:pt x="861" y="28"/>
                    </a:lnTo>
                    <a:lnTo>
                      <a:pt x="116" y="28"/>
                    </a:lnTo>
                    <a:lnTo>
                      <a:pt x="34" y="124"/>
                    </a:lnTo>
                    <a:lnTo>
                      <a:pt x="0" y="225"/>
                    </a:lnTo>
                    <a:lnTo>
                      <a:pt x="0" y="353"/>
                    </a:lnTo>
                    <a:lnTo>
                      <a:pt x="759" y="703"/>
                    </a:lnTo>
                    <a:lnTo>
                      <a:pt x="876" y="853"/>
                    </a:lnTo>
                    <a:lnTo>
                      <a:pt x="1309" y="853"/>
                    </a:lnTo>
                    <a:lnTo>
                      <a:pt x="1720" y="977"/>
                    </a:lnTo>
                    <a:lnTo>
                      <a:pt x="1780" y="9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0" name="Freeform 458">
                <a:extLst>
                  <a:ext uri="{FF2B5EF4-FFF2-40B4-BE49-F238E27FC236}">
                    <a16:creationId xmlns:a16="http://schemas.microsoft.com/office/drawing/2014/main" id="{3A37348C-1EA3-BC28-C267-225BD84CDF49}"/>
                  </a:ext>
                </a:extLst>
              </p:cNvPr>
              <p:cNvSpPr>
                <a:spLocks/>
              </p:cNvSpPr>
              <p:nvPr/>
            </p:nvSpPr>
            <p:spPr bwMode="auto">
              <a:xfrm>
                <a:off x="766" y="2557"/>
                <a:ext cx="200" cy="90"/>
              </a:xfrm>
              <a:custGeom>
                <a:avLst/>
                <a:gdLst>
                  <a:gd name="T0" fmla="*/ 0 w 1997"/>
                  <a:gd name="T1" fmla="*/ 0 h 903"/>
                  <a:gd name="T2" fmla="*/ 0 w 1997"/>
                  <a:gd name="T3" fmla="*/ 0 h 903"/>
                  <a:gd name="T4" fmla="*/ 0 w 1997"/>
                  <a:gd name="T5" fmla="*/ 0 h 903"/>
                  <a:gd name="T6" fmla="*/ 0 w 1997"/>
                  <a:gd name="T7" fmla="*/ 0 h 903"/>
                  <a:gd name="T8" fmla="*/ 0 w 1997"/>
                  <a:gd name="T9" fmla="*/ 0 h 903"/>
                  <a:gd name="T10" fmla="*/ 0 w 1997"/>
                  <a:gd name="T11" fmla="*/ 0 h 903"/>
                  <a:gd name="T12" fmla="*/ 0 w 1997"/>
                  <a:gd name="T13" fmla="*/ 0 h 903"/>
                  <a:gd name="T14" fmla="*/ 0 w 1997"/>
                  <a:gd name="T15" fmla="*/ 0 h 903"/>
                  <a:gd name="T16" fmla="*/ 0 w 1997"/>
                  <a:gd name="T17" fmla="*/ 0 h 90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97"/>
                  <a:gd name="T28" fmla="*/ 0 h 903"/>
                  <a:gd name="T29" fmla="*/ 1997 w 1997"/>
                  <a:gd name="T30" fmla="*/ 903 h 90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97" h="903">
                    <a:moveTo>
                      <a:pt x="1997" y="903"/>
                    </a:moveTo>
                    <a:lnTo>
                      <a:pt x="1997" y="573"/>
                    </a:lnTo>
                    <a:lnTo>
                      <a:pt x="1548" y="0"/>
                    </a:lnTo>
                    <a:lnTo>
                      <a:pt x="328" y="0"/>
                    </a:lnTo>
                    <a:lnTo>
                      <a:pt x="0" y="203"/>
                    </a:lnTo>
                    <a:lnTo>
                      <a:pt x="370" y="46"/>
                    </a:lnTo>
                    <a:lnTo>
                      <a:pt x="1528" y="46"/>
                    </a:lnTo>
                    <a:lnTo>
                      <a:pt x="1959" y="573"/>
                    </a:lnTo>
                    <a:lnTo>
                      <a:pt x="1997" y="9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1" name="Freeform 459">
                <a:extLst>
                  <a:ext uri="{FF2B5EF4-FFF2-40B4-BE49-F238E27FC236}">
                    <a16:creationId xmlns:a16="http://schemas.microsoft.com/office/drawing/2014/main" id="{755A5DD3-4404-6C74-0884-EE575006BE81}"/>
                  </a:ext>
                </a:extLst>
              </p:cNvPr>
              <p:cNvSpPr>
                <a:spLocks/>
              </p:cNvSpPr>
              <p:nvPr/>
            </p:nvSpPr>
            <p:spPr bwMode="auto">
              <a:xfrm>
                <a:off x="676" y="2552"/>
                <a:ext cx="121" cy="7"/>
              </a:xfrm>
              <a:custGeom>
                <a:avLst/>
                <a:gdLst>
                  <a:gd name="T0" fmla="*/ 0 w 1215"/>
                  <a:gd name="T1" fmla="*/ 0 h 74"/>
                  <a:gd name="T2" fmla="*/ 0 w 1215"/>
                  <a:gd name="T3" fmla="*/ 0 h 74"/>
                  <a:gd name="T4" fmla="*/ 0 w 1215"/>
                  <a:gd name="T5" fmla="*/ 0 h 74"/>
                  <a:gd name="T6" fmla="*/ 0 w 1215"/>
                  <a:gd name="T7" fmla="*/ 0 h 74"/>
                  <a:gd name="T8" fmla="*/ 0 60000 65536"/>
                  <a:gd name="T9" fmla="*/ 0 60000 65536"/>
                  <a:gd name="T10" fmla="*/ 0 60000 65536"/>
                  <a:gd name="T11" fmla="*/ 0 60000 65536"/>
                  <a:gd name="T12" fmla="*/ 0 w 1215"/>
                  <a:gd name="T13" fmla="*/ 0 h 74"/>
                  <a:gd name="T14" fmla="*/ 1215 w 1215"/>
                  <a:gd name="T15" fmla="*/ 74 h 74"/>
                </a:gdLst>
                <a:ahLst/>
                <a:cxnLst>
                  <a:cxn ang="T8">
                    <a:pos x="T0" y="T1"/>
                  </a:cxn>
                  <a:cxn ang="T9">
                    <a:pos x="T2" y="T3"/>
                  </a:cxn>
                  <a:cxn ang="T10">
                    <a:pos x="T4" y="T5"/>
                  </a:cxn>
                  <a:cxn ang="T11">
                    <a:pos x="T6" y="T7"/>
                  </a:cxn>
                </a:cxnLst>
                <a:rect l="T12" t="T13" r="T14" b="T15"/>
                <a:pathLst>
                  <a:path w="1215" h="74">
                    <a:moveTo>
                      <a:pt x="0" y="0"/>
                    </a:moveTo>
                    <a:lnTo>
                      <a:pt x="508" y="0"/>
                    </a:lnTo>
                    <a:lnTo>
                      <a:pt x="805" y="74"/>
                    </a:lnTo>
                    <a:lnTo>
                      <a:pt x="1215" y="74"/>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92" name="Freeform 460">
                <a:extLst>
                  <a:ext uri="{FF2B5EF4-FFF2-40B4-BE49-F238E27FC236}">
                    <a16:creationId xmlns:a16="http://schemas.microsoft.com/office/drawing/2014/main" id="{5414B7C8-E066-2E85-198D-9238100F5A68}"/>
                  </a:ext>
                </a:extLst>
              </p:cNvPr>
              <p:cNvSpPr>
                <a:spLocks/>
              </p:cNvSpPr>
              <p:nvPr/>
            </p:nvSpPr>
            <p:spPr bwMode="auto">
              <a:xfrm>
                <a:off x="671" y="2697"/>
                <a:ext cx="255" cy="130"/>
              </a:xfrm>
              <a:custGeom>
                <a:avLst/>
                <a:gdLst>
                  <a:gd name="T0" fmla="*/ 0 w 2547"/>
                  <a:gd name="T1" fmla="*/ 0 h 1301"/>
                  <a:gd name="T2" fmla="*/ 0 w 2547"/>
                  <a:gd name="T3" fmla="*/ 0 h 1301"/>
                  <a:gd name="T4" fmla="*/ 0 w 2547"/>
                  <a:gd name="T5" fmla="*/ 0 h 1301"/>
                  <a:gd name="T6" fmla="*/ 0 w 2547"/>
                  <a:gd name="T7" fmla="*/ 0 h 1301"/>
                  <a:gd name="T8" fmla="*/ 0 w 2547"/>
                  <a:gd name="T9" fmla="*/ 0 h 1301"/>
                  <a:gd name="T10" fmla="*/ 0 w 2547"/>
                  <a:gd name="T11" fmla="*/ 0 h 1301"/>
                  <a:gd name="T12" fmla="*/ 0 w 2547"/>
                  <a:gd name="T13" fmla="*/ 0 h 1301"/>
                  <a:gd name="T14" fmla="*/ 0 w 2547"/>
                  <a:gd name="T15" fmla="*/ 0 h 1301"/>
                  <a:gd name="T16" fmla="*/ 0 w 2547"/>
                  <a:gd name="T17" fmla="*/ 0 h 1301"/>
                  <a:gd name="T18" fmla="*/ 0 w 2547"/>
                  <a:gd name="T19" fmla="*/ 0 h 1301"/>
                  <a:gd name="T20" fmla="*/ 0 w 2547"/>
                  <a:gd name="T21" fmla="*/ 0 h 1301"/>
                  <a:gd name="T22" fmla="*/ 0 w 2547"/>
                  <a:gd name="T23" fmla="*/ 0 h 1301"/>
                  <a:gd name="T24" fmla="*/ 0 w 2547"/>
                  <a:gd name="T25" fmla="*/ 0 h 1301"/>
                  <a:gd name="T26" fmla="*/ 0 w 2547"/>
                  <a:gd name="T27" fmla="*/ 0 h 1301"/>
                  <a:gd name="T28" fmla="*/ 0 w 2547"/>
                  <a:gd name="T29" fmla="*/ 0 h 1301"/>
                  <a:gd name="T30" fmla="*/ 0 w 2547"/>
                  <a:gd name="T31" fmla="*/ 0 h 1301"/>
                  <a:gd name="T32" fmla="*/ 0 w 2547"/>
                  <a:gd name="T33" fmla="*/ 0 h 1301"/>
                  <a:gd name="T34" fmla="*/ 0 w 2547"/>
                  <a:gd name="T35" fmla="*/ 0 h 1301"/>
                  <a:gd name="T36" fmla="*/ 0 w 2547"/>
                  <a:gd name="T37" fmla="*/ 0 h 1301"/>
                  <a:gd name="T38" fmla="*/ 0 w 2547"/>
                  <a:gd name="T39" fmla="*/ 0 h 1301"/>
                  <a:gd name="T40" fmla="*/ 0 w 2547"/>
                  <a:gd name="T41" fmla="*/ 0 h 1301"/>
                  <a:gd name="T42" fmla="*/ 0 w 2547"/>
                  <a:gd name="T43" fmla="*/ 0 h 1301"/>
                  <a:gd name="T44" fmla="*/ 0 w 2547"/>
                  <a:gd name="T45" fmla="*/ 0 h 1301"/>
                  <a:gd name="T46" fmla="*/ 0 w 2547"/>
                  <a:gd name="T47" fmla="*/ 0 h 1301"/>
                  <a:gd name="T48" fmla="*/ 0 w 2547"/>
                  <a:gd name="T49" fmla="*/ 0 h 130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547"/>
                  <a:gd name="T76" fmla="*/ 0 h 1301"/>
                  <a:gd name="T77" fmla="*/ 2547 w 2547"/>
                  <a:gd name="T78" fmla="*/ 1301 h 130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547" h="1301">
                    <a:moveTo>
                      <a:pt x="235" y="652"/>
                    </a:moveTo>
                    <a:lnTo>
                      <a:pt x="1846" y="1151"/>
                    </a:lnTo>
                    <a:lnTo>
                      <a:pt x="2137" y="1151"/>
                    </a:lnTo>
                    <a:lnTo>
                      <a:pt x="2547" y="1301"/>
                    </a:lnTo>
                    <a:lnTo>
                      <a:pt x="2156" y="1046"/>
                    </a:lnTo>
                    <a:lnTo>
                      <a:pt x="2351" y="426"/>
                    </a:lnTo>
                    <a:lnTo>
                      <a:pt x="2446" y="0"/>
                    </a:lnTo>
                    <a:lnTo>
                      <a:pt x="2274" y="300"/>
                    </a:lnTo>
                    <a:lnTo>
                      <a:pt x="2156" y="652"/>
                    </a:lnTo>
                    <a:lnTo>
                      <a:pt x="2156" y="924"/>
                    </a:lnTo>
                    <a:lnTo>
                      <a:pt x="1962" y="824"/>
                    </a:lnTo>
                    <a:lnTo>
                      <a:pt x="1782" y="899"/>
                    </a:lnTo>
                    <a:lnTo>
                      <a:pt x="1685" y="824"/>
                    </a:lnTo>
                    <a:lnTo>
                      <a:pt x="1570" y="347"/>
                    </a:lnTo>
                    <a:lnTo>
                      <a:pt x="1431" y="652"/>
                    </a:lnTo>
                    <a:lnTo>
                      <a:pt x="1315" y="652"/>
                    </a:lnTo>
                    <a:lnTo>
                      <a:pt x="1315" y="450"/>
                    </a:lnTo>
                    <a:lnTo>
                      <a:pt x="1431" y="201"/>
                    </a:lnTo>
                    <a:lnTo>
                      <a:pt x="1359" y="201"/>
                    </a:lnTo>
                    <a:lnTo>
                      <a:pt x="881" y="622"/>
                    </a:lnTo>
                    <a:lnTo>
                      <a:pt x="782" y="622"/>
                    </a:lnTo>
                    <a:lnTo>
                      <a:pt x="782" y="399"/>
                    </a:lnTo>
                    <a:lnTo>
                      <a:pt x="691" y="399"/>
                    </a:lnTo>
                    <a:lnTo>
                      <a:pt x="0" y="574"/>
                    </a:lnTo>
                    <a:lnTo>
                      <a:pt x="235" y="6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3" name="Freeform 461">
                <a:extLst>
                  <a:ext uri="{FF2B5EF4-FFF2-40B4-BE49-F238E27FC236}">
                    <a16:creationId xmlns:a16="http://schemas.microsoft.com/office/drawing/2014/main" id="{9FD7EAA1-6A09-2E2F-F607-F74D6BD744BF}"/>
                  </a:ext>
                </a:extLst>
              </p:cNvPr>
              <p:cNvSpPr>
                <a:spLocks/>
              </p:cNvSpPr>
              <p:nvPr/>
            </p:nvSpPr>
            <p:spPr bwMode="auto">
              <a:xfrm>
                <a:off x="859" y="2671"/>
                <a:ext cx="20" cy="73"/>
              </a:xfrm>
              <a:custGeom>
                <a:avLst/>
                <a:gdLst>
                  <a:gd name="T0" fmla="*/ 0 w 198"/>
                  <a:gd name="T1" fmla="*/ 0 h 729"/>
                  <a:gd name="T2" fmla="*/ 0 w 198"/>
                  <a:gd name="T3" fmla="*/ 0 h 729"/>
                  <a:gd name="T4" fmla="*/ 0 w 198"/>
                  <a:gd name="T5" fmla="*/ 0 h 729"/>
                  <a:gd name="T6" fmla="*/ 0 w 198"/>
                  <a:gd name="T7" fmla="*/ 0 h 729"/>
                  <a:gd name="T8" fmla="*/ 0 w 198"/>
                  <a:gd name="T9" fmla="*/ 0 h 729"/>
                  <a:gd name="T10" fmla="*/ 0 w 198"/>
                  <a:gd name="T11" fmla="*/ 0 h 729"/>
                  <a:gd name="T12" fmla="*/ 0 w 198"/>
                  <a:gd name="T13" fmla="*/ 0 h 729"/>
                  <a:gd name="T14" fmla="*/ 0 60000 65536"/>
                  <a:gd name="T15" fmla="*/ 0 60000 65536"/>
                  <a:gd name="T16" fmla="*/ 0 60000 65536"/>
                  <a:gd name="T17" fmla="*/ 0 60000 65536"/>
                  <a:gd name="T18" fmla="*/ 0 60000 65536"/>
                  <a:gd name="T19" fmla="*/ 0 60000 65536"/>
                  <a:gd name="T20" fmla="*/ 0 60000 65536"/>
                  <a:gd name="T21" fmla="*/ 0 w 198"/>
                  <a:gd name="T22" fmla="*/ 0 h 729"/>
                  <a:gd name="T23" fmla="*/ 198 w 198"/>
                  <a:gd name="T24" fmla="*/ 729 h 7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8" h="729">
                    <a:moveTo>
                      <a:pt x="0" y="207"/>
                    </a:moveTo>
                    <a:lnTo>
                      <a:pt x="0" y="729"/>
                    </a:lnTo>
                    <a:lnTo>
                      <a:pt x="198" y="225"/>
                    </a:lnTo>
                    <a:lnTo>
                      <a:pt x="198" y="0"/>
                    </a:lnTo>
                    <a:lnTo>
                      <a:pt x="182" y="207"/>
                    </a:lnTo>
                    <a:lnTo>
                      <a:pt x="82" y="457"/>
                    </a:lnTo>
                    <a:lnTo>
                      <a:pt x="0" y="20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4" name="Freeform 462">
                <a:extLst>
                  <a:ext uri="{FF2B5EF4-FFF2-40B4-BE49-F238E27FC236}">
                    <a16:creationId xmlns:a16="http://schemas.microsoft.com/office/drawing/2014/main" id="{7BBE7DF6-7B41-42A2-050E-B3AF60D58EA9}"/>
                  </a:ext>
                </a:extLst>
              </p:cNvPr>
              <p:cNvSpPr>
                <a:spLocks/>
              </p:cNvSpPr>
              <p:nvPr/>
            </p:nvSpPr>
            <p:spPr bwMode="auto">
              <a:xfrm>
                <a:off x="867" y="2656"/>
                <a:ext cx="434" cy="171"/>
              </a:xfrm>
              <a:custGeom>
                <a:avLst/>
                <a:gdLst>
                  <a:gd name="T0" fmla="*/ 0 w 4346"/>
                  <a:gd name="T1" fmla="*/ 0 h 1711"/>
                  <a:gd name="T2" fmla="*/ 0 w 4346"/>
                  <a:gd name="T3" fmla="*/ 0 h 1711"/>
                  <a:gd name="T4" fmla="*/ 0 w 4346"/>
                  <a:gd name="T5" fmla="*/ 0 h 1711"/>
                  <a:gd name="T6" fmla="*/ 0 w 4346"/>
                  <a:gd name="T7" fmla="*/ 0 h 1711"/>
                  <a:gd name="T8" fmla="*/ 0 w 4346"/>
                  <a:gd name="T9" fmla="*/ 0 h 1711"/>
                  <a:gd name="T10" fmla="*/ 0 w 4346"/>
                  <a:gd name="T11" fmla="*/ 0 h 1711"/>
                  <a:gd name="T12" fmla="*/ 0 w 4346"/>
                  <a:gd name="T13" fmla="*/ 0 h 1711"/>
                  <a:gd name="T14" fmla="*/ 0 w 4346"/>
                  <a:gd name="T15" fmla="*/ 0 h 1711"/>
                  <a:gd name="T16" fmla="*/ 0 w 4346"/>
                  <a:gd name="T17" fmla="*/ 0 h 1711"/>
                  <a:gd name="T18" fmla="*/ 0 w 4346"/>
                  <a:gd name="T19" fmla="*/ 0 h 1711"/>
                  <a:gd name="T20" fmla="*/ 0 w 4346"/>
                  <a:gd name="T21" fmla="*/ 0 h 1711"/>
                  <a:gd name="T22" fmla="*/ 0 w 4346"/>
                  <a:gd name="T23" fmla="*/ 0 h 1711"/>
                  <a:gd name="T24" fmla="*/ 0 w 4346"/>
                  <a:gd name="T25" fmla="*/ 0 h 1711"/>
                  <a:gd name="T26" fmla="*/ 0 w 4346"/>
                  <a:gd name="T27" fmla="*/ 0 h 1711"/>
                  <a:gd name="T28" fmla="*/ 0 w 4346"/>
                  <a:gd name="T29" fmla="*/ 0 h 1711"/>
                  <a:gd name="T30" fmla="*/ 0 w 4346"/>
                  <a:gd name="T31" fmla="*/ 0 h 1711"/>
                  <a:gd name="T32" fmla="*/ 0 w 4346"/>
                  <a:gd name="T33" fmla="*/ 0 h 1711"/>
                  <a:gd name="T34" fmla="*/ 0 w 4346"/>
                  <a:gd name="T35" fmla="*/ 0 h 1711"/>
                  <a:gd name="T36" fmla="*/ 0 w 4346"/>
                  <a:gd name="T37" fmla="*/ 0 h 1711"/>
                  <a:gd name="T38" fmla="*/ 0 w 4346"/>
                  <a:gd name="T39" fmla="*/ 0 h 1711"/>
                  <a:gd name="T40" fmla="*/ 0 w 4346"/>
                  <a:gd name="T41" fmla="*/ 0 h 1711"/>
                  <a:gd name="T42" fmla="*/ 0 w 4346"/>
                  <a:gd name="T43" fmla="*/ 0 h 1711"/>
                  <a:gd name="T44" fmla="*/ 0 w 4346"/>
                  <a:gd name="T45" fmla="*/ 0 h 1711"/>
                  <a:gd name="T46" fmla="*/ 0 w 4346"/>
                  <a:gd name="T47" fmla="*/ 0 h 1711"/>
                  <a:gd name="T48" fmla="*/ 0 w 4346"/>
                  <a:gd name="T49" fmla="*/ 0 h 1711"/>
                  <a:gd name="T50" fmla="*/ 0 w 4346"/>
                  <a:gd name="T51" fmla="*/ 0 h 1711"/>
                  <a:gd name="T52" fmla="*/ 0 w 4346"/>
                  <a:gd name="T53" fmla="*/ 0 h 1711"/>
                  <a:gd name="T54" fmla="*/ 0 w 4346"/>
                  <a:gd name="T55" fmla="*/ 0 h 1711"/>
                  <a:gd name="T56" fmla="*/ 0 w 4346"/>
                  <a:gd name="T57" fmla="*/ 0 h 1711"/>
                  <a:gd name="T58" fmla="*/ 0 w 4346"/>
                  <a:gd name="T59" fmla="*/ 0 h 1711"/>
                  <a:gd name="T60" fmla="*/ 0 w 4346"/>
                  <a:gd name="T61" fmla="*/ 0 h 1711"/>
                  <a:gd name="T62" fmla="*/ 0 w 4346"/>
                  <a:gd name="T63" fmla="*/ 0 h 1711"/>
                  <a:gd name="T64" fmla="*/ 0 w 4346"/>
                  <a:gd name="T65" fmla="*/ 0 h 1711"/>
                  <a:gd name="T66" fmla="*/ 0 w 4346"/>
                  <a:gd name="T67" fmla="*/ 0 h 1711"/>
                  <a:gd name="T68" fmla="*/ 0 w 4346"/>
                  <a:gd name="T69" fmla="*/ 0 h 1711"/>
                  <a:gd name="T70" fmla="*/ 0 w 4346"/>
                  <a:gd name="T71" fmla="*/ 0 h 1711"/>
                  <a:gd name="T72" fmla="*/ 0 w 4346"/>
                  <a:gd name="T73" fmla="*/ 0 h 1711"/>
                  <a:gd name="T74" fmla="*/ 0 w 4346"/>
                  <a:gd name="T75" fmla="*/ 0 h 1711"/>
                  <a:gd name="T76" fmla="*/ 0 w 4346"/>
                  <a:gd name="T77" fmla="*/ 0 h 1711"/>
                  <a:gd name="T78" fmla="*/ 0 w 4346"/>
                  <a:gd name="T79" fmla="*/ 0 h 1711"/>
                  <a:gd name="T80" fmla="*/ 0 w 4346"/>
                  <a:gd name="T81" fmla="*/ 0 h 1711"/>
                  <a:gd name="T82" fmla="*/ 0 w 4346"/>
                  <a:gd name="T83" fmla="*/ 0 h 171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346"/>
                  <a:gd name="T127" fmla="*/ 0 h 1711"/>
                  <a:gd name="T128" fmla="*/ 4346 w 4346"/>
                  <a:gd name="T129" fmla="*/ 1711 h 171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346" h="1711">
                    <a:moveTo>
                      <a:pt x="0" y="0"/>
                    </a:moveTo>
                    <a:lnTo>
                      <a:pt x="735" y="375"/>
                    </a:lnTo>
                    <a:lnTo>
                      <a:pt x="1326" y="507"/>
                    </a:lnTo>
                    <a:lnTo>
                      <a:pt x="1326" y="763"/>
                    </a:lnTo>
                    <a:lnTo>
                      <a:pt x="994" y="1551"/>
                    </a:lnTo>
                    <a:lnTo>
                      <a:pt x="725" y="1711"/>
                    </a:lnTo>
                    <a:lnTo>
                      <a:pt x="782" y="1711"/>
                    </a:lnTo>
                    <a:lnTo>
                      <a:pt x="1046" y="1580"/>
                    </a:lnTo>
                    <a:lnTo>
                      <a:pt x="1158" y="1351"/>
                    </a:lnTo>
                    <a:lnTo>
                      <a:pt x="1731" y="1517"/>
                    </a:lnTo>
                    <a:lnTo>
                      <a:pt x="2029" y="1540"/>
                    </a:lnTo>
                    <a:lnTo>
                      <a:pt x="2364" y="1540"/>
                    </a:lnTo>
                    <a:lnTo>
                      <a:pt x="3026" y="1374"/>
                    </a:lnTo>
                    <a:lnTo>
                      <a:pt x="3355" y="1374"/>
                    </a:lnTo>
                    <a:lnTo>
                      <a:pt x="3770" y="1473"/>
                    </a:lnTo>
                    <a:lnTo>
                      <a:pt x="3916" y="1429"/>
                    </a:lnTo>
                    <a:lnTo>
                      <a:pt x="3757" y="1456"/>
                    </a:lnTo>
                    <a:lnTo>
                      <a:pt x="3171" y="1238"/>
                    </a:lnTo>
                    <a:lnTo>
                      <a:pt x="2992" y="1223"/>
                    </a:lnTo>
                    <a:lnTo>
                      <a:pt x="2852" y="1062"/>
                    </a:lnTo>
                    <a:lnTo>
                      <a:pt x="3363" y="1062"/>
                    </a:lnTo>
                    <a:lnTo>
                      <a:pt x="4184" y="1456"/>
                    </a:lnTo>
                    <a:lnTo>
                      <a:pt x="4289" y="1456"/>
                    </a:lnTo>
                    <a:lnTo>
                      <a:pt x="3457" y="990"/>
                    </a:lnTo>
                    <a:lnTo>
                      <a:pt x="3114" y="864"/>
                    </a:lnTo>
                    <a:lnTo>
                      <a:pt x="2805" y="839"/>
                    </a:lnTo>
                    <a:lnTo>
                      <a:pt x="2732" y="776"/>
                    </a:lnTo>
                    <a:lnTo>
                      <a:pt x="2700" y="683"/>
                    </a:lnTo>
                    <a:lnTo>
                      <a:pt x="3557" y="736"/>
                    </a:lnTo>
                    <a:lnTo>
                      <a:pt x="4346" y="1286"/>
                    </a:lnTo>
                    <a:lnTo>
                      <a:pt x="4140" y="990"/>
                    </a:lnTo>
                    <a:lnTo>
                      <a:pt x="3646" y="647"/>
                    </a:lnTo>
                    <a:lnTo>
                      <a:pt x="2636" y="439"/>
                    </a:lnTo>
                    <a:lnTo>
                      <a:pt x="2636" y="339"/>
                    </a:lnTo>
                    <a:lnTo>
                      <a:pt x="2923" y="145"/>
                    </a:lnTo>
                    <a:lnTo>
                      <a:pt x="2770" y="145"/>
                    </a:lnTo>
                    <a:lnTo>
                      <a:pt x="1669" y="491"/>
                    </a:lnTo>
                    <a:lnTo>
                      <a:pt x="1372" y="491"/>
                    </a:lnTo>
                    <a:lnTo>
                      <a:pt x="1244" y="375"/>
                    </a:lnTo>
                    <a:lnTo>
                      <a:pt x="923" y="375"/>
                    </a:lnTo>
                    <a:lnTo>
                      <a:pt x="9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5" name="Freeform 463">
                <a:extLst>
                  <a:ext uri="{FF2B5EF4-FFF2-40B4-BE49-F238E27FC236}">
                    <a16:creationId xmlns:a16="http://schemas.microsoft.com/office/drawing/2014/main" id="{80316640-5971-2069-0150-945959AFDCB1}"/>
                  </a:ext>
                </a:extLst>
              </p:cNvPr>
              <p:cNvSpPr>
                <a:spLocks/>
              </p:cNvSpPr>
              <p:nvPr/>
            </p:nvSpPr>
            <p:spPr bwMode="auto">
              <a:xfrm>
                <a:off x="1164" y="2671"/>
                <a:ext cx="139" cy="132"/>
              </a:xfrm>
              <a:custGeom>
                <a:avLst/>
                <a:gdLst>
                  <a:gd name="T0" fmla="*/ 0 w 1395"/>
                  <a:gd name="T1" fmla="*/ 0 h 1319"/>
                  <a:gd name="T2" fmla="*/ 0 w 1395"/>
                  <a:gd name="T3" fmla="*/ 0 h 1319"/>
                  <a:gd name="T4" fmla="*/ 0 w 1395"/>
                  <a:gd name="T5" fmla="*/ 0 h 1319"/>
                  <a:gd name="T6" fmla="*/ 0 w 1395"/>
                  <a:gd name="T7" fmla="*/ 0 h 1319"/>
                  <a:gd name="T8" fmla="*/ 0 w 1395"/>
                  <a:gd name="T9" fmla="*/ 0 h 1319"/>
                  <a:gd name="T10" fmla="*/ 0 w 1395"/>
                  <a:gd name="T11" fmla="*/ 0 h 1319"/>
                  <a:gd name="T12" fmla="*/ 0 w 1395"/>
                  <a:gd name="T13" fmla="*/ 0 h 1319"/>
                  <a:gd name="T14" fmla="*/ 0 w 1395"/>
                  <a:gd name="T15" fmla="*/ 0 h 1319"/>
                  <a:gd name="T16" fmla="*/ 0 w 1395"/>
                  <a:gd name="T17" fmla="*/ 0 h 1319"/>
                  <a:gd name="T18" fmla="*/ 0 w 1395"/>
                  <a:gd name="T19" fmla="*/ 0 h 1319"/>
                  <a:gd name="T20" fmla="*/ 0 w 1395"/>
                  <a:gd name="T21" fmla="*/ 0 h 13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95"/>
                  <a:gd name="T34" fmla="*/ 0 h 1319"/>
                  <a:gd name="T35" fmla="*/ 1395 w 1395"/>
                  <a:gd name="T36" fmla="*/ 1319 h 13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95" h="1319">
                    <a:moveTo>
                      <a:pt x="0" y="0"/>
                    </a:moveTo>
                    <a:lnTo>
                      <a:pt x="742" y="295"/>
                    </a:lnTo>
                    <a:lnTo>
                      <a:pt x="1288" y="752"/>
                    </a:lnTo>
                    <a:lnTo>
                      <a:pt x="1395" y="1132"/>
                    </a:lnTo>
                    <a:lnTo>
                      <a:pt x="1395" y="1275"/>
                    </a:lnTo>
                    <a:lnTo>
                      <a:pt x="1343" y="1319"/>
                    </a:lnTo>
                    <a:lnTo>
                      <a:pt x="1375" y="1256"/>
                    </a:lnTo>
                    <a:lnTo>
                      <a:pt x="1375" y="1118"/>
                    </a:lnTo>
                    <a:lnTo>
                      <a:pt x="1253" y="766"/>
                    </a:lnTo>
                    <a:lnTo>
                      <a:pt x="717" y="32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6" name="Freeform 464">
                <a:extLst>
                  <a:ext uri="{FF2B5EF4-FFF2-40B4-BE49-F238E27FC236}">
                    <a16:creationId xmlns:a16="http://schemas.microsoft.com/office/drawing/2014/main" id="{C61EB1FA-023E-F0C8-541C-65919837D9F6}"/>
                  </a:ext>
                </a:extLst>
              </p:cNvPr>
              <p:cNvSpPr>
                <a:spLocks/>
              </p:cNvSpPr>
              <p:nvPr/>
            </p:nvSpPr>
            <p:spPr bwMode="auto">
              <a:xfrm>
                <a:off x="1146" y="2681"/>
                <a:ext cx="94" cy="24"/>
              </a:xfrm>
              <a:custGeom>
                <a:avLst/>
                <a:gdLst>
                  <a:gd name="T0" fmla="*/ 0 w 938"/>
                  <a:gd name="T1" fmla="*/ 0 h 245"/>
                  <a:gd name="T2" fmla="*/ 0 w 938"/>
                  <a:gd name="T3" fmla="*/ 0 h 245"/>
                  <a:gd name="T4" fmla="*/ 0 w 938"/>
                  <a:gd name="T5" fmla="*/ 0 h 245"/>
                  <a:gd name="T6" fmla="*/ 0 w 938"/>
                  <a:gd name="T7" fmla="*/ 0 h 245"/>
                  <a:gd name="T8" fmla="*/ 0 60000 65536"/>
                  <a:gd name="T9" fmla="*/ 0 60000 65536"/>
                  <a:gd name="T10" fmla="*/ 0 60000 65536"/>
                  <a:gd name="T11" fmla="*/ 0 60000 65536"/>
                  <a:gd name="T12" fmla="*/ 0 w 938"/>
                  <a:gd name="T13" fmla="*/ 0 h 245"/>
                  <a:gd name="T14" fmla="*/ 938 w 938"/>
                  <a:gd name="T15" fmla="*/ 245 h 245"/>
                </a:gdLst>
                <a:ahLst/>
                <a:cxnLst>
                  <a:cxn ang="T8">
                    <a:pos x="T0" y="T1"/>
                  </a:cxn>
                  <a:cxn ang="T9">
                    <a:pos x="T2" y="T3"/>
                  </a:cxn>
                  <a:cxn ang="T10">
                    <a:pos x="T4" y="T5"/>
                  </a:cxn>
                  <a:cxn ang="T11">
                    <a:pos x="T6" y="T7"/>
                  </a:cxn>
                </a:cxnLst>
                <a:rect l="T12" t="T13" r="T14" b="T15"/>
                <a:pathLst>
                  <a:path w="938" h="245">
                    <a:moveTo>
                      <a:pt x="0" y="0"/>
                    </a:moveTo>
                    <a:lnTo>
                      <a:pt x="938" y="245"/>
                    </a:lnTo>
                    <a:lnTo>
                      <a:pt x="873" y="20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7" name="Freeform 465">
                <a:extLst>
                  <a:ext uri="{FF2B5EF4-FFF2-40B4-BE49-F238E27FC236}">
                    <a16:creationId xmlns:a16="http://schemas.microsoft.com/office/drawing/2014/main" id="{3F158E20-4AB2-24E2-AE99-D6F01CEDC160}"/>
                  </a:ext>
                </a:extLst>
              </p:cNvPr>
              <p:cNvSpPr>
                <a:spLocks/>
              </p:cNvSpPr>
              <p:nvPr/>
            </p:nvSpPr>
            <p:spPr bwMode="auto">
              <a:xfrm>
                <a:off x="1196" y="2740"/>
                <a:ext cx="160" cy="74"/>
              </a:xfrm>
              <a:custGeom>
                <a:avLst/>
                <a:gdLst>
                  <a:gd name="T0" fmla="*/ 0 w 1603"/>
                  <a:gd name="T1" fmla="*/ 0 h 741"/>
                  <a:gd name="T2" fmla="*/ 0 w 1603"/>
                  <a:gd name="T3" fmla="*/ 0 h 741"/>
                  <a:gd name="T4" fmla="*/ 0 w 1603"/>
                  <a:gd name="T5" fmla="*/ 0 h 741"/>
                  <a:gd name="T6" fmla="*/ 0 w 1603"/>
                  <a:gd name="T7" fmla="*/ 0 h 741"/>
                  <a:gd name="T8" fmla="*/ 0 w 1603"/>
                  <a:gd name="T9" fmla="*/ 0 h 741"/>
                  <a:gd name="T10" fmla="*/ 0 w 1603"/>
                  <a:gd name="T11" fmla="*/ 0 h 741"/>
                  <a:gd name="T12" fmla="*/ 0 w 1603"/>
                  <a:gd name="T13" fmla="*/ 0 h 741"/>
                  <a:gd name="T14" fmla="*/ 0 60000 65536"/>
                  <a:gd name="T15" fmla="*/ 0 60000 65536"/>
                  <a:gd name="T16" fmla="*/ 0 60000 65536"/>
                  <a:gd name="T17" fmla="*/ 0 60000 65536"/>
                  <a:gd name="T18" fmla="*/ 0 60000 65536"/>
                  <a:gd name="T19" fmla="*/ 0 60000 65536"/>
                  <a:gd name="T20" fmla="*/ 0 60000 65536"/>
                  <a:gd name="T21" fmla="*/ 0 w 1603"/>
                  <a:gd name="T22" fmla="*/ 0 h 741"/>
                  <a:gd name="T23" fmla="*/ 1603 w 1603"/>
                  <a:gd name="T24" fmla="*/ 741 h 7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03" h="741">
                    <a:moveTo>
                      <a:pt x="0" y="512"/>
                    </a:moveTo>
                    <a:lnTo>
                      <a:pt x="0" y="741"/>
                    </a:lnTo>
                    <a:lnTo>
                      <a:pt x="1538" y="741"/>
                    </a:lnTo>
                    <a:lnTo>
                      <a:pt x="1603" y="678"/>
                    </a:lnTo>
                    <a:lnTo>
                      <a:pt x="1603" y="512"/>
                    </a:lnTo>
                    <a:lnTo>
                      <a:pt x="1336" y="0"/>
                    </a:lnTo>
                    <a:lnTo>
                      <a:pt x="871"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98" name="Freeform 466">
                <a:extLst>
                  <a:ext uri="{FF2B5EF4-FFF2-40B4-BE49-F238E27FC236}">
                    <a16:creationId xmlns:a16="http://schemas.microsoft.com/office/drawing/2014/main" id="{2B3A2E0B-D52E-AA82-3043-59F0D7D56D3F}"/>
                  </a:ext>
                </a:extLst>
              </p:cNvPr>
              <p:cNvSpPr>
                <a:spLocks/>
              </p:cNvSpPr>
              <p:nvPr/>
            </p:nvSpPr>
            <p:spPr bwMode="auto">
              <a:xfrm>
                <a:off x="1349" y="2791"/>
                <a:ext cx="7" cy="23"/>
              </a:xfrm>
              <a:custGeom>
                <a:avLst/>
                <a:gdLst>
                  <a:gd name="T0" fmla="*/ 0 w 73"/>
                  <a:gd name="T1" fmla="*/ 0 h 229"/>
                  <a:gd name="T2" fmla="*/ 0 w 73"/>
                  <a:gd name="T3" fmla="*/ 0 h 229"/>
                  <a:gd name="T4" fmla="*/ 0 w 73"/>
                  <a:gd name="T5" fmla="*/ 0 h 229"/>
                  <a:gd name="T6" fmla="*/ 0 w 73"/>
                  <a:gd name="T7" fmla="*/ 0 h 229"/>
                  <a:gd name="T8" fmla="*/ 0 w 73"/>
                  <a:gd name="T9" fmla="*/ 0 h 229"/>
                  <a:gd name="T10" fmla="*/ 0 60000 65536"/>
                  <a:gd name="T11" fmla="*/ 0 60000 65536"/>
                  <a:gd name="T12" fmla="*/ 0 60000 65536"/>
                  <a:gd name="T13" fmla="*/ 0 60000 65536"/>
                  <a:gd name="T14" fmla="*/ 0 60000 65536"/>
                  <a:gd name="T15" fmla="*/ 0 w 73"/>
                  <a:gd name="T16" fmla="*/ 0 h 229"/>
                  <a:gd name="T17" fmla="*/ 73 w 73"/>
                  <a:gd name="T18" fmla="*/ 229 h 229"/>
                </a:gdLst>
                <a:ahLst/>
                <a:cxnLst>
                  <a:cxn ang="T10">
                    <a:pos x="T0" y="T1"/>
                  </a:cxn>
                  <a:cxn ang="T11">
                    <a:pos x="T2" y="T3"/>
                  </a:cxn>
                  <a:cxn ang="T12">
                    <a:pos x="T4" y="T5"/>
                  </a:cxn>
                  <a:cxn ang="T13">
                    <a:pos x="T6" y="T7"/>
                  </a:cxn>
                  <a:cxn ang="T14">
                    <a:pos x="T8" y="T9"/>
                  </a:cxn>
                </a:cxnLst>
                <a:rect l="T15" t="T16" r="T17" b="T18"/>
                <a:pathLst>
                  <a:path w="73" h="229">
                    <a:moveTo>
                      <a:pt x="0" y="229"/>
                    </a:moveTo>
                    <a:lnTo>
                      <a:pt x="0" y="45"/>
                    </a:lnTo>
                    <a:lnTo>
                      <a:pt x="73" y="0"/>
                    </a:lnTo>
                    <a:lnTo>
                      <a:pt x="73" y="166"/>
                    </a:lnTo>
                    <a:lnTo>
                      <a:pt x="0" y="2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9" name="Line 467">
                <a:extLst>
                  <a:ext uri="{FF2B5EF4-FFF2-40B4-BE49-F238E27FC236}">
                    <a16:creationId xmlns:a16="http://schemas.microsoft.com/office/drawing/2014/main" id="{FF7252C8-BE35-6A62-E24D-0F4E751364FF}"/>
                  </a:ext>
                </a:extLst>
              </p:cNvPr>
              <p:cNvSpPr>
                <a:spLocks noChangeShapeType="1"/>
              </p:cNvSpPr>
              <p:nvPr/>
            </p:nvSpPr>
            <p:spPr bwMode="auto">
              <a:xfrm flipH="1">
                <a:off x="1304" y="2796"/>
                <a:ext cx="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00" name="Freeform 468">
                <a:extLst>
                  <a:ext uri="{FF2B5EF4-FFF2-40B4-BE49-F238E27FC236}">
                    <a16:creationId xmlns:a16="http://schemas.microsoft.com/office/drawing/2014/main" id="{0450E5AF-AE92-E062-42A1-A4299F9A7168}"/>
                  </a:ext>
                </a:extLst>
              </p:cNvPr>
              <p:cNvSpPr>
                <a:spLocks/>
              </p:cNvSpPr>
              <p:nvPr/>
            </p:nvSpPr>
            <p:spPr bwMode="auto">
              <a:xfrm>
                <a:off x="1302" y="2781"/>
                <a:ext cx="37" cy="7"/>
              </a:xfrm>
              <a:custGeom>
                <a:avLst/>
                <a:gdLst>
                  <a:gd name="T0" fmla="*/ 0 w 363"/>
                  <a:gd name="T1" fmla="*/ 0 h 66"/>
                  <a:gd name="T2" fmla="*/ 0 w 363"/>
                  <a:gd name="T3" fmla="*/ 0 h 66"/>
                  <a:gd name="T4" fmla="*/ 0 w 363"/>
                  <a:gd name="T5" fmla="*/ 0 h 66"/>
                  <a:gd name="T6" fmla="*/ 0 w 363"/>
                  <a:gd name="T7" fmla="*/ 0 h 66"/>
                  <a:gd name="T8" fmla="*/ 0 w 363"/>
                  <a:gd name="T9" fmla="*/ 0 h 66"/>
                  <a:gd name="T10" fmla="*/ 0 60000 65536"/>
                  <a:gd name="T11" fmla="*/ 0 60000 65536"/>
                  <a:gd name="T12" fmla="*/ 0 60000 65536"/>
                  <a:gd name="T13" fmla="*/ 0 60000 65536"/>
                  <a:gd name="T14" fmla="*/ 0 60000 65536"/>
                  <a:gd name="T15" fmla="*/ 0 w 363"/>
                  <a:gd name="T16" fmla="*/ 0 h 66"/>
                  <a:gd name="T17" fmla="*/ 363 w 363"/>
                  <a:gd name="T18" fmla="*/ 66 h 66"/>
                </a:gdLst>
                <a:ahLst/>
                <a:cxnLst>
                  <a:cxn ang="T10">
                    <a:pos x="T0" y="T1"/>
                  </a:cxn>
                  <a:cxn ang="T11">
                    <a:pos x="T2" y="T3"/>
                  </a:cxn>
                  <a:cxn ang="T12">
                    <a:pos x="T4" y="T5"/>
                  </a:cxn>
                  <a:cxn ang="T13">
                    <a:pos x="T6" y="T7"/>
                  </a:cxn>
                  <a:cxn ang="T14">
                    <a:pos x="T8" y="T9"/>
                  </a:cxn>
                </a:cxnLst>
                <a:rect l="T15" t="T16" r="T17" b="T18"/>
                <a:pathLst>
                  <a:path w="363" h="66">
                    <a:moveTo>
                      <a:pt x="8" y="66"/>
                    </a:moveTo>
                    <a:lnTo>
                      <a:pt x="363" y="66"/>
                    </a:lnTo>
                    <a:lnTo>
                      <a:pt x="363" y="0"/>
                    </a:lnTo>
                    <a:lnTo>
                      <a:pt x="0" y="0"/>
                    </a:lnTo>
                    <a:lnTo>
                      <a:pt x="8"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1" name="Freeform 469">
                <a:extLst>
                  <a:ext uri="{FF2B5EF4-FFF2-40B4-BE49-F238E27FC236}">
                    <a16:creationId xmlns:a16="http://schemas.microsoft.com/office/drawing/2014/main" id="{D8583F05-D8E1-5F30-79E6-1F0B62EDBBDD}"/>
                  </a:ext>
                </a:extLst>
              </p:cNvPr>
              <p:cNvSpPr>
                <a:spLocks/>
              </p:cNvSpPr>
              <p:nvPr/>
            </p:nvSpPr>
            <p:spPr bwMode="auto">
              <a:xfrm>
                <a:off x="1292" y="2747"/>
                <a:ext cx="47" cy="34"/>
              </a:xfrm>
              <a:custGeom>
                <a:avLst/>
                <a:gdLst>
                  <a:gd name="T0" fmla="*/ 0 w 462"/>
                  <a:gd name="T1" fmla="*/ 0 h 346"/>
                  <a:gd name="T2" fmla="*/ 0 w 462"/>
                  <a:gd name="T3" fmla="*/ 0 h 346"/>
                  <a:gd name="T4" fmla="*/ 0 w 462"/>
                  <a:gd name="T5" fmla="*/ 0 h 346"/>
                  <a:gd name="T6" fmla="*/ 0 60000 65536"/>
                  <a:gd name="T7" fmla="*/ 0 60000 65536"/>
                  <a:gd name="T8" fmla="*/ 0 60000 65536"/>
                  <a:gd name="T9" fmla="*/ 0 w 462"/>
                  <a:gd name="T10" fmla="*/ 0 h 346"/>
                  <a:gd name="T11" fmla="*/ 462 w 462"/>
                  <a:gd name="T12" fmla="*/ 346 h 346"/>
                </a:gdLst>
                <a:ahLst/>
                <a:cxnLst>
                  <a:cxn ang="T6">
                    <a:pos x="T0" y="T1"/>
                  </a:cxn>
                  <a:cxn ang="T7">
                    <a:pos x="T2" y="T3"/>
                  </a:cxn>
                  <a:cxn ang="T8">
                    <a:pos x="T4" y="T5"/>
                  </a:cxn>
                </a:cxnLst>
                <a:rect l="T9" t="T10" r="T11" b="T12"/>
                <a:pathLst>
                  <a:path w="462" h="346">
                    <a:moveTo>
                      <a:pt x="462" y="346"/>
                    </a:moveTo>
                    <a:lnTo>
                      <a:pt x="298" y="0"/>
                    </a:lnTo>
                    <a:lnTo>
                      <a:pt x="0"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02" name="Freeform 470">
                <a:extLst>
                  <a:ext uri="{FF2B5EF4-FFF2-40B4-BE49-F238E27FC236}">
                    <a16:creationId xmlns:a16="http://schemas.microsoft.com/office/drawing/2014/main" id="{186121BD-2D45-C5AF-AD8D-A81B6E689F76}"/>
                  </a:ext>
                </a:extLst>
              </p:cNvPr>
              <p:cNvSpPr>
                <a:spLocks/>
              </p:cNvSpPr>
              <p:nvPr/>
            </p:nvSpPr>
            <p:spPr bwMode="auto">
              <a:xfrm>
                <a:off x="250" y="2698"/>
                <a:ext cx="615" cy="226"/>
              </a:xfrm>
              <a:custGeom>
                <a:avLst/>
                <a:gdLst>
                  <a:gd name="T0" fmla="*/ 0 w 6153"/>
                  <a:gd name="T1" fmla="*/ 0 h 2259"/>
                  <a:gd name="T2" fmla="*/ 0 w 6153"/>
                  <a:gd name="T3" fmla="*/ 0 h 2259"/>
                  <a:gd name="T4" fmla="*/ 0 w 6153"/>
                  <a:gd name="T5" fmla="*/ 0 h 2259"/>
                  <a:gd name="T6" fmla="*/ 0 w 6153"/>
                  <a:gd name="T7" fmla="*/ 0 h 2259"/>
                  <a:gd name="T8" fmla="*/ 0 w 6153"/>
                  <a:gd name="T9" fmla="*/ 0 h 2259"/>
                  <a:gd name="T10" fmla="*/ 0 w 6153"/>
                  <a:gd name="T11" fmla="*/ 0 h 2259"/>
                  <a:gd name="T12" fmla="*/ 0 w 6153"/>
                  <a:gd name="T13" fmla="*/ 0 h 2259"/>
                  <a:gd name="T14" fmla="*/ 0 w 6153"/>
                  <a:gd name="T15" fmla="*/ 0 h 2259"/>
                  <a:gd name="T16" fmla="*/ 0 w 6153"/>
                  <a:gd name="T17" fmla="*/ 0 h 2259"/>
                  <a:gd name="T18" fmla="*/ 0 w 6153"/>
                  <a:gd name="T19" fmla="*/ 0 h 2259"/>
                  <a:gd name="T20" fmla="*/ 0 w 6153"/>
                  <a:gd name="T21" fmla="*/ 0 h 2259"/>
                  <a:gd name="T22" fmla="*/ 0 w 6153"/>
                  <a:gd name="T23" fmla="*/ 0 h 2259"/>
                  <a:gd name="T24" fmla="*/ 0 w 6153"/>
                  <a:gd name="T25" fmla="*/ 0 h 2259"/>
                  <a:gd name="T26" fmla="*/ 0 w 6153"/>
                  <a:gd name="T27" fmla="*/ 0 h 2259"/>
                  <a:gd name="T28" fmla="*/ 0 w 6153"/>
                  <a:gd name="T29" fmla="*/ 0 h 2259"/>
                  <a:gd name="T30" fmla="*/ 0 w 6153"/>
                  <a:gd name="T31" fmla="*/ 0 h 225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153"/>
                  <a:gd name="T49" fmla="*/ 0 h 2259"/>
                  <a:gd name="T50" fmla="*/ 6153 w 6153"/>
                  <a:gd name="T51" fmla="*/ 2259 h 225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153" h="2259">
                    <a:moveTo>
                      <a:pt x="6153" y="2259"/>
                    </a:moveTo>
                    <a:lnTo>
                      <a:pt x="5503" y="1015"/>
                    </a:lnTo>
                    <a:lnTo>
                      <a:pt x="3916" y="519"/>
                    </a:lnTo>
                    <a:lnTo>
                      <a:pt x="3265" y="519"/>
                    </a:lnTo>
                    <a:lnTo>
                      <a:pt x="2644" y="256"/>
                    </a:lnTo>
                    <a:lnTo>
                      <a:pt x="2488" y="0"/>
                    </a:lnTo>
                    <a:lnTo>
                      <a:pt x="2520" y="384"/>
                    </a:lnTo>
                    <a:lnTo>
                      <a:pt x="2276" y="613"/>
                    </a:lnTo>
                    <a:lnTo>
                      <a:pt x="1753" y="796"/>
                    </a:lnTo>
                    <a:lnTo>
                      <a:pt x="1086" y="1246"/>
                    </a:lnTo>
                    <a:lnTo>
                      <a:pt x="861" y="1246"/>
                    </a:lnTo>
                    <a:lnTo>
                      <a:pt x="240" y="1500"/>
                    </a:lnTo>
                    <a:lnTo>
                      <a:pt x="0" y="1737"/>
                    </a:lnTo>
                    <a:lnTo>
                      <a:pt x="122" y="1969"/>
                    </a:lnTo>
                    <a:lnTo>
                      <a:pt x="122" y="2259"/>
                    </a:lnTo>
                    <a:lnTo>
                      <a:pt x="6153" y="225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3" name="Freeform 471">
                <a:extLst>
                  <a:ext uri="{FF2B5EF4-FFF2-40B4-BE49-F238E27FC236}">
                    <a16:creationId xmlns:a16="http://schemas.microsoft.com/office/drawing/2014/main" id="{0BBA0BBC-CCD8-7945-B0AE-BB81D08AB2C0}"/>
                  </a:ext>
                </a:extLst>
              </p:cNvPr>
              <p:cNvSpPr>
                <a:spLocks/>
              </p:cNvSpPr>
              <p:nvPr/>
            </p:nvSpPr>
            <p:spPr bwMode="auto">
              <a:xfrm>
                <a:off x="619" y="2445"/>
                <a:ext cx="49" cy="104"/>
              </a:xfrm>
              <a:custGeom>
                <a:avLst/>
                <a:gdLst>
                  <a:gd name="T0" fmla="*/ 0 w 494"/>
                  <a:gd name="T1" fmla="*/ 0 h 1038"/>
                  <a:gd name="T2" fmla="*/ 0 w 494"/>
                  <a:gd name="T3" fmla="*/ 0 h 1038"/>
                  <a:gd name="T4" fmla="*/ 0 w 494"/>
                  <a:gd name="T5" fmla="*/ 0 h 1038"/>
                  <a:gd name="T6" fmla="*/ 0 w 494"/>
                  <a:gd name="T7" fmla="*/ 0 h 1038"/>
                  <a:gd name="T8" fmla="*/ 0 60000 65536"/>
                  <a:gd name="T9" fmla="*/ 0 60000 65536"/>
                  <a:gd name="T10" fmla="*/ 0 60000 65536"/>
                  <a:gd name="T11" fmla="*/ 0 60000 65536"/>
                  <a:gd name="T12" fmla="*/ 0 w 494"/>
                  <a:gd name="T13" fmla="*/ 0 h 1038"/>
                  <a:gd name="T14" fmla="*/ 494 w 494"/>
                  <a:gd name="T15" fmla="*/ 1038 h 1038"/>
                </a:gdLst>
                <a:ahLst/>
                <a:cxnLst>
                  <a:cxn ang="T8">
                    <a:pos x="T0" y="T1"/>
                  </a:cxn>
                  <a:cxn ang="T9">
                    <a:pos x="T2" y="T3"/>
                  </a:cxn>
                  <a:cxn ang="T10">
                    <a:pos x="T4" y="T5"/>
                  </a:cxn>
                  <a:cxn ang="T11">
                    <a:pos x="T6" y="T7"/>
                  </a:cxn>
                </a:cxnLst>
                <a:rect l="T12" t="T13" r="T14" b="T15"/>
                <a:pathLst>
                  <a:path w="494" h="1038">
                    <a:moveTo>
                      <a:pt x="0" y="0"/>
                    </a:moveTo>
                    <a:lnTo>
                      <a:pt x="494" y="1038"/>
                    </a:lnTo>
                    <a:lnTo>
                      <a:pt x="0" y="77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4" name="Freeform 472">
                <a:extLst>
                  <a:ext uri="{FF2B5EF4-FFF2-40B4-BE49-F238E27FC236}">
                    <a16:creationId xmlns:a16="http://schemas.microsoft.com/office/drawing/2014/main" id="{FAA07F22-AEAA-5952-0359-014E14794886}"/>
                  </a:ext>
                </a:extLst>
              </p:cNvPr>
              <p:cNvSpPr>
                <a:spLocks/>
              </p:cNvSpPr>
              <p:nvPr/>
            </p:nvSpPr>
            <p:spPr bwMode="auto">
              <a:xfrm>
                <a:off x="605" y="2389"/>
                <a:ext cx="86" cy="163"/>
              </a:xfrm>
              <a:custGeom>
                <a:avLst/>
                <a:gdLst>
                  <a:gd name="T0" fmla="*/ 0 w 864"/>
                  <a:gd name="T1" fmla="*/ 0 h 1626"/>
                  <a:gd name="T2" fmla="*/ 0 w 864"/>
                  <a:gd name="T3" fmla="*/ 0 h 1626"/>
                  <a:gd name="T4" fmla="*/ 0 w 864"/>
                  <a:gd name="T5" fmla="*/ 0 h 1626"/>
                  <a:gd name="T6" fmla="*/ 0 w 864"/>
                  <a:gd name="T7" fmla="*/ 0 h 1626"/>
                  <a:gd name="T8" fmla="*/ 0 60000 65536"/>
                  <a:gd name="T9" fmla="*/ 0 60000 65536"/>
                  <a:gd name="T10" fmla="*/ 0 60000 65536"/>
                  <a:gd name="T11" fmla="*/ 0 60000 65536"/>
                  <a:gd name="T12" fmla="*/ 0 w 864"/>
                  <a:gd name="T13" fmla="*/ 0 h 1626"/>
                  <a:gd name="T14" fmla="*/ 864 w 864"/>
                  <a:gd name="T15" fmla="*/ 1626 h 1626"/>
                </a:gdLst>
                <a:ahLst/>
                <a:cxnLst>
                  <a:cxn ang="T8">
                    <a:pos x="T0" y="T1"/>
                  </a:cxn>
                  <a:cxn ang="T9">
                    <a:pos x="T2" y="T3"/>
                  </a:cxn>
                  <a:cxn ang="T10">
                    <a:pos x="T4" y="T5"/>
                  </a:cxn>
                  <a:cxn ang="T11">
                    <a:pos x="T6" y="T7"/>
                  </a:cxn>
                </a:cxnLst>
                <a:rect l="T12" t="T13" r="T14" b="T15"/>
                <a:pathLst>
                  <a:path w="864" h="1626">
                    <a:moveTo>
                      <a:pt x="635" y="1593"/>
                    </a:moveTo>
                    <a:lnTo>
                      <a:pt x="0" y="254"/>
                    </a:lnTo>
                    <a:lnTo>
                      <a:pt x="0" y="0"/>
                    </a:lnTo>
                    <a:lnTo>
                      <a:pt x="864" y="1626"/>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05" name="Line 473">
                <a:extLst>
                  <a:ext uri="{FF2B5EF4-FFF2-40B4-BE49-F238E27FC236}">
                    <a16:creationId xmlns:a16="http://schemas.microsoft.com/office/drawing/2014/main" id="{A335B971-1979-D230-5996-B2F60FBF9A57}"/>
                  </a:ext>
                </a:extLst>
              </p:cNvPr>
              <p:cNvSpPr>
                <a:spLocks noChangeShapeType="1"/>
              </p:cNvSpPr>
              <p:nvPr/>
            </p:nvSpPr>
            <p:spPr bwMode="auto">
              <a:xfrm>
                <a:off x="833" y="2813"/>
                <a:ext cx="60" cy="1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06" name="Line 474">
                <a:extLst>
                  <a:ext uri="{FF2B5EF4-FFF2-40B4-BE49-F238E27FC236}">
                    <a16:creationId xmlns:a16="http://schemas.microsoft.com/office/drawing/2014/main" id="{5E66F8E3-8FBF-0A81-36E9-D17BE7DC8529}"/>
                  </a:ext>
                </a:extLst>
              </p:cNvPr>
              <p:cNvSpPr>
                <a:spLocks noChangeShapeType="1"/>
              </p:cNvSpPr>
              <p:nvPr/>
            </p:nvSpPr>
            <p:spPr bwMode="auto">
              <a:xfrm>
                <a:off x="606" y="2389"/>
                <a:ext cx="17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07" name="Freeform 475">
                <a:extLst>
                  <a:ext uri="{FF2B5EF4-FFF2-40B4-BE49-F238E27FC236}">
                    <a16:creationId xmlns:a16="http://schemas.microsoft.com/office/drawing/2014/main" id="{73041A1E-E903-A3B4-B7E8-B96547CFA18B}"/>
                  </a:ext>
                </a:extLst>
              </p:cNvPr>
              <p:cNvSpPr>
                <a:spLocks/>
              </p:cNvSpPr>
              <p:nvPr/>
            </p:nvSpPr>
            <p:spPr bwMode="auto">
              <a:xfrm>
                <a:off x="747" y="2518"/>
                <a:ext cx="128" cy="39"/>
              </a:xfrm>
              <a:custGeom>
                <a:avLst/>
                <a:gdLst>
                  <a:gd name="T0" fmla="*/ 0 w 1280"/>
                  <a:gd name="T1" fmla="*/ 0 h 393"/>
                  <a:gd name="T2" fmla="*/ 0 w 1280"/>
                  <a:gd name="T3" fmla="*/ 0 h 393"/>
                  <a:gd name="T4" fmla="*/ 0 w 1280"/>
                  <a:gd name="T5" fmla="*/ 0 h 393"/>
                  <a:gd name="T6" fmla="*/ 0 w 1280"/>
                  <a:gd name="T7" fmla="*/ 0 h 393"/>
                  <a:gd name="T8" fmla="*/ 0 60000 65536"/>
                  <a:gd name="T9" fmla="*/ 0 60000 65536"/>
                  <a:gd name="T10" fmla="*/ 0 60000 65536"/>
                  <a:gd name="T11" fmla="*/ 0 60000 65536"/>
                  <a:gd name="T12" fmla="*/ 0 w 1280"/>
                  <a:gd name="T13" fmla="*/ 0 h 393"/>
                  <a:gd name="T14" fmla="*/ 1280 w 1280"/>
                  <a:gd name="T15" fmla="*/ 393 h 393"/>
                </a:gdLst>
                <a:ahLst/>
                <a:cxnLst>
                  <a:cxn ang="T8">
                    <a:pos x="T0" y="T1"/>
                  </a:cxn>
                  <a:cxn ang="T9">
                    <a:pos x="T2" y="T3"/>
                  </a:cxn>
                  <a:cxn ang="T10">
                    <a:pos x="T4" y="T5"/>
                  </a:cxn>
                  <a:cxn ang="T11">
                    <a:pos x="T6" y="T7"/>
                  </a:cxn>
                </a:cxnLst>
                <a:rect l="T12" t="T13" r="T14" b="T15"/>
                <a:pathLst>
                  <a:path w="1280" h="393">
                    <a:moveTo>
                      <a:pt x="1280" y="393"/>
                    </a:moveTo>
                    <a:lnTo>
                      <a:pt x="0" y="0"/>
                    </a:lnTo>
                    <a:lnTo>
                      <a:pt x="0" y="54"/>
                    </a:lnTo>
                    <a:lnTo>
                      <a:pt x="1042" y="393"/>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08" name="Freeform 476">
                <a:extLst>
                  <a:ext uri="{FF2B5EF4-FFF2-40B4-BE49-F238E27FC236}">
                    <a16:creationId xmlns:a16="http://schemas.microsoft.com/office/drawing/2014/main" id="{4E4D0DAC-3AB9-B166-A25A-FD46A8C1B0A6}"/>
                  </a:ext>
                </a:extLst>
              </p:cNvPr>
              <p:cNvSpPr>
                <a:spLocks/>
              </p:cNvSpPr>
              <p:nvPr/>
            </p:nvSpPr>
            <p:spPr bwMode="auto">
              <a:xfrm>
                <a:off x="932" y="2564"/>
                <a:ext cx="493" cy="123"/>
              </a:xfrm>
              <a:custGeom>
                <a:avLst/>
                <a:gdLst>
                  <a:gd name="T0" fmla="*/ 0 w 4924"/>
                  <a:gd name="T1" fmla="*/ 0 h 1225"/>
                  <a:gd name="T2" fmla="*/ 0 w 4924"/>
                  <a:gd name="T3" fmla="*/ 0 h 1225"/>
                  <a:gd name="T4" fmla="*/ 0 w 4924"/>
                  <a:gd name="T5" fmla="*/ 0 h 1225"/>
                  <a:gd name="T6" fmla="*/ 0 w 4924"/>
                  <a:gd name="T7" fmla="*/ 0 h 1225"/>
                  <a:gd name="T8" fmla="*/ 0 w 4924"/>
                  <a:gd name="T9" fmla="*/ 0 h 1225"/>
                  <a:gd name="T10" fmla="*/ 0 w 4924"/>
                  <a:gd name="T11" fmla="*/ 0 h 1225"/>
                  <a:gd name="T12" fmla="*/ 0 60000 65536"/>
                  <a:gd name="T13" fmla="*/ 0 60000 65536"/>
                  <a:gd name="T14" fmla="*/ 0 60000 65536"/>
                  <a:gd name="T15" fmla="*/ 0 60000 65536"/>
                  <a:gd name="T16" fmla="*/ 0 60000 65536"/>
                  <a:gd name="T17" fmla="*/ 0 60000 65536"/>
                  <a:gd name="T18" fmla="*/ 0 w 4924"/>
                  <a:gd name="T19" fmla="*/ 0 h 1225"/>
                  <a:gd name="T20" fmla="*/ 4924 w 4924"/>
                  <a:gd name="T21" fmla="*/ 1225 h 1225"/>
                </a:gdLst>
                <a:ahLst/>
                <a:cxnLst>
                  <a:cxn ang="T12">
                    <a:pos x="T0" y="T1"/>
                  </a:cxn>
                  <a:cxn ang="T13">
                    <a:pos x="T2" y="T3"/>
                  </a:cxn>
                  <a:cxn ang="T14">
                    <a:pos x="T4" y="T5"/>
                  </a:cxn>
                  <a:cxn ang="T15">
                    <a:pos x="T6" y="T7"/>
                  </a:cxn>
                  <a:cxn ang="T16">
                    <a:pos x="T8" y="T9"/>
                  </a:cxn>
                  <a:cxn ang="T17">
                    <a:pos x="T10" y="T11"/>
                  </a:cxn>
                </a:cxnLst>
                <a:rect l="T18" t="T19" r="T20" b="T21"/>
                <a:pathLst>
                  <a:path w="4924" h="1225">
                    <a:moveTo>
                      <a:pt x="0" y="107"/>
                    </a:moveTo>
                    <a:lnTo>
                      <a:pt x="3220" y="1103"/>
                    </a:lnTo>
                    <a:lnTo>
                      <a:pt x="4924" y="0"/>
                    </a:lnTo>
                    <a:lnTo>
                      <a:pt x="4924" y="89"/>
                    </a:lnTo>
                    <a:lnTo>
                      <a:pt x="3211" y="1225"/>
                    </a:lnTo>
                    <a:lnTo>
                      <a:pt x="68" y="21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09" name="Line 477">
                <a:extLst>
                  <a:ext uri="{FF2B5EF4-FFF2-40B4-BE49-F238E27FC236}">
                    <a16:creationId xmlns:a16="http://schemas.microsoft.com/office/drawing/2014/main" id="{8B3DE60F-EAF6-6543-34FC-A4C18D7A7AD6}"/>
                  </a:ext>
                </a:extLst>
              </p:cNvPr>
              <p:cNvSpPr>
                <a:spLocks noChangeShapeType="1"/>
              </p:cNvSpPr>
              <p:nvPr/>
            </p:nvSpPr>
            <p:spPr bwMode="auto">
              <a:xfrm flipV="1">
                <a:off x="1253" y="2676"/>
                <a:ext cx="1" cy="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10" name="Freeform 478">
                <a:extLst>
                  <a:ext uri="{FF2B5EF4-FFF2-40B4-BE49-F238E27FC236}">
                    <a16:creationId xmlns:a16="http://schemas.microsoft.com/office/drawing/2014/main" id="{6713AD3B-ECA0-60CC-74F1-E1BC925EBF21}"/>
                  </a:ext>
                </a:extLst>
              </p:cNvPr>
              <p:cNvSpPr>
                <a:spLocks/>
              </p:cNvSpPr>
              <p:nvPr/>
            </p:nvSpPr>
            <p:spPr bwMode="auto">
              <a:xfrm>
                <a:off x="747" y="2433"/>
                <a:ext cx="678" cy="131"/>
              </a:xfrm>
              <a:custGeom>
                <a:avLst/>
                <a:gdLst>
                  <a:gd name="T0" fmla="*/ 0 w 6777"/>
                  <a:gd name="T1" fmla="*/ 0 h 1317"/>
                  <a:gd name="T2" fmla="*/ 0 w 6777"/>
                  <a:gd name="T3" fmla="*/ 0 h 1317"/>
                  <a:gd name="T4" fmla="*/ 0 w 6777"/>
                  <a:gd name="T5" fmla="*/ 0 h 1317"/>
                  <a:gd name="T6" fmla="*/ 0 60000 65536"/>
                  <a:gd name="T7" fmla="*/ 0 60000 65536"/>
                  <a:gd name="T8" fmla="*/ 0 60000 65536"/>
                  <a:gd name="T9" fmla="*/ 0 w 6777"/>
                  <a:gd name="T10" fmla="*/ 0 h 1317"/>
                  <a:gd name="T11" fmla="*/ 6777 w 6777"/>
                  <a:gd name="T12" fmla="*/ 1317 h 1317"/>
                </a:gdLst>
                <a:ahLst/>
                <a:cxnLst>
                  <a:cxn ang="T6">
                    <a:pos x="T0" y="T1"/>
                  </a:cxn>
                  <a:cxn ang="T7">
                    <a:pos x="T2" y="T3"/>
                  </a:cxn>
                  <a:cxn ang="T8">
                    <a:pos x="T4" y="T5"/>
                  </a:cxn>
                </a:cxnLst>
                <a:rect l="T9" t="T10" r="T11" b="T12"/>
                <a:pathLst>
                  <a:path w="6777" h="1317">
                    <a:moveTo>
                      <a:pt x="0" y="851"/>
                    </a:moveTo>
                    <a:lnTo>
                      <a:pt x="1699" y="0"/>
                    </a:lnTo>
                    <a:lnTo>
                      <a:pt x="6777" y="1317"/>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11" name="Freeform 479">
                <a:extLst>
                  <a:ext uri="{FF2B5EF4-FFF2-40B4-BE49-F238E27FC236}">
                    <a16:creationId xmlns:a16="http://schemas.microsoft.com/office/drawing/2014/main" id="{2CE9F331-FE1B-E28A-A971-A916A9B952D2}"/>
                  </a:ext>
                </a:extLst>
              </p:cNvPr>
              <p:cNvSpPr>
                <a:spLocks/>
              </p:cNvSpPr>
              <p:nvPr/>
            </p:nvSpPr>
            <p:spPr bwMode="auto">
              <a:xfrm>
                <a:off x="1253" y="2595"/>
                <a:ext cx="181" cy="92"/>
              </a:xfrm>
              <a:custGeom>
                <a:avLst/>
                <a:gdLst>
                  <a:gd name="T0" fmla="*/ 0 w 1808"/>
                  <a:gd name="T1" fmla="*/ 0 h 922"/>
                  <a:gd name="T2" fmla="*/ 0 w 1808"/>
                  <a:gd name="T3" fmla="*/ 0 h 922"/>
                  <a:gd name="T4" fmla="*/ 0 w 1808"/>
                  <a:gd name="T5" fmla="*/ 0 h 922"/>
                  <a:gd name="T6" fmla="*/ 0 w 1808"/>
                  <a:gd name="T7" fmla="*/ 0 h 922"/>
                  <a:gd name="T8" fmla="*/ 0 60000 65536"/>
                  <a:gd name="T9" fmla="*/ 0 60000 65536"/>
                  <a:gd name="T10" fmla="*/ 0 60000 65536"/>
                  <a:gd name="T11" fmla="*/ 0 60000 65536"/>
                  <a:gd name="T12" fmla="*/ 0 w 1808"/>
                  <a:gd name="T13" fmla="*/ 0 h 922"/>
                  <a:gd name="T14" fmla="*/ 1808 w 1808"/>
                  <a:gd name="T15" fmla="*/ 922 h 922"/>
                </a:gdLst>
                <a:ahLst/>
                <a:cxnLst>
                  <a:cxn ang="T8">
                    <a:pos x="T0" y="T1"/>
                  </a:cxn>
                  <a:cxn ang="T9">
                    <a:pos x="T2" y="T3"/>
                  </a:cxn>
                  <a:cxn ang="T10">
                    <a:pos x="T4" y="T5"/>
                  </a:cxn>
                  <a:cxn ang="T11">
                    <a:pos x="T6" y="T7"/>
                  </a:cxn>
                </a:cxnLst>
                <a:rect l="T12" t="T13" r="T14" b="T15"/>
                <a:pathLst>
                  <a:path w="1808" h="922">
                    <a:moveTo>
                      <a:pt x="0" y="922"/>
                    </a:moveTo>
                    <a:lnTo>
                      <a:pt x="1808" y="86"/>
                    </a:lnTo>
                    <a:lnTo>
                      <a:pt x="1394" y="0"/>
                    </a:lnTo>
                    <a:lnTo>
                      <a:pt x="0" y="9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12" name="Freeform 480">
                <a:extLst>
                  <a:ext uri="{FF2B5EF4-FFF2-40B4-BE49-F238E27FC236}">
                    <a16:creationId xmlns:a16="http://schemas.microsoft.com/office/drawing/2014/main" id="{A63FD71B-8A8C-8A57-ADE9-341B8CA52630}"/>
                  </a:ext>
                </a:extLst>
              </p:cNvPr>
              <p:cNvSpPr>
                <a:spLocks/>
              </p:cNvSpPr>
              <p:nvPr/>
            </p:nvSpPr>
            <p:spPr bwMode="auto">
              <a:xfrm>
                <a:off x="836" y="2468"/>
                <a:ext cx="488" cy="159"/>
              </a:xfrm>
              <a:custGeom>
                <a:avLst/>
                <a:gdLst>
                  <a:gd name="T0" fmla="*/ 0 w 4880"/>
                  <a:gd name="T1" fmla="*/ 0 h 1590"/>
                  <a:gd name="T2" fmla="*/ 0 w 4880"/>
                  <a:gd name="T3" fmla="*/ 0 h 1590"/>
                  <a:gd name="T4" fmla="*/ 0 w 4880"/>
                  <a:gd name="T5" fmla="*/ 0 h 1590"/>
                  <a:gd name="T6" fmla="*/ 0 w 4880"/>
                  <a:gd name="T7" fmla="*/ 0 h 1590"/>
                  <a:gd name="T8" fmla="*/ 0 w 4880"/>
                  <a:gd name="T9" fmla="*/ 0 h 1590"/>
                  <a:gd name="T10" fmla="*/ 0 60000 65536"/>
                  <a:gd name="T11" fmla="*/ 0 60000 65536"/>
                  <a:gd name="T12" fmla="*/ 0 60000 65536"/>
                  <a:gd name="T13" fmla="*/ 0 60000 65536"/>
                  <a:gd name="T14" fmla="*/ 0 60000 65536"/>
                  <a:gd name="T15" fmla="*/ 0 w 4880"/>
                  <a:gd name="T16" fmla="*/ 0 h 1590"/>
                  <a:gd name="T17" fmla="*/ 4880 w 4880"/>
                  <a:gd name="T18" fmla="*/ 1590 h 1590"/>
                </a:gdLst>
                <a:ahLst/>
                <a:cxnLst>
                  <a:cxn ang="T10">
                    <a:pos x="T0" y="T1"/>
                  </a:cxn>
                  <a:cxn ang="T11">
                    <a:pos x="T2" y="T3"/>
                  </a:cxn>
                  <a:cxn ang="T12">
                    <a:pos x="T4" y="T5"/>
                  </a:cxn>
                  <a:cxn ang="T13">
                    <a:pos x="T6" y="T7"/>
                  </a:cxn>
                  <a:cxn ang="T14">
                    <a:pos x="T8" y="T9"/>
                  </a:cxn>
                </a:cxnLst>
                <a:rect l="T15" t="T16" r="T17" b="T18"/>
                <a:pathLst>
                  <a:path w="4880" h="1590">
                    <a:moveTo>
                      <a:pt x="0" y="378"/>
                    </a:moveTo>
                    <a:lnTo>
                      <a:pt x="4089" y="1590"/>
                    </a:lnTo>
                    <a:lnTo>
                      <a:pt x="4880" y="1092"/>
                    </a:lnTo>
                    <a:lnTo>
                      <a:pt x="742" y="0"/>
                    </a:lnTo>
                    <a:lnTo>
                      <a:pt x="0" y="378"/>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13" name="Freeform 481">
                <a:extLst>
                  <a:ext uri="{FF2B5EF4-FFF2-40B4-BE49-F238E27FC236}">
                    <a16:creationId xmlns:a16="http://schemas.microsoft.com/office/drawing/2014/main" id="{8A351481-80F9-3946-DC76-E2E5417E64EE}"/>
                  </a:ext>
                </a:extLst>
              </p:cNvPr>
              <p:cNvSpPr>
                <a:spLocks/>
              </p:cNvSpPr>
              <p:nvPr/>
            </p:nvSpPr>
            <p:spPr bwMode="auto">
              <a:xfrm>
                <a:off x="846" y="2445"/>
                <a:ext cx="44" cy="12"/>
              </a:xfrm>
              <a:custGeom>
                <a:avLst/>
                <a:gdLst>
                  <a:gd name="T0" fmla="*/ 0 w 447"/>
                  <a:gd name="T1" fmla="*/ 0 h 125"/>
                  <a:gd name="T2" fmla="*/ 0 w 447"/>
                  <a:gd name="T3" fmla="*/ 0 h 125"/>
                  <a:gd name="T4" fmla="*/ 0 w 447"/>
                  <a:gd name="T5" fmla="*/ 0 h 125"/>
                  <a:gd name="T6" fmla="*/ 0 w 447"/>
                  <a:gd name="T7" fmla="*/ 0 h 125"/>
                  <a:gd name="T8" fmla="*/ 0 60000 65536"/>
                  <a:gd name="T9" fmla="*/ 0 60000 65536"/>
                  <a:gd name="T10" fmla="*/ 0 60000 65536"/>
                  <a:gd name="T11" fmla="*/ 0 60000 65536"/>
                  <a:gd name="T12" fmla="*/ 0 w 447"/>
                  <a:gd name="T13" fmla="*/ 0 h 125"/>
                  <a:gd name="T14" fmla="*/ 447 w 447"/>
                  <a:gd name="T15" fmla="*/ 125 h 125"/>
                </a:gdLst>
                <a:ahLst/>
                <a:cxnLst>
                  <a:cxn ang="T8">
                    <a:pos x="T0" y="T1"/>
                  </a:cxn>
                  <a:cxn ang="T9">
                    <a:pos x="T2" y="T3"/>
                  </a:cxn>
                  <a:cxn ang="T10">
                    <a:pos x="T4" y="T5"/>
                  </a:cxn>
                  <a:cxn ang="T11">
                    <a:pos x="T6" y="T7"/>
                  </a:cxn>
                </a:cxnLst>
                <a:rect l="T12" t="T13" r="T14" b="T15"/>
                <a:pathLst>
                  <a:path w="447" h="125">
                    <a:moveTo>
                      <a:pt x="210" y="125"/>
                    </a:moveTo>
                    <a:lnTo>
                      <a:pt x="0" y="125"/>
                    </a:lnTo>
                    <a:lnTo>
                      <a:pt x="0" y="0"/>
                    </a:lnTo>
                    <a:lnTo>
                      <a:pt x="447"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14" name="Freeform 482">
                <a:extLst>
                  <a:ext uri="{FF2B5EF4-FFF2-40B4-BE49-F238E27FC236}">
                    <a16:creationId xmlns:a16="http://schemas.microsoft.com/office/drawing/2014/main" id="{864F968A-6B85-1E03-8B82-6F46DFDAE72D}"/>
                  </a:ext>
                </a:extLst>
              </p:cNvPr>
              <p:cNvSpPr>
                <a:spLocks/>
              </p:cNvSpPr>
              <p:nvPr/>
            </p:nvSpPr>
            <p:spPr bwMode="auto">
              <a:xfrm>
                <a:off x="969" y="2445"/>
                <a:ext cx="307" cy="12"/>
              </a:xfrm>
              <a:custGeom>
                <a:avLst/>
                <a:gdLst>
                  <a:gd name="T0" fmla="*/ 0 w 3075"/>
                  <a:gd name="T1" fmla="*/ 0 h 125"/>
                  <a:gd name="T2" fmla="*/ 0 w 3075"/>
                  <a:gd name="T3" fmla="*/ 0 h 125"/>
                  <a:gd name="T4" fmla="*/ 0 w 3075"/>
                  <a:gd name="T5" fmla="*/ 0 h 125"/>
                  <a:gd name="T6" fmla="*/ 0 w 3075"/>
                  <a:gd name="T7" fmla="*/ 0 h 125"/>
                  <a:gd name="T8" fmla="*/ 0 60000 65536"/>
                  <a:gd name="T9" fmla="*/ 0 60000 65536"/>
                  <a:gd name="T10" fmla="*/ 0 60000 65536"/>
                  <a:gd name="T11" fmla="*/ 0 60000 65536"/>
                  <a:gd name="T12" fmla="*/ 0 w 3075"/>
                  <a:gd name="T13" fmla="*/ 0 h 125"/>
                  <a:gd name="T14" fmla="*/ 3075 w 3075"/>
                  <a:gd name="T15" fmla="*/ 125 h 125"/>
                </a:gdLst>
                <a:ahLst/>
                <a:cxnLst>
                  <a:cxn ang="T8">
                    <a:pos x="T0" y="T1"/>
                  </a:cxn>
                  <a:cxn ang="T9">
                    <a:pos x="T2" y="T3"/>
                  </a:cxn>
                  <a:cxn ang="T10">
                    <a:pos x="T4" y="T5"/>
                  </a:cxn>
                  <a:cxn ang="T11">
                    <a:pos x="T6" y="T7"/>
                  </a:cxn>
                </a:cxnLst>
                <a:rect l="T12" t="T13" r="T14" b="T15"/>
                <a:pathLst>
                  <a:path w="3075" h="125">
                    <a:moveTo>
                      <a:pt x="0" y="0"/>
                    </a:moveTo>
                    <a:lnTo>
                      <a:pt x="3075" y="0"/>
                    </a:lnTo>
                    <a:lnTo>
                      <a:pt x="3075" y="125"/>
                    </a:lnTo>
                    <a:lnTo>
                      <a:pt x="459" y="125"/>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15" name="Line 483">
                <a:extLst>
                  <a:ext uri="{FF2B5EF4-FFF2-40B4-BE49-F238E27FC236}">
                    <a16:creationId xmlns:a16="http://schemas.microsoft.com/office/drawing/2014/main" id="{E1FE393E-F5C7-0258-8912-071B36AC8127}"/>
                  </a:ext>
                </a:extLst>
              </p:cNvPr>
              <p:cNvSpPr>
                <a:spLocks noChangeShapeType="1"/>
              </p:cNvSpPr>
              <p:nvPr/>
            </p:nvSpPr>
            <p:spPr bwMode="auto">
              <a:xfrm flipV="1">
                <a:off x="846" y="2407"/>
                <a:ext cx="81" cy="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16" name="Line 484">
                <a:extLst>
                  <a:ext uri="{FF2B5EF4-FFF2-40B4-BE49-F238E27FC236}">
                    <a16:creationId xmlns:a16="http://schemas.microsoft.com/office/drawing/2014/main" id="{76B02437-8951-09A6-443C-83D8C4BD9846}"/>
                  </a:ext>
                </a:extLst>
              </p:cNvPr>
              <p:cNvSpPr>
                <a:spLocks noChangeShapeType="1"/>
              </p:cNvSpPr>
              <p:nvPr/>
            </p:nvSpPr>
            <p:spPr bwMode="auto">
              <a:xfrm flipH="1" flipV="1">
                <a:off x="1202" y="2407"/>
                <a:ext cx="74" cy="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17" name="Line 485">
                <a:extLst>
                  <a:ext uri="{FF2B5EF4-FFF2-40B4-BE49-F238E27FC236}">
                    <a16:creationId xmlns:a16="http://schemas.microsoft.com/office/drawing/2014/main" id="{DDDEBA0E-509A-B6CF-61DE-8159DFB3A6F8}"/>
                  </a:ext>
                </a:extLst>
              </p:cNvPr>
              <p:cNvSpPr>
                <a:spLocks noChangeShapeType="1"/>
              </p:cNvSpPr>
              <p:nvPr/>
            </p:nvSpPr>
            <p:spPr bwMode="auto">
              <a:xfrm>
                <a:off x="1353" y="2432"/>
                <a:ext cx="140" cy="8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18" name="Freeform 486">
                <a:extLst>
                  <a:ext uri="{FF2B5EF4-FFF2-40B4-BE49-F238E27FC236}">
                    <a16:creationId xmlns:a16="http://schemas.microsoft.com/office/drawing/2014/main" id="{FA719ED8-EBAA-86AA-C70F-8D6B413A1448}"/>
                  </a:ext>
                </a:extLst>
              </p:cNvPr>
              <p:cNvSpPr>
                <a:spLocks/>
              </p:cNvSpPr>
              <p:nvPr/>
            </p:nvSpPr>
            <p:spPr bwMode="auto">
              <a:xfrm>
                <a:off x="1369" y="2531"/>
                <a:ext cx="124" cy="37"/>
              </a:xfrm>
              <a:custGeom>
                <a:avLst/>
                <a:gdLst>
                  <a:gd name="T0" fmla="*/ 0 w 1240"/>
                  <a:gd name="T1" fmla="*/ 0 h 369"/>
                  <a:gd name="T2" fmla="*/ 0 w 1240"/>
                  <a:gd name="T3" fmla="*/ 0 h 369"/>
                  <a:gd name="T4" fmla="*/ 0 w 1240"/>
                  <a:gd name="T5" fmla="*/ 0 h 369"/>
                  <a:gd name="T6" fmla="*/ 0 w 1240"/>
                  <a:gd name="T7" fmla="*/ 0 h 369"/>
                  <a:gd name="T8" fmla="*/ 0 w 1240"/>
                  <a:gd name="T9" fmla="*/ 0 h 369"/>
                  <a:gd name="T10" fmla="*/ 0 w 1240"/>
                  <a:gd name="T11" fmla="*/ 0 h 369"/>
                  <a:gd name="T12" fmla="*/ 0 w 1240"/>
                  <a:gd name="T13" fmla="*/ 0 h 369"/>
                  <a:gd name="T14" fmla="*/ 0 w 1240"/>
                  <a:gd name="T15" fmla="*/ 0 h 369"/>
                  <a:gd name="T16" fmla="*/ 0 w 1240"/>
                  <a:gd name="T17" fmla="*/ 0 h 369"/>
                  <a:gd name="T18" fmla="*/ 0 w 1240"/>
                  <a:gd name="T19" fmla="*/ 0 h 369"/>
                  <a:gd name="T20" fmla="*/ 0 w 1240"/>
                  <a:gd name="T21" fmla="*/ 0 h 369"/>
                  <a:gd name="T22" fmla="*/ 0 w 1240"/>
                  <a:gd name="T23" fmla="*/ 0 h 369"/>
                  <a:gd name="T24" fmla="*/ 0 w 1240"/>
                  <a:gd name="T25" fmla="*/ 0 h 369"/>
                  <a:gd name="T26" fmla="*/ 0 w 1240"/>
                  <a:gd name="T27" fmla="*/ 0 h 369"/>
                  <a:gd name="T28" fmla="*/ 0 w 1240"/>
                  <a:gd name="T29" fmla="*/ 0 h 369"/>
                  <a:gd name="T30" fmla="*/ 0 w 1240"/>
                  <a:gd name="T31" fmla="*/ 0 h 369"/>
                  <a:gd name="T32" fmla="*/ 0 w 1240"/>
                  <a:gd name="T33" fmla="*/ 0 h 369"/>
                  <a:gd name="T34" fmla="*/ 0 w 1240"/>
                  <a:gd name="T35" fmla="*/ 0 h 369"/>
                  <a:gd name="T36" fmla="*/ 0 w 1240"/>
                  <a:gd name="T37" fmla="*/ 0 h 369"/>
                  <a:gd name="T38" fmla="*/ 0 w 1240"/>
                  <a:gd name="T39" fmla="*/ 0 h 369"/>
                  <a:gd name="T40" fmla="*/ 0 w 1240"/>
                  <a:gd name="T41" fmla="*/ 0 h 369"/>
                  <a:gd name="T42" fmla="*/ 0 w 1240"/>
                  <a:gd name="T43" fmla="*/ 0 h 369"/>
                  <a:gd name="T44" fmla="*/ 0 w 1240"/>
                  <a:gd name="T45" fmla="*/ 0 h 36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40"/>
                  <a:gd name="T70" fmla="*/ 0 h 369"/>
                  <a:gd name="T71" fmla="*/ 1240 w 1240"/>
                  <a:gd name="T72" fmla="*/ 369 h 36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40" h="369">
                    <a:moveTo>
                      <a:pt x="0" y="187"/>
                    </a:moveTo>
                    <a:lnTo>
                      <a:pt x="55" y="187"/>
                    </a:lnTo>
                    <a:lnTo>
                      <a:pt x="124" y="46"/>
                    </a:lnTo>
                    <a:lnTo>
                      <a:pt x="202" y="0"/>
                    </a:lnTo>
                    <a:lnTo>
                      <a:pt x="300" y="124"/>
                    </a:lnTo>
                    <a:lnTo>
                      <a:pt x="378" y="34"/>
                    </a:lnTo>
                    <a:lnTo>
                      <a:pt x="748" y="80"/>
                    </a:lnTo>
                    <a:lnTo>
                      <a:pt x="780" y="203"/>
                    </a:lnTo>
                    <a:lnTo>
                      <a:pt x="845" y="103"/>
                    </a:lnTo>
                    <a:lnTo>
                      <a:pt x="1007" y="118"/>
                    </a:lnTo>
                    <a:lnTo>
                      <a:pt x="1069" y="193"/>
                    </a:lnTo>
                    <a:lnTo>
                      <a:pt x="1147" y="177"/>
                    </a:lnTo>
                    <a:lnTo>
                      <a:pt x="1131" y="143"/>
                    </a:lnTo>
                    <a:lnTo>
                      <a:pt x="1240" y="135"/>
                    </a:lnTo>
                    <a:lnTo>
                      <a:pt x="1240" y="369"/>
                    </a:lnTo>
                    <a:lnTo>
                      <a:pt x="805" y="345"/>
                    </a:lnTo>
                    <a:lnTo>
                      <a:pt x="767" y="283"/>
                    </a:lnTo>
                    <a:lnTo>
                      <a:pt x="723" y="327"/>
                    </a:lnTo>
                    <a:lnTo>
                      <a:pt x="603" y="327"/>
                    </a:lnTo>
                    <a:lnTo>
                      <a:pt x="542" y="159"/>
                    </a:lnTo>
                    <a:lnTo>
                      <a:pt x="542" y="315"/>
                    </a:lnTo>
                    <a:lnTo>
                      <a:pt x="498" y="315"/>
                    </a:lnTo>
                    <a:lnTo>
                      <a:pt x="0" y="1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19" name="Freeform 487">
                <a:extLst>
                  <a:ext uri="{FF2B5EF4-FFF2-40B4-BE49-F238E27FC236}">
                    <a16:creationId xmlns:a16="http://schemas.microsoft.com/office/drawing/2014/main" id="{C5C4E6BE-E9B8-D2C0-E8B5-DCFCABF83E11}"/>
                  </a:ext>
                </a:extLst>
              </p:cNvPr>
              <p:cNvSpPr>
                <a:spLocks/>
              </p:cNvSpPr>
              <p:nvPr/>
            </p:nvSpPr>
            <p:spPr bwMode="auto">
              <a:xfrm>
                <a:off x="1343" y="2768"/>
                <a:ext cx="150" cy="14"/>
              </a:xfrm>
              <a:custGeom>
                <a:avLst/>
                <a:gdLst>
                  <a:gd name="T0" fmla="*/ 0 w 1499"/>
                  <a:gd name="T1" fmla="*/ 0 h 145"/>
                  <a:gd name="T2" fmla="*/ 0 w 1499"/>
                  <a:gd name="T3" fmla="*/ 0 h 145"/>
                  <a:gd name="T4" fmla="*/ 0 w 1499"/>
                  <a:gd name="T5" fmla="*/ 0 h 145"/>
                  <a:gd name="T6" fmla="*/ 0 w 1499"/>
                  <a:gd name="T7" fmla="*/ 0 h 145"/>
                  <a:gd name="T8" fmla="*/ 0 w 1499"/>
                  <a:gd name="T9" fmla="*/ 0 h 145"/>
                  <a:gd name="T10" fmla="*/ 0 w 1499"/>
                  <a:gd name="T11" fmla="*/ 0 h 145"/>
                  <a:gd name="T12" fmla="*/ 0 w 1499"/>
                  <a:gd name="T13" fmla="*/ 0 h 145"/>
                  <a:gd name="T14" fmla="*/ 0 w 1499"/>
                  <a:gd name="T15" fmla="*/ 0 h 145"/>
                  <a:gd name="T16" fmla="*/ 0 w 1499"/>
                  <a:gd name="T17" fmla="*/ 0 h 145"/>
                  <a:gd name="T18" fmla="*/ 0 w 1499"/>
                  <a:gd name="T19" fmla="*/ 0 h 145"/>
                  <a:gd name="T20" fmla="*/ 0 w 1499"/>
                  <a:gd name="T21" fmla="*/ 0 h 145"/>
                  <a:gd name="T22" fmla="*/ 0 w 1499"/>
                  <a:gd name="T23" fmla="*/ 0 h 145"/>
                  <a:gd name="T24" fmla="*/ 0 w 1499"/>
                  <a:gd name="T25" fmla="*/ 0 h 14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99"/>
                  <a:gd name="T40" fmla="*/ 0 h 145"/>
                  <a:gd name="T41" fmla="*/ 1499 w 1499"/>
                  <a:gd name="T42" fmla="*/ 145 h 14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99" h="145">
                    <a:moveTo>
                      <a:pt x="49" y="44"/>
                    </a:moveTo>
                    <a:lnTo>
                      <a:pt x="475" y="44"/>
                    </a:lnTo>
                    <a:lnTo>
                      <a:pt x="982" y="134"/>
                    </a:lnTo>
                    <a:lnTo>
                      <a:pt x="1230" y="134"/>
                    </a:lnTo>
                    <a:lnTo>
                      <a:pt x="1499" y="145"/>
                    </a:lnTo>
                    <a:lnTo>
                      <a:pt x="1499" y="108"/>
                    </a:lnTo>
                    <a:lnTo>
                      <a:pt x="1266" y="80"/>
                    </a:lnTo>
                    <a:lnTo>
                      <a:pt x="1026" y="80"/>
                    </a:lnTo>
                    <a:lnTo>
                      <a:pt x="885" y="70"/>
                    </a:lnTo>
                    <a:lnTo>
                      <a:pt x="543" y="10"/>
                    </a:lnTo>
                    <a:lnTo>
                      <a:pt x="446" y="0"/>
                    </a:lnTo>
                    <a:lnTo>
                      <a:pt x="0" y="0"/>
                    </a:lnTo>
                    <a:lnTo>
                      <a:pt x="49"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20" name="Rectangle 488">
                <a:extLst>
                  <a:ext uri="{FF2B5EF4-FFF2-40B4-BE49-F238E27FC236}">
                    <a16:creationId xmlns:a16="http://schemas.microsoft.com/office/drawing/2014/main" id="{68F82618-E965-93C4-D4FC-F79054F13714}"/>
                  </a:ext>
                </a:extLst>
              </p:cNvPr>
              <p:cNvSpPr>
                <a:spLocks noChangeArrowheads="1"/>
              </p:cNvSpPr>
              <p:nvPr/>
            </p:nvSpPr>
            <p:spPr bwMode="auto">
              <a:xfrm>
                <a:off x="784" y="1953"/>
                <a:ext cx="550" cy="454"/>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21" name="Rectangle 489">
                <a:extLst>
                  <a:ext uri="{FF2B5EF4-FFF2-40B4-BE49-F238E27FC236}">
                    <a16:creationId xmlns:a16="http://schemas.microsoft.com/office/drawing/2014/main" id="{E0510681-71C0-2CD0-15AC-05AA9B252601}"/>
                  </a:ext>
                </a:extLst>
              </p:cNvPr>
              <p:cNvSpPr>
                <a:spLocks noChangeArrowheads="1"/>
              </p:cNvSpPr>
              <p:nvPr/>
            </p:nvSpPr>
            <p:spPr bwMode="auto">
              <a:xfrm>
                <a:off x="803" y="1971"/>
                <a:ext cx="512" cy="419"/>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22" name="Rectangle 490">
                <a:extLst>
                  <a:ext uri="{FF2B5EF4-FFF2-40B4-BE49-F238E27FC236}">
                    <a16:creationId xmlns:a16="http://schemas.microsoft.com/office/drawing/2014/main" id="{461DBF4F-3FA6-8800-D154-C607A7D69EB6}"/>
                  </a:ext>
                </a:extLst>
              </p:cNvPr>
              <p:cNvSpPr>
                <a:spLocks noChangeArrowheads="1"/>
              </p:cNvSpPr>
              <p:nvPr/>
            </p:nvSpPr>
            <p:spPr bwMode="auto">
              <a:xfrm>
                <a:off x="832" y="2001"/>
                <a:ext cx="455" cy="358"/>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23" name="Line 491">
                <a:extLst>
                  <a:ext uri="{FF2B5EF4-FFF2-40B4-BE49-F238E27FC236}">
                    <a16:creationId xmlns:a16="http://schemas.microsoft.com/office/drawing/2014/main" id="{509CE621-0146-7CDF-307A-10FAF54E6373}"/>
                  </a:ext>
                </a:extLst>
              </p:cNvPr>
              <p:cNvSpPr>
                <a:spLocks noChangeShapeType="1"/>
              </p:cNvSpPr>
              <p:nvPr/>
            </p:nvSpPr>
            <p:spPr bwMode="auto">
              <a:xfrm>
                <a:off x="860" y="205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24" name="Line 492">
                <a:extLst>
                  <a:ext uri="{FF2B5EF4-FFF2-40B4-BE49-F238E27FC236}">
                    <a16:creationId xmlns:a16="http://schemas.microsoft.com/office/drawing/2014/main" id="{F2272AD7-1900-5226-23A0-260EBEBF2E36}"/>
                  </a:ext>
                </a:extLst>
              </p:cNvPr>
              <p:cNvSpPr>
                <a:spLocks noChangeShapeType="1"/>
              </p:cNvSpPr>
              <p:nvPr/>
            </p:nvSpPr>
            <p:spPr bwMode="auto">
              <a:xfrm>
                <a:off x="860" y="2074"/>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25" name="Line 493">
                <a:extLst>
                  <a:ext uri="{FF2B5EF4-FFF2-40B4-BE49-F238E27FC236}">
                    <a16:creationId xmlns:a16="http://schemas.microsoft.com/office/drawing/2014/main" id="{4F715228-6AD4-B9B6-6CDC-9827C4306A17}"/>
                  </a:ext>
                </a:extLst>
              </p:cNvPr>
              <p:cNvSpPr>
                <a:spLocks noChangeShapeType="1"/>
              </p:cNvSpPr>
              <p:nvPr/>
            </p:nvSpPr>
            <p:spPr bwMode="auto">
              <a:xfrm>
                <a:off x="860" y="2092"/>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26" name="Line 494">
                <a:extLst>
                  <a:ext uri="{FF2B5EF4-FFF2-40B4-BE49-F238E27FC236}">
                    <a16:creationId xmlns:a16="http://schemas.microsoft.com/office/drawing/2014/main" id="{DC405FDD-90DD-BCB0-F36A-D4D24DBF62C8}"/>
                  </a:ext>
                </a:extLst>
              </p:cNvPr>
              <p:cNvSpPr>
                <a:spLocks noChangeShapeType="1"/>
              </p:cNvSpPr>
              <p:nvPr/>
            </p:nvSpPr>
            <p:spPr bwMode="auto">
              <a:xfrm>
                <a:off x="860" y="2110"/>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27" name="Line 495">
                <a:extLst>
                  <a:ext uri="{FF2B5EF4-FFF2-40B4-BE49-F238E27FC236}">
                    <a16:creationId xmlns:a16="http://schemas.microsoft.com/office/drawing/2014/main" id="{0C854CF5-37D8-7716-2B9C-8DF237E92E19}"/>
                  </a:ext>
                </a:extLst>
              </p:cNvPr>
              <p:cNvSpPr>
                <a:spLocks noChangeShapeType="1"/>
              </p:cNvSpPr>
              <p:nvPr/>
            </p:nvSpPr>
            <p:spPr bwMode="auto">
              <a:xfrm>
                <a:off x="860" y="2128"/>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28" name="Line 496">
                <a:extLst>
                  <a:ext uri="{FF2B5EF4-FFF2-40B4-BE49-F238E27FC236}">
                    <a16:creationId xmlns:a16="http://schemas.microsoft.com/office/drawing/2014/main" id="{DA83B68A-AA7B-E1FF-BD81-40CDE64FB572}"/>
                  </a:ext>
                </a:extLst>
              </p:cNvPr>
              <p:cNvSpPr>
                <a:spLocks noChangeShapeType="1"/>
              </p:cNvSpPr>
              <p:nvPr/>
            </p:nvSpPr>
            <p:spPr bwMode="auto">
              <a:xfrm>
                <a:off x="860" y="2147"/>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29" name="Line 497">
                <a:extLst>
                  <a:ext uri="{FF2B5EF4-FFF2-40B4-BE49-F238E27FC236}">
                    <a16:creationId xmlns:a16="http://schemas.microsoft.com/office/drawing/2014/main" id="{6FDB3014-C9C7-609D-33FB-13CCCED192F1}"/>
                  </a:ext>
                </a:extLst>
              </p:cNvPr>
              <p:cNvSpPr>
                <a:spLocks noChangeShapeType="1"/>
              </p:cNvSpPr>
              <p:nvPr/>
            </p:nvSpPr>
            <p:spPr bwMode="auto">
              <a:xfrm>
                <a:off x="860" y="216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0" name="Line 498">
                <a:extLst>
                  <a:ext uri="{FF2B5EF4-FFF2-40B4-BE49-F238E27FC236}">
                    <a16:creationId xmlns:a16="http://schemas.microsoft.com/office/drawing/2014/main" id="{6AF68CEF-CAF6-CA53-1D47-773DAF79958E}"/>
                  </a:ext>
                </a:extLst>
              </p:cNvPr>
              <p:cNvSpPr>
                <a:spLocks noChangeShapeType="1"/>
              </p:cNvSpPr>
              <p:nvPr/>
            </p:nvSpPr>
            <p:spPr bwMode="auto">
              <a:xfrm>
                <a:off x="860" y="2183"/>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1" name="Line 499">
                <a:extLst>
                  <a:ext uri="{FF2B5EF4-FFF2-40B4-BE49-F238E27FC236}">
                    <a16:creationId xmlns:a16="http://schemas.microsoft.com/office/drawing/2014/main" id="{92D2ACAA-6B3B-1A1F-EFD1-A6B329DA0B41}"/>
                  </a:ext>
                </a:extLst>
              </p:cNvPr>
              <p:cNvSpPr>
                <a:spLocks noChangeShapeType="1"/>
              </p:cNvSpPr>
              <p:nvPr/>
            </p:nvSpPr>
            <p:spPr bwMode="auto">
              <a:xfrm>
                <a:off x="860" y="2202"/>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2" name="Line 500">
                <a:extLst>
                  <a:ext uri="{FF2B5EF4-FFF2-40B4-BE49-F238E27FC236}">
                    <a16:creationId xmlns:a16="http://schemas.microsoft.com/office/drawing/2014/main" id="{694C1ABE-67FD-A1A6-40E1-D0F8859583A3}"/>
                  </a:ext>
                </a:extLst>
              </p:cNvPr>
              <p:cNvSpPr>
                <a:spLocks noChangeShapeType="1"/>
              </p:cNvSpPr>
              <p:nvPr/>
            </p:nvSpPr>
            <p:spPr bwMode="auto">
              <a:xfrm>
                <a:off x="860" y="2220"/>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3" name="Line 501">
                <a:extLst>
                  <a:ext uri="{FF2B5EF4-FFF2-40B4-BE49-F238E27FC236}">
                    <a16:creationId xmlns:a16="http://schemas.microsoft.com/office/drawing/2014/main" id="{92D0FD54-8FBD-F82A-C766-EA8AFA7F4D23}"/>
                  </a:ext>
                </a:extLst>
              </p:cNvPr>
              <p:cNvSpPr>
                <a:spLocks noChangeShapeType="1"/>
              </p:cNvSpPr>
              <p:nvPr/>
            </p:nvSpPr>
            <p:spPr bwMode="auto">
              <a:xfrm>
                <a:off x="860" y="2238"/>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4" name="Line 502">
                <a:extLst>
                  <a:ext uri="{FF2B5EF4-FFF2-40B4-BE49-F238E27FC236}">
                    <a16:creationId xmlns:a16="http://schemas.microsoft.com/office/drawing/2014/main" id="{D364088F-55F6-A90F-2857-7FE59D226F1C}"/>
                  </a:ext>
                </a:extLst>
              </p:cNvPr>
              <p:cNvSpPr>
                <a:spLocks noChangeShapeType="1"/>
              </p:cNvSpPr>
              <p:nvPr/>
            </p:nvSpPr>
            <p:spPr bwMode="auto">
              <a:xfrm>
                <a:off x="860" y="225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5" name="Line 503">
                <a:extLst>
                  <a:ext uri="{FF2B5EF4-FFF2-40B4-BE49-F238E27FC236}">
                    <a16:creationId xmlns:a16="http://schemas.microsoft.com/office/drawing/2014/main" id="{560C4022-8E03-DCDD-356A-543BCA7CB6D0}"/>
                  </a:ext>
                </a:extLst>
              </p:cNvPr>
              <p:cNvSpPr>
                <a:spLocks noChangeShapeType="1"/>
              </p:cNvSpPr>
              <p:nvPr/>
            </p:nvSpPr>
            <p:spPr bwMode="auto">
              <a:xfrm>
                <a:off x="860" y="2274"/>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6" name="Line 504">
                <a:extLst>
                  <a:ext uri="{FF2B5EF4-FFF2-40B4-BE49-F238E27FC236}">
                    <a16:creationId xmlns:a16="http://schemas.microsoft.com/office/drawing/2014/main" id="{39FA8BD6-789D-78D6-F232-DE0F6BFE8F73}"/>
                  </a:ext>
                </a:extLst>
              </p:cNvPr>
              <p:cNvSpPr>
                <a:spLocks noChangeShapeType="1"/>
              </p:cNvSpPr>
              <p:nvPr/>
            </p:nvSpPr>
            <p:spPr bwMode="auto">
              <a:xfrm>
                <a:off x="860" y="2292"/>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7" name="Line 505">
                <a:extLst>
                  <a:ext uri="{FF2B5EF4-FFF2-40B4-BE49-F238E27FC236}">
                    <a16:creationId xmlns:a16="http://schemas.microsoft.com/office/drawing/2014/main" id="{EE9122D5-35D0-158F-0A7C-E3B5D77C1ADE}"/>
                  </a:ext>
                </a:extLst>
              </p:cNvPr>
              <p:cNvSpPr>
                <a:spLocks noChangeShapeType="1"/>
              </p:cNvSpPr>
              <p:nvPr/>
            </p:nvSpPr>
            <p:spPr bwMode="auto">
              <a:xfrm>
                <a:off x="903" y="23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8" name="Line 506">
                <a:extLst>
                  <a:ext uri="{FF2B5EF4-FFF2-40B4-BE49-F238E27FC236}">
                    <a16:creationId xmlns:a16="http://schemas.microsoft.com/office/drawing/2014/main" id="{5A6B2FA4-AD39-5711-D27F-362D3508D9AC}"/>
                  </a:ext>
                </a:extLst>
              </p:cNvPr>
              <p:cNvSpPr>
                <a:spLocks noChangeShapeType="1"/>
              </p:cNvSpPr>
              <p:nvPr/>
            </p:nvSpPr>
            <p:spPr bwMode="auto">
              <a:xfrm>
                <a:off x="941" y="23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9" name="Line 507">
                <a:extLst>
                  <a:ext uri="{FF2B5EF4-FFF2-40B4-BE49-F238E27FC236}">
                    <a16:creationId xmlns:a16="http://schemas.microsoft.com/office/drawing/2014/main" id="{4D7788F5-B028-0018-AFA3-F3B341657C0B}"/>
                  </a:ext>
                </a:extLst>
              </p:cNvPr>
              <p:cNvSpPr>
                <a:spLocks noChangeShapeType="1"/>
              </p:cNvSpPr>
              <p:nvPr/>
            </p:nvSpPr>
            <p:spPr bwMode="auto">
              <a:xfrm>
                <a:off x="979" y="23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40" name="Line 508">
                <a:extLst>
                  <a:ext uri="{FF2B5EF4-FFF2-40B4-BE49-F238E27FC236}">
                    <a16:creationId xmlns:a16="http://schemas.microsoft.com/office/drawing/2014/main" id="{6185472B-EB66-3640-F89B-D41FCC891A21}"/>
                  </a:ext>
                </a:extLst>
              </p:cNvPr>
              <p:cNvSpPr>
                <a:spLocks noChangeShapeType="1"/>
              </p:cNvSpPr>
              <p:nvPr/>
            </p:nvSpPr>
            <p:spPr bwMode="auto">
              <a:xfrm>
                <a:off x="1017" y="23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41" name="Line 509">
                <a:extLst>
                  <a:ext uri="{FF2B5EF4-FFF2-40B4-BE49-F238E27FC236}">
                    <a16:creationId xmlns:a16="http://schemas.microsoft.com/office/drawing/2014/main" id="{FA97E61B-C286-F3B8-69DD-675D7871FB51}"/>
                  </a:ext>
                </a:extLst>
              </p:cNvPr>
              <p:cNvSpPr>
                <a:spLocks noChangeShapeType="1"/>
              </p:cNvSpPr>
              <p:nvPr/>
            </p:nvSpPr>
            <p:spPr bwMode="auto">
              <a:xfrm>
                <a:off x="1054" y="23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42" name="Line 510">
                <a:extLst>
                  <a:ext uri="{FF2B5EF4-FFF2-40B4-BE49-F238E27FC236}">
                    <a16:creationId xmlns:a16="http://schemas.microsoft.com/office/drawing/2014/main" id="{6F25C3A8-6D28-FB34-822E-500109BB7E61}"/>
                  </a:ext>
                </a:extLst>
              </p:cNvPr>
              <p:cNvSpPr>
                <a:spLocks noChangeShapeType="1"/>
              </p:cNvSpPr>
              <p:nvPr/>
            </p:nvSpPr>
            <p:spPr bwMode="auto">
              <a:xfrm>
                <a:off x="1093" y="23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43" name="Line 511">
                <a:extLst>
                  <a:ext uri="{FF2B5EF4-FFF2-40B4-BE49-F238E27FC236}">
                    <a16:creationId xmlns:a16="http://schemas.microsoft.com/office/drawing/2014/main" id="{5BCF9D5A-BD55-187E-AF7C-446D81C17161}"/>
                  </a:ext>
                </a:extLst>
              </p:cNvPr>
              <p:cNvSpPr>
                <a:spLocks noChangeShapeType="1"/>
              </p:cNvSpPr>
              <p:nvPr/>
            </p:nvSpPr>
            <p:spPr bwMode="auto">
              <a:xfrm>
                <a:off x="1130" y="23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44" name="Line 512">
                <a:extLst>
                  <a:ext uri="{FF2B5EF4-FFF2-40B4-BE49-F238E27FC236}">
                    <a16:creationId xmlns:a16="http://schemas.microsoft.com/office/drawing/2014/main" id="{A53E0CCD-6743-D193-9792-726C5B03DE3D}"/>
                  </a:ext>
                </a:extLst>
              </p:cNvPr>
              <p:cNvSpPr>
                <a:spLocks noChangeShapeType="1"/>
              </p:cNvSpPr>
              <p:nvPr/>
            </p:nvSpPr>
            <p:spPr bwMode="auto">
              <a:xfrm>
                <a:off x="1169" y="23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45" name="Line 513">
                <a:extLst>
                  <a:ext uri="{FF2B5EF4-FFF2-40B4-BE49-F238E27FC236}">
                    <a16:creationId xmlns:a16="http://schemas.microsoft.com/office/drawing/2014/main" id="{7008A503-436E-E63B-338B-2726824ECC54}"/>
                  </a:ext>
                </a:extLst>
              </p:cNvPr>
              <p:cNvSpPr>
                <a:spLocks noChangeShapeType="1"/>
              </p:cNvSpPr>
              <p:nvPr/>
            </p:nvSpPr>
            <p:spPr bwMode="auto">
              <a:xfrm>
                <a:off x="1206" y="23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46" name="Line 514">
                <a:extLst>
                  <a:ext uri="{FF2B5EF4-FFF2-40B4-BE49-F238E27FC236}">
                    <a16:creationId xmlns:a16="http://schemas.microsoft.com/office/drawing/2014/main" id="{FA349D8D-D19B-5A7A-1250-F1D64CD19678}"/>
                  </a:ext>
                </a:extLst>
              </p:cNvPr>
              <p:cNvSpPr>
                <a:spLocks noChangeShapeType="1"/>
              </p:cNvSpPr>
              <p:nvPr/>
            </p:nvSpPr>
            <p:spPr bwMode="auto">
              <a:xfrm>
                <a:off x="1245" y="231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47" name="Rectangle 515">
                <a:extLst>
                  <a:ext uri="{FF2B5EF4-FFF2-40B4-BE49-F238E27FC236}">
                    <a16:creationId xmlns:a16="http://schemas.microsoft.com/office/drawing/2014/main" id="{D2880ED9-8DB0-3203-13BD-ADDE85ACA5D0}"/>
                  </a:ext>
                </a:extLst>
              </p:cNvPr>
              <p:cNvSpPr>
                <a:spLocks noChangeArrowheads="1"/>
              </p:cNvSpPr>
              <p:nvPr/>
            </p:nvSpPr>
            <p:spPr bwMode="auto">
              <a:xfrm>
                <a:off x="903" y="2281"/>
                <a:ext cx="38" cy="24"/>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48" name="Rectangle 516">
                <a:extLst>
                  <a:ext uri="{FF2B5EF4-FFF2-40B4-BE49-F238E27FC236}">
                    <a16:creationId xmlns:a16="http://schemas.microsoft.com/office/drawing/2014/main" id="{A3AA02EA-945D-4D09-D424-0D4B31DB1127}"/>
                  </a:ext>
                </a:extLst>
              </p:cNvPr>
              <p:cNvSpPr>
                <a:spLocks noChangeArrowheads="1"/>
              </p:cNvSpPr>
              <p:nvPr/>
            </p:nvSpPr>
            <p:spPr bwMode="auto">
              <a:xfrm>
                <a:off x="941" y="2293"/>
                <a:ext cx="38" cy="12"/>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49" name="Rectangle 517">
                <a:extLst>
                  <a:ext uri="{FF2B5EF4-FFF2-40B4-BE49-F238E27FC236}">
                    <a16:creationId xmlns:a16="http://schemas.microsoft.com/office/drawing/2014/main" id="{6968E4C5-2292-76AC-A2AA-0E52B8E05B00}"/>
                  </a:ext>
                </a:extLst>
              </p:cNvPr>
              <p:cNvSpPr>
                <a:spLocks noChangeArrowheads="1"/>
              </p:cNvSpPr>
              <p:nvPr/>
            </p:nvSpPr>
            <p:spPr bwMode="auto">
              <a:xfrm>
                <a:off x="979" y="2262"/>
                <a:ext cx="38" cy="43"/>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50" name="Rectangle 518">
                <a:extLst>
                  <a:ext uri="{FF2B5EF4-FFF2-40B4-BE49-F238E27FC236}">
                    <a16:creationId xmlns:a16="http://schemas.microsoft.com/office/drawing/2014/main" id="{9A005299-BEAC-1AED-4370-51028C1E8114}"/>
                  </a:ext>
                </a:extLst>
              </p:cNvPr>
              <p:cNvSpPr>
                <a:spLocks noChangeArrowheads="1"/>
              </p:cNvSpPr>
              <p:nvPr/>
            </p:nvSpPr>
            <p:spPr bwMode="auto">
              <a:xfrm>
                <a:off x="1017" y="2250"/>
                <a:ext cx="37" cy="55"/>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51" name="Rectangle 519">
                <a:extLst>
                  <a:ext uri="{FF2B5EF4-FFF2-40B4-BE49-F238E27FC236}">
                    <a16:creationId xmlns:a16="http://schemas.microsoft.com/office/drawing/2014/main" id="{380EF692-8027-CFC0-60DF-C0802982322E}"/>
                  </a:ext>
                </a:extLst>
              </p:cNvPr>
              <p:cNvSpPr>
                <a:spLocks noChangeArrowheads="1"/>
              </p:cNvSpPr>
              <p:nvPr/>
            </p:nvSpPr>
            <p:spPr bwMode="auto">
              <a:xfrm>
                <a:off x="1054" y="2287"/>
                <a:ext cx="39" cy="18"/>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52" name="Rectangle 520">
                <a:extLst>
                  <a:ext uri="{FF2B5EF4-FFF2-40B4-BE49-F238E27FC236}">
                    <a16:creationId xmlns:a16="http://schemas.microsoft.com/office/drawing/2014/main" id="{749EB1D1-6B9C-AF7F-60DC-34DCD69D887D}"/>
                  </a:ext>
                </a:extLst>
              </p:cNvPr>
              <p:cNvSpPr>
                <a:spLocks noChangeArrowheads="1"/>
              </p:cNvSpPr>
              <p:nvPr/>
            </p:nvSpPr>
            <p:spPr bwMode="auto">
              <a:xfrm>
                <a:off x="1093" y="2183"/>
                <a:ext cx="37" cy="122"/>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53" name="Rectangle 521">
                <a:extLst>
                  <a:ext uri="{FF2B5EF4-FFF2-40B4-BE49-F238E27FC236}">
                    <a16:creationId xmlns:a16="http://schemas.microsoft.com/office/drawing/2014/main" id="{94DF28EE-DD14-6C8B-51A8-9C313399F367}"/>
                  </a:ext>
                </a:extLst>
              </p:cNvPr>
              <p:cNvSpPr>
                <a:spLocks noChangeArrowheads="1"/>
              </p:cNvSpPr>
              <p:nvPr/>
            </p:nvSpPr>
            <p:spPr bwMode="auto">
              <a:xfrm>
                <a:off x="1130" y="2062"/>
                <a:ext cx="39" cy="243"/>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54" name="Rectangle 522">
                <a:extLst>
                  <a:ext uri="{FF2B5EF4-FFF2-40B4-BE49-F238E27FC236}">
                    <a16:creationId xmlns:a16="http://schemas.microsoft.com/office/drawing/2014/main" id="{5A155C26-B6A4-AE2E-B1FC-5B107BDCA211}"/>
                  </a:ext>
                </a:extLst>
              </p:cNvPr>
              <p:cNvSpPr>
                <a:spLocks noChangeArrowheads="1"/>
              </p:cNvSpPr>
              <p:nvPr/>
            </p:nvSpPr>
            <p:spPr bwMode="auto">
              <a:xfrm>
                <a:off x="1169" y="2080"/>
                <a:ext cx="37" cy="225"/>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55" name="Rectangle 523">
                <a:extLst>
                  <a:ext uri="{FF2B5EF4-FFF2-40B4-BE49-F238E27FC236}">
                    <a16:creationId xmlns:a16="http://schemas.microsoft.com/office/drawing/2014/main" id="{8E6169E2-322F-7F4D-0C3C-72984346C0E0}"/>
                  </a:ext>
                </a:extLst>
              </p:cNvPr>
              <p:cNvSpPr>
                <a:spLocks noChangeArrowheads="1"/>
              </p:cNvSpPr>
              <p:nvPr/>
            </p:nvSpPr>
            <p:spPr bwMode="auto">
              <a:xfrm>
                <a:off x="1206" y="2068"/>
                <a:ext cx="39" cy="237"/>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56" name="Rectangle 524">
                <a:extLst>
                  <a:ext uri="{FF2B5EF4-FFF2-40B4-BE49-F238E27FC236}">
                    <a16:creationId xmlns:a16="http://schemas.microsoft.com/office/drawing/2014/main" id="{C298B036-6327-C92D-D6DE-81486F38D16E}"/>
                  </a:ext>
                </a:extLst>
              </p:cNvPr>
              <p:cNvSpPr>
                <a:spLocks noChangeArrowheads="1"/>
              </p:cNvSpPr>
              <p:nvPr/>
            </p:nvSpPr>
            <p:spPr bwMode="auto">
              <a:xfrm>
                <a:off x="898" y="2056"/>
                <a:ext cx="19" cy="12"/>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57" name="Line 525">
                <a:extLst>
                  <a:ext uri="{FF2B5EF4-FFF2-40B4-BE49-F238E27FC236}">
                    <a16:creationId xmlns:a16="http://schemas.microsoft.com/office/drawing/2014/main" id="{42656ACA-99C5-7AF1-9F27-00B426222615}"/>
                  </a:ext>
                </a:extLst>
              </p:cNvPr>
              <p:cNvSpPr>
                <a:spLocks noChangeShapeType="1"/>
              </p:cNvSpPr>
              <p:nvPr/>
            </p:nvSpPr>
            <p:spPr bwMode="auto">
              <a:xfrm>
                <a:off x="931" y="2062"/>
                <a:ext cx="4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58" name="Rectangle 526">
                <a:extLst>
                  <a:ext uri="{FF2B5EF4-FFF2-40B4-BE49-F238E27FC236}">
                    <a16:creationId xmlns:a16="http://schemas.microsoft.com/office/drawing/2014/main" id="{BF66B8BB-396B-AA7A-B45F-5A2E8A5E1432}"/>
                  </a:ext>
                </a:extLst>
              </p:cNvPr>
              <p:cNvSpPr>
                <a:spLocks noChangeArrowheads="1"/>
              </p:cNvSpPr>
              <p:nvPr/>
            </p:nvSpPr>
            <p:spPr bwMode="auto">
              <a:xfrm>
                <a:off x="898" y="2080"/>
                <a:ext cx="19" cy="12"/>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59" name="Line 527">
                <a:extLst>
                  <a:ext uri="{FF2B5EF4-FFF2-40B4-BE49-F238E27FC236}">
                    <a16:creationId xmlns:a16="http://schemas.microsoft.com/office/drawing/2014/main" id="{CD20021E-BAD4-9BA1-A80D-A895DF23193F}"/>
                  </a:ext>
                </a:extLst>
              </p:cNvPr>
              <p:cNvSpPr>
                <a:spLocks noChangeShapeType="1"/>
              </p:cNvSpPr>
              <p:nvPr/>
            </p:nvSpPr>
            <p:spPr bwMode="auto">
              <a:xfrm>
                <a:off x="931" y="2086"/>
                <a:ext cx="4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60" name="Line 528">
                <a:extLst>
                  <a:ext uri="{FF2B5EF4-FFF2-40B4-BE49-F238E27FC236}">
                    <a16:creationId xmlns:a16="http://schemas.microsoft.com/office/drawing/2014/main" id="{63896C84-4123-D9A9-449A-C891BA5A623B}"/>
                  </a:ext>
                </a:extLst>
              </p:cNvPr>
              <p:cNvSpPr>
                <a:spLocks noChangeShapeType="1"/>
              </p:cNvSpPr>
              <p:nvPr/>
            </p:nvSpPr>
            <p:spPr bwMode="auto">
              <a:xfrm>
                <a:off x="977" y="2026"/>
                <a:ext cx="17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61" name="Freeform 529">
                <a:extLst>
                  <a:ext uri="{FF2B5EF4-FFF2-40B4-BE49-F238E27FC236}">
                    <a16:creationId xmlns:a16="http://schemas.microsoft.com/office/drawing/2014/main" id="{D4753D04-EDB9-A3B4-A13D-65641478DD60}"/>
                  </a:ext>
                </a:extLst>
              </p:cNvPr>
              <p:cNvSpPr>
                <a:spLocks/>
              </p:cNvSpPr>
              <p:nvPr/>
            </p:nvSpPr>
            <p:spPr bwMode="auto">
              <a:xfrm>
                <a:off x="884" y="2044"/>
                <a:ext cx="365" cy="261"/>
              </a:xfrm>
              <a:custGeom>
                <a:avLst/>
                <a:gdLst>
                  <a:gd name="T0" fmla="*/ 0 w 3654"/>
                  <a:gd name="T1" fmla="*/ 0 h 2614"/>
                  <a:gd name="T2" fmla="*/ 0 w 3654"/>
                  <a:gd name="T3" fmla="*/ 0 h 2614"/>
                  <a:gd name="T4" fmla="*/ 0 w 3654"/>
                  <a:gd name="T5" fmla="*/ 0 h 2614"/>
                  <a:gd name="T6" fmla="*/ 0 60000 65536"/>
                  <a:gd name="T7" fmla="*/ 0 60000 65536"/>
                  <a:gd name="T8" fmla="*/ 0 60000 65536"/>
                  <a:gd name="T9" fmla="*/ 0 w 3654"/>
                  <a:gd name="T10" fmla="*/ 0 h 2614"/>
                  <a:gd name="T11" fmla="*/ 3654 w 3654"/>
                  <a:gd name="T12" fmla="*/ 2614 h 2614"/>
                </a:gdLst>
                <a:ahLst/>
                <a:cxnLst>
                  <a:cxn ang="T6">
                    <a:pos x="T0" y="T1"/>
                  </a:cxn>
                  <a:cxn ang="T7">
                    <a:pos x="T2" y="T3"/>
                  </a:cxn>
                  <a:cxn ang="T8">
                    <a:pos x="T4" y="T5"/>
                  </a:cxn>
                </a:cxnLst>
                <a:rect l="T9" t="T10" r="T11" b="T12"/>
                <a:pathLst>
                  <a:path w="3654" h="2614">
                    <a:moveTo>
                      <a:pt x="0" y="0"/>
                    </a:moveTo>
                    <a:lnTo>
                      <a:pt x="0" y="2614"/>
                    </a:lnTo>
                    <a:lnTo>
                      <a:pt x="3654" y="2614"/>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11" name="Freeform 530">
              <a:extLst>
                <a:ext uri="{FF2B5EF4-FFF2-40B4-BE49-F238E27FC236}">
                  <a16:creationId xmlns:a16="http://schemas.microsoft.com/office/drawing/2014/main" id="{23AD0D9C-0A8A-7DCE-406C-1B8FD92B8A41}"/>
                </a:ext>
              </a:extLst>
            </p:cNvPr>
            <p:cNvSpPr>
              <a:spLocks/>
            </p:cNvSpPr>
            <p:nvPr/>
          </p:nvSpPr>
          <p:spPr bwMode="auto">
            <a:xfrm>
              <a:off x="1008" y="1485"/>
              <a:ext cx="2880" cy="2784"/>
            </a:xfrm>
            <a:custGeom>
              <a:avLst/>
              <a:gdLst>
                <a:gd name="T0" fmla="*/ 2496 w 2880"/>
                <a:gd name="T1" fmla="*/ 0 h 2784"/>
                <a:gd name="T2" fmla="*/ 2880 w 2880"/>
                <a:gd name="T3" fmla="*/ 96 h 2784"/>
                <a:gd name="T4" fmla="*/ 720 w 2880"/>
                <a:gd name="T5" fmla="*/ 2784 h 2784"/>
                <a:gd name="T6" fmla="*/ 0 w 2880"/>
                <a:gd name="T7" fmla="*/ 2064 h 2784"/>
                <a:gd name="T8" fmla="*/ 960 w 2880"/>
                <a:gd name="T9" fmla="*/ 1632 h 2784"/>
                <a:gd name="T10" fmla="*/ 2496 w 2880"/>
                <a:gd name="T11" fmla="*/ 0 h 2784"/>
                <a:gd name="T12" fmla="*/ 0 60000 65536"/>
                <a:gd name="T13" fmla="*/ 0 60000 65536"/>
                <a:gd name="T14" fmla="*/ 0 60000 65536"/>
                <a:gd name="T15" fmla="*/ 0 60000 65536"/>
                <a:gd name="T16" fmla="*/ 0 60000 65536"/>
                <a:gd name="T17" fmla="*/ 0 60000 65536"/>
                <a:gd name="T18" fmla="*/ 0 w 2880"/>
                <a:gd name="T19" fmla="*/ 0 h 2784"/>
                <a:gd name="T20" fmla="*/ 2880 w 2880"/>
                <a:gd name="T21" fmla="*/ 2784 h 2784"/>
              </a:gdLst>
              <a:ahLst/>
              <a:cxnLst>
                <a:cxn ang="T12">
                  <a:pos x="T0" y="T1"/>
                </a:cxn>
                <a:cxn ang="T13">
                  <a:pos x="T2" y="T3"/>
                </a:cxn>
                <a:cxn ang="T14">
                  <a:pos x="T4" y="T5"/>
                </a:cxn>
                <a:cxn ang="T15">
                  <a:pos x="T6" y="T7"/>
                </a:cxn>
                <a:cxn ang="T16">
                  <a:pos x="T8" y="T9"/>
                </a:cxn>
                <a:cxn ang="T17">
                  <a:pos x="T10" y="T11"/>
                </a:cxn>
              </a:cxnLst>
              <a:rect l="T18" t="T19" r="T20" b="T21"/>
              <a:pathLst>
                <a:path w="2880" h="2784">
                  <a:moveTo>
                    <a:pt x="2496" y="0"/>
                  </a:moveTo>
                  <a:lnTo>
                    <a:pt x="2880" y="96"/>
                  </a:lnTo>
                  <a:lnTo>
                    <a:pt x="720" y="2784"/>
                  </a:lnTo>
                  <a:lnTo>
                    <a:pt x="0" y="2064"/>
                  </a:lnTo>
                  <a:lnTo>
                    <a:pt x="960" y="1632"/>
                  </a:lnTo>
                  <a:lnTo>
                    <a:pt x="2496" y="0"/>
                  </a:lnTo>
                  <a:close/>
                </a:path>
              </a:pathLst>
            </a:custGeom>
            <a:gradFill rotWithShape="0">
              <a:gsLst>
                <a:gs pos="0">
                  <a:srgbClr val="FFFFFF"/>
                </a:gs>
                <a:gs pos="100000">
                  <a:srgbClr val="FFCC00"/>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pt-BR"/>
            </a:p>
          </p:txBody>
        </p:sp>
        <p:grpSp>
          <p:nvGrpSpPr>
            <p:cNvPr id="12" name="Group 531">
              <a:extLst>
                <a:ext uri="{FF2B5EF4-FFF2-40B4-BE49-F238E27FC236}">
                  <a16:creationId xmlns:a16="http://schemas.microsoft.com/office/drawing/2014/main" id="{75E7ADF7-7D18-1C38-4C71-52EE551AF86D}"/>
                </a:ext>
              </a:extLst>
            </p:cNvPr>
            <p:cNvGrpSpPr>
              <a:grpSpLocks/>
            </p:cNvGrpSpPr>
            <p:nvPr/>
          </p:nvGrpSpPr>
          <p:grpSpPr bwMode="auto">
            <a:xfrm>
              <a:off x="609" y="3146"/>
              <a:ext cx="1302" cy="1150"/>
              <a:chOff x="609" y="3146"/>
              <a:chExt cx="1302" cy="1150"/>
            </a:xfrm>
          </p:grpSpPr>
          <p:sp>
            <p:nvSpPr>
              <p:cNvPr id="259" name="Freeform 532">
                <a:extLst>
                  <a:ext uri="{FF2B5EF4-FFF2-40B4-BE49-F238E27FC236}">
                    <a16:creationId xmlns:a16="http://schemas.microsoft.com/office/drawing/2014/main" id="{5A486CE5-0C1C-C134-A5A1-8443462A0631}"/>
                  </a:ext>
                </a:extLst>
              </p:cNvPr>
              <p:cNvSpPr>
                <a:spLocks/>
              </p:cNvSpPr>
              <p:nvPr/>
            </p:nvSpPr>
            <p:spPr bwMode="auto">
              <a:xfrm>
                <a:off x="1136" y="3146"/>
                <a:ext cx="775" cy="890"/>
              </a:xfrm>
              <a:custGeom>
                <a:avLst/>
                <a:gdLst>
                  <a:gd name="T0" fmla="*/ 0 w 7748"/>
                  <a:gd name="T1" fmla="*/ 0 h 8896"/>
                  <a:gd name="T2" fmla="*/ 0 w 7748"/>
                  <a:gd name="T3" fmla="*/ 0 h 8896"/>
                  <a:gd name="T4" fmla="*/ 0 w 7748"/>
                  <a:gd name="T5" fmla="*/ 0 h 8896"/>
                  <a:gd name="T6" fmla="*/ 0 w 7748"/>
                  <a:gd name="T7" fmla="*/ 0 h 8896"/>
                  <a:gd name="T8" fmla="*/ 0 w 7748"/>
                  <a:gd name="T9" fmla="*/ 0 h 8896"/>
                  <a:gd name="T10" fmla="*/ 0 w 7748"/>
                  <a:gd name="T11" fmla="*/ 0 h 8896"/>
                  <a:gd name="T12" fmla="*/ 0 w 7748"/>
                  <a:gd name="T13" fmla="*/ 0 h 8896"/>
                  <a:gd name="T14" fmla="*/ 0 w 7748"/>
                  <a:gd name="T15" fmla="*/ 0 h 8896"/>
                  <a:gd name="T16" fmla="*/ 0 w 7748"/>
                  <a:gd name="T17" fmla="*/ 0 h 88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748"/>
                  <a:gd name="T28" fmla="*/ 0 h 8896"/>
                  <a:gd name="T29" fmla="*/ 7748 w 7748"/>
                  <a:gd name="T30" fmla="*/ 8896 h 88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748" h="8896">
                    <a:moveTo>
                      <a:pt x="7748" y="1106"/>
                    </a:moveTo>
                    <a:lnTo>
                      <a:pt x="4327" y="0"/>
                    </a:lnTo>
                    <a:lnTo>
                      <a:pt x="1950" y="888"/>
                    </a:lnTo>
                    <a:lnTo>
                      <a:pt x="1335" y="4540"/>
                    </a:lnTo>
                    <a:lnTo>
                      <a:pt x="98" y="5857"/>
                    </a:lnTo>
                    <a:lnTo>
                      <a:pt x="0" y="6133"/>
                    </a:lnTo>
                    <a:lnTo>
                      <a:pt x="3208" y="8896"/>
                    </a:lnTo>
                    <a:lnTo>
                      <a:pt x="7748" y="5031"/>
                    </a:lnTo>
                    <a:lnTo>
                      <a:pt x="7748" y="110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0" name="Freeform 533">
                <a:extLst>
                  <a:ext uri="{FF2B5EF4-FFF2-40B4-BE49-F238E27FC236}">
                    <a16:creationId xmlns:a16="http://schemas.microsoft.com/office/drawing/2014/main" id="{3C847A62-5063-E666-0B89-0EACC5A63F44}"/>
                  </a:ext>
                </a:extLst>
              </p:cNvPr>
              <p:cNvSpPr>
                <a:spLocks/>
              </p:cNvSpPr>
              <p:nvPr/>
            </p:nvSpPr>
            <p:spPr bwMode="auto">
              <a:xfrm>
                <a:off x="1314" y="3287"/>
                <a:ext cx="340" cy="451"/>
              </a:xfrm>
              <a:custGeom>
                <a:avLst/>
                <a:gdLst>
                  <a:gd name="T0" fmla="*/ 0 w 3398"/>
                  <a:gd name="T1" fmla="*/ 0 h 4509"/>
                  <a:gd name="T2" fmla="*/ 0 w 3398"/>
                  <a:gd name="T3" fmla="*/ 0 h 4509"/>
                  <a:gd name="T4" fmla="*/ 0 w 3398"/>
                  <a:gd name="T5" fmla="*/ 0 h 4509"/>
                  <a:gd name="T6" fmla="*/ 0 w 3398"/>
                  <a:gd name="T7" fmla="*/ 0 h 4509"/>
                  <a:gd name="T8" fmla="*/ 0 w 3398"/>
                  <a:gd name="T9" fmla="*/ 0 h 4509"/>
                  <a:gd name="T10" fmla="*/ 0 60000 65536"/>
                  <a:gd name="T11" fmla="*/ 0 60000 65536"/>
                  <a:gd name="T12" fmla="*/ 0 60000 65536"/>
                  <a:gd name="T13" fmla="*/ 0 60000 65536"/>
                  <a:gd name="T14" fmla="*/ 0 60000 65536"/>
                  <a:gd name="T15" fmla="*/ 0 w 3398"/>
                  <a:gd name="T16" fmla="*/ 0 h 4509"/>
                  <a:gd name="T17" fmla="*/ 3398 w 3398"/>
                  <a:gd name="T18" fmla="*/ 4509 h 4509"/>
                </a:gdLst>
                <a:ahLst/>
                <a:cxnLst>
                  <a:cxn ang="T10">
                    <a:pos x="T0" y="T1"/>
                  </a:cxn>
                  <a:cxn ang="T11">
                    <a:pos x="T2" y="T3"/>
                  </a:cxn>
                  <a:cxn ang="T12">
                    <a:pos x="T4" y="T5"/>
                  </a:cxn>
                  <a:cxn ang="T13">
                    <a:pos x="T6" y="T7"/>
                  </a:cxn>
                  <a:cxn ang="T14">
                    <a:pos x="T8" y="T9"/>
                  </a:cxn>
                </a:cxnLst>
                <a:rect l="T15" t="T16" r="T17" b="T18"/>
                <a:pathLst>
                  <a:path w="3398" h="4509">
                    <a:moveTo>
                      <a:pt x="478" y="0"/>
                    </a:moveTo>
                    <a:lnTo>
                      <a:pt x="0" y="2852"/>
                    </a:lnTo>
                    <a:lnTo>
                      <a:pt x="2994" y="4509"/>
                    </a:lnTo>
                    <a:lnTo>
                      <a:pt x="3398" y="1194"/>
                    </a:lnTo>
                    <a:lnTo>
                      <a:pt x="478" y="0"/>
                    </a:lnTo>
                    <a:close/>
                  </a:path>
                </a:pathLst>
              </a:custGeom>
              <a:solidFill>
                <a:srgbClr val="5151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1" name="Freeform 534">
                <a:extLst>
                  <a:ext uri="{FF2B5EF4-FFF2-40B4-BE49-F238E27FC236}">
                    <a16:creationId xmlns:a16="http://schemas.microsoft.com/office/drawing/2014/main" id="{98CE5F4A-8BEE-F5A9-1987-A74600BA5D36}"/>
                  </a:ext>
                </a:extLst>
              </p:cNvPr>
              <p:cNvSpPr>
                <a:spLocks/>
              </p:cNvSpPr>
              <p:nvPr/>
            </p:nvSpPr>
            <p:spPr bwMode="auto">
              <a:xfrm>
                <a:off x="611" y="3734"/>
                <a:ext cx="461" cy="562"/>
              </a:xfrm>
              <a:custGeom>
                <a:avLst/>
                <a:gdLst>
                  <a:gd name="T0" fmla="*/ 0 w 4614"/>
                  <a:gd name="T1" fmla="*/ 0 h 5620"/>
                  <a:gd name="T2" fmla="*/ 0 w 4614"/>
                  <a:gd name="T3" fmla="*/ 0 h 5620"/>
                  <a:gd name="T4" fmla="*/ 0 w 4614"/>
                  <a:gd name="T5" fmla="*/ 0 h 5620"/>
                  <a:gd name="T6" fmla="*/ 0 w 4614"/>
                  <a:gd name="T7" fmla="*/ 0 h 5620"/>
                  <a:gd name="T8" fmla="*/ 0 w 4614"/>
                  <a:gd name="T9" fmla="*/ 0 h 5620"/>
                  <a:gd name="T10" fmla="*/ 0 w 4614"/>
                  <a:gd name="T11" fmla="*/ 0 h 5620"/>
                  <a:gd name="T12" fmla="*/ 0 w 4614"/>
                  <a:gd name="T13" fmla="*/ 0 h 5620"/>
                  <a:gd name="T14" fmla="*/ 0 w 4614"/>
                  <a:gd name="T15" fmla="*/ 0 h 5620"/>
                  <a:gd name="T16" fmla="*/ 0 w 4614"/>
                  <a:gd name="T17" fmla="*/ 0 h 5620"/>
                  <a:gd name="T18" fmla="*/ 0 w 4614"/>
                  <a:gd name="T19" fmla="*/ 0 h 5620"/>
                  <a:gd name="T20" fmla="*/ 0 w 4614"/>
                  <a:gd name="T21" fmla="*/ 0 h 5620"/>
                  <a:gd name="T22" fmla="*/ 0 w 4614"/>
                  <a:gd name="T23" fmla="*/ 0 h 5620"/>
                  <a:gd name="T24" fmla="*/ 0 w 4614"/>
                  <a:gd name="T25" fmla="*/ 0 h 5620"/>
                  <a:gd name="T26" fmla="*/ 0 w 4614"/>
                  <a:gd name="T27" fmla="*/ 0 h 5620"/>
                  <a:gd name="T28" fmla="*/ 0 w 4614"/>
                  <a:gd name="T29" fmla="*/ 0 h 5620"/>
                  <a:gd name="T30" fmla="*/ 0 w 4614"/>
                  <a:gd name="T31" fmla="*/ 0 h 5620"/>
                  <a:gd name="T32" fmla="*/ 0 w 4614"/>
                  <a:gd name="T33" fmla="*/ 0 h 5620"/>
                  <a:gd name="T34" fmla="*/ 0 w 4614"/>
                  <a:gd name="T35" fmla="*/ 0 h 5620"/>
                  <a:gd name="T36" fmla="*/ 0 w 4614"/>
                  <a:gd name="T37" fmla="*/ 0 h 5620"/>
                  <a:gd name="T38" fmla="*/ 0 w 4614"/>
                  <a:gd name="T39" fmla="*/ 0 h 5620"/>
                  <a:gd name="T40" fmla="*/ 0 w 4614"/>
                  <a:gd name="T41" fmla="*/ 0 h 5620"/>
                  <a:gd name="T42" fmla="*/ 0 w 4614"/>
                  <a:gd name="T43" fmla="*/ 0 h 562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614"/>
                  <a:gd name="T67" fmla="*/ 0 h 5620"/>
                  <a:gd name="T68" fmla="*/ 4614 w 4614"/>
                  <a:gd name="T69" fmla="*/ 5620 h 562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614" h="5620">
                    <a:moveTo>
                      <a:pt x="3465" y="817"/>
                    </a:moveTo>
                    <a:lnTo>
                      <a:pt x="3748" y="1292"/>
                    </a:lnTo>
                    <a:lnTo>
                      <a:pt x="4407" y="2243"/>
                    </a:lnTo>
                    <a:lnTo>
                      <a:pt x="4538" y="2527"/>
                    </a:lnTo>
                    <a:lnTo>
                      <a:pt x="4614" y="2793"/>
                    </a:lnTo>
                    <a:lnTo>
                      <a:pt x="4598" y="3134"/>
                    </a:lnTo>
                    <a:lnTo>
                      <a:pt x="4510" y="3360"/>
                    </a:lnTo>
                    <a:lnTo>
                      <a:pt x="4278" y="3763"/>
                    </a:lnTo>
                    <a:lnTo>
                      <a:pt x="4510" y="4195"/>
                    </a:lnTo>
                    <a:lnTo>
                      <a:pt x="4464" y="4519"/>
                    </a:lnTo>
                    <a:lnTo>
                      <a:pt x="4041" y="5620"/>
                    </a:lnTo>
                    <a:lnTo>
                      <a:pt x="1482" y="5620"/>
                    </a:lnTo>
                    <a:lnTo>
                      <a:pt x="966" y="4917"/>
                    </a:lnTo>
                    <a:lnTo>
                      <a:pt x="206" y="2772"/>
                    </a:lnTo>
                    <a:lnTo>
                      <a:pt x="43" y="2165"/>
                    </a:lnTo>
                    <a:lnTo>
                      <a:pt x="0" y="1690"/>
                    </a:lnTo>
                    <a:lnTo>
                      <a:pt x="0" y="1428"/>
                    </a:lnTo>
                    <a:lnTo>
                      <a:pt x="43" y="1063"/>
                    </a:lnTo>
                    <a:lnTo>
                      <a:pt x="104" y="724"/>
                    </a:lnTo>
                    <a:lnTo>
                      <a:pt x="160" y="477"/>
                    </a:lnTo>
                    <a:lnTo>
                      <a:pt x="1468" y="0"/>
                    </a:lnTo>
                    <a:lnTo>
                      <a:pt x="3465" y="817"/>
                    </a:lnTo>
                    <a:close/>
                  </a:path>
                </a:pathLst>
              </a:custGeom>
              <a:solidFill>
                <a:srgbClr val="00E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2" name="Freeform 535">
                <a:extLst>
                  <a:ext uri="{FF2B5EF4-FFF2-40B4-BE49-F238E27FC236}">
                    <a16:creationId xmlns:a16="http://schemas.microsoft.com/office/drawing/2014/main" id="{363AF13E-632B-5E57-3AE2-298A5A86E905}"/>
                  </a:ext>
                </a:extLst>
              </p:cNvPr>
              <p:cNvSpPr>
                <a:spLocks/>
              </p:cNvSpPr>
              <p:nvPr/>
            </p:nvSpPr>
            <p:spPr bwMode="auto">
              <a:xfrm>
                <a:off x="737" y="3734"/>
                <a:ext cx="161" cy="99"/>
              </a:xfrm>
              <a:custGeom>
                <a:avLst/>
                <a:gdLst>
                  <a:gd name="T0" fmla="*/ 0 w 1606"/>
                  <a:gd name="T1" fmla="*/ 0 h 991"/>
                  <a:gd name="T2" fmla="*/ 0 w 1606"/>
                  <a:gd name="T3" fmla="*/ 0 h 991"/>
                  <a:gd name="T4" fmla="*/ 0 w 1606"/>
                  <a:gd name="T5" fmla="*/ 0 h 991"/>
                  <a:gd name="T6" fmla="*/ 0 w 1606"/>
                  <a:gd name="T7" fmla="*/ 0 h 991"/>
                  <a:gd name="T8" fmla="*/ 0 w 1606"/>
                  <a:gd name="T9" fmla="*/ 0 h 991"/>
                  <a:gd name="T10" fmla="*/ 0 w 1606"/>
                  <a:gd name="T11" fmla="*/ 0 h 991"/>
                  <a:gd name="T12" fmla="*/ 0 60000 65536"/>
                  <a:gd name="T13" fmla="*/ 0 60000 65536"/>
                  <a:gd name="T14" fmla="*/ 0 60000 65536"/>
                  <a:gd name="T15" fmla="*/ 0 60000 65536"/>
                  <a:gd name="T16" fmla="*/ 0 60000 65536"/>
                  <a:gd name="T17" fmla="*/ 0 60000 65536"/>
                  <a:gd name="T18" fmla="*/ 0 w 1606"/>
                  <a:gd name="T19" fmla="*/ 0 h 991"/>
                  <a:gd name="T20" fmla="*/ 1606 w 1606"/>
                  <a:gd name="T21" fmla="*/ 991 h 991"/>
                </a:gdLst>
                <a:ahLst/>
                <a:cxnLst>
                  <a:cxn ang="T12">
                    <a:pos x="T0" y="T1"/>
                  </a:cxn>
                  <a:cxn ang="T13">
                    <a:pos x="T2" y="T3"/>
                  </a:cxn>
                  <a:cxn ang="T14">
                    <a:pos x="T4" y="T5"/>
                  </a:cxn>
                  <a:cxn ang="T15">
                    <a:pos x="T6" y="T7"/>
                  </a:cxn>
                  <a:cxn ang="T16">
                    <a:pos x="T8" y="T9"/>
                  </a:cxn>
                  <a:cxn ang="T17">
                    <a:pos x="T10" y="T11"/>
                  </a:cxn>
                </a:cxnLst>
                <a:rect l="T18" t="T19" r="T20" b="T21"/>
                <a:pathLst>
                  <a:path w="1606" h="991">
                    <a:moveTo>
                      <a:pt x="1606" y="779"/>
                    </a:moveTo>
                    <a:lnTo>
                      <a:pt x="0" y="0"/>
                    </a:lnTo>
                    <a:lnTo>
                      <a:pt x="354" y="665"/>
                    </a:lnTo>
                    <a:lnTo>
                      <a:pt x="839" y="991"/>
                    </a:lnTo>
                    <a:lnTo>
                      <a:pt x="1309" y="991"/>
                    </a:lnTo>
                    <a:lnTo>
                      <a:pt x="1606" y="779"/>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3" name="Freeform 536">
                <a:extLst>
                  <a:ext uri="{FF2B5EF4-FFF2-40B4-BE49-F238E27FC236}">
                    <a16:creationId xmlns:a16="http://schemas.microsoft.com/office/drawing/2014/main" id="{06751837-F1FD-B959-9877-8EC9E66CF3DD}"/>
                  </a:ext>
                </a:extLst>
              </p:cNvPr>
              <p:cNvSpPr>
                <a:spLocks/>
              </p:cNvSpPr>
              <p:nvPr/>
            </p:nvSpPr>
            <p:spPr bwMode="auto">
              <a:xfrm>
                <a:off x="998" y="3936"/>
                <a:ext cx="485" cy="358"/>
              </a:xfrm>
              <a:custGeom>
                <a:avLst/>
                <a:gdLst>
                  <a:gd name="T0" fmla="*/ 0 w 4842"/>
                  <a:gd name="T1" fmla="*/ 0 h 3580"/>
                  <a:gd name="T2" fmla="*/ 0 w 4842"/>
                  <a:gd name="T3" fmla="*/ 0 h 3580"/>
                  <a:gd name="T4" fmla="*/ 0 w 4842"/>
                  <a:gd name="T5" fmla="*/ 0 h 3580"/>
                  <a:gd name="T6" fmla="*/ 0 w 4842"/>
                  <a:gd name="T7" fmla="*/ 0 h 3580"/>
                  <a:gd name="T8" fmla="*/ 0 w 4842"/>
                  <a:gd name="T9" fmla="*/ 0 h 3580"/>
                  <a:gd name="T10" fmla="*/ 0 w 4842"/>
                  <a:gd name="T11" fmla="*/ 0 h 3580"/>
                  <a:gd name="T12" fmla="*/ 0 w 4842"/>
                  <a:gd name="T13" fmla="*/ 0 h 3580"/>
                  <a:gd name="T14" fmla="*/ 0 w 4842"/>
                  <a:gd name="T15" fmla="*/ 0 h 3580"/>
                  <a:gd name="T16" fmla="*/ 0 w 4842"/>
                  <a:gd name="T17" fmla="*/ 0 h 3580"/>
                  <a:gd name="T18" fmla="*/ 0 w 4842"/>
                  <a:gd name="T19" fmla="*/ 0 h 3580"/>
                  <a:gd name="T20" fmla="*/ 0 w 4842"/>
                  <a:gd name="T21" fmla="*/ 0 h 3580"/>
                  <a:gd name="T22" fmla="*/ 0 w 4842"/>
                  <a:gd name="T23" fmla="*/ 0 h 3580"/>
                  <a:gd name="T24" fmla="*/ 0 w 4842"/>
                  <a:gd name="T25" fmla="*/ 0 h 3580"/>
                  <a:gd name="T26" fmla="*/ 0 w 4842"/>
                  <a:gd name="T27" fmla="*/ 0 h 3580"/>
                  <a:gd name="T28" fmla="*/ 0 w 4842"/>
                  <a:gd name="T29" fmla="*/ 0 h 3580"/>
                  <a:gd name="T30" fmla="*/ 0 w 4842"/>
                  <a:gd name="T31" fmla="*/ 0 h 3580"/>
                  <a:gd name="T32" fmla="*/ 0 w 4842"/>
                  <a:gd name="T33" fmla="*/ 0 h 3580"/>
                  <a:gd name="T34" fmla="*/ 0 w 4842"/>
                  <a:gd name="T35" fmla="*/ 0 h 3580"/>
                  <a:gd name="T36" fmla="*/ 0 w 4842"/>
                  <a:gd name="T37" fmla="*/ 0 h 3580"/>
                  <a:gd name="T38" fmla="*/ 0 w 4842"/>
                  <a:gd name="T39" fmla="*/ 0 h 3580"/>
                  <a:gd name="T40" fmla="*/ 0 w 4842"/>
                  <a:gd name="T41" fmla="*/ 0 h 3580"/>
                  <a:gd name="T42" fmla="*/ 0 w 4842"/>
                  <a:gd name="T43" fmla="*/ 0 h 3580"/>
                  <a:gd name="T44" fmla="*/ 0 w 4842"/>
                  <a:gd name="T45" fmla="*/ 0 h 35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842"/>
                  <a:gd name="T70" fmla="*/ 0 h 3580"/>
                  <a:gd name="T71" fmla="*/ 4842 w 4842"/>
                  <a:gd name="T72" fmla="*/ 3580 h 358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842" h="3580">
                    <a:moveTo>
                      <a:pt x="4698" y="3580"/>
                    </a:moveTo>
                    <a:lnTo>
                      <a:pt x="4780" y="3334"/>
                    </a:lnTo>
                    <a:lnTo>
                      <a:pt x="4827" y="3063"/>
                    </a:lnTo>
                    <a:lnTo>
                      <a:pt x="4842" y="2812"/>
                    </a:lnTo>
                    <a:lnTo>
                      <a:pt x="4827" y="2504"/>
                    </a:lnTo>
                    <a:lnTo>
                      <a:pt x="4731" y="2172"/>
                    </a:lnTo>
                    <a:lnTo>
                      <a:pt x="4618" y="1943"/>
                    </a:lnTo>
                    <a:lnTo>
                      <a:pt x="2468" y="40"/>
                    </a:lnTo>
                    <a:lnTo>
                      <a:pt x="2244" y="0"/>
                    </a:lnTo>
                    <a:lnTo>
                      <a:pt x="1970" y="22"/>
                    </a:lnTo>
                    <a:lnTo>
                      <a:pt x="1668" y="80"/>
                    </a:lnTo>
                    <a:lnTo>
                      <a:pt x="899" y="307"/>
                    </a:lnTo>
                    <a:lnTo>
                      <a:pt x="607" y="351"/>
                    </a:lnTo>
                    <a:lnTo>
                      <a:pt x="719" y="702"/>
                    </a:lnTo>
                    <a:lnTo>
                      <a:pt x="736" y="1013"/>
                    </a:lnTo>
                    <a:lnTo>
                      <a:pt x="673" y="1198"/>
                    </a:lnTo>
                    <a:lnTo>
                      <a:pt x="400" y="1653"/>
                    </a:lnTo>
                    <a:lnTo>
                      <a:pt x="448" y="1924"/>
                    </a:lnTo>
                    <a:lnTo>
                      <a:pt x="626" y="2172"/>
                    </a:lnTo>
                    <a:lnTo>
                      <a:pt x="626" y="2315"/>
                    </a:lnTo>
                    <a:lnTo>
                      <a:pt x="497" y="2730"/>
                    </a:lnTo>
                    <a:lnTo>
                      <a:pt x="0" y="3580"/>
                    </a:lnTo>
                    <a:lnTo>
                      <a:pt x="4698" y="358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4" name="Freeform 537">
                <a:extLst>
                  <a:ext uri="{FF2B5EF4-FFF2-40B4-BE49-F238E27FC236}">
                    <a16:creationId xmlns:a16="http://schemas.microsoft.com/office/drawing/2014/main" id="{F33E05E7-0F6A-5F7A-1E35-CB8C4AA5E8B1}"/>
                  </a:ext>
                </a:extLst>
              </p:cNvPr>
              <p:cNvSpPr>
                <a:spLocks/>
              </p:cNvSpPr>
              <p:nvPr/>
            </p:nvSpPr>
            <p:spPr bwMode="auto">
              <a:xfrm>
                <a:off x="971" y="3665"/>
                <a:ext cx="378" cy="237"/>
              </a:xfrm>
              <a:custGeom>
                <a:avLst/>
                <a:gdLst>
                  <a:gd name="T0" fmla="*/ 0 w 3784"/>
                  <a:gd name="T1" fmla="*/ 0 h 2378"/>
                  <a:gd name="T2" fmla="*/ 0 w 3784"/>
                  <a:gd name="T3" fmla="*/ 0 h 2378"/>
                  <a:gd name="T4" fmla="*/ 0 w 3784"/>
                  <a:gd name="T5" fmla="*/ 0 h 2378"/>
                  <a:gd name="T6" fmla="*/ 0 w 3784"/>
                  <a:gd name="T7" fmla="*/ 0 h 2378"/>
                  <a:gd name="T8" fmla="*/ 0 w 3784"/>
                  <a:gd name="T9" fmla="*/ 0 h 2378"/>
                  <a:gd name="T10" fmla="*/ 0 w 3784"/>
                  <a:gd name="T11" fmla="*/ 0 h 2378"/>
                  <a:gd name="T12" fmla="*/ 0 w 3784"/>
                  <a:gd name="T13" fmla="*/ 0 h 2378"/>
                  <a:gd name="T14" fmla="*/ 0 w 3784"/>
                  <a:gd name="T15" fmla="*/ 0 h 2378"/>
                  <a:gd name="T16" fmla="*/ 0 w 3784"/>
                  <a:gd name="T17" fmla="*/ 0 h 2378"/>
                  <a:gd name="T18" fmla="*/ 0 w 3784"/>
                  <a:gd name="T19" fmla="*/ 0 h 2378"/>
                  <a:gd name="T20" fmla="*/ 0 w 3784"/>
                  <a:gd name="T21" fmla="*/ 0 h 2378"/>
                  <a:gd name="T22" fmla="*/ 0 w 3784"/>
                  <a:gd name="T23" fmla="*/ 0 h 2378"/>
                  <a:gd name="T24" fmla="*/ 0 w 3784"/>
                  <a:gd name="T25" fmla="*/ 0 h 2378"/>
                  <a:gd name="T26" fmla="*/ 0 w 3784"/>
                  <a:gd name="T27" fmla="*/ 0 h 2378"/>
                  <a:gd name="T28" fmla="*/ 0 w 3784"/>
                  <a:gd name="T29" fmla="*/ 0 h 2378"/>
                  <a:gd name="T30" fmla="*/ 0 w 3784"/>
                  <a:gd name="T31" fmla="*/ 0 h 2378"/>
                  <a:gd name="T32" fmla="*/ 0 w 3784"/>
                  <a:gd name="T33" fmla="*/ 0 h 2378"/>
                  <a:gd name="T34" fmla="*/ 0 w 3784"/>
                  <a:gd name="T35" fmla="*/ 0 h 2378"/>
                  <a:gd name="T36" fmla="*/ 0 w 3784"/>
                  <a:gd name="T37" fmla="*/ 0 h 2378"/>
                  <a:gd name="T38" fmla="*/ 0 w 3784"/>
                  <a:gd name="T39" fmla="*/ 0 h 2378"/>
                  <a:gd name="T40" fmla="*/ 0 w 3784"/>
                  <a:gd name="T41" fmla="*/ 0 h 2378"/>
                  <a:gd name="T42" fmla="*/ 0 w 3784"/>
                  <a:gd name="T43" fmla="*/ 0 h 2378"/>
                  <a:gd name="T44" fmla="*/ 0 w 3784"/>
                  <a:gd name="T45" fmla="*/ 0 h 2378"/>
                  <a:gd name="T46" fmla="*/ 0 w 3784"/>
                  <a:gd name="T47" fmla="*/ 0 h 2378"/>
                  <a:gd name="T48" fmla="*/ 0 w 3784"/>
                  <a:gd name="T49" fmla="*/ 0 h 2378"/>
                  <a:gd name="T50" fmla="*/ 0 w 3784"/>
                  <a:gd name="T51" fmla="*/ 0 h 2378"/>
                  <a:gd name="T52" fmla="*/ 0 w 3784"/>
                  <a:gd name="T53" fmla="*/ 0 h 2378"/>
                  <a:gd name="T54" fmla="*/ 0 w 3784"/>
                  <a:gd name="T55" fmla="*/ 0 h 2378"/>
                  <a:gd name="T56" fmla="*/ 0 w 3784"/>
                  <a:gd name="T57" fmla="*/ 0 h 237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784"/>
                  <a:gd name="T88" fmla="*/ 0 h 2378"/>
                  <a:gd name="T89" fmla="*/ 3784 w 3784"/>
                  <a:gd name="T90" fmla="*/ 2378 h 237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784" h="2378">
                    <a:moveTo>
                      <a:pt x="432" y="2378"/>
                    </a:moveTo>
                    <a:lnTo>
                      <a:pt x="1267" y="1904"/>
                    </a:lnTo>
                    <a:lnTo>
                      <a:pt x="1747" y="1720"/>
                    </a:lnTo>
                    <a:lnTo>
                      <a:pt x="2535" y="1571"/>
                    </a:lnTo>
                    <a:lnTo>
                      <a:pt x="3259" y="1096"/>
                    </a:lnTo>
                    <a:lnTo>
                      <a:pt x="3462" y="827"/>
                    </a:lnTo>
                    <a:lnTo>
                      <a:pt x="3400" y="809"/>
                    </a:lnTo>
                    <a:lnTo>
                      <a:pt x="3176" y="849"/>
                    </a:lnTo>
                    <a:lnTo>
                      <a:pt x="2951" y="1054"/>
                    </a:lnTo>
                    <a:lnTo>
                      <a:pt x="2822" y="1158"/>
                    </a:lnTo>
                    <a:lnTo>
                      <a:pt x="2762" y="1158"/>
                    </a:lnTo>
                    <a:lnTo>
                      <a:pt x="2888" y="931"/>
                    </a:lnTo>
                    <a:lnTo>
                      <a:pt x="3271" y="680"/>
                    </a:lnTo>
                    <a:lnTo>
                      <a:pt x="3544" y="680"/>
                    </a:lnTo>
                    <a:lnTo>
                      <a:pt x="3735" y="599"/>
                    </a:lnTo>
                    <a:lnTo>
                      <a:pt x="3784" y="561"/>
                    </a:lnTo>
                    <a:lnTo>
                      <a:pt x="3784" y="516"/>
                    </a:lnTo>
                    <a:lnTo>
                      <a:pt x="3735" y="476"/>
                    </a:lnTo>
                    <a:lnTo>
                      <a:pt x="3559" y="476"/>
                    </a:lnTo>
                    <a:lnTo>
                      <a:pt x="3449" y="209"/>
                    </a:lnTo>
                    <a:lnTo>
                      <a:pt x="3079" y="38"/>
                    </a:lnTo>
                    <a:lnTo>
                      <a:pt x="2888" y="38"/>
                    </a:lnTo>
                    <a:lnTo>
                      <a:pt x="2810" y="0"/>
                    </a:lnTo>
                    <a:lnTo>
                      <a:pt x="2727" y="21"/>
                    </a:lnTo>
                    <a:lnTo>
                      <a:pt x="2647" y="83"/>
                    </a:lnTo>
                    <a:lnTo>
                      <a:pt x="1715" y="1200"/>
                    </a:lnTo>
                    <a:lnTo>
                      <a:pt x="0" y="1720"/>
                    </a:lnTo>
                    <a:lnTo>
                      <a:pt x="290" y="2193"/>
                    </a:lnTo>
                    <a:lnTo>
                      <a:pt x="432" y="2378"/>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5" name="Freeform 538">
                <a:extLst>
                  <a:ext uri="{FF2B5EF4-FFF2-40B4-BE49-F238E27FC236}">
                    <a16:creationId xmlns:a16="http://schemas.microsoft.com/office/drawing/2014/main" id="{340EB8D4-5525-885A-B950-B1BF8BF2D9E8}"/>
                  </a:ext>
                </a:extLst>
              </p:cNvPr>
              <p:cNvSpPr>
                <a:spLocks/>
              </p:cNvSpPr>
              <p:nvPr/>
            </p:nvSpPr>
            <p:spPr bwMode="auto">
              <a:xfrm>
                <a:off x="987" y="3770"/>
                <a:ext cx="462" cy="524"/>
              </a:xfrm>
              <a:custGeom>
                <a:avLst/>
                <a:gdLst>
                  <a:gd name="T0" fmla="*/ 0 w 4620"/>
                  <a:gd name="T1" fmla="*/ 0 h 5241"/>
                  <a:gd name="T2" fmla="*/ 0 w 4620"/>
                  <a:gd name="T3" fmla="*/ 0 h 5241"/>
                  <a:gd name="T4" fmla="*/ 0 w 4620"/>
                  <a:gd name="T5" fmla="*/ 0 h 5241"/>
                  <a:gd name="T6" fmla="*/ 0 w 4620"/>
                  <a:gd name="T7" fmla="*/ 0 h 5241"/>
                  <a:gd name="T8" fmla="*/ 0 w 4620"/>
                  <a:gd name="T9" fmla="*/ 0 h 5241"/>
                  <a:gd name="T10" fmla="*/ 0 w 4620"/>
                  <a:gd name="T11" fmla="*/ 0 h 5241"/>
                  <a:gd name="T12" fmla="*/ 0 w 4620"/>
                  <a:gd name="T13" fmla="*/ 0 h 5241"/>
                  <a:gd name="T14" fmla="*/ 0 w 4620"/>
                  <a:gd name="T15" fmla="*/ 0 h 5241"/>
                  <a:gd name="T16" fmla="*/ 0 w 4620"/>
                  <a:gd name="T17" fmla="*/ 0 h 5241"/>
                  <a:gd name="T18" fmla="*/ 0 w 4620"/>
                  <a:gd name="T19" fmla="*/ 0 h 5241"/>
                  <a:gd name="T20" fmla="*/ 0 w 4620"/>
                  <a:gd name="T21" fmla="*/ 0 h 5241"/>
                  <a:gd name="T22" fmla="*/ 0 w 4620"/>
                  <a:gd name="T23" fmla="*/ 0 h 5241"/>
                  <a:gd name="T24" fmla="*/ 0 w 4620"/>
                  <a:gd name="T25" fmla="*/ 0 h 5241"/>
                  <a:gd name="T26" fmla="*/ 0 w 4620"/>
                  <a:gd name="T27" fmla="*/ 0 h 5241"/>
                  <a:gd name="T28" fmla="*/ 0 w 4620"/>
                  <a:gd name="T29" fmla="*/ 0 h 5241"/>
                  <a:gd name="T30" fmla="*/ 0 w 4620"/>
                  <a:gd name="T31" fmla="*/ 0 h 5241"/>
                  <a:gd name="T32" fmla="*/ 0 w 4620"/>
                  <a:gd name="T33" fmla="*/ 0 h 5241"/>
                  <a:gd name="T34" fmla="*/ 0 w 4620"/>
                  <a:gd name="T35" fmla="*/ 0 h 5241"/>
                  <a:gd name="T36" fmla="*/ 0 w 4620"/>
                  <a:gd name="T37" fmla="*/ 0 h 5241"/>
                  <a:gd name="T38" fmla="*/ 0 w 4620"/>
                  <a:gd name="T39" fmla="*/ 0 h 5241"/>
                  <a:gd name="T40" fmla="*/ 0 w 4620"/>
                  <a:gd name="T41" fmla="*/ 0 h 5241"/>
                  <a:gd name="T42" fmla="*/ 0 w 4620"/>
                  <a:gd name="T43" fmla="*/ 0 h 5241"/>
                  <a:gd name="T44" fmla="*/ 0 w 4620"/>
                  <a:gd name="T45" fmla="*/ 0 h 5241"/>
                  <a:gd name="T46" fmla="*/ 0 w 4620"/>
                  <a:gd name="T47" fmla="*/ 0 h 5241"/>
                  <a:gd name="T48" fmla="*/ 0 w 4620"/>
                  <a:gd name="T49" fmla="*/ 0 h 5241"/>
                  <a:gd name="T50" fmla="*/ 0 w 4620"/>
                  <a:gd name="T51" fmla="*/ 0 h 5241"/>
                  <a:gd name="T52" fmla="*/ 0 w 4620"/>
                  <a:gd name="T53" fmla="*/ 0 h 5241"/>
                  <a:gd name="T54" fmla="*/ 0 w 4620"/>
                  <a:gd name="T55" fmla="*/ 0 h 5241"/>
                  <a:gd name="T56" fmla="*/ 0 w 4620"/>
                  <a:gd name="T57" fmla="*/ 0 h 5241"/>
                  <a:gd name="T58" fmla="*/ 0 w 4620"/>
                  <a:gd name="T59" fmla="*/ 0 h 5241"/>
                  <a:gd name="T60" fmla="*/ 0 w 4620"/>
                  <a:gd name="T61" fmla="*/ 0 h 5241"/>
                  <a:gd name="T62" fmla="*/ 0 w 4620"/>
                  <a:gd name="T63" fmla="*/ 0 h 524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620"/>
                  <a:gd name="T97" fmla="*/ 0 h 5241"/>
                  <a:gd name="T98" fmla="*/ 4620 w 4620"/>
                  <a:gd name="T99" fmla="*/ 5241 h 524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620" h="5241">
                    <a:moveTo>
                      <a:pt x="751" y="3873"/>
                    </a:moveTo>
                    <a:lnTo>
                      <a:pt x="915" y="3956"/>
                    </a:lnTo>
                    <a:lnTo>
                      <a:pt x="1219" y="4165"/>
                    </a:lnTo>
                    <a:lnTo>
                      <a:pt x="1493" y="4411"/>
                    </a:lnTo>
                    <a:lnTo>
                      <a:pt x="2886" y="2714"/>
                    </a:lnTo>
                    <a:lnTo>
                      <a:pt x="3110" y="1764"/>
                    </a:lnTo>
                    <a:lnTo>
                      <a:pt x="3110" y="913"/>
                    </a:lnTo>
                    <a:lnTo>
                      <a:pt x="3350" y="313"/>
                    </a:lnTo>
                    <a:lnTo>
                      <a:pt x="3593" y="124"/>
                    </a:lnTo>
                    <a:lnTo>
                      <a:pt x="3703" y="124"/>
                    </a:lnTo>
                    <a:lnTo>
                      <a:pt x="3818" y="0"/>
                    </a:lnTo>
                    <a:lnTo>
                      <a:pt x="4283" y="0"/>
                    </a:lnTo>
                    <a:lnTo>
                      <a:pt x="4378" y="146"/>
                    </a:lnTo>
                    <a:lnTo>
                      <a:pt x="4540" y="229"/>
                    </a:lnTo>
                    <a:lnTo>
                      <a:pt x="4540" y="395"/>
                    </a:lnTo>
                    <a:lnTo>
                      <a:pt x="4620" y="498"/>
                    </a:lnTo>
                    <a:lnTo>
                      <a:pt x="4620" y="706"/>
                    </a:lnTo>
                    <a:lnTo>
                      <a:pt x="4554" y="913"/>
                    </a:lnTo>
                    <a:lnTo>
                      <a:pt x="4330" y="1324"/>
                    </a:lnTo>
                    <a:lnTo>
                      <a:pt x="4201" y="1701"/>
                    </a:lnTo>
                    <a:lnTo>
                      <a:pt x="3687" y="2300"/>
                    </a:lnTo>
                    <a:lnTo>
                      <a:pt x="3547" y="2527"/>
                    </a:lnTo>
                    <a:lnTo>
                      <a:pt x="3191" y="3439"/>
                    </a:lnTo>
                    <a:lnTo>
                      <a:pt x="2918" y="4144"/>
                    </a:lnTo>
                    <a:lnTo>
                      <a:pt x="2679" y="4644"/>
                    </a:lnTo>
                    <a:lnTo>
                      <a:pt x="2274" y="5218"/>
                    </a:lnTo>
                    <a:lnTo>
                      <a:pt x="2181" y="5241"/>
                    </a:lnTo>
                    <a:lnTo>
                      <a:pt x="0" y="5241"/>
                    </a:lnTo>
                    <a:lnTo>
                      <a:pt x="500" y="4620"/>
                    </a:lnTo>
                    <a:lnTo>
                      <a:pt x="671" y="4247"/>
                    </a:lnTo>
                    <a:lnTo>
                      <a:pt x="751" y="3976"/>
                    </a:lnTo>
                    <a:lnTo>
                      <a:pt x="751" y="3873"/>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6" name="Freeform 539">
                <a:extLst>
                  <a:ext uri="{FF2B5EF4-FFF2-40B4-BE49-F238E27FC236}">
                    <a16:creationId xmlns:a16="http://schemas.microsoft.com/office/drawing/2014/main" id="{F81B068A-0831-C7C2-591D-2A8ACAE58D77}"/>
                  </a:ext>
                </a:extLst>
              </p:cNvPr>
              <p:cNvSpPr>
                <a:spLocks/>
              </p:cNvSpPr>
              <p:nvPr/>
            </p:nvSpPr>
            <p:spPr bwMode="auto">
              <a:xfrm>
                <a:off x="754" y="3505"/>
                <a:ext cx="251" cy="310"/>
              </a:xfrm>
              <a:custGeom>
                <a:avLst/>
                <a:gdLst>
                  <a:gd name="T0" fmla="*/ 0 w 2509"/>
                  <a:gd name="T1" fmla="*/ 0 h 3099"/>
                  <a:gd name="T2" fmla="*/ 0 w 2509"/>
                  <a:gd name="T3" fmla="*/ 0 h 3099"/>
                  <a:gd name="T4" fmla="*/ 0 w 2509"/>
                  <a:gd name="T5" fmla="*/ 0 h 3099"/>
                  <a:gd name="T6" fmla="*/ 0 w 2509"/>
                  <a:gd name="T7" fmla="*/ 0 h 3099"/>
                  <a:gd name="T8" fmla="*/ 0 w 2509"/>
                  <a:gd name="T9" fmla="*/ 0 h 3099"/>
                  <a:gd name="T10" fmla="*/ 0 w 2509"/>
                  <a:gd name="T11" fmla="*/ 0 h 3099"/>
                  <a:gd name="T12" fmla="*/ 0 w 2509"/>
                  <a:gd name="T13" fmla="*/ 0 h 3099"/>
                  <a:gd name="T14" fmla="*/ 0 w 2509"/>
                  <a:gd name="T15" fmla="*/ 0 h 3099"/>
                  <a:gd name="T16" fmla="*/ 0 w 2509"/>
                  <a:gd name="T17" fmla="*/ 0 h 3099"/>
                  <a:gd name="T18" fmla="*/ 0 w 2509"/>
                  <a:gd name="T19" fmla="*/ 0 h 3099"/>
                  <a:gd name="T20" fmla="*/ 0 w 2509"/>
                  <a:gd name="T21" fmla="*/ 0 h 3099"/>
                  <a:gd name="T22" fmla="*/ 0 w 2509"/>
                  <a:gd name="T23" fmla="*/ 0 h 3099"/>
                  <a:gd name="T24" fmla="*/ 0 w 2509"/>
                  <a:gd name="T25" fmla="*/ 0 h 3099"/>
                  <a:gd name="T26" fmla="*/ 0 w 2509"/>
                  <a:gd name="T27" fmla="*/ 0 h 3099"/>
                  <a:gd name="T28" fmla="*/ 0 w 2509"/>
                  <a:gd name="T29" fmla="*/ 0 h 3099"/>
                  <a:gd name="T30" fmla="*/ 0 w 2509"/>
                  <a:gd name="T31" fmla="*/ 0 h 3099"/>
                  <a:gd name="T32" fmla="*/ 0 w 2509"/>
                  <a:gd name="T33" fmla="*/ 0 h 3099"/>
                  <a:gd name="T34" fmla="*/ 0 w 2509"/>
                  <a:gd name="T35" fmla="*/ 0 h 3099"/>
                  <a:gd name="T36" fmla="*/ 0 w 2509"/>
                  <a:gd name="T37" fmla="*/ 0 h 3099"/>
                  <a:gd name="T38" fmla="*/ 0 w 2509"/>
                  <a:gd name="T39" fmla="*/ 0 h 3099"/>
                  <a:gd name="T40" fmla="*/ 0 w 2509"/>
                  <a:gd name="T41" fmla="*/ 0 h 3099"/>
                  <a:gd name="T42" fmla="*/ 0 w 2509"/>
                  <a:gd name="T43" fmla="*/ 0 h 3099"/>
                  <a:gd name="T44" fmla="*/ 0 w 2509"/>
                  <a:gd name="T45" fmla="*/ 0 h 3099"/>
                  <a:gd name="T46" fmla="*/ 0 w 2509"/>
                  <a:gd name="T47" fmla="*/ 0 h 3099"/>
                  <a:gd name="T48" fmla="*/ 0 w 2509"/>
                  <a:gd name="T49" fmla="*/ 0 h 309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509"/>
                  <a:gd name="T76" fmla="*/ 0 h 3099"/>
                  <a:gd name="T77" fmla="*/ 2509 w 2509"/>
                  <a:gd name="T78" fmla="*/ 3099 h 309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509" h="3099">
                    <a:moveTo>
                      <a:pt x="2013" y="71"/>
                    </a:moveTo>
                    <a:lnTo>
                      <a:pt x="2213" y="431"/>
                    </a:lnTo>
                    <a:lnTo>
                      <a:pt x="2264" y="510"/>
                    </a:lnTo>
                    <a:lnTo>
                      <a:pt x="2289" y="613"/>
                    </a:lnTo>
                    <a:lnTo>
                      <a:pt x="2289" y="753"/>
                    </a:lnTo>
                    <a:lnTo>
                      <a:pt x="2469" y="1058"/>
                    </a:lnTo>
                    <a:lnTo>
                      <a:pt x="2509" y="1211"/>
                    </a:lnTo>
                    <a:lnTo>
                      <a:pt x="2509" y="1302"/>
                    </a:lnTo>
                    <a:lnTo>
                      <a:pt x="2489" y="1482"/>
                    </a:lnTo>
                    <a:lnTo>
                      <a:pt x="2409" y="1688"/>
                    </a:lnTo>
                    <a:lnTo>
                      <a:pt x="2360" y="1865"/>
                    </a:lnTo>
                    <a:lnTo>
                      <a:pt x="2360" y="1997"/>
                    </a:lnTo>
                    <a:lnTo>
                      <a:pt x="2360" y="2341"/>
                    </a:lnTo>
                    <a:lnTo>
                      <a:pt x="2400" y="2585"/>
                    </a:lnTo>
                    <a:lnTo>
                      <a:pt x="2400" y="2737"/>
                    </a:lnTo>
                    <a:lnTo>
                      <a:pt x="2360" y="2856"/>
                    </a:lnTo>
                    <a:lnTo>
                      <a:pt x="2302" y="2919"/>
                    </a:lnTo>
                    <a:lnTo>
                      <a:pt x="2173" y="3008"/>
                    </a:lnTo>
                    <a:lnTo>
                      <a:pt x="2033" y="3099"/>
                    </a:lnTo>
                    <a:lnTo>
                      <a:pt x="1507" y="3099"/>
                    </a:lnTo>
                    <a:lnTo>
                      <a:pt x="576" y="2856"/>
                    </a:lnTo>
                    <a:lnTo>
                      <a:pt x="0" y="1766"/>
                    </a:lnTo>
                    <a:lnTo>
                      <a:pt x="645" y="0"/>
                    </a:lnTo>
                    <a:lnTo>
                      <a:pt x="1656" y="304"/>
                    </a:lnTo>
                    <a:lnTo>
                      <a:pt x="2013" y="71"/>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7" name="Freeform 540">
                <a:extLst>
                  <a:ext uri="{FF2B5EF4-FFF2-40B4-BE49-F238E27FC236}">
                    <a16:creationId xmlns:a16="http://schemas.microsoft.com/office/drawing/2014/main" id="{3245CF02-5E93-D0FC-957B-44575EAF5585}"/>
                  </a:ext>
                </a:extLst>
              </p:cNvPr>
              <p:cNvSpPr>
                <a:spLocks/>
              </p:cNvSpPr>
              <p:nvPr/>
            </p:nvSpPr>
            <p:spPr bwMode="auto">
              <a:xfrm>
                <a:off x="671" y="3450"/>
                <a:ext cx="96" cy="278"/>
              </a:xfrm>
              <a:custGeom>
                <a:avLst/>
                <a:gdLst>
                  <a:gd name="T0" fmla="*/ 0 w 961"/>
                  <a:gd name="T1" fmla="*/ 0 h 2779"/>
                  <a:gd name="T2" fmla="*/ 0 w 961"/>
                  <a:gd name="T3" fmla="*/ 0 h 2779"/>
                  <a:gd name="T4" fmla="*/ 0 w 961"/>
                  <a:gd name="T5" fmla="*/ 0 h 2779"/>
                  <a:gd name="T6" fmla="*/ 0 w 961"/>
                  <a:gd name="T7" fmla="*/ 0 h 2779"/>
                  <a:gd name="T8" fmla="*/ 0 w 961"/>
                  <a:gd name="T9" fmla="*/ 0 h 2779"/>
                  <a:gd name="T10" fmla="*/ 0 w 961"/>
                  <a:gd name="T11" fmla="*/ 0 h 2779"/>
                  <a:gd name="T12" fmla="*/ 0 w 961"/>
                  <a:gd name="T13" fmla="*/ 0 h 2779"/>
                  <a:gd name="T14" fmla="*/ 0 w 961"/>
                  <a:gd name="T15" fmla="*/ 0 h 2779"/>
                  <a:gd name="T16" fmla="*/ 0 w 961"/>
                  <a:gd name="T17" fmla="*/ 0 h 2779"/>
                  <a:gd name="T18" fmla="*/ 0 w 961"/>
                  <a:gd name="T19" fmla="*/ 0 h 27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61"/>
                  <a:gd name="T31" fmla="*/ 0 h 2779"/>
                  <a:gd name="T32" fmla="*/ 961 w 961"/>
                  <a:gd name="T33" fmla="*/ 2779 h 277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61" h="2779">
                    <a:moveTo>
                      <a:pt x="961" y="163"/>
                    </a:moveTo>
                    <a:lnTo>
                      <a:pt x="513" y="2779"/>
                    </a:lnTo>
                    <a:lnTo>
                      <a:pt x="154" y="2712"/>
                    </a:lnTo>
                    <a:lnTo>
                      <a:pt x="0" y="2408"/>
                    </a:lnTo>
                    <a:lnTo>
                      <a:pt x="0" y="2086"/>
                    </a:lnTo>
                    <a:lnTo>
                      <a:pt x="87" y="1957"/>
                    </a:lnTo>
                    <a:lnTo>
                      <a:pt x="15" y="1429"/>
                    </a:lnTo>
                    <a:lnTo>
                      <a:pt x="165" y="613"/>
                    </a:lnTo>
                    <a:lnTo>
                      <a:pt x="709" y="0"/>
                    </a:lnTo>
                    <a:lnTo>
                      <a:pt x="961" y="163"/>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8" name="Freeform 541">
                <a:extLst>
                  <a:ext uri="{FF2B5EF4-FFF2-40B4-BE49-F238E27FC236}">
                    <a16:creationId xmlns:a16="http://schemas.microsoft.com/office/drawing/2014/main" id="{163F156A-6B2C-5583-5A17-3F1A1F46F866}"/>
                  </a:ext>
                </a:extLst>
              </p:cNvPr>
              <p:cNvSpPr>
                <a:spLocks/>
              </p:cNvSpPr>
              <p:nvPr/>
            </p:nvSpPr>
            <p:spPr bwMode="auto">
              <a:xfrm>
                <a:off x="978" y="3546"/>
                <a:ext cx="32" cy="56"/>
              </a:xfrm>
              <a:custGeom>
                <a:avLst/>
                <a:gdLst>
                  <a:gd name="T0" fmla="*/ 0 w 318"/>
                  <a:gd name="T1" fmla="*/ 0 h 559"/>
                  <a:gd name="T2" fmla="*/ 0 w 318"/>
                  <a:gd name="T3" fmla="*/ 0 h 559"/>
                  <a:gd name="T4" fmla="*/ 0 w 318"/>
                  <a:gd name="T5" fmla="*/ 0 h 559"/>
                  <a:gd name="T6" fmla="*/ 0 w 318"/>
                  <a:gd name="T7" fmla="*/ 0 h 559"/>
                  <a:gd name="T8" fmla="*/ 0 w 318"/>
                  <a:gd name="T9" fmla="*/ 0 h 559"/>
                  <a:gd name="T10" fmla="*/ 0 w 318"/>
                  <a:gd name="T11" fmla="*/ 0 h 559"/>
                  <a:gd name="T12" fmla="*/ 0 60000 65536"/>
                  <a:gd name="T13" fmla="*/ 0 60000 65536"/>
                  <a:gd name="T14" fmla="*/ 0 60000 65536"/>
                  <a:gd name="T15" fmla="*/ 0 60000 65536"/>
                  <a:gd name="T16" fmla="*/ 0 60000 65536"/>
                  <a:gd name="T17" fmla="*/ 0 60000 65536"/>
                  <a:gd name="T18" fmla="*/ 0 w 318"/>
                  <a:gd name="T19" fmla="*/ 0 h 559"/>
                  <a:gd name="T20" fmla="*/ 318 w 318"/>
                  <a:gd name="T21" fmla="*/ 559 h 559"/>
                </a:gdLst>
                <a:ahLst/>
                <a:cxnLst>
                  <a:cxn ang="T12">
                    <a:pos x="T0" y="T1"/>
                  </a:cxn>
                  <a:cxn ang="T13">
                    <a:pos x="T2" y="T3"/>
                  </a:cxn>
                  <a:cxn ang="T14">
                    <a:pos x="T4" y="T5"/>
                  </a:cxn>
                  <a:cxn ang="T15">
                    <a:pos x="T6" y="T7"/>
                  </a:cxn>
                  <a:cxn ang="T16">
                    <a:pos x="T8" y="T9"/>
                  </a:cxn>
                  <a:cxn ang="T17">
                    <a:pos x="T10" y="T11"/>
                  </a:cxn>
                </a:cxnLst>
                <a:rect l="T18" t="T19" r="T20" b="T21"/>
                <a:pathLst>
                  <a:path w="318" h="559">
                    <a:moveTo>
                      <a:pt x="197" y="559"/>
                    </a:moveTo>
                    <a:lnTo>
                      <a:pt x="318" y="498"/>
                    </a:lnTo>
                    <a:lnTo>
                      <a:pt x="318" y="218"/>
                    </a:lnTo>
                    <a:lnTo>
                      <a:pt x="0" y="0"/>
                    </a:lnTo>
                    <a:lnTo>
                      <a:pt x="49" y="191"/>
                    </a:lnTo>
                    <a:lnTo>
                      <a:pt x="197" y="559"/>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9" name="Freeform 542">
                <a:extLst>
                  <a:ext uri="{FF2B5EF4-FFF2-40B4-BE49-F238E27FC236}">
                    <a16:creationId xmlns:a16="http://schemas.microsoft.com/office/drawing/2014/main" id="{D5A87C55-567F-31EF-4BDE-7E13C81148CC}"/>
                  </a:ext>
                </a:extLst>
              </p:cNvPr>
              <p:cNvSpPr>
                <a:spLocks/>
              </p:cNvSpPr>
              <p:nvPr/>
            </p:nvSpPr>
            <p:spPr bwMode="auto">
              <a:xfrm>
                <a:off x="854" y="3637"/>
                <a:ext cx="47" cy="27"/>
              </a:xfrm>
              <a:custGeom>
                <a:avLst/>
                <a:gdLst>
                  <a:gd name="T0" fmla="*/ 0 w 464"/>
                  <a:gd name="T1" fmla="*/ 0 h 271"/>
                  <a:gd name="T2" fmla="*/ 0 w 464"/>
                  <a:gd name="T3" fmla="*/ 0 h 271"/>
                  <a:gd name="T4" fmla="*/ 0 w 464"/>
                  <a:gd name="T5" fmla="*/ 0 h 271"/>
                  <a:gd name="T6" fmla="*/ 0 w 464"/>
                  <a:gd name="T7" fmla="*/ 0 h 271"/>
                  <a:gd name="T8" fmla="*/ 0 w 464"/>
                  <a:gd name="T9" fmla="*/ 0 h 271"/>
                  <a:gd name="T10" fmla="*/ 0 w 464"/>
                  <a:gd name="T11" fmla="*/ 0 h 271"/>
                  <a:gd name="T12" fmla="*/ 0 w 464"/>
                  <a:gd name="T13" fmla="*/ 0 h 271"/>
                  <a:gd name="T14" fmla="*/ 0 w 464"/>
                  <a:gd name="T15" fmla="*/ 0 h 271"/>
                  <a:gd name="T16" fmla="*/ 0 w 464"/>
                  <a:gd name="T17" fmla="*/ 0 h 2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4"/>
                  <a:gd name="T28" fmla="*/ 0 h 271"/>
                  <a:gd name="T29" fmla="*/ 464 w 464"/>
                  <a:gd name="T30" fmla="*/ 271 h 27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4" h="271">
                    <a:moveTo>
                      <a:pt x="0" y="194"/>
                    </a:moveTo>
                    <a:lnTo>
                      <a:pt x="217" y="0"/>
                    </a:lnTo>
                    <a:lnTo>
                      <a:pt x="437" y="0"/>
                    </a:lnTo>
                    <a:lnTo>
                      <a:pt x="464" y="31"/>
                    </a:lnTo>
                    <a:lnTo>
                      <a:pt x="437" y="127"/>
                    </a:lnTo>
                    <a:lnTo>
                      <a:pt x="355" y="220"/>
                    </a:lnTo>
                    <a:lnTo>
                      <a:pt x="248" y="271"/>
                    </a:lnTo>
                    <a:lnTo>
                      <a:pt x="58" y="271"/>
                    </a:lnTo>
                    <a:lnTo>
                      <a:pt x="0" y="19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0" name="Freeform 543">
                <a:extLst>
                  <a:ext uri="{FF2B5EF4-FFF2-40B4-BE49-F238E27FC236}">
                    <a16:creationId xmlns:a16="http://schemas.microsoft.com/office/drawing/2014/main" id="{AC359900-0D7D-9ED0-0895-575492FC41EB}"/>
                  </a:ext>
                </a:extLst>
              </p:cNvPr>
              <p:cNvSpPr>
                <a:spLocks/>
              </p:cNvSpPr>
              <p:nvPr/>
            </p:nvSpPr>
            <p:spPr bwMode="auto">
              <a:xfrm>
                <a:off x="944" y="3579"/>
                <a:ext cx="32" cy="32"/>
              </a:xfrm>
              <a:custGeom>
                <a:avLst/>
                <a:gdLst>
                  <a:gd name="T0" fmla="*/ 0 w 317"/>
                  <a:gd name="T1" fmla="*/ 0 h 311"/>
                  <a:gd name="T2" fmla="*/ 0 w 317"/>
                  <a:gd name="T3" fmla="*/ 0 h 311"/>
                  <a:gd name="T4" fmla="*/ 0 w 317"/>
                  <a:gd name="T5" fmla="*/ 0 h 311"/>
                  <a:gd name="T6" fmla="*/ 0 w 317"/>
                  <a:gd name="T7" fmla="*/ 0 h 311"/>
                  <a:gd name="T8" fmla="*/ 0 w 317"/>
                  <a:gd name="T9" fmla="*/ 0 h 311"/>
                  <a:gd name="T10" fmla="*/ 0 w 317"/>
                  <a:gd name="T11" fmla="*/ 0 h 311"/>
                  <a:gd name="T12" fmla="*/ 0 w 317"/>
                  <a:gd name="T13" fmla="*/ 0 h 311"/>
                  <a:gd name="T14" fmla="*/ 0 w 317"/>
                  <a:gd name="T15" fmla="*/ 0 h 311"/>
                  <a:gd name="T16" fmla="*/ 0 w 317"/>
                  <a:gd name="T17" fmla="*/ 0 h 311"/>
                  <a:gd name="T18" fmla="*/ 0 w 317"/>
                  <a:gd name="T19" fmla="*/ 0 h 3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7"/>
                  <a:gd name="T31" fmla="*/ 0 h 311"/>
                  <a:gd name="T32" fmla="*/ 317 w 317"/>
                  <a:gd name="T33" fmla="*/ 311 h 3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7" h="311">
                    <a:moveTo>
                      <a:pt x="0" y="311"/>
                    </a:moveTo>
                    <a:lnTo>
                      <a:pt x="9" y="228"/>
                    </a:lnTo>
                    <a:lnTo>
                      <a:pt x="53" y="105"/>
                    </a:lnTo>
                    <a:lnTo>
                      <a:pt x="138" y="27"/>
                    </a:lnTo>
                    <a:lnTo>
                      <a:pt x="317" y="0"/>
                    </a:lnTo>
                    <a:lnTo>
                      <a:pt x="317" y="76"/>
                    </a:lnTo>
                    <a:lnTo>
                      <a:pt x="277" y="180"/>
                    </a:lnTo>
                    <a:lnTo>
                      <a:pt x="188" y="245"/>
                    </a:lnTo>
                    <a:lnTo>
                      <a:pt x="81" y="283"/>
                    </a:lnTo>
                    <a:lnTo>
                      <a:pt x="0" y="3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1" name="Freeform 544">
                <a:extLst>
                  <a:ext uri="{FF2B5EF4-FFF2-40B4-BE49-F238E27FC236}">
                    <a16:creationId xmlns:a16="http://schemas.microsoft.com/office/drawing/2014/main" id="{EE183D2D-9E9D-2FDF-1500-F5C9C8B509C3}"/>
                  </a:ext>
                </a:extLst>
              </p:cNvPr>
              <p:cNvSpPr>
                <a:spLocks/>
              </p:cNvSpPr>
              <p:nvPr/>
            </p:nvSpPr>
            <p:spPr bwMode="auto">
              <a:xfrm>
                <a:off x="910" y="3713"/>
                <a:ext cx="69" cy="38"/>
              </a:xfrm>
              <a:custGeom>
                <a:avLst/>
                <a:gdLst>
                  <a:gd name="T0" fmla="*/ 0 w 693"/>
                  <a:gd name="T1" fmla="*/ 0 h 383"/>
                  <a:gd name="T2" fmla="*/ 0 w 693"/>
                  <a:gd name="T3" fmla="*/ 0 h 383"/>
                  <a:gd name="T4" fmla="*/ 0 w 693"/>
                  <a:gd name="T5" fmla="*/ 0 h 383"/>
                  <a:gd name="T6" fmla="*/ 0 w 693"/>
                  <a:gd name="T7" fmla="*/ 0 h 383"/>
                  <a:gd name="T8" fmla="*/ 0 w 693"/>
                  <a:gd name="T9" fmla="*/ 0 h 383"/>
                  <a:gd name="T10" fmla="*/ 0 w 693"/>
                  <a:gd name="T11" fmla="*/ 0 h 383"/>
                  <a:gd name="T12" fmla="*/ 0 w 693"/>
                  <a:gd name="T13" fmla="*/ 0 h 383"/>
                  <a:gd name="T14" fmla="*/ 0 w 693"/>
                  <a:gd name="T15" fmla="*/ 0 h 383"/>
                  <a:gd name="T16" fmla="*/ 0 w 693"/>
                  <a:gd name="T17" fmla="*/ 0 h 3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93"/>
                  <a:gd name="T28" fmla="*/ 0 h 383"/>
                  <a:gd name="T29" fmla="*/ 693 w 693"/>
                  <a:gd name="T30" fmla="*/ 383 h 38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93" h="383">
                    <a:moveTo>
                      <a:pt x="693" y="0"/>
                    </a:moveTo>
                    <a:lnTo>
                      <a:pt x="684" y="162"/>
                    </a:lnTo>
                    <a:lnTo>
                      <a:pt x="477" y="346"/>
                    </a:lnTo>
                    <a:lnTo>
                      <a:pt x="307" y="383"/>
                    </a:lnTo>
                    <a:lnTo>
                      <a:pt x="0" y="383"/>
                    </a:lnTo>
                    <a:lnTo>
                      <a:pt x="140" y="306"/>
                    </a:lnTo>
                    <a:lnTo>
                      <a:pt x="388" y="192"/>
                    </a:lnTo>
                    <a:lnTo>
                      <a:pt x="624" y="23"/>
                    </a:lnTo>
                    <a:lnTo>
                      <a:pt x="69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2" name="Freeform 545">
                <a:extLst>
                  <a:ext uri="{FF2B5EF4-FFF2-40B4-BE49-F238E27FC236}">
                    <a16:creationId xmlns:a16="http://schemas.microsoft.com/office/drawing/2014/main" id="{8F994FDC-A09F-9687-A0F3-12D1139CED04}"/>
                  </a:ext>
                </a:extLst>
              </p:cNvPr>
              <p:cNvSpPr>
                <a:spLocks/>
              </p:cNvSpPr>
              <p:nvPr/>
            </p:nvSpPr>
            <p:spPr bwMode="auto">
              <a:xfrm>
                <a:off x="817" y="3602"/>
                <a:ext cx="105" cy="51"/>
              </a:xfrm>
              <a:custGeom>
                <a:avLst/>
                <a:gdLst>
                  <a:gd name="T0" fmla="*/ 0 w 1051"/>
                  <a:gd name="T1" fmla="*/ 0 h 514"/>
                  <a:gd name="T2" fmla="*/ 0 w 1051"/>
                  <a:gd name="T3" fmla="*/ 0 h 514"/>
                  <a:gd name="T4" fmla="*/ 0 w 1051"/>
                  <a:gd name="T5" fmla="*/ 0 h 514"/>
                  <a:gd name="T6" fmla="*/ 0 w 1051"/>
                  <a:gd name="T7" fmla="*/ 0 h 514"/>
                  <a:gd name="T8" fmla="*/ 0 w 1051"/>
                  <a:gd name="T9" fmla="*/ 0 h 514"/>
                  <a:gd name="T10" fmla="*/ 0 w 1051"/>
                  <a:gd name="T11" fmla="*/ 0 h 514"/>
                  <a:gd name="T12" fmla="*/ 0 w 1051"/>
                  <a:gd name="T13" fmla="*/ 0 h 514"/>
                  <a:gd name="T14" fmla="*/ 0 w 1051"/>
                  <a:gd name="T15" fmla="*/ 0 h 514"/>
                  <a:gd name="T16" fmla="*/ 0 w 1051"/>
                  <a:gd name="T17" fmla="*/ 0 h 514"/>
                  <a:gd name="T18" fmla="*/ 0 w 1051"/>
                  <a:gd name="T19" fmla="*/ 0 h 514"/>
                  <a:gd name="T20" fmla="*/ 0 w 1051"/>
                  <a:gd name="T21" fmla="*/ 0 h 514"/>
                  <a:gd name="T22" fmla="*/ 0 w 1051"/>
                  <a:gd name="T23" fmla="*/ 0 h 514"/>
                  <a:gd name="T24" fmla="*/ 0 w 1051"/>
                  <a:gd name="T25" fmla="*/ 0 h 514"/>
                  <a:gd name="T26" fmla="*/ 0 w 1051"/>
                  <a:gd name="T27" fmla="*/ 0 h 514"/>
                  <a:gd name="T28" fmla="*/ 0 w 1051"/>
                  <a:gd name="T29" fmla="*/ 0 h 514"/>
                  <a:gd name="T30" fmla="*/ 0 w 1051"/>
                  <a:gd name="T31" fmla="*/ 0 h 514"/>
                  <a:gd name="T32" fmla="*/ 0 w 1051"/>
                  <a:gd name="T33" fmla="*/ 0 h 514"/>
                  <a:gd name="T34" fmla="*/ 0 w 1051"/>
                  <a:gd name="T35" fmla="*/ 0 h 514"/>
                  <a:gd name="T36" fmla="*/ 0 w 1051"/>
                  <a:gd name="T37" fmla="*/ 0 h 514"/>
                  <a:gd name="T38" fmla="*/ 0 w 1051"/>
                  <a:gd name="T39" fmla="*/ 0 h 514"/>
                  <a:gd name="T40" fmla="*/ 0 w 1051"/>
                  <a:gd name="T41" fmla="*/ 0 h 51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51"/>
                  <a:gd name="T64" fmla="*/ 0 h 514"/>
                  <a:gd name="T65" fmla="*/ 1051 w 1051"/>
                  <a:gd name="T66" fmla="*/ 514 h 51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51" h="514">
                    <a:moveTo>
                      <a:pt x="1013" y="412"/>
                    </a:moveTo>
                    <a:lnTo>
                      <a:pt x="938" y="316"/>
                    </a:lnTo>
                    <a:lnTo>
                      <a:pt x="938" y="232"/>
                    </a:lnTo>
                    <a:lnTo>
                      <a:pt x="884" y="116"/>
                    </a:lnTo>
                    <a:lnTo>
                      <a:pt x="809" y="199"/>
                    </a:lnTo>
                    <a:lnTo>
                      <a:pt x="578" y="199"/>
                    </a:lnTo>
                    <a:lnTo>
                      <a:pt x="489" y="250"/>
                    </a:lnTo>
                    <a:lnTo>
                      <a:pt x="360" y="250"/>
                    </a:lnTo>
                    <a:lnTo>
                      <a:pt x="194" y="349"/>
                    </a:lnTo>
                    <a:lnTo>
                      <a:pt x="169" y="412"/>
                    </a:lnTo>
                    <a:lnTo>
                      <a:pt x="0" y="514"/>
                    </a:lnTo>
                    <a:lnTo>
                      <a:pt x="269" y="165"/>
                    </a:lnTo>
                    <a:lnTo>
                      <a:pt x="400" y="150"/>
                    </a:lnTo>
                    <a:lnTo>
                      <a:pt x="476" y="116"/>
                    </a:lnTo>
                    <a:lnTo>
                      <a:pt x="565" y="116"/>
                    </a:lnTo>
                    <a:lnTo>
                      <a:pt x="822" y="0"/>
                    </a:lnTo>
                    <a:lnTo>
                      <a:pt x="884" y="0"/>
                    </a:lnTo>
                    <a:lnTo>
                      <a:pt x="908" y="52"/>
                    </a:lnTo>
                    <a:lnTo>
                      <a:pt x="986" y="85"/>
                    </a:lnTo>
                    <a:lnTo>
                      <a:pt x="1051" y="301"/>
                    </a:lnTo>
                    <a:lnTo>
                      <a:pt x="1013" y="4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3" name="Freeform 546">
                <a:extLst>
                  <a:ext uri="{FF2B5EF4-FFF2-40B4-BE49-F238E27FC236}">
                    <a16:creationId xmlns:a16="http://schemas.microsoft.com/office/drawing/2014/main" id="{14CF9EC8-E74C-F69B-A43B-4D2B05DA354B}"/>
                  </a:ext>
                </a:extLst>
              </p:cNvPr>
              <p:cNvSpPr>
                <a:spLocks/>
              </p:cNvSpPr>
              <p:nvPr/>
            </p:nvSpPr>
            <p:spPr bwMode="auto">
              <a:xfrm>
                <a:off x="844" y="3635"/>
                <a:ext cx="63" cy="28"/>
              </a:xfrm>
              <a:custGeom>
                <a:avLst/>
                <a:gdLst>
                  <a:gd name="T0" fmla="*/ 0 w 629"/>
                  <a:gd name="T1" fmla="*/ 0 h 280"/>
                  <a:gd name="T2" fmla="*/ 0 w 629"/>
                  <a:gd name="T3" fmla="*/ 0 h 280"/>
                  <a:gd name="T4" fmla="*/ 0 w 629"/>
                  <a:gd name="T5" fmla="*/ 0 h 280"/>
                  <a:gd name="T6" fmla="*/ 0 w 629"/>
                  <a:gd name="T7" fmla="*/ 0 h 280"/>
                  <a:gd name="T8" fmla="*/ 0 w 629"/>
                  <a:gd name="T9" fmla="*/ 0 h 280"/>
                  <a:gd name="T10" fmla="*/ 0 w 629"/>
                  <a:gd name="T11" fmla="*/ 0 h 280"/>
                  <a:gd name="T12" fmla="*/ 0 w 629"/>
                  <a:gd name="T13" fmla="*/ 0 h 280"/>
                  <a:gd name="T14" fmla="*/ 0 w 629"/>
                  <a:gd name="T15" fmla="*/ 0 h 280"/>
                  <a:gd name="T16" fmla="*/ 0 w 629"/>
                  <a:gd name="T17" fmla="*/ 0 h 2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29"/>
                  <a:gd name="T28" fmla="*/ 0 h 280"/>
                  <a:gd name="T29" fmla="*/ 629 w 629"/>
                  <a:gd name="T30" fmla="*/ 280 h 28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29" h="280">
                    <a:moveTo>
                      <a:pt x="629" y="80"/>
                    </a:moveTo>
                    <a:lnTo>
                      <a:pt x="527" y="0"/>
                    </a:lnTo>
                    <a:lnTo>
                      <a:pt x="334" y="0"/>
                    </a:lnTo>
                    <a:lnTo>
                      <a:pt x="207" y="80"/>
                    </a:lnTo>
                    <a:lnTo>
                      <a:pt x="0" y="280"/>
                    </a:lnTo>
                    <a:lnTo>
                      <a:pt x="235" y="149"/>
                    </a:lnTo>
                    <a:lnTo>
                      <a:pt x="334" y="33"/>
                    </a:lnTo>
                    <a:lnTo>
                      <a:pt x="527" y="33"/>
                    </a:lnTo>
                    <a:lnTo>
                      <a:pt x="629"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4" name="Freeform 547">
                <a:extLst>
                  <a:ext uri="{FF2B5EF4-FFF2-40B4-BE49-F238E27FC236}">
                    <a16:creationId xmlns:a16="http://schemas.microsoft.com/office/drawing/2014/main" id="{A75FF3B9-545E-E454-8750-C7806E8D13C2}"/>
                  </a:ext>
                </a:extLst>
              </p:cNvPr>
              <p:cNvSpPr>
                <a:spLocks/>
              </p:cNvSpPr>
              <p:nvPr/>
            </p:nvSpPr>
            <p:spPr bwMode="auto">
              <a:xfrm>
                <a:off x="849" y="3656"/>
                <a:ext cx="39" cy="15"/>
              </a:xfrm>
              <a:custGeom>
                <a:avLst/>
                <a:gdLst>
                  <a:gd name="T0" fmla="*/ 0 w 387"/>
                  <a:gd name="T1" fmla="*/ 0 h 144"/>
                  <a:gd name="T2" fmla="*/ 0 w 387"/>
                  <a:gd name="T3" fmla="*/ 0 h 144"/>
                  <a:gd name="T4" fmla="*/ 0 w 387"/>
                  <a:gd name="T5" fmla="*/ 0 h 144"/>
                  <a:gd name="T6" fmla="*/ 0 w 387"/>
                  <a:gd name="T7" fmla="*/ 0 h 144"/>
                  <a:gd name="T8" fmla="*/ 0 w 387"/>
                  <a:gd name="T9" fmla="*/ 0 h 144"/>
                  <a:gd name="T10" fmla="*/ 0 w 387"/>
                  <a:gd name="T11" fmla="*/ 0 h 144"/>
                  <a:gd name="T12" fmla="*/ 0 w 387"/>
                  <a:gd name="T13" fmla="*/ 0 h 144"/>
                  <a:gd name="T14" fmla="*/ 0 w 387"/>
                  <a:gd name="T15" fmla="*/ 0 h 144"/>
                  <a:gd name="T16" fmla="*/ 0 w 387"/>
                  <a:gd name="T17" fmla="*/ 0 h 144"/>
                  <a:gd name="T18" fmla="*/ 0 w 387"/>
                  <a:gd name="T19" fmla="*/ 0 h 144"/>
                  <a:gd name="T20" fmla="*/ 0 w 387"/>
                  <a:gd name="T21" fmla="*/ 0 h 1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7"/>
                  <a:gd name="T34" fmla="*/ 0 h 144"/>
                  <a:gd name="T35" fmla="*/ 387 w 387"/>
                  <a:gd name="T36" fmla="*/ 144 h 1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7" h="144">
                    <a:moveTo>
                      <a:pt x="0" y="49"/>
                    </a:moveTo>
                    <a:lnTo>
                      <a:pt x="38" y="81"/>
                    </a:lnTo>
                    <a:lnTo>
                      <a:pt x="139" y="144"/>
                    </a:lnTo>
                    <a:lnTo>
                      <a:pt x="190" y="117"/>
                    </a:lnTo>
                    <a:lnTo>
                      <a:pt x="294" y="117"/>
                    </a:lnTo>
                    <a:lnTo>
                      <a:pt x="387" y="49"/>
                    </a:lnTo>
                    <a:lnTo>
                      <a:pt x="294" y="64"/>
                    </a:lnTo>
                    <a:lnTo>
                      <a:pt x="154" y="64"/>
                    </a:lnTo>
                    <a:lnTo>
                      <a:pt x="91" y="32"/>
                    </a:lnTo>
                    <a:lnTo>
                      <a:pt x="78" y="0"/>
                    </a:lnTo>
                    <a:lnTo>
                      <a:pt x="0" y="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5" name="Freeform 548">
                <a:extLst>
                  <a:ext uri="{FF2B5EF4-FFF2-40B4-BE49-F238E27FC236}">
                    <a16:creationId xmlns:a16="http://schemas.microsoft.com/office/drawing/2014/main" id="{6AECC8C8-3382-B42E-E056-1524A6410118}"/>
                  </a:ext>
                </a:extLst>
              </p:cNvPr>
              <p:cNvSpPr>
                <a:spLocks/>
              </p:cNvSpPr>
              <p:nvPr/>
            </p:nvSpPr>
            <p:spPr bwMode="auto">
              <a:xfrm>
                <a:off x="890" y="3643"/>
                <a:ext cx="10" cy="17"/>
              </a:xfrm>
              <a:custGeom>
                <a:avLst/>
                <a:gdLst>
                  <a:gd name="T0" fmla="*/ 0 w 103"/>
                  <a:gd name="T1" fmla="*/ 0 h 168"/>
                  <a:gd name="T2" fmla="*/ 0 w 103"/>
                  <a:gd name="T3" fmla="*/ 0 h 168"/>
                  <a:gd name="T4" fmla="*/ 0 w 103"/>
                  <a:gd name="T5" fmla="*/ 0 h 168"/>
                  <a:gd name="T6" fmla="*/ 0 w 103"/>
                  <a:gd name="T7" fmla="*/ 0 h 168"/>
                  <a:gd name="T8" fmla="*/ 0 w 103"/>
                  <a:gd name="T9" fmla="*/ 0 h 168"/>
                  <a:gd name="T10" fmla="*/ 0 w 103"/>
                  <a:gd name="T11" fmla="*/ 0 h 168"/>
                  <a:gd name="T12" fmla="*/ 0 60000 65536"/>
                  <a:gd name="T13" fmla="*/ 0 60000 65536"/>
                  <a:gd name="T14" fmla="*/ 0 60000 65536"/>
                  <a:gd name="T15" fmla="*/ 0 60000 65536"/>
                  <a:gd name="T16" fmla="*/ 0 60000 65536"/>
                  <a:gd name="T17" fmla="*/ 0 60000 65536"/>
                  <a:gd name="T18" fmla="*/ 0 w 103"/>
                  <a:gd name="T19" fmla="*/ 0 h 168"/>
                  <a:gd name="T20" fmla="*/ 103 w 103"/>
                  <a:gd name="T21" fmla="*/ 168 h 168"/>
                </a:gdLst>
                <a:ahLst/>
                <a:cxnLst>
                  <a:cxn ang="T12">
                    <a:pos x="T0" y="T1"/>
                  </a:cxn>
                  <a:cxn ang="T13">
                    <a:pos x="T2" y="T3"/>
                  </a:cxn>
                  <a:cxn ang="T14">
                    <a:pos x="T4" y="T5"/>
                  </a:cxn>
                  <a:cxn ang="T15">
                    <a:pos x="T6" y="T7"/>
                  </a:cxn>
                  <a:cxn ang="T16">
                    <a:pos x="T8" y="T9"/>
                  </a:cxn>
                  <a:cxn ang="T17">
                    <a:pos x="T10" y="T11"/>
                  </a:cxn>
                </a:cxnLst>
                <a:rect l="T18" t="T19" r="T20" b="T21"/>
                <a:pathLst>
                  <a:path w="103" h="168">
                    <a:moveTo>
                      <a:pt x="0" y="168"/>
                    </a:moveTo>
                    <a:lnTo>
                      <a:pt x="24" y="102"/>
                    </a:lnTo>
                    <a:lnTo>
                      <a:pt x="78" y="69"/>
                    </a:lnTo>
                    <a:lnTo>
                      <a:pt x="103" y="0"/>
                    </a:lnTo>
                    <a:lnTo>
                      <a:pt x="78" y="102"/>
                    </a:lnTo>
                    <a:lnTo>
                      <a:pt x="0" y="1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6" name="Freeform 549">
                <a:extLst>
                  <a:ext uri="{FF2B5EF4-FFF2-40B4-BE49-F238E27FC236}">
                    <a16:creationId xmlns:a16="http://schemas.microsoft.com/office/drawing/2014/main" id="{88470D6F-46D8-451D-AFBC-CE0DB89DC64D}"/>
                  </a:ext>
                </a:extLst>
              </p:cNvPr>
              <p:cNvSpPr>
                <a:spLocks/>
              </p:cNvSpPr>
              <p:nvPr/>
            </p:nvSpPr>
            <p:spPr bwMode="auto">
              <a:xfrm>
                <a:off x="860" y="3645"/>
                <a:ext cx="15" cy="15"/>
              </a:xfrm>
              <a:custGeom>
                <a:avLst/>
                <a:gdLst>
                  <a:gd name="T0" fmla="*/ 0 w 144"/>
                  <a:gd name="T1" fmla="*/ 0 h 150"/>
                  <a:gd name="T2" fmla="*/ 0 w 144"/>
                  <a:gd name="T3" fmla="*/ 0 h 150"/>
                  <a:gd name="T4" fmla="*/ 0 w 144"/>
                  <a:gd name="T5" fmla="*/ 0 h 150"/>
                  <a:gd name="T6" fmla="*/ 0 w 144"/>
                  <a:gd name="T7" fmla="*/ 0 h 150"/>
                  <a:gd name="T8" fmla="*/ 0 w 144"/>
                  <a:gd name="T9" fmla="*/ 0 h 150"/>
                  <a:gd name="T10" fmla="*/ 0 w 144"/>
                  <a:gd name="T11" fmla="*/ 0 h 150"/>
                  <a:gd name="T12" fmla="*/ 0 w 144"/>
                  <a:gd name="T13" fmla="*/ 0 h 150"/>
                  <a:gd name="T14" fmla="*/ 0 w 144"/>
                  <a:gd name="T15" fmla="*/ 0 h 150"/>
                  <a:gd name="T16" fmla="*/ 0 w 144"/>
                  <a:gd name="T17" fmla="*/ 0 h 1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
                  <a:gd name="T28" fmla="*/ 0 h 150"/>
                  <a:gd name="T29" fmla="*/ 144 w 144"/>
                  <a:gd name="T30" fmla="*/ 150 h 15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 h="150">
                    <a:moveTo>
                      <a:pt x="0" y="99"/>
                    </a:moveTo>
                    <a:lnTo>
                      <a:pt x="27" y="133"/>
                    </a:lnTo>
                    <a:lnTo>
                      <a:pt x="70" y="150"/>
                    </a:lnTo>
                    <a:lnTo>
                      <a:pt x="91" y="150"/>
                    </a:lnTo>
                    <a:lnTo>
                      <a:pt x="131" y="118"/>
                    </a:lnTo>
                    <a:lnTo>
                      <a:pt x="144" y="66"/>
                    </a:lnTo>
                    <a:lnTo>
                      <a:pt x="131" y="19"/>
                    </a:lnTo>
                    <a:lnTo>
                      <a:pt x="104" y="0"/>
                    </a:lnTo>
                    <a:lnTo>
                      <a:pt x="0" y="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7" name="Freeform 550">
                <a:extLst>
                  <a:ext uri="{FF2B5EF4-FFF2-40B4-BE49-F238E27FC236}">
                    <a16:creationId xmlns:a16="http://schemas.microsoft.com/office/drawing/2014/main" id="{EE7D9572-9BE9-EF01-0ED3-C0996CAA4F64}"/>
                  </a:ext>
                </a:extLst>
              </p:cNvPr>
              <p:cNvSpPr>
                <a:spLocks/>
              </p:cNvSpPr>
              <p:nvPr/>
            </p:nvSpPr>
            <p:spPr bwMode="auto">
              <a:xfrm>
                <a:off x="943" y="3544"/>
                <a:ext cx="40" cy="124"/>
              </a:xfrm>
              <a:custGeom>
                <a:avLst/>
                <a:gdLst>
                  <a:gd name="T0" fmla="*/ 0 w 409"/>
                  <a:gd name="T1" fmla="*/ 0 h 1244"/>
                  <a:gd name="T2" fmla="*/ 0 w 409"/>
                  <a:gd name="T3" fmla="*/ 0 h 1244"/>
                  <a:gd name="T4" fmla="*/ 0 w 409"/>
                  <a:gd name="T5" fmla="*/ 0 h 1244"/>
                  <a:gd name="T6" fmla="*/ 0 w 409"/>
                  <a:gd name="T7" fmla="*/ 0 h 1244"/>
                  <a:gd name="T8" fmla="*/ 0 w 409"/>
                  <a:gd name="T9" fmla="*/ 0 h 1244"/>
                  <a:gd name="T10" fmla="*/ 0 w 409"/>
                  <a:gd name="T11" fmla="*/ 0 h 1244"/>
                  <a:gd name="T12" fmla="*/ 0 w 409"/>
                  <a:gd name="T13" fmla="*/ 0 h 1244"/>
                  <a:gd name="T14" fmla="*/ 0 w 409"/>
                  <a:gd name="T15" fmla="*/ 0 h 1244"/>
                  <a:gd name="T16" fmla="*/ 0 w 409"/>
                  <a:gd name="T17" fmla="*/ 0 h 1244"/>
                  <a:gd name="T18" fmla="*/ 0 w 409"/>
                  <a:gd name="T19" fmla="*/ 0 h 1244"/>
                  <a:gd name="T20" fmla="*/ 0 w 409"/>
                  <a:gd name="T21" fmla="*/ 0 h 1244"/>
                  <a:gd name="T22" fmla="*/ 0 w 409"/>
                  <a:gd name="T23" fmla="*/ 0 h 1244"/>
                  <a:gd name="T24" fmla="*/ 0 w 409"/>
                  <a:gd name="T25" fmla="*/ 0 h 1244"/>
                  <a:gd name="T26" fmla="*/ 0 w 409"/>
                  <a:gd name="T27" fmla="*/ 0 h 1244"/>
                  <a:gd name="T28" fmla="*/ 0 w 409"/>
                  <a:gd name="T29" fmla="*/ 0 h 1244"/>
                  <a:gd name="T30" fmla="*/ 0 w 409"/>
                  <a:gd name="T31" fmla="*/ 0 h 1244"/>
                  <a:gd name="T32" fmla="*/ 0 w 409"/>
                  <a:gd name="T33" fmla="*/ 0 h 1244"/>
                  <a:gd name="T34" fmla="*/ 0 w 409"/>
                  <a:gd name="T35" fmla="*/ 0 h 1244"/>
                  <a:gd name="T36" fmla="*/ 0 w 409"/>
                  <a:gd name="T37" fmla="*/ 0 h 1244"/>
                  <a:gd name="T38" fmla="*/ 0 w 409"/>
                  <a:gd name="T39" fmla="*/ 0 h 1244"/>
                  <a:gd name="T40" fmla="*/ 0 w 409"/>
                  <a:gd name="T41" fmla="*/ 0 h 1244"/>
                  <a:gd name="T42" fmla="*/ 0 w 409"/>
                  <a:gd name="T43" fmla="*/ 0 h 1244"/>
                  <a:gd name="T44" fmla="*/ 0 w 409"/>
                  <a:gd name="T45" fmla="*/ 0 h 1244"/>
                  <a:gd name="T46" fmla="*/ 0 w 409"/>
                  <a:gd name="T47" fmla="*/ 0 h 1244"/>
                  <a:gd name="T48" fmla="*/ 0 w 409"/>
                  <a:gd name="T49" fmla="*/ 0 h 1244"/>
                  <a:gd name="T50" fmla="*/ 0 w 409"/>
                  <a:gd name="T51" fmla="*/ 0 h 1244"/>
                  <a:gd name="T52" fmla="*/ 0 w 409"/>
                  <a:gd name="T53" fmla="*/ 0 h 1244"/>
                  <a:gd name="T54" fmla="*/ 0 w 409"/>
                  <a:gd name="T55" fmla="*/ 0 h 1244"/>
                  <a:gd name="T56" fmla="*/ 0 w 409"/>
                  <a:gd name="T57" fmla="*/ 0 h 1244"/>
                  <a:gd name="T58" fmla="*/ 0 w 409"/>
                  <a:gd name="T59" fmla="*/ 0 h 1244"/>
                  <a:gd name="T60" fmla="*/ 0 w 409"/>
                  <a:gd name="T61" fmla="*/ 0 h 1244"/>
                  <a:gd name="T62" fmla="*/ 0 w 409"/>
                  <a:gd name="T63" fmla="*/ 0 h 1244"/>
                  <a:gd name="T64" fmla="*/ 0 w 409"/>
                  <a:gd name="T65" fmla="*/ 0 h 1244"/>
                  <a:gd name="T66" fmla="*/ 0 w 409"/>
                  <a:gd name="T67" fmla="*/ 0 h 124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09"/>
                  <a:gd name="T103" fmla="*/ 0 h 1244"/>
                  <a:gd name="T104" fmla="*/ 409 w 409"/>
                  <a:gd name="T105" fmla="*/ 1244 h 124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09" h="1244">
                    <a:moveTo>
                      <a:pt x="87" y="564"/>
                    </a:moveTo>
                    <a:lnTo>
                      <a:pt x="142" y="564"/>
                    </a:lnTo>
                    <a:lnTo>
                      <a:pt x="178" y="513"/>
                    </a:lnTo>
                    <a:lnTo>
                      <a:pt x="178" y="397"/>
                    </a:lnTo>
                    <a:lnTo>
                      <a:pt x="318" y="365"/>
                    </a:lnTo>
                    <a:lnTo>
                      <a:pt x="153" y="365"/>
                    </a:lnTo>
                    <a:lnTo>
                      <a:pt x="216" y="284"/>
                    </a:lnTo>
                    <a:lnTo>
                      <a:pt x="256" y="180"/>
                    </a:lnTo>
                    <a:lnTo>
                      <a:pt x="356" y="100"/>
                    </a:lnTo>
                    <a:lnTo>
                      <a:pt x="409" y="234"/>
                    </a:lnTo>
                    <a:lnTo>
                      <a:pt x="369" y="69"/>
                    </a:lnTo>
                    <a:lnTo>
                      <a:pt x="333" y="0"/>
                    </a:lnTo>
                    <a:lnTo>
                      <a:pt x="265" y="0"/>
                    </a:lnTo>
                    <a:lnTo>
                      <a:pt x="216" y="136"/>
                    </a:lnTo>
                    <a:lnTo>
                      <a:pt x="153" y="180"/>
                    </a:lnTo>
                    <a:lnTo>
                      <a:pt x="60" y="333"/>
                    </a:lnTo>
                    <a:lnTo>
                      <a:pt x="60" y="446"/>
                    </a:lnTo>
                    <a:lnTo>
                      <a:pt x="25" y="513"/>
                    </a:lnTo>
                    <a:lnTo>
                      <a:pt x="0" y="680"/>
                    </a:lnTo>
                    <a:lnTo>
                      <a:pt x="25" y="744"/>
                    </a:lnTo>
                    <a:lnTo>
                      <a:pt x="60" y="844"/>
                    </a:lnTo>
                    <a:lnTo>
                      <a:pt x="229" y="1093"/>
                    </a:lnTo>
                    <a:lnTo>
                      <a:pt x="409" y="1244"/>
                    </a:lnTo>
                    <a:lnTo>
                      <a:pt x="243" y="1075"/>
                    </a:lnTo>
                    <a:lnTo>
                      <a:pt x="87" y="844"/>
                    </a:lnTo>
                    <a:lnTo>
                      <a:pt x="60" y="729"/>
                    </a:lnTo>
                    <a:lnTo>
                      <a:pt x="153" y="729"/>
                    </a:lnTo>
                    <a:lnTo>
                      <a:pt x="87" y="680"/>
                    </a:lnTo>
                    <a:lnTo>
                      <a:pt x="153" y="596"/>
                    </a:lnTo>
                    <a:lnTo>
                      <a:pt x="100" y="596"/>
                    </a:lnTo>
                    <a:lnTo>
                      <a:pt x="36" y="664"/>
                    </a:lnTo>
                    <a:lnTo>
                      <a:pt x="36" y="613"/>
                    </a:lnTo>
                    <a:lnTo>
                      <a:pt x="60" y="547"/>
                    </a:lnTo>
                    <a:lnTo>
                      <a:pt x="87" y="5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8" name="Freeform 551">
                <a:extLst>
                  <a:ext uri="{FF2B5EF4-FFF2-40B4-BE49-F238E27FC236}">
                    <a16:creationId xmlns:a16="http://schemas.microsoft.com/office/drawing/2014/main" id="{75A35141-0C92-C362-9593-779A9D597DBD}"/>
                  </a:ext>
                </a:extLst>
              </p:cNvPr>
              <p:cNvSpPr>
                <a:spLocks/>
              </p:cNvSpPr>
              <p:nvPr/>
            </p:nvSpPr>
            <p:spPr bwMode="auto">
              <a:xfrm>
                <a:off x="957" y="3582"/>
                <a:ext cx="20" cy="25"/>
              </a:xfrm>
              <a:custGeom>
                <a:avLst/>
                <a:gdLst>
                  <a:gd name="T0" fmla="*/ 0 w 201"/>
                  <a:gd name="T1" fmla="*/ 0 h 251"/>
                  <a:gd name="T2" fmla="*/ 0 w 201"/>
                  <a:gd name="T3" fmla="*/ 0 h 251"/>
                  <a:gd name="T4" fmla="*/ 0 w 201"/>
                  <a:gd name="T5" fmla="*/ 0 h 251"/>
                  <a:gd name="T6" fmla="*/ 0 w 201"/>
                  <a:gd name="T7" fmla="*/ 0 h 251"/>
                  <a:gd name="T8" fmla="*/ 0 w 201"/>
                  <a:gd name="T9" fmla="*/ 0 h 251"/>
                  <a:gd name="T10" fmla="*/ 0 w 201"/>
                  <a:gd name="T11" fmla="*/ 0 h 251"/>
                  <a:gd name="T12" fmla="*/ 0 w 201"/>
                  <a:gd name="T13" fmla="*/ 0 h 251"/>
                  <a:gd name="T14" fmla="*/ 0 w 201"/>
                  <a:gd name="T15" fmla="*/ 0 h 251"/>
                  <a:gd name="T16" fmla="*/ 0 w 201"/>
                  <a:gd name="T17" fmla="*/ 0 h 2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1"/>
                  <a:gd name="T28" fmla="*/ 0 h 251"/>
                  <a:gd name="T29" fmla="*/ 201 w 201"/>
                  <a:gd name="T30" fmla="*/ 251 h 2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1" h="251">
                    <a:moveTo>
                      <a:pt x="0" y="251"/>
                    </a:moveTo>
                    <a:lnTo>
                      <a:pt x="101" y="216"/>
                    </a:lnTo>
                    <a:lnTo>
                      <a:pt x="176" y="153"/>
                    </a:lnTo>
                    <a:lnTo>
                      <a:pt x="201" y="66"/>
                    </a:lnTo>
                    <a:lnTo>
                      <a:pt x="191" y="0"/>
                    </a:lnTo>
                    <a:lnTo>
                      <a:pt x="191" y="53"/>
                    </a:lnTo>
                    <a:lnTo>
                      <a:pt x="152" y="133"/>
                    </a:lnTo>
                    <a:lnTo>
                      <a:pt x="87" y="199"/>
                    </a:lnTo>
                    <a:lnTo>
                      <a:pt x="0" y="2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9" name="Freeform 552">
                <a:extLst>
                  <a:ext uri="{FF2B5EF4-FFF2-40B4-BE49-F238E27FC236}">
                    <a16:creationId xmlns:a16="http://schemas.microsoft.com/office/drawing/2014/main" id="{F424A2B9-3083-1408-4E6B-D48798D758E2}"/>
                  </a:ext>
                </a:extLst>
              </p:cNvPr>
              <p:cNvSpPr>
                <a:spLocks/>
              </p:cNvSpPr>
              <p:nvPr/>
            </p:nvSpPr>
            <p:spPr bwMode="auto">
              <a:xfrm>
                <a:off x="855" y="3673"/>
                <a:ext cx="33" cy="6"/>
              </a:xfrm>
              <a:custGeom>
                <a:avLst/>
                <a:gdLst>
                  <a:gd name="T0" fmla="*/ 0 w 324"/>
                  <a:gd name="T1" fmla="*/ 0 h 63"/>
                  <a:gd name="T2" fmla="*/ 0 w 324"/>
                  <a:gd name="T3" fmla="*/ 0 h 63"/>
                  <a:gd name="T4" fmla="*/ 0 w 324"/>
                  <a:gd name="T5" fmla="*/ 0 h 63"/>
                  <a:gd name="T6" fmla="*/ 0 w 324"/>
                  <a:gd name="T7" fmla="*/ 0 h 63"/>
                  <a:gd name="T8" fmla="*/ 0 w 324"/>
                  <a:gd name="T9" fmla="*/ 0 h 63"/>
                  <a:gd name="T10" fmla="*/ 0 w 324"/>
                  <a:gd name="T11" fmla="*/ 0 h 63"/>
                  <a:gd name="T12" fmla="*/ 0 w 324"/>
                  <a:gd name="T13" fmla="*/ 0 h 63"/>
                  <a:gd name="T14" fmla="*/ 0 w 324"/>
                  <a:gd name="T15" fmla="*/ 0 h 63"/>
                  <a:gd name="T16" fmla="*/ 0 w 324"/>
                  <a:gd name="T17" fmla="*/ 0 h 6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4"/>
                  <a:gd name="T28" fmla="*/ 0 h 63"/>
                  <a:gd name="T29" fmla="*/ 324 w 324"/>
                  <a:gd name="T30" fmla="*/ 63 h 6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4" h="63">
                    <a:moveTo>
                      <a:pt x="324" y="0"/>
                    </a:moveTo>
                    <a:lnTo>
                      <a:pt x="244" y="31"/>
                    </a:lnTo>
                    <a:lnTo>
                      <a:pt x="167" y="46"/>
                    </a:lnTo>
                    <a:lnTo>
                      <a:pt x="91" y="46"/>
                    </a:lnTo>
                    <a:lnTo>
                      <a:pt x="0" y="31"/>
                    </a:lnTo>
                    <a:lnTo>
                      <a:pt x="76" y="63"/>
                    </a:lnTo>
                    <a:lnTo>
                      <a:pt x="193" y="63"/>
                    </a:lnTo>
                    <a:lnTo>
                      <a:pt x="284" y="46"/>
                    </a:lnTo>
                    <a:lnTo>
                      <a:pt x="3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0" name="Freeform 553">
                <a:extLst>
                  <a:ext uri="{FF2B5EF4-FFF2-40B4-BE49-F238E27FC236}">
                    <a16:creationId xmlns:a16="http://schemas.microsoft.com/office/drawing/2014/main" id="{35B55697-733E-8637-C679-37586B28508A}"/>
                  </a:ext>
                </a:extLst>
              </p:cNvPr>
              <p:cNvSpPr>
                <a:spLocks/>
              </p:cNvSpPr>
              <p:nvPr/>
            </p:nvSpPr>
            <p:spPr bwMode="auto">
              <a:xfrm>
                <a:off x="690" y="3453"/>
                <a:ext cx="297" cy="380"/>
              </a:xfrm>
              <a:custGeom>
                <a:avLst/>
                <a:gdLst>
                  <a:gd name="T0" fmla="*/ 0 w 2968"/>
                  <a:gd name="T1" fmla="*/ 0 h 3801"/>
                  <a:gd name="T2" fmla="*/ 0 w 2968"/>
                  <a:gd name="T3" fmla="*/ 0 h 3801"/>
                  <a:gd name="T4" fmla="*/ 0 w 2968"/>
                  <a:gd name="T5" fmla="*/ 0 h 3801"/>
                  <a:gd name="T6" fmla="*/ 0 w 2968"/>
                  <a:gd name="T7" fmla="*/ 0 h 3801"/>
                  <a:gd name="T8" fmla="*/ 0 w 2968"/>
                  <a:gd name="T9" fmla="*/ 0 h 3801"/>
                  <a:gd name="T10" fmla="*/ 0 w 2968"/>
                  <a:gd name="T11" fmla="*/ 0 h 3801"/>
                  <a:gd name="T12" fmla="*/ 0 w 2968"/>
                  <a:gd name="T13" fmla="*/ 0 h 3801"/>
                  <a:gd name="T14" fmla="*/ 0 w 2968"/>
                  <a:gd name="T15" fmla="*/ 0 h 3801"/>
                  <a:gd name="T16" fmla="*/ 0 w 2968"/>
                  <a:gd name="T17" fmla="*/ 0 h 3801"/>
                  <a:gd name="T18" fmla="*/ 0 w 2968"/>
                  <a:gd name="T19" fmla="*/ 0 h 3801"/>
                  <a:gd name="T20" fmla="*/ 0 w 2968"/>
                  <a:gd name="T21" fmla="*/ 0 h 3801"/>
                  <a:gd name="T22" fmla="*/ 0 w 2968"/>
                  <a:gd name="T23" fmla="*/ 0 h 3801"/>
                  <a:gd name="T24" fmla="*/ 0 w 2968"/>
                  <a:gd name="T25" fmla="*/ 0 h 3801"/>
                  <a:gd name="T26" fmla="*/ 0 w 2968"/>
                  <a:gd name="T27" fmla="*/ 0 h 3801"/>
                  <a:gd name="T28" fmla="*/ 0 w 2968"/>
                  <a:gd name="T29" fmla="*/ 0 h 3801"/>
                  <a:gd name="T30" fmla="*/ 0 w 2968"/>
                  <a:gd name="T31" fmla="*/ 0 h 3801"/>
                  <a:gd name="T32" fmla="*/ 0 w 2968"/>
                  <a:gd name="T33" fmla="*/ 0 h 3801"/>
                  <a:gd name="T34" fmla="*/ 0 w 2968"/>
                  <a:gd name="T35" fmla="*/ 0 h 3801"/>
                  <a:gd name="T36" fmla="*/ 0 w 2968"/>
                  <a:gd name="T37" fmla="*/ 0 h 3801"/>
                  <a:gd name="T38" fmla="*/ 0 w 2968"/>
                  <a:gd name="T39" fmla="*/ 0 h 3801"/>
                  <a:gd name="T40" fmla="*/ 0 w 2968"/>
                  <a:gd name="T41" fmla="*/ 0 h 3801"/>
                  <a:gd name="T42" fmla="*/ 0 w 2968"/>
                  <a:gd name="T43" fmla="*/ 0 h 3801"/>
                  <a:gd name="T44" fmla="*/ 0 w 2968"/>
                  <a:gd name="T45" fmla="*/ 0 h 3801"/>
                  <a:gd name="T46" fmla="*/ 0 w 2968"/>
                  <a:gd name="T47" fmla="*/ 0 h 3801"/>
                  <a:gd name="T48" fmla="*/ 0 w 2968"/>
                  <a:gd name="T49" fmla="*/ 0 h 3801"/>
                  <a:gd name="T50" fmla="*/ 0 w 2968"/>
                  <a:gd name="T51" fmla="*/ 0 h 3801"/>
                  <a:gd name="T52" fmla="*/ 0 w 2968"/>
                  <a:gd name="T53" fmla="*/ 0 h 3801"/>
                  <a:gd name="T54" fmla="*/ 0 w 2968"/>
                  <a:gd name="T55" fmla="*/ 0 h 3801"/>
                  <a:gd name="T56" fmla="*/ 0 w 2968"/>
                  <a:gd name="T57" fmla="*/ 0 h 3801"/>
                  <a:gd name="T58" fmla="*/ 0 w 2968"/>
                  <a:gd name="T59" fmla="*/ 0 h 3801"/>
                  <a:gd name="T60" fmla="*/ 0 w 2968"/>
                  <a:gd name="T61" fmla="*/ 0 h 3801"/>
                  <a:gd name="T62" fmla="*/ 0 w 2968"/>
                  <a:gd name="T63" fmla="*/ 0 h 3801"/>
                  <a:gd name="T64" fmla="*/ 0 w 2968"/>
                  <a:gd name="T65" fmla="*/ 0 h 3801"/>
                  <a:gd name="T66" fmla="*/ 0 w 2968"/>
                  <a:gd name="T67" fmla="*/ 0 h 3801"/>
                  <a:gd name="T68" fmla="*/ 0 w 2968"/>
                  <a:gd name="T69" fmla="*/ 0 h 3801"/>
                  <a:gd name="T70" fmla="*/ 0 w 2968"/>
                  <a:gd name="T71" fmla="*/ 0 h 3801"/>
                  <a:gd name="T72" fmla="*/ 0 w 2968"/>
                  <a:gd name="T73" fmla="*/ 0 h 3801"/>
                  <a:gd name="T74" fmla="*/ 0 w 2968"/>
                  <a:gd name="T75" fmla="*/ 0 h 3801"/>
                  <a:gd name="T76" fmla="*/ 0 w 2968"/>
                  <a:gd name="T77" fmla="*/ 0 h 3801"/>
                  <a:gd name="T78" fmla="*/ 0 w 2968"/>
                  <a:gd name="T79" fmla="*/ 0 h 3801"/>
                  <a:gd name="T80" fmla="*/ 0 w 2968"/>
                  <a:gd name="T81" fmla="*/ 0 h 3801"/>
                  <a:gd name="T82" fmla="*/ 0 w 2968"/>
                  <a:gd name="T83" fmla="*/ 0 h 380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968"/>
                  <a:gd name="T127" fmla="*/ 0 h 3801"/>
                  <a:gd name="T128" fmla="*/ 2968 w 2968"/>
                  <a:gd name="T129" fmla="*/ 3801 h 380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968" h="3801">
                    <a:moveTo>
                      <a:pt x="753" y="2378"/>
                    </a:moveTo>
                    <a:lnTo>
                      <a:pt x="1240" y="3374"/>
                    </a:lnTo>
                    <a:lnTo>
                      <a:pt x="2172" y="3621"/>
                    </a:lnTo>
                    <a:lnTo>
                      <a:pt x="2633" y="3621"/>
                    </a:lnTo>
                    <a:lnTo>
                      <a:pt x="2968" y="3438"/>
                    </a:lnTo>
                    <a:lnTo>
                      <a:pt x="2750" y="3621"/>
                    </a:lnTo>
                    <a:lnTo>
                      <a:pt x="2646" y="3653"/>
                    </a:lnTo>
                    <a:lnTo>
                      <a:pt x="2060" y="3653"/>
                    </a:lnTo>
                    <a:lnTo>
                      <a:pt x="1842" y="3801"/>
                    </a:lnTo>
                    <a:lnTo>
                      <a:pt x="1484" y="3801"/>
                    </a:lnTo>
                    <a:lnTo>
                      <a:pt x="1776" y="3734"/>
                    </a:lnTo>
                    <a:lnTo>
                      <a:pt x="1867" y="3602"/>
                    </a:lnTo>
                    <a:lnTo>
                      <a:pt x="1062" y="3403"/>
                    </a:lnTo>
                    <a:lnTo>
                      <a:pt x="187" y="2630"/>
                    </a:lnTo>
                    <a:lnTo>
                      <a:pt x="0" y="2099"/>
                    </a:lnTo>
                    <a:lnTo>
                      <a:pt x="127" y="2035"/>
                    </a:lnTo>
                    <a:lnTo>
                      <a:pt x="292" y="2179"/>
                    </a:lnTo>
                    <a:lnTo>
                      <a:pt x="140" y="1788"/>
                    </a:lnTo>
                    <a:lnTo>
                      <a:pt x="114" y="1521"/>
                    </a:lnTo>
                    <a:lnTo>
                      <a:pt x="114" y="1208"/>
                    </a:lnTo>
                    <a:lnTo>
                      <a:pt x="152" y="945"/>
                    </a:lnTo>
                    <a:lnTo>
                      <a:pt x="256" y="648"/>
                    </a:lnTo>
                    <a:lnTo>
                      <a:pt x="409" y="399"/>
                    </a:lnTo>
                    <a:lnTo>
                      <a:pt x="637" y="151"/>
                    </a:lnTo>
                    <a:lnTo>
                      <a:pt x="857" y="0"/>
                    </a:lnTo>
                    <a:lnTo>
                      <a:pt x="1318" y="511"/>
                    </a:lnTo>
                    <a:lnTo>
                      <a:pt x="1533" y="959"/>
                    </a:lnTo>
                    <a:lnTo>
                      <a:pt x="1560" y="1142"/>
                    </a:lnTo>
                    <a:lnTo>
                      <a:pt x="1545" y="1305"/>
                    </a:lnTo>
                    <a:lnTo>
                      <a:pt x="1471" y="1603"/>
                    </a:lnTo>
                    <a:lnTo>
                      <a:pt x="1471" y="1521"/>
                    </a:lnTo>
                    <a:lnTo>
                      <a:pt x="1442" y="1441"/>
                    </a:lnTo>
                    <a:lnTo>
                      <a:pt x="1393" y="1390"/>
                    </a:lnTo>
                    <a:lnTo>
                      <a:pt x="1318" y="1588"/>
                    </a:lnTo>
                    <a:lnTo>
                      <a:pt x="1227" y="1686"/>
                    </a:lnTo>
                    <a:lnTo>
                      <a:pt x="1111" y="1868"/>
                    </a:lnTo>
                    <a:lnTo>
                      <a:pt x="1062" y="2067"/>
                    </a:lnTo>
                    <a:lnTo>
                      <a:pt x="1037" y="1819"/>
                    </a:lnTo>
                    <a:lnTo>
                      <a:pt x="1037" y="1521"/>
                    </a:lnTo>
                    <a:lnTo>
                      <a:pt x="893" y="2050"/>
                    </a:lnTo>
                    <a:lnTo>
                      <a:pt x="780" y="2296"/>
                    </a:lnTo>
                    <a:lnTo>
                      <a:pt x="753" y="23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1" name="Freeform 554">
                <a:extLst>
                  <a:ext uri="{FF2B5EF4-FFF2-40B4-BE49-F238E27FC236}">
                    <a16:creationId xmlns:a16="http://schemas.microsoft.com/office/drawing/2014/main" id="{0E93559D-95D6-C7CD-FB75-0F77ECFA69FA}"/>
                  </a:ext>
                </a:extLst>
              </p:cNvPr>
              <p:cNvSpPr>
                <a:spLocks/>
              </p:cNvSpPr>
              <p:nvPr/>
            </p:nvSpPr>
            <p:spPr bwMode="auto">
              <a:xfrm>
                <a:off x="614" y="3366"/>
                <a:ext cx="359" cy="499"/>
              </a:xfrm>
              <a:custGeom>
                <a:avLst/>
                <a:gdLst>
                  <a:gd name="T0" fmla="*/ 0 w 3597"/>
                  <a:gd name="T1" fmla="*/ 0 h 4990"/>
                  <a:gd name="T2" fmla="*/ 0 w 3597"/>
                  <a:gd name="T3" fmla="*/ 0 h 4990"/>
                  <a:gd name="T4" fmla="*/ 0 w 3597"/>
                  <a:gd name="T5" fmla="*/ 0 h 4990"/>
                  <a:gd name="T6" fmla="*/ 0 w 3597"/>
                  <a:gd name="T7" fmla="*/ 0 h 4990"/>
                  <a:gd name="T8" fmla="*/ 0 w 3597"/>
                  <a:gd name="T9" fmla="*/ 0 h 4990"/>
                  <a:gd name="T10" fmla="*/ 0 w 3597"/>
                  <a:gd name="T11" fmla="*/ 0 h 4990"/>
                  <a:gd name="T12" fmla="*/ 0 w 3597"/>
                  <a:gd name="T13" fmla="*/ 0 h 4990"/>
                  <a:gd name="T14" fmla="*/ 0 w 3597"/>
                  <a:gd name="T15" fmla="*/ 0 h 4990"/>
                  <a:gd name="T16" fmla="*/ 0 w 3597"/>
                  <a:gd name="T17" fmla="*/ 0 h 4990"/>
                  <a:gd name="T18" fmla="*/ 0 w 3597"/>
                  <a:gd name="T19" fmla="*/ 0 h 4990"/>
                  <a:gd name="T20" fmla="*/ 0 w 3597"/>
                  <a:gd name="T21" fmla="*/ 0 h 4990"/>
                  <a:gd name="T22" fmla="*/ 0 w 3597"/>
                  <a:gd name="T23" fmla="*/ 0 h 4990"/>
                  <a:gd name="T24" fmla="*/ 0 w 3597"/>
                  <a:gd name="T25" fmla="*/ 0 h 4990"/>
                  <a:gd name="T26" fmla="*/ 0 w 3597"/>
                  <a:gd name="T27" fmla="*/ 0 h 4990"/>
                  <a:gd name="T28" fmla="*/ 0 w 3597"/>
                  <a:gd name="T29" fmla="*/ 0 h 4990"/>
                  <a:gd name="T30" fmla="*/ 0 w 3597"/>
                  <a:gd name="T31" fmla="*/ 0 h 4990"/>
                  <a:gd name="T32" fmla="*/ 0 w 3597"/>
                  <a:gd name="T33" fmla="*/ 0 h 4990"/>
                  <a:gd name="T34" fmla="*/ 0 w 3597"/>
                  <a:gd name="T35" fmla="*/ 0 h 4990"/>
                  <a:gd name="T36" fmla="*/ 0 w 3597"/>
                  <a:gd name="T37" fmla="*/ 0 h 4990"/>
                  <a:gd name="T38" fmla="*/ 0 w 3597"/>
                  <a:gd name="T39" fmla="*/ 0 h 4990"/>
                  <a:gd name="T40" fmla="*/ 0 w 3597"/>
                  <a:gd name="T41" fmla="*/ 0 h 4990"/>
                  <a:gd name="T42" fmla="*/ 0 w 3597"/>
                  <a:gd name="T43" fmla="*/ 0 h 4990"/>
                  <a:gd name="T44" fmla="*/ 0 w 3597"/>
                  <a:gd name="T45" fmla="*/ 0 h 4990"/>
                  <a:gd name="T46" fmla="*/ 0 w 3597"/>
                  <a:gd name="T47" fmla="*/ 0 h 4990"/>
                  <a:gd name="T48" fmla="*/ 0 w 3597"/>
                  <a:gd name="T49" fmla="*/ 0 h 4990"/>
                  <a:gd name="T50" fmla="*/ 0 w 3597"/>
                  <a:gd name="T51" fmla="*/ 0 h 4990"/>
                  <a:gd name="T52" fmla="*/ 0 w 3597"/>
                  <a:gd name="T53" fmla="*/ 0 h 4990"/>
                  <a:gd name="T54" fmla="*/ 0 w 3597"/>
                  <a:gd name="T55" fmla="*/ 0 h 4990"/>
                  <a:gd name="T56" fmla="*/ 0 w 3597"/>
                  <a:gd name="T57" fmla="*/ 0 h 4990"/>
                  <a:gd name="T58" fmla="*/ 0 w 3597"/>
                  <a:gd name="T59" fmla="*/ 0 h 4990"/>
                  <a:gd name="T60" fmla="*/ 0 w 3597"/>
                  <a:gd name="T61" fmla="*/ 0 h 4990"/>
                  <a:gd name="T62" fmla="*/ 0 w 3597"/>
                  <a:gd name="T63" fmla="*/ 0 h 4990"/>
                  <a:gd name="T64" fmla="*/ 0 w 3597"/>
                  <a:gd name="T65" fmla="*/ 0 h 4990"/>
                  <a:gd name="T66" fmla="*/ 0 w 3597"/>
                  <a:gd name="T67" fmla="*/ 0 h 4990"/>
                  <a:gd name="T68" fmla="*/ 0 w 3597"/>
                  <a:gd name="T69" fmla="*/ 0 h 4990"/>
                  <a:gd name="T70" fmla="*/ 0 w 3597"/>
                  <a:gd name="T71" fmla="*/ 0 h 4990"/>
                  <a:gd name="T72" fmla="*/ 0 w 3597"/>
                  <a:gd name="T73" fmla="*/ 0 h 4990"/>
                  <a:gd name="T74" fmla="*/ 0 w 3597"/>
                  <a:gd name="T75" fmla="*/ 0 h 4990"/>
                  <a:gd name="T76" fmla="*/ 0 w 3597"/>
                  <a:gd name="T77" fmla="*/ 0 h 4990"/>
                  <a:gd name="T78" fmla="*/ 0 w 3597"/>
                  <a:gd name="T79" fmla="*/ 0 h 4990"/>
                  <a:gd name="T80" fmla="*/ 0 w 3597"/>
                  <a:gd name="T81" fmla="*/ 0 h 4990"/>
                  <a:gd name="T82" fmla="*/ 0 w 3597"/>
                  <a:gd name="T83" fmla="*/ 0 h 4990"/>
                  <a:gd name="T84" fmla="*/ 0 w 3597"/>
                  <a:gd name="T85" fmla="*/ 0 h 499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597"/>
                  <a:gd name="T130" fmla="*/ 0 h 4990"/>
                  <a:gd name="T131" fmla="*/ 3597 w 3597"/>
                  <a:gd name="T132" fmla="*/ 4990 h 499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597" h="4990">
                    <a:moveTo>
                      <a:pt x="1431" y="1008"/>
                    </a:moveTo>
                    <a:lnTo>
                      <a:pt x="1304" y="958"/>
                    </a:lnTo>
                    <a:lnTo>
                      <a:pt x="1152" y="1120"/>
                    </a:lnTo>
                    <a:lnTo>
                      <a:pt x="987" y="1368"/>
                    </a:lnTo>
                    <a:lnTo>
                      <a:pt x="858" y="1669"/>
                    </a:lnTo>
                    <a:lnTo>
                      <a:pt x="805" y="1931"/>
                    </a:lnTo>
                    <a:lnTo>
                      <a:pt x="779" y="2179"/>
                    </a:lnTo>
                    <a:lnTo>
                      <a:pt x="779" y="2413"/>
                    </a:lnTo>
                    <a:lnTo>
                      <a:pt x="818" y="2626"/>
                    </a:lnTo>
                    <a:lnTo>
                      <a:pt x="883" y="2857"/>
                    </a:lnTo>
                    <a:lnTo>
                      <a:pt x="987" y="3004"/>
                    </a:lnTo>
                    <a:lnTo>
                      <a:pt x="676" y="3004"/>
                    </a:lnTo>
                    <a:lnTo>
                      <a:pt x="652" y="3121"/>
                    </a:lnTo>
                    <a:lnTo>
                      <a:pt x="652" y="3239"/>
                    </a:lnTo>
                    <a:lnTo>
                      <a:pt x="692" y="3354"/>
                    </a:lnTo>
                    <a:lnTo>
                      <a:pt x="756" y="3470"/>
                    </a:lnTo>
                    <a:lnTo>
                      <a:pt x="805" y="3470"/>
                    </a:lnTo>
                    <a:lnTo>
                      <a:pt x="858" y="3422"/>
                    </a:lnTo>
                    <a:lnTo>
                      <a:pt x="870" y="3354"/>
                    </a:lnTo>
                    <a:lnTo>
                      <a:pt x="858" y="3188"/>
                    </a:lnTo>
                    <a:lnTo>
                      <a:pt x="1266" y="3701"/>
                    </a:lnTo>
                    <a:lnTo>
                      <a:pt x="1600" y="4328"/>
                    </a:lnTo>
                    <a:lnTo>
                      <a:pt x="2075" y="4675"/>
                    </a:lnTo>
                    <a:lnTo>
                      <a:pt x="1842" y="4592"/>
                    </a:lnTo>
                    <a:lnTo>
                      <a:pt x="1560" y="4379"/>
                    </a:lnTo>
                    <a:lnTo>
                      <a:pt x="1291" y="4046"/>
                    </a:lnTo>
                    <a:lnTo>
                      <a:pt x="1036" y="4277"/>
                    </a:lnTo>
                    <a:lnTo>
                      <a:pt x="956" y="4561"/>
                    </a:lnTo>
                    <a:lnTo>
                      <a:pt x="956" y="4726"/>
                    </a:lnTo>
                    <a:lnTo>
                      <a:pt x="1048" y="4990"/>
                    </a:lnTo>
                    <a:lnTo>
                      <a:pt x="845" y="4760"/>
                    </a:lnTo>
                    <a:lnTo>
                      <a:pt x="845" y="4906"/>
                    </a:lnTo>
                    <a:lnTo>
                      <a:pt x="589" y="4843"/>
                    </a:lnTo>
                    <a:lnTo>
                      <a:pt x="540" y="4726"/>
                    </a:lnTo>
                    <a:lnTo>
                      <a:pt x="305" y="4792"/>
                    </a:lnTo>
                    <a:lnTo>
                      <a:pt x="203" y="4643"/>
                    </a:lnTo>
                    <a:lnTo>
                      <a:pt x="127" y="4428"/>
                    </a:lnTo>
                    <a:lnTo>
                      <a:pt x="103" y="4232"/>
                    </a:lnTo>
                    <a:lnTo>
                      <a:pt x="103" y="4034"/>
                    </a:lnTo>
                    <a:lnTo>
                      <a:pt x="127" y="3868"/>
                    </a:lnTo>
                    <a:lnTo>
                      <a:pt x="203" y="3733"/>
                    </a:lnTo>
                    <a:lnTo>
                      <a:pt x="269" y="3602"/>
                    </a:lnTo>
                    <a:lnTo>
                      <a:pt x="296" y="3452"/>
                    </a:lnTo>
                    <a:lnTo>
                      <a:pt x="305" y="3288"/>
                    </a:lnTo>
                    <a:lnTo>
                      <a:pt x="269" y="3090"/>
                    </a:lnTo>
                    <a:lnTo>
                      <a:pt x="192" y="2890"/>
                    </a:lnTo>
                    <a:lnTo>
                      <a:pt x="78" y="2560"/>
                    </a:lnTo>
                    <a:lnTo>
                      <a:pt x="0" y="2264"/>
                    </a:lnTo>
                    <a:lnTo>
                      <a:pt x="0" y="1882"/>
                    </a:lnTo>
                    <a:lnTo>
                      <a:pt x="40" y="1522"/>
                    </a:lnTo>
                    <a:lnTo>
                      <a:pt x="152" y="1140"/>
                    </a:lnTo>
                    <a:lnTo>
                      <a:pt x="356" y="809"/>
                    </a:lnTo>
                    <a:lnTo>
                      <a:pt x="639" y="498"/>
                    </a:lnTo>
                    <a:lnTo>
                      <a:pt x="909" y="280"/>
                    </a:lnTo>
                    <a:lnTo>
                      <a:pt x="1213" y="114"/>
                    </a:lnTo>
                    <a:lnTo>
                      <a:pt x="1509" y="17"/>
                    </a:lnTo>
                    <a:lnTo>
                      <a:pt x="1740" y="0"/>
                    </a:lnTo>
                    <a:lnTo>
                      <a:pt x="1984" y="17"/>
                    </a:lnTo>
                    <a:lnTo>
                      <a:pt x="2253" y="102"/>
                    </a:lnTo>
                    <a:lnTo>
                      <a:pt x="2458" y="231"/>
                    </a:lnTo>
                    <a:lnTo>
                      <a:pt x="2598" y="360"/>
                    </a:lnTo>
                    <a:lnTo>
                      <a:pt x="2702" y="381"/>
                    </a:lnTo>
                    <a:lnTo>
                      <a:pt x="2941" y="381"/>
                    </a:lnTo>
                    <a:lnTo>
                      <a:pt x="3123" y="430"/>
                    </a:lnTo>
                    <a:lnTo>
                      <a:pt x="3255" y="511"/>
                    </a:lnTo>
                    <a:lnTo>
                      <a:pt x="3341" y="644"/>
                    </a:lnTo>
                    <a:lnTo>
                      <a:pt x="3366" y="809"/>
                    </a:lnTo>
                    <a:lnTo>
                      <a:pt x="3377" y="958"/>
                    </a:lnTo>
                    <a:lnTo>
                      <a:pt x="3481" y="1140"/>
                    </a:lnTo>
                    <a:lnTo>
                      <a:pt x="3506" y="1273"/>
                    </a:lnTo>
                    <a:lnTo>
                      <a:pt x="3493" y="1438"/>
                    </a:lnTo>
                    <a:lnTo>
                      <a:pt x="3468" y="1504"/>
                    </a:lnTo>
                    <a:lnTo>
                      <a:pt x="3597" y="1819"/>
                    </a:lnTo>
                    <a:lnTo>
                      <a:pt x="3377" y="1552"/>
                    </a:lnTo>
                    <a:lnTo>
                      <a:pt x="2931" y="1882"/>
                    </a:lnTo>
                    <a:lnTo>
                      <a:pt x="2880" y="1782"/>
                    </a:lnTo>
                    <a:lnTo>
                      <a:pt x="2802" y="1882"/>
                    </a:lnTo>
                    <a:lnTo>
                      <a:pt x="2636" y="1684"/>
                    </a:lnTo>
                    <a:lnTo>
                      <a:pt x="2689" y="2033"/>
                    </a:lnTo>
                    <a:lnTo>
                      <a:pt x="2611" y="1851"/>
                    </a:lnTo>
                    <a:lnTo>
                      <a:pt x="2585" y="1948"/>
                    </a:lnTo>
                    <a:lnTo>
                      <a:pt x="2486" y="1766"/>
                    </a:lnTo>
                    <a:lnTo>
                      <a:pt x="2355" y="1669"/>
                    </a:lnTo>
                    <a:lnTo>
                      <a:pt x="2240" y="1620"/>
                    </a:lnTo>
                    <a:lnTo>
                      <a:pt x="2136" y="1620"/>
                    </a:lnTo>
                    <a:lnTo>
                      <a:pt x="1431" y="10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2" name="Line 555">
                <a:extLst>
                  <a:ext uri="{FF2B5EF4-FFF2-40B4-BE49-F238E27FC236}">
                    <a16:creationId xmlns:a16="http://schemas.microsoft.com/office/drawing/2014/main" id="{48D7068E-F15B-1117-124B-62D52D74DB5A}"/>
                  </a:ext>
                </a:extLst>
              </p:cNvPr>
              <p:cNvSpPr>
                <a:spLocks noChangeShapeType="1"/>
              </p:cNvSpPr>
              <p:nvPr/>
            </p:nvSpPr>
            <p:spPr bwMode="auto">
              <a:xfrm>
                <a:off x="775" y="3696"/>
                <a:ext cx="22" cy="4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83" name="Line 556">
                <a:extLst>
                  <a:ext uri="{FF2B5EF4-FFF2-40B4-BE49-F238E27FC236}">
                    <a16:creationId xmlns:a16="http://schemas.microsoft.com/office/drawing/2014/main" id="{AABDB2CB-BA3D-B7D8-6F05-C34D66BA8E20}"/>
                  </a:ext>
                </a:extLst>
              </p:cNvPr>
              <p:cNvSpPr>
                <a:spLocks noChangeShapeType="1"/>
              </p:cNvSpPr>
              <p:nvPr/>
            </p:nvSpPr>
            <p:spPr bwMode="auto">
              <a:xfrm>
                <a:off x="785" y="3702"/>
                <a:ext cx="20" cy="4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84" name="Line 557">
                <a:extLst>
                  <a:ext uri="{FF2B5EF4-FFF2-40B4-BE49-F238E27FC236}">
                    <a16:creationId xmlns:a16="http://schemas.microsoft.com/office/drawing/2014/main" id="{9DB13B97-688F-BF77-0946-0F2BCBB025A6}"/>
                  </a:ext>
                </a:extLst>
              </p:cNvPr>
              <p:cNvSpPr>
                <a:spLocks noChangeShapeType="1"/>
              </p:cNvSpPr>
              <p:nvPr/>
            </p:nvSpPr>
            <p:spPr bwMode="auto">
              <a:xfrm>
                <a:off x="797" y="3711"/>
                <a:ext cx="17" cy="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85" name="Line 558">
                <a:extLst>
                  <a:ext uri="{FF2B5EF4-FFF2-40B4-BE49-F238E27FC236}">
                    <a16:creationId xmlns:a16="http://schemas.microsoft.com/office/drawing/2014/main" id="{4F884C28-6E57-F8E0-DFA6-371D29DD5D88}"/>
                  </a:ext>
                </a:extLst>
              </p:cNvPr>
              <p:cNvSpPr>
                <a:spLocks noChangeShapeType="1"/>
              </p:cNvSpPr>
              <p:nvPr/>
            </p:nvSpPr>
            <p:spPr bwMode="auto">
              <a:xfrm>
                <a:off x="809" y="3722"/>
                <a:ext cx="14" cy="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86" name="Line 559">
                <a:extLst>
                  <a:ext uri="{FF2B5EF4-FFF2-40B4-BE49-F238E27FC236}">
                    <a16:creationId xmlns:a16="http://schemas.microsoft.com/office/drawing/2014/main" id="{659B132D-CA1E-B6B8-CD5F-7897877E90E2}"/>
                  </a:ext>
                </a:extLst>
              </p:cNvPr>
              <p:cNvSpPr>
                <a:spLocks noChangeShapeType="1"/>
              </p:cNvSpPr>
              <p:nvPr/>
            </p:nvSpPr>
            <p:spPr bwMode="auto">
              <a:xfrm>
                <a:off x="822" y="3737"/>
                <a:ext cx="8" cy="1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87" name="Freeform 560">
                <a:extLst>
                  <a:ext uri="{FF2B5EF4-FFF2-40B4-BE49-F238E27FC236}">
                    <a16:creationId xmlns:a16="http://schemas.microsoft.com/office/drawing/2014/main" id="{4F8D02C0-9C4E-F2B1-4819-A48A1B14FB80}"/>
                  </a:ext>
                </a:extLst>
              </p:cNvPr>
              <p:cNvSpPr>
                <a:spLocks/>
              </p:cNvSpPr>
              <p:nvPr/>
            </p:nvSpPr>
            <p:spPr bwMode="auto">
              <a:xfrm>
                <a:off x="905" y="3683"/>
                <a:ext cx="25" cy="36"/>
              </a:xfrm>
              <a:custGeom>
                <a:avLst/>
                <a:gdLst>
                  <a:gd name="T0" fmla="*/ 0 w 247"/>
                  <a:gd name="T1" fmla="*/ 0 h 366"/>
                  <a:gd name="T2" fmla="*/ 0 w 247"/>
                  <a:gd name="T3" fmla="*/ 0 h 366"/>
                  <a:gd name="T4" fmla="*/ 0 w 247"/>
                  <a:gd name="T5" fmla="*/ 0 h 366"/>
                  <a:gd name="T6" fmla="*/ 0 w 247"/>
                  <a:gd name="T7" fmla="*/ 0 h 366"/>
                  <a:gd name="T8" fmla="*/ 0 w 247"/>
                  <a:gd name="T9" fmla="*/ 0 h 366"/>
                  <a:gd name="T10" fmla="*/ 0 w 247"/>
                  <a:gd name="T11" fmla="*/ 0 h 366"/>
                  <a:gd name="T12" fmla="*/ 0 w 247"/>
                  <a:gd name="T13" fmla="*/ 0 h 366"/>
                  <a:gd name="T14" fmla="*/ 0 w 247"/>
                  <a:gd name="T15" fmla="*/ 0 h 366"/>
                  <a:gd name="T16" fmla="*/ 0 w 247"/>
                  <a:gd name="T17" fmla="*/ 0 h 3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7"/>
                  <a:gd name="T28" fmla="*/ 0 h 366"/>
                  <a:gd name="T29" fmla="*/ 247 w 247"/>
                  <a:gd name="T30" fmla="*/ 366 h 36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7" h="366">
                    <a:moveTo>
                      <a:pt x="140" y="0"/>
                    </a:moveTo>
                    <a:lnTo>
                      <a:pt x="64" y="118"/>
                    </a:lnTo>
                    <a:lnTo>
                      <a:pt x="0" y="366"/>
                    </a:lnTo>
                    <a:lnTo>
                      <a:pt x="89" y="184"/>
                    </a:lnTo>
                    <a:lnTo>
                      <a:pt x="140" y="252"/>
                    </a:lnTo>
                    <a:lnTo>
                      <a:pt x="247" y="252"/>
                    </a:lnTo>
                    <a:lnTo>
                      <a:pt x="167" y="216"/>
                    </a:lnTo>
                    <a:lnTo>
                      <a:pt x="140" y="118"/>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8" name="Freeform 561">
                <a:extLst>
                  <a:ext uri="{FF2B5EF4-FFF2-40B4-BE49-F238E27FC236}">
                    <a16:creationId xmlns:a16="http://schemas.microsoft.com/office/drawing/2014/main" id="{26B6DCBA-DA2B-B049-E710-B881FB1A2156}"/>
                  </a:ext>
                </a:extLst>
              </p:cNvPr>
              <p:cNvSpPr>
                <a:spLocks/>
              </p:cNvSpPr>
              <p:nvPr/>
            </p:nvSpPr>
            <p:spPr bwMode="auto">
              <a:xfrm>
                <a:off x="881" y="3702"/>
                <a:ext cx="108" cy="81"/>
              </a:xfrm>
              <a:custGeom>
                <a:avLst/>
                <a:gdLst>
                  <a:gd name="T0" fmla="*/ 0 w 1076"/>
                  <a:gd name="T1" fmla="*/ 0 h 811"/>
                  <a:gd name="T2" fmla="*/ 0 w 1076"/>
                  <a:gd name="T3" fmla="*/ 0 h 811"/>
                  <a:gd name="T4" fmla="*/ 0 w 1076"/>
                  <a:gd name="T5" fmla="*/ 0 h 811"/>
                  <a:gd name="T6" fmla="*/ 0 w 1076"/>
                  <a:gd name="T7" fmla="*/ 0 h 811"/>
                  <a:gd name="T8" fmla="*/ 0 w 1076"/>
                  <a:gd name="T9" fmla="*/ 0 h 811"/>
                  <a:gd name="T10" fmla="*/ 0 w 1076"/>
                  <a:gd name="T11" fmla="*/ 0 h 811"/>
                  <a:gd name="T12" fmla="*/ 0 w 1076"/>
                  <a:gd name="T13" fmla="*/ 0 h 811"/>
                  <a:gd name="T14" fmla="*/ 0 w 1076"/>
                  <a:gd name="T15" fmla="*/ 0 h 811"/>
                  <a:gd name="T16" fmla="*/ 0 w 1076"/>
                  <a:gd name="T17" fmla="*/ 0 h 811"/>
                  <a:gd name="T18" fmla="*/ 0 w 1076"/>
                  <a:gd name="T19" fmla="*/ 0 h 811"/>
                  <a:gd name="T20" fmla="*/ 0 w 1076"/>
                  <a:gd name="T21" fmla="*/ 0 h 811"/>
                  <a:gd name="T22" fmla="*/ 0 w 1076"/>
                  <a:gd name="T23" fmla="*/ 0 h 811"/>
                  <a:gd name="T24" fmla="*/ 0 w 1076"/>
                  <a:gd name="T25" fmla="*/ 0 h 811"/>
                  <a:gd name="T26" fmla="*/ 0 w 1076"/>
                  <a:gd name="T27" fmla="*/ 0 h 811"/>
                  <a:gd name="T28" fmla="*/ 0 w 1076"/>
                  <a:gd name="T29" fmla="*/ 0 h 811"/>
                  <a:gd name="T30" fmla="*/ 0 w 1076"/>
                  <a:gd name="T31" fmla="*/ 0 h 811"/>
                  <a:gd name="T32" fmla="*/ 0 w 1076"/>
                  <a:gd name="T33" fmla="*/ 0 h 811"/>
                  <a:gd name="T34" fmla="*/ 0 w 1076"/>
                  <a:gd name="T35" fmla="*/ 0 h 811"/>
                  <a:gd name="T36" fmla="*/ 0 w 1076"/>
                  <a:gd name="T37" fmla="*/ 0 h 811"/>
                  <a:gd name="T38" fmla="*/ 0 w 1076"/>
                  <a:gd name="T39" fmla="*/ 0 h 811"/>
                  <a:gd name="T40" fmla="*/ 0 w 1076"/>
                  <a:gd name="T41" fmla="*/ 0 h 811"/>
                  <a:gd name="T42" fmla="*/ 0 w 1076"/>
                  <a:gd name="T43" fmla="*/ 0 h 811"/>
                  <a:gd name="T44" fmla="*/ 0 w 1076"/>
                  <a:gd name="T45" fmla="*/ 0 h 811"/>
                  <a:gd name="T46" fmla="*/ 0 w 1076"/>
                  <a:gd name="T47" fmla="*/ 0 h 811"/>
                  <a:gd name="T48" fmla="*/ 0 w 1076"/>
                  <a:gd name="T49" fmla="*/ 0 h 811"/>
                  <a:gd name="T50" fmla="*/ 0 w 1076"/>
                  <a:gd name="T51" fmla="*/ 0 h 811"/>
                  <a:gd name="T52" fmla="*/ 0 w 1076"/>
                  <a:gd name="T53" fmla="*/ 0 h 811"/>
                  <a:gd name="T54" fmla="*/ 0 w 1076"/>
                  <a:gd name="T55" fmla="*/ 0 h 811"/>
                  <a:gd name="T56" fmla="*/ 0 w 1076"/>
                  <a:gd name="T57" fmla="*/ 0 h 811"/>
                  <a:gd name="T58" fmla="*/ 0 w 1076"/>
                  <a:gd name="T59" fmla="*/ 0 h 811"/>
                  <a:gd name="T60" fmla="*/ 0 w 1076"/>
                  <a:gd name="T61" fmla="*/ 0 h 811"/>
                  <a:gd name="T62" fmla="*/ 0 w 1076"/>
                  <a:gd name="T63" fmla="*/ 0 h 811"/>
                  <a:gd name="T64" fmla="*/ 0 w 1076"/>
                  <a:gd name="T65" fmla="*/ 0 h 811"/>
                  <a:gd name="T66" fmla="*/ 0 w 1076"/>
                  <a:gd name="T67" fmla="*/ 0 h 8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076"/>
                  <a:gd name="T103" fmla="*/ 0 h 811"/>
                  <a:gd name="T104" fmla="*/ 1076 w 1076"/>
                  <a:gd name="T105" fmla="*/ 811 h 81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076" h="811">
                    <a:moveTo>
                      <a:pt x="233" y="200"/>
                    </a:moveTo>
                    <a:lnTo>
                      <a:pt x="41" y="451"/>
                    </a:lnTo>
                    <a:lnTo>
                      <a:pt x="0" y="629"/>
                    </a:lnTo>
                    <a:lnTo>
                      <a:pt x="114" y="811"/>
                    </a:lnTo>
                    <a:lnTo>
                      <a:pt x="77" y="678"/>
                    </a:lnTo>
                    <a:lnTo>
                      <a:pt x="128" y="564"/>
                    </a:lnTo>
                    <a:lnTo>
                      <a:pt x="324" y="644"/>
                    </a:lnTo>
                    <a:lnTo>
                      <a:pt x="501" y="678"/>
                    </a:lnTo>
                    <a:lnTo>
                      <a:pt x="652" y="666"/>
                    </a:lnTo>
                    <a:lnTo>
                      <a:pt x="512" y="666"/>
                    </a:lnTo>
                    <a:lnTo>
                      <a:pt x="383" y="644"/>
                    </a:lnTo>
                    <a:lnTo>
                      <a:pt x="181" y="549"/>
                    </a:lnTo>
                    <a:lnTo>
                      <a:pt x="193" y="513"/>
                    </a:lnTo>
                    <a:lnTo>
                      <a:pt x="588" y="513"/>
                    </a:lnTo>
                    <a:lnTo>
                      <a:pt x="794" y="467"/>
                    </a:lnTo>
                    <a:lnTo>
                      <a:pt x="1025" y="267"/>
                    </a:lnTo>
                    <a:lnTo>
                      <a:pt x="985" y="217"/>
                    </a:lnTo>
                    <a:lnTo>
                      <a:pt x="985" y="267"/>
                    </a:lnTo>
                    <a:lnTo>
                      <a:pt x="758" y="451"/>
                    </a:lnTo>
                    <a:lnTo>
                      <a:pt x="616" y="480"/>
                    </a:lnTo>
                    <a:lnTo>
                      <a:pt x="419" y="480"/>
                    </a:lnTo>
                    <a:lnTo>
                      <a:pt x="419" y="451"/>
                    </a:lnTo>
                    <a:lnTo>
                      <a:pt x="563" y="365"/>
                    </a:lnTo>
                    <a:lnTo>
                      <a:pt x="676" y="314"/>
                    </a:lnTo>
                    <a:lnTo>
                      <a:pt x="972" y="118"/>
                    </a:lnTo>
                    <a:lnTo>
                      <a:pt x="1076" y="0"/>
                    </a:lnTo>
                    <a:lnTo>
                      <a:pt x="894" y="151"/>
                    </a:lnTo>
                    <a:lnTo>
                      <a:pt x="512" y="365"/>
                    </a:lnTo>
                    <a:lnTo>
                      <a:pt x="372" y="399"/>
                    </a:lnTo>
                    <a:lnTo>
                      <a:pt x="297" y="433"/>
                    </a:lnTo>
                    <a:lnTo>
                      <a:pt x="257" y="433"/>
                    </a:lnTo>
                    <a:lnTo>
                      <a:pt x="206" y="382"/>
                    </a:lnTo>
                    <a:lnTo>
                      <a:pt x="206" y="314"/>
                    </a:lnTo>
                    <a:lnTo>
                      <a:pt x="233" y="2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9" name="Freeform 562">
                <a:extLst>
                  <a:ext uri="{FF2B5EF4-FFF2-40B4-BE49-F238E27FC236}">
                    <a16:creationId xmlns:a16="http://schemas.microsoft.com/office/drawing/2014/main" id="{F8A2CD2C-EC6D-F854-1915-2C2E53836BF6}"/>
                  </a:ext>
                </a:extLst>
              </p:cNvPr>
              <p:cNvSpPr>
                <a:spLocks/>
              </p:cNvSpPr>
              <p:nvPr/>
            </p:nvSpPr>
            <p:spPr bwMode="auto">
              <a:xfrm>
                <a:off x="954" y="3744"/>
                <a:ext cx="29" cy="23"/>
              </a:xfrm>
              <a:custGeom>
                <a:avLst/>
                <a:gdLst>
                  <a:gd name="T0" fmla="*/ 0 w 297"/>
                  <a:gd name="T1" fmla="*/ 0 h 228"/>
                  <a:gd name="T2" fmla="*/ 0 w 297"/>
                  <a:gd name="T3" fmla="*/ 0 h 228"/>
                  <a:gd name="T4" fmla="*/ 0 w 297"/>
                  <a:gd name="T5" fmla="*/ 0 h 228"/>
                  <a:gd name="T6" fmla="*/ 0 w 297"/>
                  <a:gd name="T7" fmla="*/ 0 h 228"/>
                  <a:gd name="T8" fmla="*/ 0 60000 65536"/>
                  <a:gd name="T9" fmla="*/ 0 60000 65536"/>
                  <a:gd name="T10" fmla="*/ 0 60000 65536"/>
                  <a:gd name="T11" fmla="*/ 0 60000 65536"/>
                  <a:gd name="T12" fmla="*/ 0 w 297"/>
                  <a:gd name="T13" fmla="*/ 0 h 228"/>
                  <a:gd name="T14" fmla="*/ 297 w 297"/>
                  <a:gd name="T15" fmla="*/ 228 h 228"/>
                </a:gdLst>
                <a:ahLst/>
                <a:cxnLst>
                  <a:cxn ang="T8">
                    <a:pos x="T0" y="T1"/>
                  </a:cxn>
                  <a:cxn ang="T9">
                    <a:pos x="T2" y="T3"/>
                  </a:cxn>
                  <a:cxn ang="T10">
                    <a:pos x="T4" y="T5"/>
                  </a:cxn>
                  <a:cxn ang="T11">
                    <a:pos x="T6" y="T7"/>
                  </a:cxn>
                </a:cxnLst>
                <a:rect l="T12" t="T13" r="T14" b="T15"/>
                <a:pathLst>
                  <a:path w="297" h="228">
                    <a:moveTo>
                      <a:pt x="0" y="228"/>
                    </a:moveTo>
                    <a:lnTo>
                      <a:pt x="117" y="180"/>
                    </a:lnTo>
                    <a:lnTo>
                      <a:pt x="244" y="84"/>
                    </a:lnTo>
                    <a:lnTo>
                      <a:pt x="297"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290" name="Freeform 563">
                <a:extLst>
                  <a:ext uri="{FF2B5EF4-FFF2-40B4-BE49-F238E27FC236}">
                    <a16:creationId xmlns:a16="http://schemas.microsoft.com/office/drawing/2014/main" id="{BCBF8CD3-03DB-6CB3-BCE4-A3A1D903E5D5}"/>
                  </a:ext>
                </a:extLst>
              </p:cNvPr>
              <p:cNvSpPr>
                <a:spLocks/>
              </p:cNvSpPr>
              <p:nvPr/>
            </p:nvSpPr>
            <p:spPr bwMode="auto">
              <a:xfrm>
                <a:off x="935" y="3633"/>
                <a:ext cx="70" cy="167"/>
              </a:xfrm>
              <a:custGeom>
                <a:avLst/>
                <a:gdLst>
                  <a:gd name="T0" fmla="*/ 0 w 705"/>
                  <a:gd name="T1" fmla="*/ 0 h 1668"/>
                  <a:gd name="T2" fmla="*/ 0 w 705"/>
                  <a:gd name="T3" fmla="*/ 0 h 1668"/>
                  <a:gd name="T4" fmla="*/ 0 w 705"/>
                  <a:gd name="T5" fmla="*/ 0 h 1668"/>
                  <a:gd name="T6" fmla="*/ 0 w 705"/>
                  <a:gd name="T7" fmla="*/ 0 h 1668"/>
                  <a:gd name="T8" fmla="*/ 0 w 705"/>
                  <a:gd name="T9" fmla="*/ 0 h 1668"/>
                  <a:gd name="T10" fmla="*/ 0 w 705"/>
                  <a:gd name="T11" fmla="*/ 0 h 1668"/>
                  <a:gd name="T12" fmla="*/ 0 w 705"/>
                  <a:gd name="T13" fmla="*/ 0 h 1668"/>
                  <a:gd name="T14" fmla="*/ 0 w 705"/>
                  <a:gd name="T15" fmla="*/ 0 h 1668"/>
                  <a:gd name="T16" fmla="*/ 0 w 705"/>
                  <a:gd name="T17" fmla="*/ 0 h 1668"/>
                  <a:gd name="T18" fmla="*/ 0 w 705"/>
                  <a:gd name="T19" fmla="*/ 0 h 1668"/>
                  <a:gd name="T20" fmla="*/ 0 w 705"/>
                  <a:gd name="T21" fmla="*/ 0 h 1668"/>
                  <a:gd name="T22" fmla="*/ 0 w 705"/>
                  <a:gd name="T23" fmla="*/ 0 h 1668"/>
                  <a:gd name="T24" fmla="*/ 0 w 705"/>
                  <a:gd name="T25" fmla="*/ 0 h 1668"/>
                  <a:gd name="T26" fmla="*/ 0 w 705"/>
                  <a:gd name="T27" fmla="*/ 0 h 1668"/>
                  <a:gd name="T28" fmla="*/ 0 w 705"/>
                  <a:gd name="T29" fmla="*/ 0 h 1668"/>
                  <a:gd name="T30" fmla="*/ 0 w 705"/>
                  <a:gd name="T31" fmla="*/ 0 h 1668"/>
                  <a:gd name="T32" fmla="*/ 0 w 705"/>
                  <a:gd name="T33" fmla="*/ 0 h 1668"/>
                  <a:gd name="T34" fmla="*/ 0 w 705"/>
                  <a:gd name="T35" fmla="*/ 0 h 1668"/>
                  <a:gd name="T36" fmla="*/ 0 w 705"/>
                  <a:gd name="T37" fmla="*/ 0 h 1668"/>
                  <a:gd name="T38" fmla="*/ 0 w 705"/>
                  <a:gd name="T39" fmla="*/ 0 h 1668"/>
                  <a:gd name="T40" fmla="*/ 0 w 705"/>
                  <a:gd name="T41" fmla="*/ 0 h 1668"/>
                  <a:gd name="T42" fmla="*/ 0 w 705"/>
                  <a:gd name="T43" fmla="*/ 0 h 1668"/>
                  <a:gd name="T44" fmla="*/ 0 w 705"/>
                  <a:gd name="T45" fmla="*/ 0 h 1668"/>
                  <a:gd name="T46" fmla="*/ 0 w 705"/>
                  <a:gd name="T47" fmla="*/ 0 h 1668"/>
                  <a:gd name="T48" fmla="*/ 0 w 705"/>
                  <a:gd name="T49" fmla="*/ 0 h 1668"/>
                  <a:gd name="T50" fmla="*/ 0 w 705"/>
                  <a:gd name="T51" fmla="*/ 0 h 1668"/>
                  <a:gd name="T52" fmla="*/ 0 w 705"/>
                  <a:gd name="T53" fmla="*/ 0 h 1668"/>
                  <a:gd name="T54" fmla="*/ 0 w 705"/>
                  <a:gd name="T55" fmla="*/ 0 h 1668"/>
                  <a:gd name="T56" fmla="*/ 0 w 705"/>
                  <a:gd name="T57" fmla="*/ 0 h 1668"/>
                  <a:gd name="T58" fmla="*/ 0 w 705"/>
                  <a:gd name="T59" fmla="*/ 0 h 1668"/>
                  <a:gd name="T60" fmla="*/ 0 w 705"/>
                  <a:gd name="T61" fmla="*/ 0 h 1668"/>
                  <a:gd name="T62" fmla="*/ 0 w 705"/>
                  <a:gd name="T63" fmla="*/ 0 h 1668"/>
                  <a:gd name="T64" fmla="*/ 0 w 705"/>
                  <a:gd name="T65" fmla="*/ 0 h 166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05"/>
                  <a:gd name="T100" fmla="*/ 0 h 1668"/>
                  <a:gd name="T101" fmla="*/ 705 w 705"/>
                  <a:gd name="T102" fmla="*/ 1668 h 166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05" h="1668">
                    <a:moveTo>
                      <a:pt x="0" y="745"/>
                    </a:moveTo>
                    <a:lnTo>
                      <a:pt x="156" y="643"/>
                    </a:lnTo>
                    <a:lnTo>
                      <a:pt x="374" y="611"/>
                    </a:lnTo>
                    <a:lnTo>
                      <a:pt x="476" y="527"/>
                    </a:lnTo>
                    <a:lnTo>
                      <a:pt x="476" y="349"/>
                    </a:lnTo>
                    <a:lnTo>
                      <a:pt x="436" y="296"/>
                    </a:lnTo>
                    <a:lnTo>
                      <a:pt x="502" y="296"/>
                    </a:lnTo>
                    <a:lnTo>
                      <a:pt x="552" y="313"/>
                    </a:lnTo>
                    <a:lnTo>
                      <a:pt x="616" y="296"/>
                    </a:lnTo>
                    <a:lnTo>
                      <a:pt x="669" y="232"/>
                    </a:lnTo>
                    <a:lnTo>
                      <a:pt x="692" y="133"/>
                    </a:lnTo>
                    <a:lnTo>
                      <a:pt x="705" y="0"/>
                    </a:lnTo>
                    <a:lnTo>
                      <a:pt x="705" y="149"/>
                    </a:lnTo>
                    <a:lnTo>
                      <a:pt x="680" y="281"/>
                    </a:lnTo>
                    <a:lnTo>
                      <a:pt x="616" y="429"/>
                    </a:lnTo>
                    <a:lnTo>
                      <a:pt x="576" y="596"/>
                    </a:lnTo>
                    <a:lnTo>
                      <a:pt x="565" y="745"/>
                    </a:lnTo>
                    <a:lnTo>
                      <a:pt x="565" y="1056"/>
                    </a:lnTo>
                    <a:lnTo>
                      <a:pt x="601" y="1287"/>
                    </a:lnTo>
                    <a:lnTo>
                      <a:pt x="601" y="1471"/>
                    </a:lnTo>
                    <a:lnTo>
                      <a:pt x="565" y="1588"/>
                    </a:lnTo>
                    <a:lnTo>
                      <a:pt x="489" y="1668"/>
                    </a:lnTo>
                    <a:lnTo>
                      <a:pt x="552" y="1571"/>
                    </a:lnTo>
                    <a:lnTo>
                      <a:pt x="576" y="1471"/>
                    </a:lnTo>
                    <a:lnTo>
                      <a:pt x="576" y="1287"/>
                    </a:lnTo>
                    <a:lnTo>
                      <a:pt x="540" y="1090"/>
                    </a:lnTo>
                    <a:lnTo>
                      <a:pt x="540" y="691"/>
                    </a:lnTo>
                    <a:lnTo>
                      <a:pt x="552" y="660"/>
                    </a:lnTo>
                    <a:lnTo>
                      <a:pt x="502" y="562"/>
                    </a:lnTo>
                    <a:lnTo>
                      <a:pt x="423" y="643"/>
                    </a:lnTo>
                    <a:lnTo>
                      <a:pt x="222" y="660"/>
                    </a:lnTo>
                    <a:lnTo>
                      <a:pt x="65" y="745"/>
                    </a:lnTo>
                    <a:lnTo>
                      <a:pt x="0" y="7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1" name="Freeform 564">
                <a:extLst>
                  <a:ext uri="{FF2B5EF4-FFF2-40B4-BE49-F238E27FC236}">
                    <a16:creationId xmlns:a16="http://schemas.microsoft.com/office/drawing/2014/main" id="{4A65556D-CC87-BD3A-AEB6-BDD294905127}"/>
                  </a:ext>
                </a:extLst>
              </p:cNvPr>
              <p:cNvSpPr>
                <a:spLocks/>
              </p:cNvSpPr>
              <p:nvPr/>
            </p:nvSpPr>
            <p:spPr bwMode="auto">
              <a:xfrm>
                <a:off x="979" y="3563"/>
                <a:ext cx="30" cy="65"/>
              </a:xfrm>
              <a:custGeom>
                <a:avLst/>
                <a:gdLst>
                  <a:gd name="T0" fmla="*/ 0 w 296"/>
                  <a:gd name="T1" fmla="*/ 0 h 646"/>
                  <a:gd name="T2" fmla="*/ 0 w 296"/>
                  <a:gd name="T3" fmla="*/ 0 h 646"/>
                  <a:gd name="T4" fmla="*/ 0 w 296"/>
                  <a:gd name="T5" fmla="*/ 0 h 646"/>
                  <a:gd name="T6" fmla="*/ 0 w 296"/>
                  <a:gd name="T7" fmla="*/ 0 h 646"/>
                  <a:gd name="T8" fmla="*/ 0 w 296"/>
                  <a:gd name="T9" fmla="*/ 0 h 646"/>
                  <a:gd name="T10" fmla="*/ 0 w 296"/>
                  <a:gd name="T11" fmla="*/ 0 h 646"/>
                  <a:gd name="T12" fmla="*/ 0 w 296"/>
                  <a:gd name="T13" fmla="*/ 0 h 646"/>
                  <a:gd name="T14" fmla="*/ 0 w 296"/>
                  <a:gd name="T15" fmla="*/ 0 h 646"/>
                  <a:gd name="T16" fmla="*/ 0 w 296"/>
                  <a:gd name="T17" fmla="*/ 0 h 646"/>
                  <a:gd name="T18" fmla="*/ 0 w 296"/>
                  <a:gd name="T19" fmla="*/ 0 h 646"/>
                  <a:gd name="T20" fmla="*/ 0 w 296"/>
                  <a:gd name="T21" fmla="*/ 0 h 646"/>
                  <a:gd name="T22" fmla="*/ 0 w 296"/>
                  <a:gd name="T23" fmla="*/ 0 h 646"/>
                  <a:gd name="T24" fmla="*/ 0 w 296"/>
                  <a:gd name="T25" fmla="*/ 0 h 646"/>
                  <a:gd name="T26" fmla="*/ 0 w 296"/>
                  <a:gd name="T27" fmla="*/ 0 h 64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96"/>
                  <a:gd name="T43" fmla="*/ 0 h 646"/>
                  <a:gd name="T44" fmla="*/ 296 w 296"/>
                  <a:gd name="T45" fmla="*/ 646 h 64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96" h="646">
                    <a:moveTo>
                      <a:pt x="40" y="36"/>
                    </a:moveTo>
                    <a:lnTo>
                      <a:pt x="0" y="150"/>
                    </a:lnTo>
                    <a:lnTo>
                      <a:pt x="53" y="298"/>
                    </a:lnTo>
                    <a:lnTo>
                      <a:pt x="192" y="482"/>
                    </a:lnTo>
                    <a:lnTo>
                      <a:pt x="256" y="646"/>
                    </a:lnTo>
                    <a:lnTo>
                      <a:pt x="243" y="546"/>
                    </a:lnTo>
                    <a:lnTo>
                      <a:pt x="192" y="398"/>
                    </a:lnTo>
                    <a:lnTo>
                      <a:pt x="296" y="349"/>
                    </a:lnTo>
                    <a:lnTo>
                      <a:pt x="192" y="366"/>
                    </a:lnTo>
                    <a:lnTo>
                      <a:pt x="192" y="118"/>
                    </a:lnTo>
                    <a:lnTo>
                      <a:pt x="296" y="69"/>
                    </a:lnTo>
                    <a:lnTo>
                      <a:pt x="180" y="102"/>
                    </a:lnTo>
                    <a:lnTo>
                      <a:pt x="40" y="0"/>
                    </a:lnTo>
                    <a:lnTo>
                      <a:pt x="4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2" name="Freeform 565">
                <a:extLst>
                  <a:ext uri="{FF2B5EF4-FFF2-40B4-BE49-F238E27FC236}">
                    <a16:creationId xmlns:a16="http://schemas.microsoft.com/office/drawing/2014/main" id="{2A23EB4F-0A69-7942-7EC3-44DC5DBF57FB}"/>
                  </a:ext>
                </a:extLst>
              </p:cNvPr>
              <p:cNvSpPr>
                <a:spLocks/>
              </p:cNvSpPr>
              <p:nvPr/>
            </p:nvSpPr>
            <p:spPr bwMode="auto">
              <a:xfrm>
                <a:off x="974" y="3544"/>
                <a:ext cx="36" cy="53"/>
              </a:xfrm>
              <a:custGeom>
                <a:avLst/>
                <a:gdLst>
                  <a:gd name="T0" fmla="*/ 0 w 360"/>
                  <a:gd name="T1" fmla="*/ 0 h 533"/>
                  <a:gd name="T2" fmla="*/ 0 w 360"/>
                  <a:gd name="T3" fmla="*/ 0 h 533"/>
                  <a:gd name="T4" fmla="*/ 0 w 360"/>
                  <a:gd name="T5" fmla="*/ 0 h 533"/>
                  <a:gd name="T6" fmla="*/ 0 60000 65536"/>
                  <a:gd name="T7" fmla="*/ 0 60000 65536"/>
                  <a:gd name="T8" fmla="*/ 0 60000 65536"/>
                  <a:gd name="T9" fmla="*/ 0 w 360"/>
                  <a:gd name="T10" fmla="*/ 0 h 533"/>
                  <a:gd name="T11" fmla="*/ 360 w 360"/>
                  <a:gd name="T12" fmla="*/ 533 h 533"/>
                </a:gdLst>
                <a:ahLst/>
                <a:cxnLst>
                  <a:cxn ang="T6">
                    <a:pos x="T0" y="T1"/>
                  </a:cxn>
                  <a:cxn ang="T7">
                    <a:pos x="T2" y="T3"/>
                  </a:cxn>
                  <a:cxn ang="T8">
                    <a:pos x="T4" y="T5"/>
                  </a:cxn>
                </a:cxnLst>
                <a:rect l="T9" t="T10" r="T11" b="T12"/>
                <a:pathLst>
                  <a:path w="360" h="533">
                    <a:moveTo>
                      <a:pt x="0" y="0"/>
                    </a:moveTo>
                    <a:lnTo>
                      <a:pt x="360" y="251"/>
                    </a:lnTo>
                    <a:lnTo>
                      <a:pt x="360" y="533"/>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293" name="Freeform 566">
                <a:extLst>
                  <a:ext uri="{FF2B5EF4-FFF2-40B4-BE49-F238E27FC236}">
                    <a16:creationId xmlns:a16="http://schemas.microsoft.com/office/drawing/2014/main" id="{C0D64367-DF1C-E299-C349-018A3E022963}"/>
                  </a:ext>
                </a:extLst>
              </p:cNvPr>
              <p:cNvSpPr>
                <a:spLocks/>
              </p:cNvSpPr>
              <p:nvPr/>
            </p:nvSpPr>
            <p:spPr bwMode="auto">
              <a:xfrm>
                <a:off x="959" y="3473"/>
                <a:ext cx="15" cy="71"/>
              </a:xfrm>
              <a:custGeom>
                <a:avLst/>
                <a:gdLst>
                  <a:gd name="T0" fmla="*/ 0 w 153"/>
                  <a:gd name="T1" fmla="*/ 0 h 709"/>
                  <a:gd name="T2" fmla="*/ 0 w 153"/>
                  <a:gd name="T3" fmla="*/ 0 h 709"/>
                  <a:gd name="T4" fmla="*/ 0 w 153"/>
                  <a:gd name="T5" fmla="*/ 0 h 709"/>
                  <a:gd name="T6" fmla="*/ 0 w 153"/>
                  <a:gd name="T7" fmla="*/ 0 h 709"/>
                  <a:gd name="T8" fmla="*/ 0 w 153"/>
                  <a:gd name="T9" fmla="*/ 0 h 709"/>
                  <a:gd name="T10" fmla="*/ 0 w 153"/>
                  <a:gd name="T11" fmla="*/ 0 h 709"/>
                  <a:gd name="T12" fmla="*/ 0 w 153"/>
                  <a:gd name="T13" fmla="*/ 0 h 709"/>
                  <a:gd name="T14" fmla="*/ 0 w 153"/>
                  <a:gd name="T15" fmla="*/ 0 h 709"/>
                  <a:gd name="T16" fmla="*/ 0 w 153"/>
                  <a:gd name="T17" fmla="*/ 0 h 70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3"/>
                  <a:gd name="T28" fmla="*/ 0 h 709"/>
                  <a:gd name="T29" fmla="*/ 153 w 153"/>
                  <a:gd name="T30" fmla="*/ 709 h 70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3" h="709">
                    <a:moveTo>
                      <a:pt x="153" y="693"/>
                    </a:moveTo>
                    <a:lnTo>
                      <a:pt x="142" y="462"/>
                    </a:lnTo>
                    <a:lnTo>
                      <a:pt x="113" y="295"/>
                    </a:lnTo>
                    <a:lnTo>
                      <a:pt x="78" y="151"/>
                    </a:lnTo>
                    <a:lnTo>
                      <a:pt x="0" y="0"/>
                    </a:lnTo>
                    <a:lnTo>
                      <a:pt x="91" y="263"/>
                    </a:lnTo>
                    <a:lnTo>
                      <a:pt x="113" y="462"/>
                    </a:lnTo>
                    <a:lnTo>
                      <a:pt x="113" y="709"/>
                    </a:lnTo>
                    <a:lnTo>
                      <a:pt x="153" y="6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4" name="Freeform 567">
                <a:extLst>
                  <a:ext uri="{FF2B5EF4-FFF2-40B4-BE49-F238E27FC236}">
                    <a16:creationId xmlns:a16="http://schemas.microsoft.com/office/drawing/2014/main" id="{801FC8ED-EFA5-8DAF-9607-D98E030C97AC}"/>
                  </a:ext>
                </a:extLst>
              </p:cNvPr>
              <p:cNvSpPr>
                <a:spLocks/>
              </p:cNvSpPr>
              <p:nvPr/>
            </p:nvSpPr>
            <p:spPr bwMode="auto">
              <a:xfrm>
                <a:off x="1000" y="3656"/>
                <a:ext cx="67" cy="134"/>
              </a:xfrm>
              <a:custGeom>
                <a:avLst/>
                <a:gdLst>
                  <a:gd name="T0" fmla="*/ 0 w 669"/>
                  <a:gd name="T1" fmla="*/ 0 h 1339"/>
                  <a:gd name="T2" fmla="*/ 0 w 669"/>
                  <a:gd name="T3" fmla="*/ 0 h 1339"/>
                  <a:gd name="T4" fmla="*/ 0 w 669"/>
                  <a:gd name="T5" fmla="*/ 0 h 1339"/>
                  <a:gd name="T6" fmla="*/ 0 w 669"/>
                  <a:gd name="T7" fmla="*/ 0 h 1339"/>
                  <a:gd name="T8" fmla="*/ 0 w 669"/>
                  <a:gd name="T9" fmla="*/ 0 h 1339"/>
                  <a:gd name="T10" fmla="*/ 0 w 669"/>
                  <a:gd name="T11" fmla="*/ 0 h 1339"/>
                  <a:gd name="T12" fmla="*/ 0 w 669"/>
                  <a:gd name="T13" fmla="*/ 0 h 1339"/>
                  <a:gd name="T14" fmla="*/ 0 w 669"/>
                  <a:gd name="T15" fmla="*/ 0 h 1339"/>
                  <a:gd name="T16" fmla="*/ 0 w 669"/>
                  <a:gd name="T17" fmla="*/ 0 h 1339"/>
                  <a:gd name="T18" fmla="*/ 0 w 669"/>
                  <a:gd name="T19" fmla="*/ 0 h 1339"/>
                  <a:gd name="T20" fmla="*/ 0 w 669"/>
                  <a:gd name="T21" fmla="*/ 0 h 1339"/>
                  <a:gd name="T22" fmla="*/ 0 w 669"/>
                  <a:gd name="T23" fmla="*/ 0 h 1339"/>
                  <a:gd name="T24" fmla="*/ 0 w 669"/>
                  <a:gd name="T25" fmla="*/ 0 h 1339"/>
                  <a:gd name="T26" fmla="*/ 0 w 669"/>
                  <a:gd name="T27" fmla="*/ 0 h 133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9"/>
                  <a:gd name="T43" fmla="*/ 0 h 1339"/>
                  <a:gd name="T44" fmla="*/ 669 w 669"/>
                  <a:gd name="T45" fmla="*/ 1339 h 133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9" h="1339">
                    <a:moveTo>
                      <a:pt x="38" y="0"/>
                    </a:moveTo>
                    <a:lnTo>
                      <a:pt x="117" y="261"/>
                    </a:lnTo>
                    <a:lnTo>
                      <a:pt x="500" y="972"/>
                    </a:lnTo>
                    <a:lnTo>
                      <a:pt x="669" y="1156"/>
                    </a:lnTo>
                    <a:lnTo>
                      <a:pt x="669" y="1239"/>
                    </a:lnTo>
                    <a:lnTo>
                      <a:pt x="540" y="1339"/>
                    </a:lnTo>
                    <a:lnTo>
                      <a:pt x="460" y="1303"/>
                    </a:lnTo>
                    <a:lnTo>
                      <a:pt x="460" y="1008"/>
                    </a:lnTo>
                    <a:lnTo>
                      <a:pt x="335" y="773"/>
                    </a:lnTo>
                    <a:lnTo>
                      <a:pt x="195" y="513"/>
                    </a:lnTo>
                    <a:lnTo>
                      <a:pt x="78" y="295"/>
                    </a:lnTo>
                    <a:lnTo>
                      <a:pt x="26" y="166"/>
                    </a:lnTo>
                    <a:lnTo>
                      <a:pt x="0" y="64"/>
                    </a:lnTo>
                    <a:lnTo>
                      <a:pt x="3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5" name="Freeform 568">
                <a:extLst>
                  <a:ext uri="{FF2B5EF4-FFF2-40B4-BE49-F238E27FC236}">
                    <a16:creationId xmlns:a16="http://schemas.microsoft.com/office/drawing/2014/main" id="{2F7CBAAA-4B3C-448C-6BDB-C528A6F3CFEE}"/>
                  </a:ext>
                </a:extLst>
              </p:cNvPr>
              <p:cNvSpPr>
                <a:spLocks/>
              </p:cNvSpPr>
              <p:nvPr/>
            </p:nvSpPr>
            <p:spPr bwMode="auto">
              <a:xfrm>
                <a:off x="957" y="3817"/>
                <a:ext cx="117" cy="408"/>
              </a:xfrm>
              <a:custGeom>
                <a:avLst/>
                <a:gdLst>
                  <a:gd name="T0" fmla="*/ 0 w 1169"/>
                  <a:gd name="T1" fmla="*/ 0 h 4083"/>
                  <a:gd name="T2" fmla="*/ 0 w 1169"/>
                  <a:gd name="T3" fmla="*/ 0 h 4083"/>
                  <a:gd name="T4" fmla="*/ 0 w 1169"/>
                  <a:gd name="T5" fmla="*/ 0 h 4083"/>
                  <a:gd name="T6" fmla="*/ 0 w 1169"/>
                  <a:gd name="T7" fmla="*/ 0 h 4083"/>
                  <a:gd name="T8" fmla="*/ 0 w 1169"/>
                  <a:gd name="T9" fmla="*/ 0 h 4083"/>
                  <a:gd name="T10" fmla="*/ 0 w 1169"/>
                  <a:gd name="T11" fmla="*/ 0 h 4083"/>
                  <a:gd name="T12" fmla="*/ 0 w 1169"/>
                  <a:gd name="T13" fmla="*/ 0 h 4083"/>
                  <a:gd name="T14" fmla="*/ 0 w 1169"/>
                  <a:gd name="T15" fmla="*/ 0 h 4083"/>
                  <a:gd name="T16" fmla="*/ 0 w 1169"/>
                  <a:gd name="T17" fmla="*/ 0 h 4083"/>
                  <a:gd name="T18" fmla="*/ 0 w 1169"/>
                  <a:gd name="T19" fmla="*/ 0 h 4083"/>
                  <a:gd name="T20" fmla="*/ 0 w 1169"/>
                  <a:gd name="T21" fmla="*/ 0 h 4083"/>
                  <a:gd name="T22" fmla="*/ 0 w 1169"/>
                  <a:gd name="T23" fmla="*/ 0 h 4083"/>
                  <a:gd name="T24" fmla="*/ 0 w 1169"/>
                  <a:gd name="T25" fmla="*/ 0 h 4083"/>
                  <a:gd name="T26" fmla="*/ 0 w 1169"/>
                  <a:gd name="T27" fmla="*/ 0 h 4083"/>
                  <a:gd name="T28" fmla="*/ 0 w 1169"/>
                  <a:gd name="T29" fmla="*/ 0 h 4083"/>
                  <a:gd name="T30" fmla="*/ 0 w 1169"/>
                  <a:gd name="T31" fmla="*/ 0 h 4083"/>
                  <a:gd name="T32" fmla="*/ 0 w 1169"/>
                  <a:gd name="T33" fmla="*/ 0 h 4083"/>
                  <a:gd name="T34" fmla="*/ 0 w 1169"/>
                  <a:gd name="T35" fmla="*/ 0 h 4083"/>
                  <a:gd name="T36" fmla="*/ 0 w 1169"/>
                  <a:gd name="T37" fmla="*/ 0 h 4083"/>
                  <a:gd name="T38" fmla="*/ 0 w 1169"/>
                  <a:gd name="T39" fmla="*/ 0 h 4083"/>
                  <a:gd name="T40" fmla="*/ 0 w 1169"/>
                  <a:gd name="T41" fmla="*/ 0 h 4083"/>
                  <a:gd name="T42" fmla="*/ 0 w 1169"/>
                  <a:gd name="T43" fmla="*/ 0 h 4083"/>
                  <a:gd name="T44" fmla="*/ 0 w 1169"/>
                  <a:gd name="T45" fmla="*/ 0 h 4083"/>
                  <a:gd name="T46" fmla="*/ 0 w 1169"/>
                  <a:gd name="T47" fmla="*/ 0 h 4083"/>
                  <a:gd name="T48" fmla="*/ 0 w 1169"/>
                  <a:gd name="T49" fmla="*/ 0 h 4083"/>
                  <a:gd name="T50" fmla="*/ 0 w 1169"/>
                  <a:gd name="T51" fmla="*/ 0 h 4083"/>
                  <a:gd name="T52" fmla="*/ 0 w 1169"/>
                  <a:gd name="T53" fmla="*/ 0 h 4083"/>
                  <a:gd name="T54" fmla="*/ 0 w 1169"/>
                  <a:gd name="T55" fmla="*/ 0 h 4083"/>
                  <a:gd name="T56" fmla="*/ 0 w 1169"/>
                  <a:gd name="T57" fmla="*/ 0 h 4083"/>
                  <a:gd name="T58" fmla="*/ 0 w 1169"/>
                  <a:gd name="T59" fmla="*/ 0 h 4083"/>
                  <a:gd name="T60" fmla="*/ 0 w 1169"/>
                  <a:gd name="T61" fmla="*/ 0 h 4083"/>
                  <a:gd name="T62" fmla="*/ 0 w 1169"/>
                  <a:gd name="T63" fmla="*/ 0 h 4083"/>
                  <a:gd name="T64" fmla="*/ 0 w 1169"/>
                  <a:gd name="T65" fmla="*/ 0 h 4083"/>
                  <a:gd name="T66" fmla="*/ 0 w 1169"/>
                  <a:gd name="T67" fmla="*/ 0 h 4083"/>
                  <a:gd name="T68" fmla="*/ 0 w 1169"/>
                  <a:gd name="T69" fmla="*/ 0 h 4083"/>
                  <a:gd name="T70" fmla="*/ 0 w 1169"/>
                  <a:gd name="T71" fmla="*/ 0 h 4083"/>
                  <a:gd name="T72" fmla="*/ 0 w 1169"/>
                  <a:gd name="T73" fmla="*/ 0 h 4083"/>
                  <a:gd name="T74" fmla="*/ 0 w 1169"/>
                  <a:gd name="T75" fmla="*/ 0 h 4083"/>
                  <a:gd name="T76" fmla="*/ 0 w 1169"/>
                  <a:gd name="T77" fmla="*/ 0 h 4083"/>
                  <a:gd name="T78" fmla="*/ 0 w 1169"/>
                  <a:gd name="T79" fmla="*/ 0 h 4083"/>
                  <a:gd name="T80" fmla="*/ 0 w 1169"/>
                  <a:gd name="T81" fmla="*/ 0 h 4083"/>
                  <a:gd name="T82" fmla="*/ 0 w 1169"/>
                  <a:gd name="T83" fmla="*/ 0 h 4083"/>
                  <a:gd name="T84" fmla="*/ 0 w 1169"/>
                  <a:gd name="T85" fmla="*/ 0 h 4083"/>
                  <a:gd name="T86" fmla="*/ 0 w 1169"/>
                  <a:gd name="T87" fmla="*/ 0 h 4083"/>
                  <a:gd name="T88" fmla="*/ 0 w 1169"/>
                  <a:gd name="T89" fmla="*/ 0 h 4083"/>
                  <a:gd name="T90" fmla="*/ 0 w 1169"/>
                  <a:gd name="T91" fmla="*/ 0 h 408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169"/>
                  <a:gd name="T139" fmla="*/ 0 h 4083"/>
                  <a:gd name="T140" fmla="*/ 1169 w 1169"/>
                  <a:gd name="T141" fmla="*/ 4083 h 408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169" h="4083">
                    <a:moveTo>
                      <a:pt x="0" y="18"/>
                    </a:moveTo>
                    <a:lnTo>
                      <a:pt x="229" y="394"/>
                    </a:lnTo>
                    <a:lnTo>
                      <a:pt x="584" y="944"/>
                    </a:lnTo>
                    <a:lnTo>
                      <a:pt x="836" y="1304"/>
                    </a:lnTo>
                    <a:lnTo>
                      <a:pt x="997" y="1562"/>
                    </a:lnTo>
                    <a:lnTo>
                      <a:pt x="1060" y="1733"/>
                    </a:lnTo>
                    <a:lnTo>
                      <a:pt x="1118" y="1971"/>
                    </a:lnTo>
                    <a:lnTo>
                      <a:pt x="1118" y="2179"/>
                    </a:lnTo>
                    <a:lnTo>
                      <a:pt x="1073" y="2333"/>
                    </a:lnTo>
                    <a:lnTo>
                      <a:pt x="984" y="2455"/>
                    </a:lnTo>
                    <a:lnTo>
                      <a:pt x="836" y="2558"/>
                    </a:lnTo>
                    <a:lnTo>
                      <a:pt x="638" y="2590"/>
                    </a:lnTo>
                    <a:lnTo>
                      <a:pt x="638" y="2386"/>
                    </a:lnTo>
                    <a:lnTo>
                      <a:pt x="520" y="2044"/>
                    </a:lnTo>
                    <a:lnTo>
                      <a:pt x="493" y="1733"/>
                    </a:lnTo>
                    <a:lnTo>
                      <a:pt x="440" y="1613"/>
                    </a:lnTo>
                    <a:lnTo>
                      <a:pt x="120" y="1495"/>
                    </a:lnTo>
                    <a:lnTo>
                      <a:pt x="412" y="1635"/>
                    </a:lnTo>
                    <a:lnTo>
                      <a:pt x="455" y="1819"/>
                    </a:lnTo>
                    <a:lnTo>
                      <a:pt x="305" y="2111"/>
                    </a:lnTo>
                    <a:lnTo>
                      <a:pt x="187" y="2919"/>
                    </a:lnTo>
                    <a:lnTo>
                      <a:pt x="334" y="2164"/>
                    </a:lnTo>
                    <a:lnTo>
                      <a:pt x="412" y="2059"/>
                    </a:lnTo>
                    <a:lnTo>
                      <a:pt x="531" y="2215"/>
                    </a:lnTo>
                    <a:lnTo>
                      <a:pt x="584" y="2406"/>
                    </a:lnTo>
                    <a:lnTo>
                      <a:pt x="507" y="2694"/>
                    </a:lnTo>
                    <a:lnTo>
                      <a:pt x="705" y="2814"/>
                    </a:lnTo>
                    <a:lnTo>
                      <a:pt x="836" y="3159"/>
                    </a:lnTo>
                    <a:lnTo>
                      <a:pt x="997" y="3365"/>
                    </a:lnTo>
                    <a:lnTo>
                      <a:pt x="997" y="3549"/>
                    </a:lnTo>
                    <a:lnTo>
                      <a:pt x="836" y="4083"/>
                    </a:lnTo>
                    <a:lnTo>
                      <a:pt x="944" y="3930"/>
                    </a:lnTo>
                    <a:lnTo>
                      <a:pt x="1073" y="3397"/>
                    </a:lnTo>
                    <a:lnTo>
                      <a:pt x="1035" y="3261"/>
                    </a:lnTo>
                    <a:lnTo>
                      <a:pt x="931" y="3123"/>
                    </a:lnTo>
                    <a:lnTo>
                      <a:pt x="853" y="2935"/>
                    </a:lnTo>
                    <a:lnTo>
                      <a:pt x="1035" y="2694"/>
                    </a:lnTo>
                    <a:lnTo>
                      <a:pt x="1169" y="2350"/>
                    </a:lnTo>
                    <a:lnTo>
                      <a:pt x="1169" y="1988"/>
                    </a:lnTo>
                    <a:lnTo>
                      <a:pt x="1092" y="1684"/>
                    </a:lnTo>
                    <a:lnTo>
                      <a:pt x="956" y="1391"/>
                    </a:lnTo>
                    <a:lnTo>
                      <a:pt x="600" y="877"/>
                    </a:lnTo>
                    <a:lnTo>
                      <a:pt x="267" y="378"/>
                    </a:lnTo>
                    <a:lnTo>
                      <a:pt x="133" y="189"/>
                    </a:lnTo>
                    <a:lnTo>
                      <a:pt x="29" y="0"/>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6" name="Freeform 569">
                <a:extLst>
                  <a:ext uri="{FF2B5EF4-FFF2-40B4-BE49-F238E27FC236}">
                    <a16:creationId xmlns:a16="http://schemas.microsoft.com/office/drawing/2014/main" id="{84DC28A1-5435-B635-0D9B-48783ED9AA00}"/>
                  </a:ext>
                </a:extLst>
              </p:cNvPr>
              <p:cNvSpPr>
                <a:spLocks/>
              </p:cNvSpPr>
              <p:nvPr/>
            </p:nvSpPr>
            <p:spPr bwMode="auto">
              <a:xfrm>
                <a:off x="609" y="3788"/>
                <a:ext cx="303" cy="508"/>
              </a:xfrm>
              <a:custGeom>
                <a:avLst/>
                <a:gdLst>
                  <a:gd name="T0" fmla="*/ 0 w 3030"/>
                  <a:gd name="T1" fmla="*/ 0 h 5080"/>
                  <a:gd name="T2" fmla="*/ 0 w 3030"/>
                  <a:gd name="T3" fmla="*/ 0 h 5080"/>
                  <a:gd name="T4" fmla="*/ 0 w 3030"/>
                  <a:gd name="T5" fmla="*/ 0 h 5080"/>
                  <a:gd name="T6" fmla="*/ 0 w 3030"/>
                  <a:gd name="T7" fmla="*/ 0 h 5080"/>
                  <a:gd name="T8" fmla="*/ 0 w 3030"/>
                  <a:gd name="T9" fmla="*/ 0 h 5080"/>
                  <a:gd name="T10" fmla="*/ 0 w 3030"/>
                  <a:gd name="T11" fmla="*/ 0 h 5080"/>
                  <a:gd name="T12" fmla="*/ 0 w 3030"/>
                  <a:gd name="T13" fmla="*/ 0 h 5080"/>
                  <a:gd name="T14" fmla="*/ 0 w 3030"/>
                  <a:gd name="T15" fmla="*/ 0 h 5080"/>
                  <a:gd name="T16" fmla="*/ 0 w 3030"/>
                  <a:gd name="T17" fmla="*/ 0 h 5080"/>
                  <a:gd name="T18" fmla="*/ 0 w 3030"/>
                  <a:gd name="T19" fmla="*/ 0 h 5080"/>
                  <a:gd name="T20" fmla="*/ 0 w 3030"/>
                  <a:gd name="T21" fmla="*/ 0 h 5080"/>
                  <a:gd name="T22" fmla="*/ 0 w 3030"/>
                  <a:gd name="T23" fmla="*/ 0 h 5080"/>
                  <a:gd name="T24" fmla="*/ 0 w 3030"/>
                  <a:gd name="T25" fmla="*/ 0 h 5080"/>
                  <a:gd name="T26" fmla="*/ 0 w 3030"/>
                  <a:gd name="T27" fmla="*/ 0 h 5080"/>
                  <a:gd name="T28" fmla="*/ 0 w 3030"/>
                  <a:gd name="T29" fmla="*/ 0 h 5080"/>
                  <a:gd name="T30" fmla="*/ 0 w 3030"/>
                  <a:gd name="T31" fmla="*/ 0 h 5080"/>
                  <a:gd name="T32" fmla="*/ 0 w 3030"/>
                  <a:gd name="T33" fmla="*/ 0 h 5080"/>
                  <a:gd name="T34" fmla="*/ 0 w 3030"/>
                  <a:gd name="T35" fmla="*/ 0 h 5080"/>
                  <a:gd name="T36" fmla="*/ 0 w 3030"/>
                  <a:gd name="T37" fmla="*/ 0 h 5080"/>
                  <a:gd name="T38" fmla="*/ 0 w 3030"/>
                  <a:gd name="T39" fmla="*/ 0 h 5080"/>
                  <a:gd name="T40" fmla="*/ 0 w 3030"/>
                  <a:gd name="T41" fmla="*/ 0 h 5080"/>
                  <a:gd name="T42" fmla="*/ 0 w 3030"/>
                  <a:gd name="T43" fmla="*/ 0 h 5080"/>
                  <a:gd name="T44" fmla="*/ 0 w 3030"/>
                  <a:gd name="T45" fmla="*/ 0 h 5080"/>
                  <a:gd name="T46" fmla="*/ 0 w 3030"/>
                  <a:gd name="T47" fmla="*/ 0 h 5080"/>
                  <a:gd name="T48" fmla="*/ 0 w 3030"/>
                  <a:gd name="T49" fmla="*/ 0 h 5080"/>
                  <a:gd name="T50" fmla="*/ 0 w 3030"/>
                  <a:gd name="T51" fmla="*/ 0 h 5080"/>
                  <a:gd name="T52" fmla="*/ 0 w 3030"/>
                  <a:gd name="T53" fmla="*/ 0 h 5080"/>
                  <a:gd name="T54" fmla="*/ 0 w 3030"/>
                  <a:gd name="T55" fmla="*/ 0 h 5080"/>
                  <a:gd name="T56" fmla="*/ 0 w 3030"/>
                  <a:gd name="T57" fmla="*/ 0 h 5080"/>
                  <a:gd name="T58" fmla="*/ 0 w 3030"/>
                  <a:gd name="T59" fmla="*/ 0 h 5080"/>
                  <a:gd name="T60" fmla="*/ 0 w 3030"/>
                  <a:gd name="T61" fmla="*/ 0 h 5080"/>
                  <a:gd name="T62" fmla="*/ 0 w 3030"/>
                  <a:gd name="T63" fmla="*/ 0 h 5080"/>
                  <a:gd name="T64" fmla="*/ 0 w 3030"/>
                  <a:gd name="T65" fmla="*/ 0 h 5080"/>
                  <a:gd name="T66" fmla="*/ 0 w 3030"/>
                  <a:gd name="T67" fmla="*/ 0 h 5080"/>
                  <a:gd name="T68" fmla="*/ 0 w 3030"/>
                  <a:gd name="T69" fmla="*/ 0 h 5080"/>
                  <a:gd name="T70" fmla="*/ 0 w 3030"/>
                  <a:gd name="T71" fmla="*/ 0 h 5080"/>
                  <a:gd name="T72" fmla="*/ 0 w 3030"/>
                  <a:gd name="T73" fmla="*/ 0 h 5080"/>
                  <a:gd name="T74" fmla="*/ 0 w 3030"/>
                  <a:gd name="T75" fmla="*/ 0 h 5080"/>
                  <a:gd name="T76" fmla="*/ 0 w 3030"/>
                  <a:gd name="T77" fmla="*/ 0 h 5080"/>
                  <a:gd name="T78" fmla="*/ 0 w 3030"/>
                  <a:gd name="T79" fmla="*/ 0 h 5080"/>
                  <a:gd name="T80" fmla="*/ 0 w 3030"/>
                  <a:gd name="T81" fmla="*/ 0 h 5080"/>
                  <a:gd name="T82" fmla="*/ 0 w 3030"/>
                  <a:gd name="T83" fmla="*/ 0 h 5080"/>
                  <a:gd name="T84" fmla="*/ 0 w 3030"/>
                  <a:gd name="T85" fmla="*/ 0 h 5080"/>
                  <a:gd name="T86" fmla="*/ 0 w 3030"/>
                  <a:gd name="T87" fmla="*/ 0 h 5080"/>
                  <a:gd name="T88" fmla="*/ 0 w 3030"/>
                  <a:gd name="T89" fmla="*/ 0 h 5080"/>
                  <a:gd name="T90" fmla="*/ 0 w 3030"/>
                  <a:gd name="T91" fmla="*/ 0 h 508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030"/>
                  <a:gd name="T139" fmla="*/ 0 h 5080"/>
                  <a:gd name="T140" fmla="*/ 3030 w 3030"/>
                  <a:gd name="T141" fmla="*/ 5080 h 508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030" h="5080">
                    <a:moveTo>
                      <a:pt x="150" y="0"/>
                    </a:moveTo>
                    <a:lnTo>
                      <a:pt x="69" y="343"/>
                    </a:lnTo>
                    <a:lnTo>
                      <a:pt x="0" y="857"/>
                    </a:lnTo>
                    <a:lnTo>
                      <a:pt x="0" y="1307"/>
                    </a:lnTo>
                    <a:lnTo>
                      <a:pt x="50" y="1749"/>
                    </a:lnTo>
                    <a:lnTo>
                      <a:pt x="188" y="2261"/>
                    </a:lnTo>
                    <a:lnTo>
                      <a:pt x="480" y="3104"/>
                    </a:lnTo>
                    <a:lnTo>
                      <a:pt x="1022" y="4613"/>
                    </a:lnTo>
                    <a:lnTo>
                      <a:pt x="1156" y="4766"/>
                    </a:lnTo>
                    <a:lnTo>
                      <a:pt x="1156" y="4924"/>
                    </a:lnTo>
                    <a:lnTo>
                      <a:pt x="1274" y="5080"/>
                    </a:lnTo>
                    <a:lnTo>
                      <a:pt x="3030" y="5080"/>
                    </a:lnTo>
                    <a:lnTo>
                      <a:pt x="2246" y="4305"/>
                    </a:lnTo>
                    <a:lnTo>
                      <a:pt x="2128" y="4237"/>
                    </a:lnTo>
                    <a:lnTo>
                      <a:pt x="2007" y="4202"/>
                    </a:lnTo>
                    <a:lnTo>
                      <a:pt x="1822" y="4169"/>
                    </a:lnTo>
                    <a:lnTo>
                      <a:pt x="1755" y="4135"/>
                    </a:lnTo>
                    <a:lnTo>
                      <a:pt x="1702" y="4068"/>
                    </a:lnTo>
                    <a:lnTo>
                      <a:pt x="1702" y="4015"/>
                    </a:lnTo>
                    <a:lnTo>
                      <a:pt x="1715" y="3979"/>
                    </a:lnTo>
                    <a:lnTo>
                      <a:pt x="1766" y="3928"/>
                    </a:lnTo>
                    <a:lnTo>
                      <a:pt x="1848" y="3928"/>
                    </a:lnTo>
                    <a:lnTo>
                      <a:pt x="1942" y="3964"/>
                    </a:lnTo>
                    <a:lnTo>
                      <a:pt x="2096" y="4047"/>
                    </a:lnTo>
                    <a:lnTo>
                      <a:pt x="1916" y="3894"/>
                    </a:lnTo>
                    <a:lnTo>
                      <a:pt x="1778" y="3811"/>
                    </a:lnTo>
                    <a:lnTo>
                      <a:pt x="1636" y="3758"/>
                    </a:lnTo>
                    <a:lnTo>
                      <a:pt x="851" y="3566"/>
                    </a:lnTo>
                    <a:lnTo>
                      <a:pt x="705" y="3483"/>
                    </a:lnTo>
                    <a:lnTo>
                      <a:pt x="639" y="3362"/>
                    </a:lnTo>
                    <a:lnTo>
                      <a:pt x="609" y="3225"/>
                    </a:lnTo>
                    <a:lnTo>
                      <a:pt x="622" y="3087"/>
                    </a:lnTo>
                    <a:lnTo>
                      <a:pt x="667" y="3000"/>
                    </a:lnTo>
                    <a:lnTo>
                      <a:pt x="747" y="2984"/>
                    </a:lnTo>
                    <a:lnTo>
                      <a:pt x="851" y="2984"/>
                    </a:lnTo>
                    <a:lnTo>
                      <a:pt x="1727" y="3256"/>
                    </a:lnTo>
                    <a:lnTo>
                      <a:pt x="1090" y="2984"/>
                    </a:lnTo>
                    <a:lnTo>
                      <a:pt x="760" y="2780"/>
                    </a:lnTo>
                    <a:lnTo>
                      <a:pt x="518" y="2556"/>
                    </a:lnTo>
                    <a:lnTo>
                      <a:pt x="305" y="2230"/>
                    </a:lnTo>
                    <a:lnTo>
                      <a:pt x="158" y="1870"/>
                    </a:lnTo>
                    <a:lnTo>
                      <a:pt x="50" y="1490"/>
                    </a:lnTo>
                    <a:lnTo>
                      <a:pt x="12" y="1097"/>
                    </a:lnTo>
                    <a:lnTo>
                      <a:pt x="29" y="805"/>
                    </a:lnTo>
                    <a:lnTo>
                      <a:pt x="69" y="443"/>
                    </a:lnTo>
                    <a:lnTo>
                      <a:pt x="1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7" name="Freeform 570">
                <a:extLst>
                  <a:ext uri="{FF2B5EF4-FFF2-40B4-BE49-F238E27FC236}">
                    <a16:creationId xmlns:a16="http://schemas.microsoft.com/office/drawing/2014/main" id="{B98044FC-835C-0555-A0A8-632F4FA3EDD9}"/>
                  </a:ext>
                </a:extLst>
              </p:cNvPr>
              <p:cNvSpPr>
                <a:spLocks/>
              </p:cNvSpPr>
              <p:nvPr/>
            </p:nvSpPr>
            <p:spPr bwMode="auto">
              <a:xfrm>
                <a:off x="941" y="4169"/>
                <a:ext cx="221" cy="127"/>
              </a:xfrm>
              <a:custGeom>
                <a:avLst/>
                <a:gdLst>
                  <a:gd name="T0" fmla="*/ 0 w 2208"/>
                  <a:gd name="T1" fmla="*/ 0 h 1269"/>
                  <a:gd name="T2" fmla="*/ 0 w 2208"/>
                  <a:gd name="T3" fmla="*/ 0 h 1269"/>
                  <a:gd name="T4" fmla="*/ 0 w 2208"/>
                  <a:gd name="T5" fmla="*/ 0 h 1269"/>
                  <a:gd name="T6" fmla="*/ 0 w 2208"/>
                  <a:gd name="T7" fmla="*/ 0 h 1269"/>
                  <a:gd name="T8" fmla="*/ 0 w 2208"/>
                  <a:gd name="T9" fmla="*/ 0 h 1269"/>
                  <a:gd name="T10" fmla="*/ 0 w 2208"/>
                  <a:gd name="T11" fmla="*/ 0 h 1269"/>
                  <a:gd name="T12" fmla="*/ 0 w 2208"/>
                  <a:gd name="T13" fmla="*/ 0 h 1269"/>
                  <a:gd name="T14" fmla="*/ 0 w 2208"/>
                  <a:gd name="T15" fmla="*/ 0 h 1269"/>
                  <a:gd name="T16" fmla="*/ 0 w 2208"/>
                  <a:gd name="T17" fmla="*/ 0 h 1269"/>
                  <a:gd name="T18" fmla="*/ 0 w 2208"/>
                  <a:gd name="T19" fmla="*/ 0 h 1269"/>
                  <a:gd name="T20" fmla="*/ 0 w 2208"/>
                  <a:gd name="T21" fmla="*/ 0 h 1269"/>
                  <a:gd name="T22" fmla="*/ 0 w 2208"/>
                  <a:gd name="T23" fmla="*/ 0 h 1269"/>
                  <a:gd name="T24" fmla="*/ 0 w 2208"/>
                  <a:gd name="T25" fmla="*/ 0 h 1269"/>
                  <a:gd name="T26" fmla="*/ 0 w 2208"/>
                  <a:gd name="T27" fmla="*/ 0 h 1269"/>
                  <a:gd name="T28" fmla="*/ 0 w 2208"/>
                  <a:gd name="T29" fmla="*/ 0 h 1269"/>
                  <a:gd name="T30" fmla="*/ 0 w 2208"/>
                  <a:gd name="T31" fmla="*/ 0 h 1269"/>
                  <a:gd name="T32" fmla="*/ 0 w 2208"/>
                  <a:gd name="T33" fmla="*/ 0 h 1269"/>
                  <a:gd name="T34" fmla="*/ 0 w 2208"/>
                  <a:gd name="T35" fmla="*/ 0 h 1269"/>
                  <a:gd name="T36" fmla="*/ 0 w 2208"/>
                  <a:gd name="T37" fmla="*/ 0 h 1269"/>
                  <a:gd name="T38" fmla="*/ 0 w 2208"/>
                  <a:gd name="T39" fmla="*/ 0 h 1269"/>
                  <a:gd name="T40" fmla="*/ 0 w 2208"/>
                  <a:gd name="T41" fmla="*/ 0 h 1269"/>
                  <a:gd name="T42" fmla="*/ 0 w 2208"/>
                  <a:gd name="T43" fmla="*/ 0 h 126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208"/>
                  <a:gd name="T67" fmla="*/ 0 h 1269"/>
                  <a:gd name="T68" fmla="*/ 2208 w 2208"/>
                  <a:gd name="T69" fmla="*/ 1269 h 126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208" h="1269">
                    <a:moveTo>
                      <a:pt x="1210" y="0"/>
                    </a:moveTo>
                    <a:lnTo>
                      <a:pt x="1503" y="236"/>
                    </a:lnTo>
                    <a:lnTo>
                      <a:pt x="1783" y="515"/>
                    </a:lnTo>
                    <a:lnTo>
                      <a:pt x="2007" y="802"/>
                    </a:lnTo>
                    <a:lnTo>
                      <a:pt x="2176" y="1113"/>
                    </a:lnTo>
                    <a:lnTo>
                      <a:pt x="2208" y="1199"/>
                    </a:lnTo>
                    <a:lnTo>
                      <a:pt x="2208" y="1269"/>
                    </a:lnTo>
                    <a:lnTo>
                      <a:pt x="0" y="1269"/>
                    </a:lnTo>
                    <a:lnTo>
                      <a:pt x="239" y="1163"/>
                    </a:lnTo>
                    <a:lnTo>
                      <a:pt x="531" y="955"/>
                    </a:lnTo>
                    <a:lnTo>
                      <a:pt x="864" y="682"/>
                    </a:lnTo>
                    <a:lnTo>
                      <a:pt x="1075" y="324"/>
                    </a:lnTo>
                    <a:lnTo>
                      <a:pt x="1090" y="426"/>
                    </a:lnTo>
                    <a:lnTo>
                      <a:pt x="982" y="682"/>
                    </a:lnTo>
                    <a:lnTo>
                      <a:pt x="1768" y="1095"/>
                    </a:lnTo>
                    <a:lnTo>
                      <a:pt x="1808" y="955"/>
                    </a:lnTo>
                    <a:lnTo>
                      <a:pt x="1808" y="839"/>
                    </a:lnTo>
                    <a:lnTo>
                      <a:pt x="1783" y="704"/>
                    </a:lnTo>
                    <a:lnTo>
                      <a:pt x="1674" y="494"/>
                    </a:lnTo>
                    <a:lnTo>
                      <a:pt x="1516" y="324"/>
                    </a:lnTo>
                    <a:lnTo>
                      <a:pt x="1344" y="131"/>
                    </a:lnTo>
                    <a:lnTo>
                      <a:pt x="12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8" name="Freeform 571">
                <a:extLst>
                  <a:ext uri="{FF2B5EF4-FFF2-40B4-BE49-F238E27FC236}">
                    <a16:creationId xmlns:a16="http://schemas.microsoft.com/office/drawing/2014/main" id="{13E159F5-78C3-16CD-4A5E-199E34C4BBF3}"/>
                  </a:ext>
                </a:extLst>
              </p:cNvPr>
              <p:cNvSpPr>
                <a:spLocks/>
              </p:cNvSpPr>
              <p:nvPr/>
            </p:nvSpPr>
            <p:spPr bwMode="auto">
              <a:xfrm>
                <a:off x="810" y="3987"/>
                <a:ext cx="91" cy="152"/>
              </a:xfrm>
              <a:custGeom>
                <a:avLst/>
                <a:gdLst>
                  <a:gd name="T0" fmla="*/ 0 w 915"/>
                  <a:gd name="T1" fmla="*/ 0 h 1527"/>
                  <a:gd name="T2" fmla="*/ 0 w 915"/>
                  <a:gd name="T3" fmla="*/ 0 h 1527"/>
                  <a:gd name="T4" fmla="*/ 0 w 915"/>
                  <a:gd name="T5" fmla="*/ 0 h 1527"/>
                  <a:gd name="T6" fmla="*/ 0 w 915"/>
                  <a:gd name="T7" fmla="*/ 0 h 1527"/>
                  <a:gd name="T8" fmla="*/ 0 w 915"/>
                  <a:gd name="T9" fmla="*/ 0 h 1527"/>
                  <a:gd name="T10" fmla="*/ 0 w 915"/>
                  <a:gd name="T11" fmla="*/ 0 h 1527"/>
                  <a:gd name="T12" fmla="*/ 0 w 915"/>
                  <a:gd name="T13" fmla="*/ 0 h 1527"/>
                  <a:gd name="T14" fmla="*/ 0 w 915"/>
                  <a:gd name="T15" fmla="*/ 0 h 1527"/>
                  <a:gd name="T16" fmla="*/ 0 60000 65536"/>
                  <a:gd name="T17" fmla="*/ 0 60000 65536"/>
                  <a:gd name="T18" fmla="*/ 0 60000 65536"/>
                  <a:gd name="T19" fmla="*/ 0 60000 65536"/>
                  <a:gd name="T20" fmla="*/ 0 60000 65536"/>
                  <a:gd name="T21" fmla="*/ 0 60000 65536"/>
                  <a:gd name="T22" fmla="*/ 0 60000 65536"/>
                  <a:gd name="T23" fmla="*/ 0 60000 65536"/>
                  <a:gd name="T24" fmla="*/ 0 w 915"/>
                  <a:gd name="T25" fmla="*/ 0 h 1527"/>
                  <a:gd name="T26" fmla="*/ 915 w 915"/>
                  <a:gd name="T27" fmla="*/ 1527 h 152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15" h="1527">
                    <a:moveTo>
                      <a:pt x="0" y="1527"/>
                    </a:moveTo>
                    <a:lnTo>
                      <a:pt x="53" y="1268"/>
                    </a:lnTo>
                    <a:lnTo>
                      <a:pt x="146" y="996"/>
                    </a:lnTo>
                    <a:lnTo>
                      <a:pt x="264" y="739"/>
                    </a:lnTo>
                    <a:lnTo>
                      <a:pt x="400" y="534"/>
                    </a:lnTo>
                    <a:lnTo>
                      <a:pt x="557" y="326"/>
                    </a:lnTo>
                    <a:lnTo>
                      <a:pt x="760" y="138"/>
                    </a:lnTo>
                    <a:lnTo>
                      <a:pt x="915"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299" name="Freeform 572">
                <a:extLst>
                  <a:ext uri="{FF2B5EF4-FFF2-40B4-BE49-F238E27FC236}">
                    <a16:creationId xmlns:a16="http://schemas.microsoft.com/office/drawing/2014/main" id="{BB42413E-AB80-6B14-747D-78CDA78B08D7}"/>
                  </a:ext>
                </a:extLst>
              </p:cNvPr>
              <p:cNvSpPr>
                <a:spLocks/>
              </p:cNvSpPr>
              <p:nvPr/>
            </p:nvSpPr>
            <p:spPr bwMode="auto">
              <a:xfrm>
                <a:off x="762" y="3831"/>
                <a:ext cx="132" cy="159"/>
              </a:xfrm>
              <a:custGeom>
                <a:avLst/>
                <a:gdLst>
                  <a:gd name="T0" fmla="*/ 0 w 1313"/>
                  <a:gd name="T1" fmla="*/ 0 h 1595"/>
                  <a:gd name="T2" fmla="*/ 0 w 1313"/>
                  <a:gd name="T3" fmla="*/ 0 h 1595"/>
                  <a:gd name="T4" fmla="*/ 0 w 1313"/>
                  <a:gd name="T5" fmla="*/ 0 h 1595"/>
                  <a:gd name="T6" fmla="*/ 0 w 1313"/>
                  <a:gd name="T7" fmla="*/ 0 h 1595"/>
                  <a:gd name="T8" fmla="*/ 0 w 1313"/>
                  <a:gd name="T9" fmla="*/ 0 h 1595"/>
                  <a:gd name="T10" fmla="*/ 0 w 1313"/>
                  <a:gd name="T11" fmla="*/ 0 h 1595"/>
                  <a:gd name="T12" fmla="*/ 0 w 1313"/>
                  <a:gd name="T13" fmla="*/ 0 h 1595"/>
                  <a:gd name="T14" fmla="*/ 0 60000 65536"/>
                  <a:gd name="T15" fmla="*/ 0 60000 65536"/>
                  <a:gd name="T16" fmla="*/ 0 60000 65536"/>
                  <a:gd name="T17" fmla="*/ 0 60000 65536"/>
                  <a:gd name="T18" fmla="*/ 0 60000 65536"/>
                  <a:gd name="T19" fmla="*/ 0 60000 65536"/>
                  <a:gd name="T20" fmla="*/ 0 60000 65536"/>
                  <a:gd name="T21" fmla="*/ 0 w 1313"/>
                  <a:gd name="T22" fmla="*/ 0 h 1595"/>
                  <a:gd name="T23" fmla="*/ 1313 w 1313"/>
                  <a:gd name="T24" fmla="*/ 1595 h 15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13" h="1595">
                    <a:moveTo>
                      <a:pt x="1313" y="1595"/>
                    </a:moveTo>
                    <a:lnTo>
                      <a:pt x="1073" y="1166"/>
                    </a:lnTo>
                    <a:lnTo>
                      <a:pt x="686" y="942"/>
                    </a:lnTo>
                    <a:lnTo>
                      <a:pt x="529" y="705"/>
                    </a:lnTo>
                    <a:lnTo>
                      <a:pt x="247" y="447"/>
                    </a:lnTo>
                    <a:lnTo>
                      <a:pt x="171" y="343"/>
                    </a:lnTo>
                    <a:lnTo>
                      <a:pt x="0"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00" name="Freeform 573">
                <a:extLst>
                  <a:ext uri="{FF2B5EF4-FFF2-40B4-BE49-F238E27FC236}">
                    <a16:creationId xmlns:a16="http://schemas.microsoft.com/office/drawing/2014/main" id="{023963EA-46EE-B0BC-4585-2049150BEB15}"/>
                  </a:ext>
                </a:extLst>
              </p:cNvPr>
              <p:cNvSpPr>
                <a:spLocks/>
              </p:cNvSpPr>
              <p:nvPr/>
            </p:nvSpPr>
            <p:spPr bwMode="auto">
              <a:xfrm>
                <a:off x="965" y="3662"/>
                <a:ext cx="301" cy="197"/>
              </a:xfrm>
              <a:custGeom>
                <a:avLst/>
                <a:gdLst>
                  <a:gd name="T0" fmla="*/ 0 w 3002"/>
                  <a:gd name="T1" fmla="*/ 0 h 1970"/>
                  <a:gd name="T2" fmla="*/ 0 w 3002"/>
                  <a:gd name="T3" fmla="*/ 0 h 1970"/>
                  <a:gd name="T4" fmla="*/ 0 w 3002"/>
                  <a:gd name="T5" fmla="*/ 0 h 1970"/>
                  <a:gd name="T6" fmla="*/ 0 w 3002"/>
                  <a:gd name="T7" fmla="*/ 0 h 1970"/>
                  <a:gd name="T8" fmla="*/ 0 w 3002"/>
                  <a:gd name="T9" fmla="*/ 0 h 1970"/>
                  <a:gd name="T10" fmla="*/ 0 w 3002"/>
                  <a:gd name="T11" fmla="*/ 0 h 1970"/>
                  <a:gd name="T12" fmla="*/ 0 w 3002"/>
                  <a:gd name="T13" fmla="*/ 0 h 1970"/>
                  <a:gd name="T14" fmla="*/ 0 w 3002"/>
                  <a:gd name="T15" fmla="*/ 0 h 1970"/>
                  <a:gd name="T16" fmla="*/ 0 w 3002"/>
                  <a:gd name="T17" fmla="*/ 0 h 1970"/>
                  <a:gd name="T18" fmla="*/ 0 w 3002"/>
                  <a:gd name="T19" fmla="*/ 0 h 1970"/>
                  <a:gd name="T20" fmla="*/ 0 w 3002"/>
                  <a:gd name="T21" fmla="*/ 0 h 1970"/>
                  <a:gd name="T22" fmla="*/ 0 w 3002"/>
                  <a:gd name="T23" fmla="*/ 0 h 1970"/>
                  <a:gd name="T24" fmla="*/ 0 w 3002"/>
                  <a:gd name="T25" fmla="*/ 0 h 1970"/>
                  <a:gd name="T26" fmla="*/ 0 w 3002"/>
                  <a:gd name="T27" fmla="*/ 0 h 1970"/>
                  <a:gd name="T28" fmla="*/ 0 w 3002"/>
                  <a:gd name="T29" fmla="*/ 0 h 1970"/>
                  <a:gd name="T30" fmla="*/ 0 w 3002"/>
                  <a:gd name="T31" fmla="*/ 0 h 1970"/>
                  <a:gd name="T32" fmla="*/ 0 w 3002"/>
                  <a:gd name="T33" fmla="*/ 0 h 1970"/>
                  <a:gd name="T34" fmla="*/ 0 w 3002"/>
                  <a:gd name="T35" fmla="*/ 0 h 1970"/>
                  <a:gd name="T36" fmla="*/ 0 w 3002"/>
                  <a:gd name="T37" fmla="*/ 0 h 1970"/>
                  <a:gd name="T38" fmla="*/ 0 w 3002"/>
                  <a:gd name="T39" fmla="*/ 0 h 1970"/>
                  <a:gd name="T40" fmla="*/ 0 w 3002"/>
                  <a:gd name="T41" fmla="*/ 0 h 197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02"/>
                  <a:gd name="T64" fmla="*/ 0 h 1970"/>
                  <a:gd name="T65" fmla="*/ 3002 w 3002"/>
                  <a:gd name="T66" fmla="*/ 1970 h 197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02" h="1970">
                    <a:moveTo>
                      <a:pt x="0" y="1648"/>
                    </a:moveTo>
                    <a:lnTo>
                      <a:pt x="1539" y="1267"/>
                    </a:lnTo>
                    <a:lnTo>
                      <a:pt x="1682" y="1167"/>
                    </a:lnTo>
                    <a:lnTo>
                      <a:pt x="1819" y="1108"/>
                    </a:lnTo>
                    <a:lnTo>
                      <a:pt x="2721" y="41"/>
                    </a:lnTo>
                    <a:lnTo>
                      <a:pt x="2799" y="0"/>
                    </a:lnTo>
                    <a:lnTo>
                      <a:pt x="2890" y="0"/>
                    </a:lnTo>
                    <a:lnTo>
                      <a:pt x="3002" y="83"/>
                    </a:lnTo>
                    <a:lnTo>
                      <a:pt x="2890" y="41"/>
                    </a:lnTo>
                    <a:lnTo>
                      <a:pt x="2828" y="41"/>
                    </a:lnTo>
                    <a:lnTo>
                      <a:pt x="2737" y="83"/>
                    </a:lnTo>
                    <a:lnTo>
                      <a:pt x="2549" y="344"/>
                    </a:lnTo>
                    <a:lnTo>
                      <a:pt x="2454" y="424"/>
                    </a:lnTo>
                    <a:lnTo>
                      <a:pt x="2426" y="484"/>
                    </a:lnTo>
                    <a:lnTo>
                      <a:pt x="2426" y="545"/>
                    </a:lnTo>
                    <a:lnTo>
                      <a:pt x="1990" y="1084"/>
                    </a:lnTo>
                    <a:lnTo>
                      <a:pt x="2454" y="746"/>
                    </a:lnTo>
                    <a:lnTo>
                      <a:pt x="2053" y="1229"/>
                    </a:lnTo>
                    <a:lnTo>
                      <a:pt x="2006" y="1328"/>
                    </a:lnTo>
                    <a:lnTo>
                      <a:pt x="203" y="1970"/>
                    </a:lnTo>
                    <a:lnTo>
                      <a:pt x="0" y="16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1" name="Freeform 574">
                <a:extLst>
                  <a:ext uri="{FF2B5EF4-FFF2-40B4-BE49-F238E27FC236}">
                    <a16:creationId xmlns:a16="http://schemas.microsoft.com/office/drawing/2014/main" id="{74357189-0CAD-78C1-0E89-91F565E82F72}"/>
                  </a:ext>
                </a:extLst>
              </p:cNvPr>
              <p:cNvSpPr>
                <a:spLocks/>
              </p:cNvSpPr>
              <p:nvPr/>
            </p:nvSpPr>
            <p:spPr bwMode="auto">
              <a:xfrm>
                <a:off x="1219" y="3668"/>
                <a:ext cx="56" cy="49"/>
              </a:xfrm>
              <a:custGeom>
                <a:avLst/>
                <a:gdLst>
                  <a:gd name="T0" fmla="*/ 0 w 560"/>
                  <a:gd name="T1" fmla="*/ 0 h 485"/>
                  <a:gd name="T2" fmla="*/ 0 w 560"/>
                  <a:gd name="T3" fmla="*/ 0 h 485"/>
                  <a:gd name="T4" fmla="*/ 0 w 560"/>
                  <a:gd name="T5" fmla="*/ 0 h 485"/>
                  <a:gd name="T6" fmla="*/ 0 w 560"/>
                  <a:gd name="T7" fmla="*/ 0 h 485"/>
                  <a:gd name="T8" fmla="*/ 0 w 560"/>
                  <a:gd name="T9" fmla="*/ 0 h 485"/>
                  <a:gd name="T10" fmla="*/ 0 w 560"/>
                  <a:gd name="T11" fmla="*/ 0 h 485"/>
                  <a:gd name="T12" fmla="*/ 0 60000 65536"/>
                  <a:gd name="T13" fmla="*/ 0 60000 65536"/>
                  <a:gd name="T14" fmla="*/ 0 60000 65536"/>
                  <a:gd name="T15" fmla="*/ 0 60000 65536"/>
                  <a:gd name="T16" fmla="*/ 0 60000 65536"/>
                  <a:gd name="T17" fmla="*/ 0 60000 65536"/>
                  <a:gd name="T18" fmla="*/ 0 w 560"/>
                  <a:gd name="T19" fmla="*/ 0 h 485"/>
                  <a:gd name="T20" fmla="*/ 560 w 560"/>
                  <a:gd name="T21" fmla="*/ 485 h 485"/>
                </a:gdLst>
                <a:ahLst/>
                <a:cxnLst>
                  <a:cxn ang="T12">
                    <a:pos x="T0" y="T1"/>
                  </a:cxn>
                  <a:cxn ang="T13">
                    <a:pos x="T2" y="T3"/>
                  </a:cxn>
                  <a:cxn ang="T14">
                    <a:pos x="T4" y="T5"/>
                  </a:cxn>
                  <a:cxn ang="T15">
                    <a:pos x="T6" y="T7"/>
                  </a:cxn>
                  <a:cxn ang="T16">
                    <a:pos x="T8" y="T9"/>
                  </a:cxn>
                  <a:cxn ang="T17">
                    <a:pos x="T10" y="T11"/>
                  </a:cxn>
                </a:cxnLst>
                <a:rect l="T18" t="T19" r="T20" b="T21"/>
                <a:pathLst>
                  <a:path w="560" h="485">
                    <a:moveTo>
                      <a:pt x="0" y="424"/>
                    </a:moveTo>
                    <a:lnTo>
                      <a:pt x="435" y="0"/>
                    </a:lnTo>
                    <a:lnTo>
                      <a:pt x="560" y="0"/>
                    </a:lnTo>
                    <a:lnTo>
                      <a:pt x="93" y="485"/>
                    </a:lnTo>
                    <a:lnTo>
                      <a:pt x="93" y="404"/>
                    </a:lnTo>
                    <a:lnTo>
                      <a:pt x="0" y="4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2" name="Freeform 575">
                <a:extLst>
                  <a:ext uri="{FF2B5EF4-FFF2-40B4-BE49-F238E27FC236}">
                    <a16:creationId xmlns:a16="http://schemas.microsoft.com/office/drawing/2014/main" id="{CBB5FBA5-5146-A0DA-D6C6-49AB619BCAAE}"/>
                  </a:ext>
                </a:extLst>
              </p:cNvPr>
              <p:cNvSpPr>
                <a:spLocks/>
              </p:cNvSpPr>
              <p:nvPr/>
            </p:nvSpPr>
            <p:spPr bwMode="auto">
              <a:xfrm>
                <a:off x="1012" y="3775"/>
                <a:ext cx="283" cy="132"/>
              </a:xfrm>
              <a:custGeom>
                <a:avLst/>
                <a:gdLst>
                  <a:gd name="T0" fmla="*/ 0 w 2833"/>
                  <a:gd name="T1" fmla="*/ 0 h 1325"/>
                  <a:gd name="T2" fmla="*/ 0 w 2833"/>
                  <a:gd name="T3" fmla="*/ 0 h 1325"/>
                  <a:gd name="T4" fmla="*/ 0 w 2833"/>
                  <a:gd name="T5" fmla="*/ 0 h 1325"/>
                  <a:gd name="T6" fmla="*/ 0 w 2833"/>
                  <a:gd name="T7" fmla="*/ 0 h 1325"/>
                  <a:gd name="T8" fmla="*/ 0 w 2833"/>
                  <a:gd name="T9" fmla="*/ 0 h 1325"/>
                  <a:gd name="T10" fmla="*/ 0 w 2833"/>
                  <a:gd name="T11" fmla="*/ 0 h 1325"/>
                  <a:gd name="T12" fmla="*/ 0 w 2833"/>
                  <a:gd name="T13" fmla="*/ 0 h 1325"/>
                  <a:gd name="T14" fmla="*/ 0 w 2833"/>
                  <a:gd name="T15" fmla="*/ 0 h 1325"/>
                  <a:gd name="T16" fmla="*/ 0 w 2833"/>
                  <a:gd name="T17" fmla="*/ 0 h 1325"/>
                  <a:gd name="T18" fmla="*/ 0 w 2833"/>
                  <a:gd name="T19" fmla="*/ 0 h 1325"/>
                  <a:gd name="T20" fmla="*/ 0 w 2833"/>
                  <a:gd name="T21" fmla="*/ 0 h 1325"/>
                  <a:gd name="T22" fmla="*/ 0 w 2833"/>
                  <a:gd name="T23" fmla="*/ 0 h 1325"/>
                  <a:gd name="T24" fmla="*/ 0 w 2833"/>
                  <a:gd name="T25" fmla="*/ 0 h 1325"/>
                  <a:gd name="T26" fmla="*/ 0 w 2833"/>
                  <a:gd name="T27" fmla="*/ 0 h 1325"/>
                  <a:gd name="T28" fmla="*/ 0 w 2833"/>
                  <a:gd name="T29" fmla="*/ 0 h 1325"/>
                  <a:gd name="T30" fmla="*/ 0 w 2833"/>
                  <a:gd name="T31" fmla="*/ 0 h 1325"/>
                  <a:gd name="T32" fmla="*/ 0 w 2833"/>
                  <a:gd name="T33" fmla="*/ 0 h 1325"/>
                  <a:gd name="T34" fmla="*/ 0 w 2833"/>
                  <a:gd name="T35" fmla="*/ 0 h 1325"/>
                  <a:gd name="T36" fmla="*/ 0 w 2833"/>
                  <a:gd name="T37" fmla="*/ 0 h 13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33"/>
                  <a:gd name="T58" fmla="*/ 0 h 1325"/>
                  <a:gd name="T59" fmla="*/ 2833 w 2833"/>
                  <a:gd name="T60" fmla="*/ 1325 h 13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33" h="1325">
                    <a:moveTo>
                      <a:pt x="63" y="1325"/>
                    </a:moveTo>
                    <a:lnTo>
                      <a:pt x="749" y="887"/>
                    </a:lnTo>
                    <a:lnTo>
                      <a:pt x="1262" y="663"/>
                    </a:lnTo>
                    <a:lnTo>
                      <a:pt x="1729" y="565"/>
                    </a:lnTo>
                    <a:lnTo>
                      <a:pt x="2130" y="523"/>
                    </a:lnTo>
                    <a:lnTo>
                      <a:pt x="2426" y="362"/>
                    </a:lnTo>
                    <a:lnTo>
                      <a:pt x="2833" y="0"/>
                    </a:lnTo>
                    <a:lnTo>
                      <a:pt x="2693" y="81"/>
                    </a:lnTo>
                    <a:lnTo>
                      <a:pt x="2582" y="81"/>
                    </a:lnTo>
                    <a:lnTo>
                      <a:pt x="2242" y="281"/>
                    </a:lnTo>
                    <a:lnTo>
                      <a:pt x="2178" y="402"/>
                    </a:lnTo>
                    <a:lnTo>
                      <a:pt x="2085" y="464"/>
                    </a:lnTo>
                    <a:lnTo>
                      <a:pt x="1884" y="501"/>
                    </a:lnTo>
                    <a:lnTo>
                      <a:pt x="1463" y="584"/>
                    </a:lnTo>
                    <a:lnTo>
                      <a:pt x="1218" y="646"/>
                    </a:lnTo>
                    <a:lnTo>
                      <a:pt x="872" y="786"/>
                    </a:lnTo>
                    <a:lnTo>
                      <a:pt x="685" y="866"/>
                    </a:lnTo>
                    <a:lnTo>
                      <a:pt x="0" y="1226"/>
                    </a:lnTo>
                    <a:lnTo>
                      <a:pt x="63" y="1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3" name="Freeform 576">
                <a:extLst>
                  <a:ext uri="{FF2B5EF4-FFF2-40B4-BE49-F238E27FC236}">
                    <a16:creationId xmlns:a16="http://schemas.microsoft.com/office/drawing/2014/main" id="{7D603D0B-5D0F-489E-B4B0-C71859200E11}"/>
                  </a:ext>
                </a:extLst>
              </p:cNvPr>
              <p:cNvSpPr>
                <a:spLocks/>
              </p:cNvSpPr>
              <p:nvPr/>
            </p:nvSpPr>
            <p:spPr bwMode="auto">
              <a:xfrm>
                <a:off x="1232" y="3668"/>
                <a:ext cx="113" cy="67"/>
              </a:xfrm>
              <a:custGeom>
                <a:avLst/>
                <a:gdLst>
                  <a:gd name="T0" fmla="*/ 0 w 1133"/>
                  <a:gd name="T1" fmla="*/ 0 h 665"/>
                  <a:gd name="T2" fmla="*/ 0 w 1133"/>
                  <a:gd name="T3" fmla="*/ 0 h 665"/>
                  <a:gd name="T4" fmla="*/ 0 w 1133"/>
                  <a:gd name="T5" fmla="*/ 0 h 665"/>
                  <a:gd name="T6" fmla="*/ 0 w 1133"/>
                  <a:gd name="T7" fmla="*/ 0 h 665"/>
                  <a:gd name="T8" fmla="*/ 0 w 1133"/>
                  <a:gd name="T9" fmla="*/ 0 h 665"/>
                  <a:gd name="T10" fmla="*/ 0 w 1133"/>
                  <a:gd name="T11" fmla="*/ 0 h 665"/>
                  <a:gd name="T12" fmla="*/ 0 w 1133"/>
                  <a:gd name="T13" fmla="*/ 0 h 665"/>
                  <a:gd name="T14" fmla="*/ 0 w 1133"/>
                  <a:gd name="T15" fmla="*/ 0 h 665"/>
                  <a:gd name="T16" fmla="*/ 0 w 1133"/>
                  <a:gd name="T17" fmla="*/ 0 h 665"/>
                  <a:gd name="T18" fmla="*/ 0 w 1133"/>
                  <a:gd name="T19" fmla="*/ 0 h 665"/>
                  <a:gd name="T20" fmla="*/ 0 w 1133"/>
                  <a:gd name="T21" fmla="*/ 0 h 665"/>
                  <a:gd name="T22" fmla="*/ 0 w 1133"/>
                  <a:gd name="T23" fmla="*/ 0 h 665"/>
                  <a:gd name="T24" fmla="*/ 0 w 1133"/>
                  <a:gd name="T25" fmla="*/ 0 h 665"/>
                  <a:gd name="T26" fmla="*/ 0 w 1133"/>
                  <a:gd name="T27" fmla="*/ 0 h 665"/>
                  <a:gd name="T28" fmla="*/ 0 w 1133"/>
                  <a:gd name="T29" fmla="*/ 0 h 665"/>
                  <a:gd name="T30" fmla="*/ 0 w 1133"/>
                  <a:gd name="T31" fmla="*/ 0 h 6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133"/>
                  <a:gd name="T49" fmla="*/ 0 h 665"/>
                  <a:gd name="T50" fmla="*/ 1133 w 1133"/>
                  <a:gd name="T51" fmla="*/ 665 h 6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133" h="665">
                    <a:moveTo>
                      <a:pt x="0" y="665"/>
                    </a:moveTo>
                    <a:lnTo>
                      <a:pt x="45" y="563"/>
                    </a:lnTo>
                    <a:lnTo>
                      <a:pt x="247" y="485"/>
                    </a:lnTo>
                    <a:lnTo>
                      <a:pt x="513" y="265"/>
                    </a:lnTo>
                    <a:lnTo>
                      <a:pt x="746" y="302"/>
                    </a:lnTo>
                    <a:lnTo>
                      <a:pt x="809" y="265"/>
                    </a:lnTo>
                    <a:lnTo>
                      <a:pt x="822" y="201"/>
                    </a:lnTo>
                    <a:lnTo>
                      <a:pt x="464" y="0"/>
                    </a:lnTo>
                    <a:lnTo>
                      <a:pt x="540" y="0"/>
                    </a:lnTo>
                    <a:lnTo>
                      <a:pt x="869" y="182"/>
                    </a:lnTo>
                    <a:lnTo>
                      <a:pt x="993" y="424"/>
                    </a:lnTo>
                    <a:lnTo>
                      <a:pt x="1133" y="442"/>
                    </a:lnTo>
                    <a:lnTo>
                      <a:pt x="496" y="442"/>
                    </a:lnTo>
                    <a:lnTo>
                      <a:pt x="156" y="605"/>
                    </a:lnTo>
                    <a:lnTo>
                      <a:pt x="60" y="605"/>
                    </a:lnTo>
                    <a:lnTo>
                      <a:pt x="0" y="6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4" name="Freeform 577">
                <a:extLst>
                  <a:ext uri="{FF2B5EF4-FFF2-40B4-BE49-F238E27FC236}">
                    <a16:creationId xmlns:a16="http://schemas.microsoft.com/office/drawing/2014/main" id="{640952F7-79D9-B6B5-070D-5F20EDE7F7B0}"/>
                  </a:ext>
                </a:extLst>
              </p:cNvPr>
              <p:cNvSpPr>
                <a:spLocks/>
              </p:cNvSpPr>
              <p:nvPr/>
            </p:nvSpPr>
            <p:spPr bwMode="auto">
              <a:xfrm>
                <a:off x="1240" y="3757"/>
                <a:ext cx="24" cy="24"/>
              </a:xfrm>
              <a:custGeom>
                <a:avLst/>
                <a:gdLst>
                  <a:gd name="T0" fmla="*/ 0 w 236"/>
                  <a:gd name="T1" fmla="*/ 0 h 235"/>
                  <a:gd name="T2" fmla="*/ 0 w 236"/>
                  <a:gd name="T3" fmla="*/ 0 h 235"/>
                  <a:gd name="T4" fmla="*/ 0 w 236"/>
                  <a:gd name="T5" fmla="*/ 0 h 235"/>
                  <a:gd name="T6" fmla="*/ 0 w 236"/>
                  <a:gd name="T7" fmla="*/ 0 h 235"/>
                  <a:gd name="T8" fmla="*/ 0 w 236"/>
                  <a:gd name="T9" fmla="*/ 0 h 235"/>
                  <a:gd name="T10" fmla="*/ 0 60000 65536"/>
                  <a:gd name="T11" fmla="*/ 0 60000 65536"/>
                  <a:gd name="T12" fmla="*/ 0 60000 65536"/>
                  <a:gd name="T13" fmla="*/ 0 60000 65536"/>
                  <a:gd name="T14" fmla="*/ 0 60000 65536"/>
                  <a:gd name="T15" fmla="*/ 0 w 236"/>
                  <a:gd name="T16" fmla="*/ 0 h 235"/>
                  <a:gd name="T17" fmla="*/ 236 w 236"/>
                  <a:gd name="T18" fmla="*/ 235 h 235"/>
                </a:gdLst>
                <a:ahLst/>
                <a:cxnLst>
                  <a:cxn ang="T10">
                    <a:pos x="T0" y="T1"/>
                  </a:cxn>
                  <a:cxn ang="T11">
                    <a:pos x="T2" y="T3"/>
                  </a:cxn>
                  <a:cxn ang="T12">
                    <a:pos x="T4" y="T5"/>
                  </a:cxn>
                  <a:cxn ang="T13">
                    <a:pos x="T6" y="T7"/>
                  </a:cxn>
                  <a:cxn ang="T14">
                    <a:pos x="T8" y="T9"/>
                  </a:cxn>
                </a:cxnLst>
                <a:rect l="T15" t="T16" r="T17" b="T18"/>
                <a:pathLst>
                  <a:path w="236" h="235">
                    <a:moveTo>
                      <a:pt x="96" y="235"/>
                    </a:moveTo>
                    <a:lnTo>
                      <a:pt x="236" y="0"/>
                    </a:lnTo>
                    <a:lnTo>
                      <a:pt x="67" y="135"/>
                    </a:lnTo>
                    <a:lnTo>
                      <a:pt x="0" y="235"/>
                    </a:lnTo>
                    <a:lnTo>
                      <a:pt x="96" y="2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5" name="Freeform 578">
                <a:extLst>
                  <a:ext uri="{FF2B5EF4-FFF2-40B4-BE49-F238E27FC236}">
                    <a16:creationId xmlns:a16="http://schemas.microsoft.com/office/drawing/2014/main" id="{10980FCF-9B08-767D-73A6-262262FE6789}"/>
                  </a:ext>
                </a:extLst>
              </p:cNvPr>
              <p:cNvSpPr>
                <a:spLocks/>
              </p:cNvSpPr>
              <p:nvPr/>
            </p:nvSpPr>
            <p:spPr bwMode="auto">
              <a:xfrm>
                <a:off x="1264" y="3713"/>
                <a:ext cx="86" cy="44"/>
              </a:xfrm>
              <a:custGeom>
                <a:avLst/>
                <a:gdLst>
                  <a:gd name="T0" fmla="*/ 0 w 857"/>
                  <a:gd name="T1" fmla="*/ 0 h 447"/>
                  <a:gd name="T2" fmla="*/ 0 w 857"/>
                  <a:gd name="T3" fmla="*/ 0 h 447"/>
                  <a:gd name="T4" fmla="*/ 0 w 857"/>
                  <a:gd name="T5" fmla="*/ 0 h 447"/>
                  <a:gd name="T6" fmla="*/ 0 w 857"/>
                  <a:gd name="T7" fmla="*/ 0 h 447"/>
                  <a:gd name="T8" fmla="*/ 0 w 857"/>
                  <a:gd name="T9" fmla="*/ 0 h 447"/>
                  <a:gd name="T10" fmla="*/ 0 w 857"/>
                  <a:gd name="T11" fmla="*/ 0 h 447"/>
                  <a:gd name="T12" fmla="*/ 0 w 857"/>
                  <a:gd name="T13" fmla="*/ 0 h 447"/>
                  <a:gd name="T14" fmla="*/ 0 w 857"/>
                  <a:gd name="T15" fmla="*/ 0 h 447"/>
                  <a:gd name="T16" fmla="*/ 0 60000 65536"/>
                  <a:gd name="T17" fmla="*/ 0 60000 65536"/>
                  <a:gd name="T18" fmla="*/ 0 60000 65536"/>
                  <a:gd name="T19" fmla="*/ 0 60000 65536"/>
                  <a:gd name="T20" fmla="*/ 0 60000 65536"/>
                  <a:gd name="T21" fmla="*/ 0 60000 65536"/>
                  <a:gd name="T22" fmla="*/ 0 60000 65536"/>
                  <a:gd name="T23" fmla="*/ 0 60000 65536"/>
                  <a:gd name="T24" fmla="*/ 0 w 857"/>
                  <a:gd name="T25" fmla="*/ 0 h 447"/>
                  <a:gd name="T26" fmla="*/ 857 w 857"/>
                  <a:gd name="T27" fmla="*/ 447 h 4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57" h="447">
                    <a:moveTo>
                      <a:pt x="0" y="447"/>
                    </a:moveTo>
                    <a:lnTo>
                      <a:pt x="311" y="244"/>
                    </a:lnTo>
                    <a:lnTo>
                      <a:pt x="344" y="202"/>
                    </a:lnTo>
                    <a:lnTo>
                      <a:pt x="605" y="202"/>
                    </a:lnTo>
                    <a:lnTo>
                      <a:pt x="823" y="121"/>
                    </a:lnTo>
                    <a:lnTo>
                      <a:pt x="857" y="83"/>
                    </a:lnTo>
                    <a:lnTo>
                      <a:pt x="857" y="43"/>
                    </a:lnTo>
                    <a:lnTo>
                      <a:pt x="808"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06" name="Freeform 579">
                <a:extLst>
                  <a:ext uri="{FF2B5EF4-FFF2-40B4-BE49-F238E27FC236}">
                    <a16:creationId xmlns:a16="http://schemas.microsoft.com/office/drawing/2014/main" id="{627C46D3-A9EB-8A72-4FBC-AC4B1125A8D5}"/>
                  </a:ext>
                </a:extLst>
              </p:cNvPr>
              <p:cNvSpPr>
                <a:spLocks/>
              </p:cNvSpPr>
              <p:nvPr/>
            </p:nvSpPr>
            <p:spPr bwMode="auto">
              <a:xfrm>
                <a:off x="1247" y="3745"/>
                <a:ext cx="70" cy="36"/>
              </a:xfrm>
              <a:custGeom>
                <a:avLst/>
                <a:gdLst>
                  <a:gd name="T0" fmla="*/ 0 w 698"/>
                  <a:gd name="T1" fmla="*/ 0 h 355"/>
                  <a:gd name="T2" fmla="*/ 0 w 698"/>
                  <a:gd name="T3" fmla="*/ 0 h 355"/>
                  <a:gd name="T4" fmla="*/ 0 w 698"/>
                  <a:gd name="T5" fmla="*/ 0 h 355"/>
                  <a:gd name="T6" fmla="*/ 0 w 698"/>
                  <a:gd name="T7" fmla="*/ 0 h 355"/>
                  <a:gd name="T8" fmla="*/ 0 w 698"/>
                  <a:gd name="T9" fmla="*/ 0 h 355"/>
                  <a:gd name="T10" fmla="*/ 0 w 698"/>
                  <a:gd name="T11" fmla="*/ 0 h 355"/>
                  <a:gd name="T12" fmla="*/ 0 60000 65536"/>
                  <a:gd name="T13" fmla="*/ 0 60000 65536"/>
                  <a:gd name="T14" fmla="*/ 0 60000 65536"/>
                  <a:gd name="T15" fmla="*/ 0 60000 65536"/>
                  <a:gd name="T16" fmla="*/ 0 60000 65536"/>
                  <a:gd name="T17" fmla="*/ 0 60000 65536"/>
                  <a:gd name="T18" fmla="*/ 0 w 698"/>
                  <a:gd name="T19" fmla="*/ 0 h 355"/>
                  <a:gd name="T20" fmla="*/ 698 w 698"/>
                  <a:gd name="T21" fmla="*/ 355 h 355"/>
                </a:gdLst>
                <a:ahLst/>
                <a:cxnLst>
                  <a:cxn ang="T12">
                    <a:pos x="T0" y="T1"/>
                  </a:cxn>
                  <a:cxn ang="T13">
                    <a:pos x="T2" y="T3"/>
                  </a:cxn>
                  <a:cxn ang="T14">
                    <a:pos x="T4" y="T5"/>
                  </a:cxn>
                  <a:cxn ang="T15">
                    <a:pos x="T6" y="T7"/>
                  </a:cxn>
                  <a:cxn ang="T16">
                    <a:pos x="T8" y="T9"/>
                  </a:cxn>
                  <a:cxn ang="T17">
                    <a:pos x="T10" y="T11"/>
                  </a:cxn>
                </a:cxnLst>
                <a:rect l="T18" t="T19" r="T20" b="T21"/>
                <a:pathLst>
                  <a:path w="698" h="355">
                    <a:moveTo>
                      <a:pt x="497" y="296"/>
                    </a:moveTo>
                    <a:lnTo>
                      <a:pt x="698" y="38"/>
                    </a:lnTo>
                    <a:lnTo>
                      <a:pt x="617" y="0"/>
                    </a:lnTo>
                    <a:lnTo>
                      <a:pt x="418" y="59"/>
                    </a:lnTo>
                    <a:lnTo>
                      <a:pt x="60" y="355"/>
                    </a:lnTo>
                    <a:lnTo>
                      <a:pt x="0" y="355"/>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07" name="Freeform 580">
                <a:extLst>
                  <a:ext uri="{FF2B5EF4-FFF2-40B4-BE49-F238E27FC236}">
                    <a16:creationId xmlns:a16="http://schemas.microsoft.com/office/drawing/2014/main" id="{A7F0B418-8B31-04E3-2A84-ED66D8CD3CDD}"/>
                  </a:ext>
                </a:extLst>
              </p:cNvPr>
              <p:cNvSpPr>
                <a:spLocks/>
              </p:cNvSpPr>
              <p:nvPr/>
            </p:nvSpPr>
            <p:spPr bwMode="auto">
              <a:xfrm>
                <a:off x="1065" y="3763"/>
                <a:ext cx="330" cy="492"/>
              </a:xfrm>
              <a:custGeom>
                <a:avLst/>
                <a:gdLst>
                  <a:gd name="T0" fmla="*/ 0 w 3301"/>
                  <a:gd name="T1" fmla="*/ 0 h 4920"/>
                  <a:gd name="T2" fmla="*/ 0 w 3301"/>
                  <a:gd name="T3" fmla="*/ 0 h 4920"/>
                  <a:gd name="T4" fmla="*/ 0 w 3301"/>
                  <a:gd name="T5" fmla="*/ 0 h 4920"/>
                  <a:gd name="T6" fmla="*/ 0 w 3301"/>
                  <a:gd name="T7" fmla="*/ 0 h 4920"/>
                  <a:gd name="T8" fmla="*/ 0 w 3301"/>
                  <a:gd name="T9" fmla="*/ 0 h 4920"/>
                  <a:gd name="T10" fmla="*/ 0 w 3301"/>
                  <a:gd name="T11" fmla="*/ 0 h 4920"/>
                  <a:gd name="T12" fmla="*/ 0 w 3301"/>
                  <a:gd name="T13" fmla="*/ 0 h 4920"/>
                  <a:gd name="T14" fmla="*/ 0 w 3301"/>
                  <a:gd name="T15" fmla="*/ 0 h 4920"/>
                  <a:gd name="T16" fmla="*/ 0 w 3301"/>
                  <a:gd name="T17" fmla="*/ 0 h 4920"/>
                  <a:gd name="T18" fmla="*/ 0 w 3301"/>
                  <a:gd name="T19" fmla="*/ 0 h 4920"/>
                  <a:gd name="T20" fmla="*/ 0 w 3301"/>
                  <a:gd name="T21" fmla="*/ 0 h 4920"/>
                  <a:gd name="T22" fmla="*/ 0 w 3301"/>
                  <a:gd name="T23" fmla="*/ 0 h 4920"/>
                  <a:gd name="T24" fmla="*/ 0 w 3301"/>
                  <a:gd name="T25" fmla="*/ 0 h 4920"/>
                  <a:gd name="T26" fmla="*/ 0 w 3301"/>
                  <a:gd name="T27" fmla="*/ 0 h 4920"/>
                  <a:gd name="T28" fmla="*/ 0 w 3301"/>
                  <a:gd name="T29" fmla="*/ 0 h 4920"/>
                  <a:gd name="T30" fmla="*/ 0 w 3301"/>
                  <a:gd name="T31" fmla="*/ 0 h 4920"/>
                  <a:gd name="T32" fmla="*/ 0 w 3301"/>
                  <a:gd name="T33" fmla="*/ 0 h 4920"/>
                  <a:gd name="T34" fmla="*/ 0 w 3301"/>
                  <a:gd name="T35" fmla="*/ 0 h 4920"/>
                  <a:gd name="T36" fmla="*/ 0 w 3301"/>
                  <a:gd name="T37" fmla="*/ 0 h 4920"/>
                  <a:gd name="T38" fmla="*/ 0 w 3301"/>
                  <a:gd name="T39" fmla="*/ 0 h 4920"/>
                  <a:gd name="T40" fmla="*/ 0 w 3301"/>
                  <a:gd name="T41" fmla="*/ 0 h 4920"/>
                  <a:gd name="T42" fmla="*/ 0 w 3301"/>
                  <a:gd name="T43" fmla="*/ 0 h 4920"/>
                  <a:gd name="T44" fmla="*/ 0 w 3301"/>
                  <a:gd name="T45" fmla="*/ 0 h 4920"/>
                  <a:gd name="T46" fmla="*/ 0 w 3301"/>
                  <a:gd name="T47" fmla="*/ 0 h 4920"/>
                  <a:gd name="T48" fmla="*/ 0 w 3301"/>
                  <a:gd name="T49" fmla="*/ 0 h 4920"/>
                  <a:gd name="T50" fmla="*/ 0 w 3301"/>
                  <a:gd name="T51" fmla="*/ 0 h 4920"/>
                  <a:gd name="T52" fmla="*/ 0 w 3301"/>
                  <a:gd name="T53" fmla="*/ 0 h 4920"/>
                  <a:gd name="T54" fmla="*/ 0 w 3301"/>
                  <a:gd name="T55" fmla="*/ 0 h 4920"/>
                  <a:gd name="T56" fmla="*/ 0 w 3301"/>
                  <a:gd name="T57" fmla="*/ 0 h 4920"/>
                  <a:gd name="T58" fmla="*/ 0 w 3301"/>
                  <a:gd name="T59" fmla="*/ 0 h 4920"/>
                  <a:gd name="T60" fmla="*/ 0 w 3301"/>
                  <a:gd name="T61" fmla="*/ 0 h 4920"/>
                  <a:gd name="T62" fmla="*/ 0 w 3301"/>
                  <a:gd name="T63" fmla="*/ 0 h 4920"/>
                  <a:gd name="T64" fmla="*/ 0 w 3301"/>
                  <a:gd name="T65" fmla="*/ 0 h 4920"/>
                  <a:gd name="T66" fmla="*/ 0 w 3301"/>
                  <a:gd name="T67" fmla="*/ 0 h 4920"/>
                  <a:gd name="T68" fmla="*/ 0 w 3301"/>
                  <a:gd name="T69" fmla="*/ 0 h 4920"/>
                  <a:gd name="T70" fmla="*/ 0 w 3301"/>
                  <a:gd name="T71" fmla="*/ 0 h 4920"/>
                  <a:gd name="T72" fmla="*/ 0 w 3301"/>
                  <a:gd name="T73" fmla="*/ 0 h 4920"/>
                  <a:gd name="T74" fmla="*/ 0 w 3301"/>
                  <a:gd name="T75" fmla="*/ 0 h 4920"/>
                  <a:gd name="T76" fmla="*/ 0 w 3301"/>
                  <a:gd name="T77" fmla="*/ 0 h 4920"/>
                  <a:gd name="T78" fmla="*/ 0 w 3301"/>
                  <a:gd name="T79" fmla="*/ 0 h 4920"/>
                  <a:gd name="T80" fmla="*/ 0 w 3301"/>
                  <a:gd name="T81" fmla="*/ 0 h 4920"/>
                  <a:gd name="T82" fmla="*/ 0 w 3301"/>
                  <a:gd name="T83" fmla="*/ 0 h 4920"/>
                  <a:gd name="T84" fmla="*/ 0 w 3301"/>
                  <a:gd name="T85" fmla="*/ 0 h 4920"/>
                  <a:gd name="T86" fmla="*/ 0 w 3301"/>
                  <a:gd name="T87" fmla="*/ 0 h 4920"/>
                  <a:gd name="T88" fmla="*/ 0 w 3301"/>
                  <a:gd name="T89" fmla="*/ 0 h 4920"/>
                  <a:gd name="T90" fmla="*/ 0 w 3301"/>
                  <a:gd name="T91" fmla="*/ 0 h 4920"/>
                  <a:gd name="T92" fmla="*/ 0 w 3301"/>
                  <a:gd name="T93" fmla="*/ 0 h 4920"/>
                  <a:gd name="T94" fmla="*/ 0 w 3301"/>
                  <a:gd name="T95" fmla="*/ 0 h 4920"/>
                  <a:gd name="T96" fmla="*/ 0 w 3301"/>
                  <a:gd name="T97" fmla="*/ 0 h 4920"/>
                  <a:gd name="T98" fmla="*/ 0 w 3301"/>
                  <a:gd name="T99" fmla="*/ 0 h 4920"/>
                  <a:gd name="T100" fmla="*/ 0 w 3301"/>
                  <a:gd name="T101" fmla="*/ 0 h 492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3301"/>
                  <a:gd name="T154" fmla="*/ 0 h 4920"/>
                  <a:gd name="T155" fmla="*/ 3301 w 3301"/>
                  <a:gd name="T156" fmla="*/ 4920 h 4920"/>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3301" h="4920">
                    <a:moveTo>
                      <a:pt x="0" y="3953"/>
                    </a:moveTo>
                    <a:lnTo>
                      <a:pt x="207" y="4054"/>
                    </a:lnTo>
                    <a:lnTo>
                      <a:pt x="375" y="4154"/>
                    </a:lnTo>
                    <a:lnTo>
                      <a:pt x="531" y="4294"/>
                    </a:lnTo>
                    <a:lnTo>
                      <a:pt x="689" y="4418"/>
                    </a:lnTo>
                    <a:lnTo>
                      <a:pt x="796" y="4194"/>
                    </a:lnTo>
                    <a:lnTo>
                      <a:pt x="1013" y="3896"/>
                    </a:lnTo>
                    <a:lnTo>
                      <a:pt x="1340" y="3514"/>
                    </a:lnTo>
                    <a:lnTo>
                      <a:pt x="1588" y="3188"/>
                    </a:lnTo>
                    <a:lnTo>
                      <a:pt x="1884" y="2788"/>
                    </a:lnTo>
                    <a:lnTo>
                      <a:pt x="2024" y="2428"/>
                    </a:lnTo>
                    <a:lnTo>
                      <a:pt x="2164" y="2208"/>
                    </a:lnTo>
                    <a:lnTo>
                      <a:pt x="2274" y="1964"/>
                    </a:lnTo>
                    <a:lnTo>
                      <a:pt x="2304" y="1683"/>
                    </a:lnTo>
                    <a:lnTo>
                      <a:pt x="2304" y="1003"/>
                    </a:lnTo>
                    <a:lnTo>
                      <a:pt x="2570" y="379"/>
                    </a:lnTo>
                    <a:lnTo>
                      <a:pt x="2397" y="982"/>
                    </a:lnTo>
                    <a:lnTo>
                      <a:pt x="2693" y="662"/>
                    </a:lnTo>
                    <a:lnTo>
                      <a:pt x="2959" y="116"/>
                    </a:lnTo>
                    <a:lnTo>
                      <a:pt x="3110" y="0"/>
                    </a:lnTo>
                    <a:lnTo>
                      <a:pt x="3223" y="0"/>
                    </a:lnTo>
                    <a:lnTo>
                      <a:pt x="3301" y="99"/>
                    </a:lnTo>
                    <a:lnTo>
                      <a:pt x="3206" y="298"/>
                    </a:lnTo>
                    <a:lnTo>
                      <a:pt x="3110" y="116"/>
                    </a:lnTo>
                    <a:lnTo>
                      <a:pt x="3017" y="116"/>
                    </a:lnTo>
                    <a:lnTo>
                      <a:pt x="2959" y="175"/>
                    </a:lnTo>
                    <a:lnTo>
                      <a:pt x="2737" y="719"/>
                    </a:lnTo>
                    <a:lnTo>
                      <a:pt x="2737" y="821"/>
                    </a:lnTo>
                    <a:lnTo>
                      <a:pt x="2770" y="902"/>
                    </a:lnTo>
                    <a:lnTo>
                      <a:pt x="2833" y="923"/>
                    </a:lnTo>
                    <a:lnTo>
                      <a:pt x="2973" y="923"/>
                    </a:lnTo>
                    <a:lnTo>
                      <a:pt x="2939" y="1022"/>
                    </a:lnTo>
                    <a:lnTo>
                      <a:pt x="2910" y="1221"/>
                    </a:lnTo>
                    <a:lnTo>
                      <a:pt x="2850" y="1244"/>
                    </a:lnTo>
                    <a:lnTo>
                      <a:pt x="2770" y="1361"/>
                    </a:lnTo>
                    <a:lnTo>
                      <a:pt x="2723" y="1562"/>
                    </a:lnTo>
                    <a:lnTo>
                      <a:pt x="2615" y="2270"/>
                    </a:lnTo>
                    <a:lnTo>
                      <a:pt x="2553" y="2246"/>
                    </a:lnTo>
                    <a:lnTo>
                      <a:pt x="2505" y="2246"/>
                    </a:lnTo>
                    <a:lnTo>
                      <a:pt x="2459" y="2288"/>
                    </a:lnTo>
                    <a:lnTo>
                      <a:pt x="1993" y="3351"/>
                    </a:lnTo>
                    <a:lnTo>
                      <a:pt x="1668" y="3953"/>
                    </a:lnTo>
                    <a:lnTo>
                      <a:pt x="1340" y="4376"/>
                    </a:lnTo>
                    <a:lnTo>
                      <a:pt x="1060" y="4698"/>
                    </a:lnTo>
                    <a:lnTo>
                      <a:pt x="922" y="4920"/>
                    </a:lnTo>
                    <a:lnTo>
                      <a:pt x="860" y="4780"/>
                    </a:lnTo>
                    <a:lnTo>
                      <a:pt x="764" y="4618"/>
                    </a:lnTo>
                    <a:lnTo>
                      <a:pt x="593" y="4418"/>
                    </a:lnTo>
                    <a:lnTo>
                      <a:pt x="375" y="4213"/>
                    </a:lnTo>
                    <a:lnTo>
                      <a:pt x="191" y="4073"/>
                    </a:lnTo>
                    <a:lnTo>
                      <a:pt x="0" y="39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8" name="Freeform 581">
                <a:extLst>
                  <a:ext uri="{FF2B5EF4-FFF2-40B4-BE49-F238E27FC236}">
                    <a16:creationId xmlns:a16="http://schemas.microsoft.com/office/drawing/2014/main" id="{FDF5CF87-4ECD-0E0D-D881-509BE81EF5B2}"/>
                  </a:ext>
                </a:extLst>
              </p:cNvPr>
              <p:cNvSpPr>
                <a:spLocks/>
              </p:cNvSpPr>
              <p:nvPr/>
            </p:nvSpPr>
            <p:spPr bwMode="auto">
              <a:xfrm>
                <a:off x="1324" y="3783"/>
                <a:ext cx="22" cy="18"/>
              </a:xfrm>
              <a:custGeom>
                <a:avLst/>
                <a:gdLst>
                  <a:gd name="T0" fmla="*/ 0 w 218"/>
                  <a:gd name="T1" fmla="*/ 0 h 182"/>
                  <a:gd name="T2" fmla="*/ 0 w 218"/>
                  <a:gd name="T3" fmla="*/ 0 h 182"/>
                  <a:gd name="T4" fmla="*/ 0 w 218"/>
                  <a:gd name="T5" fmla="*/ 0 h 182"/>
                  <a:gd name="T6" fmla="*/ 0 w 218"/>
                  <a:gd name="T7" fmla="*/ 0 h 182"/>
                  <a:gd name="T8" fmla="*/ 0 w 218"/>
                  <a:gd name="T9" fmla="*/ 0 h 182"/>
                  <a:gd name="T10" fmla="*/ 0 60000 65536"/>
                  <a:gd name="T11" fmla="*/ 0 60000 65536"/>
                  <a:gd name="T12" fmla="*/ 0 60000 65536"/>
                  <a:gd name="T13" fmla="*/ 0 60000 65536"/>
                  <a:gd name="T14" fmla="*/ 0 60000 65536"/>
                  <a:gd name="T15" fmla="*/ 0 w 218"/>
                  <a:gd name="T16" fmla="*/ 0 h 182"/>
                  <a:gd name="T17" fmla="*/ 218 w 218"/>
                  <a:gd name="T18" fmla="*/ 182 h 182"/>
                </a:gdLst>
                <a:ahLst/>
                <a:cxnLst>
                  <a:cxn ang="T10">
                    <a:pos x="T0" y="T1"/>
                  </a:cxn>
                  <a:cxn ang="T11">
                    <a:pos x="T2" y="T3"/>
                  </a:cxn>
                  <a:cxn ang="T12">
                    <a:pos x="T4" y="T5"/>
                  </a:cxn>
                  <a:cxn ang="T13">
                    <a:pos x="T6" y="T7"/>
                  </a:cxn>
                  <a:cxn ang="T14">
                    <a:pos x="T8" y="T9"/>
                  </a:cxn>
                </a:cxnLst>
                <a:rect l="T15" t="T16" r="T17" b="T18"/>
                <a:pathLst>
                  <a:path w="218" h="182">
                    <a:moveTo>
                      <a:pt x="0" y="162"/>
                    </a:moveTo>
                    <a:lnTo>
                      <a:pt x="218" y="0"/>
                    </a:lnTo>
                    <a:lnTo>
                      <a:pt x="218" y="101"/>
                    </a:lnTo>
                    <a:lnTo>
                      <a:pt x="46" y="182"/>
                    </a:lnTo>
                    <a:lnTo>
                      <a:pt x="0" y="16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9" name="Freeform 582">
                <a:extLst>
                  <a:ext uri="{FF2B5EF4-FFF2-40B4-BE49-F238E27FC236}">
                    <a16:creationId xmlns:a16="http://schemas.microsoft.com/office/drawing/2014/main" id="{774D7D73-3B10-D12A-5DCB-839CC6EBD873}"/>
                  </a:ext>
                </a:extLst>
              </p:cNvPr>
              <p:cNvSpPr>
                <a:spLocks/>
              </p:cNvSpPr>
              <p:nvPr/>
            </p:nvSpPr>
            <p:spPr bwMode="auto">
              <a:xfrm>
                <a:off x="1357" y="3765"/>
                <a:ext cx="86" cy="106"/>
              </a:xfrm>
              <a:custGeom>
                <a:avLst/>
                <a:gdLst>
                  <a:gd name="T0" fmla="*/ 0 w 855"/>
                  <a:gd name="T1" fmla="*/ 0 h 1063"/>
                  <a:gd name="T2" fmla="*/ 0 w 855"/>
                  <a:gd name="T3" fmla="*/ 0 h 1063"/>
                  <a:gd name="T4" fmla="*/ 0 w 855"/>
                  <a:gd name="T5" fmla="*/ 0 h 1063"/>
                  <a:gd name="T6" fmla="*/ 0 w 855"/>
                  <a:gd name="T7" fmla="*/ 0 h 1063"/>
                  <a:gd name="T8" fmla="*/ 0 w 855"/>
                  <a:gd name="T9" fmla="*/ 0 h 1063"/>
                  <a:gd name="T10" fmla="*/ 0 w 855"/>
                  <a:gd name="T11" fmla="*/ 0 h 1063"/>
                  <a:gd name="T12" fmla="*/ 0 w 855"/>
                  <a:gd name="T13" fmla="*/ 0 h 1063"/>
                  <a:gd name="T14" fmla="*/ 0 w 855"/>
                  <a:gd name="T15" fmla="*/ 0 h 1063"/>
                  <a:gd name="T16" fmla="*/ 0 w 855"/>
                  <a:gd name="T17" fmla="*/ 0 h 1063"/>
                  <a:gd name="T18" fmla="*/ 0 w 855"/>
                  <a:gd name="T19" fmla="*/ 0 h 1063"/>
                  <a:gd name="T20" fmla="*/ 0 w 855"/>
                  <a:gd name="T21" fmla="*/ 0 h 1063"/>
                  <a:gd name="T22" fmla="*/ 0 w 855"/>
                  <a:gd name="T23" fmla="*/ 0 h 1063"/>
                  <a:gd name="T24" fmla="*/ 0 w 855"/>
                  <a:gd name="T25" fmla="*/ 0 h 1063"/>
                  <a:gd name="T26" fmla="*/ 0 w 855"/>
                  <a:gd name="T27" fmla="*/ 0 h 1063"/>
                  <a:gd name="T28" fmla="*/ 0 w 855"/>
                  <a:gd name="T29" fmla="*/ 0 h 1063"/>
                  <a:gd name="T30" fmla="*/ 0 w 855"/>
                  <a:gd name="T31" fmla="*/ 0 h 1063"/>
                  <a:gd name="T32" fmla="*/ 0 w 855"/>
                  <a:gd name="T33" fmla="*/ 0 h 1063"/>
                  <a:gd name="T34" fmla="*/ 0 w 855"/>
                  <a:gd name="T35" fmla="*/ 0 h 1063"/>
                  <a:gd name="T36" fmla="*/ 0 w 855"/>
                  <a:gd name="T37" fmla="*/ 0 h 1063"/>
                  <a:gd name="T38" fmla="*/ 0 w 855"/>
                  <a:gd name="T39" fmla="*/ 0 h 1063"/>
                  <a:gd name="T40" fmla="*/ 0 w 855"/>
                  <a:gd name="T41" fmla="*/ 0 h 1063"/>
                  <a:gd name="T42" fmla="*/ 0 w 855"/>
                  <a:gd name="T43" fmla="*/ 0 h 1063"/>
                  <a:gd name="T44" fmla="*/ 0 w 855"/>
                  <a:gd name="T45" fmla="*/ 0 h 1063"/>
                  <a:gd name="T46" fmla="*/ 0 w 855"/>
                  <a:gd name="T47" fmla="*/ 0 h 1063"/>
                  <a:gd name="T48" fmla="*/ 0 w 855"/>
                  <a:gd name="T49" fmla="*/ 0 h 1063"/>
                  <a:gd name="T50" fmla="*/ 0 w 855"/>
                  <a:gd name="T51" fmla="*/ 0 h 1063"/>
                  <a:gd name="T52" fmla="*/ 0 w 855"/>
                  <a:gd name="T53" fmla="*/ 0 h 1063"/>
                  <a:gd name="T54" fmla="*/ 0 w 855"/>
                  <a:gd name="T55" fmla="*/ 0 h 1063"/>
                  <a:gd name="T56" fmla="*/ 0 w 855"/>
                  <a:gd name="T57" fmla="*/ 0 h 1063"/>
                  <a:gd name="T58" fmla="*/ 0 w 855"/>
                  <a:gd name="T59" fmla="*/ 0 h 1063"/>
                  <a:gd name="T60" fmla="*/ 0 w 855"/>
                  <a:gd name="T61" fmla="*/ 0 h 1063"/>
                  <a:gd name="T62" fmla="*/ 0 w 855"/>
                  <a:gd name="T63" fmla="*/ 0 h 106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855"/>
                  <a:gd name="T97" fmla="*/ 0 h 1063"/>
                  <a:gd name="T98" fmla="*/ 855 w 855"/>
                  <a:gd name="T99" fmla="*/ 1063 h 106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855" h="1063">
                    <a:moveTo>
                      <a:pt x="0" y="905"/>
                    </a:moveTo>
                    <a:lnTo>
                      <a:pt x="280" y="121"/>
                    </a:lnTo>
                    <a:lnTo>
                      <a:pt x="449" y="17"/>
                    </a:lnTo>
                    <a:lnTo>
                      <a:pt x="530" y="0"/>
                    </a:lnTo>
                    <a:lnTo>
                      <a:pt x="576" y="0"/>
                    </a:lnTo>
                    <a:lnTo>
                      <a:pt x="637" y="39"/>
                    </a:lnTo>
                    <a:lnTo>
                      <a:pt x="669" y="98"/>
                    </a:lnTo>
                    <a:lnTo>
                      <a:pt x="669" y="179"/>
                    </a:lnTo>
                    <a:lnTo>
                      <a:pt x="733" y="157"/>
                    </a:lnTo>
                    <a:lnTo>
                      <a:pt x="792" y="157"/>
                    </a:lnTo>
                    <a:lnTo>
                      <a:pt x="855" y="240"/>
                    </a:lnTo>
                    <a:lnTo>
                      <a:pt x="855" y="441"/>
                    </a:lnTo>
                    <a:lnTo>
                      <a:pt x="777" y="784"/>
                    </a:lnTo>
                    <a:lnTo>
                      <a:pt x="653" y="905"/>
                    </a:lnTo>
                    <a:lnTo>
                      <a:pt x="559" y="1063"/>
                    </a:lnTo>
                    <a:lnTo>
                      <a:pt x="669" y="784"/>
                    </a:lnTo>
                    <a:lnTo>
                      <a:pt x="746" y="682"/>
                    </a:lnTo>
                    <a:lnTo>
                      <a:pt x="826" y="401"/>
                    </a:lnTo>
                    <a:lnTo>
                      <a:pt x="826" y="318"/>
                    </a:lnTo>
                    <a:lnTo>
                      <a:pt x="746" y="261"/>
                    </a:lnTo>
                    <a:lnTo>
                      <a:pt x="653" y="261"/>
                    </a:lnTo>
                    <a:lnTo>
                      <a:pt x="530" y="621"/>
                    </a:lnTo>
                    <a:lnTo>
                      <a:pt x="420" y="744"/>
                    </a:lnTo>
                    <a:lnTo>
                      <a:pt x="324" y="943"/>
                    </a:lnTo>
                    <a:lnTo>
                      <a:pt x="604" y="261"/>
                    </a:lnTo>
                    <a:lnTo>
                      <a:pt x="604" y="179"/>
                    </a:lnTo>
                    <a:lnTo>
                      <a:pt x="576" y="121"/>
                    </a:lnTo>
                    <a:lnTo>
                      <a:pt x="513" y="98"/>
                    </a:lnTo>
                    <a:lnTo>
                      <a:pt x="449" y="98"/>
                    </a:lnTo>
                    <a:lnTo>
                      <a:pt x="388" y="140"/>
                    </a:lnTo>
                    <a:lnTo>
                      <a:pt x="13" y="1004"/>
                    </a:lnTo>
                    <a:lnTo>
                      <a:pt x="0" y="90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0" name="Freeform 583">
                <a:extLst>
                  <a:ext uri="{FF2B5EF4-FFF2-40B4-BE49-F238E27FC236}">
                    <a16:creationId xmlns:a16="http://schemas.microsoft.com/office/drawing/2014/main" id="{3F7A7F7D-6086-9502-7BD0-ECD1094AE8A5}"/>
                  </a:ext>
                </a:extLst>
              </p:cNvPr>
              <p:cNvSpPr>
                <a:spLocks/>
              </p:cNvSpPr>
              <p:nvPr/>
            </p:nvSpPr>
            <p:spPr bwMode="auto">
              <a:xfrm>
                <a:off x="1213" y="3807"/>
                <a:ext cx="239" cy="486"/>
              </a:xfrm>
              <a:custGeom>
                <a:avLst/>
                <a:gdLst>
                  <a:gd name="T0" fmla="*/ 0 w 2395"/>
                  <a:gd name="T1" fmla="*/ 0 h 4860"/>
                  <a:gd name="T2" fmla="*/ 0 w 2395"/>
                  <a:gd name="T3" fmla="*/ 0 h 4860"/>
                  <a:gd name="T4" fmla="*/ 0 w 2395"/>
                  <a:gd name="T5" fmla="*/ 0 h 4860"/>
                  <a:gd name="T6" fmla="*/ 0 w 2395"/>
                  <a:gd name="T7" fmla="*/ 0 h 4860"/>
                  <a:gd name="T8" fmla="*/ 0 w 2395"/>
                  <a:gd name="T9" fmla="*/ 0 h 4860"/>
                  <a:gd name="T10" fmla="*/ 0 w 2395"/>
                  <a:gd name="T11" fmla="*/ 0 h 4860"/>
                  <a:gd name="T12" fmla="*/ 0 w 2395"/>
                  <a:gd name="T13" fmla="*/ 0 h 4860"/>
                  <a:gd name="T14" fmla="*/ 0 w 2395"/>
                  <a:gd name="T15" fmla="*/ 0 h 4860"/>
                  <a:gd name="T16" fmla="*/ 0 w 2395"/>
                  <a:gd name="T17" fmla="*/ 0 h 4860"/>
                  <a:gd name="T18" fmla="*/ 0 w 2395"/>
                  <a:gd name="T19" fmla="*/ 0 h 4860"/>
                  <a:gd name="T20" fmla="*/ 0 w 2395"/>
                  <a:gd name="T21" fmla="*/ 0 h 4860"/>
                  <a:gd name="T22" fmla="*/ 0 w 2395"/>
                  <a:gd name="T23" fmla="*/ 0 h 4860"/>
                  <a:gd name="T24" fmla="*/ 0 w 2395"/>
                  <a:gd name="T25" fmla="*/ 0 h 4860"/>
                  <a:gd name="T26" fmla="*/ 0 w 2395"/>
                  <a:gd name="T27" fmla="*/ 0 h 4860"/>
                  <a:gd name="T28" fmla="*/ 0 w 2395"/>
                  <a:gd name="T29" fmla="*/ 0 h 4860"/>
                  <a:gd name="T30" fmla="*/ 0 w 2395"/>
                  <a:gd name="T31" fmla="*/ 0 h 4860"/>
                  <a:gd name="T32" fmla="*/ 0 w 2395"/>
                  <a:gd name="T33" fmla="*/ 0 h 4860"/>
                  <a:gd name="T34" fmla="*/ 0 w 2395"/>
                  <a:gd name="T35" fmla="*/ 0 h 4860"/>
                  <a:gd name="T36" fmla="*/ 0 w 2395"/>
                  <a:gd name="T37" fmla="*/ 0 h 4860"/>
                  <a:gd name="T38" fmla="*/ 0 w 2395"/>
                  <a:gd name="T39" fmla="*/ 0 h 4860"/>
                  <a:gd name="T40" fmla="*/ 0 w 2395"/>
                  <a:gd name="T41" fmla="*/ 0 h 4860"/>
                  <a:gd name="T42" fmla="*/ 0 w 2395"/>
                  <a:gd name="T43" fmla="*/ 0 h 4860"/>
                  <a:gd name="T44" fmla="*/ 0 w 2395"/>
                  <a:gd name="T45" fmla="*/ 0 h 4860"/>
                  <a:gd name="T46" fmla="*/ 0 w 2395"/>
                  <a:gd name="T47" fmla="*/ 0 h 4860"/>
                  <a:gd name="T48" fmla="*/ 0 w 2395"/>
                  <a:gd name="T49" fmla="*/ 0 h 4860"/>
                  <a:gd name="T50" fmla="*/ 0 w 2395"/>
                  <a:gd name="T51" fmla="*/ 0 h 4860"/>
                  <a:gd name="T52" fmla="*/ 0 w 2395"/>
                  <a:gd name="T53" fmla="*/ 0 h 4860"/>
                  <a:gd name="T54" fmla="*/ 0 w 2395"/>
                  <a:gd name="T55" fmla="*/ 0 h 4860"/>
                  <a:gd name="T56" fmla="*/ 0 w 2395"/>
                  <a:gd name="T57" fmla="*/ 0 h 4860"/>
                  <a:gd name="T58" fmla="*/ 0 w 2395"/>
                  <a:gd name="T59" fmla="*/ 0 h 4860"/>
                  <a:gd name="T60" fmla="*/ 0 w 2395"/>
                  <a:gd name="T61" fmla="*/ 0 h 4860"/>
                  <a:gd name="T62" fmla="*/ 0 w 2395"/>
                  <a:gd name="T63" fmla="*/ 0 h 4860"/>
                  <a:gd name="T64" fmla="*/ 0 w 2395"/>
                  <a:gd name="T65" fmla="*/ 0 h 486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95"/>
                  <a:gd name="T100" fmla="*/ 0 h 4860"/>
                  <a:gd name="T101" fmla="*/ 2395 w 2395"/>
                  <a:gd name="T102" fmla="*/ 4860 h 486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95" h="4860">
                    <a:moveTo>
                      <a:pt x="0" y="4860"/>
                    </a:moveTo>
                    <a:lnTo>
                      <a:pt x="216" y="4556"/>
                    </a:lnTo>
                    <a:lnTo>
                      <a:pt x="417" y="4238"/>
                    </a:lnTo>
                    <a:lnTo>
                      <a:pt x="652" y="3735"/>
                    </a:lnTo>
                    <a:lnTo>
                      <a:pt x="1164" y="2412"/>
                    </a:lnTo>
                    <a:lnTo>
                      <a:pt x="1321" y="2047"/>
                    </a:lnTo>
                    <a:lnTo>
                      <a:pt x="1446" y="1848"/>
                    </a:lnTo>
                    <a:lnTo>
                      <a:pt x="1615" y="1645"/>
                    </a:lnTo>
                    <a:lnTo>
                      <a:pt x="1804" y="1465"/>
                    </a:lnTo>
                    <a:lnTo>
                      <a:pt x="1927" y="1304"/>
                    </a:lnTo>
                    <a:lnTo>
                      <a:pt x="1990" y="1122"/>
                    </a:lnTo>
                    <a:lnTo>
                      <a:pt x="2050" y="944"/>
                    </a:lnTo>
                    <a:lnTo>
                      <a:pt x="2334" y="442"/>
                    </a:lnTo>
                    <a:lnTo>
                      <a:pt x="2363" y="279"/>
                    </a:lnTo>
                    <a:lnTo>
                      <a:pt x="2363" y="177"/>
                    </a:lnTo>
                    <a:lnTo>
                      <a:pt x="2334" y="102"/>
                    </a:lnTo>
                    <a:lnTo>
                      <a:pt x="2272" y="38"/>
                    </a:lnTo>
                    <a:lnTo>
                      <a:pt x="2285" y="0"/>
                    </a:lnTo>
                    <a:lnTo>
                      <a:pt x="2363" y="59"/>
                    </a:lnTo>
                    <a:lnTo>
                      <a:pt x="2395" y="140"/>
                    </a:lnTo>
                    <a:lnTo>
                      <a:pt x="2395" y="279"/>
                    </a:lnTo>
                    <a:lnTo>
                      <a:pt x="2363" y="442"/>
                    </a:lnTo>
                    <a:lnTo>
                      <a:pt x="2301" y="582"/>
                    </a:lnTo>
                    <a:lnTo>
                      <a:pt x="2099" y="963"/>
                    </a:lnTo>
                    <a:lnTo>
                      <a:pt x="1944" y="1385"/>
                    </a:lnTo>
                    <a:lnTo>
                      <a:pt x="1770" y="1584"/>
                    </a:lnTo>
                    <a:lnTo>
                      <a:pt x="1524" y="1848"/>
                    </a:lnTo>
                    <a:lnTo>
                      <a:pt x="1353" y="2085"/>
                    </a:lnTo>
                    <a:lnTo>
                      <a:pt x="1213" y="2412"/>
                    </a:lnTo>
                    <a:lnTo>
                      <a:pt x="637" y="3854"/>
                    </a:lnTo>
                    <a:lnTo>
                      <a:pt x="390" y="4378"/>
                    </a:lnTo>
                    <a:lnTo>
                      <a:pt x="44" y="4860"/>
                    </a:lnTo>
                    <a:lnTo>
                      <a:pt x="0" y="48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1" name="Freeform 584">
                <a:extLst>
                  <a:ext uri="{FF2B5EF4-FFF2-40B4-BE49-F238E27FC236}">
                    <a16:creationId xmlns:a16="http://schemas.microsoft.com/office/drawing/2014/main" id="{7653224B-FCF2-CBDB-5D75-EB0B7281482D}"/>
                  </a:ext>
                </a:extLst>
              </p:cNvPr>
              <p:cNvSpPr>
                <a:spLocks/>
              </p:cNvSpPr>
              <p:nvPr/>
            </p:nvSpPr>
            <p:spPr bwMode="auto">
              <a:xfrm>
                <a:off x="1057" y="3934"/>
                <a:ext cx="190" cy="42"/>
              </a:xfrm>
              <a:custGeom>
                <a:avLst/>
                <a:gdLst>
                  <a:gd name="T0" fmla="*/ 0 w 1900"/>
                  <a:gd name="T1" fmla="*/ 0 h 419"/>
                  <a:gd name="T2" fmla="*/ 0 w 1900"/>
                  <a:gd name="T3" fmla="*/ 0 h 419"/>
                  <a:gd name="T4" fmla="*/ 0 w 1900"/>
                  <a:gd name="T5" fmla="*/ 0 h 419"/>
                  <a:gd name="T6" fmla="*/ 0 w 1900"/>
                  <a:gd name="T7" fmla="*/ 0 h 419"/>
                  <a:gd name="T8" fmla="*/ 0 w 1900"/>
                  <a:gd name="T9" fmla="*/ 0 h 419"/>
                  <a:gd name="T10" fmla="*/ 0 w 1900"/>
                  <a:gd name="T11" fmla="*/ 0 h 419"/>
                  <a:gd name="T12" fmla="*/ 0 w 1900"/>
                  <a:gd name="T13" fmla="*/ 0 h 419"/>
                  <a:gd name="T14" fmla="*/ 0 w 1900"/>
                  <a:gd name="T15" fmla="*/ 0 h 419"/>
                  <a:gd name="T16" fmla="*/ 0 w 1900"/>
                  <a:gd name="T17" fmla="*/ 0 h 419"/>
                  <a:gd name="T18" fmla="*/ 0 w 1900"/>
                  <a:gd name="T19" fmla="*/ 0 h 419"/>
                  <a:gd name="T20" fmla="*/ 0 w 1900"/>
                  <a:gd name="T21" fmla="*/ 0 h 419"/>
                  <a:gd name="T22" fmla="*/ 0 w 1900"/>
                  <a:gd name="T23" fmla="*/ 0 h 419"/>
                  <a:gd name="T24" fmla="*/ 0 w 1900"/>
                  <a:gd name="T25" fmla="*/ 0 h 4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0"/>
                  <a:gd name="T40" fmla="*/ 0 h 419"/>
                  <a:gd name="T41" fmla="*/ 1900 w 1900"/>
                  <a:gd name="T42" fmla="*/ 419 h 41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0" h="419">
                    <a:moveTo>
                      <a:pt x="61" y="419"/>
                    </a:moveTo>
                    <a:lnTo>
                      <a:pt x="389" y="362"/>
                    </a:lnTo>
                    <a:lnTo>
                      <a:pt x="885" y="199"/>
                    </a:lnTo>
                    <a:lnTo>
                      <a:pt x="1416" y="60"/>
                    </a:lnTo>
                    <a:lnTo>
                      <a:pt x="1711" y="60"/>
                    </a:lnTo>
                    <a:lnTo>
                      <a:pt x="1900" y="97"/>
                    </a:lnTo>
                    <a:lnTo>
                      <a:pt x="1833" y="38"/>
                    </a:lnTo>
                    <a:lnTo>
                      <a:pt x="1694" y="0"/>
                    </a:lnTo>
                    <a:lnTo>
                      <a:pt x="1416" y="0"/>
                    </a:lnTo>
                    <a:lnTo>
                      <a:pt x="1120" y="60"/>
                    </a:lnTo>
                    <a:lnTo>
                      <a:pt x="419" y="258"/>
                    </a:lnTo>
                    <a:lnTo>
                      <a:pt x="0" y="341"/>
                    </a:lnTo>
                    <a:lnTo>
                      <a:pt x="61" y="4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2" name="Freeform 585">
                <a:extLst>
                  <a:ext uri="{FF2B5EF4-FFF2-40B4-BE49-F238E27FC236}">
                    <a16:creationId xmlns:a16="http://schemas.microsoft.com/office/drawing/2014/main" id="{99356FBE-C9B1-1B8B-8A75-37DDA5C2680E}"/>
                  </a:ext>
                </a:extLst>
              </p:cNvPr>
              <p:cNvSpPr>
                <a:spLocks/>
              </p:cNvSpPr>
              <p:nvPr/>
            </p:nvSpPr>
            <p:spPr bwMode="auto">
              <a:xfrm>
                <a:off x="1466" y="4143"/>
                <a:ext cx="19" cy="140"/>
              </a:xfrm>
              <a:custGeom>
                <a:avLst/>
                <a:gdLst>
                  <a:gd name="T0" fmla="*/ 0 w 193"/>
                  <a:gd name="T1" fmla="*/ 0 h 1395"/>
                  <a:gd name="T2" fmla="*/ 0 w 193"/>
                  <a:gd name="T3" fmla="*/ 0 h 1395"/>
                  <a:gd name="T4" fmla="*/ 0 w 193"/>
                  <a:gd name="T5" fmla="*/ 0 h 1395"/>
                  <a:gd name="T6" fmla="*/ 0 w 193"/>
                  <a:gd name="T7" fmla="*/ 0 h 1395"/>
                  <a:gd name="T8" fmla="*/ 0 w 193"/>
                  <a:gd name="T9" fmla="*/ 0 h 1395"/>
                  <a:gd name="T10" fmla="*/ 0 w 193"/>
                  <a:gd name="T11" fmla="*/ 0 h 1395"/>
                  <a:gd name="T12" fmla="*/ 0 w 193"/>
                  <a:gd name="T13" fmla="*/ 0 h 1395"/>
                  <a:gd name="T14" fmla="*/ 0 w 193"/>
                  <a:gd name="T15" fmla="*/ 0 h 1395"/>
                  <a:gd name="T16" fmla="*/ 0 w 193"/>
                  <a:gd name="T17" fmla="*/ 0 h 1395"/>
                  <a:gd name="T18" fmla="*/ 0 w 193"/>
                  <a:gd name="T19" fmla="*/ 0 h 139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3"/>
                  <a:gd name="T31" fmla="*/ 0 h 1395"/>
                  <a:gd name="T32" fmla="*/ 193 w 193"/>
                  <a:gd name="T33" fmla="*/ 1395 h 139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3" h="1395">
                    <a:moveTo>
                      <a:pt x="0" y="0"/>
                    </a:moveTo>
                    <a:lnTo>
                      <a:pt x="94" y="329"/>
                    </a:lnTo>
                    <a:lnTo>
                      <a:pt x="127" y="576"/>
                    </a:lnTo>
                    <a:lnTo>
                      <a:pt x="127" y="1027"/>
                    </a:lnTo>
                    <a:lnTo>
                      <a:pt x="67" y="1395"/>
                    </a:lnTo>
                    <a:lnTo>
                      <a:pt x="160" y="1069"/>
                    </a:lnTo>
                    <a:lnTo>
                      <a:pt x="193" y="822"/>
                    </a:lnTo>
                    <a:lnTo>
                      <a:pt x="193" y="496"/>
                    </a:lnTo>
                    <a:lnTo>
                      <a:pt x="94" y="12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3" name="Line 586">
                <a:extLst>
                  <a:ext uri="{FF2B5EF4-FFF2-40B4-BE49-F238E27FC236}">
                    <a16:creationId xmlns:a16="http://schemas.microsoft.com/office/drawing/2014/main" id="{EFCDCC89-80CC-496D-EE40-E4D02A5EF282}"/>
                  </a:ext>
                </a:extLst>
              </p:cNvPr>
              <p:cNvSpPr>
                <a:spLocks noChangeShapeType="1"/>
              </p:cNvSpPr>
              <p:nvPr/>
            </p:nvSpPr>
            <p:spPr bwMode="auto">
              <a:xfrm flipH="1" flipV="1">
                <a:off x="1342" y="4027"/>
                <a:ext cx="302" cy="2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14" name="Line 587">
                <a:extLst>
                  <a:ext uri="{FF2B5EF4-FFF2-40B4-BE49-F238E27FC236}">
                    <a16:creationId xmlns:a16="http://schemas.microsoft.com/office/drawing/2014/main" id="{F97D8696-E856-9E94-FDFF-29D720602697}"/>
                  </a:ext>
                </a:extLst>
              </p:cNvPr>
              <p:cNvSpPr>
                <a:spLocks noChangeShapeType="1"/>
              </p:cNvSpPr>
              <p:nvPr/>
            </p:nvSpPr>
            <p:spPr bwMode="auto">
              <a:xfrm flipH="1" flipV="1">
                <a:off x="1134" y="3842"/>
                <a:ext cx="151"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15" name="Line 588">
                <a:extLst>
                  <a:ext uri="{FF2B5EF4-FFF2-40B4-BE49-F238E27FC236}">
                    <a16:creationId xmlns:a16="http://schemas.microsoft.com/office/drawing/2014/main" id="{698A156D-8F4D-53EE-8087-C22AC0732FFA}"/>
                  </a:ext>
                </a:extLst>
              </p:cNvPr>
              <p:cNvSpPr>
                <a:spLocks noChangeShapeType="1"/>
              </p:cNvSpPr>
              <p:nvPr/>
            </p:nvSpPr>
            <p:spPr bwMode="auto">
              <a:xfrm flipH="1" flipV="1">
                <a:off x="990" y="3716"/>
                <a:ext cx="97" cy="8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16" name="Line 589">
                <a:extLst>
                  <a:ext uri="{FF2B5EF4-FFF2-40B4-BE49-F238E27FC236}">
                    <a16:creationId xmlns:a16="http://schemas.microsoft.com/office/drawing/2014/main" id="{0BFFB860-1E2C-1139-3836-BBB1256B510F}"/>
                  </a:ext>
                </a:extLst>
              </p:cNvPr>
              <p:cNvSpPr>
                <a:spLocks noChangeShapeType="1"/>
              </p:cNvSpPr>
              <p:nvPr/>
            </p:nvSpPr>
            <p:spPr bwMode="auto">
              <a:xfrm flipH="1" flipV="1">
                <a:off x="1355" y="4006"/>
                <a:ext cx="325" cy="28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17" name="Line 590">
                <a:extLst>
                  <a:ext uri="{FF2B5EF4-FFF2-40B4-BE49-F238E27FC236}">
                    <a16:creationId xmlns:a16="http://schemas.microsoft.com/office/drawing/2014/main" id="{7A85B6BD-3614-4EB6-C2D6-02FC2A435200}"/>
                  </a:ext>
                </a:extLst>
              </p:cNvPr>
              <p:cNvSpPr>
                <a:spLocks noChangeShapeType="1"/>
              </p:cNvSpPr>
              <p:nvPr/>
            </p:nvSpPr>
            <p:spPr bwMode="auto">
              <a:xfrm flipH="1" flipV="1">
                <a:off x="1163" y="3835"/>
                <a:ext cx="132" cy="1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18" name="Line 591">
                <a:extLst>
                  <a:ext uri="{FF2B5EF4-FFF2-40B4-BE49-F238E27FC236}">
                    <a16:creationId xmlns:a16="http://schemas.microsoft.com/office/drawing/2014/main" id="{637F0C2E-B460-E3DB-C563-1216FC1E2F7F}"/>
                  </a:ext>
                </a:extLst>
              </p:cNvPr>
              <p:cNvSpPr>
                <a:spLocks noChangeShapeType="1"/>
              </p:cNvSpPr>
              <p:nvPr/>
            </p:nvSpPr>
            <p:spPr bwMode="auto">
              <a:xfrm>
                <a:off x="993" y="3685"/>
                <a:ext cx="123" cy="10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19" name="Line 592">
                <a:extLst>
                  <a:ext uri="{FF2B5EF4-FFF2-40B4-BE49-F238E27FC236}">
                    <a16:creationId xmlns:a16="http://schemas.microsoft.com/office/drawing/2014/main" id="{531EBE02-7012-16EB-437A-F8CB96D0D2EA}"/>
                  </a:ext>
                </a:extLst>
              </p:cNvPr>
              <p:cNvSpPr>
                <a:spLocks noChangeShapeType="1"/>
              </p:cNvSpPr>
              <p:nvPr/>
            </p:nvSpPr>
            <p:spPr bwMode="auto">
              <a:xfrm flipV="1">
                <a:off x="990" y="3366"/>
                <a:ext cx="317" cy="1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0" name="Freeform 593">
                <a:extLst>
                  <a:ext uri="{FF2B5EF4-FFF2-40B4-BE49-F238E27FC236}">
                    <a16:creationId xmlns:a16="http://schemas.microsoft.com/office/drawing/2014/main" id="{1BAB6B54-5F62-56D9-5FED-5818BE704ED9}"/>
                  </a:ext>
                </a:extLst>
              </p:cNvPr>
              <p:cNvSpPr>
                <a:spLocks/>
              </p:cNvSpPr>
              <p:nvPr/>
            </p:nvSpPr>
            <p:spPr bwMode="auto">
              <a:xfrm>
                <a:off x="1379" y="3648"/>
                <a:ext cx="532" cy="388"/>
              </a:xfrm>
              <a:custGeom>
                <a:avLst/>
                <a:gdLst>
                  <a:gd name="T0" fmla="*/ 0 w 5313"/>
                  <a:gd name="T1" fmla="*/ 0 h 3875"/>
                  <a:gd name="T2" fmla="*/ 0 w 5313"/>
                  <a:gd name="T3" fmla="*/ 0 h 3875"/>
                  <a:gd name="T4" fmla="*/ 0 w 5313"/>
                  <a:gd name="T5" fmla="*/ 0 h 3875"/>
                  <a:gd name="T6" fmla="*/ 0 60000 65536"/>
                  <a:gd name="T7" fmla="*/ 0 60000 65536"/>
                  <a:gd name="T8" fmla="*/ 0 60000 65536"/>
                  <a:gd name="T9" fmla="*/ 0 w 5313"/>
                  <a:gd name="T10" fmla="*/ 0 h 3875"/>
                  <a:gd name="T11" fmla="*/ 5313 w 5313"/>
                  <a:gd name="T12" fmla="*/ 3875 h 3875"/>
                </a:gdLst>
                <a:ahLst/>
                <a:cxnLst>
                  <a:cxn ang="T6">
                    <a:pos x="T0" y="T1"/>
                  </a:cxn>
                  <a:cxn ang="T7">
                    <a:pos x="T2" y="T3"/>
                  </a:cxn>
                  <a:cxn ang="T8">
                    <a:pos x="T4" y="T5"/>
                  </a:cxn>
                </a:cxnLst>
                <a:rect l="T9" t="T10" r="T11" b="T12"/>
                <a:pathLst>
                  <a:path w="5313" h="3875">
                    <a:moveTo>
                      <a:pt x="5313" y="0"/>
                    </a:moveTo>
                    <a:lnTo>
                      <a:pt x="769" y="3875"/>
                    </a:lnTo>
                    <a:lnTo>
                      <a:pt x="0" y="3218"/>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21" name="Line 594">
                <a:extLst>
                  <a:ext uri="{FF2B5EF4-FFF2-40B4-BE49-F238E27FC236}">
                    <a16:creationId xmlns:a16="http://schemas.microsoft.com/office/drawing/2014/main" id="{39DA34F4-48A3-31D5-8795-C77650839CE6}"/>
                  </a:ext>
                </a:extLst>
              </p:cNvPr>
              <p:cNvSpPr>
                <a:spLocks noChangeShapeType="1"/>
              </p:cNvSpPr>
              <p:nvPr/>
            </p:nvSpPr>
            <p:spPr bwMode="auto">
              <a:xfrm flipH="1" flipV="1">
                <a:off x="1212" y="3828"/>
                <a:ext cx="84" cy="7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2" name="Freeform 595">
                <a:extLst>
                  <a:ext uri="{FF2B5EF4-FFF2-40B4-BE49-F238E27FC236}">
                    <a16:creationId xmlns:a16="http://schemas.microsoft.com/office/drawing/2014/main" id="{A01B4EA5-2041-14EB-E7FE-244B9BE67A19}"/>
                  </a:ext>
                </a:extLst>
              </p:cNvPr>
              <p:cNvSpPr>
                <a:spLocks/>
              </p:cNvSpPr>
              <p:nvPr/>
            </p:nvSpPr>
            <p:spPr bwMode="auto">
              <a:xfrm>
                <a:off x="1136" y="3602"/>
                <a:ext cx="133" cy="172"/>
              </a:xfrm>
              <a:custGeom>
                <a:avLst/>
                <a:gdLst>
                  <a:gd name="T0" fmla="*/ 0 w 1332"/>
                  <a:gd name="T1" fmla="*/ 0 h 1720"/>
                  <a:gd name="T2" fmla="*/ 0 w 1332"/>
                  <a:gd name="T3" fmla="*/ 0 h 1720"/>
                  <a:gd name="T4" fmla="*/ 0 w 1332"/>
                  <a:gd name="T5" fmla="*/ 0 h 1720"/>
                  <a:gd name="T6" fmla="*/ 0 w 1332"/>
                  <a:gd name="T7" fmla="*/ 0 h 1720"/>
                  <a:gd name="T8" fmla="*/ 0 60000 65536"/>
                  <a:gd name="T9" fmla="*/ 0 60000 65536"/>
                  <a:gd name="T10" fmla="*/ 0 60000 65536"/>
                  <a:gd name="T11" fmla="*/ 0 60000 65536"/>
                  <a:gd name="T12" fmla="*/ 0 w 1332"/>
                  <a:gd name="T13" fmla="*/ 0 h 1720"/>
                  <a:gd name="T14" fmla="*/ 1332 w 1332"/>
                  <a:gd name="T15" fmla="*/ 1720 h 1720"/>
                </a:gdLst>
                <a:ahLst/>
                <a:cxnLst>
                  <a:cxn ang="T8">
                    <a:pos x="T0" y="T1"/>
                  </a:cxn>
                  <a:cxn ang="T9">
                    <a:pos x="T2" y="T3"/>
                  </a:cxn>
                  <a:cxn ang="T10">
                    <a:pos x="T4" y="T5"/>
                  </a:cxn>
                  <a:cxn ang="T11">
                    <a:pos x="T6" y="T7"/>
                  </a:cxn>
                </a:cxnLst>
                <a:rect l="T12" t="T13" r="T14" b="T15"/>
                <a:pathLst>
                  <a:path w="1332" h="1720">
                    <a:moveTo>
                      <a:pt x="136" y="1720"/>
                    </a:moveTo>
                    <a:lnTo>
                      <a:pt x="0" y="1600"/>
                    </a:lnTo>
                    <a:lnTo>
                      <a:pt x="78" y="1340"/>
                    </a:lnTo>
                    <a:lnTo>
                      <a:pt x="1332"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23" name="Freeform 596">
                <a:extLst>
                  <a:ext uri="{FF2B5EF4-FFF2-40B4-BE49-F238E27FC236}">
                    <a16:creationId xmlns:a16="http://schemas.microsoft.com/office/drawing/2014/main" id="{D753F6A4-AFA3-3292-DD81-8AD221E83329}"/>
                  </a:ext>
                </a:extLst>
              </p:cNvPr>
              <p:cNvSpPr>
                <a:spLocks/>
              </p:cNvSpPr>
              <p:nvPr/>
            </p:nvSpPr>
            <p:spPr bwMode="auto">
              <a:xfrm>
                <a:off x="1269" y="3602"/>
                <a:ext cx="366" cy="389"/>
              </a:xfrm>
              <a:custGeom>
                <a:avLst/>
                <a:gdLst>
                  <a:gd name="T0" fmla="*/ 0 w 3666"/>
                  <a:gd name="T1" fmla="*/ 0 h 3892"/>
                  <a:gd name="T2" fmla="*/ 0 w 3666"/>
                  <a:gd name="T3" fmla="*/ 0 h 3892"/>
                  <a:gd name="T4" fmla="*/ 0 w 3666"/>
                  <a:gd name="T5" fmla="*/ 0 h 3892"/>
                  <a:gd name="T6" fmla="*/ 0 w 3666"/>
                  <a:gd name="T7" fmla="*/ 0 h 3892"/>
                  <a:gd name="T8" fmla="*/ 0 60000 65536"/>
                  <a:gd name="T9" fmla="*/ 0 60000 65536"/>
                  <a:gd name="T10" fmla="*/ 0 60000 65536"/>
                  <a:gd name="T11" fmla="*/ 0 60000 65536"/>
                  <a:gd name="T12" fmla="*/ 0 w 3666"/>
                  <a:gd name="T13" fmla="*/ 0 h 3892"/>
                  <a:gd name="T14" fmla="*/ 3666 w 3666"/>
                  <a:gd name="T15" fmla="*/ 3892 h 3892"/>
                </a:gdLst>
                <a:ahLst/>
                <a:cxnLst>
                  <a:cxn ang="T8">
                    <a:pos x="T0" y="T1"/>
                  </a:cxn>
                  <a:cxn ang="T9">
                    <a:pos x="T2" y="T3"/>
                  </a:cxn>
                  <a:cxn ang="T10">
                    <a:pos x="T4" y="T5"/>
                  </a:cxn>
                  <a:cxn ang="T11">
                    <a:pos x="T6" y="T7"/>
                  </a:cxn>
                </a:cxnLst>
                <a:rect l="T12" t="T13" r="T14" b="T15"/>
                <a:pathLst>
                  <a:path w="3666" h="3892">
                    <a:moveTo>
                      <a:pt x="0" y="0"/>
                    </a:moveTo>
                    <a:lnTo>
                      <a:pt x="3666" y="2098"/>
                    </a:lnTo>
                    <a:lnTo>
                      <a:pt x="1973" y="3892"/>
                    </a:lnTo>
                    <a:lnTo>
                      <a:pt x="1389" y="3426"/>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24" name="Line 597">
                <a:extLst>
                  <a:ext uri="{FF2B5EF4-FFF2-40B4-BE49-F238E27FC236}">
                    <a16:creationId xmlns:a16="http://schemas.microsoft.com/office/drawing/2014/main" id="{CE9EA9CA-2610-C948-6873-A116F8EAA71D}"/>
                  </a:ext>
                </a:extLst>
              </p:cNvPr>
              <p:cNvSpPr>
                <a:spLocks noChangeShapeType="1"/>
              </p:cNvSpPr>
              <p:nvPr/>
            </p:nvSpPr>
            <p:spPr bwMode="auto">
              <a:xfrm flipH="1" flipV="1">
                <a:off x="1245" y="3816"/>
                <a:ext cx="53" cy="4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5" name="Line 598">
                <a:extLst>
                  <a:ext uri="{FF2B5EF4-FFF2-40B4-BE49-F238E27FC236}">
                    <a16:creationId xmlns:a16="http://schemas.microsoft.com/office/drawing/2014/main" id="{4FED9986-0DD9-8520-089A-9E57B57DA8A9}"/>
                  </a:ext>
                </a:extLst>
              </p:cNvPr>
              <p:cNvSpPr>
                <a:spLocks noChangeShapeType="1"/>
              </p:cNvSpPr>
              <p:nvPr/>
            </p:nvSpPr>
            <p:spPr bwMode="auto">
              <a:xfrm>
                <a:off x="1145" y="3736"/>
                <a:ext cx="20" cy="1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6" name="Line 599">
                <a:extLst>
                  <a:ext uri="{FF2B5EF4-FFF2-40B4-BE49-F238E27FC236}">
                    <a16:creationId xmlns:a16="http://schemas.microsoft.com/office/drawing/2014/main" id="{1851EEB5-384B-A524-BD63-AFB37E12CCD5}"/>
                  </a:ext>
                </a:extLst>
              </p:cNvPr>
              <p:cNvSpPr>
                <a:spLocks noChangeShapeType="1"/>
              </p:cNvSpPr>
              <p:nvPr/>
            </p:nvSpPr>
            <p:spPr bwMode="auto">
              <a:xfrm>
                <a:off x="1269" y="3798"/>
                <a:ext cx="43" cy="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7" name="Freeform 600">
                <a:extLst>
                  <a:ext uri="{FF2B5EF4-FFF2-40B4-BE49-F238E27FC236}">
                    <a16:creationId xmlns:a16="http://schemas.microsoft.com/office/drawing/2014/main" id="{D6870338-D350-7AFA-D1DF-3D38CF400FD9}"/>
                  </a:ext>
                </a:extLst>
              </p:cNvPr>
              <p:cNvSpPr>
                <a:spLocks/>
              </p:cNvSpPr>
              <p:nvPr/>
            </p:nvSpPr>
            <p:spPr bwMode="auto">
              <a:xfrm>
                <a:off x="1266" y="3658"/>
                <a:ext cx="293" cy="284"/>
              </a:xfrm>
              <a:custGeom>
                <a:avLst/>
                <a:gdLst>
                  <a:gd name="T0" fmla="*/ 0 w 2922"/>
                  <a:gd name="T1" fmla="*/ 0 h 2844"/>
                  <a:gd name="T2" fmla="*/ 0 w 2922"/>
                  <a:gd name="T3" fmla="*/ 0 h 2844"/>
                  <a:gd name="T4" fmla="*/ 0 w 2922"/>
                  <a:gd name="T5" fmla="*/ 0 h 2844"/>
                  <a:gd name="T6" fmla="*/ 0 w 2922"/>
                  <a:gd name="T7" fmla="*/ 0 h 2844"/>
                  <a:gd name="T8" fmla="*/ 0 60000 65536"/>
                  <a:gd name="T9" fmla="*/ 0 60000 65536"/>
                  <a:gd name="T10" fmla="*/ 0 60000 65536"/>
                  <a:gd name="T11" fmla="*/ 0 60000 65536"/>
                  <a:gd name="T12" fmla="*/ 0 w 2922"/>
                  <a:gd name="T13" fmla="*/ 0 h 2844"/>
                  <a:gd name="T14" fmla="*/ 2922 w 2922"/>
                  <a:gd name="T15" fmla="*/ 2844 h 2844"/>
                </a:gdLst>
                <a:ahLst/>
                <a:cxnLst>
                  <a:cxn ang="T8">
                    <a:pos x="T0" y="T1"/>
                  </a:cxn>
                  <a:cxn ang="T9">
                    <a:pos x="T2" y="T3"/>
                  </a:cxn>
                  <a:cxn ang="T10">
                    <a:pos x="T4" y="T5"/>
                  </a:cxn>
                  <a:cxn ang="T11">
                    <a:pos x="T6" y="T7"/>
                  </a:cxn>
                </a:cxnLst>
                <a:rect l="T12" t="T13" r="T14" b="T15"/>
                <a:pathLst>
                  <a:path w="2922" h="2844">
                    <a:moveTo>
                      <a:pt x="1512" y="2552"/>
                    </a:moveTo>
                    <a:lnTo>
                      <a:pt x="1897" y="2844"/>
                    </a:lnTo>
                    <a:lnTo>
                      <a:pt x="2922" y="1768"/>
                    </a:lnTo>
                    <a:lnTo>
                      <a:pt x="0"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28" name="Freeform 601">
                <a:extLst>
                  <a:ext uri="{FF2B5EF4-FFF2-40B4-BE49-F238E27FC236}">
                    <a16:creationId xmlns:a16="http://schemas.microsoft.com/office/drawing/2014/main" id="{DC7EFB00-F4C1-0410-EAAC-7627FC4F31C3}"/>
                  </a:ext>
                </a:extLst>
              </p:cNvPr>
              <p:cNvSpPr>
                <a:spLocks/>
              </p:cNvSpPr>
              <p:nvPr/>
            </p:nvSpPr>
            <p:spPr bwMode="auto">
              <a:xfrm>
                <a:off x="1269" y="3235"/>
                <a:ext cx="419" cy="577"/>
              </a:xfrm>
              <a:custGeom>
                <a:avLst/>
                <a:gdLst>
                  <a:gd name="T0" fmla="*/ 0 w 4183"/>
                  <a:gd name="T1" fmla="*/ 0 h 5770"/>
                  <a:gd name="T2" fmla="*/ 0 w 4183"/>
                  <a:gd name="T3" fmla="*/ 0 h 5770"/>
                  <a:gd name="T4" fmla="*/ 0 w 4183"/>
                  <a:gd name="T5" fmla="*/ 0 h 5770"/>
                  <a:gd name="T6" fmla="*/ 0 w 4183"/>
                  <a:gd name="T7" fmla="*/ 0 h 5770"/>
                  <a:gd name="T8" fmla="*/ 0 60000 65536"/>
                  <a:gd name="T9" fmla="*/ 0 60000 65536"/>
                  <a:gd name="T10" fmla="*/ 0 60000 65536"/>
                  <a:gd name="T11" fmla="*/ 0 60000 65536"/>
                  <a:gd name="T12" fmla="*/ 0 w 4183"/>
                  <a:gd name="T13" fmla="*/ 0 h 5770"/>
                  <a:gd name="T14" fmla="*/ 4183 w 4183"/>
                  <a:gd name="T15" fmla="*/ 5770 h 5770"/>
                </a:gdLst>
                <a:ahLst/>
                <a:cxnLst>
                  <a:cxn ang="T8">
                    <a:pos x="T0" y="T1"/>
                  </a:cxn>
                  <a:cxn ang="T9">
                    <a:pos x="T2" y="T3"/>
                  </a:cxn>
                  <a:cxn ang="T10">
                    <a:pos x="T4" y="T5"/>
                  </a:cxn>
                  <a:cxn ang="T11">
                    <a:pos x="T6" y="T7"/>
                  </a:cxn>
                </a:cxnLst>
                <a:rect l="T12" t="T13" r="T14" b="T15"/>
                <a:pathLst>
                  <a:path w="4183" h="5770">
                    <a:moveTo>
                      <a:pt x="0" y="3668"/>
                    </a:moveTo>
                    <a:lnTo>
                      <a:pt x="615" y="0"/>
                    </a:lnTo>
                    <a:lnTo>
                      <a:pt x="4183" y="1522"/>
                    </a:lnTo>
                    <a:lnTo>
                      <a:pt x="3663" y="577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29" name="Line 602">
                <a:extLst>
                  <a:ext uri="{FF2B5EF4-FFF2-40B4-BE49-F238E27FC236}">
                    <a16:creationId xmlns:a16="http://schemas.microsoft.com/office/drawing/2014/main" id="{2E1ACDAF-BD22-CF60-A0C9-A537212E3CB3}"/>
                  </a:ext>
                </a:extLst>
              </p:cNvPr>
              <p:cNvSpPr>
                <a:spLocks noChangeShapeType="1"/>
              </p:cNvSpPr>
              <p:nvPr/>
            </p:nvSpPr>
            <p:spPr bwMode="auto">
              <a:xfrm flipV="1">
                <a:off x="1688" y="3256"/>
                <a:ext cx="222" cy="1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30" name="Line 603">
                <a:extLst>
                  <a:ext uri="{FF2B5EF4-FFF2-40B4-BE49-F238E27FC236}">
                    <a16:creationId xmlns:a16="http://schemas.microsoft.com/office/drawing/2014/main" id="{379C5E51-C2AA-CEF5-77F1-A6F4DE13B73D}"/>
                  </a:ext>
                </a:extLst>
              </p:cNvPr>
              <p:cNvSpPr>
                <a:spLocks noChangeShapeType="1"/>
              </p:cNvSpPr>
              <p:nvPr/>
            </p:nvSpPr>
            <p:spPr bwMode="auto">
              <a:xfrm flipV="1">
                <a:off x="1331" y="3183"/>
                <a:ext cx="139" cy="5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31" name="Freeform 604">
                <a:extLst>
                  <a:ext uri="{FF2B5EF4-FFF2-40B4-BE49-F238E27FC236}">
                    <a16:creationId xmlns:a16="http://schemas.microsoft.com/office/drawing/2014/main" id="{1BFEBCC4-2993-0399-AD6B-0EC88C505491}"/>
                  </a:ext>
                </a:extLst>
              </p:cNvPr>
              <p:cNvSpPr>
                <a:spLocks/>
              </p:cNvSpPr>
              <p:nvPr/>
            </p:nvSpPr>
            <p:spPr bwMode="auto">
              <a:xfrm>
                <a:off x="1300" y="3281"/>
                <a:ext cx="354" cy="482"/>
              </a:xfrm>
              <a:custGeom>
                <a:avLst/>
                <a:gdLst>
                  <a:gd name="T0" fmla="*/ 0 w 3532"/>
                  <a:gd name="T1" fmla="*/ 0 h 4815"/>
                  <a:gd name="T2" fmla="*/ 0 w 3532"/>
                  <a:gd name="T3" fmla="*/ 0 h 4815"/>
                  <a:gd name="T4" fmla="*/ 0 w 3532"/>
                  <a:gd name="T5" fmla="*/ 0 h 4815"/>
                  <a:gd name="T6" fmla="*/ 0 w 3532"/>
                  <a:gd name="T7" fmla="*/ 0 h 4815"/>
                  <a:gd name="T8" fmla="*/ 0 w 3532"/>
                  <a:gd name="T9" fmla="*/ 0 h 4815"/>
                  <a:gd name="T10" fmla="*/ 0 60000 65536"/>
                  <a:gd name="T11" fmla="*/ 0 60000 65536"/>
                  <a:gd name="T12" fmla="*/ 0 60000 65536"/>
                  <a:gd name="T13" fmla="*/ 0 60000 65536"/>
                  <a:gd name="T14" fmla="*/ 0 60000 65536"/>
                  <a:gd name="T15" fmla="*/ 0 w 3532"/>
                  <a:gd name="T16" fmla="*/ 0 h 4815"/>
                  <a:gd name="T17" fmla="*/ 3532 w 3532"/>
                  <a:gd name="T18" fmla="*/ 4815 h 4815"/>
                </a:gdLst>
                <a:ahLst/>
                <a:cxnLst>
                  <a:cxn ang="T10">
                    <a:pos x="T0" y="T1"/>
                  </a:cxn>
                  <a:cxn ang="T11">
                    <a:pos x="T2" y="T3"/>
                  </a:cxn>
                  <a:cxn ang="T12">
                    <a:pos x="T4" y="T5"/>
                  </a:cxn>
                  <a:cxn ang="T13">
                    <a:pos x="T6" y="T7"/>
                  </a:cxn>
                  <a:cxn ang="T14">
                    <a:pos x="T8" y="T9"/>
                  </a:cxn>
                </a:cxnLst>
                <a:rect l="T15" t="T16" r="T17" b="T18"/>
                <a:pathLst>
                  <a:path w="3532" h="4815">
                    <a:moveTo>
                      <a:pt x="514" y="0"/>
                    </a:moveTo>
                    <a:lnTo>
                      <a:pt x="3532" y="1268"/>
                    </a:lnTo>
                    <a:lnTo>
                      <a:pt x="3112" y="4815"/>
                    </a:lnTo>
                    <a:lnTo>
                      <a:pt x="0" y="3041"/>
                    </a:lnTo>
                    <a:lnTo>
                      <a:pt x="514" y="0"/>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32" name="Freeform 605">
                <a:extLst>
                  <a:ext uri="{FF2B5EF4-FFF2-40B4-BE49-F238E27FC236}">
                    <a16:creationId xmlns:a16="http://schemas.microsoft.com/office/drawing/2014/main" id="{C5147E1D-8962-E69A-DF91-0724CE5338F8}"/>
                  </a:ext>
                </a:extLst>
              </p:cNvPr>
              <p:cNvSpPr>
                <a:spLocks/>
              </p:cNvSpPr>
              <p:nvPr/>
            </p:nvSpPr>
            <p:spPr bwMode="auto">
              <a:xfrm>
                <a:off x="1315" y="3287"/>
                <a:ext cx="298" cy="450"/>
              </a:xfrm>
              <a:custGeom>
                <a:avLst/>
                <a:gdLst>
                  <a:gd name="T0" fmla="*/ 0 w 2985"/>
                  <a:gd name="T1" fmla="*/ 0 h 4500"/>
                  <a:gd name="T2" fmla="*/ 0 w 2985"/>
                  <a:gd name="T3" fmla="*/ 0 h 4500"/>
                  <a:gd name="T4" fmla="*/ 0 w 2985"/>
                  <a:gd name="T5" fmla="*/ 0 h 4500"/>
                  <a:gd name="T6" fmla="*/ 0 60000 65536"/>
                  <a:gd name="T7" fmla="*/ 0 60000 65536"/>
                  <a:gd name="T8" fmla="*/ 0 60000 65536"/>
                  <a:gd name="T9" fmla="*/ 0 w 2985"/>
                  <a:gd name="T10" fmla="*/ 0 h 4500"/>
                  <a:gd name="T11" fmla="*/ 2985 w 2985"/>
                  <a:gd name="T12" fmla="*/ 4500 h 4500"/>
                </a:gdLst>
                <a:ahLst/>
                <a:cxnLst>
                  <a:cxn ang="T6">
                    <a:pos x="T0" y="T1"/>
                  </a:cxn>
                  <a:cxn ang="T7">
                    <a:pos x="T2" y="T3"/>
                  </a:cxn>
                  <a:cxn ang="T8">
                    <a:pos x="T4" y="T5"/>
                  </a:cxn>
                </a:cxnLst>
                <a:rect l="T9" t="T10" r="T11" b="T12"/>
                <a:pathLst>
                  <a:path w="2985" h="4500">
                    <a:moveTo>
                      <a:pt x="469" y="0"/>
                    </a:moveTo>
                    <a:lnTo>
                      <a:pt x="0" y="2856"/>
                    </a:lnTo>
                    <a:lnTo>
                      <a:pt x="2985" y="450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33" name="Line 606">
                <a:extLst>
                  <a:ext uri="{FF2B5EF4-FFF2-40B4-BE49-F238E27FC236}">
                    <a16:creationId xmlns:a16="http://schemas.microsoft.com/office/drawing/2014/main" id="{BA1DF3BB-3577-6E20-68DF-A7662C1C5909}"/>
                  </a:ext>
                </a:extLst>
              </p:cNvPr>
              <p:cNvSpPr>
                <a:spLocks noChangeShapeType="1"/>
              </p:cNvSpPr>
              <p:nvPr/>
            </p:nvSpPr>
            <p:spPr bwMode="auto">
              <a:xfrm flipV="1">
                <a:off x="1300" y="3573"/>
                <a:ext cx="13"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34" name="Line 607">
                <a:extLst>
                  <a:ext uri="{FF2B5EF4-FFF2-40B4-BE49-F238E27FC236}">
                    <a16:creationId xmlns:a16="http://schemas.microsoft.com/office/drawing/2014/main" id="{528817D2-327C-4FCB-C11A-F20811729D19}"/>
                  </a:ext>
                </a:extLst>
              </p:cNvPr>
              <p:cNvSpPr>
                <a:spLocks noChangeShapeType="1"/>
              </p:cNvSpPr>
              <p:nvPr/>
            </p:nvSpPr>
            <p:spPr bwMode="auto">
              <a:xfrm flipH="1">
                <a:off x="1456" y="3991"/>
                <a:ext cx="10" cy="4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grpSp>
        <p:sp>
          <p:nvSpPr>
            <p:cNvPr id="13" name="Freeform 608">
              <a:extLst>
                <a:ext uri="{FF2B5EF4-FFF2-40B4-BE49-F238E27FC236}">
                  <a16:creationId xmlns:a16="http://schemas.microsoft.com/office/drawing/2014/main" id="{24A51269-32DB-32E0-32BF-5563CE2B1242}"/>
                </a:ext>
              </a:extLst>
            </p:cNvPr>
            <p:cNvSpPr>
              <a:spLocks/>
            </p:cNvSpPr>
            <p:nvPr/>
          </p:nvSpPr>
          <p:spPr bwMode="auto">
            <a:xfrm>
              <a:off x="2064" y="1485"/>
              <a:ext cx="1824" cy="2736"/>
            </a:xfrm>
            <a:custGeom>
              <a:avLst/>
              <a:gdLst>
                <a:gd name="T0" fmla="*/ 1392 w 1824"/>
                <a:gd name="T1" fmla="*/ 0 h 2736"/>
                <a:gd name="T2" fmla="*/ 1824 w 1824"/>
                <a:gd name="T3" fmla="*/ 96 h 2736"/>
                <a:gd name="T4" fmla="*/ 1488 w 1824"/>
                <a:gd name="T5" fmla="*/ 1392 h 2736"/>
                <a:gd name="T6" fmla="*/ 1680 w 1824"/>
                <a:gd name="T7" fmla="*/ 2736 h 2736"/>
                <a:gd name="T8" fmla="*/ 0 w 1824"/>
                <a:gd name="T9" fmla="*/ 2736 h 2736"/>
                <a:gd name="T10" fmla="*/ 624 w 1824"/>
                <a:gd name="T11" fmla="*/ 1248 h 2736"/>
                <a:gd name="T12" fmla="*/ 1392 w 1824"/>
                <a:gd name="T13" fmla="*/ 0 h 2736"/>
                <a:gd name="T14" fmla="*/ 0 60000 65536"/>
                <a:gd name="T15" fmla="*/ 0 60000 65536"/>
                <a:gd name="T16" fmla="*/ 0 60000 65536"/>
                <a:gd name="T17" fmla="*/ 0 60000 65536"/>
                <a:gd name="T18" fmla="*/ 0 60000 65536"/>
                <a:gd name="T19" fmla="*/ 0 60000 65536"/>
                <a:gd name="T20" fmla="*/ 0 60000 65536"/>
                <a:gd name="T21" fmla="*/ 0 w 1824"/>
                <a:gd name="T22" fmla="*/ 0 h 2736"/>
                <a:gd name="T23" fmla="*/ 1824 w 1824"/>
                <a:gd name="T24" fmla="*/ 2736 h 27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4" h="2736">
                  <a:moveTo>
                    <a:pt x="1392" y="0"/>
                  </a:moveTo>
                  <a:lnTo>
                    <a:pt x="1824" y="96"/>
                  </a:lnTo>
                  <a:lnTo>
                    <a:pt x="1488" y="1392"/>
                  </a:lnTo>
                  <a:lnTo>
                    <a:pt x="1680" y="2736"/>
                  </a:lnTo>
                  <a:lnTo>
                    <a:pt x="0" y="2736"/>
                  </a:lnTo>
                  <a:lnTo>
                    <a:pt x="624" y="1248"/>
                  </a:lnTo>
                  <a:lnTo>
                    <a:pt x="1392" y="0"/>
                  </a:lnTo>
                  <a:close/>
                </a:path>
              </a:pathLst>
            </a:custGeom>
            <a:gradFill rotWithShape="0">
              <a:gsLst>
                <a:gs pos="0">
                  <a:srgbClr val="FFCC00"/>
                </a:gs>
                <a:gs pos="100000">
                  <a:schemeClr val="folHlink"/>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pt-BR"/>
            </a:p>
          </p:txBody>
        </p:sp>
        <p:grpSp>
          <p:nvGrpSpPr>
            <p:cNvPr id="14" name="Group 609">
              <a:extLst>
                <a:ext uri="{FF2B5EF4-FFF2-40B4-BE49-F238E27FC236}">
                  <a16:creationId xmlns:a16="http://schemas.microsoft.com/office/drawing/2014/main" id="{99A384FB-DC30-5D17-1614-28689B1411FA}"/>
                </a:ext>
              </a:extLst>
            </p:cNvPr>
            <p:cNvGrpSpPr>
              <a:grpSpLocks/>
            </p:cNvGrpSpPr>
            <p:nvPr/>
          </p:nvGrpSpPr>
          <p:grpSpPr bwMode="auto">
            <a:xfrm>
              <a:off x="2054" y="3689"/>
              <a:ext cx="842" cy="530"/>
              <a:chOff x="637" y="834"/>
              <a:chExt cx="1254" cy="862"/>
            </a:xfrm>
          </p:grpSpPr>
          <p:sp>
            <p:nvSpPr>
              <p:cNvPr id="168" name="Freeform 610">
                <a:extLst>
                  <a:ext uri="{FF2B5EF4-FFF2-40B4-BE49-F238E27FC236}">
                    <a16:creationId xmlns:a16="http://schemas.microsoft.com/office/drawing/2014/main" id="{AC362C86-3ACA-1464-91E1-A6F25FC45E34}"/>
                  </a:ext>
                </a:extLst>
              </p:cNvPr>
              <p:cNvSpPr>
                <a:spLocks/>
              </p:cNvSpPr>
              <p:nvPr/>
            </p:nvSpPr>
            <p:spPr bwMode="auto">
              <a:xfrm>
                <a:off x="964" y="865"/>
                <a:ext cx="906" cy="440"/>
              </a:xfrm>
              <a:custGeom>
                <a:avLst/>
                <a:gdLst>
                  <a:gd name="T0" fmla="*/ 0 w 906"/>
                  <a:gd name="T1" fmla="*/ 439 h 440"/>
                  <a:gd name="T2" fmla="*/ 905 w 906"/>
                  <a:gd name="T3" fmla="*/ 439 h 440"/>
                  <a:gd name="T4" fmla="*/ 905 w 906"/>
                  <a:gd name="T5" fmla="*/ 0 h 440"/>
                  <a:gd name="T6" fmla="*/ 0 w 906"/>
                  <a:gd name="T7" fmla="*/ 0 h 440"/>
                  <a:gd name="T8" fmla="*/ 0 w 906"/>
                  <a:gd name="T9" fmla="*/ 439 h 440"/>
                  <a:gd name="T10" fmla="*/ 0 60000 65536"/>
                  <a:gd name="T11" fmla="*/ 0 60000 65536"/>
                  <a:gd name="T12" fmla="*/ 0 60000 65536"/>
                  <a:gd name="T13" fmla="*/ 0 60000 65536"/>
                  <a:gd name="T14" fmla="*/ 0 60000 65536"/>
                  <a:gd name="T15" fmla="*/ 0 w 906"/>
                  <a:gd name="T16" fmla="*/ 0 h 440"/>
                  <a:gd name="T17" fmla="*/ 906 w 906"/>
                  <a:gd name="T18" fmla="*/ 440 h 440"/>
                </a:gdLst>
                <a:ahLst/>
                <a:cxnLst>
                  <a:cxn ang="T10">
                    <a:pos x="T0" y="T1"/>
                  </a:cxn>
                  <a:cxn ang="T11">
                    <a:pos x="T2" y="T3"/>
                  </a:cxn>
                  <a:cxn ang="T12">
                    <a:pos x="T4" y="T5"/>
                  </a:cxn>
                  <a:cxn ang="T13">
                    <a:pos x="T6" y="T7"/>
                  </a:cxn>
                  <a:cxn ang="T14">
                    <a:pos x="T8" y="T9"/>
                  </a:cxn>
                </a:cxnLst>
                <a:rect l="T15" t="T16" r="T17" b="T18"/>
                <a:pathLst>
                  <a:path w="906" h="440">
                    <a:moveTo>
                      <a:pt x="0" y="439"/>
                    </a:moveTo>
                    <a:lnTo>
                      <a:pt x="905" y="439"/>
                    </a:lnTo>
                    <a:lnTo>
                      <a:pt x="905" y="0"/>
                    </a:lnTo>
                    <a:lnTo>
                      <a:pt x="0" y="0"/>
                    </a:lnTo>
                    <a:lnTo>
                      <a:pt x="0" y="439"/>
                    </a:lnTo>
                  </a:path>
                </a:pathLst>
              </a:custGeom>
              <a:solidFill>
                <a:schemeClr val="bg2"/>
              </a:solidFill>
              <a:ln w="12700" cap="rnd">
                <a:solidFill>
                  <a:schemeClr val="tx1"/>
                </a:solidFill>
                <a:round/>
                <a:headEnd/>
                <a:tailEnd/>
              </a:ln>
            </p:spPr>
            <p:txBody>
              <a:bodyPr/>
              <a:lstStyle/>
              <a:p>
                <a:endParaRPr lang="pt-BR"/>
              </a:p>
            </p:txBody>
          </p:sp>
          <p:sp>
            <p:nvSpPr>
              <p:cNvPr id="169" name="Freeform 611">
                <a:extLst>
                  <a:ext uri="{FF2B5EF4-FFF2-40B4-BE49-F238E27FC236}">
                    <a16:creationId xmlns:a16="http://schemas.microsoft.com/office/drawing/2014/main" id="{F2C34D74-2A57-3360-A836-9BB825D465BC}"/>
                  </a:ext>
                </a:extLst>
              </p:cNvPr>
              <p:cNvSpPr>
                <a:spLocks/>
              </p:cNvSpPr>
              <p:nvPr/>
            </p:nvSpPr>
            <p:spPr bwMode="auto">
              <a:xfrm>
                <a:off x="964" y="1304"/>
                <a:ext cx="910" cy="19"/>
              </a:xfrm>
              <a:custGeom>
                <a:avLst/>
                <a:gdLst>
                  <a:gd name="T0" fmla="*/ 897 w 910"/>
                  <a:gd name="T1" fmla="*/ 9 h 19"/>
                  <a:gd name="T2" fmla="*/ 903 w 910"/>
                  <a:gd name="T3" fmla="*/ 0 h 19"/>
                  <a:gd name="T4" fmla="*/ 0 w 910"/>
                  <a:gd name="T5" fmla="*/ 0 h 19"/>
                  <a:gd name="T6" fmla="*/ 0 w 910"/>
                  <a:gd name="T7" fmla="*/ 18 h 19"/>
                  <a:gd name="T8" fmla="*/ 903 w 910"/>
                  <a:gd name="T9" fmla="*/ 18 h 19"/>
                  <a:gd name="T10" fmla="*/ 909 w 910"/>
                  <a:gd name="T11" fmla="*/ 9 h 19"/>
                  <a:gd name="T12" fmla="*/ 903 w 910"/>
                  <a:gd name="T13" fmla="*/ 18 h 19"/>
                  <a:gd name="T14" fmla="*/ 906 w 910"/>
                  <a:gd name="T15" fmla="*/ 18 h 19"/>
                  <a:gd name="T16" fmla="*/ 907 w 910"/>
                  <a:gd name="T17" fmla="*/ 15 h 19"/>
                  <a:gd name="T18" fmla="*/ 907 w 910"/>
                  <a:gd name="T19" fmla="*/ 15 h 19"/>
                  <a:gd name="T20" fmla="*/ 909 w 910"/>
                  <a:gd name="T21" fmla="*/ 9 h 19"/>
                  <a:gd name="T22" fmla="*/ 907 w 910"/>
                  <a:gd name="T23" fmla="*/ 6 h 19"/>
                  <a:gd name="T24" fmla="*/ 907 w 910"/>
                  <a:gd name="T25" fmla="*/ 3 h 19"/>
                  <a:gd name="T26" fmla="*/ 906 w 910"/>
                  <a:gd name="T27" fmla="*/ 3 h 19"/>
                  <a:gd name="T28" fmla="*/ 903 w 910"/>
                  <a:gd name="T29" fmla="*/ 0 h 19"/>
                  <a:gd name="T30" fmla="*/ 897 w 910"/>
                  <a:gd name="T31" fmla="*/ 9 h 1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10"/>
                  <a:gd name="T49" fmla="*/ 0 h 19"/>
                  <a:gd name="T50" fmla="*/ 910 w 910"/>
                  <a:gd name="T51" fmla="*/ 19 h 1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10" h="19">
                    <a:moveTo>
                      <a:pt x="897" y="9"/>
                    </a:moveTo>
                    <a:lnTo>
                      <a:pt x="903" y="0"/>
                    </a:lnTo>
                    <a:lnTo>
                      <a:pt x="0" y="0"/>
                    </a:lnTo>
                    <a:lnTo>
                      <a:pt x="0" y="18"/>
                    </a:lnTo>
                    <a:lnTo>
                      <a:pt x="903" y="18"/>
                    </a:lnTo>
                    <a:lnTo>
                      <a:pt x="909" y="9"/>
                    </a:lnTo>
                    <a:lnTo>
                      <a:pt x="903" y="18"/>
                    </a:lnTo>
                    <a:lnTo>
                      <a:pt x="906" y="18"/>
                    </a:lnTo>
                    <a:lnTo>
                      <a:pt x="907" y="15"/>
                    </a:lnTo>
                    <a:lnTo>
                      <a:pt x="909" y="9"/>
                    </a:lnTo>
                    <a:lnTo>
                      <a:pt x="907" y="6"/>
                    </a:lnTo>
                    <a:lnTo>
                      <a:pt x="907" y="3"/>
                    </a:lnTo>
                    <a:lnTo>
                      <a:pt x="906" y="3"/>
                    </a:lnTo>
                    <a:lnTo>
                      <a:pt x="903" y="0"/>
                    </a:lnTo>
                    <a:lnTo>
                      <a:pt x="897" y="9"/>
                    </a:lnTo>
                  </a:path>
                </a:pathLst>
              </a:custGeom>
              <a:solidFill>
                <a:schemeClr val="bg2"/>
              </a:solidFill>
              <a:ln w="12700" cap="rnd">
                <a:solidFill>
                  <a:schemeClr val="tx1"/>
                </a:solidFill>
                <a:round/>
                <a:headEnd/>
                <a:tailEnd/>
              </a:ln>
            </p:spPr>
            <p:txBody>
              <a:bodyPr/>
              <a:lstStyle/>
              <a:p>
                <a:endParaRPr lang="pt-BR"/>
              </a:p>
            </p:txBody>
          </p:sp>
          <p:sp>
            <p:nvSpPr>
              <p:cNvPr id="170" name="Freeform 612">
                <a:extLst>
                  <a:ext uri="{FF2B5EF4-FFF2-40B4-BE49-F238E27FC236}">
                    <a16:creationId xmlns:a16="http://schemas.microsoft.com/office/drawing/2014/main" id="{70BA4E4B-9BC1-A1B4-1CF0-A0299E1F7324}"/>
                  </a:ext>
                </a:extLst>
              </p:cNvPr>
              <p:cNvSpPr>
                <a:spLocks/>
              </p:cNvSpPr>
              <p:nvPr/>
            </p:nvSpPr>
            <p:spPr bwMode="auto">
              <a:xfrm>
                <a:off x="1869" y="859"/>
                <a:ext cx="22" cy="446"/>
              </a:xfrm>
              <a:custGeom>
                <a:avLst/>
                <a:gdLst>
                  <a:gd name="T0" fmla="*/ 10 w 22"/>
                  <a:gd name="T1" fmla="*/ 15 h 446"/>
                  <a:gd name="T2" fmla="*/ 0 w 22"/>
                  <a:gd name="T3" fmla="*/ 7 h 446"/>
                  <a:gd name="T4" fmla="*/ 0 w 22"/>
                  <a:gd name="T5" fmla="*/ 445 h 446"/>
                  <a:gd name="T6" fmla="*/ 21 w 22"/>
                  <a:gd name="T7" fmla="*/ 445 h 446"/>
                  <a:gd name="T8" fmla="*/ 21 w 22"/>
                  <a:gd name="T9" fmla="*/ 7 h 446"/>
                  <a:gd name="T10" fmla="*/ 10 w 22"/>
                  <a:gd name="T11" fmla="*/ 0 h 446"/>
                  <a:gd name="T12" fmla="*/ 21 w 22"/>
                  <a:gd name="T13" fmla="*/ 7 h 446"/>
                  <a:gd name="T14" fmla="*/ 21 w 22"/>
                  <a:gd name="T15" fmla="*/ 4 h 446"/>
                  <a:gd name="T16" fmla="*/ 15 w 22"/>
                  <a:gd name="T17" fmla="*/ 2 h 446"/>
                  <a:gd name="T18" fmla="*/ 15 w 22"/>
                  <a:gd name="T19" fmla="*/ 1 h 446"/>
                  <a:gd name="T20" fmla="*/ 10 w 22"/>
                  <a:gd name="T21" fmla="*/ 0 h 446"/>
                  <a:gd name="T22" fmla="*/ 5 w 22"/>
                  <a:gd name="T23" fmla="*/ 1 h 446"/>
                  <a:gd name="T24" fmla="*/ 5 w 22"/>
                  <a:gd name="T25" fmla="*/ 2 h 446"/>
                  <a:gd name="T26" fmla="*/ 0 w 22"/>
                  <a:gd name="T27" fmla="*/ 4 h 446"/>
                  <a:gd name="T28" fmla="*/ 0 w 22"/>
                  <a:gd name="T29" fmla="*/ 7 h 446"/>
                  <a:gd name="T30" fmla="*/ 10 w 22"/>
                  <a:gd name="T31" fmla="*/ 15 h 44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
                  <a:gd name="T49" fmla="*/ 0 h 446"/>
                  <a:gd name="T50" fmla="*/ 22 w 22"/>
                  <a:gd name="T51" fmla="*/ 446 h 44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 h="446">
                    <a:moveTo>
                      <a:pt x="10" y="15"/>
                    </a:moveTo>
                    <a:lnTo>
                      <a:pt x="0" y="7"/>
                    </a:lnTo>
                    <a:lnTo>
                      <a:pt x="0" y="445"/>
                    </a:lnTo>
                    <a:lnTo>
                      <a:pt x="21" y="445"/>
                    </a:lnTo>
                    <a:lnTo>
                      <a:pt x="21" y="7"/>
                    </a:lnTo>
                    <a:lnTo>
                      <a:pt x="10" y="0"/>
                    </a:lnTo>
                    <a:lnTo>
                      <a:pt x="21" y="7"/>
                    </a:lnTo>
                    <a:lnTo>
                      <a:pt x="21" y="4"/>
                    </a:lnTo>
                    <a:lnTo>
                      <a:pt x="15" y="2"/>
                    </a:lnTo>
                    <a:lnTo>
                      <a:pt x="15" y="1"/>
                    </a:lnTo>
                    <a:lnTo>
                      <a:pt x="10" y="0"/>
                    </a:lnTo>
                    <a:lnTo>
                      <a:pt x="5" y="1"/>
                    </a:lnTo>
                    <a:lnTo>
                      <a:pt x="5" y="2"/>
                    </a:lnTo>
                    <a:lnTo>
                      <a:pt x="0" y="4"/>
                    </a:lnTo>
                    <a:lnTo>
                      <a:pt x="0" y="7"/>
                    </a:lnTo>
                    <a:lnTo>
                      <a:pt x="10" y="15"/>
                    </a:lnTo>
                  </a:path>
                </a:pathLst>
              </a:custGeom>
              <a:solidFill>
                <a:schemeClr val="bg2"/>
              </a:solidFill>
              <a:ln w="12700" cap="rnd">
                <a:solidFill>
                  <a:schemeClr val="tx1"/>
                </a:solidFill>
                <a:round/>
                <a:headEnd/>
                <a:tailEnd/>
              </a:ln>
            </p:spPr>
            <p:txBody>
              <a:bodyPr/>
              <a:lstStyle/>
              <a:p>
                <a:endParaRPr lang="pt-BR"/>
              </a:p>
            </p:txBody>
          </p:sp>
          <p:sp>
            <p:nvSpPr>
              <p:cNvPr id="171" name="Freeform 613">
                <a:extLst>
                  <a:ext uri="{FF2B5EF4-FFF2-40B4-BE49-F238E27FC236}">
                    <a16:creationId xmlns:a16="http://schemas.microsoft.com/office/drawing/2014/main" id="{BAD2D1F4-7778-DB57-6079-44870A734A0A}"/>
                  </a:ext>
                </a:extLst>
              </p:cNvPr>
              <p:cNvSpPr>
                <a:spLocks/>
              </p:cNvSpPr>
              <p:nvPr/>
            </p:nvSpPr>
            <p:spPr bwMode="auto">
              <a:xfrm>
                <a:off x="959" y="859"/>
                <a:ext cx="911" cy="20"/>
              </a:xfrm>
              <a:custGeom>
                <a:avLst/>
                <a:gdLst>
                  <a:gd name="T0" fmla="*/ 9 w 911"/>
                  <a:gd name="T1" fmla="*/ 9 h 20"/>
                  <a:gd name="T2" fmla="*/ 4 w 911"/>
                  <a:gd name="T3" fmla="*/ 19 h 20"/>
                  <a:gd name="T4" fmla="*/ 910 w 911"/>
                  <a:gd name="T5" fmla="*/ 19 h 20"/>
                  <a:gd name="T6" fmla="*/ 910 w 911"/>
                  <a:gd name="T7" fmla="*/ 0 h 20"/>
                  <a:gd name="T8" fmla="*/ 4 w 911"/>
                  <a:gd name="T9" fmla="*/ 0 h 20"/>
                  <a:gd name="T10" fmla="*/ 0 w 911"/>
                  <a:gd name="T11" fmla="*/ 9 h 20"/>
                  <a:gd name="T12" fmla="*/ 4 w 911"/>
                  <a:gd name="T13" fmla="*/ 0 h 20"/>
                  <a:gd name="T14" fmla="*/ 2 w 911"/>
                  <a:gd name="T15" fmla="*/ 2 h 20"/>
                  <a:gd name="T16" fmla="*/ 1 w 911"/>
                  <a:gd name="T17" fmla="*/ 2 h 20"/>
                  <a:gd name="T18" fmla="*/ 0 w 911"/>
                  <a:gd name="T19" fmla="*/ 4 h 20"/>
                  <a:gd name="T20" fmla="*/ 0 w 911"/>
                  <a:gd name="T21" fmla="*/ 9 h 20"/>
                  <a:gd name="T22" fmla="*/ 0 w 911"/>
                  <a:gd name="T23" fmla="*/ 14 h 20"/>
                  <a:gd name="T24" fmla="*/ 1 w 911"/>
                  <a:gd name="T25" fmla="*/ 16 h 20"/>
                  <a:gd name="T26" fmla="*/ 2 w 911"/>
                  <a:gd name="T27" fmla="*/ 16 h 20"/>
                  <a:gd name="T28" fmla="*/ 4 w 911"/>
                  <a:gd name="T29" fmla="*/ 19 h 20"/>
                  <a:gd name="T30" fmla="*/ 9 w 911"/>
                  <a:gd name="T31" fmla="*/ 9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11"/>
                  <a:gd name="T49" fmla="*/ 0 h 20"/>
                  <a:gd name="T50" fmla="*/ 911 w 911"/>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11" h="20">
                    <a:moveTo>
                      <a:pt x="9" y="9"/>
                    </a:moveTo>
                    <a:lnTo>
                      <a:pt x="4" y="19"/>
                    </a:lnTo>
                    <a:lnTo>
                      <a:pt x="910" y="19"/>
                    </a:lnTo>
                    <a:lnTo>
                      <a:pt x="910" y="0"/>
                    </a:lnTo>
                    <a:lnTo>
                      <a:pt x="4" y="0"/>
                    </a:lnTo>
                    <a:lnTo>
                      <a:pt x="0" y="9"/>
                    </a:lnTo>
                    <a:lnTo>
                      <a:pt x="4" y="0"/>
                    </a:lnTo>
                    <a:lnTo>
                      <a:pt x="2" y="2"/>
                    </a:lnTo>
                    <a:lnTo>
                      <a:pt x="1" y="2"/>
                    </a:lnTo>
                    <a:lnTo>
                      <a:pt x="0" y="4"/>
                    </a:lnTo>
                    <a:lnTo>
                      <a:pt x="0" y="9"/>
                    </a:lnTo>
                    <a:lnTo>
                      <a:pt x="0" y="14"/>
                    </a:lnTo>
                    <a:lnTo>
                      <a:pt x="1" y="16"/>
                    </a:lnTo>
                    <a:lnTo>
                      <a:pt x="2" y="16"/>
                    </a:lnTo>
                    <a:lnTo>
                      <a:pt x="4" y="19"/>
                    </a:lnTo>
                    <a:lnTo>
                      <a:pt x="9" y="9"/>
                    </a:lnTo>
                  </a:path>
                </a:pathLst>
              </a:custGeom>
              <a:solidFill>
                <a:schemeClr val="bg2"/>
              </a:solidFill>
              <a:ln w="12700" cap="rnd">
                <a:solidFill>
                  <a:schemeClr val="tx1"/>
                </a:solidFill>
                <a:round/>
                <a:headEnd/>
                <a:tailEnd/>
              </a:ln>
            </p:spPr>
            <p:txBody>
              <a:bodyPr/>
              <a:lstStyle/>
              <a:p>
                <a:endParaRPr lang="pt-BR"/>
              </a:p>
            </p:txBody>
          </p:sp>
          <p:sp>
            <p:nvSpPr>
              <p:cNvPr id="172" name="Freeform 614">
                <a:extLst>
                  <a:ext uri="{FF2B5EF4-FFF2-40B4-BE49-F238E27FC236}">
                    <a16:creationId xmlns:a16="http://schemas.microsoft.com/office/drawing/2014/main" id="{E3C64C74-40DF-2B4D-863A-EF030702227C}"/>
                  </a:ext>
                </a:extLst>
              </p:cNvPr>
              <p:cNvSpPr>
                <a:spLocks/>
              </p:cNvSpPr>
              <p:nvPr/>
            </p:nvSpPr>
            <p:spPr bwMode="auto">
              <a:xfrm>
                <a:off x="959" y="865"/>
                <a:ext cx="24" cy="446"/>
              </a:xfrm>
              <a:custGeom>
                <a:avLst/>
                <a:gdLst>
                  <a:gd name="T0" fmla="*/ 15 w 24"/>
                  <a:gd name="T1" fmla="*/ 430 h 446"/>
                  <a:gd name="T2" fmla="*/ 23 w 24"/>
                  <a:gd name="T3" fmla="*/ 437 h 446"/>
                  <a:gd name="T4" fmla="*/ 23 w 24"/>
                  <a:gd name="T5" fmla="*/ 0 h 446"/>
                  <a:gd name="T6" fmla="*/ 0 w 24"/>
                  <a:gd name="T7" fmla="*/ 0 h 446"/>
                  <a:gd name="T8" fmla="*/ 0 w 24"/>
                  <a:gd name="T9" fmla="*/ 437 h 446"/>
                  <a:gd name="T10" fmla="*/ 15 w 24"/>
                  <a:gd name="T11" fmla="*/ 445 h 446"/>
                  <a:gd name="T12" fmla="*/ 0 w 24"/>
                  <a:gd name="T13" fmla="*/ 437 h 446"/>
                  <a:gd name="T14" fmla="*/ 0 w 24"/>
                  <a:gd name="T15" fmla="*/ 441 h 446"/>
                  <a:gd name="T16" fmla="*/ 7 w 24"/>
                  <a:gd name="T17" fmla="*/ 443 h 446"/>
                  <a:gd name="T18" fmla="*/ 7 w 24"/>
                  <a:gd name="T19" fmla="*/ 445 h 446"/>
                  <a:gd name="T20" fmla="*/ 15 w 24"/>
                  <a:gd name="T21" fmla="*/ 445 h 446"/>
                  <a:gd name="T22" fmla="*/ 15 w 24"/>
                  <a:gd name="T23" fmla="*/ 445 h 446"/>
                  <a:gd name="T24" fmla="*/ 23 w 24"/>
                  <a:gd name="T25" fmla="*/ 443 h 446"/>
                  <a:gd name="T26" fmla="*/ 23 w 24"/>
                  <a:gd name="T27" fmla="*/ 441 h 446"/>
                  <a:gd name="T28" fmla="*/ 23 w 24"/>
                  <a:gd name="T29" fmla="*/ 437 h 446"/>
                  <a:gd name="T30" fmla="*/ 15 w 24"/>
                  <a:gd name="T31" fmla="*/ 430 h 44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
                  <a:gd name="T49" fmla="*/ 0 h 446"/>
                  <a:gd name="T50" fmla="*/ 24 w 24"/>
                  <a:gd name="T51" fmla="*/ 446 h 44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 h="446">
                    <a:moveTo>
                      <a:pt x="15" y="430"/>
                    </a:moveTo>
                    <a:lnTo>
                      <a:pt x="23" y="437"/>
                    </a:lnTo>
                    <a:lnTo>
                      <a:pt x="23" y="0"/>
                    </a:lnTo>
                    <a:lnTo>
                      <a:pt x="0" y="0"/>
                    </a:lnTo>
                    <a:lnTo>
                      <a:pt x="0" y="437"/>
                    </a:lnTo>
                    <a:lnTo>
                      <a:pt x="15" y="445"/>
                    </a:lnTo>
                    <a:lnTo>
                      <a:pt x="0" y="437"/>
                    </a:lnTo>
                    <a:lnTo>
                      <a:pt x="0" y="441"/>
                    </a:lnTo>
                    <a:lnTo>
                      <a:pt x="7" y="443"/>
                    </a:lnTo>
                    <a:lnTo>
                      <a:pt x="7" y="445"/>
                    </a:lnTo>
                    <a:lnTo>
                      <a:pt x="15" y="445"/>
                    </a:lnTo>
                    <a:lnTo>
                      <a:pt x="23" y="443"/>
                    </a:lnTo>
                    <a:lnTo>
                      <a:pt x="23" y="441"/>
                    </a:lnTo>
                    <a:lnTo>
                      <a:pt x="23" y="437"/>
                    </a:lnTo>
                    <a:lnTo>
                      <a:pt x="15" y="430"/>
                    </a:lnTo>
                  </a:path>
                </a:pathLst>
              </a:custGeom>
              <a:solidFill>
                <a:schemeClr val="bg2"/>
              </a:solidFill>
              <a:ln w="12700" cap="rnd">
                <a:solidFill>
                  <a:schemeClr val="tx1"/>
                </a:solidFill>
                <a:round/>
                <a:headEnd/>
                <a:tailEnd/>
              </a:ln>
            </p:spPr>
            <p:txBody>
              <a:bodyPr/>
              <a:lstStyle/>
              <a:p>
                <a:endParaRPr lang="pt-BR"/>
              </a:p>
            </p:txBody>
          </p:sp>
          <p:sp>
            <p:nvSpPr>
              <p:cNvPr id="173" name="Freeform 615">
                <a:extLst>
                  <a:ext uri="{FF2B5EF4-FFF2-40B4-BE49-F238E27FC236}">
                    <a16:creationId xmlns:a16="http://schemas.microsoft.com/office/drawing/2014/main" id="{85954F00-6266-D5A9-665E-4CEB0F876BEC}"/>
                  </a:ext>
                </a:extLst>
              </p:cNvPr>
              <p:cNvSpPr>
                <a:spLocks/>
              </p:cNvSpPr>
              <p:nvPr/>
            </p:nvSpPr>
            <p:spPr bwMode="auto">
              <a:xfrm>
                <a:off x="641" y="865"/>
                <a:ext cx="319" cy="714"/>
              </a:xfrm>
              <a:custGeom>
                <a:avLst/>
                <a:gdLst>
                  <a:gd name="T0" fmla="*/ 0 w 319"/>
                  <a:gd name="T1" fmla="*/ 713 h 714"/>
                  <a:gd name="T2" fmla="*/ 318 w 319"/>
                  <a:gd name="T3" fmla="*/ 713 h 714"/>
                  <a:gd name="T4" fmla="*/ 318 w 319"/>
                  <a:gd name="T5" fmla="*/ 0 h 714"/>
                  <a:gd name="T6" fmla="*/ 0 w 319"/>
                  <a:gd name="T7" fmla="*/ 0 h 714"/>
                  <a:gd name="T8" fmla="*/ 0 w 319"/>
                  <a:gd name="T9" fmla="*/ 713 h 714"/>
                  <a:gd name="T10" fmla="*/ 0 60000 65536"/>
                  <a:gd name="T11" fmla="*/ 0 60000 65536"/>
                  <a:gd name="T12" fmla="*/ 0 60000 65536"/>
                  <a:gd name="T13" fmla="*/ 0 60000 65536"/>
                  <a:gd name="T14" fmla="*/ 0 60000 65536"/>
                  <a:gd name="T15" fmla="*/ 0 w 319"/>
                  <a:gd name="T16" fmla="*/ 0 h 714"/>
                  <a:gd name="T17" fmla="*/ 319 w 319"/>
                  <a:gd name="T18" fmla="*/ 714 h 714"/>
                </a:gdLst>
                <a:ahLst/>
                <a:cxnLst>
                  <a:cxn ang="T10">
                    <a:pos x="T0" y="T1"/>
                  </a:cxn>
                  <a:cxn ang="T11">
                    <a:pos x="T2" y="T3"/>
                  </a:cxn>
                  <a:cxn ang="T12">
                    <a:pos x="T4" y="T5"/>
                  </a:cxn>
                  <a:cxn ang="T13">
                    <a:pos x="T6" y="T7"/>
                  </a:cxn>
                  <a:cxn ang="T14">
                    <a:pos x="T8" y="T9"/>
                  </a:cxn>
                </a:cxnLst>
                <a:rect l="T15" t="T16" r="T17" b="T18"/>
                <a:pathLst>
                  <a:path w="319" h="714">
                    <a:moveTo>
                      <a:pt x="0" y="713"/>
                    </a:moveTo>
                    <a:lnTo>
                      <a:pt x="318" y="713"/>
                    </a:lnTo>
                    <a:lnTo>
                      <a:pt x="318" y="0"/>
                    </a:lnTo>
                    <a:lnTo>
                      <a:pt x="0" y="0"/>
                    </a:lnTo>
                    <a:lnTo>
                      <a:pt x="0" y="713"/>
                    </a:lnTo>
                  </a:path>
                </a:pathLst>
              </a:custGeom>
              <a:solidFill>
                <a:schemeClr val="bg2"/>
              </a:solidFill>
              <a:ln w="12700" cap="rnd">
                <a:solidFill>
                  <a:schemeClr val="tx1"/>
                </a:solidFill>
                <a:round/>
                <a:headEnd/>
                <a:tailEnd/>
              </a:ln>
            </p:spPr>
            <p:txBody>
              <a:bodyPr/>
              <a:lstStyle/>
              <a:p>
                <a:endParaRPr lang="pt-BR"/>
              </a:p>
            </p:txBody>
          </p:sp>
          <p:sp>
            <p:nvSpPr>
              <p:cNvPr id="174" name="Freeform 616">
                <a:extLst>
                  <a:ext uri="{FF2B5EF4-FFF2-40B4-BE49-F238E27FC236}">
                    <a16:creationId xmlns:a16="http://schemas.microsoft.com/office/drawing/2014/main" id="{27909113-D8B2-ED5F-2558-0E1006AD1E6F}"/>
                  </a:ext>
                </a:extLst>
              </p:cNvPr>
              <p:cNvSpPr>
                <a:spLocks/>
              </p:cNvSpPr>
              <p:nvPr/>
            </p:nvSpPr>
            <p:spPr bwMode="auto">
              <a:xfrm>
                <a:off x="641" y="1578"/>
                <a:ext cx="324" cy="20"/>
              </a:xfrm>
              <a:custGeom>
                <a:avLst/>
                <a:gdLst>
                  <a:gd name="T0" fmla="*/ 313 w 324"/>
                  <a:gd name="T1" fmla="*/ 10 h 20"/>
                  <a:gd name="T2" fmla="*/ 318 w 324"/>
                  <a:gd name="T3" fmla="*/ 0 h 20"/>
                  <a:gd name="T4" fmla="*/ 0 w 324"/>
                  <a:gd name="T5" fmla="*/ 0 h 20"/>
                  <a:gd name="T6" fmla="*/ 0 w 324"/>
                  <a:gd name="T7" fmla="*/ 19 h 20"/>
                  <a:gd name="T8" fmla="*/ 318 w 324"/>
                  <a:gd name="T9" fmla="*/ 19 h 20"/>
                  <a:gd name="T10" fmla="*/ 323 w 324"/>
                  <a:gd name="T11" fmla="*/ 10 h 20"/>
                  <a:gd name="T12" fmla="*/ 318 w 324"/>
                  <a:gd name="T13" fmla="*/ 19 h 20"/>
                  <a:gd name="T14" fmla="*/ 320 w 324"/>
                  <a:gd name="T15" fmla="*/ 19 h 20"/>
                  <a:gd name="T16" fmla="*/ 321 w 324"/>
                  <a:gd name="T17" fmla="*/ 16 h 20"/>
                  <a:gd name="T18" fmla="*/ 323 w 324"/>
                  <a:gd name="T19" fmla="*/ 13 h 20"/>
                  <a:gd name="T20" fmla="*/ 323 w 324"/>
                  <a:gd name="T21" fmla="*/ 10 h 20"/>
                  <a:gd name="T22" fmla="*/ 323 w 324"/>
                  <a:gd name="T23" fmla="*/ 5 h 20"/>
                  <a:gd name="T24" fmla="*/ 321 w 324"/>
                  <a:gd name="T25" fmla="*/ 2 h 20"/>
                  <a:gd name="T26" fmla="*/ 320 w 324"/>
                  <a:gd name="T27" fmla="*/ 2 h 20"/>
                  <a:gd name="T28" fmla="*/ 318 w 324"/>
                  <a:gd name="T29" fmla="*/ 0 h 20"/>
                  <a:gd name="T30" fmla="*/ 313 w 324"/>
                  <a:gd name="T31" fmla="*/ 10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24"/>
                  <a:gd name="T49" fmla="*/ 0 h 20"/>
                  <a:gd name="T50" fmla="*/ 324 w 324"/>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24" h="20">
                    <a:moveTo>
                      <a:pt x="313" y="10"/>
                    </a:moveTo>
                    <a:lnTo>
                      <a:pt x="318" y="0"/>
                    </a:lnTo>
                    <a:lnTo>
                      <a:pt x="0" y="0"/>
                    </a:lnTo>
                    <a:lnTo>
                      <a:pt x="0" y="19"/>
                    </a:lnTo>
                    <a:lnTo>
                      <a:pt x="318" y="19"/>
                    </a:lnTo>
                    <a:lnTo>
                      <a:pt x="323" y="10"/>
                    </a:lnTo>
                    <a:lnTo>
                      <a:pt x="318" y="19"/>
                    </a:lnTo>
                    <a:lnTo>
                      <a:pt x="320" y="19"/>
                    </a:lnTo>
                    <a:lnTo>
                      <a:pt x="321" y="16"/>
                    </a:lnTo>
                    <a:lnTo>
                      <a:pt x="323" y="13"/>
                    </a:lnTo>
                    <a:lnTo>
                      <a:pt x="323" y="10"/>
                    </a:lnTo>
                    <a:lnTo>
                      <a:pt x="323" y="5"/>
                    </a:lnTo>
                    <a:lnTo>
                      <a:pt x="321" y="2"/>
                    </a:lnTo>
                    <a:lnTo>
                      <a:pt x="320" y="2"/>
                    </a:lnTo>
                    <a:lnTo>
                      <a:pt x="318" y="0"/>
                    </a:lnTo>
                    <a:lnTo>
                      <a:pt x="313" y="10"/>
                    </a:lnTo>
                  </a:path>
                </a:pathLst>
              </a:custGeom>
              <a:solidFill>
                <a:schemeClr val="bg2"/>
              </a:solidFill>
              <a:ln w="12700" cap="rnd">
                <a:solidFill>
                  <a:schemeClr val="tx1"/>
                </a:solidFill>
                <a:round/>
                <a:headEnd/>
                <a:tailEnd/>
              </a:ln>
            </p:spPr>
            <p:txBody>
              <a:bodyPr/>
              <a:lstStyle/>
              <a:p>
                <a:endParaRPr lang="pt-BR"/>
              </a:p>
            </p:txBody>
          </p:sp>
          <p:sp>
            <p:nvSpPr>
              <p:cNvPr id="175" name="Freeform 617">
                <a:extLst>
                  <a:ext uri="{FF2B5EF4-FFF2-40B4-BE49-F238E27FC236}">
                    <a16:creationId xmlns:a16="http://schemas.microsoft.com/office/drawing/2014/main" id="{B62B78AB-0EB0-1FC5-8590-DFCE24C16C92}"/>
                  </a:ext>
                </a:extLst>
              </p:cNvPr>
              <p:cNvSpPr>
                <a:spLocks/>
              </p:cNvSpPr>
              <p:nvPr/>
            </p:nvSpPr>
            <p:spPr bwMode="auto">
              <a:xfrm>
                <a:off x="958" y="859"/>
                <a:ext cx="23" cy="720"/>
              </a:xfrm>
              <a:custGeom>
                <a:avLst/>
                <a:gdLst>
                  <a:gd name="T0" fmla="*/ 11 w 23"/>
                  <a:gd name="T1" fmla="*/ 15 h 720"/>
                  <a:gd name="T2" fmla="*/ 0 w 23"/>
                  <a:gd name="T3" fmla="*/ 7 h 720"/>
                  <a:gd name="T4" fmla="*/ 0 w 23"/>
                  <a:gd name="T5" fmla="*/ 719 h 720"/>
                  <a:gd name="T6" fmla="*/ 22 w 23"/>
                  <a:gd name="T7" fmla="*/ 719 h 720"/>
                  <a:gd name="T8" fmla="*/ 22 w 23"/>
                  <a:gd name="T9" fmla="*/ 7 h 720"/>
                  <a:gd name="T10" fmla="*/ 11 w 23"/>
                  <a:gd name="T11" fmla="*/ 0 h 720"/>
                  <a:gd name="T12" fmla="*/ 22 w 23"/>
                  <a:gd name="T13" fmla="*/ 7 h 720"/>
                  <a:gd name="T14" fmla="*/ 22 w 23"/>
                  <a:gd name="T15" fmla="*/ 4 h 720"/>
                  <a:gd name="T16" fmla="*/ 16 w 23"/>
                  <a:gd name="T17" fmla="*/ 2 h 720"/>
                  <a:gd name="T18" fmla="*/ 16 w 23"/>
                  <a:gd name="T19" fmla="*/ 1 h 720"/>
                  <a:gd name="T20" fmla="*/ 11 w 23"/>
                  <a:gd name="T21" fmla="*/ 0 h 720"/>
                  <a:gd name="T22" fmla="*/ 5 w 23"/>
                  <a:gd name="T23" fmla="*/ 1 h 720"/>
                  <a:gd name="T24" fmla="*/ 5 w 23"/>
                  <a:gd name="T25" fmla="*/ 2 h 720"/>
                  <a:gd name="T26" fmla="*/ 0 w 23"/>
                  <a:gd name="T27" fmla="*/ 4 h 720"/>
                  <a:gd name="T28" fmla="*/ 0 w 23"/>
                  <a:gd name="T29" fmla="*/ 7 h 720"/>
                  <a:gd name="T30" fmla="*/ 11 w 23"/>
                  <a:gd name="T31" fmla="*/ 15 h 7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3"/>
                  <a:gd name="T49" fmla="*/ 0 h 720"/>
                  <a:gd name="T50" fmla="*/ 23 w 23"/>
                  <a:gd name="T51" fmla="*/ 720 h 7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3" h="720">
                    <a:moveTo>
                      <a:pt x="11" y="15"/>
                    </a:moveTo>
                    <a:lnTo>
                      <a:pt x="0" y="7"/>
                    </a:lnTo>
                    <a:lnTo>
                      <a:pt x="0" y="719"/>
                    </a:lnTo>
                    <a:lnTo>
                      <a:pt x="22" y="719"/>
                    </a:lnTo>
                    <a:lnTo>
                      <a:pt x="22" y="7"/>
                    </a:lnTo>
                    <a:lnTo>
                      <a:pt x="11" y="0"/>
                    </a:lnTo>
                    <a:lnTo>
                      <a:pt x="22" y="7"/>
                    </a:lnTo>
                    <a:lnTo>
                      <a:pt x="22" y="4"/>
                    </a:lnTo>
                    <a:lnTo>
                      <a:pt x="16" y="2"/>
                    </a:lnTo>
                    <a:lnTo>
                      <a:pt x="16" y="1"/>
                    </a:lnTo>
                    <a:lnTo>
                      <a:pt x="11" y="0"/>
                    </a:lnTo>
                    <a:lnTo>
                      <a:pt x="5" y="1"/>
                    </a:lnTo>
                    <a:lnTo>
                      <a:pt x="5" y="2"/>
                    </a:lnTo>
                    <a:lnTo>
                      <a:pt x="0" y="4"/>
                    </a:lnTo>
                    <a:lnTo>
                      <a:pt x="0" y="7"/>
                    </a:lnTo>
                    <a:lnTo>
                      <a:pt x="11" y="15"/>
                    </a:lnTo>
                  </a:path>
                </a:pathLst>
              </a:custGeom>
              <a:solidFill>
                <a:schemeClr val="bg2"/>
              </a:solidFill>
              <a:ln w="12700" cap="rnd">
                <a:solidFill>
                  <a:schemeClr val="tx1"/>
                </a:solidFill>
                <a:round/>
                <a:headEnd/>
                <a:tailEnd/>
              </a:ln>
            </p:spPr>
            <p:txBody>
              <a:bodyPr/>
              <a:lstStyle/>
              <a:p>
                <a:endParaRPr lang="pt-BR"/>
              </a:p>
            </p:txBody>
          </p:sp>
          <p:sp>
            <p:nvSpPr>
              <p:cNvPr id="176" name="Freeform 618">
                <a:extLst>
                  <a:ext uri="{FF2B5EF4-FFF2-40B4-BE49-F238E27FC236}">
                    <a16:creationId xmlns:a16="http://schemas.microsoft.com/office/drawing/2014/main" id="{EF6750A5-B758-DEDD-6C2D-A80586A4D0CE}"/>
                  </a:ext>
                </a:extLst>
              </p:cNvPr>
              <p:cNvSpPr>
                <a:spLocks/>
              </p:cNvSpPr>
              <p:nvPr/>
            </p:nvSpPr>
            <p:spPr bwMode="auto">
              <a:xfrm>
                <a:off x="637" y="859"/>
                <a:ext cx="323" cy="20"/>
              </a:xfrm>
              <a:custGeom>
                <a:avLst/>
                <a:gdLst>
                  <a:gd name="T0" fmla="*/ 9 w 323"/>
                  <a:gd name="T1" fmla="*/ 9 h 20"/>
                  <a:gd name="T2" fmla="*/ 4 w 323"/>
                  <a:gd name="T3" fmla="*/ 19 h 20"/>
                  <a:gd name="T4" fmla="*/ 322 w 323"/>
                  <a:gd name="T5" fmla="*/ 19 h 20"/>
                  <a:gd name="T6" fmla="*/ 322 w 323"/>
                  <a:gd name="T7" fmla="*/ 0 h 20"/>
                  <a:gd name="T8" fmla="*/ 4 w 323"/>
                  <a:gd name="T9" fmla="*/ 0 h 20"/>
                  <a:gd name="T10" fmla="*/ 0 w 323"/>
                  <a:gd name="T11" fmla="*/ 9 h 20"/>
                  <a:gd name="T12" fmla="*/ 4 w 323"/>
                  <a:gd name="T13" fmla="*/ 0 h 20"/>
                  <a:gd name="T14" fmla="*/ 2 w 323"/>
                  <a:gd name="T15" fmla="*/ 2 h 20"/>
                  <a:gd name="T16" fmla="*/ 1 w 323"/>
                  <a:gd name="T17" fmla="*/ 2 h 20"/>
                  <a:gd name="T18" fmla="*/ 0 w 323"/>
                  <a:gd name="T19" fmla="*/ 4 h 20"/>
                  <a:gd name="T20" fmla="*/ 0 w 323"/>
                  <a:gd name="T21" fmla="*/ 9 h 20"/>
                  <a:gd name="T22" fmla="*/ 0 w 323"/>
                  <a:gd name="T23" fmla="*/ 14 h 20"/>
                  <a:gd name="T24" fmla="*/ 1 w 323"/>
                  <a:gd name="T25" fmla="*/ 16 h 20"/>
                  <a:gd name="T26" fmla="*/ 2 w 323"/>
                  <a:gd name="T27" fmla="*/ 16 h 20"/>
                  <a:gd name="T28" fmla="*/ 4 w 323"/>
                  <a:gd name="T29" fmla="*/ 19 h 20"/>
                  <a:gd name="T30" fmla="*/ 9 w 323"/>
                  <a:gd name="T31" fmla="*/ 9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23"/>
                  <a:gd name="T49" fmla="*/ 0 h 20"/>
                  <a:gd name="T50" fmla="*/ 323 w 323"/>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23" h="20">
                    <a:moveTo>
                      <a:pt x="9" y="9"/>
                    </a:moveTo>
                    <a:lnTo>
                      <a:pt x="4" y="19"/>
                    </a:lnTo>
                    <a:lnTo>
                      <a:pt x="322" y="19"/>
                    </a:lnTo>
                    <a:lnTo>
                      <a:pt x="322" y="0"/>
                    </a:lnTo>
                    <a:lnTo>
                      <a:pt x="4" y="0"/>
                    </a:lnTo>
                    <a:lnTo>
                      <a:pt x="0" y="9"/>
                    </a:lnTo>
                    <a:lnTo>
                      <a:pt x="4" y="0"/>
                    </a:lnTo>
                    <a:lnTo>
                      <a:pt x="2" y="2"/>
                    </a:lnTo>
                    <a:lnTo>
                      <a:pt x="1" y="2"/>
                    </a:lnTo>
                    <a:lnTo>
                      <a:pt x="0" y="4"/>
                    </a:lnTo>
                    <a:lnTo>
                      <a:pt x="0" y="9"/>
                    </a:lnTo>
                    <a:lnTo>
                      <a:pt x="0" y="14"/>
                    </a:lnTo>
                    <a:lnTo>
                      <a:pt x="1" y="16"/>
                    </a:lnTo>
                    <a:lnTo>
                      <a:pt x="2" y="16"/>
                    </a:lnTo>
                    <a:lnTo>
                      <a:pt x="4" y="19"/>
                    </a:lnTo>
                    <a:lnTo>
                      <a:pt x="9" y="9"/>
                    </a:lnTo>
                  </a:path>
                </a:pathLst>
              </a:custGeom>
              <a:solidFill>
                <a:schemeClr val="bg2"/>
              </a:solidFill>
              <a:ln w="12700" cap="rnd">
                <a:solidFill>
                  <a:schemeClr val="tx1"/>
                </a:solidFill>
                <a:round/>
                <a:headEnd/>
                <a:tailEnd/>
              </a:ln>
            </p:spPr>
            <p:txBody>
              <a:bodyPr/>
              <a:lstStyle/>
              <a:p>
                <a:endParaRPr lang="pt-BR"/>
              </a:p>
            </p:txBody>
          </p:sp>
          <p:sp>
            <p:nvSpPr>
              <p:cNvPr id="177" name="Freeform 619">
                <a:extLst>
                  <a:ext uri="{FF2B5EF4-FFF2-40B4-BE49-F238E27FC236}">
                    <a16:creationId xmlns:a16="http://schemas.microsoft.com/office/drawing/2014/main" id="{8EE71517-1DE4-481B-B957-E4DCC387AA06}"/>
                  </a:ext>
                </a:extLst>
              </p:cNvPr>
              <p:cNvSpPr>
                <a:spLocks/>
              </p:cNvSpPr>
              <p:nvPr/>
            </p:nvSpPr>
            <p:spPr bwMode="auto">
              <a:xfrm>
                <a:off x="637" y="865"/>
                <a:ext cx="22" cy="722"/>
              </a:xfrm>
              <a:custGeom>
                <a:avLst/>
                <a:gdLst>
                  <a:gd name="T0" fmla="*/ 14 w 22"/>
                  <a:gd name="T1" fmla="*/ 706 h 722"/>
                  <a:gd name="T2" fmla="*/ 21 w 22"/>
                  <a:gd name="T3" fmla="*/ 713 h 722"/>
                  <a:gd name="T4" fmla="*/ 21 w 22"/>
                  <a:gd name="T5" fmla="*/ 0 h 722"/>
                  <a:gd name="T6" fmla="*/ 0 w 22"/>
                  <a:gd name="T7" fmla="*/ 0 h 722"/>
                  <a:gd name="T8" fmla="*/ 0 w 22"/>
                  <a:gd name="T9" fmla="*/ 713 h 722"/>
                  <a:gd name="T10" fmla="*/ 14 w 22"/>
                  <a:gd name="T11" fmla="*/ 721 h 722"/>
                  <a:gd name="T12" fmla="*/ 0 w 22"/>
                  <a:gd name="T13" fmla="*/ 713 h 722"/>
                  <a:gd name="T14" fmla="*/ 0 w 22"/>
                  <a:gd name="T15" fmla="*/ 717 h 722"/>
                  <a:gd name="T16" fmla="*/ 7 w 22"/>
                  <a:gd name="T17" fmla="*/ 719 h 722"/>
                  <a:gd name="T18" fmla="*/ 7 w 22"/>
                  <a:gd name="T19" fmla="*/ 721 h 722"/>
                  <a:gd name="T20" fmla="*/ 14 w 22"/>
                  <a:gd name="T21" fmla="*/ 721 h 722"/>
                  <a:gd name="T22" fmla="*/ 14 w 22"/>
                  <a:gd name="T23" fmla="*/ 721 h 722"/>
                  <a:gd name="T24" fmla="*/ 21 w 22"/>
                  <a:gd name="T25" fmla="*/ 719 h 722"/>
                  <a:gd name="T26" fmla="*/ 21 w 22"/>
                  <a:gd name="T27" fmla="*/ 717 h 722"/>
                  <a:gd name="T28" fmla="*/ 21 w 22"/>
                  <a:gd name="T29" fmla="*/ 713 h 722"/>
                  <a:gd name="T30" fmla="*/ 14 w 22"/>
                  <a:gd name="T31" fmla="*/ 706 h 7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
                  <a:gd name="T49" fmla="*/ 0 h 722"/>
                  <a:gd name="T50" fmla="*/ 22 w 22"/>
                  <a:gd name="T51" fmla="*/ 722 h 7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 h="722">
                    <a:moveTo>
                      <a:pt x="14" y="706"/>
                    </a:moveTo>
                    <a:lnTo>
                      <a:pt x="21" y="713"/>
                    </a:lnTo>
                    <a:lnTo>
                      <a:pt x="21" y="0"/>
                    </a:lnTo>
                    <a:lnTo>
                      <a:pt x="0" y="0"/>
                    </a:lnTo>
                    <a:lnTo>
                      <a:pt x="0" y="713"/>
                    </a:lnTo>
                    <a:lnTo>
                      <a:pt x="14" y="721"/>
                    </a:lnTo>
                    <a:lnTo>
                      <a:pt x="0" y="713"/>
                    </a:lnTo>
                    <a:lnTo>
                      <a:pt x="0" y="717"/>
                    </a:lnTo>
                    <a:lnTo>
                      <a:pt x="7" y="719"/>
                    </a:lnTo>
                    <a:lnTo>
                      <a:pt x="7" y="721"/>
                    </a:lnTo>
                    <a:lnTo>
                      <a:pt x="14" y="721"/>
                    </a:lnTo>
                    <a:lnTo>
                      <a:pt x="21" y="719"/>
                    </a:lnTo>
                    <a:lnTo>
                      <a:pt x="21" y="717"/>
                    </a:lnTo>
                    <a:lnTo>
                      <a:pt x="21" y="713"/>
                    </a:lnTo>
                    <a:lnTo>
                      <a:pt x="14" y="706"/>
                    </a:lnTo>
                  </a:path>
                </a:pathLst>
              </a:custGeom>
              <a:solidFill>
                <a:schemeClr val="bg2"/>
              </a:solidFill>
              <a:ln w="12700" cap="rnd">
                <a:solidFill>
                  <a:schemeClr val="tx1"/>
                </a:solidFill>
                <a:round/>
                <a:headEnd/>
                <a:tailEnd/>
              </a:ln>
            </p:spPr>
            <p:txBody>
              <a:bodyPr/>
              <a:lstStyle/>
              <a:p>
                <a:endParaRPr lang="pt-BR"/>
              </a:p>
            </p:txBody>
          </p:sp>
          <p:sp>
            <p:nvSpPr>
              <p:cNvPr id="178" name="Freeform 620">
                <a:extLst>
                  <a:ext uri="{FF2B5EF4-FFF2-40B4-BE49-F238E27FC236}">
                    <a16:creationId xmlns:a16="http://schemas.microsoft.com/office/drawing/2014/main" id="{DC0537CA-9BF1-339A-2E11-4567D76000B5}"/>
                  </a:ext>
                </a:extLst>
              </p:cNvPr>
              <p:cNvSpPr>
                <a:spLocks/>
              </p:cNvSpPr>
              <p:nvPr/>
            </p:nvSpPr>
            <p:spPr bwMode="auto">
              <a:xfrm>
                <a:off x="674" y="1586"/>
                <a:ext cx="1196" cy="91"/>
              </a:xfrm>
              <a:custGeom>
                <a:avLst/>
                <a:gdLst>
                  <a:gd name="T0" fmla="*/ 0 w 1196"/>
                  <a:gd name="T1" fmla="*/ 90 h 91"/>
                  <a:gd name="T2" fmla="*/ 1195 w 1196"/>
                  <a:gd name="T3" fmla="*/ 90 h 91"/>
                  <a:gd name="T4" fmla="*/ 1195 w 1196"/>
                  <a:gd name="T5" fmla="*/ 0 h 91"/>
                  <a:gd name="T6" fmla="*/ 0 w 1196"/>
                  <a:gd name="T7" fmla="*/ 0 h 91"/>
                  <a:gd name="T8" fmla="*/ 0 w 1196"/>
                  <a:gd name="T9" fmla="*/ 90 h 91"/>
                  <a:gd name="T10" fmla="*/ 0 60000 65536"/>
                  <a:gd name="T11" fmla="*/ 0 60000 65536"/>
                  <a:gd name="T12" fmla="*/ 0 60000 65536"/>
                  <a:gd name="T13" fmla="*/ 0 60000 65536"/>
                  <a:gd name="T14" fmla="*/ 0 60000 65536"/>
                  <a:gd name="T15" fmla="*/ 0 w 1196"/>
                  <a:gd name="T16" fmla="*/ 0 h 91"/>
                  <a:gd name="T17" fmla="*/ 1196 w 1196"/>
                  <a:gd name="T18" fmla="*/ 91 h 91"/>
                </a:gdLst>
                <a:ahLst/>
                <a:cxnLst>
                  <a:cxn ang="T10">
                    <a:pos x="T0" y="T1"/>
                  </a:cxn>
                  <a:cxn ang="T11">
                    <a:pos x="T2" y="T3"/>
                  </a:cxn>
                  <a:cxn ang="T12">
                    <a:pos x="T4" y="T5"/>
                  </a:cxn>
                  <a:cxn ang="T13">
                    <a:pos x="T6" y="T7"/>
                  </a:cxn>
                  <a:cxn ang="T14">
                    <a:pos x="T8" y="T9"/>
                  </a:cxn>
                </a:cxnLst>
                <a:rect l="T15" t="T16" r="T17" b="T18"/>
                <a:pathLst>
                  <a:path w="1196" h="91">
                    <a:moveTo>
                      <a:pt x="0" y="90"/>
                    </a:moveTo>
                    <a:lnTo>
                      <a:pt x="1195" y="90"/>
                    </a:lnTo>
                    <a:lnTo>
                      <a:pt x="1195" y="0"/>
                    </a:lnTo>
                    <a:lnTo>
                      <a:pt x="0" y="0"/>
                    </a:lnTo>
                    <a:lnTo>
                      <a:pt x="0" y="90"/>
                    </a:lnTo>
                  </a:path>
                </a:pathLst>
              </a:custGeom>
              <a:solidFill>
                <a:schemeClr val="bg2"/>
              </a:solidFill>
              <a:ln w="12700" cap="rnd">
                <a:solidFill>
                  <a:schemeClr val="tx1"/>
                </a:solidFill>
                <a:round/>
                <a:headEnd/>
                <a:tailEnd/>
              </a:ln>
            </p:spPr>
            <p:txBody>
              <a:bodyPr/>
              <a:lstStyle/>
              <a:p>
                <a:endParaRPr lang="pt-BR"/>
              </a:p>
            </p:txBody>
          </p:sp>
          <p:sp>
            <p:nvSpPr>
              <p:cNvPr id="179" name="Freeform 621">
                <a:extLst>
                  <a:ext uri="{FF2B5EF4-FFF2-40B4-BE49-F238E27FC236}">
                    <a16:creationId xmlns:a16="http://schemas.microsoft.com/office/drawing/2014/main" id="{16BE8BCC-95CD-3C70-80BE-461F3EDAD936}"/>
                  </a:ext>
                </a:extLst>
              </p:cNvPr>
              <p:cNvSpPr>
                <a:spLocks/>
              </p:cNvSpPr>
              <p:nvPr/>
            </p:nvSpPr>
            <p:spPr bwMode="auto">
              <a:xfrm>
                <a:off x="674" y="1676"/>
                <a:ext cx="1200" cy="20"/>
              </a:xfrm>
              <a:custGeom>
                <a:avLst/>
                <a:gdLst>
                  <a:gd name="T0" fmla="*/ 1187 w 1200"/>
                  <a:gd name="T1" fmla="*/ 9 h 20"/>
                  <a:gd name="T2" fmla="*/ 1193 w 1200"/>
                  <a:gd name="T3" fmla="*/ 0 h 20"/>
                  <a:gd name="T4" fmla="*/ 0 w 1200"/>
                  <a:gd name="T5" fmla="*/ 0 h 20"/>
                  <a:gd name="T6" fmla="*/ 0 w 1200"/>
                  <a:gd name="T7" fmla="*/ 19 h 20"/>
                  <a:gd name="T8" fmla="*/ 1193 w 1200"/>
                  <a:gd name="T9" fmla="*/ 19 h 20"/>
                  <a:gd name="T10" fmla="*/ 1199 w 1200"/>
                  <a:gd name="T11" fmla="*/ 9 h 20"/>
                  <a:gd name="T12" fmla="*/ 1193 w 1200"/>
                  <a:gd name="T13" fmla="*/ 19 h 20"/>
                  <a:gd name="T14" fmla="*/ 1196 w 1200"/>
                  <a:gd name="T15" fmla="*/ 19 h 20"/>
                  <a:gd name="T16" fmla="*/ 1197 w 1200"/>
                  <a:gd name="T17" fmla="*/ 15 h 20"/>
                  <a:gd name="T18" fmla="*/ 1197 w 1200"/>
                  <a:gd name="T19" fmla="*/ 15 h 20"/>
                  <a:gd name="T20" fmla="*/ 1199 w 1200"/>
                  <a:gd name="T21" fmla="*/ 9 h 20"/>
                  <a:gd name="T22" fmla="*/ 1197 w 1200"/>
                  <a:gd name="T23" fmla="*/ 6 h 20"/>
                  <a:gd name="T24" fmla="*/ 1197 w 1200"/>
                  <a:gd name="T25" fmla="*/ 3 h 20"/>
                  <a:gd name="T26" fmla="*/ 1196 w 1200"/>
                  <a:gd name="T27" fmla="*/ 3 h 20"/>
                  <a:gd name="T28" fmla="*/ 1193 w 1200"/>
                  <a:gd name="T29" fmla="*/ 0 h 20"/>
                  <a:gd name="T30" fmla="*/ 1187 w 1200"/>
                  <a:gd name="T31" fmla="*/ 9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00"/>
                  <a:gd name="T49" fmla="*/ 0 h 20"/>
                  <a:gd name="T50" fmla="*/ 1200 w 1200"/>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00" h="20">
                    <a:moveTo>
                      <a:pt x="1187" y="9"/>
                    </a:moveTo>
                    <a:lnTo>
                      <a:pt x="1193" y="0"/>
                    </a:lnTo>
                    <a:lnTo>
                      <a:pt x="0" y="0"/>
                    </a:lnTo>
                    <a:lnTo>
                      <a:pt x="0" y="19"/>
                    </a:lnTo>
                    <a:lnTo>
                      <a:pt x="1193" y="19"/>
                    </a:lnTo>
                    <a:lnTo>
                      <a:pt x="1199" y="9"/>
                    </a:lnTo>
                    <a:lnTo>
                      <a:pt x="1193" y="19"/>
                    </a:lnTo>
                    <a:lnTo>
                      <a:pt x="1196" y="19"/>
                    </a:lnTo>
                    <a:lnTo>
                      <a:pt x="1197" y="15"/>
                    </a:lnTo>
                    <a:lnTo>
                      <a:pt x="1199" y="9"/>
                    </a:lnTo>
                    <a:lnTo>
                      <a:pt x="1197" y="6"/>
                    </a:lnTo>
                    <a:lnTo>
                      <a:pt x="1197" y="3"/>
                    </a:lnTo>
                    <a:lnTo>
                      <a:pt x="1196" y="3"/>
                    </a:lnTo>
                    <a:lnTo>
                      <a:pt x="1193" y="0"/>
                    </a:lnTo>
                    <a:lnTo>
                      <a:pt x="1187" y="9"/>
                    </a:lnTo>
                  </a:path>
                </a:pathLst>
              </a:custGeom>
              <a:solidFill>
                <a:schemeClr val="bg2"/>
              </a:solidFill>
              <a:ln w="12700" cap="rnd">
                <a:solidFill>
                  <a:schemeClr val="tx1"/>
                </a:solidFill>
                <a:round/>
                <a:headEnd/>
                <a:tailEnd/>
              </a:ln>
            </p:spPr>
            <p:txBody>
              <a:bodyPr/>
              <a:lstStyle/>
              <a:p>
                <a:endParaRPr lang="pt-BR"/>
              </a:p>
            </p:txBody>
          </p:sp>
          <p:sp>
            <p:nvSpPr>
              <p:cNvPr id="180" name="Freeform 622">
                <a:extLst>
                  <a:ext uri="{FF2B5EF4-FFF2-40B4-BE49-F238E27FC236}">
                    <a16:creationId xmlns:a16="http://schemas.microsoft.com/office/drawing/2014/main" id="{D6D2A4E5-E787-16EF-CA66-624F8D501E8D}"/>
                  </a:ext>
                </a:extLst>
              </p:cNvPr>
              <p:cNvSpPr>
                <a:spLocks/>
              </p:cNvSpPr>
              <p:nvPr/>
            </p:nvSpPr>
            <p:spPr bwMode="auto">
              <a:xfrm>
                <a:off x="1869" y="1578"/>
                <a:ext cx="22" cy="99"/>
              </a:xfrm>
              <a:custGeom>
                <a:avLst/>
                <a:gdLst>
                  <a:gd name="T0" fmla="*/ 10 w 22"/>
                  <a:gd name="T1" fmla="*/ 14 h 99"/>
                  <a:gd name="T2" fmla="*/ 0 w 22"/>
                  <a:gd name="T3" fmla="*/ 7 h 99"/>
                  <a:gd name="T4" fmla="*/ 0 w 22"/>
                  <a:gd name="T5" fmla="*/ 98 h 99"/>
                  <a:gd name="T6" fmla="*/ 21 w 22"/>
                  <a:gd name="T7" fmla="*/ 98 h 99"/>
                  <a:gd name="T8" fmla="*/ 21 w 22"/>
                  <a:gd name="T9" fmla="*/ 7 h 99"/>
                  <a:gd name="T10" fmla="*/ 10 w 22"/>
                  <a:gd name="T11" fmla="*/ 0 h 99"/>
                  <a:gd name="T12" fmla="*/ 21 w 22"/>
                  <a:gd name="T13" fmla="*/ 7 h 99"/>
                  <a:gd name="T14" fmla="*/ 21 w 22"/>
                  <a:gd name="T15" fmla="*/ 4 h 99"/>
                  <a:gd name="T16" fmla="*/ 15 w 22"/>
                  <a:gd name="T17" fmla="*/ 2 h 99"/>
                  <a:gd name="T18" fmla="*/ 15 w 22"/>
                  <a:gd name="T19" fmla="*/ 0 h 99"/>
                  <a:gd name="T20" fmla="*/ 10 w 22"/>
                  <a:gd name="T21" fmla="*/ 0 h 99"/>
                  <a:gd name="T22" fmla="*/ 5 w 22"/>
                  <a:gd name="T23" fmla="*/ 0 h 99"/>
                  <a:gd name="T24" fmla="*/ 5 w 22"/>
                  <a:gd name="T25" fmla="*/ 2 h 99"/>
                  <a:gd name="T26" fmla="*/ 0 w 22"/>
                  <a:gd name="T27" fmla="*/ 4 h 99"/>
                  <a:gd name="T28" fmla="*/ 0 w 22"/>
                  <a:gd name="T29" fmla="*/ 7 h 99"/>
                  <a:gd name="T30" fmla="*/ 10 w 22"/>
                  <a:gd name="T31" fmla="*/ 14 h 9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
                  <a:gd name="T49" fmla="*/ 0 h 99"/>
                  <a:gd name="T50" fmla="*/ 22 w 22"/>
                  <a:gd name="T51" fmla="*/ 99 h 9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 h="99">
                    <a:moveTo>
                      <a:pt x="10" y="14"/>
                    </a:moveTo>
                    <a:lnTo>
                      <a:pt x="0" y="7"/>
                    </a:lnTo>
                    <a:lnTo>
                      <a:pt x="0" y="98"/>
                    </a:lnTo>
                    <a:lnTo>
                      <a:pt x="21" y="98"/>
                    </a:lnTo>
                    <a:lnTo>
                      <a:pt x="21" y="7"/>
                    </a:lnTo>
                    <a:lnTo>
                      <a:pt x="10" y="0"/>
                    </a:lnTo>
                    <a:lnTo>
                      <a:pt x="21" y="7"/>
                    </a:lnTo>
                    <a:lnTo>
                      <a:pt x="21" y="4"/>
                    </a:lnTo>
                    <a:lnTo>
                      <a:pt x="15" y="2"/>
                    </a:lnTo>
                    <a:lnTo>
                      <a:pt x="15" y="0"/>
                    </a:lnTo>
                    <a:lnTo>
                      <a:pt x="10" y="0"/>
                    </a:lnTo>
                    <a:lnTo>
                      <a:pt x="5" y="0"/>
                    </a:lnTo>
                    <a:lnTo>
                      <a:pt x="5" y="2"/>
                    </a:lnTo>
                    <a:lnTo>
                      <a:pt x="0" y="4"/>
                    </a:lnTo>
                    <a:lnTo>
                      <a:pt x="0" y="7"/>
                    </a:lnTo>
                    <a:lnTo>
                      <a:pt x="10" y="14"/>
                    </a:lnTo>
                  </a:path>
                </a:pathLst>
              </a:custGeom>
              <a:solidFill>
                <a:schemeClr val="bg2"/>
              </a:solidFill>
              <a:ln w="12700" cap="rnd">
                <a:solidFill>
                  <a:schemeClr val="tx1"/>
                </a:solidFill>
                <a:round/>
                <a:headEnd/>
                <a:tailEnd/>
              </a:ln>
            </p:spPr>
            <p:txBody>
              <a:bodyPr/>
              <a:lstStyle/>
              <a:p>
                <a:endParaRPr lang="pt-BR"/>
              </a:p>
            </p:txBody>
          </p:sp>
          <p:sp>
            <p:nvSpPr>
              <p:cNvPr id="181" name="Freeform 623">
                <a:extLst>
                  <a:ext uri="{FF2B5EF4-FFF2-40B4-BE49-F238E27FC236}">
                    <a16:creationId xmlns:a16="http://schemas.microsoft.com/office/drawing/2014/main" id="{F87D8BD5-90BF-503C-8683-493795965D10}"/>
                  </a:ext>
                </a:extLst>
              </p:cNvPr>
              <p:cNvSpPr>
                <a:spLocks/>
              </p:cNvSpPr>
              <p:nvPr/>
            </p:nvSpPr>
            <p:spPr bwMode="auto">
              <a:xfrm>
                <a:off x="670" y="1578"/>
                <a:ext cx="1200" cy="20"/>
              </a:xfrm>
              <a:custGeom>
                <a:avLst/>
                <a:gdLst>
                  <a:gd name="T0" fmla="*/ 9 w 1200"/>
                  <a:gd name="T1" fmla="*/ 9 h 20"/>
                  <a:gd name="T2" fmla="*/ 4 w 1200"/>
                  <a:gd name="T3" fmla="*/ 19 h 20"/>
                  <a:gd name="T4" fmla="*/ 1199 w 1200"/>
                  <a:gd name="T5" fmla="*/ 19 h 20"/>
                  <a:gd name="T6" fmla="*/ 1199 w 1200"/>
                  <a:gd name="T7" fmla="*/ 0 h 20"/>
                  <a:gd name="T8" fmla="*/ 4 w 1200"/>
                  <a:gd name="T9" fmla="*/ 0 h 20"/>
                  <a:gd name="T10" fmla="*/ 0 w 1200"/>
                  <a:gd name="T11" fmla="*/ 9 h 20"/>
                  <a:gd name="T12" fmla="*/ 4 w 1200"/>
                  <a:gd name="T13" fmla="*/ 0 h 20"/>
                  <a:gd name="T14" fmla="*/ 2 w 1200"/>
                  <a:gd name="T15" fmla="*/ 0 h 20"/>
                  <a:gd name="T16" fmla="*/ 1 w 1200"/>
                  <a:gd name="T17" fmla="*/ 2 h 20"/>
                  <a:gd name="T18" fmla="*/ 0 w 1200"/>
                  <a:gd name="T19" fmla="*/ 4 h 20"/>
                  <a:gd name="T20" fmla="*/ 0 w 1200"/>
                  <a:gd name="T21" fmla="*/ 9 h 20"/>
                  <a:gd name="T22" fmla="*/ 0 w 1200"/>
                  <a:gd name="T23" fmla="*/ 14 h 20"/>
                  <a:gd name="T24" fmla="*/ 1 w 1200"/>
                  <a:gd name="T25" fmla="*/ 16 h 20"/>
                  <a:gd name="T26" fmla="*/ 2 w 1200"/>
                  <a:gd name="T27" fmla="*/ 16 h 20"/>
                  <a:gd name="T28" fmla="*/ 4 w 1200"/>
                  <a:gd name="T29" fmla="*/ 19 h 20"/>
                  <a:gd name="T30" fmla="*/ 9 w 1200"/>
                  <a:gd name="T31" fmla="*/ 9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00"/>
                  <a:gd name="T49" fmla="*/ 0 h 20"/>
                  <a:gd name="T50" fmla="*/ 1200 w 1200"/>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00" h="20">
                    <a:moveTo>
                      <a:pt x="9" y="9"/>
                    </a:moveTo>
                    <a:lnTo>
                      <a:pt x="4" y="19"/>
                    </a:lnTo>
                    <a:lnTo>
                      <a:pt x="1199" y="19"/>
                    </a:lnTo>
                    <a:lnTo>
                      <a:pt x="1199" y="0"/>
                    </a:lnTo>
                    <a:lnTo>
                      <a:pt x="4" y="0"/>
                    </a:lnTo>
                    <a:lnTo>
                      <a:pt x="0" y="9"/>
                    </a:lnTo>
                    <a:lnTo>
                      <a:pt x="4" y="0"/>
                    </a:lnTo>
                    <a:lnTo>
                      <a:pt x="2" y="0"/>
                    </a:lnTo>
                    <a:lnTo>
                      <a:pt x="1" y="2"/>
                    </a:lnTo>
                    <a:lnTo>
                      <a:pt x="0" y="4"/>
                    </a:lnTo>
                    <a:lnTo>
                      <a:pt x="0" y="9"/>
                    </a:lnTo>
                    <a:lnTo>
                      <a:pt x="0" y="14"/>
                    </a:lnTo>
                    <a:lnTo>
                      <a:pt x="1" y="16"/>
                    </a:lnTo>
                    <a:lnTo>
                      <a:pt x="2" y="16"/>
                    </a:lnTo>
                    <a:lnTo>
                      <a:pt x="4" y="19"/>
                    </a:lnTo>
                    <a:lnTo>
                      <a:pt x="9" y="9"/>
                    </a:lnTo>
                  </a:path>
                </a:pathLst>
              </a:custGeom>
              <a:solidFill>
                <a:schemeClr val="bg2"/>
              </a:solidFill>
              <a:ln w="12700" cap="rnd">
                <a:solidFill>
                  <a:schemeClr val="tx1"/>
                </a:solidFill>
                <a:round/>
                <a:headEnd/>
                <a:tailEnd/>
              </a:ln>
            </p:spPr>
            <p:txBody>
              <a:bodyPr/>
              <a:lstStyle/>
              <a:p>
                <a:endParaRPr lang="pt-BR"/>
              </a:p>
            </p:txBody>
          </p:sp>
          <p:sp>
            <p:nvSpPr>
              <p:cNvPr id="182" name="Freeform 624">
                <a:extLst>
                  <a:ext uri="{FF2B5EF4-FFF2-40B4-BE49-F238E27FC236}">
                    <a16:creationId xmlns:a16="http://schemas.microsoft.com/office/drawing/2014/main" id="{89A85D0A-A09E-6F49-E38C-E4A12CDB9BD0}"/>
                  </a:ext>
                </a:extLst>
              </p:cNvPr>
              <p:cNvSpPr>
                <a:spLocks/>
              </p:cNvSpPr>
              <p:nvPr/>
            </p:nvSpPr>
            <p:spPr bwMode="auto">
              <a:xfrm>
                <a:off x="670" y="1586"/>
                <a:ext cx="23" cy="98"/>
              </a:xfrm>
              <a:custGeom>
                <a:avLst/>
                <a:gdLst>
                  <a:gd name="T0" fmla="*/ 14 w 23"/>
                  <a:gd name="T1" fmla="*/ 83 h 98"/>
                  <a:gd name="T2" fmla="*/ 22 w 23"/>
                  <a:gd name="T3" fmla="*/ 89 h 98"/>
                  <a:gd name="T4" fmla="*/ 22 w 23"/>
                  <a:gd name="T5" fmla="*/ 0 h 98"/>
                  <a:gd name="T6" fmla="*/ 0 w 23"/>
                  <a:gd name="T7" fmla="*/ 0 h 98"/>
                  <a:gd name="T8" fmla="*/ 0 w 23"/>
                  <a:gd name="T9" fmla="*/ 89 h 98"/>
                  <a:gd name="T10" fmla="*/ 14 w 23"/>
                  <a:gd name="T11" fmla="*/ 97 h 98"/>
                  <a:gd name="T12" fmla="*/ 0 w 23"/>
                  <a:gd name="T13" fmla="*/ 89 h 98"/>
                  <a:gd name="T14" fmla="*/ 0 w 23"/>
                  <a:gd name="T15" fmla="*/ 93 h 98"/>
                  <a:gd name="T16" fmla="*/ 7 w 23"/>
                  <a:gd name="T17" fmla="*/ 95 h 98"/>
                  <a:gd name="T18" fmla="*/ 7 w 23"/>
                  <a:gd name="T19" fmla="*/ 97 h 98"/>
                  <a:gd name="T20" fmla="*/ 14 w 23"/>
                  <a:gd name="T21" fmla="*/ 97 h 98"/>
                  <a:gd name="T22" fmla="*/ 14 w 23"/>
                  <a:gd name="T23" fmla="*/ 97 h 98"/>
                  <a:gd name="T24" fmla="*/ 22 w 23"/>
                  <a:gd name="T25" fmla="*/ 95 h 98"/>
                  <a:gd name="T26" fmla="*/ 22 w 23"/>
                  <a:gd name="T27" fmla="*/ 93 h 98"/>
                  <a:gd name="T28" fmla="*/ 22 w 23"/>
                  <a:gd name="T29" fmla="*/ 89 h 98"/>
                  <a:gd name="T30" fmla="*/ 14 w 23"/>
                  <a:gd name="T31" fmla="*/ 83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3"/>
                  <a:gd name="T49" fmla="*/ 0 h 98"/>
                  <a:gd name="T50" fmla="*/ 23 w 23"/>
                  <a:gd name="T51" fmla="*/ 98 h 9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3" h="98">
                    <a:moveTo>
                      <a:pt x="14" y="83"/>
                    </a:moveTo>
                    <a:lnTo>
                      <a:pt x="22" y="89"/>
                    </a:lnTo>
                    <a:lnTo>
                      <a:pt x="22" y="0"/>
                    </a:lnTo>
                    <a:lnTo>
                      <a:pt x="0" y="0"/>
                    </a:lnTo>
                    <a:lnTo>
                      <a:pt x="0" y="89"/>
                    </a:lnTo>
                    <a:lnTo>
                      <a:pt x="14" y="97"/>
                    </a:lnTo>
                    <a:lnTo>
                      <a:pt x="0" y="89"/>
                    </a:lnTo>
                    <a:lnTo>
                      <a:pt x="0" y="93"/>
                    </a:lnTo>
                    <a:lnTo>
                      <a:pt x="7" y="95"/>
                    </a:lnTo>
                    <a:lnTo>
                      <a:pt x="7" y="97"/>
                    </a:lnTo>
                    <a:lnTo>
                      <a:pt x="14" y="97"/>
                    </a:lnTo>
                    <a:lnTo>
                      <a:pt x="22" y="95"/>
                    </a:lnTo>
                    <a:lnTo>
                      <a:pt x="22" y="93"/>
                    </a:lnTo>
                    <a:lnTo>
                      <a:pt x="22" y="89"/>
                    </a:lnTo>
                    <a:lnTo>
                      <a:pt x="14" y="83"/>
                    </a:lnTo>
                  </a:path>
                </a:pathLst>
              </a:custGeom>
              <a:solidFill>
                <a:schemeClr val="bg2"/>
              </a:solidFill>
              <a:ln w="12700" cap="rnd">
                <a:solidFill>
                  <a:schemeClr val="tx1"/>
                </a:solidFill>
                <a:round/>
                <a:headEnd/>
                <a:tailEnd/>
              </a:ln>
            </p:spPr>
            <p:txBody>
              <a:bodyPr/>
              <a:lstStyle/>
              <a:p>
                <a:endParaRPr lang="pt-BR"/>
              </a:p>
            </p:txBody>
          </p:sp>
          <p:sp>
            <p:nvSpPr>
              <p:cNvPr id="183" name="Freeform 625">
                <a:extLst>
                  <a:ext uri="{FF2B5EF4-FFF2-40B4-BE49-F238E27FC236}">
                    <a16:creationId xmlns:a16="http://schemas.microsoft.com/office/drawing/2014/main" id="{D6B138E3-620F-4546-77FD-DECFB2C0FDB3}"/>
                  </a:ext>
                </a:extLst>
              </p:cNvPr>
              <p:cNvSpPr>
                <a:spLocks/>
              </p:cNvSpPr>
              <p:nvPr/>
            </p:nvSpPr>
            <p:spPr bwMode="auto">
              <a:xfrm>
                <a:off x="980" y="975"/>
                <a:ext cx="68" cy="233"/>
              </a:xfrm>
              <a:custGeom>
                <a:avLst/>
                <a:gdLst>
                  <a:gd name="T0" fmla="*/ 0 w 68"/>
                  <a:gd name="T1" fmla="*/ 232 h 233"/>
                  <a:gd name="T2" fmla="*/ 67 w 68"/>
                  <a:gd name="T3" fmla="*/ 232 h 233"/>
                  <a:gd name="T4" fmla="*/ 67 w 68"/>
                  <a:gd name="T5" fmla="*/ 0 h 233"/>
                  <a:gd name="T6" fmla="*/ 0 w 68"/>
                  <a:gd name="T7" fmla="*/ 0 h 233"/>
                  <a:gd name="T8" fmla="*/ 0 w 68"/>
                  <a:gd name="T9" fmla="*/ 232 h 233"/>
                  <a:gd name="T10" fmla="*/ 0 60000 65536"/>
                  <a:gd name="T11" fmla="*/ 0 60000 65536"/>
                  <a:gd name="T12" fmla="*/ 0 60000 65536"/>
                  <a:gd name="T13" fmla="*/ 0 60000 65536"/>
                  <a:gd name="T14" fmla="*/ 0 60000 65536"/>
                  <a:gd name="T15" fmla="*/ 0 w 68"/>
                  <a:gd name="T16" fmla="*/ 0 h 233"/>
                  <a:gd name="T17" fmla="*/ 68 w 68"/>
                  <a:gd name="T18" fmla="*/ 233 h 233"/>
                </a:gdLst>
                <a:ahLst/>
                <a:cxnLst>
                  <a:cxn ang="T10">
                    <a:pos x="T0" y="T1"/>
                  </a:cxn>
                  <a:cxn ang="T11">
                    <a:pos x="T2" y="T3"/>
                  </a:cxn>
                  <a:cxn ang="T12">
                    <a:pos x="T4" y="T5"/>
                  </a:cxn>
                  <a:cxn ang="T13">
                    <a:pos x="T6" y="T7"/>
                  </a:cxn>
                  <a:cxn ang="T14">
                    <a:pos x="T8" y="T9"/>
                  </a:cxn>
                </a:cxnLst>
                <a:rect l="T15" t="T16" r="T17" b="T18"/>
                <a:pathLst>
                  <a:path w="68" h="233">
                    <a:moveTo>
                      <a:pt x="0" y="232"/>
                    </a:moveTo>
                    <a:lnTo>
                      <a:pt x="67" y="232"/>
                    </a:lnTo>
                    <a:lnTo>
                      <a:pt x="67" y="0"/>
                    </a:lnTo>
                    <a:lnTo>
                      <a:pt x="0" y="0"/>
                    </a:lnTo>
                    <a:lnTo>
                      <a:pt x="0" y="232"/>
                    </a:lnTo>
                  </a:path>
                </a:pathLst>
              </a:custGeom>
              <a:solidFill>
                <a:schemeClr val="bg2"/>
              </a:solidFill>
              <a:ln w="12700" cap="rnd">
                <a:solidFill>
                  <a:schemeClr val="tx1"/>
                </a:solidFill>
                <a:round/>
                <a:headEnd/>
                <a:tailEnd/>
              </a:ln>
            </p:spPr>
            <p:txBody>
              <a:bodyPr/>
              <a:lstStyle/>
              <a:p>
                <a:endParaRPr lang="pt-BR"/>
              </a:p>
            </p:txBody>
          </p:sp>
          <p:sp>
            <p:nvSpPr>
              <p:cNvPr id="184" name="Freeform 626">
                <a:extLst>
                  <a:ext uri="{FF2B5EF4-FFF2-40B4-BE49-F238E27FC236}">
                    <a16:creationId xmlns:a16="http://schemas.microsoft.com/office/drawing/2014/main" id="{E55CB2F5-D5D4-A851-880E-90D8F5DD720E}"/>
                  </a:ext>
                </a:extLst>
              </p:cNvPr>
              <p:cNvSpPr>
                <a:spLocks/>
              </p:cNvSpPr>
              <p:nvPr/>
            </p:nvSpPr>
            <p:spPr bwMode="auto">
              <a:xfrm>
                <a:off x="980" y="975"/>
                <a:ext cx="73" cy="241"/>
              </a:xfrm>
              <a:custGeom>
                <a:avLst/>
                <a:gdLst>
                  <a:gd name="T0" fmla="*/ 0 w 73"/>
                  <a:gd name="T1" fmla="*/ 240 h 241"/>
                  <a:gd name="T2" fmla="*/ 72 w 73"/>
                  <a:gd name="T3" fmla="*/ 240 h 241"/>
                  <a:gd name="T4" fmla="*/ 72 w 73"/>
                  <a:gd name="T5" fmla="*/ 0 h 241"/>
                  <a:gd name="T6" fmla="*/ 0 w 73"/>
                  <a:gd name="T7" fmla="*/ 0 h 241"/>
                  <a:gd name="T8" fmla="*/ 0 w 73"/>
                  <a:gd name="T9" fmla="*/ 240 h 241"/>
                  <a:gd name="T10" fmla="*/ 0 60000 65536"/>
                  <a:gd name="T11" fmla="*/ 0 60000 65536"/>
                  <a:gd name="T12" fmla="*/ 0 60000 65536"/>
                  <a:gd name="T13" fmla="*/ 0 60000 65536"/>
                  <a:gd name="T14" fmla="*/ 0 60000 65536"/>
                  <a:gd name="T15" fmla="*/ 0 w 73"/>
                  <a:gd name="T16" fmla="*/ 0 h 241"/>
                  <a:gd name="T17" fmla="*/ 73 w 73"/>
                  <a:gd name="T18" fmla="*/ 241 h 241"/>
                </a:gdLst>
                <a:ahLst/>
                <a:cxnLst>
                  <a:cxn ang="T10">
                    <a:pos x="T0" y="T1"/>
                  </a:cxn>
                  <a:cxn ang="T11">
                    <a:pos x="T2" y="T3"/>
                  </a:cxn>
                  <a:cxn ang="T12">
                    <a:pos x="T4" y="T5"/>
                  </a:cxn>
                  <a:cxn ang="T13">
                    <a:pos x="T6" y="T7"/>
                  </a:cxn>
                  <a:cxn ang="T14">
                    <a:pos x="T8" y="T9"/>
                  </a:cxn>
                </a:cxnLst>
                <a:rect l="T15" t="T16" r="T17" b="T18"/>
                <a:pathLst>
                  <a:path w="73" h="241">
                    <a:moveTo>
                      <a:pt x="0" y="240"/>
                    </a:moveTo>
                    <a:lnTo>
                      <a:pt x="72" y="240"/>
                    </a:lnTo>
                    <a:lnTo>
                      <a:pt x="72" y="0"/>
                    </a:lnTo>
                    <a:lnTo>
                      <a:pt x="0" y="0"/>
                    </a:lnTo>
                    <a:lnTo>
                      <a:pt x="0" y="240"/>
                    </a:lnTo>
                  </a:path>
                </a:pathLst>
              </a:custGeom>
              <a:solidFill>
                <a:schemeClr val="bg2"/>
              </a:solidFill>
              <a:ln w="12700" cap="rnd">
                <a:solidFill>
                  <a:schemeClr val="tx1"/>
                </a:solidFill>
                <a:round/>
                <a:headEnd/>
                <a:tailEnd/>
              </a:ln>
            </p:spPr>
            <p:txBody>
              <a:bodyPr/>
              <a:lstStyle/>
              <a:p>
                <a:endParaRPr lang="pt-BR"/>
              </a:p>
            </p:txBody>
          </p:sp>
          <p:sp>
            <p:nvSpPr>
              <p:cNvPr id="185" name="Freeform 627">
                <a:extLst>
                  <a:ext uri="{FF2B5EF4-FFF2-40B4-BE49-F238E27FC236}">
                    <a16:creationId xmlns:a16="http://schemas.microsoft.com/office/drawing/2014/main" id="{510BB03C-BDA5-146D-987E-B946CFA0D444}"/>
                  </a:ext>
                </a:extLst>
              </p:cNvPr>
              <p:cNvSpPr>
                <a:spLocks/>
              </p:cNvSpPr>
              <p:nvPr/>
            </p:nvSpPr>
            <p:spPr bwMode="auto">
              <a:xfrm>
                <a:off x="964" y="1009"/>
                <a:ext cx="22" cy="164"/>
              </a:xfrm>
              <a:custGeom>
                <a:avLst/>
                <a:gdLst>
                  <a:gd name="T0" fmla="*/ 0 w 22"/>
                  <a:gd name="T1" fmla="*/ 163 h 164"/>
                  <a:gd name="T2" fmla="*/ 21 w 22"/>
                  <a:gd name="T3" fmla="*/ 163 h 164"/>
                  <a:gd name="T4" fmla="*/ 21 w 22"/>
                  <a:gd name="T5" fmla="*/ 0 h 164"/>
                  <a:gd name="T6" fmla="*/ 0 w 22"/>
                  <a:gd name="T7" fmla="*/ 0 h 164"/>
                  <a:gd name="T8" fmla="*/ 0 w 22"/>
                  <a:gd name="T9" fmla="*/ 163 h 164"/>
                  <a:gd name="T10" fmla="*/ 0 60000 65536"/>
                  <a:gd name="T11" fmla="*/ 0 60000 65536"/>
                  <a:gd name="T12" fmla="*/ 0 60000 65536"/>
                  <a:gd name="T13" fmla="*/ 0 60000 65536"/>
                  <a:gd name="T14" fmla="*/ 0 60000 65536"/>
                  <a:gd name="T15" fmla="*/ 0 w 22"/>
                  <a:gd name="T16" fmla="*/ 0 h 164"/>
                  <a:gd name="T17" fmla="*/ 22 w 22"/>
                  <a:gd name="T18" fmla="*/ 164 h 164"/>
                </a:gdLst>
                <a:ahLst/>
                <a:cxnLst>
                  <a:cxn ang="T10">
                    <a:pos x="T0" y="T1"/>
                  </a:cxn>
                  <a:cxn ang="T11">
                    <a:pos x="T2" y="T3"/>
                  </a:cxn>
                  <a:cxn ang="T12">
                    <a:pos x="T4" y="T5"/>
                  </a:cxn>
                  <a:cxn ang="T13">
                    <a:pos x="T6" y="T7"/>
                  </a:cxn>
                  <a:cxn ang="T14">
                    <a:pos x="T8" y="T9"/>
                  </a:cxn>
                </a:cxnLst>
                <a:rect l="T15" t="T16" r="T17" b="T18"/>
                <a:pathLst>
                  <a:path w="22" h="164">
                    <a:moveTo>
                      <a:pt x="0" y="163"/>
                    </a:moveTo>
                    <a:lnTo>
                      <a:pt x="21" y="163"/>
                    </a:lnTo>
                    <a:lnTo>
                      <a:pt x="21" y="0"/>
                    </a:lnTo>
                    <a:lnTo>
                      <a:pt x="0" y="0"/>
                    </a:lnTo>
                    <a:lnTo>
                      <a:pt x="0" y="163"/>
                    </a:lnTo>
                  </a:path>
                </a:pathLst>
              </a:custGeom>
              <a:solidFill>
                <a:schemeClr val="bg2"/>
              </a:solidFill>
              <a:ln w="12700" cap="rnd">
                <a:solidFill>
                  <a:schemeClr val="tx1"/>
                </a:solidFill>
                <a:round/>
                <a:headEnd/>
                <a:tailEnd/>
              </a:ln>
            </p:spPr>
            <p:txBody>
              <a:bodyPr/>
              <a:lstStyle/>
              <a:p>
                <a:endParaRPr lang="pt-BR"/>
              </a:p>
            </p:txBody>
          </p:sp>
          <p:sp>
            <p:nvSpPr>
              <p:cNvPr id="186" name="Freeform 628">
                <a:extLst>
                  <a:ext uri="{FF2B5EF4-FFF2-40B4-BE49-F238E27FC236}">
                    <a16:creationId xmlns:a16="http://schemas.microsoft.com/office/drawing/2014/main" id="{90E535E2-4193-7268-1C6A-6E4050D9C0C2}"/>
                  </a:ext>
                </a:extLst>
              </p:cNvPr>
              <p:cNvSpPr>
                <a:spLocks/>
              </p:cNvSpPr>
              <p:nvPr/>
            </p:nvSpPr>
            <p:spPr bwMode="auto">
              <a:xfrm>
                <a:off x="964" y="1009"/>
                <a:ext cx="22" cy="171"/>
              </a:xfrm>
              <a:custGeom>
                <a:avLst/>
                <a:gdLst>
                  <a:gd name="T0" fmla="*/ 0 w 22"/>
                  <a:gd name="T1" fmla="*/ 170 h 171"/>
                  <a:gd name="T2" fmla="*/ 21 w 22"/>
                  <a:gd name="T3" fmla="*/ 170 h 171"/>
                  <a:gd name="T4" fmla="*/ 21 w 22"/>
                  <a:gd name="T5" fmla="*/ 0 h 171"/>
                  <a:gd name="T6" fmla="*/ 0 w 22"/>
                  <a:gd name="T7" fmla="*/ 0 h 171"/>
                  <a:gd name="T8" fmla="*/ 0 w 22"/>
                  <a:gd name="T9" fmla="*/ 170 h 171"/>
                  <a:gd name="T10" fmla="*/ 0 60000 65536"/>
                  <a:gd name="T11" fmla="*/ 0 60000 65536"/>
                  <a:gd name="T12" fmla="*/ 0 60000 65536"/>
                  <a:gd name="T13" fmla="*/ 0 60000 65536"/>
                  <a:gd name="T14" fmla="*/ 0 60000 65536"/>
                  <a:gd name="T15" fmla="*/ 0 w 22"/>
                  <a:gd name="T16" fmla="*/ 0 h 171"/>
                  <a:gd name="T17" fmla="*/ 22 w 22"/>
                  <a:gd name="T18" fmla="*/ 171 h 171"/>
                </a:gdLst>
                <a:ahLst/>
                <a:cxnLst>
                  <a:cxn ang="T10">
                    <a:pos x="T0" y="T1"/>
                  </a:cxn>
                  <a:cxn ang="T11">
                    <a:pos x="T2" y="T3"/>
                  </a:cxn>
                  <a:cxn ang="T12">
                    <a:pos x="T4" y="T5"/>
                  </a:cxn>
                  <a:cxn ang="T13">
                    <a:pos x="T6" y="T7"/>
                  </a:cxn>
                  <a:cxn ang="T14">
                    <a:pos x="T8" y="T9"/>
                  </a:cxn>
                </a:cxnLst>
                <a:rect l="T15" t="T16" r="T17" b="T18"/>
                <a:pathLst>
                  <a:path w="22" h="171">
                    <a:moveTo>
                      <a:pt x="0" y="170"/>
                    </a:moveTo>
                    <a:lnTo>
                      <a:pt x="21" y="170"/>
                    </a:lnTo>
                    <a:lnTo>
                      <a:pt x="21" y="0"/>
                    </a:lnTo>
                    <a:lnTo>
                      <a:pt x="0" y="0"/>
                    </a:lnTo>
                    <a:lnTo>
                      <a:pt x="0" y="170"/>
                    </a:lnTo>
                  </a:path>
                </a:pathLst>
              </a:custGeom>
              <a:solidFill>
                <a:schemeClr val="bg2"/>
              </a:solidFill>
              <a:ln w="12700" cap="rnd">
                <a:solidFill>
                  <a:schemeClr val="tx1"/>
                </a:solidFill>
                <a:round/>
                <a:headEnd/>
                <a:tailEnd/>
              </a:ln>
            </p:spPr>
            <p:txBody>
              <a:bodyPr/>
              <a:lstStyle/>
              <a:p>
                <a:endParaRPr lang="pt-BR"/>
              </a:p>
            </p:txBody>
          </p:sp>
          <p:sp>
            <p:nvSpPr>
              <p:cNvPr id="187" name="Freeform 629">
                <a:extLst>
                  <a:ext uri="{FF2B5EF4-FFF2-40B4-BE49-F238E27FC236}">
                    <a16:creationId xmlns:a16="http://schemas.microsoft.com/office/drawing/2014/main" id="{DD4042D1-57A8-6163-3738-96ECAF7C3E33}"/>
                  </a:ext>
                </a:extLst>
              </p:cNvPr>
              <p:cNvSpPr>
                <a:spLocks/>
              </p:cNvSpPr>
              <p:nvPr/>
            </p:nvSpPr>
            <p:spPr bwMode="auto">
              <a:xfrm>
                <a:off x="1052" y="998"/>
                <a:ext cx="22" cy="30"/>
              </a:xfrm>
              <a:custGeom>
                <a:avLst/>
                <a:gdLst>
                  <a:gd name="T0" fmla="*/ 0 w 22"/>
                  <a:gd name="T1" fmla="*/ 29 h 30"/>
                  <a:gd name="T2" fmla="*/ 21 w 22"/>
                  <a:gd name="T3" fmla="*/ 29 h 30"/>
                  <a:gd name="T4" fmla="*/ 21 w 22"/>
                  <a:gd name="T5" fmla="*/ 0 h 30"/>
                  <a:gd name="T6" fmla="*/ 0 w 22"/>
                  <a:gd name="T7" fmla="*/ 0 h 30"/>
                  <a:gd name="T8" fmla="*/ 0 w 22"/>
                  <a:gd name="T9" fmla="*/ 29 h 30"/>
                  <a:gd name="T10" fmla="*/ 0 60000 65536"/>
                  <a:gd name="T11" fmla="*/ 0 60000 65536"/>
                  <a:gd name="T12" fmla="*/ 0 60000 65536"/>
                  <a:gd name="T13" fmla="*/ 0 60000 65536"/>
                  <a:gd name="T14" fmla="*/ 0 60000 65536"/>
                  <a:gd name="T15" fmla="*/ 0 w 22"/>
                  <a:gd name="T16" fmla="*/ 0 h 30"/>
                  <a:gd name="T17" fmla="*/ 22 w 22"/>
                  <a:gd name="T18" fmla="*/ 30 h 30"/>
                </a:gdLst>
                <a:ahLst/>
                <a:cxnLst>
                  <a:cxn ang="T10">
                    <a:pos x="T0" y="T1"/>
                  </a:cxn>
                  <a:cxn ang="T11">
                    <a:pos x="T2" y="T3"/>
                  </a:cxn>
                  <a:cxn ang="T12">
                    <a:pos x="T4" y="T5"/>
                  </a:cxn>
                  <a:cxn ang="T13">
                    <a:pos x="T6" y="T7"/>
                  </a:cxn>
                  <a:cxn ang="T14">
                    <a:pos x="T8" y="T9"/>
                  </a:cxn>
                </a:cxnLst>
                <a:rect l="T15" t="T16" r="T17" b="T18"/>
                <a:pathLst>
                  <a:path w="22" h="30">
                    <a:moveTo>
                      <a:pt x="0" y="29"/>
                    </a:moveTo>
                    <a:lnTo>
                      <a:pt x="21" y="29"/>
                    </a:lnTo>
                    <a:lnTo>
                      <a:pt x="21" y="0"/>
                    </a:lnTo>
                    <a:lnTo>
                      <a:pt x="0" y="0"/>
                    </a:lnTo>
                    <a:lnTo>
                      <a:pt x="0" y="29"/>
                    </a:lnTo>
                  </a:path>
                </a:pathLst>
              </a:custGeom>
              <a:solidFill>
                <a:schemeClr val="bg2"/>
              </a:solidFill>
              <a:ln w="12700" cap="rnd">
                <a:solidFill>
                  <a:schemeClr val="tx1"/>
                </a:solidFill>
                <a:round/>
                <a:headEnd/>
                <a:tailEnd/>
              </a:ln>
            </p:spPr>
            <p:txBody>
              <a:bodyPr/>
              <a:lstStyle/>
              <a:p>
                <a:endParaRPr lang="pt-BR"/>
              </a:p>
            </p:txBody>
          </p:sp>
          <p:sp>
            <p:nvSpPr>
              <p:cNvPr id="188" name="Freeform 630">
                <a:extLst>
                  <a:ext uri="{FF2B5EF4-FFF2-40B4-BE49-F238E27FC236}">
                    <a16:creationId xmlns:a16="http://schemas.microsoft.com/office/drawing/2014/main" id="{DDFA3B96-678D-9BBA-1C3B-461D772EA4C0}"/>
                  </a:ext>
                </a:extLst>
              </p:cNvPr>
              <p:cNvSpPr>
                <a:spLocks/>
              </p:cNvSpPr>
              <p:nvPr/>
            </p:nvSpPr>
            <p:spPr bwMode="auto">
              <a:xfrm>
                <a:off x="1052" y="998"/>
                <a:ext cx="25" cy="36"/>
              </a:xfrm>
              <a:custGeom>
                <a:avLst/>
                <a:gdLst>
                  <a:gd name="T0" fmla="*/ 0 w 25"/>
                  <a:gd name="T1" fmla="*/ 35 h 36"/>
                  <a:gd name="T2" fmla="*/ 24 w 25"/>
                  <a:gd name="T3" fmla="*/ 35 h 36"/>
                  <a:gd name="T4" fmla="*/ 24 w 25"/>
                  <a:gd name="T5" fmla="*/ 0 h 36"/>
                  <a:gd name="T6" fmla="*/ 0 w 25"/>
                  <a:gd name="T7" fmla="*/ 0 h 36"/>
                  <a:gd name="T8" fmla="*/ 0 w 25"/>
                  <a:gd name="T9" fmla="*/ 35 h 36"/>
                  <a:gd name="T10" fmla="*/ 0 60000 65536"/>
                  <a:gd name="T11" fmla="*/ 0 60000 65536"/>
                  <a:gd name="T12" fmla="*/ 0 60000 65536"/>
                  <a:gd name="T13" fmla="*/ 0 60000 65536"/>
                  <a:gd name="T14" fmla="*/ 0 60000 65536"/>
                  <a:gd name="T15" fmla="*/ 0 w 25"/>
                  <a:gd name="T16" fmla="*/ 0 h 36"/>
                  <a:gd name="T17" fmla="*/ 25 w 25"/>
                  <a:gd name="T18" fmla="*/ 36 h 36"/>
                </a:gdLst>
                <a:ahLst/>
                <a:cxnLst>
                  <a:cxn ang="T10">
                    <a:pos x="T0" y="T1"/>
                  </a:cxn>
                  <a:cxn ang="T11">
                    <a:pos x="T2" y="T3"/>
                  </a:cxn>
                  <a:cxn ang="T12">
                    <a:pos x="T4" y="T5"/>
                  </a:cxn>
                  <a:cxn ang="T13">
                    <a:pos x="T6" y="T7"/>
                  </a:cxn>
                  <a:cxn ang="T14">
                    <a:pos x="T8" y="T9"/>
                  </a:cxn>
                </a:cxnLst>
                <a:rect l="T15" t="T16" r="T17" b="T18"/>
                <a:pathLst>
                  <a:path w="25" h="36">
                    <a:moveTo>
                      <a:pt x="0" y="35"/>
                    </a:moveTo>
                    <a:lnTo>
                      <a:pt x="24" y="35"/>
                    </a:lnTo>
                    <a:lnTo>
                      <a:pt x="24" y="0"/>
                    </a:lnTo>
                    <a:lnTo>
                      <a:pt x="0" y="0"/>
                    </a:lnTo>
                    <a:lnTo>
                      <a:pt x="0" y="35"/>
                    </a:lnTo>
                  </a:path>
                </a:pathLst>
              </a:custGeom>
              <a:solidFill>
                <a:schemeClr val="bg2"/>
              </a:solidFill>
              <a:ln w="12700" cap="rnd">
                <a:solidFill>
                  <a:schemeClr val="tx1"/>
                </a:solidFill>
                <a:round/>
                <a:headEnd/>
                <a:tailEnd/>
              </a:ln>
            </p:spPr>
            <p:txBody>
              <a:bodyPr/>
              <a:lstStyle/>
              <a:p>
                <a:endParaRPr lang="pt-BR"/>
              </a:p>
            </p:txBody>
          </p:sp>
          <p:sp>
            <p:nvSpPr>
              <p:cNvPr id="189" name="Freeform 631">
                <a:extLst>
                  <a:ext uri="{FF2B5EF4-FFF2-40B4-BE49-F238E27FC236}">
                    <a16:creationId xmlns:a16="http://schemas.microsoft.com/office/drawing/2014/main" id="{C59244B2-CF81-8ED8-F2F3-1CA5AEB7EC61}"/>
                  </a:ext>
                </a:extLst>
              </p:cNvPr>
              <p:cNvSpPr>
                <a:spLocks/>
              </p:cNvSpPr>
              <p:nvPr/>
            </p:nvSpPr>
            <p:spPr bwMode="auto">
              <a:xfrm>
                <a:off x="1052" y="1145"/>
                <a:ext cx="22" cy="39"/>
              </a:xfrm>
              <a:custGeom>
                <a:avLst/>
                <a:gdLst>
                  <a:gd name="T0" fmla="*/ 0 w 22"/>
                  <a:gd name="T1" fmla="*/ 38 h 39"/>
                  <a:gd name="T2" fmla="*/ 21 w 22"/>
                  <a:gd name="T3" fmla="*/ 38 h 39"/>
                  <a:gd name="T4" fmla="*/ 21 w 22"/>
                  <a:gd name="T5" fmla="*/ 0 h 39"/>
                  <a:gd name="T6" fmla="*/ 0 w 22"/>
                  <a:gd name="T7" fmla="*/ 0 h 39"/>
                  <a:gd name="T8" fmla="*/ 0 w 22"/>
                  <a:gd name="T9" fmla="*/ 38 h 39"/>
                  <a:gd name="T10" fmla="*/ 0 60000 65536"/>
                  <a:gd name="T11" fmla="*/ 0 60000 65536"/>
                  <a:gd name="T12" fmla="*/ 0 60000 65536"/>
                  <a:gd name="T13" fmla="*/ 0 60000 65536"/>
                  <a:gd name="T14" fmla="*/ 0 60000 65536"/>
                  <a:gd name="T15" fmla="*/ 0 w 22"/>
                  <a:gd name="T16" fmla="*/ 0 h 39"/>
                  <a:gd name="T17" fmla="*/ 22 w 22"/>
                  <a:gd name="T18" fmla="*/ 39 h 39"/>
                </a:gdLst>
                <a:ahLst/>
                <a:cxnLst>
                  <a:cxn ang="T10">
                    <a:pos x="T0" y="T1"/>
                  </a:cxn>
                  <a:cxn ang="T11">
                    <a:pos x="T2" y="T3"/>
                  </a:cxn>
                  <a:cxn ang="T12">
                    <a:pos x="T4" y="T5"/>
                  </a:cxn>
                  <a:cxn ang="T13">
                    <a:pos x="T6" y="T7"/>
                  </a:cxn>
                  <a:cxn ang="T14">
                    <a:pos x="T8" y="T9"/>
                  </a:cxn>
                </a:cxnLst>
                <a:rect l="T15" t="T16" r="T17" b="T18"/>
                <a:pathLst>
                  <a:path w="22" h="39">
                    <a:moveTo>
                      <a:pt x="0" y="38"/>
                    </a:moveTo>
                    <a:lnTo>
                      <a:pt x="21" y="38"/>
                    </a:lnTo>
                    <a:lnTo>
                      <a:pt x="21" y="0"/>
                    </a:lnTo>
                    <a:lnTo>
                      <a:pt x="0" y="0"/>
                    </a:lnTo>
                    <a:lnTo>
                      <a:pt x="0" y="38"/>
                    </a:lnTo>
                  </a:path>
                </a:pathLst>
              </a:custGeom>
              <a:solidFill>
                <a:schemeClr val="bg2"/>
              </a:solidFill>
              <a:ln w="12700" cap="rnd">
                <a:solidFill>
                  <a:schemeClr val="tx1"/>
                </a:solidFill>
                <a:round/>
                <a:headEnd/>
                <a:tailEnd/>
              </a:ln>
            </p:spPr>
            <p:txBody>
              <a:bodyPr/>
              <a:lstStyle/>
              <a:p>
                <a:endParaRPr lang="pt-BR"/>
              </a:p>
            </p:txBody>
          </p:sp>
          <p:sp>
            <p:nvSpPr>
              <p:cNvPr id="190" name="Freeform 632">
                <a:extLst>
                  <a:ext uri="{FF2B5EF4-FFF2-40B4-BE49-F238E27FC236}">
                    <a16:creationId xmlns:a16="http://schemas.microsoft.com/office/drawing/2014/main" id="{0AE6BA99-C727-4F7A-5243-BB2856F1F699}"/>
                  </a:ext>
                </a:extLst>
              </p:cNvPr>
              <p:cNvSpPr>
                <a:spLocks/>
              </p:cNvSpPr>
              <p:nvPr/>
            </p:nvSpPr>
            <p:spPr bwMode="auto">
              <a:xfrm>
                <a:off x="1052" y="1145"/>
                <a:ext cx="25" cy="45"/>
              </a:xfrm>
              <a:custGeom>
                <a:avLst/>
                <a:gdLst>
                  <a:gd name="T0" fmla="*/ 0 w 25"/>
                  <a:gd name="T1" fmla="*/ 44 h 45"/>
                  <a:gd name="T2" fmla="*/ 24 w 25"/>
                  <a:gd name="T3" fmla="*/ 44 h 45"/>
                  <a:gd name="T4" fmla="*/ 24 w 25"/>
                  <a:gd name="T5" fmla="*/ 0 h 45"/>
                  <a:gd name="T6" fmla="*/ 0 w 25"/>
                  <a:gd name="T7" fmla="*/ 0 h 45"/>
                  <a:gd name="T8" fmla="*/ 0 w 25"/>
                  <a:gd name="T9" fmla="*/ 44 h 45"/>
                  <a:gd name="T10" fmla="*/ 0 60000 65536"/>
                  <a:gd name="T11" fmla="*/ 0 60000 65536"/>
                  <a:gd name="T12" fmla="*/ 0 60000 65536"/>
                  <a:gd name="T13" fmla="*/ 0 60000 65536"/>
                  <a:gd name="T14" fmla="*/ 0 60000 65536"/>
                  <a:gd name="T15" fmla="*/ 0 w 25"/>
                  <a:gd name="T16" fmla="*/ 0 h 45"/>
                  <a:gd name="T17" fmla="*/ 25 w 25"/>
                  <a:gd name="T18" fmla="*/ 45 h 45"/>
                </a:gdLst>
                <a:ahLst/>
                <a:cxnLst>
                  <a:cxn ang="T10">
                    <a:pos x="T0" y="T1"/>
                  </a:cxn>
                  <a:cxn ang="T11">
                    <a:pos x="T2" y="T3"/>
                  </a:cxn>
                  <a:cxn ang="T12">
                    <a:pos x="T4" y="T5"/>
                  </a:cxn>
                  <a:cxn ang="T13">
                    <a:pos x="T6" y="T7"/>
                  </a:cxn>
                  <a:cxn ang="T14">
                    <a:pos x="T8" y="T9"/>
                  </a:cxn>
                </a:cxnLst>
                <a:rect l="T15" t="T16" r="T17" b="T18"/>
                <a:pathLst>
                  <a:path w="25" h="45">
                    <a:moveTo>
                      <a:pt x="0" y="44"/>
                    </a:moveTo>
                    <a:lnTo>
                      <a:pt x="24" y="44"/>
                    </a:lnTo>
                    <a:lnTo>
                      <a:pt x="24" y="0"/>
                    </a:lnTo>
                    <a:lnTo>
                      <a:pt x="0" y="0"/>
                    </a:lnTo>
                    <a:lnTo>
                      <a:pt x="0" y="44"/>
                    </a:lnTo>
                  </a:path>
                </a:pathLst>
              </a:custGeom>
              <a:solidFill>
                <a:schemeClr val="bg2"/>
              </a:solidFill>
              <a:ln w="12700" cap="rnd">
                <a:solidFill>
                  <a:schemeClr val="tx1"/>
                </a:solidFill>
                <a:round/>
                <a:headEnd/>
                <a:tailEnd/>
              </a:ln>
            </p:spPr>
            <p:txBody>
              <a:bodyPr/>
              <a:lstStyle/>
              <a:p>
                <a:endParaRPr lang="pt-BR"/>
              </a:p>
            </p:txBody>
          </p:sp>
          <p:sp>
            <p:nvSpPr>
              <p:cNvPr id="191" name="Freeform 633">
                <a:extLst>
                  <a:ext uri="{FF2B5EF4-FFF2-40B4-BE49-F238E27FC236}">
                    <a16:creationId xmlns:a16="http://schemas.microsoft.com/office/drawing/2014/main" id="{D41B619A-1A77-AF70-BEA5-2A1FFACEE94C}"/>
                  </a:ext>
                </a:extLst>
              </p:cNvPr>
              <p:cNvSpPr>
                <a:spLocks/>
              </p:cNvSpPr>
              <p:nvPr/>
            </p:nvSpPr>
            <p:spPr bwMode="auto">
              <a:xfrm>
                <a:off x="1052" y="1081"/>
                <a:ext cx="22" cy="21"/>
              </a:xfrm>
              <a:custGeom>
                <a:avLst/>
                <a:gdLst>
                  <a:gd name="T0" fmla="*/ 0 w 22"/>
                  <a:gd name="T1" fmla="*/ 20 h 21"/>
                  <a:gd name="T2" fmla="*/ 21 w 22"/>
                  <a:gd name="T3" fmla="*/ 20 h 21"/>
                  <a:gd name="T4" fmla="*/ 21 w 22"/>
                  <a:gd name="T5" fmla="*/ 0 h 21"/>
                  <a:gd name="T6" fmla="*/ 0 w 22"/>
                  <a:gd name="T7" fmla="*/ 0 h 21"/>
                  <a:gd name="T8" fmla="*/ 0 w 22"/>
                  <a:gd name="T9" fmla="*/ 20 h 21"/>
                  <a:gd name="T10" fmla="*/ 0 60000 65536"/>
                  <a:gd name="T11" fmla="*/ 0 60000 65536"/>
                  <a:gd name="T12" fmla="*/ 0 60000 65536"/>
                  <a:gd name="T13" fmla="*/ 0 60000 65536"/>
                  <a:gd name="T14" fmla="*/ 0 60000 65536"/>
                  <a:gd name="T15" fmla="*/ 0 w 22"/>
                  <a:gd name="T16" fmla="*/ 0 h 21"/>
                  <a:gd name="T17" fmla="*/ 22 w 22"/>
                  <a:gd name="T18" fmla="*/ 21 h 21"/>
                </a:gdLst>
                <a:ahLst/>
                <a:cxnLst>
                  <a:cxn ang="T10">
                    <a:pos x="T0" y="T1"/>
                  </a:cxn>
                  <a:cxn ang="T11">
                    <a:pos x="T2" y="T3"/>
                  </a:cxn>
                  <a:cxn ang="T12">
                    <a:pos x="T4" y="T5"/>
                  </a:cxn>
                  <a:cxn ang="T13">
                    <a:pos x="T6" y="T7"/>
                  </a:cxn>
                  <a:cxn ang="T14">
                    <a:pos x="T8" y="T9"/>
                  </a:cxn>
                </a:cxnLst>
                <a:rect l="T15" t="T16" r="T17" b="T18"/>
                <a:pathLst>
                  <a:path w="22" h="21">
                    <a:moveTo>
                      <a:pt x="0" y="20"/>
                    </a:moveTo>
                    <a:lnTo>
                      <a:pt x="21" y="20"/>
                    </a:lnTo>
                    <a:lnTo>
                      <a:pt x="21" y="0"/>
                    </a:lnTo>
                    <a:lnTo>
                      <a:pt x="0" y="0"/>
                    </a:lnTo>
                    <a:lnTo>
                      <a:pt x="0" y="20"/>
                    </a:lnTo>
                  </a:path>
                </a:pathLst>
              </a:custGeom>
              <a:solidFill>
                <a:schemeClr val="bg2"/>
              </a:solidFill>
              <a:ln w="12700" cap="rnd">
                <a:solidFill>
                  <a:schemeClr val="tx1"/>
                </a:solidFill>
                <a:round/>
                <a:headEnd/>
                <a:tailEnd/>
              </a:ln>
            </p:spPr>
            <p:txBody>
              <a:bodyPr/>
              <a:lstStyle/>
              <a:p>
                <a:endParaRPr lang="pt-BR"/>
              </a:p>
            </p:txBody>
          </p:sp>
          <p:sp>
            <p:nvSpPr>
              <p:cNvPr id="192" name="Freeform 634">
                <a:extLst>
                  <a:ext uri="{FF2B5EF4-FFF2-40B4-BE49-F238E27FC236}">
                    <a16:creationId xmlns:a16="http://schemas.microsoft.com/office/drawing/2014/main" id="{C416FA9D-EE25-8DED-2FAF-EA2A1CDD21C2}"/>
                  </a:ext>
                </a:extLst>
              </p:cNvPr>
              <p:cNvSpPr>
                <a:spLocks/>
              </p:cNvSpPr>
              <p:nvPr/>
            </p:nvSpPr>
            <p:spPr bwMode="auto">
              <a:xfrm>
                <a:off x="1052" y="1081"/>
                <a:ext cx="25" cy="26"/>
              </a:xfrm>
              <a:custGeom>
                <a:avLst/>
                <a:gdLst>
                  <a:gd name="T0" fmla="*/ 0 w 25"/>
                  <a:gd name="T1" fmla="*/ 25 h 26"/>
                  <a:gd name="T2" fmla="*/ 24 w 25"/>
                  <a:gd name="T3" fmla="*/ 25 h 26"/>
                  <a:gd name="T4" fmla="*/ 24 w 25"/>
                  <a:gd name="T5" fmla="*/ 0 h 26"/>
                  <a:gd name="T6" fmla="*/ 0 w 25"/>
                  <a:gd name="T7" fmla="*/ 0 h 26"/>
                  <a:gd name="T8" fmla="*/ 0 w 25"/>
                  <a:gd name="T9" fmla="*/ 25 h 26"/>
                  <a:gd name="T10" fmla="*/ 0 60000 65536"/>
                  <a:gd name="T11" fmla="*/ 0 60000 65536"/>
                  <a:gd name="T12" fmla="*/ 0 60000 65536"/>
                  <a:gd name="T13" fmla="*/ 0 60000 65536"/>
                  <a:gd name="T14" fmla="*/ 0 60000 65536"/>
                  <a:gd name="T15" fmla="*/ 0 w 25"/>
                  <a:gd name="T16" fmla="*/ 0 h 26"/>
                  <a:gd name="T17" fmla="*/ 25 w 25"/>
                  <a:gd name="T18" fmla="*/ 26 h 26"/>
                </a:gdLst>
                <a:ahLst/>
                <a:cxnLst>
                  <a:cxn ang="T10">
                    <a:pos x="T0" y="T1"/>
                  </a:cxn>
                  <a:cxn ang="T11">
                    <a:pos x="T2" y="T3"/>
                  </a:cxn>
                  <a:cxn ang="T12">
                    <a:pos x="T4" y="T5"/>
                  </a:cxn>
                  <a:cxn ang="T13">
                    <a:pos x="T6" y="T7"/>
                  </a:cxn>
                  <a:cxn ang="T14">
                    <a:pos x="T8" y="T9"/>
                  </a:cxn>
                </a:cxnLst>
                <a:rect l="T15" t="T16" r="T17" b="T18"/>
                <a:pathLst>
                  <a:path w="25" h="26">
                    <a:moveTo>
                      <a:pt x="0" y="25"/>
                    </a:moveTo>
                    <a:lnTo>
                      <a:pt x="24" y="25"/>
                    </a:lnTo>
                    <a:lnTo>
                      <a:pt x="24" y="0"/>
                    </a:lnTo>
                    <a:lnTo>
                      <a:pt x="0" y="0"/>
                    </a:lnTo>
                    <a:lnTo>
                      <a:pt x="0" y="25"/>
                    </a:lnTo>
                  </a:path>
                </a:pathLst>
              </a:custGeom>
              <a:solidFill>
                <a:schemeClr val="bg2"/>
              </a:solidFill>
              <a:ln w="12700" cap="rnd">
                <a:solidFill>
                  <a:schemeClr val="tx1"/>
                </a:solidFill>
                <a:round/>
                <a:headEnd/>
                <a:tailEnd/>
              </a:ln>
            </p:spPr>
            <p:txBody>
              <a:bodyPr/>
              <a:lstStyle/>
              <a:p>
                <a:endParaRPr lang="pt-BR"/>
              </a:p>
            </p:txBody>
          </p:sp>
          <p:sp>
            <p:nvSpPr>
              <p:cNvPr id="193" name="Freeform 635">
                <a:extLst>
                  <a:ext uri="{FF2B5EF4-FFF2-40B4-BE49-F238E27FC236}">
                    <a16:creationId xmlns:a16="http://schemas.microsoft.com/office/drawing/2014/main" id="{2DFEB5F7-4B3E-AC83-558E-407350181431}"/>
                  </a:ext>
                </a:extLst>
              </p:cNvPr>
              <p:cNvSpPr>
                <a:spLocks/>
              </p:cNvSpPr>
              <p:nvPr/>
            </p:nvSpPr>
            <p:spPr bwMode="auto">
              <a:xfrm>
                <a:off x="964" y="1310"/>
                <a:ext cx="606" cy="269"/>
              </a:xfrm>
              <a:custGeom>
                <a:avLst/>
                <a:gdLst>
                  <a:gd name="T0" fmla="*/ 0 w 606"/>
                  <a:gd name="T1" fmla="*/ 268 h 269"/>
                  <a:gd name="T2" fmla="*/ 605 w 606"/>
                  <a:gd name="T3" fmla="*/ 268 h 269"/>
                  <a:gd name="T4" fmla="*/ 605 w 606"/>
                  <a:gd name="T5" fmla="*/ 0 h 269"/>
                  <a:gd name="T6" fmla="*/ 0 w 606"/>
                  <a:gd name="T7" fmla="*/ 0 h 269"/>
                  <a:gd name="T8" fmla="*/ 0 w 606"/>
                  <a:gd name="T9" fmla="*/ 268 h 269"/>
                  <a:gd name="T10" fmla="*/ 0 60000 65536"/>
                  <a:gd name="T11" fmla="*/ 0 60000 65536"/>
                  <a:gd name="T12" fmla="*/ 0 60000 65536"/>
                  <a:gd name="T13" fmla="*/ 0 60000 65536"/>
                  <a:gd name="T14" fmla="*/ 0 60000 65536"/>
                  <a:gd name="T15" fmla="*/ 0 w 606"/>
                  <a:gd name="T16" fmla="*/ 0 h 269"/>
                  <a:gd name="T17" fmla="*/ 606 w 606"/>
                  <a:gd name="T18" fmla="*/ 269 h 269"/>
                </a:gdLst>
                <a:ahLst/>
                <a:cxnLst>
                  <a:cxn ang="T10">
                    <a:pos x="T0" y="T1"/>
                  </a:cxn>
                  <a:cxn ang="T11">
                    <a:pos x="T2" y="T3"/>
                  </a:cxn>
                  <a:cxn ang="T12">
                    <a:pos x="T4" y="T5"/>
                  </a:cxn>
                  <a:cxn ang="T13">
                    <a:pos x="T6" y="T7"/>
                  </a:cxn>
                  <a:cxn ang="T14">
                    <a:pos x="T8" y="T9"/>
                  </a:cxn>
                </a:cxnLst>
                <a:rect l="T15" t="T16" r="T17" b="T18"/>
                <a:pathLst>
                  <a:path w="606" h="269">
                    <a:moveTo>
                      <a:pt x="0" y="268"/>
                    </a:moveTo>
                    <a:lnTo>
                      <a:pt x="605" y="268"/>
                    </a:lnTo>
                    <a:lnTo>
                      <a:pt x="605" y="0"/>
                    </a:lnTo>
                    <a:lnTo>
                      <a:pt x="0" y="0"/>
                    </a:lnTo>
                    <a:lnTo>
                      <a:pt x="0" y="268"/>
                    </a:lnTo>
                  </a:path>
                </a:pathLst>
              </a:custGeom>
              <a:solidFill>
                <a:schemeClr val="bg2"/>
              </a:solidFill>
              <a:ln w="12700" cap="rnd">
                <a:solidFill>
                  <a:schemeClr val="tx1"/>
                </a:solidFill>
                <a:round/>
                <a:headEnd/>
                <a:tailEnd/>
              </a:ln>
            </p:spPr>
            <p:txBody>
              <a:bodyPr/>
              <a:lstStyle/>
              <a:p>
                <a:endParaRPr lang="pt-BR"/>
              </a:p>
            </p:txBody>
          </p:sp>
          <p:sp>
            <p:nvSpPr>
              <p:cNvPr id="194" name="Freeform 636">
                <a:extLst>
                  <a:ext uri="{FF2B5EF4-FFF2-40B4-BE49-F238E27FC236}">
                    <a16:creationId xmlns:a16="http://schemas.microsoft.com/office/drawing/2014/main" id="{670F02B7-3B86-AF27-D51D-E5B248787CE9}"/>
                  </a:ext>
                </a:extLst>
              </p:cNvPr>
              <p:cNvSpPr>
                <a:spLocks/>
              </p:cNvSpPr>
              <p:nvPr/>
            </p:nvSpPr>
            <p:spPr bwMode="auto">
              <a:xfrm>
                <a:off x="964" y="1578"/>
                <a:ext cx="612" cy="20"/>
              </a:xfrm>
              <a:custGeom>
                <a:avLst/>
                <a:gdLst>
                  <a:gd name="T0" fmla="*/ 601 w 612"/>
                  <a:gd name="T1" fmla="*/ 10 h 20"/>
                  <a:gd name="T2" fmla="*/ 606 w 612"/>
                  <a:gd name="T3" fmla="*/ 0 h 20"/>
                  <a:gd name="T4" fmla="*/ 0 w 612"/>
                  <a:gd name="T5" fmla="*/ 0 h 20"/>
                  <a:gd name="T6" fmla="*/ 0 w 612"/>
                  <a:gd name="T7" fmla="*/ 19 h 20"/>
                  <a:gd name="T8" fmla="*/ 606 w 612"/>
                  <a:gd name="T9" fmla="*/ 19 h 20"/>
                  <a:gd name="T10" fmla="*/ 611 w 612"/>
                  <a:gd name="T11" fmla="*/ 10 h 20"/>
                  <a:gd name="T12" fmla="*/ 606 w 612"/>
                  <a:gd name="T13" fmla="*/ 19 h 20"/>
                  <a:gd name="T14" fmla="*/ 608 w 612"/>
                  <a:gd name="T15" fmla="*/ 19 h 20"/>
                  <a:gd name="T16" fmla="*/ 609 w 612"/>
                  <a:gd name="T17" fmla="*/ 16 h 20"/>
                  <a:gd name="T18" fmla="*/ 611 w 612"/>
                  <a:gd name="T19" fmla="*/ 13 h 20"/>
                  <a:gd name="T20" fmla="*/ 611 w 612"/>
                  <a:gd name="T21" fmla="*/ 10 h 20"/>
                  <a:gd name="T22" fmla="*/ 611 w 612"/>
                  <a:gd name="T23" fmla="*/ 5 h 20"/>
                  <a:gd name="T24" fmla="*/ 609 w 612"/>
                  <a:gd name="T25" fmla="*/ 2 h 20"/>
                  <a:gd name="T26" fmla="*/ 608 w 612"/>
                  <a:gd name="T27" fmla="*/ 2 h 20"/>
                  <a:gd name="T28" fmla="*/ 606 w 612"/>
                  <a:gd name="T29" fmla="*/ 0 h 20"/>
                  <a:gd name="T30" fmla="*/ 601 w 612"/>
                  <a:gd name="T31" fmla="*/ 10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12"/>
                  <a:gd name="T49" fmla="*/ 0 h 20"/>
                  <a:gd name="T50" fmla="*/ 612 w 612"/>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12" h="20">
                    <a:moveTo>
                      <a:pt x="601" y="10"/>
                    </a:moveTo>
                    <a:lnTo>
                      <a:pt x="606" y="0"/>
                    </a:lnTo>
                    <a:lnTo>
                      <a:pt x="0" y="0"/>
                    </a:lnTo>
                    <a:lnTo>
                      <a:pt x="0" y="19"/>
                    </a:lnTo>
                    <a:lnTo>
                      <a:pt x="606" y="19"/>
                    </a:lnTo>
                    <a:lnTo>
                      <a:pt x="611" y="10"/>
                    </a:lnTo>
                    <a:lnTo>
                      <a:pt x="606" y="19"/>
                    </a:lnTo>
                    <a:lnTo>
                      <a:pt x="608" y="19"/>
                    </a:lnTo>
                    <a:lnTo>
                      <a:pt x="609" y="16"/>
                    </a:lnTo>
                    <a:lnTo>
                      <a:pt x="611" y="13"/>
                    </a:lnTo>
                    <a:lnTo>
                      <a:pt x="611" y="10"/>
                    </a:lnTo>
                    <a:lnTo>
                      <a:pt x="611" y="5"/>
                    </a:lnTo>
                    <a:lnTo>
                      <a:pt x="609" y="2"/>
                    </a:lnTo>
                    <a:lnTo>
                      <a:pt x="608" y="2"/>
                    </a:lnTo>
                    <a:lnTo>
                      <a:pt x="606" y="0"/>
                    </a:lnTo>
                    <a:lnTo>
                      <a:pt x="601" y="10"/>
                    </a:lnTo>
                  </a:path>
                </a:pathLst>
              </a:custGeom>
              <a:solidFill>
                <a:schemeClr val="bg2"/>
              </a:solidFill>
              <a:ln w="12700" cap="rnd">
                <a:solidFill>
                  <a:schemeClr val="tx1"/>
                </a:solidFill>
                <a:round/>
                <a:headEnd/>
                <a:tailEnd/>
              </a:ln>
            </p:spPr>
            <p:txBody>
              <a:bodyPr/>
              <a:lstStyle/>
              <a:p>
                <a:endParaRPr lang="pt-BR"/>
              </a:p>
            </p:txBody>
          </p:sp>
          <p:sp>
            <p:nvSpPr>
              <p:cNvPr id="195" name="Freeform 637">
                <a:extLst>
                  <a:ext uri="{FF2B5EF4-FFF2-40B4-BE49-F238E27FC236}">
                    <a16:creationId xmlns:a16="http://schemas.microsoft.com/office/drawing/2014/main" id="{9C2FE83C-3228-57B9-1EFB-3752F6D11A01}"/>
                  </a:ext>
                </a:extLst>
              </p:cNvPr>
              <p:cNvSpPr>
                <a:spLocks/>
              </p:cNvSpPr>
              <p:nvPr/>
            </p:nvSpPr>
            <p:spPr bwMode="auto">
              <a:xfrm>
                <a:off x="1569" y="1304"/>
                <a:ext cx="23" cy="275"/>
              </a:xfrm>
              <a:custGeom>
                <a:avLst/>
                <a:gdLst>
                  <a:gd name="T0" fmla="*/ 11 w 23"/>
                  <a:gd name="T1" fmla="*/ 15 h 275"/>
                  <a:gd name="T2" fmla="*/ 0 w 23"/>
                  <a:gd name="T3" fmla="*/ 7 h 275"/>
                  <a:gd name="T4" fmla="*/ 0 w 23"/>
                  <a:gd name="T5" fmla="*/ 274 h 275"/>
                  <a:gd name="T6" fmla="*/ 22 w 23"/>
                  <a:gd name="T7" fmla="*/ 274 h 275"/>
                  <a:gd name="T8" fmla="*/ 22 w 23"/>
                  <a:gd name="T9" fmla="*/ 7 h 275"/>
                  <a:gd name="T10" fmla="*/ 11 w 23"/>
                  <a:gd name="T11" fmla="*/ 0 h 275"/>
                  <a:gd name="T12" fmla="*/ 22 w 23"/>
                  <a:gd name="T13" fmla="*/ 7 h 275"/>
                  <a:gd name="T14" fmla="*/ 22 w 23"/>
                  <a:gd name="T15" fmla="*/ 4 h 275"/>
                  <a:gd name="T16" fmla="*/ 16 w 23"/>
                  <a:gd name="T17" fmla="*/ 2 h 275"/>
                  <a:gd name="T18" fmla="*/ 16 w 23"/>
                  <a:gd name="T19" fmla="*/ 0 h 275"/>
                  <a:gd name="T20" fmla="*/ 11 w 23"/>
                  <a:gd name="T21" fmla="*/ 0 h 275"/>
                  <a:gd name="T22" fmla="*/ 5 w 23"/>
                  <a:gd name="T23" fmla="*/ 0 h 275"/>
                  <a:gd name="T24" fmla="*/ 5 w 23"/>
                  <a:gd name="T25" fmla="*/ 2 h 275"/>
                  <a:gd name="T26" fmla="*/ 0 w 23"/>
                  <a:gd name="T27" fmla="*/ 4 h 275"/>
                  <a:gd name="T28" fmla="*/ 0 w 23"/>
                  <a:gd name="T29" fmla="*/ 7 h 275"/>
                  <a:gd name="T30" fmla="*/ 11 w 23"/>
                  <a:gd name="T31" fmla="*/ 15 h 2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3"/>
                  <a:gd name="T49" fmla="*/ 0 h 275"/>
                  <a:gd name="T50" fmla="*/ 23 w 23"/>
                  <a:gd name="T51" fmla="*/ 275 h 27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3" h="275">
                    <a:moveTo>
                      <a:pt x="11" y="15"/>
                    </a:moveTo>
                    <a:lnTo>
                      <a:pt x="0" y="7"/>
                    </a:lnTo>
                    <a:lnTo>
                      <a:pt x="0" y="274"/>
                    </a:lnTo>
                    <a:lnTo>
                      <a:pt x="22" y="274"/>
                    </a:lnTo>
                    <a:lnTo>
                      <a:pt x="22" y="7"/>
                    </a:lnTo>
                    <a:lnTo>
                      <a:pt x="11" y="0"/>
                    </a:lnTo>
                    <a:lnTo>
                      <a:pt x="22" y="7"/>
                    </a:lnTo>
                    <a:lnTo>
                      <a:pt x="22" y="4"/>
                    </a:lnTo>
                    <a:lnTo>
                      <a:pt x="16" y="2"/>
                    </a:lnTo>
                    <a:lnTo>
                      <a:pt x="16" y="0"/>
                    </a:lnTo>
                    <a:lnTo>
                      <a:pt x="11" y="0"/>
                    </a:lnTo>
                    <a:lnTo>
                      <a:pt x="5" y="0"/>
                    </a:lnTo>
                    <a:lnTo>
                      <a:pt x="5" y="2"/>
                    </a:lnTo>
                    <a:lnTo>
                      <a:pt x="0" y="4"/>
                    </a:lnTo>
                    <a:lnTo>
                      <a:pt x="0" y="7"/>
                    </a:lnTo>
                    <a:lnTo>
                      <a:pt x="11" y="15"/>
                    </a:lnTo>
                  </a:path>
                </a:pathLst>
              </a:custGeom>
              <a:solidFill>
                <a:schemeClr val="bg2"/>
              </a:solidFill>
              <a:ln w="12700" cap="rnd">
                <a:solidFill>
                  <a:schemeClr val="tx1"/>
                </a:solidFill>
                <a:round/>
                <a:headEnd/>
                <a:tailEnd/>
              </a:ln>
            </p:spPr>
            <p:txBody>
              <a:bodyPr/>
              <a:lstStyle/>
              <a:p>
                <a:endParaRPr lang="pt-BR"/>
              </a:p>
            </p:txBody>
          </p:sp>
          <p:sp>
            <p:nvSpPr>
              <p:cNvPr id="196" name="Freeform 638">
                <a:extLst>
                  <a:ext uri="{FF2B5EF4-FFF2-40B4-BE49-F238E27FC236}">
                    <a16:creationId xmlns:a16="http://schemas.microsoft.com/office/drawing/2014/main" id="{C19EB916-9458-D030-DE51-20E40374EF97}"/>
                  </a:ext>
                </a:extLst>
              </p:cNvPr>
              <p:cNvSpPr>
                <a:spLocks/>
              </p:cNvSpPr>
              <p:nvPr/>
            </p:nvSpPr>
            <p:spPr bwMode="auto">
              <a:xfrm>
                <a:off x="959" y="1304"/>
                <a:ext cx="611" cy="19"/>
              </a:xfrm>
              <a:custGeom>
                <a:avLst/>
                <a:gdLst>
                  <a:gd name="T0" fmla="*/ 9 w 611"/>
                  <a:gd name="T1" fmla="*/ 7 h 19"/>
                  <a:gd name="T2" fmla="*/ 4 w 611"/>
                  <a:gd name="T3" fmla="*/ 18 h 19"/>
                  <a:gd name="T4" fmla="*/ 610 w 611"/>
                  <a:gd name="T5" fmla="*/ 18 h 19"/>
                  <a:gd name="T6" fmla="*/ 610 w 611"/>
                  <a:gd name="T7" fmla="*/ 0 h 19"/>
                  <a:gd name="T8" fmla="*/ 4 w 611"/>
                  <a:gd name="T9" fmla="*/ 0 h 19"/>
                  <a:gd name="T10" fmla="*/ 0 w 611"/>
                  <a:gd name="T11" fmla="*/ 7 h 19"/>
                  <a:gd name="T12" fmla="*/ 4 w 611"/>
                  <a:gd name="T13" fmla="*/ 0 h 19"/>
                  <a:gd name="T14" fmla="*/ 2 w 611"/>
                  <a:gd name="T15" fmla="*/ 0 h 19"/>
                  <a:gd name="T16" fmla="*/ 1 w 611"/>
                  <a:gd name="T17" fmla="*/ 2 h 19"/>
                  <a:gd name="T18" fmla="*/ 0 w 611"/>
                  <a:gd name="T19" fmla="*/ 5 h 19"/>
                  <a:gd name="T20" fmla="*/ 0 w 611"/>
                  <a:gd name="T21" fmla="*/ 7 h 19"/>
                  <a:gd name="T22" fmla="*/ 0 w 611"/>
                  <a:gd name="T23" fmla="*/ 12 h 19"/>
                  <a:gd name="T24" fmla="*/ 1 w 611"/>
                  <a:gd name="T25" fmla="*/ 15 h 19"/>
                  <a:gd name="T26" fmla="*/ 2 w 611"/>
                  <a:gd name="T27" fmla="*/ 15 h 19"/>
                  <a:gd name="T28" fmla="*/ 4 w 611"/>
                  <a:gd name="T29" fmla="*/ 18 h 19"/>
                  <a:gd name="T30" fmla="*/ 9 w 611"/>
                  <a:gd name="T31" fmla="*/ 7 h 1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11"/>
                  <a:gd name="T49" fmla="*/ 0 h 19"/>
                  <a:gd name="T50" fmla="*/ 611 w 611"/>
                  <a:gd name="T51" fmla="*/ 19 h 1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11" h="19">
                    <a:moveTo>
                      <a:pt x="9" y="7"/>
                    </a:moveTo>
                    <a:lnTo>
                      <a:pt x="4" y="18"/>
                    </a:lnTo>
                    <a:lnTo>
                      <a:pt x="610" y="18"/>
                    </a:lnTo>
                    <a:lnTo>
                      <a:pt x="610" y="0"/>
                    </a:lnTo>
                    <a:lnTo>
                      <a:pt x="4" y="0"/>
                    </a:lnTo>
                    <a:lnTo>
                      <a:pt x="0" y="7"/>
                    </a:lnTo>
                    <a:lnTo>
                      <a:pt x="4" y="0"/>
                    </a:lnTo>
                    <a:lnTo>
                      <a:pt x="2" y="0"/>
                    </a:lnTo>
                    <a:lnTo>
                      <a:pt x="1" y="2"/>
                    </a:lnTo>
                    <a:lnTo>
                      <a:pt x="0" y="5"/>
                    </a:lnTo>
                    <a:lnTo>
                      <a:pt x="0" y="7"/>
                    </a:lnTo>
                    <a:lnTo>
                      <a:pt x="0" y="12"/>
                    </a:lnTo>
                    <a:lnTo>
                      <a:pt x="1" y="15"/>
                    </a:lnTo>
                    <a:lnTo>
                      <a:pt x="2" y="15"/>
                    </a:lnTo>
                    <a:lnTo>
                      <a:pt x="4" y="18"/>
                    </a:lnTo>
                    <a:lnTo>
                      <a:pt x="9" y="7"/>
                    </a:lnTo>
                  </a:path>
                </a:pathLst>
              </a:custGeom>
              <a:solidFill>
                <a:schemeClr val="bg2"/>
              </a:solidFill>
              <a:ln w="12700" cap="rnd">
                <a:solidFill>
                  <a:schemeClr val="tx1"/>
                </a:solidFill>
                <a:round/>
                <a:headEnd/>
                <a:tailEnd/>
              </a:ln>
            </p:spPr>
            <p:txBody>
              <a:bodyPr/>
              <a:lstStyle/>
              <a:p>
                <a:endParaRPr lang="pt-BR"/>
              </a:p>
            </p:txBody>
          </p:sp>
          <p:sp>
            <p:nvSpPr>
              <p:cNvPr id="197" name="Freeform 639">
                <a:extLst>
                  <a:ext uri="{FF2B5EF4-FFF2-40B4-BE49-F238E27FC236}">
                    <a16:creationId xmlns:a16="http://schemas.microsoft.com/office/drawing/2014/main" id="{3C53DFE8-63DF-F5CF-1DE7-0B4D5009FA56}"/>
                  </a:ext>
                </a:extLst>
              </p:cNvPr>
              <p:cNvSpPr>
                <a:spLocks/>
              </p:cNvSpPr>
              <p:nvPr/>
            </p:nvSpPr>
            <p:spPr bwMode="auto">
              <a:xfrm>
                <a:off x="959" y="1310"/>
                <a:ext cx="24" cy="277"/>
              </a:xfrm>
              <a:custGeom>
                <a:avLst/>
                <a:gdLst>
                  <a:gd name="T0" fmla="*/ 15 w 24"/>
                  <a:gd name="T1" fmla="*/ 261 h 277"/>
                  <a:gd name="T2" fmla="*/ 23 w 24"/>
                  <a:gd name="T3" fmla="*/ 268 h 277"/>
                  <a:gd name="T4" fmla="*/ 23 w 24"/>
                  <a:gd name="T5" fmla="*/ 0 h 277"/>
                  <a:gd name="T6" fmla="*/ 0 w 24"/>
                  <a:gd name="T7" fmla="*/ 0 h 277"/>
                  <a:gd name="T8" fmla="*/ 0 w 24"/>
                  <a:gd name="T9" fmla="*/ 268 h 277"/>
                  <a:gd name="T10" fmla="*/ 15 w 24"/>
                  <a:gd name="T11" fmla="*/ 276 h 277"/>
                  <a:gd name="T12" fmla="*/ 0 w 24"/>
                  <a:gd name="T13" fmla="*/ 268 h 277"/>
                  <a:gd name="T14" fmla="*/ 0 w 24"/>
                  <a:gd name="T15" fmla="*/ 272 h 277"/>
                  <a:gd name="T16" fmla="*/ 7 w 24"/>
                  <a:gd name="T17" fmla="*/ 274 h 277"/>
                  <a:gd name="T18" fmla="*/ 7 w 24"/>
                  <a:gd name="T19" fmla="*/ 276 h 277"/>
                  <a:gd name="T20" fmla="*/ 15 w 24"/>
                  <a:gd name="T21" fmla="*/ 276 h 277"/>
                  <a:gd name="T22" fmla="*/ 15 w 24"/>
                  <a:gd name="T23" fmla="*/ 276 h 277"/>
                  <a:gd name="T24" fmla="*/ 23 w 24"/>
                  <a:gd name="T25" fmla="*/ 274 h 277"/>
                  <a:gd name="T26" fmla="*/ 23 w 24"/>
                  <a:gd name="T27" fmla="*/ 272 h 277"/>
                  <a:gd name="T28" fmla="*/ 23 w 24"/>
                  <a:gd name="T29" fmla="*/ 268 h 277"/>
                  <a:gd name="T30" fmla="*/ 15 w 24"/>
                  <a:gd name="T31" fmla="*/ 261 h 27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
                  <a:gd name="T49" fmla="*/ 0 h 277"/>
                  <a:gd name="T50" fmla="*/ 24 w 24"/>
                  <a:gd name="T51" fmla="*/ 277 h 27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 h="277">
                    <a:moveTo>
                      <a:pt x="15" y="261"/>
                    </a:moveTo>
                    <a:lnTo>
                      <a:pt x="23" y="268"/>
                    </a:lnTo>
                    <a:lnTo>
                      <a:pt x="23" y="0"/>
                    </a:lnTo>
                    <a:lnTo>
                      <a:pt x="0" y="0"/>
                    </a:lnTo>
                    <a:lnTo>
                      <a:pt x="0" y="268"/>
                    </a:lnTo>
                    <a:lnTo>
                      <a:pt x="15" y="276"/>
                    </a:lnTo>
                    <a:lnTo>
                      <a:pt x="0" y="268"/>
                    </a:lnTo>
                    <a:lnTo>
                      <a:pt x="0" y="272"/>
                    </a:lnTo>
                    <a:lnTo>
                      <a:pt x="7" y="274"/>
                    </a:lnTo>
                    <a:lnTo>
                      <a:pt x="7" y="276"/>
                    </a:lnTo>
                    <a:lnTo>
                      <a:pt x="15" y="276"/>
                    </a:lnTo>
                    <a:lnTo>
                      <a:pt x="23" y="274"/>
                    </a:lnTo>
                    <a:lnTo>
                      <a:pt x="23" y="272"/>
                    </a:lnTo>
                    <a:lnTo>
                      <a:pt x="23" y="268"/>
                    </a:lnTo>
                    <a:lnTo>
                      <a:pt x="15" y="261"/>
                    </a:lnTo>
                  </a:path>
                </a:pathLst>
              </a:custGeom>
              <a:solidFill>
                <a:schemeClr val="bg2"/>
              </a:solidFill>
              <a:ln w="12700" cap="rnd">
                <a:solidFill>
                  <a:schemeClr val="tx1"/>
                </a:solidFill>
                <a:round/>
                <a:headEnd/>
                <a:tailEnd/>
              </a:ln>
            </p:spPr>
            <p:txBody>
              <a:bodyPr/>
              <a:lstStyle/>
              <a:p>
                <a:endParaRPr lang="pt-BR"/>
              </a:p>
            </p:txBody>
          </p:sp>
          <p:sp>
            <p:nvSpPr>
              <p:cNvPr id="198" name="Freeform 640">
                <a:extLst>
                  <a:ext uri="{FF2B5EF4-FFF2-40B4-BE49-F238E27FC236}">
                    <a16:creationId xmlns:a16="http://schemas.microsoft.com/office/drawing/2014/main" id="{00387277-0E87-0BEC-B26F-A70DB78A0E4D}"/>
                  </a:ext>
                </a:extLst>
              </p:cNvPr>
              <p:cNvSpPr>
                <a:spLocks/>
              </p:cNvSpPr>
              <p:nvPr/>
            </p:nvSpPr>
            <p:spPr bwMode="auto">
              <a:xfrm>
                <a:off x="1156" y="844"/>
                <a:ext cx="448" cy="762"/>
              </a:xfrm>
              <a:custGeom>
                <a:avLst/>
                <a:gdLst>
                  <a:gd name="T0" fmla="*/ 0 w 448"/>
                  <a:gd name="T1" fmla="*/ 761 h 762"/>
                  <a:gd name="T2" fmla="*/ 447 w 448"/>
                  <a:gd name="T3" fmla="*/ 761 h 762"/>
                  <a:gd name="T4" fmla="*/ 447 w 448"/>
                  <a:gd name="T5" fmla="*/ 0 h 762"/>
                  <a:gd name="T6" fmla="*/ 0 w 448"/>
                  <a:gd name="T7" fmla="*/ 0 h 762"/>
                  <a:gd name="T8" fmla="*/ 0 w 448"/>
                  <a:gd name="T9" fmla="*/ 761 h 762"/>
                  <a:gd name="T10" fmla="*/ 0 60000 65536"/>
                  <a:gd name="T11" fmla="*/ 0 60000 65536"/>
                  <a:gd name="T12" fmla="*/ 0 60000 65536"/>
                  <a:gd name="T13" fmla="*/ 0 60000 65536"/>
                  <a:gd name="T14" fmla="*/ 0 60000 65536"/>
                  <a:gd name="T15" fmla="*/ 0 w 448"/>
                  <a:gd name="T16" fmla="*/ 0 h 762"/>
                  <a:gd name="T17" fmla="*/ 448 w 448"/>
                  <a:gd name="T18" fmla="*/ 762 h 762"/>
                </a:gdLst>
                <a:ahLst/>
                <a:cxnLst>
                  <a:cxn ang="T10">
                    <a:pos x="T0" y="T1"/>
                  </a:cxn>
                  <a:cxn ang="T11">
                    <a:pos x="T2" y="T3"/>
                  </a:cxn>
                  <a:cxn ang="T12">
                    <a:pos x="T4" y="T5"/>
                  </a:cxn>
                  <a:cxn ang="T13">
                    <a:pos x="T6" y="T7"/>
                  </a:cxn>
                  <a:cxn ang="T14">
                    <a:pos x="T8" y="T9"/>
                  </a:cxn>
                </a:cxnLst>
                <a:rect l="T15" t="T16" r="T17" b="T18"/>
                <a:pathLst>
                  <a:path w="448" h="762">
                    <a:moveTo>
                      <a:pt x="0" y="761"/>
                    </a:moveTo>
                    <a:lnTo>
                      <a:pt x="447" y="761"/>
                    </a:lnTo>
                    <a:lnTo>
                      <a:pt x="447" y="0"/>
                    </a:lnTo>
                    <a:lnTo>
                      <a:pt x="0" y="0"/>
                    </a:lnTo>
                    <a:lnTo>
                      <a:pt x="0" y="761"/>
                    </a:lnTo>
                  </a:path>
                </a:pathLst>
              </a:custGeom>
              <a:solidFill>
                <a:schemeClr val="bg2"/>
              </a:solidFill>
              <a:ln w="12700" cap="rnd">
                <a:solidFill>
                  <a:schemeClr val="tx1"/>
                </a:solidFill>
                <a:round/>
                <a:headEnd/>
                <a:tailEnd/>
              </a:ln>
            </p:spPr>
            <p:txBody>
              <a:bodyPr/>
              <a:lstStyle/>
              <a:p>
                <a:endParaRPr lang="pt-BR"/>
              </a:p>
            </p:txBody>
          </p:sp>
          <p:sp>
            <p:nvSpPr>
              <p:cNvPr id="199" name="Freeform 641">
                <a:extLst>
                  <a:ext uri="{FF2B5EF4-FFF2-40B4-BE49-F238E27FC236}">
                    <a16:creationId xmlns:a16="http://schemas.microsoft.com/office/drawing/2014/main" id="{3DFBB718-0150-F516-8124-E9EE78892C7C}"/>
                  </a:ext>
                </a:extLst>
              </p:cNvPr>
              <p:cNvSpPr>
                <a:spLocks/>
              </p:cNvSpPr>
              <p:nvPr/>
            </p:nvSpPr>
            <p:spPr bwMode="auto">
              <a:xfrm>
                <a:off x="1156" y="1605"/>
                <a:ext cx="452" cy="19"/>
              </a:xfrm>
              <a:custGeom>
                <a:avLst/>
                <a:gdLst>
                  <a:gd name="T0" fmla="*/ 441 w 452"/>
                  <a:gd name="T1" fmla="*/ 9 h 19"/>
                  <a:gd name="T2" fmla="*/ 445 w 452"/>
                  <a:gd name="T3" fmla="*/ 0 h 19"/>
                  <a:gd name="T4" fmla="*/ 0 w 452"/>
                  <a:gd name="T5" fmla="*/ 0 h 19"/>
                  <a:gd name="T6" fmla="*/ 0 w 452"/>
                  <a:gd name="T7" fmla="*/ 18 h 19"/>
                  <a:gd name="T8" fmla="*/ 445 w 452"/>
                  <a:gd name="T9" fmla="*/ 18 h 19"/>
                  <a:gd name="T10" fmla="*/ 451 w 452"/>
                  <a:gd name="T11" fmla="*/ 9 h 19"/>
                  <a:gd name="T12" fmla="*/ 445 w 452"/>
                  <a:gd name="T13" fmla="*/ 18 h 19"/>
                  <a:gd name="T14" fmla="*/ 448 w 452"/>
                  <a:gd name="T15" fmla="*/ 18 h 19"/>
                  <a:gd name="T16" fmla="*/ 449 w 452"/>
                  <a:gd name="T17" fmla="*/ 15 h 19"/>
                  <a:gd name="T18" fmla="*/ 449 w 452"/>
                  <a:gd name="T19" fmla="*/ 12 h 19"/>
                  <a:gd name="T20" fmla="*/ 451 w 452"/>
                  <a:gd name="T21" fmla="*/ 9 h 19"/>
                  <a:gd name="T22" fmla="*/ 449 w 452"/>
                  <a:gd name="T23" fmla="*/ 6 h 19"/>
                  <a:gd name="T24" fmla="*/ 449 w 452"/>
                  <a:gd name="T25" fmla="*/ 3 h 19"/>
                  <a:gd name="T26" fmla="*/ 448 w 452"/>
                  <a:gd name="T27" fmla="*/ 3 h 19"/>
                  <a:gd name="T28" fmla="*/ 445 w 452"/>
                  <a:gd name="T29" fmla="*/ 0 h 19"/>
                  <a:gd name="T30" fmla="*/ 441 w 452"/>
                  <a:gd name="T31" fmla="*/ 9 h 1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2"/>
                  <a:gd name="T49" fmla="*/ 0 h 19"/>
                  <a:gd name="T50" fmla="*/ 452 w 452"/>
                  <a:gd name="T51" fmla="*/ 19 h 1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2" h="19">
                    <a:moveTo>
                      <a:pt x="441" y="9"/>
                    </a:moveTo>
                    <a:lnTo>
                      <a:pt x="445" y="0"/>
                    </a:lnTo>
                    <a:lnTo>
                      <a:pt x="0" y="0"/>
                    </a:lnTo>
                    <a:lnTo>
                      <a:pt x="0" y="18"/>
                    </a:lnTo>
                    <a:lnTo>
                      <a:pt x="445" y="18"/>
                    </a:lnTo>
                    <a:lnTo>
                      <a:pt x="451" y="9"/>
                    </a:lnTo>
                    <a:lnTo>
                      <a:pt x="445" y="18"/>
                    </a:lnTo>
                    <a:lnTo>
                      <a:pt x="448" y="18"/>
                    </a:lnTo>
                    <a:lnTo>
                      <a:pt x="449" y="15"/>
                    </a:lnTo>
                    <a:lnTo>
                      <a:pt x="449" y="12"/>
                    </a:lnTo>
                    <a:lnTo>
                      <a:pt x="451" y="9"/>
                    </a:lnTo>
                    <a:lnTo>
                      <a:pt x="449" y="6"/>
                    </a:lnTo>
                    <a:lnTo>
                      <a:pt x="449" y="3"/>
                    </a:lnTo>
                    <a:lnTo>
                      <a:pt x="448" y="3"/>
                    </a:lnTo>
                    <a:lnTo>
                      <a:pt x="445" y="0"/>
                    </a:lnTo>
                    <a:lnTo>
                      <a:pt x="441" y="9"/>
                    </a:lnTo>
                  </a:path>
                </a:pathLst>
              </a:custGeom>
              <a:solidFill>
                <a:schemeClr val="bg2"/>
              </a:solidFill>
              <a:ln w="12700" cap="rnd">
                <a:solidFill>
                  <a:schemeClr val="tx1"/>
                </a:solidFill>
                <a:round/>
                <a:headEnd/>
                <a:tailEnd/>
              </a:ln>
            </p:spPr>
            <p:txBody>
              <a:bodyPr/>
              <a:lstStyle/>
              <a:p>
                <a:endParaRPr lang="pt-BR"/>
              </a:p>
            </p:txBody>
          </p:sp>
          <p:sp>
            <p:nvSpPr>
              <p:cNvPr id="200" name="Freeform 642">
                <a:extLst>
                  <a:ext uri="{FF2B5EF4-FFF2-40B4-BE49-F238E27FC236}">
                    <a16:creationId xmlns:a16="http://schemas.microsoft.com/office/drawing/2014/main" id="{EDC225C9-00B7-0BCF-209A-E60E1445BE31}"/>
                  </a:ext>
                </a:extLst>
              </p:cNvPr>
              <p:cNvSpPr>
                <a:spLocks/>
              </p:cNvSpPr>
              <p:nvPr/>
            </p:nvSpPr>
            <p:spPr bwMode="auto">
              <a:xfrm>
                <a:off x="1603" y="834"/>
                <a:ext cx="22" cy="772"/>
              </a:xfrm>
              <a:custGeom>
                <a:avLst/>
                <a:gdLst>
                  <a:gd name="T0" fmla="*/ 10 w 22"/>
                  <a:gd name="T1" fmla="*/ 15 h 772"/>
                  <a:gd name="T2" fmla="*/ 0 w 22"/>
                  <a:gd name="T3" fmla="*/ 8 h 772"/>
                  <a:gd name="T4" fmla="*/ 0 w 22"/>
                  <a:gd name="T5" fmla="*/ 771 h 772"/>
                  <a:gd name="T6" fmla="*/ 21 w 22"/>
                  <a:gd name="T7" fmla="*/ 771 h 772"/>
                  <a:gd name="T8" fmla="*/ 21 w 22"/>
                  <a:gd name="T9" fmla="*/ 8 h 772"/>
                  <a:gd name="T10" fmla="*/ 10 w 22"/>
                  <a:gd name="T11" fmla="*/ 0 h 772"/>
                  <a:gd name="T12" fmla="*/ 21 w 22"/>
                  <a:gd name="T13" fmla="*/ 8 h 772"/>
                  <a:gd name="T14" fmla="*/ 21 w 22"/>
                  <a:gd name="T15" fmla="*/ 4 h 772"/>
                  <a:gd name="T16" fmla="*/ 15 w 22"/>
                  <a:gd name="T17" fmla="*/ 2 h 772"/>
                  <a:gd name="T18" fmla="*/ 15 w 22"/>
                  <a:gd name="T19" fmla="*/ 1 h 772"/>
                  <a:gd name="T20" fmla="*/ 10 w 22"/>
                  <a:gd name="T21" fmla="*/ 0 h 772"/>
                  <a:gd name="T22" fmla="*/ 5 w 22"/>
                  <a:gd name="T23" fmla="*/ 1 h 772"/>
                  <a:gd name="T24" fmla="*/ 5 w 22"/>
                  <a:gd name="T25" fmla="*/ 2 h 772"/>
                  <a:gd name="T26" fmla="*/ 0 w 22"/>
                  <a:gd name="T27" fmla="*/ 4 h 772"/>
                  <a:gd name="T28" fmla="*/ 0 w 22"/>
                  <a:gd name="T29" fmla="*/ 8 h 772"/>
                  <a:gd name="T30" fmla="*/ 10 w 22"/>
                  <a:gd name="T31" fmla="*/ 15 h 77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
                  <a:gd name="T49" fmla="*/ 0 h 772"/>
                  <a:gd name="T50" fmla="*/ 22 w 22"/>
                  <a:gd name="T51" fmla="*/ 772 h 77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 h="772">
                    <a:moveTo>
                      <a:pt x="10" y="15"/>
                    </a:moveTo>
                    <a:lnTo>
                      <a:pt x="0" y="8"/>
                    </a:lnTo>
                    <a:lnTo>
                      <a:pt x="0" y="771"/>
                    </a:lnTo>
                    <a:lnTo>
                      <a:pt x="21" y="771"/>
                    </a:lnTo>
                    <a:lnTo>
                      <a:pt x="21" y="8"/>
                    </a:lnTo>
                    <a:lnTo>
                      <a:pt x="10" y="0"/>
                    </a:lnTo>
                    <a:lnTo>
                      <a:pt x="21" y="8"/>
                    </a:lnTo>
                    <a:lnTo>
                      <a:pt x="21" y="4"/>
                    </a:lnTo>
                    <a:lnTo>
                      <a:pt x="15" y="2"/>
                    </a:lnTo>
                    <a:lnTo>
                      <a:pt x="15" y="1"/>
                    </a:lnTo>
                    <a:lnTo>
                      <a:pt x="10" y="0"/>
                    </a:lnTo>
                    <a:lnTo>
                      <a:pt x="5" y="1"/>
                    </a:lnTo>
                    <a:lnTo>
                      <a:pt x="5" y="2"/>
                    </a:lnTo>
                    <a:lnTo>
                      <a:pt x="0" y="4"/>
                    </a:lnTo>
                    <a:lnTo>
                      <a:pt x="0" y="8"/>
                    </a:lnTo>
                    <a:lnTo>
                      <a:pt x="10" y="15"/>
                    </a:lnTo>
                  </a:path>
                </a:pathLst>
              </a:custGeom>
              <a:solidFill>
                <a:schemeClr val="bg2"/>
              </a:solidFill>
              <a:ln w="12700" cap="rnd">
                <a:solidFill>
                  <a:schemeClr val="tx1"/>
                </a:solidFill>
                <a:round/>
                <a:headEnd/>
                <a:tailEnd/>
              </a:ln>
            </p:spPr>
            <p:txBody>
              <a:bodyPr/>
              <a:lstStyle/>
              <a:p>
                <a:endParaRPr lang="pt-BR"/>
              </a:p>
            </p:txBody>
          </p:sp>
          <p:sp>
            <p:nvSpPr>
              <p:cNvPr id="201" name="Freeform 643">
                <a:extLst>
                  <a:ext uri="{FF2B5EF4-FFF2-40B4-BE49-F238E27FC236}">
                    <a16:creationId xmlns:a16="http://schemas.microsoft.com/office/drawing/2014/main" id="{86CF324E-ED3F-6677-C9E7-A64606063113}"/>
                  </a:ext>
                </a:extLst>
              </p:cNvPr>
              <p:cNvSpPr>
                <a:spLocks/>
              </p:cNvSpPr>
              <p:nvPr/>
            </p:nvSpPr>
            <p:spPr bwMode="auto">
              <a:xfrm>
                <a:off x="1152" y="834"/>
                <a:ext cx="452" cy="20"/>
              </a:xfrm>
              <a:custGeom>
                <a:avLst/>
                <a:gdLst>
                  <a:gd name="T0" fmla="*/ 9 w 452"/>
                  <a:gd name="T1" fmla="*/ 9 h 20"/>
                  <a:gd name="T2" fmla="*/ 4 w 452"/>
                  <a:gd name="T3" fmla="*/ 19 h 20"/>
                  <a:gd name="T4" fmla="*/ 451 w 452"/>
                  <a:gd name="T5" fmla="*/ 19 h 20"/>
                  <a:gd name="T6" fmla="*/ 451 w 452"/>
                  <a:gd name="T7" fmla="*/ 0 h 20"/>
                  <a:gd name="T8" fmla="*/ 4 w 452"/>
                  <a:gd name="T9" fmla="*/ 0 h 20"/>
                  <a:gd name="T10" fmla="*/ 0 w 452"/>
                  <a:gd name="T11" fmla="*/ 9 h 20"/>
                  <a:gd name="T12" fmla="*/ 4 w 452"/>
                  <a:gd name="T13" fmla="*/ 0 h 20"/>
                  <a:gd name="T14" fmla="*/ 2 w 452"/>
                  <a:gd name="T15" fmla="*/ 2 h 20"/>
                  <a:gd name="T16" fmla="*/ 1 w 452"/>
                  <a:gd name="T17" fmla="*/ 2 h 20"/>
                  <a:gd name="T18" fmla="*/ 0 w 452"/>
                  <a:gd name="T19" fmla="*/ 4 h 20"/>
                  <a:gd name="T20" fmla="*/ 0 w 452"/>
                  <a:gd name="T21" fmla="*/ 9 h 20"/>
                  <a:gd name="T22" fmla="*/ 0 w 452"/>
                  <a:gd name="T23" fmla="*/ 14 h 20"/>
                  <a:gd name="T24" fmla="*/ 1 w 452"/>
                  <a:gd name="T25" fmla="*/ 16 h 20"/>
                  <a:gd name="T26" fmla="*/ 2 w 452"/>
                  <a:gd name="T27" fmla="*/ 19 h 20"/>
                  <a:gd name="T28" fmla="*/ 4 w 452"/>
                  <a:gd name="T29" fmla="*/ 19 h 20"/>
                  <a:gd name="T30" fmla="*/ 9 w 452"/>
                  <a:gd name="T31" fmla="*/ 9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2"/>
                  <a:gd name="T49" fmla="*/ 0 h 20"/>
                  <a:gd name="T50" fmla="*/ 452 w 452"/>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2" h="20">
                    <a:moveTo>
                      <a:pt x="9" y="9"/>
                    </a:moveTo>
                    <a:lnTo>
                      <a:pt x="4" y="19"/>
                    </a:lnTo>
                    <a:lnTo>
                      <a:pt x="451" y="19"/>
                    </a:lnTo>
                    <a:lnTo>
                      <a:pt x="451" y="0"/>
                    </a:lnTo>
                    <a:lnTo>
                      <a:pt x="4" y="0"/>
                    </a:lnTo>
                    <a:lnTo>
                      <a:pt x="0" y="9"/>
                    </a:lnTo>
                    <a:lnTo>
                      <a:pt x="4" y="0"/>
                    </a:lnTo>
                    <a:lnTo>
                      <a:pt x="2" y="2"/>
                    </a:lnTo>
                    <a:lnTo>
                      <a:pt x="1" y="2"/>
                    </a:lnTo>
                    <a:lnTo>
                      <a:pt x="0" y="4"/>
                    </a:lnTo>
                    <a:lnTo>
                      <a:pt x="0" y="9"/>
                    </a:lnTo>
                    <a:lnTo>
                      <a:pt x="0" y="14"/>
                    </a:lnTo>
                    <a:lnTo>
                      <a:pt x="1" y="16"/>
                    </a:lnTo>
                    <a:lnTo>
                      <a:pt x="2" y="19"/>
                    </a:lnTo>
                    <a:lnTo>
                      <a:pt x="4" y="19"/>
                    </a:lnTo>
                    <a:lnTo>
                      <a:pt x="9" y="9"/>
                    </a:lnTo>
                  </a:path>
                </a:pathLst>
              </a:custGeom>
              <a:solidFill>
                <a:schemeClr val="bg2"/>
              </a:solidFill>
              <a:ln w="12700" cap="rnd">
                <a:solidFill>
                  <a:schemeClr val="tx1"/>
                </a:solidFill>
                <a:round/>
                <a:headEnd/>
                <a:tailEnd/>
              </a:ln>
            </p:spPr>
            <p:txBody>
              <a:bodyPr/>
              <a:lstStyle/>
              <a:p>
                <a:endParaRPr lang="pt-BR"/>
              </a:p>
            </p:txBody>
          </p:sp>
          <p:sp>
            <p:nvSpPr>
              <p:cNvPr id="202" name="Freeform 644">
                <a:extLst>
                  <a:ext uri="{FF2B5EF4-FFF2-40B4-BE49-F238E27FC236}">
                    <a16:creationId xmlns:a16="http://schemas.microsoft.com/office/drawing/2014/main" id="{5D3BCFEA-966D-887B-CDDD-C9B7AE65EE86}"/>
                  </a:ext>
                </a:extLst>
              </p:cNvPr>
              <p:cNvSpPr>
                <a:spLocks/>
              </p:cNvSpPr>
              <p:nvPr/>
            </p:nvSpPr>
            <p:spPr bwMode="auto">
              <a:xfrm>
                <a:off x="1152" y="844"/>
                <a:ext cx="22" cy="768"/>
              </a:xfrm>
              <a:custGeom>
                <a:avLst/>
                <a:gdLst>
                  <a:gd name="T0" fmla="*/ 14 w 22"/>
                  <a:gd name="T1" fmla="*/ 752 h 768"/>
                  <a:gd name="T2" fmla="*/ 21 w 22"/>
                  <a:gd name="T3" fmla="*/ 759 h 768"/>
                  <a:gd name="T4" fmla="*/ 21 w 22"/>
                  <a:gd name="T5" fmla="*/ 0 h 768"/>
                  <a:gd name="T6" fmla="*/ 0 w 22"/>
                  <a:gd name="T7" fmla="*/ 0 h 768"/>
                  <a:gd name="T8" fmla="*/ 0 w 22"/>
                  <a:gd name="T9" fmla="*/ 759 h 768"/>
                  <a:gd name="T10" fmla="*/ 14 w 22"/>
                  <a:gd name="T11" fmla="*/ 767 h 768"/>
                  <a:gd name="T12" fmla="*/ 0 w 22"/>
                  <a:gd name="T13" fmla="*/ 759 h 768"/>
                  <a:gd name="T14" fmla="*/ 0 w 22"/>
                  <a:gd name="T15" fmla="*/ 763 h 768"/>
                  <a:gd name="T16" fmla="*/ 7 w 22"/>
                  <a:gd name="T17" fmla="*/ 764 h 768"/>
                  <a:gd name="T18" fmla="*/ 7 w 22"/>
                  <a:gd name="T19" fmla="*/ 767 h 768"/>
                  <a:gd name="T20" fmla="*/ 14 w 22"/>
                  <a:gd name="T21" fmla="*/ 767 h 768"/>
                  <a:gd name="T22" fmla="*/ 14 w 22"/>
                  <a:gd name="T23" fmla="*/ 767 h 768"/>
                  <a:gd name="T24" fmla="*/ 21 w 22"/>
                  <a:gd name="T25" fmla="*/ 764 h 768"/>
                  <a:gd name="T26" fmla="*/ 21 w 22"/>
                  <a:gd name="T27" fmla="*/ 763 h 768"/>
                  <a:gd name="T28" fmla="*/ 21 w 22"/>
                  <a:gd name="T29" fmla="*/ 759 h 768"/>
                  <a:gd name="T30" fmla="*/ 14 w 22"/>
                  <a:gd name="T31" fmla="*/ 752 h 76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
                  <a:gd name="T49" fmla="*/ 0 h 768"/>
                  <a:gd name="T50" fmla="*/ 22 w 22"/>
                  <a:gd name="T51" fmla="*/ 768 h 76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 h="768">
                    <a:moveTo>
                      <a:pt x="14" y="752"/>
                    </a:moveTo>
                    <a:lnTo>
                      <a:pt x="21" y="759"/>
                    </a:lnTo>
                    <a:lnTo>
                      <a:pt x="21" y="0"/>
                    </a:lnTo>
                    <a:lnTo>
                      <a:pt x="0" y="0"/>
                    </a:lnTo>
                    <a:lnTo>
                      <a:pt x="0" y="759"/>
                    </a:lnTo>
                    <a:lnTo>
                      <a:pt x="14" y="767"/>
                    </a:lnTo>
                    <a:lnTo>
                      <a:pt x="0" y="759"/>
                    </a:lnTo>
                    <a:lnTo>
                      <a:pt x="0" y="763"/>
                    </a:lnTo>
                    <a:lnTo>
                      <a:pt x="7" y="764"/>
                    </a:lnTo>
                    <a:lnTo>
                      <a:pt x="7" y="767"/>
                    </a:lnTo>
                    <a:lnTo>
                      <a:pt x="14" y="767"/>
                    </a:lnTo>
                    <a:lnTo>
                      <a:pt x="21" y="764"/>
                    </a:lnTo>
                    <a:lnTo>
                      <a:pt x="21" y="763"/>
                    </a:lnTo>
                    <a:lnTo>
                      <a:pt x="21" y="759"/>
                    </a:lnTo>
                    <a:lnTo>
                      <a:pt x="14" y="752"/>
                    </a:lnTo>
                  </a:path>
                </a:pathLst>
              </a:custGeom>
              <a:solidFill>
                <a:schemeClr val="bg2"/>
              </a:solidFill>
              <a:ln w="12700" cap="rnd">
                <a:solidFill>
                  <a:schemeClr val="tx1"/>
                </a:solidFill>
                <a:round/>
                <a:headEnd/>
                <a:tailEnd/>
              </a:ln>
            </p:spPr>
            <p:txBody>
              <a:bodyPr/>
              <a:lstStyle/>
              <a:p>
                <a:endParaRPr lang="pt-BR"/>
              </a:p>
            </p:txBody>
          </p:sp>
          <p:sp>
            <p:nvSpPr>
              <p:cNvPr id="203" name="Freeform 645">
                <a:extLst>
                  <a:ext uri="{FF2B5EF4-FFF2-40B4-BE49-F238E27FC236}">
                    <a16:creationId xmlns:a16="http://schemas.microsoft.com/office/drawing/2014/main" id="{DD943D6F-FD81-989E-3103-18D156EDBA32}"/>
                  </a:ext>
                </a:extLst>
              </p:cNvPr>
              <p:cNvSpPr>
                <a:spLocks/>
              </p:cNvSpPr>
              <p:nvPr/>
            </p:nvSpPr>
            <p:spPr bwMode="auto">
              <a:xfrm>
                <a:off x="1213" y="975"/>
                <a:ext cx="335" cy="268"/>
              </a:xfrm>
              <a:custGeom>
                <a:avLst/>
                <a:gdLst>
                  <a:gd name="T0" fmla="*/ 0 w 335"/>
                  <a:gd name="T1" fmla="*/ 267 h 268"/>
                  <a:gd name="T2" fmla="*/ 334 w 335"/>
                  <a:gd name="T3" fmla="*/ 267 h 268"/>
                  <a:gd name="T4" fmla="*/ 334 w 335"/>
                  <a:gd name="T5" fmla="*/ 0 h 268"/>
                  <a:gd name="T6" fmla="*/ 0 w 335"/>
                  <a:gd name="T7" fmla="*/ 0 h 268"/>
                  <a:gd name="T8" fmla="*/ 0 w 335"/>
                  <a:gd name="T9" fmla="*/ 267 h 268"/>
                  <a:gd name="T10" fmla="*/ 0 60000 65536"/>
                  <a:gd name="T11" fmla="*/ 0 60000 65536"/>
                  <a:gd name="T12" fmla="*/ 0 60000 65536"/>
                  <a:gd name="T13" fmla="*/ 0 60000 65536"/>
                  <a:gd name="T14" fmla="*/ 0 60000 65536"/>
                  <a:gd name="T15" fmla="*/ 0 w 335"/>
                  <a:gd name="T16" fmla="*/ 0 h 268"/>
                  <a:gd name="T17" fmla="*/ 335 w 335"/>
                  <a:gd name="T18" fmla="*/ 268 h 268"/>
                </a:gdLst>
                <a:ahLst/>
                <a:cxnLst>
                  <a:cxn ang="T10">
                    <a:pos x="T0" y="T1"/>
                  </a:cxn>
                  <a:cxn ang="T11">
                    <a:pos x="T2" y="T3"/>
                  </a:cxn>
                  <a:cxn ang="T12">
                    <a:pos x="T4" y="T5"/>
                  </a:cxn>
                  <a:cxn ang="T13">
                    <a:pos x="T6" y="T7"/>
                  </a:cxn>
                  <a:cxn ang="T14">
                    <a:pos x="T8" y="T9"/>
                  </a:cxn>
                </a:cxnLst>
                <a:rect l="T15" t="T16" r="T17" b="T18"/>
                <a:pathLst>
                  <a:path w="335" h="268">
                    <a:moveTo>
                      <a:pt x="0" y="267"/>
                    </a:moveTo>
                    <a:lnTo>
                      <a:pt x="334" y="267"/>
                    </a:lnTo>
                    <a:lnTo>
                      <a:pt x="334" y="0"/>
                    </a:lnTo>
                    <a:lnTo>
                      <a:pt x="0" y="0"/>
                    </a:lnTo>
                    <a:lnTo>
                      <a:pt x="0" y="267"/>
                    </a:lnTo>
                  </a:path>
                </a:pathLst>
              </a:custGeom>
              <a:solidFill>
                <a:schemeClr val="bg2"/>
              </a:solidFill>
              <a:ln w="12700" cap="rnd">
                <a:solidFill>
                  <a:schemeClr val="tx1"/>
                </a:solidFill>
                <a:round/>
                <a:headEnd/>
                <a:tailEnd/>
              </a:ln>
            </p:spPr>
            <p:txBody>
              <a:bodyPr/>
              <a:lstStyle/>
              <a:p>
                <a:endParaRPr lang="pt-BR"/>
              </a:p>
            </p:txBody>
          </p:sp>
          <p:sp>
            <p:nvSpPr>
              <p:cNvPr id="204" name="Freeform 646">
                <a:extLst>
                  <a:ext uri="{FF2B5EF4-FFF2-40B4-BE49-F238E27FC236}">
                    <a16:creationId xmlns:a16="http://schemas.microsoft.com/office/drawing/2014/main" id="{7CF7FB1E-1915-F457-BCD6-CBFF24E7ADB1}"/>
                  </a:ext>
                </a:extLst>
              </p:cNvPr>
              <p:cNvSpPr>
                <a:spLocks/>
              </p:cNvSpPr>
              <p:nvPr/>
            </p:nvSpPr>
            <p:spPr bwMode="auto">
              <a:xfrm>
                <a:off x="1213" y="1242"/>
                <a:ext cx="339" cy="20"/>
              </a:xfrm>
              <a:custGeom>
                <a:avLst/>
                <a:gdLst>
                  <a:gd name="T0" fmla="*/ 328 w 339"/>
                  <a:gd name="T1" fmla="*/ 10 h 20"/>
                  <a:gd name="T2" fmla="*/ 332 w 339"/>
                  <a:gd name="T3" fmla="*/ 0 h 20"/>
                  <a:gd name="T4" fmla="*/ 0 w 339"/>
                  <a:gd name="T5" fmla="*/ 0 h 20"/>
                  <a:gd name="T6" fmla="*/ 0 w 339"/>
                  <a:gd name="T7" fmla="*/ 19 h 20"/>
                  <a:gd name="T8" fmla="*/ 332 w 339"/>
                  <a:gd name="T9" fmla="*/ 19 h 20"/>
                  <a:gd name="T10" fmla="*/ 338 w 339"/>
                  <a:gd name="T11" fmla="*/ 10 h 20"/>
                  <a:gd name="T12" fmla="*/ 332 w 339"/>
                  <a:gd name="T13" fmla="*/ 19 h 20"/>
                  <a:gd name="T14" fmla="*/ 335 w 339"/>
                  <a:gd name="T15" fmla="*/ 19 h 20"/>
                  <a:gd name="T16" fmla="*/ 336 w 339"/>
                  <a:gd name="T17" fmla="*/ 16 h 20"/>
                  <a:gd name="T18" fmla="*/ 336 w 339"/>
                  <a:gd name="T19" fmla="*/ 13 h 20"/>
                  <a:gd name="T20" fmla="*/ 338 w 339"/>
                  <a:gd name="T21" fmla="*/ 10 h 20"/>
                  <a:gd name="T22" fmla="*/ 336 w 339"/>
                  <a:gd name="T23" fmla="*/ 5 h 20"/>
                  <a:gd name="T24" fmla="*/ 336 w 339"/>
                  <a:gd name="T25" fmla="*/ 2 h 20"/>
                  <a:gd name="T26" fmla="*/ 335 w 339"/>
                  <a:gd name="T27" fmla="*/ 2 h 20"/>
                  <a:gd name="T28" fmla="*/ 332 w 339"/>
                  <a:gd name="T29" fmla="*/ 0 h 20"/>
                  <a:gd name="T30" fmla="*/ 328 w 339"/>
                  <a:gd name="T31" fmla="*/ 10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39"/>
                  <a:gd name="T49" fmla="*/ 0 h 20"/>
                  <a:gd name="T50" fmla="*/ 339 w 339"/>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39" h="20">
                    <a:moveTo>
                      <a:pt x="328" y="10"/>
                    </a:moveTo>
                    <a:lnTo>
                      <a:pt x="332" y="0"/>
                    </a:lnTo>
                    <a:lnTo>
                      <a:pt x="0" y="0"/>
                    </a:lnTo>
                    <a:lnTo>
                      <a:pt x="0" y="19"/>
                    </a:lnTo>
                    <a:lnTo>
                      <a:pt x="332" y="19"/>
                    </a:lnTo>
                    <a:lnTo>
                      <a:pt x="338" y="10"/>
                    </a:lnTo>
                    <a:lnTo>
                      <a:pt x="332" y="19"/>
                    </a:lnTo>
                    <a:lnTo>
                      <a:pt x="335" y="19"/>
                    </a:lnTo>
                    <a:lnTo>
                      <a:pt x="336" y="16"/>
                    </a:lnTo>
                    <a:lnTo>
                      <a:pt x="336" y="13"/>
                    </a:lnTo>
                    <a:lnTo>
                      <a:pt x="338" y="10"/>
                    </a:lnTo>
                    <a:lnTo>
                      <a:pt x="336" y="5"/>
                    </a:lnTo>
                    <a:lnTo>
                      <a:pt x="336" y="2"/>
                    </a:lnTo>
                    <a:lnTo>
                      <a:pt x="335" y="2"/>
                    </a:lnTo>
                    <a:lnTo>
                      <a:pt x="332" y="0"/>
                    </a:lnTo>
                    <a:lnTo>
                      <a:pt x="328" y="10"/>
                    </a:lnTo>
                  </a:path>
                </a:pathLst>
              </a:custGeom>
              <a:solidFill>
                <a:schemeClr val="bg2"/>
              </a:solidFill>
              <a:ln w="12700" cap="rnd">
                <a:solidFill>
                  <a:schemeClr val="tx1"/>
                </a:solidFill>
                <a:round/>
                <a:headEnd/>
                <a:tailEnd/>
              </a:ln>
            </p:spPr>
            <p:txBody>
              <a:bodyPr/>
              <a:lstStyle/>
              <a:p>
                <a:endParaRPr lang="pt-BR"/>
              </a:p>
            </p:txBody>
          </p:sp>
          <p:sp>
            <p:nvSpPr>
              <p:cNvPr id="205" name="Freeform 647">
                <a:extLst>
                  <a:ext uri="{FF2B5EF4-FFF2-40B4-BE49-F238E27FC236}">
                    <a16:creationId xmlns:a16="http://schemas.microsoft.com/office/drawing/2014/main" id="{EF60F9FE-D16A-D352-9F53-642E332DCDF0}"/>
                  </a:ext>
                </a:extLst>
              </p:cNvPr>
              <p:cNvSpPr>
                <a:spLocks/>
              </p:cNvSpPr>
              <p:nvPr/>
            </p:nvSpPr>
            <p:spPr bwMode="auto">
              <a:xfrm>
                <a:off x="1547" y="967"/>
                <a:ext cx="23" cy="276"/>
              </a:xfrm>
              <a:custGeom>
                <a:avLst/>
                <a:gdLst>
                  <a:gd name="T0" fmla="*/ 7 w 23"/>
                  <a:gd name="T1" fmla="*/ 15 h 276"/>
                  <a:gd name="T2" fmla="*/ 0 w 23"/>
                  <a:gd name="T3" fmla="*/ 8 h 276"/>
                  <a:gd name="T4" fmla="*/ 0 w 23"/>
                  <a:gd name="T5" fmla="*/ 275 h 276"/>
                  <a:gd name="T6" fmla="*/ 22 w 23"/>
                  <a:gd name="T7" fmla="*/ 275 h 276"/>
                  <a:gd name="T8" fmla="*/ 22 w 23"/>
                  <a:gd name="T9" fmla="*/ 8 h 276"/>
                  <a:gd name="T10" fmla="*/ 7 w 23"/>
                  <a:gd name="T11" fmla="*/ 0 h 276"/>
                  <a:gd name="T12" fmla="*/ 22 w 23"/>
                  <a:gd name="T13" fmla="*/ 8 h 276"/>
                  <a:gd name="T14" fmla="*/ 22 w 23"/>
                  <a:gd name="T15" fmla="*/ 4 h 276"/>
                  <a:gd name="T16" fmla="*/ 22 w 23"/>
                  <a:gd name="T17" fmla="*/ 2 h 276"/>
                  <a:gd name="T18" fmla="*/ 14 w 23"/>
                  <a:gd name="T19" fmla="*/ 1 h 276"/>
                  <a:gd name="T20" fmla="*/ 7 w 23"/>
                  <a:gd name="T21" fmla="*/ 0 h 276"/>
                  <a:gd name="T22" fmla="*/ 7 w 23"/>
                  <a:gd name="T23" fmla="*/ 1 h 276"/>
                  <a:gd name="T24" fmla="*/ 0 w 23"/>
                  <a:gd name="T25" fmla="*/ 2 h 276"/>
                  <a:gd name="T26" fmla="*/ 0 w 23"/>
                  <a:gd name="T27" fmla="*/ 4 h 276"/>
                  <a:gd name="T28" fmla="*/ 0 w 23"/>
                  <a:gd name="T29" fmla="*/ 8 h 276"/>
                  <a:gd name="T30" fmla="*/ 7 w 23"/>
                  <a:gd name="T31" fmla="*/ 15 h 2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3"/>
                  <a:gd name="T49" fmla="*/ 0 h 276"/>
                  <a:gd name="T50" fmla="*/ 23 w 23"/>
                  <a:gd name="T51" fmla="*/ 276 h 2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3" h="276">
                    <a:moveTo>
                      <a:pt x="7" y="15"/>
                    </a:moveTo>
                    <a:lnTo>
                      <a:pt x="0" y="8"/>
                    </a:lnTo>
                    <a:lnTo>
                      <a:pt x="0" y="275"/>
                    </a:lnTo>
                    <a:lnTo>
                      <a:pt x="22" y="275"/>
                    </a:lnTo>
                    <a:lnTo>
                      <a:pt x="22" y="8"/>
                    </a:lnTo>
                    <a:lnTo>
                      <a:pt x="7" y="0"/>
                    </a:lnTo>
                    <a:lnTo>
                      <a:pt x="22" y="8"/>
                    </a:lnTo>
                    <a:lnTo>
                      <a:pt x="22" y="4"/>
                    </a:lnTo>
                    <a:lnTo>
                      <a:pt x="22" y="2"/>
                    </a:lnTo>
                    <a:lnTo>
                      <a:pt x="14" y="1"/>
                    </a:lnTo>
                    <a:lnTo>
                      <a:pt x="7" y="0"/>
                    </a:lnTo>
                    <a:lnTo>
                      <a:pt x="7" y="1"/>
                    </a:lnTo>
                    <a:lnTo>
                      <a:pt x="0" y="2"/>
                    </a:lnTo>
                    <a:lnTo>
                      <a:pt x="0" y="4"/>
                    </a:lnTo>
                    <a:lnTo>
                      <a:pt x="0" y="8"/>
                    </a:lnTo>
                    <a:lnTo>
                      <a:pt x="7" y="15"/>
                    </a:lnTo>
                  </a:path>
                </a:pathLst>
              </a:custGeom>
              <a:solidFill>
                <a:schemeClr val="bg2"/>
              </a:solidFill>
              <a:ln w="12700" cap="rnd">
                <a:solidFill>
                  <a:schemeClr val="tx1"/>
                </a:solidFill>
                <a:round/>
                <a:headEnd/>
                <a:tailEnd/>
              </a:ln>
            </p:spPr>
            <p:txBody>
              <a:bodyPr/>
              <a:lstStyle/>
              <a:p>
                <a:endParaRPr lang="pt-BR"/>
              </a:p>
            </p:txBody>
          </p:sp>
          <p:sp>
            <p:nvSpPr>
              <p:cNvPr id="206" name="Freeform 648">
                <a:extLst>
                  <a:ext uri="{FF2B5EF4-FFF2-40B4-BE49-F238E27FC236}">
                    <a16:creationId xmlns:a16="http://schemas.microsoft.com/office/drawing/2014/main" id="{DA2A5881-E0DB-E27E-4691-BB57C953FF03}"/>
                  </a:ext>
                </a:extLst>
              </p:cNvPr>
              <p:cNvSpPr>
                <a:spLocks/>
              </p:cNvSpPr>
              <p:nvPr/>
            </p:nvSpPr>
            <p:spPr bwMode="auto">
              <a:xfrm>
                <a:off x="1207" y="967"/>
                <a:ext cx="341" cy="21"/>
              </a:xfrm>
              <a:custGeom>
                <a:avLst/>
                <a:gdLst>
                  <a:gd name="T0" fmla="*/ 9 w 341"/>
                  <a:gd name="T1" fmla="*/ 10 h 21"/>
                  <a:gd name="T2" fmla="*/ 4 w 341"/>
                  <a:gd name="T3" fmla="*/ 20 h 21"/>
                  <a:gd name="T4" fmla="*/ 340 w 341"/>
                  <a:gd name="T5" fmla="*/ 20 h 21"/>
                  <a:gd name="T6" fmla="*/ 340 w 341"/>
                  <a:gd name="T7" fmla="*/ 0 h 21"/>
                  <a:gd name="T8" fmla="*/ 4 w 341"/>
                  <a:gd name="T9" fmla="*/ 0 h 21"/>
                  <a:gd name="T10" fmla="*/ 0 w 341"/>
                  <a:gd name="T11" fmla="*/ 10 h 21"/>
                  <a:gd name="T12" fmla="*/ 4 w 341"/>
                  <a:gd name="T13" fmla="*/ 0 h 21"/>
                  <a:gd name="T14" fmla="*/ 2 w 341"/>
                  <a:gd name="T15" fmla="*/ 0 h 21"/>
                  <a:gd name="T16" fmla="*/ 1 w 341"/>
                  <a:gd name="T17" fmla="*/ 3 h 21"/>
                  <a:gd name="T18" fmla="*/ 1 w 341"/>
                  <a:gd name="T19" fmla="*/ 6 h 21"/>
                  <a:gd name="T20" fmla="*/ 0 w 341"/>
                  <a:gd name="T21" fmla="*/ 10 h 21"/>
                  <a:gd name="T22" fmla="*/ 1 w 341"/>
                  <a:gd name="T23" fmla="*/ 13 h 21"/>
                  <a:gd name="T24" fmla="*/ 1 w 341"/>
                  <a:gd name="T25" fmla="*/ 16 h 21"/>
                  <a:gd name="T26" fmla="*/ 2 w 341"/>
                  <a:gd name="T27" fmla="*/ 20 h 21"/>
                  <a:gd name="T28" fmla="*/ 4 w 341"/>
                  <a:gd name="T29" fmla="*/ 20 h 21"/>
                  <a:gd name="T30" fmla="*/ 9 w 341"/>
                  <a:gd name="T31" fmla="*/ 10 h 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41"/>
                  <a:gd name="T49" fmla="*/ 0 h 21"/>
                  <a:gd name="T50" fmla="*/ 341 w 341"/>
                  <a:gd name="T51" fmla="*/ 21 h 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41" h="21">
                    <a:moveTo>
                      <a:pt x="9" y="10"/>
                    </a:moveTo>
                    <a:lnTo>
                      <a:pt x="4" y="20"/>
                    </a:lnTo>
                    <a:lnTo>
                      <a:pt x="340" y="20"/>
                    </a:lnTo>
                    <a:lnTo>
                      <a:pt x="340" y="0"/>
                    </a:lnTo>
                    <a:lnTo>
                      <a:pt x="4" y="0"/>
                    </a:lnTo>
                    <a:lnTo>
                      <a:pt x="0" y="10"/>
                    </a:lnTo>
                    <a:lnTo>
                      <a:pt x="4" y="0"/>
                    </a:lnTo>
                    <a:lnTo>
                      <a:pt x="2" y="0"/>
                    </a:lnTo>
                    <a:lnTo>
                      <a:pt x="1" y="3"/>
                    </a:lnTo>
                    <a:lnTo>
                      <a:pt x="1" y="6"/>
                    </a:lnTo>
                    <a:lnTo>
                      <a:pt x="0" y="10"/>
                    </a:lnTo>
                    <a:lnTo>
                      <a:pt x="1" y="13"/>
                    </a:lnTo>
                    <a:lnTo>
                      <a:pt x="1" y="16"/>
                    </a:lnTo>
                    <a:lnTo>
                      <a:pt x="2" y="20"/>
                    </a:lnTo>
                    <a:lnTo>
                      <a:pt x="4" y="20"/>
                    </a:lnTo>
                    <a:lnTo>
                      <a:pt x="9" y="10"/>
                    </a:lnTo>
                  </a:path>
                </a:pathLst>
              </a:custGeom>
              <a:solidFill>
                <a:schemeClr val="bg2"/>
              </a:solidFill>
              <a:ln w="12700" cap="rnd">
                <a:solidFill>
                  <a:schemeClr val="tx1"/>
                </a:solidFill>
                <a:round/>
                <a:headEnd/>
                <a:tailEnd/>
              </a:ln>
            </p:spPr>
            <p:txBody>
              <a:bodyPr/>
              <a:lstStyle/>
              <a:p>
                <a:endParaRPr lang="pt-BR"/>
              </a:p>
            </p:txBody>
          </p:sp>
          <p:sp>
            <p:nvSpPr>
              <p:cNvPr id="207" name="Freeform 649">
                <a:extLst>
                  <a:ext uri="{FF2B5EF4-FFF2-40B4-BE49-F238E27FC236}">
                    <a16:creationId xmlns:a16="http://schemas.microsoft.com/office/drawing/2014/main" id="{FA99EFDC-7768-C17D-4675-A0E3761C2CFE}"/>
                  </a:ext>
                </a:extLst>
              </p:cNvPr>
              <p:cNvSpPr>
                <a:spLocks/>
              </p:cNvSpPr>
              <p:nvPr/>
            </p:nvSpPr>
            <p:spPr bwMode="auto">
              <a:xfrm>
                <a:off x="1207" y="975"/>
                <a:ext cx="24" cy="276"/>
              </a:xfrm>
              <a:custGeom>
                <a:avLst/>
                <a:gdLst>
                  <a:gd name="T0" fmla="*/ 11 w 24"/>
                  <a:gd name="T1" fmla="*/ 260 h 276"/>
                  <a:gd name="T2" fmla="*/ 23 w 24"/>
                  <a:gd name="T3" fmla="*/ 267 h 276"/>
                  <a:gd name="T4" fmla="*/ 23 w 24"/>
                  <a:gd name="T5" fmla="*/ 0 h 276"/>
                  <a:gd name="T6" fmla="*/ 0 w 24"/>
                  <a:gd name="T7" fmla="*/ 0 h 276"/>
                  <a:gd name="T8" fmla="*/ 0 w 24"/>
                  <a:gd name="T9" fmla="*/ 267 h 276"/>
                  <a:gd name="T10" fmla="*/ 11 w 24"/>
                  <a:gd name="T11" fmla="*/ 275 h 276"/>
                  <a:gd name="T12" fmla="*/ 0 w 24"/>
                  <a:gd name="T13" fmla="*/ 267 h 276"/>
                  <a:gd name="T14" fmla="*/ 0 w 24"/>
                  <a:gd name="T15" fmla="*/ 271 h 276"/>
                  <a:gd name="T16" fmla="*/ 5 w 24"/>
                  <a:gd name="T17" fmla="*/ 273 h 276"/>
                  <a:gd name="T18" fmla="*/ 5 w 24"/>
                  <a:gd name="T19" fmla="*/ 275 h 276"/>
                  <a:gd name="T20" fmla="*/ 11 w 24"/>
                  <a:gd name="T21" fmla="*/ 275 h 276"/>
                  <a:gd name="T22" fmla="*/ 17 w 24"/>
                  <a:gd name="T23" fmla="*/ 275 h 276"/>
                  <a:gd name="T24" fmla="*/ 17 w 24"/>
                  <a:gd name="T25" fmla="*/ 273 h 276"/>
                  <a:gd name="T26" fmla="*/ 23 w 24"/>
                  <a:gd name="T27" fmla="*/ 271 h 276"/>
                  <a:gd name="T28" fmla="*/ 23 w 24"/>
                  <a:gd name="T29" fmla="*/ 267 h 276"/>
                  <a:gd name="T30" fmla="*/ 11 w 24"/>
                  <a:gd name="T31" fmla="*/ 260 h 2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
                  <a:gd name="T49" fmla="*/ 0 h 276"/>
                  <a:gd name="T50" fmla="*/ 24 w 24"/>
                  <a:gd name="T51" fmla="*/ 276 h 2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 h="276">
                    <a:moveTo>
                      <a:pt x="11" y="260"/>
                    </a:moveTo>
                    <a:lnTo>
                      <a:pt x="23" y="267"/>
                    </a:lnTo>
                    <a:lnTo>
                      <a:pt x="23" y="0"/>
                    </a:lnTo>
                    <a:lnTo>
                      <a:pt x="0" y="0"/>
                    </a:lnTo>
                    <a:lnTo>
                      <a:pt x="0" y="267"/>
                    </a:lnTo>
                    <a:lnTo>
                      <a:pt x="11" y="275"/>
                    </a:lnTo>
                    <a:lnTo>
                      <a:pt x="0" y="267"/>
                    </a:lnTo>
                    <a:lnTo>
                      <a:pt x="0" y="271"/>
                    </a:lnTo>
                    <a:lnTo>
                      <a:pt x="5" y="273"/>
                    </a:lnTo>
                    <a:lnTo>
                      <a:pt x="5" y="275"/>
                    </a:lnTo>
                    <a:lnTo>
                      <a:pt x="11" y="275"/>
                    </a:lnTo>
                    <a:lnTo>
                      <a:pt x="17" y="275"/>
                    </a:lnTo>
                    <a:lnTo>
                      <a:pt x="17" y="273"/>
                    </a:lnTo>
                    <a:lnTo>
                      <a:pt x="23" y="271"/>
                    </a:lnTo>
                    <a:lnTo>
                      <a:pt x="23" y="267"/>
                    </a:lnTo>
                    <a:lnTo>
                      <a:pt x="11" y="260"/>
                    </a:lnTo>
                  </a:path>
                </a:pathLst>
              </a:custGeom>
              <a:solidFill>
                <a:schemeClr val="bg2"/>
              </a:solidFill>
              <a:ln w="12700" cap="rnd">
                <a:solidFill>
                  <a:schemeClr val="tx1"/>
                </a:solidFill>
                <a:round/>
                <a:headEnd/>
                <a:tailEnd/>
              </a:ln>
            </p:spPr>
            <p:txBody>
              <a:bodyPr/>
              <a:lstStyle/>
              <a:p>
                <a:endParaRPr lang="pt-BR"/>
              </a:p>
            </p:txBody>
          </p:sp>
          <p:sp>
            <p:nvSpPr>
              <p:cNvPr id="208" name="Freeform 650">
                <a:extLst>
                  <a:ext uri="{FF2B5EF4-FFF2-40B4-BE49-F238E27FC236}">
                    <a16:creationId xmlns:a16="http://schemas.microsoft.com/office/drawing/2014/main" id="{002D2A1E-A913-AEDB-0D43-7B25B9A2C250}"/>
                  </a:ext>
                </a:extLst>
              </p:cNvPr>
              <p:cNvSpPr>
                <a:spLocks/>
              </p:cNvSpPr>
              <p:nvPr/>
            </p:nvSpPr>
            <p:spPr bwMode="auto">
              <a:xfrm>
                <a:off x="1606" y="1094"/>
                <a:ext cx="264" cy="485"/>
              </a:xfrm>
              <a:custGeom>
                <a:avLst/>
                <a:gdLst>
                  <a:gd name="T0" fmla="*/ 0 w 264"/>
                  <a:gd name="T1" fmla="*/ 484 h 485"/>
                  <a:gd name="T2" fmla="*/ 263 w 264"/>
                  <a:gd name="T3" fmla="*/ 484 h 485"/>
                  <a:gd name="T4" fmla="*/ 263 w 264"/>
                  <a:gd name="T5" fmla="*/ 0 h 485"/>
                  <a:gd name="T6" fmla="*/ 0 w 264"/>
                  <a:gd name="T7" fmla="*/ 0 h 485"/>
                  <a:gd name="T8" fmla="*/ 0 w 264"/>
                  <a:gd name="T9" fmla="*/ 484 h 485"/>
                  <a:gd name="T10" fmla="*/ 0 60000 65536"/>
                  <a:gd name="T11" fmla="*/ 0 60000 65536"/>
                  <a:gd name="T12" fmla="*/ 0 60000 65536"/>
                  <a:gd name="T13" fmla="*/ 0 60000 65536"/>
                  <a:gd name="T14" fmla="*/ 0 60000 65536"/>
                  <a:gd name="T15" fmla="*/ 0 w 264"/>
                  <a:gd name="T16" fmla="*/ 0 h 485"/>
                  <a:gd name="T17" fmla="*/ 264 w 264"/>
                  <a:gd name="T18" fmla="*/ 485 h 485"/>
                </a:gdLst>
                <a:ahLst/>
                <a:cxnLst>
                  <a:cxn ang="T10">
                    <a:pos x="T0" y="T1"/>
                  </a:cxn>
                  <a:cxn ang="T11">
                    <a:pos x="T2" y="T3"/>
                  </a:cxn>
                  <a:cxn ang="T12">
                    <a:pos x="T4" y="T5"/>
                  </a:cxn>
                  <a:cxn ang="T13">
                    <a:pos x="T6" y="T7"/>
                  </a:cxn>
                  <a:cxn ang="T14">
                    <a:pos x="T8" y="T9"/>
                  </a:cxn>
                </a:cxnLst>
                <a:rect l="T15" t="T16" r="T17" b="T18"/>
                <a:pathLst>
                  <a:path w="264" h="485">
                    <a:moveTo>
                      <a:pt x="0" y="484"/>
                    </a:moveTo>
                    <a:lnTo>
                      <a:pt x="263" y="484"/>
                    </a:lnTo>
                    <a:lnTo>
                      <a:pt x="263" y="0"/>
                    </a:lnTo>
                    <a:lnTo>
                      <a:pt x="0" y="0"/>
                    </a:lnTo>
                    <a:lnTo>
                      <a:pt x="0" y="484"/>
                    </a:lnTo>
                  </a:path>
                </a:pathLst>
              </a:custGeom>
              <a:solidFill>
                <a:schemeClr val="bg2"/>
              </a:solidFill>
              <a:ln w="12700" cap="rnd">
                <a:solidFill>
                  <a:schemeClr val="tx1"/>
                </a:solidFill>
                <a:round/>
                <a:headEnd/>
                <a:tailEnd/>
              </a:ln>
            </p:spPr>
            <p:txBody>
              <a:bodyPr/>
              <a:lstStyle/>
              <a:p>
                <a:endParaRPr lang="pt-BR"/>
              </a:p>
            </p:txBody>
          </p:sp>
          <p:sp>
            <p:nvSpPr>
              <p:cNvPr id="209" name="Freeform 651">
                <a:extLst>
                  <a:ext uri="{FF2B5EF4-FFF2-40B4-BE49-F238E27FC236}">
                    <a16:creationId xmlns:a16="http://schemas.microsoft.com/office/drawing/2014/main" id="{E0E7E2A8-05AD-0012-07E7-DFD42B2451D1}"/>
                  </a:ext>
                </a:extLst>
              </p:cNvPr>
              <p:cNvSpPr>
                <a:spLocks/>
              </p:cNvSpPr>
              <p:nvPr/>
            </p:nvSpPr>
            <p:spPr bwMode="auto">
              <a:xfrm>
                <a:off x="1606" y="1578"/>
                <a:ext cx="268" cy="20"/>
              </a:xfrm>
              <a:custGeom>
                <a:avLst/>
                <a:gdLst>
                  <a:gd name="T0" fmla="*/ 257 w 268"/>
                  <a:gd name="T1" fmla="*/ 10 h 20"/>
                  <a:gd name="T2" fmla="*/ 261 w 268"/>
                  <a:gd name="T3" fmla="*/ 0 h 20"/>
                  <a:gd name="T4" fmla="*/ 0 w 268"/>
                  <a:gd name="T5" fmla="*/ 0 h 20"/>
                  <a:gd name="T6" fmla="*/ 0 w 268"/>
                  <a:gd name="T7" fmla="*/ 19 h 20"/>
                  <a:gd name="T8" fmla="*/ 261 w 268"/>
                  <a:gd name="T9" fmla="*/ 19 h 20"/>
                  <a:gd name="T10" fmla="*/ 267 w 268"/>
                  <a:gd name="T11" fmla="*/ 10 h 20"/>
                  <a:gd name="T12" fmla="*/ 261 w 268"/>
                  <a:gd name="T13" fmla="*/ 19 h 20"/>
                  <a:gd name="T14" fmla="*/ 264 w 268"/>
                  <a:gd name="T15" fmla="*/ 19 h 20"/>
                  <a:gd name="T16" fmla="*/ 265 w 268"/>
                  <a:gd name="T17" fmla="*/ 16 h 20"/>
                  <a:gd name="T18" fmla="*/ 265 w 268"/>
                  <a:gd name="T19" fmla="*/ 13 h 20"/>
                  <a:gd name="T20" fmla="*/ 267 w 268"/>
                  <a:gd name="T21" fmla="*/ 10 h 20"/>
                  <a:gd name="T22" fmla="*/ 265 w 268"/>
                  <a:gd name="T23" fmla="*/ 5 h 20"/>
                  <a:gd name="T24" fmla="*/ 265 w 268"/>
                  <a:gd name="T25" fmla="*/ 2 h 20"/>
                  <a:gd name="T26" fmla="*/ 264 w 268"/>
                  <a:gd name="T27" fmla="*/ 2 h 20"/>
                  <a:gd name="T28" fmla="*/ 261 w 268"/>
                  <a:gd name="T29" fmla="*/ 0 h 20"/>
                  <a:gd name="T30" fmla="*/ 257 w 268"/>
                  <a:gd name="T31" fmla="*/ 10 h 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68"/>
                  <a:gd name="T49" fmla="*/ 0 h 20"/>
                  <a:gd name="T50" fmla="*/ 268 w 268"/>
                  <a:gd name="T51" fmla="*/ 20 h 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68" h="20">
                    <a:moveTo>
                      <a:pt x="257" y="10"/>
                    </a:moveTo>
                    <a:lnTo>
                      <a:pt x="261" y="0"/>
                    </a:lnTo>
                    <a:lnTo>
                      <a:pt x="0" y="0"/>
                    </a:lnTo>
                    <a:lnTo>
                      <a:pt x="0" y="19"/>
                    </a:lnTo>
                    <a:lnTo>
                      <a:pt x="261" y="19"/>
                    </a:lnTo>
                    <a:lnTo>
                      <a:pt x="267" y="10"/>
                    </a:lnTo>
                    <a:lnTo>
                      <a:pt x="261" y="19"/>
                    </a:lnTo>
                    <a:lnTo>
                      <a:pt x="264" y="19"/>
                    </a:lnTo>
                    <a:lnTo>
                      <a:pt x="265" y="16"/>
                    </a:lnTo>
                    <a:lnTo>
                      <a:pt x="265" y="13"/>
                    </a:lnTo>
                    <a:lnTo>
                      <a:pt x="267" y="10"/>
                    </a:lnTo>
                    <a:lnTo>
                      <a:pt x="265" y="5"/>
                    </a:lnTo>
                    <a:lnTo>
                      <a:pt x="265" y="2"/>
                    </a:lnTo>
                    <a:lnTo>
                      <a:pt x="264" y="2"/>
                    </a:lnTo>
                    <a:lnTo>
                      <a:pt x="261" y="0"/>
                    </a:lnTo>
                    <a:lnTo>
                      <a:pt x="257" y="10"/>
                    </a:lnTo>
                  </a:path>
                </a:pathLst>
              </a:custGeom>
              <a:solidFill>
                <a:schemeClr val="bg2"/>
              </a:solidFill>
              <a:ln w="12700" cap="rnd">
                <a:solidFill>
                  <a:schemeClr val="tx1"/>
                </a:solidFill>
                <a:round/>
                <a:headEnd/>
                <a:tailEnd/>
              </a:ln>
            </p:spPr>
            <p:txBody>
              <a:bodyPr/>
              <a:lstStyle/>
              <a:p>
                <a:endParaRPr lang="pt-BR"/>
              </a:p>
            </p:txBody>
          </p:sp>
          <p:sp>
            <p:nvSpPr>
              <p:cNvPr id="210" name="Freeform 652">
                <a:extLst>
                  <a:ext uri="{FF2B5EF4-FFF2-40B4-BE49-F238E27FC236}">
                    <a16:creationId xmlns:a16="http://schemas.microsoft.com/office/drawing/2014/main" id="{AD02D252-64E5-7B8B-6323-FD8E44384501}"/>
                  </a:ext>
                </a:extLst>
              </p:cNvPr>
              <p:cNvSpPr>
                <a:spLocks/>
              </p:cNvSpPr>
              <p:nvPr/>
            </p:nvSpPr>
            <p:spPr bwMode="auto">
              <a:xfrm>
                <a:off x="1869" y="1087"/>
                <a:ext cx="22" cy="492"/>
              </a:xfrm>
              <a:custGeom>
                <a:avLst/>
                <a:gdLst>
                  <a:gd name="T0" fmla="*/ 10 w 22"/>
                  <a:gd name="T1" fmla="*/ 14 h 492"/>
                  <a:gd name="T2" fmla="*/ 0 w 22"/>
                  <a:gd name="T3" fmla="*/ 7 h 492"/>
                  <a:gd name="T4" fmla="*/ 0 w 22"/>
                  <a:gd name="T5" fmla="*/ 491 h 492"/>
                  <a:gd name="T6" fmla="*/ 21 w 22"/>
                  <a:gd name="T7" fmla="*/ 491 h 492"/>
                  <a:gd name="T8" fmla="*/ 21 w 22"/>
                  <a:gd name="T9" fmla="*/ 7 h 492"/>
                  <a:gd name="T10" fmla="*/ 10 w 22"/>
                  <a:gd name="T11" fmla="*/ 0 h 492"/>
                  <a:gd name="T12" fmla="*/ 21 w 22"/>
                  <a:gd name="T13" fmla="*/ 7 h 492"/>
                  <a:gd name="T14" fmla="*/ 21 w 22"/>
                  <a:gd name="T15" fmla="*/ 3 h 492"/>
                  <a:gd name="T16" fmla="*/ 15 w 22"/>
                  <a:gd name="T17" fmla="*/ 1 h 492"/>
                  <a:gd name="T18" fmla="*/ 15 w 22"/>
                  <a:gd name="T19" fmla="*/ 0 h 492"/>
                  <a:gd name="T20" fmla="*/ 10 w 22"/>
                  <a:gd name="T21" fmla="*/ 0 h 492"/>
                  <a:gd name="T22" fmla="*/ 5 w 22"/>
                  <a:gd name="T23" fmla="*/ 0 h 492"/>
                  <a:gd name="T24" fmla="*/ 5 w 22"/>
                  <a:gd name="T25" fmla="*/ 1 h 492"/>
                  <a:gd name="T26" fmla="*/ 0 w 22"/>
                  <a:gd name="T27" fmla="*/ 3 h 492"/>
                  <a:gd name="T28" fmla="*/ 0 w 22"/>
                  <a:gd name="T29" fmla="*/ 7 h 492"/>
                  <a:gd name="T30" fmla="*/ 10 w 22"/>
                  <a:gd name="T31" fmla="*/ 14 h 49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
                  <a:gd name="T49" fmla="*/ 0 h 492"/>
                  <a:gd name="T50" fmla="*/ 22 w 22"/>
                  <a:gd name="T51" fmla="*/ 492 h 49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 h="492">
                    <a:moveTo>
                      <a:pt x="10" y="14"/>
                    </a:moveTo>
                    <a:lnTo>
                      <a:pt x="0" y="7"/>
                    </a:lnTo>
                    <a:lnTo>
                      <a:pt x="0" y="491"/>
                    </a:lnTo>
                    <a:lnTo>
                      <a:pt x="21" y="491"/>
                    </a:lnTo>
                    <a:lnTo>
                      <a:pt x="21" y="7"/>
                    </a:lnTo>
                    <a:lnTo>
                      <a:pt x="10" y="0"/>
                    </a:lnTo>
                    <a:lnTo>
                      <a:pt x="21" y="7"/>
                    </a:lnTo>
                    <a:lnTo>
                      <a:pt x="21" y="3"/>
                    </a:lnTo>
                    <a:lnTo>
                      <a:pt x="15" y="1"/>
                    </a:lnTo>
                    <a:lnTo>
                      <a:pt x="15" y="0"/>
                    </a:lnTo>
                    <a:lnTo>
                      <a:pt x="10" y="0"/>
                    </a:lnTo>
                    <a:lnTo>
                      <a:pt x="5" y="0"/>
                    </a:lnTo>
                    <a:lnTo>
                      <a:pt x="5" y="1"/>
                    </a:lnTo>
                    <a:lnTo>
                      <a:pt x="0" y="3"/>
                    </a:lnTo>
                    <a:lnTo>
                      <a:pt x="0" y="7"/>
                    </a:lnTo>
                    <a:lnTo>
                      <a:pt x="10" y="14"/>
                    </a:lnTo>
                  </a:path>
                </a:pathLst>
              </a:custGeom>
              <a:solidFill>
                <a:schemeClr val="bg2"/>
              </a:solidFill>
              <a:ln w="12700" cap="rnd">
                <a:solidFill>
                  <a:schemeClr val="tx1"/>
                </a:solidFill>
                <a:round/>
                <a:headEnd/>
                <a:tailEnd/>
              </a:ln>
            </p:spPr>
            <p:txBody>
              <a:bodyPr/>
              <a:lstStyle/>
              <a:p>
                <a:endParaRPr lang="pt-BR"/>
              </a:p>
            </p:txBody>
          </p:sp>
          <p:sp>
            <p:nvSpPr>
              <p:cNvPr id="211" name="Freeform 653">
                <a:extLst>
                  <a:ext uri="{FF2B5EF4-FFF2-40B4-BE49-F238E27FC236}">
                    <a16:creationId xmlns:a16="http://schemas.microsoft.com/office/drawing/2014/main" id="{5C50A62B-9355-E7B6-81B9-8A2BDEA75638}"/>
                  </a:ext>
                </a:extLst>
              </p:cNvPr>
              <p:cNvSpPr>
                <a:spLocks/>
              </p:cNvSpPr>
              <p:nvPr/>
            </p:nvSpPr>
            <p:spPr bwMode="auto">
              <a:xfrm>
                <a:off x="1603" y="1087"/>
                <a:ext cx="267" cy="19"/>
              </a:xfrm>
              <a:custGeom>
                <a:avLst/>
                <a:gdLst>
                  <a:gd name="T0" fmla="*/ 8 w 267"/>
                  <a:gd name="T1" fmla="*/ 10 h 19"/>
                  <a:gd name="T2" fmla="*/ 4 w 267"/>
                  <a:gd name="T3" fmla="*/ 18 h 19"/>
                  <a:gd name="T4" fmla="*/ 266 w 267"/>
                  <a:gd name="T5" fmla="*/ 18 h 19"/>
                  <a:gd name="T6" fmla="*/ 266 w 267"/>
                  <a:gd name="T7" fmla="*/ 0 h 19"/>
                  <a:gd name="T8" fmla="*/ 4 w 267"/>
                  <a:gd name="T9" fmla="*/ 0 h 19"/>
                  <a:gd name="T10" fmla="*/ 0 w 267"/>
                  <a:gd name="T11" fmla="*/ 10 h 19"/>
                  <a:gd name="T12" fmla="*/ 4 w 267"/>
                  <a:gd name="T13" fmla="*/ 0 h 19"/>
                  <a:gd name="T14" fmla="*/ 2 w 267"/>
                  <a:gd name="T15" fmla="*/ 0 h 19"/>
                  <a:gd name="T16" fmla="*/ 1 w 267"/>
                  <a:gd name="T17" fmla="*/ 2 h 19"/>
                  <a:gd name="T18" fmla="*/ 0 w 267"/>
                  <a:gd name="T19" fmla="*/ 5 h 19"/>
                  <a:gd name="T20" fmla="*/ 0 w 267"/>
                  <a:gd name="T21" fmla="*/ 10 h 19"/>
                  <a:gd name="T22" fmla="*/ 0 w 267"/>
                  <a:gd name="T23" fmla="*/ 12 h 19"/>
                  <a:gd name="T24" fmla="*/ 1 w 267"/>
                  <a:gd name="T25" fmla="*/ 15 h 19"/>
                  <a:gd name="T26" fmla="*/ 2 w 267"/>
                  <a:gd name="T27" fmla="*/ 18 h 19"/>
                  <a:gd name="T28" fmla="*/ 4 w 267"/>
                  <a:gd name="T29" fmla="*/ 18 h 19"/>
                  <a:gd name="T30" fmla="*/ 8 w 267"/>
                  <a:gd name="T31" fmla="*/ 10 h 1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67"/>
                  <a:gd name="T49" fmla="*/ 0 h 19"/>
                  <a:gd name="T50" fmla="*/ 267 w 267"/>
                  <a:gd name="T51" fmla="*/ 19 h 1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67" h="19">
                    <a:moveTo>
                      <a:pt x="8" y="10"/>
                    </a:moveTo>
                    <a:lnTo>
                      <a:pt x="4" y="18"/>
                    </a:lnTo>
                    <a:lnTo>
                      <a:pt x="266" y="18"/>
                    </a:lnTo>
                    <a:lnTo>
                      <a:pt x="266" y="0"/>
                    </a:lnTo>
                    <a:lnTo>
                      <a:pt x="4" y="0"/>
                    </a:lnTo>
                    <a:lnTo>
                      <a:pt x="0" y="10"/>
                    </a:lnTo>
                    <a:lnTo>
                      <a:pt x="4" y="0"/>
                    </a:lnTo>
                    <a:lnTo>
                      <a:pt x="2" y="0"/>
                    </a:lnTo>
                    <a:lnTo>
                      <a:pt x="1" y="2"/>
                    </a:lnTo>
                    <a:lnTo>
                      <a:pt x="0" y="5"/>
                    </a:lnTo>
                    <a:lnTo>
                      <a:pt x="0" y="10"/>
                    </a:lnTo>
                    <a:lnTo>
                      <a:pt x="0" y="12"/>
                    </a:lnTo>
                    <a:lnTo>
                      <a:pt x="1" y="15"/>
                    </a:lnTo>
                    <a:lnTo>
                      <a:pt x="2" y="18"/>
                    </a:lnTo>
                    <a:lnTo>
                      <a:pt x="4" y="18"/>
                    </a:lnTo>
                    <a:lnTo>
                      <a:pt x="8" y="10"/>
                    </a:lnTo>
                  </a:path>
                </a:pathLst>
              </a:custGeom>
              <a:solidFill>
                <a:schemeClr val="bg2"/>
              </a:solidFill>
              <a:ln w="12700" cap="rnd">
                <a:solidFill>
                  <a:schemeClr val="tx1"/>
                </a:solidFill>
                <a:round/>
                <a:headEnd/>
                <a:tailEnd/>
              </a:ln>
            </p:spPr>
            <p:txBody>
              <a:bodyPr/>
              <a:lstStyle/>
              <a:p>
                <a:endParaRPr lang="pt-BR"/>
              </a:p>
            </p:txBody>
          </p:sp>
          <p:sp>
            <p:nvSpPr>
              <p:cNvPr id="212" name="Freeform 654">
                <a:extLst>
                  <a:ext uri="{FF2B5EF4-FFF2-40B4-BE49-F238E27FC236}">
                    <a16:creationId xmlns:a16="http://schemas.microsoft.com/office/drawing/2014/main" id="{DCBA0C64-AF79-5DCA-229A-96F7C103793A}"/>
                  </a:ext>
                </a:extLst>
              </p:cNvPr>
              <p:cNvSpPr>
                <a:spLocks/>
              </p:cNvSpPr>
              <p:nvPr/>
            </p:nvSpPr>
            <p:spPr bwMode="auto">
              <a:xfrm>
                <a:off x="1603" y="1094"/>
                <a:ext cx="22" cy="493"/>
              </a:xfrm>
              <a:custGeom>
                <a:avLst/>
                <a:gdLst>
                  <a:gd name="T0" fmla="*/ 7 w 22"/>
                  <a:gd name="T1" fmla="*/ 477 h 493"/>
                  <a:gd name="T2" fmla="*/ 21 w 22"/>
                  <a:gd name="T3" fmla="*/ 484 h 493"/>
                  <a:gd name="T4" fmla="*/ 21 w 22"/>
                  <a:gd name="T5" fmla="*/ 0 h 493"/>
                  <a:gd name="T6" fmla="*/ 0 w 22"/>
                  <a:gd name="T7" fmla="*/ 0 h 493"/>
                  <a:gd name="T8" fmla="*/ 0 w 22"/>
                  <a:gd name="T9" fmla="*/ 484 h 493"/>
                  <a:gd name="T10" fmla="*/ 7 w 22"/>
                  <a:gd name="T11" fmla="*/ 492 h 493"/>
                  <a:gd name="T12" fmla="*/ 0 w 22"/>
                  <a:gd name="T13" fmla="*/ 484 h 493"/>
                  <a:gd name="T14" fmla="*/ 0 w 22"/>
                  <a:gd name="T15" fmla="*/ 488 h 493"/>
                  <a:gd name="T16" fmla="*/ 0 w 22"/>
                  <a:gd name="T17" fmla="*/ 490 h 493"/>
                  <a:gd name="T18" fmla="*/ 7 w 22"/>
                  <a:gd name="T19" fmla="*/ 492 h 493"/>
                  <a:gd name="T20" fmla="*/ 7 w 22"/>
                  <a:gd name="T21" fmla="*/ 492 h 493"/>
                  <a:gd name="T22" fmla="*/ 14 w 22"/>
                  <a:gd name="T23" fmla="*/ 492 h 493"/>
                  <a:gd name="T24" fmla="*/ 14 w 22"/>
                  <a:gd name="T25" fmla="*/ 490 h 493"/>
                  <a:gd name="T26" fmla="*/ 21 w 22"/>
                  <a:gd name="T27" fmla="*/ 488 h 493"/>
                  <a:gd name="T28" fmla="*/ 21 w 22"/>
                  <a:gd name="T29" fmla="*/ 484 h 493"/>
                  <a:gd name="T30" fmla="*/ 7 w 22"/>
                  <a:gd name="T31" fmla="*/ 477 h 49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
                  <a:gd name="T49" fmla="*/ 0 h 493"/>
                  <a:gd name="T50" fmla="*/ 22 w 22"/>
                  <a:gd name="T51" fmla="*/ 493 h 49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 h="493">
                    <a:moveTo>
                      <a:pt x="7" y="477"/>
                    </a:moveTo>
                    <a:lnTo>
                      <a:pt x="21" y="484"/>
                    </a:lnTo>
                    <a:lnTo>
                      <a:pt x="21" y="0"/>
                    </a:lnTo>
                    <a:lnTo>
                      <a:pt x="0" y="0"/>
                    </a:lnTo>
                    <a:lnTo>
                      <a:pt x="0" y="484"/>
                    </a:lnTo>
                    <a:lnTo>
                      <a:pt x="7" y="492"/>
                    </a:lnTo>
                    <a:lnTo>
                      <a:pt x="0" y="484"/>
                    </a:lnTo>
                    <a:lnTo>
                      <a:pt x="0" y="488"/>
                    </a:lnTo>
                    <a:lnTo>
                      <a:pt x="0" y="490"/>
                    </a:lnTo>
                    <a:lnTo>
                      <a:pt x="7" y="492"/>
                    </a:lnTo>
                    <a:lnTo>
                      <a:pt x="14" y="492"/>
                    </a:lnTo>
                    <a:lnTo>
                      <a:pt x="14" y="490"/>
                    </a:lnTo>
                    <a:lnTo>
                      <a:pt x="21" y="488"/>
                    </a:lnTo>
                    <a:lnTo>
                      <a:pt x="21" y="484"/>
                    </a:lnTo>
                    <a:lnTo>
                      <a:pt x="7" y="477"/>
                    </a:lnTo>
                  </a:path>
                </a:pathLst>
              </a:custGeom>
              <a:solidFill>
                <a:schemeClr val="bg2"/>
              </a:solidFill>
              <a:ln w="12700" cap="rnd">
                <a:solidFill>
                  <a:schemeClr val="tx1"/>
                </a:solidFill>
                <a:round/>
                <a:headEnd/>
                <a:tailEnd/>
              </a:ln>
            </p:spPr>
            <p:txBody>
              <a:bodyPr/>
              <a:lstStyle/>
              <a:p>
                <a:endParaRPr lang="pt-BR"/>
              </a:p>
            </p:txBody>
          </p:sp>
          <p:sp>
            <p:nvSpPr>
              <p:cNvPr id="213" name="Freeform 655">
                <a:extLst>
                  <a:ext uri="{FF2B5EF4-FFF2-40B4-BE49-F238E27FC236}">
                    <a16:creationId xmlns:a16="http://schemas.microsoft.com/office/drawing/2014/main" id="{F7A2FB97-FEF1-8DBF-B844-43A4D5E6200E}"/>
                  </a:ext>
                </a:extLst>
              </p:cNvPr>
              <p:cNvSpPr>
                <a:spLocks/>
              </p:cNvSpPr>
              <p:nvPr/>
            </p:nvSpPr>
            <p:spPr bwMode="auto">
              <a:xfrm>
                <a:off x="698" y="987"/>
                <a:ext cx="181" cy="292"/>
              </a:xfrm>
              <a:custGeom>
                <a:avLst/>
                <a:gdLst>
                  <a:gd name="T0" fmla="*/ 0 w 181"/>
                  <a:gd name="T1" fmla="*/ 291 h 292"/>
                  <a:gd name="T2" fmla="*/ 180 w 181"/>
                  <a:gd name="T3" fmla="*/ 291 h 292"/>
                  <a:gd name="T4" fmla="*/ 180 w 181"/>
                  <a:gd name="T5" fmla="*/ 0 h 292"/>
                  <a:gd name="T6" fmla="*/ 0 w 181"/>
                  <a:gd name="T7" fmla="*/ 0 h 292"/>
                  <a:gd name="T8" fmla="*/ 0 w 181"/>
                  <a:gd name="T9" fmla="*/ 291 h 292"/>
                  <a:gd name="T10" fmla="*/ 0 60000 65536"/>
                  <a:gd name="T11" fmla="*/ 0 60000 65536"/>
                  <a:gd name="T12" fmla="*/ 0 60000 65536"/>
                  <a:gd name="T13" fmla="*/ 0 60000 65536"/>
                  <a:gd name="T14" fmla="*/ 0 60000 65536"/>
                  <a:gd name="T15" fmla="*/ 0 w 181"/>
                  <a:gd name="T16" fmla="*/ 0 h 292"/>
                  <a:gd name="T17" fmla="*/ 181 w 181"/>
                  <a:gd name="T18" fmla="*/ 292 h 292"/>
                </a:gdLst>
                <a:ahLst/>
                <a:cxnLst>
                  <a:cxn ang="T10">
                    <a:pos x="T0" y="T1"/>
                  </a:cxn>
                  <a:cxn ang="T11">
                    <a:pos x="T2" y="T3"/>
                  </a:cxn>
                  <a:cxn ang="T12">
                    <a:pos x="T4" y="T5"/>
                  </a:cxn>
                  <a:cxn ang="T13">
                    <a:pos x="T6" y="T7"/>
                  </a:cxn>
                  <a:cxn ang="T14">
                    <a:pos x="T8" y="T9"/>
                  </a:cxn>
                </a:cxnLst>
                <a:rect l="T15" t="T16" r="T17" b="T18"/>
                <a:pathLst>
                  <a:path w="181" h="292">
                    <a:moveTo>
                      <a:pt x="0" y="291"/>
                    </a:moveTo>
                    <a:lnTo>
                      <a:pt x="180" y="291"/>
                    </a:lnTo>
                    <a:lnTo>
                      <a:pt x="180" y="0"/>
                    </a:lnTo>
                    <a:lnTo>
                      <a:pt x="0" y="0"/>
                    </a:lnTo>
                    <a:lnTo>
                      <a:pt x="0" y="291"/>
                    </a:lnTo>
                  </a:path>
                </a:pathLst>
              </a:custGeom>
              <a:solidFill>
                <a:schemeClr val="bg2"/>
              </a:solidFill>
              <a:ln w="12700" cap="rnd">
                <a:solidFill>
                  <a:schemeClr val="tx1"/>
                </a:solidFill>
                <a:round/>
                <a:headEnd/>
                <a:tailEnd/>
              </a:ln>
            </p:spPr>
            <p:txBody>
              <a:bodyPr/>
              <a:lstStyle/>
              <a:p>
                <a:endParaRPr lang="pt-BR"/>
              </a:p>
            </p:txBody>
          </p:sp>
          <p:sp>
            <p:nvSpPr>
              <p:cNvPr id="214" name="Freeform 656">
                <a:extLst>
                  <a:ext uri="{FF2B5EF4-FFF2-40B4-BE49-F238E27FC236}">
                    <a16:creationId xmlns:a16="http://schemas.microsoft.com/office/drawing/2014/main" id="{94353B63-419C-DA35-86F8-844480218C01}"/>
                  </a:ext>
                </a:extLst>
              </p:cNvPr>
              <p:cNvSpPr>
                <a:spLocks/>
              </p:cNvSpPr>
              <p:nvPr/>
            </p:nvSpPr>
            <p:spPr bwMode="auto">
              <a:xfrm>
                <a:off x="698" y="987"/>
                <a:ext cx="186" cy="299"/>
              </a:xfrm>
              <a:custGeom>
                <a:avLst/>
                <a:gdLst>
                  <a:gd name="T0" fmla="*/ 0 w 186"/>
                  <a:gd name="T1" fmla="*/ 298 h 299"/>
                  <a:gd name="T2" fmla="*/ 185 w 186"/>
                  <a:gd name="T3" fmla="*/ 298 h 299"/>
                  <a:gd name="T4" fmla="*/ 185 w 186"/>
                  <a:gd name="T5" fmla="*/ 0 h 299"/>
                  <a:gd name="T6" fmla="*/ 0 w 186"/>
                  <a:gd name="T7" fmla="*/ 0 h 299"/>
                  <a:gd name="T8" fmla="*/ 0 w 186"/>
                  <a:gd name="T9" fmla="*/ 298 h 299"/>
                  <a:gd name="T10" fmla="*/ 0 60000 65536"/>
                  <a:gd name="T11" fmla="*/ 0 60000 65536"/>
                  <a:gd name="T12" fmla="*/ 0 60000 65536"/>
                  <a:gd name="T13" fmla="*/ 0 60000 65536"/>
                  <a:gd name="T14" fmla="*/ 0 60000 65536"/>
                  <a:gd name="T15" fmla="*/ 0 w 186"/>
                  <a:gd name="T16" fmla="*/ 0 h 299"/>
                  <a:gd name="T17" fmla="*/ 186 w 186"/>
                  <a:gd name="T18" fmla="*/ 299 h 299"/>
                </a:gdLst>
                <a:ahLst/>
                <a:cxnLst>
                  <a:cxn ang="T10">
                    <a:pos x="T0" y="T1"/>
                  </a:cxn>
                  <a:cxn ang="T11">
                    <a:pos x="T2" y="T3"/>
                  </a:cxn>
                  <a:cxn ang="T12">
                    <a:pos x="T4" y="T5"/>
                  </a:cxn>
                  <a:cxn ang="T13">
                    <a:pos x="T6" y="T7"/>
                  </a:cxn>
                  <a:cxn ang="T14">
                    <a:pos x="T8" y="T9"/>
                  </a:cxn>
                </a:cxnLst>
                <a:rect l="T15" t="T16" r="T17" b="T18"/>
                <a:pathLst>
                  <a:path w="186" h="299">
                    <a:moveTo>
                      <a:pt x="0" y="298"/>
                    </a:moveTo>
                    <a:lnTo>
                      <a:pt x="185" y="298"/>
                    </a:lnTo>
                    <a:lnTo>
                      <a:pt x="185" y="0"/>
                    </a:lnTo>
                    <a:lnTo>
                      <a:pt x="0" y="0"/>
                    </a:lnTo>
                    <a:lnTo>
                      <a:pt x="0" y="298"/>
                    </a:lnTo>
                  </a:path>
                </a:pathLst>
              </a:custGeom>
              <a:solidFill>
                <a:schemeClr val="bg2"/>
              </a:solidFill>
              <a:ln w="12700" cap="rnd">
                <a:solidFill>
                  <a:schemeClr val="tx1"/>
                </a:solidFill>
                <a:round/>
                <a:headEnd/>
                <a:tailEnd/>
              </a:ln>
            </p:spPr>
            <p:txBody>
              <a:bodyPr/>
              <a:lstStyle/>
              <a:p>
                <a:endParaRPr lang="pt-BR"/>
              </a:p>
            </p:txBody>
          </p:sp>
          <p:sp>
            <p:nvSpPr>
              <p:cNvPr id="215" name="Freeform 657">
                <a:extLst>
                  <a:ext uri="{FF2B5EF4-FFF2-40B4-BE49-F238E27FC236}">
                    <a16:creationId xmlns:a16="http://schemas.microsoft.com/office/drawing/2014/main" id="{8CAF972D-DD2F-296A-4AF9-9A9158493544}"/>
                  </a:ext>
                </a:extLst>
              </p:cNvPr>
              <p:cNvSpPr>
                <a:spLocks/>
              </p:cNvSpPr>
              <p:nvPr/>
            </p:nvSpPr>
            <p:spPr bwMode="auto">
              <a:xfrm>
                <a:off x="794" y="1081"/>
                <a:ext cx="23" cy="21"/>
              </a:xfrm>
              <a:custGeom>
                <a:avLst/>
                <a:gdLst>
                  <a:gd name="T0" fmla="*/ 0 w 23"/>
                  <a:gd name="T1" fmla="*/ 20 h 21"/>
                  <a:gd name="T2" fmla="*/ 22 w 23"/>
                  <a:gd name="T3" fmla="*/ 20 h 21"/>
                  <a:gd name="T4" fmla="*/ 22 w 23"/>
                  <a:gd name="T5" fmla="*/ 0 h 21"/>
                  <a:gd name="T6" fmla="*/ 0 w 23"/>
                  <a:gd name="T7" fmla="*/ 0 h 21"/>
                  <a:gd name="T8" fmla="*/ 0 w 23"/>
                  <a:gd name="T9" fmla="*/ 20 h 21"/>
                  <a:gd name="T10" fmla="*/ 0 60000 65536"/>
                  <a:gd name="T11" fmla="*/ 0 60000 65536"/>
                  <a:gd name="T12" fmla="*/ 0 60000 65536"/>
                  <a:gd name="T13" fmla="*/ 0 60000 65536"/>
                  <a:gd name="T14" fmla="*/ 0 60000 65536"/>
                  <a:gd name="T15" fmla="*/ 0 w 23"/>
                  <a:gd name="T16" fmla="*/ 0 h 21"/>
                  <a:gd name="T17" fmla="*/ 23 w 23"/>
                  <a:gd name="T18" fmla="*/ 21 h 21"/>
                </a:gdLst>
                <a:ahLst/>
                <a:cxnLst>
                  <a:cxn ang="T10">
                    <a:pos x="T0" y="T1"/>
                  </a:cxn>
                  <a:cxn ang="T11">
                    <a:pos x="T2" y="T3"/>
                  </a:cxn>
                  <a:cxn ang="T12">
                    <a:pos x="T4" y="T5"/>
                  </a:cxn>
                  <a:cxn ang="T13">
                    <a:pos x="T6" y="T7"/>
                  </a:cxn>
                  <a:cxn ang="T14">
                    <a:pos x="T8" y="T9"/>
                  </a:cxn>
                </a:cxnLst>
                <a:rect l="T15" t="T16" r="T17" b="T18"/>
                <a:pathLst>
                  <a:path w="23" h="21">
                    <a:moveTo>
                      <a:pt x="0" y="20"/>
                    </a:moveTo>
                    <a:lnTo>
                      <a:pt x="22" y="20"/>
                    </a:lnTo>
                    <a:lnTo>
                      <a:pt x="22" y="0"/>
                    </a:lnTo>
                    <a:lnTo>
                      <a:pt x="0" y="0"/>
                    </a:lnTo>
                    <a:lnTo>
                      <a:pt x="0" y="20"/>
                    </a:lnTo>
                  </a:path>
                </a:pathLst>
              </a:custGeom>
              <a:solidFill>
                <a:schemeClr val="bg2"/>
              </a:solidFill>
              <a:ln w="12700" cap="rnd">
                <a:solidFill>
                  <a:schemeClr val="tx1"/>
                </a:solidFill>
                <a:round/>
                <a:headEnd/>
                <a:tailEnd/>
              </a:ln>
            </p:spPr>
            <p:txBody>
              <a:bodyPr/>
              <a:lstStyle/>
              <a:p>
                <a:endParaRPr lang="pt-BR"/>
              </a:p>
            </p:txBody>
          </p:sp>
          <p:sp>
            <p:nvSpPr>
              <p:cNvPr id="216" name="Freeform 658">
                <a:extLst>
                  <a:ext uri="{FF2B5EF4-FFF2-40B4-BE49-F238E27FC236}">
                    <a16:creationId xmlns:a16="http://schemas.microsoft.com/office/drawing/2014/main" id="{1DCDD133-B7A2-C0C4-D87D-0DEC62D6BE8E}"/>
                  </a:ext>
                </a:extLst>
              </p:cNvPr>
              <p:cNvSpPr>
                <a:spLocks/>
              </p:cNvSpPr>
              <p:nvPr/>
            </p:nvSpPr>
            <p:spPr bwMode="auto">
              <a:xfrm>
                <a:off x="794" y="1081"/>
                <a:ext cx="23" cy="26"/>
              </a:xfrm>
              <a:custGeom>
                <a:avLst/>
                <a:gdLst>
                  <a:gd name="T0" fmla="*/ 0 w 23"/>
                  <a:gd name="T1" fmla="*/ 25 h 26"/>
                  <a:gd name="T2" fmla="*/ 22 w 23"/>
                  <a:gd name="T3" fmla="*/ 25 h 26"/>
                  <a:gd name="T4" fmla="*/ 22 w 23"/>
                  <a:gd name="T5" fmla="*/ 0 h 26"/>
                  <a:gd name="T6" fmla="*/ 0 w 23"/>
                  <a:gd name="T7" fmla="*/ 0 h 26"/>
                  <a:gd name="T8" fmla="*/ 0 w 23"/>
                  <a:gd name="T9" fmla="*/ 25 h 26"/>
                  <a:gd name="T10" fmla="*/ 0 60000 65536"/>
                  <a:gd name="T11" fmla="*/ 0 60000 65536"/>
                  <a:gd name="T12" fmla="*/ 0 60000 65536"/>
                  <a:gd name="T13" fmla="*/ 0 60000 65536"/>
                  <a:gd name="T14" fmla="*/ 0 60000 65536"/>
                  <a:gd name="T15" fmla="*/ 0 w 23"/>
                  <a:gd name="T16" fmla="*/ 0 h 26"/>
                  <a:gd name="T17" fmla="*/ 23 w 23"/>
                  <a:gd name="T18" fmla="*/ 26 h 26"/>
                </a:gdLst>
                <a:ahLst/>
                <a:cxnLst>
                  <a:cxn ang="T10">
                    <a:pos x="T0" y="T1"/>
                  </a:cxn>
                  <a:cxn ang="T11">
                    <a:pos x="T2" y="T3"/>
                  </a:cxn>
                  <a:cxn ang="T12">
                    <a:pos x="T4" y="T5"/>
                  </a:cxn>
                  <a:cxn ang="T13">
                    <a:pos x="T6" y="T7"/>
                  </a:cxn>
                  <a:cxn ang="T14">
                    <a:pos x="T8" y="T9"/>
                  </a:cxn>
                </a:cxnLst>
                <a:rect l="T15" t="T16" r="T17" b="T18"/>
                <a:pathLst>
                  <a:path w="23" h="26">
                    <a:moveTo>
                      <a:pt x="0" y="25"/>
                    </a:moveTo>
                    <a:lnTo>
                      <a:pt x="22" y="25"/>
                    </a:lnTo>
                    <a:lnTo>
                      <a:pt x="22" y="0"/>
                    </a:lnTo>
                    <a:lnTo>
                      <a:pt x="0" y="0"/>
                    </a:lnTo>
                    <a:lnTo>
                      <a:pt x="0" y="25"/>
                    </a:lnTo>
                  </a:path>
                </a:pathLst>
              </a:custGeom>
              <a:solidFill>
                <a:schemeClr val="bg2"/>
              </a:solidFill>
              <a:ln w="12700" cap="rnd">
                <a:solidFill>
                  <a:schemeClr val="tx1"/>
                </a:solidFill>
                <a:round/>
                <a:headEnd/>
                <a:tailEnd/>
              </a:ln>
            </p:spPr>
            <p:txBody>
              <a:bodyPr/>
              <a:lstStyle/>
              <a:p>
                <a:endParaRPr lang="pt-BR"/>
              </a:p>
            </p:txBody>
          </p:sp>
          <p:sp>
            <p:nvSpPr>
              <p:cNvPr id="217" name="Freeform 659">
                <a:extLst>
                  <a:ext uri="{FF2B5EF4-FFF2-40B4-BE49-F238E27FC236}">
                    <a16:creationId xmlns:a16="http://schemas.microsoft.com/office/drawing/2014/main" id="{F0026B65-330C-858F-2290-89394F05DEDB}"/>
                  </a:ext>
                </a:extLst>
              </p:cNvPr>
              <p:cNvSpPr>
                <a:spLocks/>
              </p:cNvSpPr>
              <p:nvPr/>
            </p:nvSpPr>
            <p:spPr bwMode="auto">
              <a:xfrm>
                <a:off x="794" y="1110"/>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endParaRPr lang="pt-BR"/>
              </a:p>
            </p:txBody>
          </p:sp>
          <p:sp>
            <p:nvSpPr>
              <p:cNvPr id="218" name="Freeform 660">
                <a:extLst>
                  <a:ext uri="{FF2B5EF4-FFF2-40B4-BE49-F238E27FC236}">
                    <a16:creationId xmlns:a16="http://schemas.microsoft.com/office/drawing/2014/main" id="{77F565C4-71DA-78F9-19E5-223BCB738F59}"/>
                  </a:ext>
                </a:extLst>
              </p:cNvPr>
              <p:cNvSpPr>
                <a:spLocks/>
              </p:cNvSpPr>
              <p:nvPr/>
            </p:nvSpPr>
            <p:spPr bwMode="auto">
              <a:xfrm>
                <a:off x="794" y="1110"/>
                <a:ext cx="23" cy="25"/>
              </a:xfrm>
              <a:custGeom>
                <a:avLst/>
                <a:gdLst>
                  <a:gd name="T0" fmla="*/ 0 w 23"/>
                  <a:gd name="T1" fmla="*/ 24 h 25"/>
                  <a:gd name="T2" fmla="*/ 22 w 23"/>
                  <a:gd name="T3" fmla="*/ 24 h 25"/>
                  <a:gd name="T4" fmla="*/ 22 w 23"/>
                  <a:gd name="T5" fmla="*/ 0 h 25"/>
                  <a:gd name="T6" fmla="*/ 0 w 23"/>
                  <a:gd name="T7" fmla="*/ 0 h 25"/>
                  <a:gd name="T8" fmla="*/ 0 w 23"/>
                  <a:gd name="T9" fmla="*/ 24 h 25"/>
                  <a:gd name="T10" fmla="*/ 0 60000 65536"/>
                  <a:gd name="T11" fmla="*/ 0 60000 65536"/>
                  <a:gd name="T12" fmla="*/ 0 60000 65536"/>
                  <a:gd name="T13" fmla="*/ 0 60000 65536"/>
                  <a:gd name="T14" fmla="*/ 0 60000 65536"/>
                  <a:gd name="T15" fmla="*/ 0 w 23"/>
                  <a:gd name="T16" fmla="*/ 0 h 25"/>
                  <a:gd name="T17" fmla="*/ 23 w 23"/>
                  <a:gd name="T18" fmla="*/ 25 h 25"/>
                </a:gdLst>
                <a:ahLst/>
                <a:cxnLst>
                  <a:cxn ang="T10">
                    <a:pos x="T0" y="T1"/>
                  </a:cxn>
                  <a:cxn ang="T11">
                    <a:pos x="T2" y="T3"/>
                  </a:cxn>
                  <a:cxn ang="T12">
                    <a:pos x="T4" y="T5"/>
                  </a:cxn>
                  <a:cxn ang="T13">
                    <a:pos x="T6" y="T7"/>
                  </a:cxn>
                  <a:cxn ang="T14">
                    <a:pos x="T8" y="T9"/>
                  </a:cxn>
                </a:cxnLst>
                <a:rect l="T15" t="T16" r="T17" b="T18"/>
                <a:pathLst>
                  <a:path w="23" h="25">
                    <a:moveTo>
                      <a:pt x="0" y="24"/>
                    </a:moveTo>
                    <a:lnTo>
                      <a:pt x="22" y="24"/>
                    </a:lnTo>
                    <a:lnTo>
                      <a:pt x="22" y="0"/>
                    </a:lnTo>
                    <a:lnTo>
                      <a:pt x="0" y="0"/>
                    </a:lnTo>
                    <a:lnTo>
                      <a:pt x="0" y="24"/>
                    </a:lnTo>
                  </a:path>
                </a:pathLst>
              </a:custGeom>
              <a:solidFill>
                <a:schemeClr val="bg2"/>
              </a:solidFill>
              <a:ln w="12700" cap="rnd">
                <a:solidFill>
                  <a:schemeClr val="tx1"/>
                </a:solidFill>
                <a:round/>
                <a:headEnd/>
                <a:tailEnd/>
              </a:ln>
            </p:spPr>
            <p:txBody>
              <a:bodyPr/>
              <a:lstStyle/>
              <a:p>
                <a:endParaRPr lang="pt-BR"/>
              </a:p>
            </p:txBody>
          </p:sp>
          <p:sp>
            <p:nvSpPr>
              <p:cNvPr id="219" name="Freeform 661">
                <a:extLst>
                  <a:ext uri="{FF2B5EF4-FFF2-40B4-BE49-F238E27FC236}">
                    <a16:creationId xmlns:a16="http://schemas.microsoft.com/office/drawing/2014/main" id="{B103C3CF-D595-8074-6D08-A87DB9C26E17}"/>
                  </a:ext>
                </a:extLst>
              </p:cNvPr>
              <p:cNvSpPr>
                <a:spLocks/>
              </p:cNvSpPr>
              <p:nvPr/>
            </p:nvSpPr>
            <p:spPr bwMode="auto">
              <a:xfrm>
                <a:off x="794" y="1136"/>
                <a:ext cx="23" cy="19"/>
              </a:xfrm>
              <a:custGeom>
                <a:avLst/>
                <a:gdLst>
                  <a:gd name="T0" fmla="*/ 0 w 23"/>
                  <a:gd name="T1" fmla="*/ 18 h 19"/>
                  <a:gd name="T2" fmla="*/ 22 w 23"/>
                  <a:gd name="T3" fmla="*/ 18 h 19"/>
                  <a:gd name="T4" fmla="*/ 22 w 23"/>
                  <a:gd name="T5" fmla="*/ 0 h 19"/>
                  <a:gd name="T6" fmla="*/ 0 w 23"/>
                  <a:gd name="T7" fmla="*/ 0 h 19"/>
                  <a:gd name="T8" fmla="*/ 0 w 23"/>
                  <a:gd name="T9" fmla="*/ 18 h 19"/>
                  <a:gd name="T10" fmla="*/ 0 60000 65536"/>
                  <a:gd name="T11" fmla="*/ 0 60000 65536"/>
                  <a:gd name="T12" fmla="*/ 0 60000 65536"/>
                  <a:gd name="T13" fmla="*/ 0 60000 65536"/>
                  <a:gd name="T14" fmla="*/ 0 60000 65536"/>
                  <a:gd name="T15" fmla="*/ 0 w 23"/>
                  <a:gd name="T16" fmla="*/ 0 h 19"/>
                  <a:gd name="T17" fmla="*/ 23 w 23"/>
                  <a:gd name="T18" fmla="*/ 19 h 19"/>
                </a:gdLst>
                <a:ahLst/>
                <a:cxnLst>
                  <a:cxn ang="T10">
                    <a:pos x="T0" y="T1"/>
                  </a:cxn>
                  <a:cxn ang="T11">
                    <a:pos x="T2" y="T3"/>
                  </a:cxn>
                  <a:cxn ang="T12">
                    <a:pos x="T4" y="T5"/>
                  </a:cxn>
                  <a:cxn ang="T13">
                    <a:pos x="T6" y="T7"/>
                  </a:cxn>
                  <a:cxn ang="T14">
                    <a:pos x="T8" y="T9"/>
                  </a:cxn>
                </a:cxnLst>
                <a:rect l="T15" t="T16" r="T17" b="T18"/>
                <a:pathLst>
                  <a:path w="23" h="19">
                    <a:moveTo>
                      <a:pt x="0" y="18"/>
                    </a:moveTo>
                    <a:lnTo>
                      <a:pt x="22" y="18"/>
                    </a:lnTo>
                    <a:lnTo>
                      <a:pt x="22" y="0"/>
                    </a:lnTo>
                    <a:lnTo>
                      <a:pt x="0" y="0"/>
                    </a:lnTo>
                    <a:lnTo>
                      <a:pt x="0" y="18"/>
                    </a:lnTo>
                  </a:path>
                </a:pathLst>
              </a:custGeom>
              <a:solidFill>
                <a:schemeClr val="bg2"/>
              </a:solidFill>
              <a:ln w="12700" cap="rnd">
                <a:solidFill>
                  <a:schemeClr val="tx1"/>
                </a:solidFill>
                <a:round/>
                <a:headEnd/>
                <a:tailEnd/>
              </a:ln>
            </p:spPr>
            <p:txBody>
              <a:bodyPr/>
              <a:lstStyle/>
              <a:p>
                <a:endParaRPr lang="pt-BR"/>
              </a:p>
            </p:txBody>
          </p:sp>
          <p:sp>
            <p:nvSpPr>
              <p:cNvPr id="220" name="Freeform 662">
                <a:extLst>
                  <a:ext uri="{FF2B5EF4-FFF2-40B4-BE49-F238E27FC236}">
                    <a16:creationId xmlns:a16="http://schemas.microsoft.com/office/drawing/2014/main" id="{F7877FAE-8935-611C-A03F-594AF6C99435}"/>
                  </a:ext>
                </a:extLst>
              </p:cNvPr>
              <p:cNvSpPr>
                <a:spLocks/>
              </p:cNvSpPr>
              <p:nvPr/>
            </p:nvSpPr>
            <p:spPr bwMode="auto">
              <a:xfrm>
                <a:off x="794" y="1136"/>
                <a:ext cx="23" cy="27"/>
              </a:xfrm>
              <a:custGeom>
                <a:avLst/>
                <a:gdLst>
                  <a:gd name="T0" fmla="*/ 0 w 23"/>
                  <a:gd name="T1" fmla="*/ 26 h 27"/>
                  <a:gd name="T2" fmla="*/ 22 w 23"/>
                  <a:gd name="T3" fmla="*/ 26 h 27"/>
                  <a:gd name="T4" fmla="*/ 22 w 23"/>
                  <a:gd name="T5" fmla="*/ 0 h 27"/>
                  <a:gd name="T6" fmla="*/ 0 w 23"/>
                  <a:gd name="T7" fmla="*/ 0 h 27"/>
                  <a:gd name="T8" fmla="*/ 0 w 23"/>
                  <a:gd name="T9" fmla="*/ 26 h 27"/>
                  <a:gd name="T10" fmla="*/ 0 60000 65536"/>
                  <a:gd name="T11" fmla="*/ 0 60000 65536"/>
                  <a:gd name="T12" fmla="*/ 0 60000 65536"/>
                  <a:gd name="T13" fmla="*/ 0 60000 65536"/>
                  <a:gd name="T14" fmla="*/ 0 60000 65536"/>
                  <a:gd name="T15" fmla="*/ 0 w 23"/>
                  <a:gd name="T16" fmla="*/ 0 h 27"/>
                  <a:gd name="T17" fmla="*/ 23 w 23"/>
                  <a:gd name="T18" fmla="*/ 27 h 27"/>
                </a:gdLst>
                <a:ahLst/>
                <a:cxnLst>
                  <a:cxn ang="T10">
                    <a:pos x="T0" y="T1"/>
                  </a:cxn>
                  <a:cxn ang="T11">
                    <a:pos x="T2" y="T3"/>
                  </a:cxn>
                  <a:cxn ang="T12">
                    <a:pos x="T4" y="T5"/>
                  </a:cxn>
                  <a:cxn ang="T13">
                    <a:pos x="T6" y="T7"/>
                  </a:cxn>
                  <a:cxn ang="T14">
                    <a:pos x="T8" y="T9"/>
                  </a:cxn>
                </a:cxnLst>
                <a:rect l="T15" t="T16" r="T17" b="T18"/>
                <a:pathLst>
                  <a:path w="23" h="27">
                    <a:moveTo>
                      <a:pt x="0" y="26"/>
                    </a:moveTo>
                    <a:lnTo>
                      <a:pt x="22" y="26"/>
                    </a:lnTo>
                    <a:lnTo>
                      <a:pt x="22" y="0"/>
                    </a:lnTo>
                    <a:lnTo>
                      <a:pt x="0" y="0"/>
                    </a:lnTo>
                    <a:lnTo>
                      <a:pt x="0" y="26"/>
                    </a:lnTo>
                  </a:path>
                </a:pathLst>
              </a:custGeom>
              <a:solidFill>
                <a:schemeClr val="bg2"/>
              </a:solidFill>
              <a:ln w="12700" cap="rnd">
                <a:solidFill>
                  <a:schemeClr val="tx1"/>
                </a:solidFill>
                <a:round/>
                <a:headEnd/>
                <a:tailEnd/>
              </a:ln>
            </p:spPr>
            <p:txBody>
              <a:bodyPr/>
              <a:lstStyle/>
              <a:p>
                <a:endParaRPr lang="pt-BR"/>
              </a:p>
            </p:txBody>
          </p:sp>
          <p:sp>
            <p:nvSpPr>
              <p:cNvPr id="221" name="Freeform 663">
                <a:extLst>
                  <a:ext uri="{FF2B5EF4-FFF2-40B4-BE49-F238E27FC236}">
                    <a16:creationId xmlns:a16="http://schemas.microsoft.com/office/drawing/2014/main" id="{58228828-C140-879A-3C3C-EC33BF4E6E8E}"/>
                  </a:ext>
                </a:extLst>
              </p:cNvPr>
              <p:cNvSpPr>
                <a:spLocks/>
              </p:cNvSpPr>
              <p:nvPr/>
            </p:nvSpPr>
            <p:spPr bwMode="auto">
              <a:xfrm>
                <a:off x="794" y="1163"/>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endParaRPr lang="pt-BR"/>
              </a:p>
            </p:txBody>
          </p:sp>
          <p:sp>
            <p:nvSpPr>
              <p:cNvPr id="222" name="Freeform 664">
                <a:extLst>
                  <a:ext uri="{FF2B5EF4-FFF2-40B4-BE49-F238E27FC236}">
                    <a16:creationId xmlns:a16="http://schemas.microsoft.com/office/drawing/2014/main" id="{302216E6-3986-C18C-7AED-BF807200F014}"/>
                  </a:ext>
                </a:extLst>
              </p:cNvPr>
              <p:cNvSpPr>
                <a:spLocks/>
              </p:cNvSpPr>
              <p:nvPr/>
            </p:nvSpPr>
            <p:spPr bwMode="auto">
              <a:xfrm>
                <a:off x="794" y="1163"/>
                <a:ext cx="23" cy="26"/>
              </a:xfrm>
              <a:custGeom>
                <a:avLst/>
                <a:gdLst>
                  <a:gd name="T0" fmla="*/ 0 w 23"/>
                  <a:gd name="T1" fmla="*/ 25 h 26"/>
                  <a:gd name="T2" fmla="*/ 22 w 23"/>
                  <a:gd name="T3" fmla="*/ 25 h 26"/>
                  <a:gd name="T4" fmla="*/ 22 w 23"/>
                  <a:gd name="T5" fmla="*/ 0 h 26"/>
                  <a:gd name="T6" fmla="*/ 0 w 23"/>
                  <a:gd name="T7" fmla="*/ 0 h 26"/>
                  <a:gd name="T8" fmla="*/ 0 w 23"/>
                  <a:gd name="T9" fmla="*/ 25 h 26"/>
                  <a:gd name="T10" fmla="*/ 0 60000 65536"/>
                  <a:gd name="T11" fmla="*/ 0 60000 65536"/>
                  <a:gd name="T12" fmla="*/ 0 60000 65536"/>
                  <a:gd name="T13" fmla="*/ 0 60000 65536"/>
                  <a:gd name="T14" fmla="*/ 0 60000 65536"/>
                  <a:gd name="T15" fmla="*/ 0 w 23"/>
                  <a:gd name="T16" fmla="*/ 0 h 26"/>
                  <a:gd name="T17" fmla="*/ 23 w 23"/>
                  <a:gd name="T18" fmla="*/ 26 h 26"/>
                </a:gdLst>
                <a:ahLst/>
                <a:cxnLst>
                  <a:cxn ang="T10">
                    <a:pos x="T0" y="T1"/>
                  </a:cxn>
                  <a:cxn ang="T11">
                    <a:pos x="T2" y="T3"/>
                  </a:cxn>
                  <a:cxn ang="T12">
                    <a:pos x="T4" y="T5"/>
                  </a:cxn>
                  <a:cxn ang="T13">
                    <a:pos x="T6" y="T7"/>
                  </a:cxn>
                  <a:cxn ang="T14">
                    <a:pos x="T8" y="T9"/>
                  </a:cxn>
                </a:cxnLst>
                <a:rect l="T15" t="T16" r="T17" b="T18"/>
                <a:pathLst>
                  <a:path w="23" h="26">
                    <a:moveTo>
                      <a:pt x="0" y="25"/>
                    </a:moveTo>
                    <a:lnTo>
                      <a:pt x="22" y="25"/>
                    </a:lnTo>
                    <a:lnTo>
                      <a:pt x="22" y="0"/>
                    </a:lnTo>
                    <a:lnTo>
                      <a:pt x="0" y="0"/>
                    </a:lnTo>
                    <a:lnTo>
                      <a:pt x="0" y="25"/>
                    </a:lnTo>
                  </a:path>
                </a:pathLst>
              </a:custGeom>
              <a:solidFill>
                <a:schemeClr val="bg2"/>
              </a:solidFill>
              <a:ln w="12700" cap="rnd">
                <a:solidFill>
                  <a:schemeClr val="tx1"/>
                </a:solidFill>
                <a:round/>
                <a:headEnd/>
                <a:tailEnd/>
              </a:ln>
            </p:spPr>
            <p:txBody>
              <a:bodyPr/>
              <a:lstStyle/>
              <a:p>
                <a:endParaRPr lang="pt-BR"/>
              </a:p>
            </p:txBody>
          </p:sp>
          <p:sp>
            <p:nvSpPr>
              <p:cNvPr id="223" name="Freeform 665">
                <a:extLst>
                  <a:ext uri="{FF2B5EF4-FFF2-40B4-BE49-F238E27FC236}">
                    <a16:creationId xmlns:a16="http://schemas.microsoft.com/office/drawing/2014/main" id="{1B965EF0-0960-1682-9E57-894014C93D41}"/>
                  </a:ext>
                </a:extLst>
              </p:cNvPr>
              <p:cNvSpPr>
                <a:spLocks/>
              </p:cNvSpPr>
              <p:nvPr/>
            </p:nvSpPr>
            <p:spPr bwMode="auto">
              <a:xfrm>
                <a:off x="794" y="1189"/>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endParaRPr lang="pt-BR"/>
              </a:p>
            </p:txBody>
          </p:sp>
          <p:sp>
            <p:nvSpPr>
              <p:cNvPr id="224" name="Freeform 666">
                <a:extLst>
                  <a:ext uri="{FF2B5EF4-FFF2-40B4-BE49-F238E27FC236}">
                    <a16:creationId xmlns:a16="http://schemas.microsoft.com/office/drawing/2014/main" id="{4D4D3D26-ED15-B1EF-673A-4900DD20A558}"/>
                  </a:ext>
                </a:extLst>
              </p:cNvPr>
              <p:cNvSpPr>
                <a:spLocks/>
              </p:cNvSpPr>
              <p:nvPr/>
            </p:nvSpPr>
            <p:spPr bwMode="auto">
              <a:xfrm>
                <a:off x="794" y="1189"/>
                <a:ext cx="23" cy="27"/>
              </a:xfrm>
              <a:custGeom>
                <a:avLst/>
                <a:gdLst>
                  <a:gd name="T0" fmla="*/ 0 w 23"/>
                  <a:gd name="T1" fmla="*/ 26 h 27"/>
                  <a:gd name="T2" fmla="*/ 22 w 23"/>
                  <a:gd name="T3" fmla="*/ 26 h 27"/>
                  <a:gd name="T4" fmla="*/ 22 w 23"/>
                  <a:gd name="T5" fmla="*/ 0 h 27"/>
                  <a:gd name="T6" fmla="*/ 0 w 23"/>
                  <a:gd name="T7" fmla="*/ 0 h 27"/>
                  <a:gd name="T8" fmla="*/ 0 w 23"/>
                  <a:gd name="T9" fmla="*/ 26 h 27"/>
                  <a:gd name="T10" fmla="*/ 0 60000 65536"/>
                  <a:gd name="T11" fmla="*/ 0 60000 65536"/>
                  <a:gd name="T12" fmla="*/ 0 60000 65536"/>
                  <a:gd name="T13" fmla="*/ 0 60000 65536"/>
                  <a:gd name="T14" fmla="*/ 0 60000 65536"/>
                  <a:gd name="T15" fmla="*/ 0 w 23"/>
                  <a:gd name="T16" fmla="*/ 0 h 27"/>
                  <a:gd name="T17" fmla="*/ 23 w 23"/>
                  <a:gd name="T18" fmla="*/ 27 h 27"/>
                </a:gdLst>
                <a:ahLst/>
                <a:cxnLst>
                  <a:cxn ang="T10">
                    <a:pos x="T0" y="T1"/>
                  </a:cxn>
                  <a:cxn ang="T11">
                    <a:pos x="T2" y="T3"/>
                  </a:cxn>
                  <a:cxn ang="T12">
                    <a:pos x="T4" y="T5"/>
                  </a:cxn>
                  <a:cxn ang="T13">
                    <a:pos x="T6" y="T7"/>
                  </a:cxn>
                  <a:cxn ang="T14">
                    <a:pos x="T8" y="T9"/>
                  </a:cxn>
                </a:cxnLst>
                <a:rect l="T15" t="T16" r="T17" b="T18"/>
                <a:pathLst>
                  <a:path w="23" h="27">
                    <a:moveTo>
                      <a:pt x="0" y="26"/>
                    </a:moveTo>
                    <a:lnTo>
                      <a:pt x="22" y="26"/>
                    </a:lnTo>
                    <a:lnTo>
                      <a:pt x="22" y="0"/>
                    </a:lnTo>
                    <a:lnTo>
                      <a:pt x="0" y="0"/>
                    </a:lnTo>
                    <a:lnTo>
                      <a:pt x="0" y="26"/>
                    </a:lnTo>
                  </a:path>
                </a:pathLst>
              </a:custGeom>
              <a:solidFill>
                <a:schemeClr val="bg2"/>
              </a:solidFill>
              <a:ln w="12700" cap="rnd">
                <a:solidFill>
                  <a:schemeClr val="tx1"/>
                </a:solidFill>
                <a:round/>
                <a:headEnd/>
                <a:tailEnd/>
              </a:ln>
            </p:spPr>
            <p:txBody>
              <a:bodyPr/>
              <a:lstStyle/>
              <a:p>
                <a:endParaRPr lang="pt-BR"/>
              </a:p>
            </p:txBody>
          </p:sp>
          <p:sp>
            <p:nvSpPr>
              <p:cNvPr id="225" name="Freeform 667">
                <a:extLst>
                  <a:ext uri="{FF2B5EF4-FFF2-40B4-BE49-F238E27FC236}">
                    <a16:creationId xmlns:a16="http://schemas.microsoft.com/office/drawing/2014/main" id="{8DDCA618-D54E-543F-2A26-E783198299E3}"/>
                  </a:ext>
                </a:extLst>
              </p:cNvPr>
              <p:cNvSpPr>
                <a:spLocks/>
              </p:cNvSpPr>
              <p:nvPr/>
            </p:nvSpPr>
            <p:spPr bwMode="auto">
              <a:xfrm>
                <a:off x="812" y="1081"/>
                <a:ext cx="23" cy="21"/>
              </a:xfrm>
              <a:custGeom>
                <a:avLst/>
                <a:gdLst>
                  <a:gd name="T0" fmla="*/ 0 w 23"/>
                  <a:gd name="T1" fmla="*/ 20 h 21"/>
                  <a:gd name="T2" fmla="*/ 22 w 23"/>
                  <a:gd name="T3" fmla="*/ 20 h 21"/>
                  <a:gd name="T4" fmla="*/ 22 w 23"/>
                  <a:gd name="T5" fmla="*/ 0 h 21"/>
                  <a:gd name="T6" fmla="*/ 0 w 23"/>
                  <a:gd name="T7" fmla="*/ 0 h 21"/>
                  <a:gd name="T8" fmla="*/ 0 w 23"/>
                  <a:gd name="T9" fmla="*/ 20 h 21"/>
                  <a:gd name="T10" fmla="*/ 0 60000 65536"/>
                  <a:gd name="T11" fmla="*/ 0 60000 65536"/>
                  <a:gd name="T12" fmla="*/ 0 60000 65536"/>
                  <a:gd name="T13" fmla="*/ 0 60000 65536"/>
                  <a:gd name="T14" fmla="*/ 0 60000 65536"/>
                  <a:gd name="T15" fmla="*/ 0 w 23"/>
                  <a:gd name="T16" fmla="*/ 0 h 21"/>
                  <a:gd name="T17" fmla="*/ 23 w 23"/>
                  <a:gd name="T18" fmla="*/ 21 h 21"/>
                </a:gdLst>
                <a:ahLst/>
                <a:cxnLst>
                  <a:cxn ang="T10">
                    <a:pos x="T0" y="T1"/>
                  </a:cxn>
                  <a:cxn ang="T11">
                    <a:pos x="T2" y="T3"/>
                  </a:cxn>
                  <a:cxn ang="T12">
                    <a:pos x="T4" y="T5"/>
                  </a:cxn>
                  <a:cxn ang="T13">
                    <a:pos x="T6" y="T7"/>
                  </a:cxn>
                  <a:cxn ang="T14">
                    <a:pos x="T8" y="T9"/>
                  </a:cxn>
                </a:cxnLst>
                <a:rect l="T15" t="T16" r="T17" b="T18"/>
                <a:pathLst>
                  <a:path w="23" h="21">
                    <a:moveTo>
                      <a:pt x="0" y="20"/>
                    </a:moveTo>
                    <a:lnTo>
                      <a:pt x="22" y="20"/>
                    </a:lnTo>
                    <a:lnTo>
                      <a:pt x="22" y="0"/>
                    </a:lnTo>
                    <a:lnTo>
                      <a:pt x="0" y="0"/>
                    </a:lnTo>
                    <a:lnTo>
                      <a:pt x="0" y="20"/>
                    </a:lnTo>
                  </a:path>
                </a:pathLst>
              </a:custGeom>
              <a:solidFill>
                <a:schemeClr val="bg2"/>
              </a:solidFill>
              <a:ln w="12700" cap="rnd">
                <a:solidFill>
                  <a:schemeClr val="tx1"/>
                </a:solidFill>
                <a:round/>
                <a:headEnd/>
                <a:tailEnd/>
              </a:ln>
            </p:spPr>
            <p:txBody>
              <a:bodyPr/>
              <a:lstStyle/>
              <a:p>
                <a:endParaRPr lang="pt-BR"/>
              </a:p>
            </p:txBody>
          </p:sp>
          <p:sp>
            <p:nvSpPr>
              <p:cNvPr id="226" name="Freeform 668">
                <a:extLst>
                  <a:ext uri="{FF2B5EF4-FFF2-40B4-BE49-F238E27FC236}">
                    <a16:creationId xmlns:a16="http://schemas.microsoft.com/office/drawing/2014/main" id="{DE4900B2-A54C-C517-DF45-CC5E37623C60}"/>
                  </a:ext>
                </a:extLst>
              </p:cNvPr>
              <p:cNvSpPr>
                <a:spLocks/>
              </p:cNvSpPr>
              <p:nvPr/>
            </p:nvSpPr>
            <p:spPr bwMode="auto">
              <a:xfrm>
                <a:off x="812" y="1081"/>
                <a:ext cx="23" cy="26"/>
              </a:xfrm>
              <a:custGeom>
                <a:avLst/>
                <a:gdLst>
                  <a:gd name="T0" fmla="*/ 0 w 23"/>
                  <a:gd name="T1" fmla="*/ 25 h 26"/>
                  <a:gd name="T2" fmla="*/ 22 w 23"/>
                  <a:gd name="T3" fmla="*/ 25 h 26"/>
                  <a:gd name="T4" fmla="*/ 22 w 23"/>
                  <a:gd name="T5" fmla="*/ 0 h 26"/>
                  <a:gd name="T6" fmla="*/ 0 w 23"/>
                  <a:gd name="T7" fmla="*/ 0 h 26"/>
                  <a:gd name="T8" fmla="*/ 0 w 23"/>
                  <a:gd name="T9" fmla="*/ 25 h 26"/>
                  <a:gd name="T10" fmla="*/ 0 60000 65536"/>
                  <a:gd name="T11" fmla="*/ 0 60000 65536"/>
                  <a:gd name="T12" fmla="*/ 0 60000 65536"/>
                  <a:gd name="T13" fmla="*/ 0 60000 65536"/>
                  <a:gd name="T14" fmla="*/ 0 60000 65536"/>
                  <a:gd name="T15" fmla="*/ 0 w 23"/>
                  <a:gd name="T16" fmla="*/ 0 h 26"/>
                  <a:gd name="T17" fmla="*/ 23 w 23"/>
                  <a:gd name="T18" fmla="*/ 26 h 26"/>
                </a:gdLst>
                <a:ahLst/>
                <a:cxnLst>
                  <a:cxn ang="T10">
                    <a:pos x="T0" y="T1"/>
                  </a:cxn>
                  <a:cxn ang="T11">
                    <a:pos x="T2" y="T3"/>
                  </a:cxn>
                  <a:cxn ang="T12">
                    <a:pos x="T4" y="T5"/>
                  </a:cxn>
                  <a:cxn ang="T13">
                    <a:pos x="T6" y="T7"/>
                  </a:cxn>
                  <a:cxn ang="T14">
                    <a:pos x="T8" y="T9"/>
                  </a:cxn>
                </a:cxnLst>
                <a:rect l="T15" t="T16" r="T17" b="T18"/>
                <a:pathLst>
                  <a:path w="23" h="26">
                    <a:moveTo>
                      <a:pt x="0" y="25"/>
                    </a:moveTo>
                    <a:lnTo>
                      <a:pt x="22" y="25"/>
                    </a:lnTo>
                    <a:lnTo>
                      <a:pt x="22" y="0"/>
                    </a:lnTo>
                    <a:lnTo>
                      <a:pt x="0" y="0"/>
                    </a:lnTo>
                    <a:lnTo>
                      <a:pt x="0" y="25"/>
                    </a:lnTo>
                  </a:path>
                </a:pathLst>
              </a:custGeom>
              <a:solidFill>
                <a:schemeClr val="bg2"/>
              </a:solidFill>
              <a:ln w="12700" cap="rnd">
                <a:solidFill>
                  <a:schemeClr val="tx1"/>
                </a:solidFill>
                <a:round/>
                <a:headEnd/>
                <a:tailEnd/>
              </a:ln>
            </p:spPr>
            <p:txBody>
              <a:bodyPr/>
              <a:lstStyle/>
              <a:p>
                <a:endParaRPr lang="pt-BR"/>
              </a:p>
            </p:txBody>
          </p:sp>
          <p:sp>
            <p:nvSpPr>
              <p:cNvPr id="227" name="Freeform 669">
                <a:extLst>
                  <a:ext uri="{FF2B5EF4-FFF2-40B4-BE49-F238E27FC236}">
                    <a16:creationId xmlns:a16="http://schemas.microsoft.com/office/drawing/2014/main" id="{CD3C74EF-78DE-02BC-48F5-F5512B7DDFF2}"/>
                  </a:ext>
                </a:extLst>
              </p:cNvPr>
              <p:cNvSpPr>
                <a:spLocks/>
              </p:cNvSpPr>
              <p:nvPr/>
            </p:nvSpPr>
            <p:spPr bwMode="auto">
              <a:xfrm>
                <a:off x="812" y="1110"/>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endParaRPr lang="pt-BR"/>
              </a:p>
            </p:txBody>
          </p:sp>
          <p:sp>
            <p:nvSpPr>
              <p:cNvPr id="228" name="Freeform 670">
                <a:extLst>
                  <a:ext uri="{FF2B5EF4-FFF2-40B4-BE49-F238E27FC236}">
                    <a16:creationId xmlns:a16="http://schemas.microsoft.com/office/drawing/2014/main" id="{EC70C459-B949-0017-72F5-3B34BA962DEB}"/>
                  </a:ext>
                </a:extLst>
              </p:cNvPr>
              <p:cNvSpPr>
                <a:spLocks/>
              </p:cNvSpPr>
              <p:nvPr/>
            </p:nvSpPr>
            <p:spPr bwMode="auto">
              <a:xfrm>
                <a:off x="812" y="1110"/>
                <a:ext cx="23" cy="25"/>
              </a:xfrm>
              <a:custGeom>
                <a:avLst/>
                <a:gdLst>
                  <a:gd name="T0" fmla="*/ 0 w 23"/>
                  <a:gd name="T1" fmla="*/ 24 h 25"/>
                  <a:gd name="T2" fmla="*/ 22 w 23"/>
                  <a:gd name="T3" fmla="*/ 24 h 25"/>
                  <a:gd name="T4" fmla="*/ 22 w 23"/>
                  <a:gd name="T5" fmla="*/ 0 h 25"/>
                  <a:gd name="T6" fmla="*/ 0 w 23"/>
                  <a:gd name="T7" fmla="*/ 0 h 25"/>
                  <a:gd name="T8" fmla="*/ 0 w 23"/>
                  <a:gd name="T9" fmla="*/ 24 h 25"/>
                  <a:gd name="T10" fmla="*/ 0 60000 65536"/>
                  <a:gd name="T11" fmla="*/ 0 60000 65536"/>
                  <a:gd name="T12" fmla="*/ 0 60000 65536"/>
                  <a:gd name="T13" fmla="*/ 0 60000 65536"/>
                  <a:gd name="T14" fmla="*/ 0 60000 65536"/>
                  <a:gd name="T15" fmla="*/ 0 w 23"/>
                  <a:gd name="T16" fmla="*/ 0 h 25"/>
                  <a:gd name="T17" fmla="*/ 23 w 23"/>
                  <a:gd name="T18" fmla="*/ 25 h 25"/>
                </a:gdLst>
                <a:ahLst/>
                <a:cxnLst>
                  <a:cxn ang="T10">
                    <a:pos x="T0" y="T1"/>
                  </a:cxn>
                  <a:cxn ang="T11">
                    <a:pos x="T2" y="T3"/>
                  </a:cxn>
                  <a:cxn ang="T12">
                    <a:pos x="T4" y="T5"/>
                  </a:cxn>
                  <a:cxn ang="T13">
                    <a:pos x="T6" y="T7"/>
                  </a:cxn>
                  <a:cxn ang="T14">
                    <a:pos x="T8" y="T9"/>
                  </a:cxn>
                </a:cxnLst>
                <a:rect l="T15" t="T16" r="T17" b="T18"/>
                <a:pathLst>
                  <a:path w="23" h="25">
                    <a:moveTo>
                      <a:pt x="0" y="24"/>
                    </a:moveTo>
                    <a:lnTo>
                      <a:pt x="22" y="24"/>
                    </a:lnTo>
                    <a:lnTo>
                      <a:pt x="22" y="0"/>
                    </a:lnTo>
                    <a:lnTo>
                      <a:pt x="0" y="0"/>
                    </a:lnTo>
                    <a:lnTo>
                      <a:pt x="0" y="24"/>
                    </a:lnTo>
                  </a:path>
                </a:pathLst>
              </a:custGeom>
              <a:solidFill>
                <a:schemeClr val="bg2"/>
              </a:solidFill>
              <a:ln w="12700" cap="rnd">
                <a:solidFill>
                  <a:schemeClr val="tx1"/>
                </a:solidFill>
                <a:round/>
                <a:headEnd/>
                <a:tailEnd/>
              </a:ln>
            </p:spPr>
            <p:txBody>
              <a:bodyPr/>
              <a:lstStyle/>
              <a:p>
                <a:endParaRPr lang="pt-BR"/>
              </a:p>
            </p:txBody>
          </p:sp>
          <p:sp>
            <p:nvSpPr>
              <p:cNvPr id="229" name="Freeform 671">
                <a:extLst>
                  <a:ext uri="{FF2B5EF4-FFF2-40B4-BE49-F238E27FC236}">
                    <a16:creationId xmlns:a16="http://schemas.microsoft.com/office/drawing/2014/main" id="{978C38F5-3313-9BD8-D573-517BB1957E57}"/>
                  </a:ext>
                </a:extLst>
              </p:cNvPr>
              <p:cNvSpPr>
                <a:spLocks/>
              </p:cNvSpPr>
              <p:nvPr/>
            </p:nvSpPr>
            <p:spPr bwMode="auto">
              <a:xfrm>
                <a:off x="812" y="1136"/>
                <a:ext cx="23" cy="19"/>
              </a:xfrm>
              <a:custGeom>
                <a:avLst/>
                <a:gdLst>
                  <a:gd name="T0" fmla="*/ 0 w 23"/>
                  <a:gd name="T1" fmla="*/ 18 h 19"/>
                  <a:gd name="T2" fmla="*/ 22 w 23"/>
                  <a:gd name="T3" fmla="*/ 18 h 19"/>
                  <a:gd name="T4" fmla="*/ 22 w 23"/>
                  <a:gd name="T5" fmla="*/ 0 h 19"/>
                  <a:gd name="T6" fmla="*/ 0 w 23"/>
                  <a:gd name="T7" fmla="*/ 0 h 19"/>
                  <a:gd name="T8" fmla="*/ 0 w 23"/>
                  <a:gd name="T9" fmla="*/ 18 h 19"/>
                  <a:gd name="T10" fmla="*/ 0 60000 65536"/>
                  <a:gd name="T11" fmla="*/ 0 60000 65536"/>
                  <a:gd name="T12" fmla="*/ 0 60000 65536"/>
                  <a:gd name="T13" fmla="*/ 0 60000 65536"/>
                  <a:gd name="T14" fmla="*/ 0 60000 65536"/>
                  <a:gd name="T15" fmla="*/ 0 w 23"/>
                  <a:gd name="T16" fmla="*/ 0 h 19"/>
                  <a:gd name="T17" fmla="*/ 23 w 23"/>
                  <a:gd name="T18" fmla="*/ 19 h 19"/>
                </a:gdLst>
                <a:ahLst/>
                <a:cxnLst>
                  <a:cxn ang="T10">
                    <a:pos x="T0" y="T1"/>
                  </a:cxn>
                  <a:cxn ang="T11">
                    <a:pos x="T2" y="T3"/>
                  </a:cxn>
                  <a:cxn ang="T12">
                    <a:pos x="T4" y="T5"/>
                  </a:cxn>
                  <a:cxn ang="T13">
                    <a:pos x="T6" y="T7"/>
                  </a:cxn>
                  <a:cxn ang="T14">
                    <a:pos x="T8" y="T9"/>
                  </a:cxn>
                </a:cxnLst>
                <a:rect l="T15" t="T16" r="T17" b="T18"/>
                <a:pathLst>
                  <a:path w="23" h="19">
                    <a:moveTo>
                      <a:pt x="0" y="18"/>
                    </a:moveTo>
                    <a:lnTo>
                      <a:pt x="22" y="18"/>
                    </a:lnTo>
                    <a:lnTo>
                      <a:pt x="22" y="0"/>
                    </a:lnTo>
                    <a:lnTo>
                      <a:pt x="0" y="0"/>
                    </a:lnTo>
                    <a:lnTo>
                      <a:pt x="0" y="18"/>
                    </a:lnTo>
                  </a:path>
                </a:pathLst>
              </a:custGeom>
              <a:solidFill>
                <a:schemeClr val="bg2"/>
              </a:solidFill>
              <a:ln w="12700" cap="rnd">
                <a:solidFill>
                  <a:schemeClr val="tx1"/>
                </a:solidFill>
                <a:round/>
                <a:headEnd/>
                <a:tailEnd/>
              </a:ln>
            </p:spPr>
            <p:txBody>
              <a:bodyPr/>
              <a:lstStyle/>
              <a:p>
                <a:endParaRPr lang="pt-BR"/>
              </a:p>
            </p:txBody>
          </p:sp>
          <p:sp>
            <p:nvSpPr>
              <p:cNvPr id="230" name="Freeform 672">
                <a:extLst>
                  <a:ext uri="{FF2B5EF4-FFF2-40B4-BE49-F238E27FC236}">
                    <a16:creationId xmlns:a16="http://schemas.microsoft.com/office/drawing/2014/main" id="{81E0E3BF-7C78-5921-8A0B-F5384D504C4E}"/>
                  </a:ext>
                </a:extLst>
              </p:cNvPr>
              <p:cNvSpPr>
                <a:spLocks/>
              </p:cNvSpPr>
              <p:nvPr/>
            </p:nvSpPr>
            <p:spPr bwMode="auto">
              <a:xfrm>
                <a:off x="812" y="1136"/>
                <a:ext cx="23" cy="27"/>
              </a:xfrm>
              <a:custGeom>
                <a:avLst/>
                <a:gdLst>
                  <a:gd name="T0" fmla="*/ 0 w 23"/>
                  <a:gd name="T1" fmla="*/ 26 h 27"/>
                  <a:gd name="T2" fmla="*/ 22 w 23"/>
                  <a:gd name="T3" fmla="*/ 26 h 27"/>
                  <a:gd name="T4" fmla="*/ 22 w 23"/>
                  <a:gd name="T5" fmla="*/ 0 h 27"/>
                  <a:gd name="T6" fmla="*/ 0 w 23"/>
                  <a:gd name="T7" fmla="*/ 0 h 27"/>
                  <a:gd name="T8" fmla="*/ 0 w 23"/>
                  <a:gd name="T9" fmla="*/ 26 h 27"/>
                  <a:gd name="T10" fmla="*/ 0 60000 65536"/>
                  <a:gd name="T11" fmla="*/ 0 60000 65536"/>
                  <a:gd name="T12" fmla="*/ 0 60000 65536"/>
                  <a:gd name="T13" fmla="*/ 0 60000 65536"/>
                  <a:gd name="T14" fmla="*/ 0 60000 65536"/>
                  <a:gd name="T15" fmla="*/ 0 w 23"/>
                  <a:gd name="T16" fmla="*/ 0 h 27"/>
                  <a:gd name="T17" fmla="*/ 23 w 23"/>
                  <a:gd name="T18" fmla="*/ 27 h 27"/>
                </a:gdLst>
                <a:ahLst/>
                <a:cxnLst>
                  <a:cxn ang="T10">
                    <a:pos x="T0" y="T1"/>
                  </a:cxn>
                  <a:cxn ang="T11">
                    <a:pos x="T2" y="T3"/>
                  </a:cxn>
                  <a:cxn ang="T12">
                    <a:pos x="T4" y="T5"/>
                  </a:cxn>
                  <a:cxn ang="T13">
                    <a:pos x="T6" y="T7"/>
                  </a:cxn>
                  <a:cxn ang="T14">
                    <a:pos x="T8" y="T9"/>
                  </a:cxn>
                </a:cxnLst>
                <a:rect l="T15" t="T16" r="T17" b="T18"/>
                <a:pathLst>
                  <a:path w="23" h="27">
                    <a:moveTo>
                      <a:pt x="0" y="26"/>
                    </a:moveTo>
                    <a:lnTo>
                      <a:pt x="22" y="26"/>
                    </a:lnTo>
                    <a:lnTo>
                      <a:pt x="22" y="0"/>
                    </a:lnTo>
                    <a:lnTo>
                      <a:pt x="0" y="0"/>
                    </a:lnTo>
                    <a:lnTo>
                      <a:pt x="0" y="26"/>
                    </a:lnTo>
                  </a:path>
                </a:pathLst>
              </a:custGeom>
              <a:solidFill>
                <a:schemeClr val="bg2"/>
              </a:solidFill>
              <a:ln w="12700" cap="rnd">
                <a:solidFill>
                  <a:schemeClr val="tx1"/>
                </a:solidFill>
                <a:round/>
                <a:headEnd/>
                <a:tailEnd/>
              </a:ln>
            </p:spPr>
            <p:txBody>
              <a:bodyPr/>
              <a:lstStyle/>
              <a:p>
                <a:endParaRPr lang="pt-BR"/>
              </a:p>
            </p:txBody>
          </p:sp>
          <p:sp>
            <p:nvSpPr>
              <p:cNvPr id="231" name="Freeform 673">
                <a:extLst>
                  <a:ext uri="{FF2B5EF4-FFF2-40B4-BE49-F238E27FC236}">
                    <a16:creationId xmlns:a16="http://schemas.microsoft.com/office/drawing/2014/main" id="{329F6124-93A4-85F0-1A23-3B821D413A5C}"/>
                  </a:ext>
                </a:extLst>
              </p:cNvPr>
              <p:cNvSpPr>
                <a:spLocks/>
              </p:cNvSpPr>
              <p:nvPr/>
            </p:nvSpPr>
            <p:spPr bwMode="auto">
              <a:xfrm>
                <a:off x="812" y="1163"/>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endParaRPr lang="pt-BR"/>
              </a:p>
            </p:txBody>
          </p:sp>
          <p:sp>
            <p:nvSpPr>
              <p:cNvPr id="232" name="Freeform 674">
                <a:extLst>
                  <a:ext uri="{FF2B5EF4-FFF2-40B4-BE49-F238E27FC236}">
                    <a16:creationId xmlns:a16="http://schemas.microsoft.com/office/drawing/2014/main" id="{4D1B68DD-A0C4-F365-40FA-B9CF9C8EFAFF}"/>
                  </a:ext>
                </a:extLst>
              </p:cNvPr>
              <p:cNvSpPr>
                <a:spLocks/>
              </p:cNvSpPr>
              <p:nvPr/>
            </p:nvSpPr>
            <p:spPr bwMode="auto">
              <a:xfrm>
                <a:off x="812" y="1163"/>
                <a:ext cx="23" cy="26"/>
              </a:xfrm>
              <a:custGeom>
                <a:avLst/>
                <a:gdLst>
                  <a:gd name="T0" fmla="*/ 0 w 23"/>
                  <a:gd name="T1" fmla="*/ 25 h 26"/>
                  <a:gd name="T2" fmla="*/ 22 w 23"/>
                  <a:gd name="T3" fmla="*/ 25 h 26"/>
                  <a:gd name="T4" fmla="*/ 22 w 23"/>
                  <a:gd name="T5" fmla="*/ 0 h 26"/>
                  <a:gd name="T6" fmla="*/ 0 w 23"/>
                  <a:gd name="T7" fmla="*/ 0 h 26"/>
                  <a:gd name="T8" fmla="*/ 0 w 23"/>
                  <a:gd name="T9" fmla="*/ 25 h 26"/>
                  <a:gd name="T10" fmla="*/ 0 60000 65536"/>
                  <a:gd name="T11" fmla="*/ 0 60000 65536"/>
                  <a:gd name="T12" fmla="*/ 0 60000 65536"/>
                  <a:gd name="T13" fmla="*/ 0 60000 65536"/>
                  <a:gd name="T14" fmla="*/ 0 60000 65536"/>
                  <a:gd name="T15" fmla="*/ 0 w 23"/>
                  <a:gd name="T16" fmla="*/ 0 h 26"/>
                  <a:gd name="T17" fmla="*/ 23 w 23"/>
                  <a:gd name="T18" fmla="*/ 26 h 26"/>
                </a:gdLst>
                <a:ahLst/>
                <a:cxnLst>
                  <a:cxn ang="T10">
                    <a:pos x="T0" y="T1"/>
                  </a:cxn>
                  <a:cxn ang="T11">
                    <a:pos x="T2" y="T3"/>
                  </a:cxn>
                  <a:cxn ang="T12">
                    <a:pos x="T4" y="T5"/>
                  </a:cxn>
                  <a:cxn ang="T13">
                    <a:pos x="T6" y="T7"/>
                  </a:cxn>
                  <a:cxn ang="T14">
                    <a:pos x="T8" y="T9"/>
                  </a:cxn>
                </a:cxnLst>
                <a:rect l="T15" t="T16" r="T17" b="T18"/>
                <a:pathLst>
                  <a:path w="23" h="26">
                    <a:moveTo>
                      <a:pt x="0" y="25"/>
                    </a:moveTo>
                    <a:lnTo>
                      <a:pt x="22" y="25"/>
                    </a:lnTo>
                    <a:lnTo>
                      <a:pt x="22" y="0"/>
                    </a:lnTo>
                    <a:lnTo>
                      <a:pt x="0" y="0"/>
                    </a:lnTo>
                    <a:lnTo>
                      <a:pt x="0" y="25"/>
                    </a:lnTo>
                  </a:path>
                </a:pathLst>
              </a:custGeom>
              <a:solidFill>
                <a:schemeClr val="bg2"/>
              </a:solidFill>
              <a:ln w="12700" cap="rnd">
                <a:solidFill>
                  <a:schemeClr val="tx1"/>
                </a:solidFill>
                <a:round/>
                <a:headEnd/>
                <a:tailEnd/>
              </a:ln>
            </p:spPr>
            <p:txBody>
              <a:bodyPr/>
              <a:lstStyle/>
              <a:p>
                <a:endParaRPr lang="pt-BR"/>
              </a:p>
            </p:txBody>
          </p:sp>
          <p:sp>
            <p:nvSpPr>
              <p:cNvPr id="233" name="Freeform 675">
                <a:extLst>
                  <a:ext uri="{FF2B5EF4-FFF2-40B4-BE49-F238E27FC236}">
                    <a16:creationId xmlns:a16="http://schemas.microsoft.com/office/drawing/2014/main" id="{5D9FA6BD-CCDA-EA35-F86A-22B39ABAB6CB}"/>
                  </a:ext>
                </a:extLst>
              </p:cNvPr>
              <p:cNvSpPr>
                <a:spLocks/>
              </p:cNvSpPr>
              <p:nvPr/>
            </p:nvSpPr>
            <p:spPr bwMode="auto">
              <a:xfrm>
                <a:off x="812" y="1189"/>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endParaRPr lang="pt-BR"/>
              </a:p>
            </p:txBody>
          </p:sp>
          <p:sp>
            <p:nvSpPr>
              <p:cNvPr id="234" name="Freeform 676">
                <a:extLst>
                  <a:ext uri="{FF2B5EF4-FFF2-40B4-BE49-F238E27FC236}">
                    <a16:creationId xmlns:a16="http://schemas.microsoft.com/office/drawing/2014/main" id="{70FB245A-18B8-8C61-5B39-90D2E0C35FF9}"/>
                  </a:ext>
                </a:extLst>
              </p:cNvPr>
              <p:cNvSpPr>
                <a:spLocks/>
              </p:cNvSpPr>
              <p:nvPr/>
            </p:nvSpPr>
            <p:spPr bwMode="auto">
              <a:xfrm>
                <a:off x="812" y="1189"/>
                <a:ext cx="23" cy="27"/>
              </a:xfrm>
              <a:custGeom>
                <a:avLst/>
                <a:gdLst>
                  <a:gd name="T0" fmla="*/ 0 w 23"/>
                  <a:gd name="T1" fmla="*/ 26 h 27"/>
                  <a:gd name="T2" fmla="*/ 22 w 23"/>
                  <a:gd name="T3" fmla="*/ 26 h 27"/>
                  <a:gd name="T4" fmla="*/ 22 w 23"/>
                  <a:gd name="T5" fmla="*/ 0 h 27"/>
                  <a:gd name="T6" fmla="*/ 0 w 23"/>
                  <a:gd name="T7" fmla="*/ 0 h 27"/>
                  <a:gd name="T8" fmla="*/ 0 w 23"/>
                  <a:gd name="T9" fmla="*/ 26 h 27"/>
                  <a:gd name="T10" fmla="*/ 0 60000 65536"/>
                  <a:gd name="T11" fmla="*/ 0 60000 65536"/>
                  <a:gd name="T12" fmla="*/ 0 60000 65536"/>
                  <a:gd name="T13" fmla="*/ 0 60000 65536"/>
                  <a:gd name="T14" fmla="*/ 0 60000 65536"/>
                  <a:gd name="T15" fmla="*/ 0 w 23"/>
                  <a:gd name="T16" fmla="*/ 0 h 27"/>
                  <a:gd name="T17" fmla="*/ 23 w 23"/>
                  <a:gd name="T18" fmla="*/ 27 h 27"/>
                </a:gdLst>
                <a:ahLst/>
                <a:cxnLst>
                  <a:cxn ang="T10">
                    <a:pos x="T0" y="T1"/>
                  </a:cxn>
                  <a:cxn ang="T11">
                    <a:pos x="T2" y="T3"/>
                  </a:cxn>
                  <a:cxn ang="T12">
                    <a:pos x="T4" y="T5"/>
                  </a:cxn>
                  <a:cxn ang="T13">
                    <a:pos x="T6" y="T7"/>
                  </a:cxn>
                  <a:cxn ang="T14">
                    <a:pos x="T8" y="T9"/>
                  </a:cxn>
                </a:cxnLst>
                <a:rect l="T15" t="T16" r="T17" b="T18"/>
                <a:pathLst>
                  <a:path w="23" h="27">
                    <a:moveTo>
                      <a:pt x="0" y="26"/>
                    </a:moveTo>
                    <a:lnTo>
                      <a:pt x="22" y="26"/>
                    </a:lnTo>
                    <a:lnTo>
                      <a:pt x="22" y="0"/>
                    </a:lnTo>
                    <a:lnTo>
                      <a:pt x="0" y="0"/>
                    </a:lnTo>
                    <a:lnTo>
                      <a:pt x="0" y="26"/>
                    </a:lnTo>
                  </a:path>
                </a:pathLst>
              </a:custGeom>
              <a:solidFill>
                <a:schemeClr val="bg2"/>
              </a:solidFill>
              <a:ln w="12700" cap="rnd">
                <a:solidFill>
                  <a:schemeClr val="tx1"/>
                </a:solidFill>
                <a:round/>
                <a:headEnd/>
                <a:tailEnd/>
              </a:ln>
            </p:spPr>
            <p:txBody>
              <a:bodyPr/>
              <a:lstStyle/>
              <a:p>
                <a:endParaRPr lang="pt-BR"/>
              </a:p>
            </p:txBody>
          </p:sp>
          <p:sp>
            <p:nvSpPr>
              <p:cNvPr id="235" name="Freeform 677">
                <a:extLst>
                  <a:ext uri="{FF2B5EF4-FFF2-40B4-BE49-F238E27FC236}">
                    <a16:creationId xmlns:a16="http://schemas.microsoft.com/office/drawing/2014/main" id="{C7297EE7-DFA2-9E75-36F4-6CAA85B60655}"/>
                  </a:ext>
                </a:extLst>
              </p:cNvPr>
              <p:cNvSpPr>
                <a:spLocks/>
              </p:cNvSpPr>
              <p:nvPr/>
            </p:nvSpPr>
            <p:spPr bwMode="auto">
              <a:xfrm>
                <a:off x="827" y="1081"/>
                <a:ext cx="23" cy="21"/>
              </a:xfrm>
              <a:custGeom>
                <a:avLst/>
                <a:gdLst>
                  <a:gd name="T0" fmla="*/ 0 w 23"/>
                  <a:gd name="T1" fmla="*/ 20 h 21"/>
                  <a:gd name="T2" fmla="*/ 22 w 23"/>
                  <a:gd name="T3" fmla="*/ 20 h 21"/>
                  <a:gd name="T4" fmla="*/ 22 w 23"/>
                  <a:gd name="T5" fmla="*/ 0 h 21"/>
                  <a:gd name="T6" fmla="*/ 0 w 23"/>
                  <a:gd name="T7" fmla="*/ 0 h 21"/>
                  <a:gd name="T8" fmla="*/ 0 w 23"/>
                  <a:gd name="T9" fmla="*/ 20 h 21"/>
                  <a:gd name="T10" fmla="*/ 0 60000 65536"/>
                  <a:gd name="T11" fmla="*/ 0 60000 65536"/>
                  <a:gd name="T12" fmla="*/ 0 60000 65536"/>
                  <a:gd name="T13" fmla="*/ 0 60000 65536"/>
                  <a:gd name="T14" fmla="*/ 0 60000 65536"/>
                  <a:gd name="T15" fmla="*/ 0 w 23"/>
                  <a:gd name="T16" fmla="*/ 0 h 21"/>
                  <a:gd name="T17" fmla="*/ 23 w 23"/>
                  <a:gd name="T18" fmla="*/ 21 h 21"/>
                </a:gdLst>
                <a:ahLst/>
                <a:cxnLst>
                  <a:cxn ang="T10">
                    <a:pos x="T0" y="T1"/>
                  </a:cxn>
                  <a:cxn ang="T11">
                    <a:pos x="T2" y="T3"/>
                  </a:cxn>
                  <a:cxn ang="T12">
                    <a:pos x="T4" y="T5"/>
                  </a:cxn>
                  <a:cxn ang="T13">
                    <a:pos x="T6" y="T7"/>
                  </a:cxn>
                  <a:cxn ang="T14">
                    <a:pos x="T8" y="T9"/>
                  </a:cxn>
                </a:cxnLst>
                <a:rect l="T15" t="T16" r="T17" b="T18"/>
                <a:pathLst>
                  <a:path w="23" h="21">
                    <a:moveTo>
                      <a:pt x="0" y="20"/>
                    </a:moveTo>
                    <a:lnTo>
                      <a:pt x="22" y="20"/>
                    </a:lnTo>
                    <a:lnTo>
                      <a:pt x="22" y="0"/>
                    </a:lnTo>
                    <a:lnTo>
                      <a:pt x="0" y="0"/>
                    </a:lnTo>
                    <a:lnTo>
                      <a:pt x="0" y="20"/>
                    </a:lnTo>
                  </a:path>
                </a:pathLst>
              </a:custGeom>
              <a:solidFill>
                <a:schemeClr val="bg2"/>
              </a:solidFill>
              <a:ln w="12700" cap="rnd">
                <a:solidFill>
                  <a:schemeClr val="tx1"/>
                </a:solidFill>
                <a:round/>
                <a:headEnd/>
                <a:tailEnd/>
              </a:ln>
            </p:spPr>
            <p:txBody>
              <a:bodyPr/>
              <a:lstStyle/>
              <a:p>
                <a:endParaRPr lang="pt-BR"/>
              </a:p>
            </p:txBody>
          </p:sp>
          <p:sp>
            <p:nvSpPr>
              <p:cNvPr id="236" name="Freeform 678">
                <a:extLst>
                  <a:ext uri="{FF2B5EF4-FFF2-40B4-BE49-F238E27FC236}">
                    <a16:creationId xmlns:a16="http://schemas.microsoft.com/office/drawing/2014/main" id="{139B08BD-FB11-8121-C286-B00C41CEF0C7}"/>
                  </a:ext>
                </a:extLst>
              </p:cNvPr>
              <p:cNvSpPr>
                <a:spLocks/>
              </p:cNvSpPr>
              <p:nvPr/>
            </p:nvSpPr>
            <p:spPr bwMode="auto">
              <a:xfrm>
                <a:off x="827" y="1081"/>
                <a:ext cx="23" cy="26"/>
              </a:xfrm>
              <a:custGeom>
                <a:avLst/>
                <a:gdLst>
                  <a:gd name="T0" fmla="*/ 0 w 23"/>
                  <a:gd name="T1" fmla="*/ 25 h 26"/>
                  <a:gd name="T2" fmla="*/ 22 w 23"/>
                  <a:gd name="T3" fmla="*/ 25 h 26"/>
                  <a:gd name="T4" fmla="*/ 22 w 23"/>
                  <a:gd name="T5" fmla="*/ 0 h 26"/>
                  <a:gd name="T6" fmla="*/ 0 w 23"/>
                  <a:gd name="T7" fmla="*/ 0 h 26"/>
                  <a:gd name="T8" fmla="*/ 0 w 23"/>
                  <a:gd name="T9" fmla="*/ 25 h 26"/>
                  <a:gd name="T10" fmla="*/ 0 60000 65536"/>
                  <a:gd name="T11" fmla="*/ 0 60000 65536"/>
                  <a:gd name="T12" fmla="*/ 0 60000 65536"/>
                  <a:gd name="T13" fmla="*/ 0 60000 65536"/>
                  <a:gd name="T14" fmla="*/ 0 60000 65536"/>
                  <a:gd name="T15" fmla="*/ 0 w 23"/>
                  <a:gd name="T16" fmla="*/ 0 h 26"/>
                  <a:gd name="T17" fmla="*/ 23 w 23"/>
                  <a:gd name="T18" fmla="*/ 26 h 26"/>
                </a:gdLst>
                <a:ahLst/>
                <a:cxnLst>
                  <a:cxn ang="T10">
                    <a:pos x="T0" y="T1"/>
                  </a:cxn>
                  <a:cxn ang="T11">
                    <a:pos x="T2" y="T3"/>
                  </a:cxn>
                  <a:cxn ang="T12">
                    <a:pos x="T4" y="T5"/>
                  </a:cxn>
                  <a:cxn ang="T13">
                    <a:pos x="T6" y="T7"/>
                  </a:cxn>
                  <a:cxn ang="T14">
                    <a:pos x="T8" y="T9"/>
                  </a:cxn>
                </a:cxnLst>
                <a:rect l="T15" t="T16" r="T17" b="T18"/>
                <a:pathLst>
                  <a:path w="23" h="26">
                    <a:moveTo>
                      <a:pt x="0" y="25"/>
                    </a:moveTo>
                    <a:lnTo>
                      <a:pt x="22" y="25"/>
                    </a:lnTo>
                    <a:lnTo>
                      <a:pt x="22" y="0"/>
                    </a:lnTo>
                    <a:lnTo>
                      <a:pt x="0" y="0"/>
                    </a:lnTo>
                    <a:lnTo>
                      <a:pt x="0" y="25"/>
                    </a:lnTo>
                  </a:path>
                </a:pathLst>
              </a:custGeom>
              <a:solidFill>
                <a:schemeClr val="bg2"/>
              </a:solidFill>
              <a:ln w="12700" cap="rnd">
                <a:solidFill>
                  <a:schemeClr val="tx1"/>
                </a:solidFill>
                <a:round/>
                <a:headEnd/>
                <a:tailEnd/>
              </a:ln>
            </p:spPr>
            <p:txBody>
              <a:bodyPr/>
              <a:lstStyle/>
              <a:p>
                <a:endParaRPr lang="pt-BR"/>
              </a:p>
            </p:txBody>
          </p:sp>
          <p:sp>
            <p:nvSpPr>
              <p:cNvPr id="237" name="Freeform 679">
                <a:extLst>
                  <a:ext uri="{FF2B5EF4-FFF2-40B4-BE49-F238E27FC236}">
                    <a16:creationId xmlns:a16="http://schemas.microsoft.com/office/drawing/2014/main" id="{10EE33A2-D5AF-C1C8-395C-C39BFF5C7177}"/>
                  </a:ext>
                </a:extLst>
              </p:cNvPr>
              <p:cNvSpPr>
                <a:spLocks/>
              </p:cNvSpPr>
              <p:nvPr/>
            </p:nvSpPr>
            <p:spPr bwMode="auto">
              <a:xfrm>
                <a:off x="827" y="1110"/>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endParaRPr lang="pt-BR"/>
              </a:p>
            </p:txBody>
          </p:sp>
          <p:sp>
            <p:nvSpPr>
              <p:cNvPr id="238" name="Freeform 680">
                <a:extLst>
                  <a:ext uri="{FF2B5EF4-FFF2-40B4-BE49-F238E27FC236}">
                    <a16:creationId xmlns:a16="http://schemas.microsoft.com/office/drawing/2014/main" id="{88B20CDA-C2D5-04EF-D6B7-FD53AB0F9A07}"/>
                  </a:ext>
                </a:extLst>
              </p:cNvPr>
              <p:cNvSpPr>
                <a:spLocks/>
              </p:cNvSpPr>
              <p:nvPr/>
            </p:nvSpPr>
            <p:spPr bwMode="auto">
              <a:xfrm>
                <a:off x="827" y="1110"/>
                <a:ext cx="23" cy="25"/>
              </a:xfrm>
              <a:custGeom>
                <a:avLst/>
                <a:gdLst>
                  <a:gd name="T0" fmla="*/ 0 w 23"/>
                  <a:gd name="T1" fmla="*/ 24 h 25"/>
                  <a:gd name="T2" fmla="*/ 22 w 23"/>
                  <a:gd name="T3" fmla="*/ 24 h 25"/>
                  <a:gd name="T4" fmla="*/ 22 w 23"/>
                  <a:gd name="T5" fmla="*/ 0 h 25"/>
                  <a:gd name="T6" fmla="*/ 0 w 23"/>
                  <a:gd name="T7" fmla="*/ 0 h 25"/>
                  <a:gd name="T8" fmla="*/ 0 w 23"/>
                  <a:gd name="T9" fmla="*/ 24 h 25"/>
                  <a:gd name="T10" fmla="*/ 0 60000 65536"/>
                  <a:gd name="T11" fmla="*/ 0 60000 65536"/>
                  <a:gd name="T12" fmla="*/ 0 60000 65536"/>
                  <a:gd name="T13" fmla="*/ 0 60000 65536"/>
                  <a:gd name="T14" fmla="*/ 0 60000 65536"/>
                  <a:gd name="T15" fmla="*/ 0 w 23"/>
                  <a:gd name="T16" fmla="*/ 0 h 25"/>
                  <a:gd name="T17" fmla="*/ 23 w 23"/>
                  <a:gd name="T18" fmla="*/ 25 h 25"/>
                </a:gdLst>
                <a:ahLst/>
                <a:cxnLst>
                  <a:cxn ang="T10">
                    <a:pos x="T0" y="T1"/>
                  </a:cxn>
                  <a:cxn ang="T11">
                    <a:pos x="T2" y="T3"/>
                  </a:cxn>
                  <a:cxn ang="T12">
                    <a:pos x="T4" y="T5"/>
                  </a:cxn>
                  <a:cxn ang="T13">
                    <a:pos x="T6" y="T7"/>
                  </a:cxn>
                  <a:cxn ang="T14">
                    <a:pos x="T8" y="T9"/>
                  </a:cxn>
                </a:cxnLst>
                <a:rect l="T15" t="T16" r="T17" b="T18"/>
                <a:pathLst>
                  <a:path w="23" h="25">
                    <a:moveTo>
                      <a:pt x="0" y="24"/>
                    </a:moveTo>
                    <a:lnTo>
                      <a:pt x="22" y="24"/>
                    </a:lnTo>
                    <a:lnTo>
                      <a:pt x="22" y="0"/>
                    </a:lnTo>
                    <a:lnTo>
                      <a:pt x="0" y="0"/>
                    </a:lnTo>
                    <a:lnTo>
                      <a:pt x="0" y="24"/>
                    </a:lnTo>
                  </a:path>
                </a:pathLst>
              </a:custGeom>
              <a:solidFill>
                <a:schemeClr val="bg2"/>
              </a:solidFill>
              <a:ln w="12700" cap="rnd">
                <a:solidFill>
                  <a:schemeClr val="tx1"/>
                </a:solidFill>
                <a:round/>
                <a:headEnd/>
                <a:tailEnd/>
              </a:ln>
            </p:spPr>
            <p:txBody>
              <a:bodyPr/>
              <a:lstStyle/>
              <a:p>
                <a:endParaRPr lang="pt-BR"/>
              </a:p>
            </p:txBody>
          </p:sp>
          <p:sp>
            <p:nvSpPr>
              <p:cNvPr id="239" name="Freeform 681">
                <a:extLst>
                  <a:ext uri="{FF2B5EF4-FFF2-40B4-BE49-F238E27FC236}">
                    <a16:creationId xmlns:a16="http://schemas.microsoft.com/office/drawing/2014/main" id="{05FF5C79-3A50-F6A4-4C35-05D60101232B}"/>
                  </a:ext>
                </a:extLst>
              </p:cNvPr>
              <p:cNvSpPr>
                <a:spLocks/>
              </p:cNvSpPr>
              <p:nvPr/>
            </p:nvSpPr>
            <p:spPr bwMode="auto">
              <a:xfrm>
                <a:off x="827" y="1136"/>
                <a:ext cx="23" cy="19"/>
              </a:xfrm>
              <a:custGeom>
                <a:avLst/>
                <a:gdLst>
                  <a:gd name="T0" fmla="*/ 0 w 23"/>
                  <a:gd name="T1" fmla="*/ 18 h 19"/>
                  <a:gd name="T2" fmla="*/ 22 w 23"/>
                  <a:gd name="T3" fmla="*/ 18 h 19"/>
                  <a:gd name="T4" fmla="*/ 22 w 23"/>
                  <a:gd name="T5" fmla="*/ 0 h 19"/>
                  <a:gd name="T6" fmla="*/ 0 w 23"/>
                  <a:gd name="T7" fmla="*/ 0 h 19"/>
                  <a:gd name="T8" fmla="*/ 0 w 23"/>
                  <a:gd name="T9" fmla="*/ 18 h 19"/>
                  <a:gd name="T10" fmla="*/ 0 60000 65536"/>
                  <a:gd name="T11" fmla="*/ 0 60000 65536"/>
                  <a:gd name="T12" fmla="*/ 0 60000 65536"/>
                  <a:gd name="T13" fmla="*/ 0 60000 65536"/>
                  <a:gd name="T14" fmla="*/ 0 60000 65536"/>
                  <a:gd name="T15" fmla="*/ 0 w 23"/>
                  <a:gd name="T16" fmla="*/ 0 h 19"/>
                  <a:gd name="T17" fmla="*/ 23 w 23"/>
                  <a:gd name="T18" fmla="*/ 19 h 19"/>
                </a:gdLst>
                <a:ahLst/>
                <a:cxnLst>
                  <a:cxn ang="T10">
                    <a:pos x="T0" y="T1"/>
                  </a:cxn>
                  <a:cxn ang="T11">
                    <a:pos x="T2" y="T3"/>
                  </a:cxn>
                  <a:cxn ang="T12">
                    <a:pos x="T4" y="T5"/>
                  </a:cxn>
                  <a:cxn ang="T13">
                    <a:pos x="T6" y="T7"/>
                  </a:cxn>
                  <a:cxn ang="T14">
                    <a:pos x="T8" y="T9"/>
                  </a:cxn>
                </a:cxnLst>
                <a:rect l="T15" t="T16" r="T17" b="T18"/>
                <a:pathLst>
                  <a:path w="23" h="19">
                    <a:moveTo>
                      <a:pt x="0" y="18"/>
                    </a:moveTo>
                    <a:lnTo>
                      <a:pt x="22" y="18"/>
                    </a:lnTo>
                    <a:lnTo>
                      <a:pt x="22" y="0"/>
                    </a:lnTo>
                    <a:lnTo>
                      <a:pt x="0" y="0"/>
                    </a:lnTo>
                    <a:lnTo>
                      <a:pt x="0" y="18"/>
                    </a:lnTo>
                  </a:path>
                </a:pathLst>
              </a:custGeom>
              <a:solidFill>
                <a:schemeClr val="bg2"/>
              </a:solidFill>
              <a:ln w="12700" cap="rnd">
                <a:solidFill>
                  <a:schemeClr val="tx1"/>
                </a:solidFill>
                <a:round/>
                <a:headEnd/>
                <a:tailEnd/>
              </a:ln>
            </p:spPr>
            <p:txBody>
              <a:bodyPr/>
              <a:lstStyle/>
              <a:p>
                <a:endParaRPr lang="pt-BR"/>
              </a:p>
            </p:txBody>
          </p:sp>
          <p:sp>
            <p:nvSpPr>
              <p:cNvPr id="240" name="Freeform 682">
                <a:extLst>
                  <a:ext uri="{FF2B5EF4-FFF2-40B4-BE49-F238E27FC236}">
                    <a16:creationId xmlns:a16="http://schemas.microsoft.com/office/drawing/2014/main" id="{17BA063B-CA03-5F0F-9D49-71508F003BC3}"/>
                  </a:ext>
                </a:extLst>
              </p:cNvPr>
              <p:cNvSpPr>
                <a:spLocks/>
              </p:cNvSpPr>
              <p:nvPr/>
            </p:nvSpPr>
            <p:spPr bwMode="auto">
              <a:xfrm>
                <a:off x="827" y="1136"/>
                <a:ext cx="23" cy="27"/>
              </a:xfrm>
              <a:custGeom>
                <a:avLst/>
                <a:gdLst>
                  <a:gd name="T0" fmla="*/ 0 w 23"/>
                  <a:gd name="T1" fmla="*/ 26 h 27"/>
                  <a:gd name="T2" fmla="*/ 22 w 23"/>
                  <a:gd name="T3" fmla="*/ 26 h 27"/>
                  <a:gd name="T4" fmla="*/ 22 w 23"/>
                  <a:gd name="T5" fmla="*/ 0 h 27"/>
                  <a:gd name="T6" fmla="*/ 0 w 23"/>
                  <a:gd name="T7" fmla="*/ 0 h 27"/>
                  <a:gd name="T8" fmla="*/ 0 w 23"/>
                  <a:gd name="T9" fmla="*/ 26 h 27"/>
                  <a:gd name="T10" fmla="*/ 0 60000 65536"/>
                  <a:gd name="T11" fmla="*/ 0 60000 65536"/>
                  <a:gd name="T12" fmla="*/ 0 60000 65536"/>
                  <a:gd name="T13" fmla="*/ 0 60000 65536"/>
                  <a:gd name="T14" fmla="*/ 0 60000 65536"/>
                  <a:gd name="T15" fmla="*/ 0 w 23"/>
                  <a:gd name="T16" fmla="*/ 0 h 27"/>
                  <a:gd name="T17" fmla="*/ 23 w 23"/>
                  <a:gd name="T18" fmla="*/ 27 h 27"/>
                </a:gdLst>
                <a:ahLst/>
                <a:cxnLst>
                  <a:cxn ang="T10">
                    <a:pos x="T0" y="T1"/>
                  </a:cxn>
                  <a:cxn ang="T11">
                    <a:pos x="T2" y="T3"/>
                  </a:cxn>
                  <a:cxn ang="T12">
                    <a:pos x="T4" y="T5"/>
                  </a:cxn>
                  <a:cxn ang="T13">
                    <a:pos x="T6" y="T7"/>
                  </a:cxn>
                  <a:cxn ang="T14">
                    <a:pos x="T8" y="T9"/>
                  </a:cxn>
                </a:cxnLst>
                <a:rect l="T15" t="T16" r="T17" b="T18"/>
                <a:pathLst>
                  <a:path w="23" h="27">
                    <a:moveTo>
                      <a:pt x="0" y="26"/>
                    </a:moveTo>
                    <a:lnTo>
                      <a:pt x="22" y="26"/>
                    </a:lnTo>
                    <a:lnTo>
                      <a:pt x="22" y="0"/>
                    </a:lnTo>
                    <a:lnTo>
                      <a:pt x="0" y="0"/>
                    </a:lnTo>
                    <a:lnTo>
                      <a:pt x="0" y="26"/>
                    </a:lnTo>
                  </a:path>
                </a:pathLst>
              </a:custGeom>
              <a:solidFill>
                <a:schemeClr val="bg2"/>
              </a:solidFill>
              <a:ln w="12700" cap="rnd">
                <a:solidFill>
                  <a:schemeClr val="tx1"/>
                </a:solidFill>
                <a:round/>
                <a:headEnd/>
                <a:tailEnd/>
              </a:ln>
            </p:spPr>
            <p:txBody>
              <a:bodyPr/>
              <a:lstStyle/>
              <a:p>
                <a:endParaRPr lang="pt-BR"/>
              </a:p>
            </p:txBody>
          </p:sp>
          <p:sp>
            <p:nvSpPr>
              <p:cNvPr id="241" name="Freeform 683">
                <a:extLst>
                  <a:ext uri="{FF2B5EF4-FFF2-40B4-BE49-F238E27FC236}">
                    <a16:creationId xmlns:a16="http://schemas.microsoft.com/office/drawing/2014/main" id="{20E23F78-0D74-15C8-1205-10D9FA531E47}"/>
                  </a:ext>
                </a:extLst>
              </p:cNvPr>
              <p:cNvSpPr>
                <a:spLocks/>
              </p:cNvSpPr>
              <p:nvPr/>
            </p:nvSpPr>
            <p:spPr bwMode="auto">
              <a:xfrm>
                <a:off x="827" y="1163"/>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endParaRPr lang="pt-BR"/>
              </a:p>
            </p:txBody>
          </p:sp>
          <p:sp>
            <p:nvSpPr>
              <p:cNvPr id="242" name="Freeform 684">
                <a:extLst>
                  <a:ext uri="{FF2B5EF4-FFF2-40B4-BE49-F238E27FC236}">
                    <a16:creationId xmlns:a16="http://schemas.microsoft.com/office/drawing/2014/main" id="{A5BD4CD0-9EAC-31AF-117F-E4BE6A624592}"/>
                  </a:ext>
                </a:extLst>
              </p:cNvPr>
              <p:cNvSpPr>
                <a:spLocks/>
              </p:cNvSpPr>
              <p:nvPr/>
            </p:nvSpPr>
            <p:spPr bwMode="auto">
              <a:xfrm>
                <a:off x="827" y="1163"/>
                <a:ext cx="23" cy="26"/>
              </a:xfrm>
              <a:custGeom>
                <a:avLst/>
                <a:gdLst>
                  <a:gd name="T0" fmla="*/ 0 w 23"/>
                  <a:gd name="T1" fmla="*/ 25 h 26"/>
                  <a:gd name="T2" fmla="*/ 22 w 23"/>
                  <a:gd name="T3" fmla="*/ 25 h 26"/>
                  <a:gd name="T4" fmla="*/ 22 w 23"/>
                  <a:gd name="T5" fmla="*/ 0 h 26"/>
                  <a:gd name="T6" fmla="*/ 0 w 23"/>
                  <a:gd name="T7" fmla="*/ 0 h 26"/>
                  <a:gd name="T8" fmla="*/ 0 w 23"/>
                  <a:gd name="T9" fmla="*/ 25 h 26"/>
                  <a:gd name="T10" fmla="*/ 0 60000 65536"/>
                  <a:gd name="T11" fmla="*/ 0 60000 65536"/>
                  <a:gd name="T12" fmla="*/ 0 60000 65536"/>
                  <a:gd name="T13" fmla="*/ 0 60000 65536"/>
                  <a:gd name="T14" fmla="*/ 0 60000 65536"/>
                  <a:gd name="T15" fmla="*/ 0 w 23"/>
                  <a:gd name="T16" fmla="*/ 0 h 26"/>
                  <a:gd name="T17" fmla="*/ 23 w 23"/>
                  <a:gd name="T18" fmla="*/ 26 h 26"/>
                </a:gdLst>
                <a:ahLst/>
                <a:cxnLst>
                  <a:cxn ang="T10">
                    <a:pos x="T0" y="T1"/>
                  </a:cxn>
                  <a:cxn ang="T11">
                    <a:pos x="T2" y="T3"/>
                  </a:cxn>
                  <a:cxn ang="T12">
                    <a:pos x="T4" y="T5"/>
                  </a:cxn>
                  <a:cxn ang="T13">
                    <a:pos x="T6" y="T7"/>
                  </a:cxn>
                  <a:cxn ang="T14">
                    <a:pos x="T8" y="T9"/>
                  </a:cxn>
                </a:cxnLst>
                <a:rect l="T15" t="T16" r="T17" b="T18"/>
                <a:pathLst>
                  <a:path w="23" h="26">
                    <a:moveTo>
                      <a:pt x="0" y="25"/>
                    </a:moveTo>
                    <a:lnTo>
                      <a:pt x="22" y="25"/>
                    </a:lnTo>
                    <a:lnTo>
                      <a:pt x="22" y="0"/>
                    </a:lnTo>
                    <a:lnTo>
                      <a:pt x="0" y="0"/>
                    </a:lnTo>
                    <a:lnTo>
                      <a:pt x="0" y="25"/>
                    </a:lnTo>
                  </a:path>
                </a:pathLst>
              </a:custGeom>
              <a:solidFill>
                <a:schemeClr val="bg2"/>
              </a:solidFill>
              <a:ln w="12700" cap="rnd">
                <a:solidFill>
                  <a:schemeClr val="tx1"/>
                </a:solidFill>
                <a:round/>
                <a:headEnd/>
                <a:tailEnd/>
              </a:ln>
            </p:spPr>
            <p:txBody>
              <a:bodyPr/>
              <a:lstStyle/>
              <a:p>
                <a:endParaRPr lang="pt-BR"/>
              </a:p>
            </p:txBody>
          </p:sp>
          <p:sp>
            <p:nvSpPr>
              <p:cNvPr id="243" name="Freeform 685">
                <a:extLst>
                  <a:ext uri="{FF2B5EF4-FFF2-40B4-BE49-F238E27FC236}">
                    <a16:creationId xmlns:a16="http://schemas.microsoft.com/office/drawing/2014/main" id="{E1B6D092-75B2-1F43-EEE5-0D116CCA5074}"/>
                  </a:ext>
                </a:extLst>
              </p:cNvPr>
              <p:cNvSpPr>
                <a:spLocks/>
              </p:cNvSpPr>
              <p:nvPr/>
            </p:nvSpPr>
            <p:spPr bwMode="auto">
              <a:xfrm>
                <a:off x="827" y="1189"/>
                <a:ext cx="23" cy="20"/>
              </a:xfrm>
              <a:custGeom>
                <a:avLst/>
                <a:gdLst>
                  <a:gd name="T0" fmla="*/ 0 w 23"/>
                  <a:gd name="T1" fmla="*/ 19 h 20"/>
                  <a:gd name="T2" fmla="*/ 22 w 23"/>
                  <a:gd name="T3" fmla="*/ 19 h 20"/>
                  <a:gd name="T4" fmla="*/ 22 w 23"/>
                  <a:gd name="T5" fmla="*/ 0 h 20"/>
                  <a:gd name="T6" fmla="*/ 0 w 23"/>
                  <a:gd name="T7" fmla="*/ 0 h 20"/>
                  <a:gd name="T8" fmla="*/ 0 w 23"/>
                  <a:gd name="T9" fmla="*/ 19 h 20"/>
                  <a:gd name="T10" fmla="*/ 0 60000 65536"/>
                  <a:gd name="T11" fmla="*/ 0 60000 65536"/>
                  <a:gd name="T12" fmla="*/ 0 60000 65536"/>
                  <a:gd name="T13" fmla="*/ 0 60000 65536"/>
                  <a:gd name="T14" fmla="*/ 0 60000 65536"/>
                  <a:gd name="T15" fmla="*/ 0 w 23"/>
                  <a:gd name="T16" fmla="*/ 0 h 20"/>
                  <a:gd name="T17" fmla="*/ 23 w 23"/>
                  <a:gd name="T18" fmla="*/ 20 h 20"/>
                </a:gdLst>
                <a:ahLst/>
                <a:cxnLst>
                  <a:cxn ang="T10">
                    <a:pos x="T0" y="T1"/>
                  </a:cxn>
                  <a:cxn ang="T11">
                    <a:pos x="T2" y="T3"/>
                  </a:cxn>
                  <a:cxn ang="T12">
                    <a:pos x="T4" y="T5"/>
                  </a:cxn>
                  <a:cxn ang="T13">
                    <a:pos x="T6" y="T7"/>
                  </a:cxn>
                  <a:cxn ang="T14">
                    <a:pos x="T8" y="T9"/>
                  </a:cxn>
                </a:cxnLst>
                <a:rect l="T15" t="T16" r="T17" b="T18"/>
                <a:pathLst>
                  <a:path w="23" h="20">
                    <a:moveTo>
                      <a:pt x="0" y="19"/>
                    </a:moveTo>
                    <a:lnTo>
                      <a:pt x="22" y="19"/>
                    </a:lnTo>
                    <a:lnTo>
                      <a:pt x="22" y="0"/>
                    </a:lnTo>
                    <a:lnTo>
                      <a:pt x="0" y="0"/>
                    </a:lnTo>
                    <a:lnTo>
                      <a:pt x="0" y="19"/>
                    </a:lnTo>
                  </a:path>
                </a:pathLst>
              </a:custGeom>
              <a:solidFill>
                <a:schemeClr val="bg2"/>
              </a:solidFill>
              <a:ln w="12700" cap="rnd">
                <a:solidFill>
                  <a:schemeClr val="tx1"/>
                </a:solidFill>
                <a:round/>
                <a:headEnd/>
                <a:tailEnd/>
              </a:ln>
            </p:spPr>
            <p:txBody>
              <a:bodyPr/>
              <a:lstStyle/>
              <a:p>
                <a:endParaRPr lang="pt-BR"/>
              </a:p>
            </p:txBody>
          </p:sp>
          <p:sp>
            <p:nvSpPr>
              <p:cNvPr id="244" name="Freeform 686">
                <a:extLst>
                  <a:ext uri="{FF2B5EF4-FFF2-40B4-BE49-F238E27FC236}">
                    <a16:creationId xmlns:a16="http://schemas.microsoft.com/office/drawing/2014/main" id="{4EC1C4DC-6D1F-A8DA-BA1B-552E02A8839C}"/>
                  </a:ext>
                </a:extLst>
              </p:cNvPr>
              <p:cNvSpPr>
                <a:spLocks/>
              </p:cNvSpPr>
              <p:nvPr/>
            </p:nvSpPr>
            <p:spPr bwMode="auto">
              <a:xfrm>
                <a:off x="827" y="1189"/>
                <a:ext cx="23" cy="27"/>
              </a:xfrm>
              <a:custGeom>
                <a:avLst/>
                <a:gdLst>
                  <a:gd name="T0" fmla="*/ 0 w 23"/>
                  <a:gd name="T1" fmla="*/ 26 h 27"/>
                  <a:gd name="T2" fmla="*/ 22 w 23"/>
                  <a:gd name="T3" fmla="*/ 26 h 27"/>
                  <a:gd name="T4" fmla="*/ 22 w 23"/>
                  <a:gd name="T5" fmla="*/ 0 h 27"/>
                  <a:gd name="T6" fmla="*/ 0 w 23"/>
                  <a:gd name="T7" fmla="*/ 0 h 27"/>
                  <a:gd name="T8" fmla="*/ 0 w 23"/>
                  <a:gd name="T9" fmla="*/ 26 h 27"/>
                  <a:gd name="T10" fmla="*/ 0 60000 65536"/>
                  <a:gd name="T11" fmla="*/ 0 60000 65536"/>
                  <a:gd name="T12" fmla="*/ 0 60000 65536"/>
                  <a:gd name="T13" fmla="*/ 0 60000 65536"/>
                  <a:gd name="T14" fmla="*/ 0 60000 65536"/>
                  <a:gd name="T15" fmla="*/ 0 w 23"/>
                  <a:gd name="T16" fmla="*/ 0 h 27"/>
                  <a:gd name="T17" fmla="*/ 23 w 23"/>
                  <a:gd name="T18" fmla="*/ 27 h 27"/>
                </a:gdLst>
                <a:ahLst/>
                <a:cxnLst>
                  <a:cxn ang="T10">
                    <a:pos x="T0" y="T1"/>
                  </a:cxn>
                  <a:cxn ang="T11">
                    <a:pos x="T2" y="T3"/>
                  </a:cxn>
                  <a:cxn ang="T12">
                    <a:pos x="T4" y="T5"/>
                  </a:cxn>
                  <a:cxn ang="T13">
                    <a:pos x="T6" y="T7"/>
                  </a:cxn>
                  <a:cxn ang="T14">
                    <a:pos x="T8" y="T9"/>
                  </a:cxn>
                </a:cxnLst>
                <a:rect l="T15" t="T16" r="T17" b="T18"/>
                <a:pathLst>
                  <a:path w="23" h="27">
                    <a:moveTo>
                      <a:pt x="0" y="26"/>
                    </a:moveTo>
                    <a:lnTo>
                      <a:pt x="22" y="26"/>
                    </a:lnTo>
                    <a:lnTo>
                      <a:pt x="22" y="0"/>
                    </a:lnTo>
                    <a:lnTo>
                      <a:pt x="0" y="0"/>
                    </a:lnTo>
                    <a:lnTo>
                      <a:pt x="0" y="26"/>
                    </a:lnTo>
                  </a:path>
                </a:pathLst>
              </a:custGeom>
              <a:solidFill>
                <a:schemeClr val="bg2"/>
              </a:solidFill>
              <a:ln w="12700" cap="rnd">
                <a:solidFill>
                  <a:schemeClr val="tx1"/>
                </a:solidFill>
                <a:round/>
                <a:headEnd/>
                <a:tailEnd/>
              </a:ln>
            </p:spPr>
            <p:txBody>
              <a:bodyPr/>
              <a:lstStyle/>
              <a:p>
                <a:endParaRPr lang="pt-BR"/>
              </a:p>
            </p:txBody>
          </p:sp>
          <p:sp>
            <p:nvSpPr>
              <p:cNvPr id="245" name="Freeform 687">
                <a:extLst>
                  <a:ext uri="{FF2B5EF4-FFF2-40B4-BE49-F238E27FC236}">
                    <a16:creationId xmlns:a16="http://schemas.microsoft.com/office/drawing/2014/main" id="{0B9EB42C-F2F0-7A98-1C9C-183FBAC98477}"/>
                  </a:ext>
                </a:extLst>
              </p:cNvPr>
              <p:cNvSpPr>
                <a:spLocks/>
              </p:cNvSpPr>
              <p:nvPr/>
            </p:nvSpPr>
            <p:spPr bwMode="auto">
              <a:xfrm>
                <a:off x="842" y="1081"/>
                <a:ext cx="24" cy="21"/>
              </a:xfrm>
              <a:custGeom>
                <a:avLst/>
                <a:gdLst>
                  <a:gd name="T0" fmla="*/ 0 w 24"/>
                  <a:gd name="T1" fmla="*/ 20 h 21"/>
                  <a:gd name="T2" fmla="*/ 23 w 24"/>
                  <a:gd name="T3" fmla="*/ 20 h 21"/>
                  <a:gd name="T4" fmla="*/ 23 w 24"/>
                  <a:gd name="T5" fmla="*/ 0 h 21"/>
                  <a:gd name="T6" fmla="*/ 0 w 24"/>
                  <a:gd name="T7" fmla="*/ 0 h 21"/>
                  <a:gd name="T8" fmla="*/ 0 w 24"/>
                  <a:gd name="T9" fmla="*/ 20 h 21"/>
                  <a:gd name="T10" fmla="*/ 0 60000 65536"/>
                  <a:gd name="T11" fmla="*/ 0 60000 65536"/>
                  <a:gd name="T12" fmla="*/ 0 60000 65536"/>
                  <a:gd name="T13" fmla="*/ 0 60000 65536"/>
                  <a:gd name="T14" fmla="*/ 0 60000 65536"/>
                  <a:gd name="T15" fmla="*/ 0 w 24"/>
                  <a:gd name="T16" fmla="*/ 0 h 21"/>
                  <a:gd name="T17" fmla="*/ 24 w 24"/>
                  <a:gd name="T18" fmla="*/ 21 h 21"/>
                </a:gdLst>
                <a:ahLst/>
                <a:cxnLst>
                  <a:cxn ang="T10">
                    <a:pos x="T0" y="T1"/>
                  </a:cxn>
                  <a:cxn ang="T11">
                    <a:pos x="T2" y="T3"/>
                  </a:cxn>
                  <a:cxn ang="T12">
                    <a:pos x="T4" y="T5"/>
                  </a:cxn>
                  <a:cxn ang="T13">
                    <a:pos x="T6" y="T7"/>
                  </a:cxn>
                  <a:cxn ang="T14">
                    <a:pos x="T8" y="T9"/>
                  </a:cxn>
                </a:cxnLst>
                <a:rect l="T15" t="T16" r="T17" b="T18"/>
                <a:pathLst>
                  <a:path w="24" h="21">
                    <a:moveTo>
                      <a:pt x="0" y="20"/>
                    </a:moveTo>
                    <a:lnTo>
                      <a:pt x="23" y="20"/>
                    </a:lnTo>
                    <a:lnTo>
                      <a:pt x="23" y="0"/>
                    </a:lnTo>
                    <a:lnTo>
                      <a:pt x="0" y="0"/>
                    </a:lnTo>
                    <a:lnTo>
                      <a:pt x="0" y="20"/>
                    </a:lnTo>
                  </a:path>
                </a:pathLst>
              </a:custGeom>
              <a:solidFill>
                <a:schemeClr val="bg2"/>
              </a:solidFill>
              <a:ln w="12700" cap="rnd">
                <a:solidFill>
                  <a:schemeClr val="tx1"/>
                </a:solidFill>
                <a:round/>
                <a:headEnd/>
                <a:tailEnd/>
              </a:ln>
            </p:spPr>
            <p:txBody>
              <a:bodyPr/>
              <a:lstStyle/>
              <a:p>
                <a:endParaRPr lang="pt-BR"/>
              </a:p>
            </p:txBody>
          </p:sp>
          <p:sp>
            <p:nvSpPr>
              <p:cNvPr id="246" name="Freeform 688">
                <a:extLst>
                  <a:ext uri="{FF2B5EF4-FFF2-40B4-BE49-F238E27FC236}">
                    <a16:creationId xmlns:a16="http://schemas.microsoft.com/office/drawing/2014/main" id="{BB4AB917-1D6E-DE23-0FAF-E903A4F45CFD}"/>
                  </a:ext>
                </a:extLst>
              </p:cNvPr>
              <p:cNvSpPr>
                <a:spLocks/>
              </p:cNvSpPr>
              <p:nvPr/>
            </p:nvSpPr>
            <p:spPr bwMode="auto">
              <a:xfrm>
                <a:off x="842" y="1081"/>
                <a:ext cx="24" cy="26"/>
              </a:xfrm>
              <a:custGeom>
                <a:avLst/>
                <a:gdLst>
                  <a:gd name="T0" fmla="*/ 0 w 24"/>
                  <a:gd name="T1" fmla="*/ 25 h 26"/>
                  <a:gd name="T2" fmla="*/ 23 w 24"/>
                  <a:gd name="T3" fmla="*/ 25 h 26"/>
                  <a:gd name="T4" fmla="*/ 23 w 24"/>
                  <a:gd name="T5" fmla="*/ 0 h 26"/>
                  <a:gd name="T6" fmla="*/ 0 w 24"/>
                  <a:gd name="T7" fmla="*/ 0 h 26"/>
                  <a:gd name="T8" fmla="*/ 0 w 24"/>
                  <a:gd name="T9" fmla="*/ 25 h 26"/>
                  <a:gd name="T10" fmla="*/ 0 60000 65536"/>
                  <a:gd name="T11" fmla="*/ 0 60000 65536"/>
                  <a:gd name="T12" fmla="*/ 0 60000 65536"/>
                  <a:gd name="T13" fmla="*/ 0 60000 65536"/>
                  <a:gd name="T14" fmla="*/ 0 60000 65536"/>
                  <a:gd name="T15" fmla="*/ 0 w 24"/>
                  <a:gd name="T16" fmla="*/ 0 h 26"/>
                  <a:gd name="T17" fmla="*/ 24 w 24"/>
                  <a:gd name="T18" fmla="*/ 26 h 26"/>
                </a:gdLst>
                <a:ahLst/>
                <a:cxnLst>
                  <a:cxn ang="T10">
                    <a:pos x="T0" y="T1"/>
                  </a:cxn>
                  <a:cxn ang="T11">
                    <a:pos x="T2" y="T3"/>
                  </a:cxn>
                  <a:cxn ang="T12">
                    <a:pos x="T4" y="T5"/>
                  </a:cxn>
                  <a:cxn ang="T13">
                    <a:pos x="T6" y="T7"/>
                  </a:cxn>
                  <a:cxn ang="T14">
                    <a:pos x="T8" y="T9"/>
                  </a:cxn>
                </a:cxnLst>
                <a:rect l="T15" t="T16" r="T17" b="T18"/>
                <a:pathLst>
                  <a:path w="24" h="26">
                    <a:moveTo>
                      <a:pt x="0" y="25"/>
                    </a:moveTo>
                    <a:lnTo>
                      <a:pt x="23" y="25"/>
                    </a:lnTo>
                    <a:lnTo>
                      <a:pt x="23" y="0"/>
                    </a:lnTo>
                    <a:lnTo>
                      <a:pt x="0" y="0"/>
                    </a:lnTo>
                    <a:lnTo>
                      <a:pt x="0" y="25"/>
                    </a:lnTo>
                  </a:path>
                </a:pathLst>
              </a:custGeom>
              <a:solidFill>
                <a:schemeClr val="bg2"/>
              </a:solidFill>
              <a:ln w="12700" cap="rnd">
                <a:solidFill>
                  <a:schemeClr val="tx1"/>
                </a:solidFill>
                <a:round/>
                <a:headEnd/>
                <a:tailEnd/>
              </a:ln>
            </p:spPr>
            <p:txBody>
              <a:bodyPr/>
              <a:lstStyle/>
              <a:p>
                <a:endParaRPr lang="pt-BR"/>
              </a:p>
            </p:txBody>
          </p:sp>
          <p:sp>
            <p:nvSpPr>
              <p:cNvPr id="247" name="Freeform 689">
                <a:extLst>
                  <a:ext uri="{FF2B5EF4-FFF2-40B4-BE49-F238E27FC236}">
                    <a16:creationId xmlns:a16="http://schemas.microsoft.com/office/drawing/2014/main" id="{3DD204DC-3AE1-206E-CF6D-211077424625}"/>
                  </a:ext>
                </a:extLst>
              </p:cNvPr>
              <p:cNvSpPr>
                <a:spLocks/>
              </p:cNvSpPr>
              <p:nvPr/>
            </p:nvSpPr>
            <p:spPr bwMode="auto">
              <a:xfrm>
                <a:off x="842" y="1110"/>
                <a:ext cx="24" cy="20"/>
              </a:xfrm>
              <a:custGeom>
                <a:avLst/>
                <a:gdLst>
                  <a:gd name="T0" fmla="*/ 0 w 24"/>
                  <a:gd name="T1" fmla="*/ 19 h 20"/>
                  <a:gd name="T2" fmla="*/ 23 w 24"/>
                  <a:gd name="T3" fmla="*/ 19 h 20"/>
                  <a:gd name="T4" fmla="*/ 23 w 24"/>
                  <a:gd name="T5" fmla="*/ 0 h 20"/>
                  <a:gd name="T6" fmla="*/ 0 w 24"/>
                  <a:gd name="T7" fmla="*/ 0 h 20"/>
                  <a:gd name="T8" fmla="*/ 0 w 24"/>
                  <a:gd name="T9" fmla="*/ 19 h 20"/>
                  <a:gd name="T10" fmla="*/ 0 60000 65536"/>
                  <a:gd name="T11" fmla="*/ 0 60000 65536"/>
                  <a:gd name="T12" fmla="*/ 0 60000 65536"/>
                  <a:gd name="T13" fmla="*/ 0 60000 65536"/>
                  <a:gd name="T14" fmla="*/ 0 60000 65536"/>
                  <a:gd name="T15" fmla="*/ 0 w 24"/>
                  <a:gd name="T16" fmla="*/ 0 h 20"/>
                  <a:gd name="T17" fmla="*/ 24 w 24"/>
                  <a:gd name="T18" fmla="*/ 20 h 20"/>
                </a:gdLst>
                <a:ahLst/>
                <a:cxnLst>
                  <a:cxn ang="T10">
                    <a:pos x="T0" y="T1"/>
                  </a:cxn>
                  <a:cxn ang="T11">
                    <a:pos x="T2" y="T3"/>
                  </a:cxn>
                  <a:cxn ang="T12">
                    <a:pos x="T4" y="T5"/>
                  </a:cxn>
                  <a:cxn ang="T13">
                    <a:pos x="T6" y="T7"/>
                  </a:cxn>
                  <a:cxn ang="T14">
                    <a:pos x="T8" y="T9"/>
                  </a:cxn>
                </a:cxnLst>
                <a:rect l="T15" t="T16" r="T17" b="T18"/>
                <a:pathLst>
                  <a:path w="24" h="20">
                    <a:moveTo>
                      <a:pt x="0" y="19"/>
                    </a:moveTo>
                    <a:lnTo>
                      <a:pt x="23" y="19"/>
                    </a:lnTo>
                    <a:lnTo>
                      <a:pt x="23" y="0"/>
                    </a:lnTo>
                    <a:lnTo>
                      <a:pt x="0" y="0"/>
                    </a:lnTo>
                    <a:lnTo>
                      <a:pt x="0" y="19"/>
                    </a:lnTo>
                  </a:path>
                </a:pathLst>
              </a:custGeom>
              <a:solidFill>
                <a:schemeClr val="bg2"/>
              </a:solidFill>
              <a:ln w="12700" cap="rnd">
                <a:solidFill>
                  <a:schemeClr val="tx1"/>
                </a:solidFill>
                <a:round/>
                <a:headEnd/>
                <a:tailEnd/>
              </a:ln>
            </p:spPr>
            <p:txBody>
              <a:bodyPr/>
              <a:lstStyle/>
              <a:p>
                <a:endParaRPr lang="pt-BR"/>
              </a:p>
            </p:txBody>
          </p:sp>
          <p:sp>
            <p:nvSpPr>
              <p:cNvPr id="248" name="Freeform 690">
                <a:extLst>
                  <a:ext uri="{FF2B5EF4-FFF2-40B4-BE49-F238E27FC236}">
                    <a16:creationId xmlns:a16="http://schemas.microsoft.com/office/drawing/2014/main" id="{7D064AB0-21B5-2EBF-533E-3818D3486B58}"/>
                  </a:ext>
                </a:extLst>
              </p:cNvPr>
              <p:cNvSpPr>
                <a:spLocks/>
              </p:cNvSpPr>
              <p:nvPr/>
            </p:nvSpPr>
            <p:spPr bwMode="auto">
              <a:xfrm>
                <a:off x="842" y="1110"/>
                <a:ext cx="24" cy="25"/>
              </a:xfrm>
              <a:custGeom>
                <a:avLst/>
                <a:gdLst>
                  <a:gd name="T0" fmla="*/ 0 w 24"/>
                  <a:gd name="T1" fmla="*/ 24 h 25"/>
                  <a:gd name="T2" fmla="*/ 23 w 24"/>
                  <a:gd name="T3" fmla="*/ 24 h 25"/>
                  <a:gd name="T4" fmla="*/ 23 w 24"/>
                  <a:gd name="T5" fmla="*/ 0 h 25"/>
                  <a:gd name="T6" fmla="*/ 0 w 24"/>
                  <a:gd name="T7" fmla="*/ 0 h 25"/>
                  <a:gd name="T8" fmla="*/ 0 w 24"/>
                  <a:gd name="T9" fmla="*/ 24 h 25"/>
                  <a:gd name="T10" fmla="*/ 0 60000 65536"/>
                  <a:gd name="T11" fmla="*/ 0 60000 65536"/>
                  <a:gd name="T12" fmla="*/ 0 60000 65536"/>
                  <a:gd name="T13" fmla="*/ 0 60000 65536"/>
                  <a:gd name="T14" fmla="*/ 0 60000 65536"/>
                  <a:gd name="T15" fmla="*/ 0 w 24"/>
                  <a:gd name="T16" fmla="*/ 0 h 25"/>
                  <a:gd name="T17" fmla="*/ 24 w 24"/>
                  <a:gd name="T18" fmla="*/ 25 h 25"/>
                </a:gdLst>
                <a:ahLst/>
                <a:cxnLst>
                  <a:cxn ang="T10">
                    <a:pos x="T0" y="T1"/>
                  </a:cxn>
                  <a:cxn ang="T11">
                    <a:pos x="T2" y="T3"/>
                  </a:cxn>
                  <a:cxn ang="T12">
                    <a:pos x="T4" y="T5"/>
                  </a:cxn>
                  <a:cxn ang="T13">
                    <a:pos x="T6" y="T7"/>
                  </a:cxn>
                  <a:cxn ang="T14">
                    <a:pos x="T8" y="T9"/>
                  </a:cxn>
                </a:cxnLst>
                <a:rect l="T15" t="T16" r="T17" b="T18"/>
                <a:pathLst>
                  <a:path w="24" h="25">
                    <a:moveTo>
                      <a:pt x="0" y="24"/>
                    </a:moveTo>
                    <a:lnTo>
                      <a:pt x="23" y="24"/>
                    </a:lnTo>
                    <a:lnTo>
                      <a:pt x="23" y="0"/>
                    </a:lnTo>
                    <a:lnTo>
                      <a:pt x="0" y="0"/>
                    </a:lnTo>
                    <a:lnTo>
                      <a:pt x="0" y="24"/>
                    </a:lnTo>
                  </a:path>
                </a:pathLst>
              </a:custGeom>
              <a:solidFill>
                <a:schemeClr val="bg2"/>
              </a:solidFill>
              <a:ln w="12700" cap="rnd">
                <a:solidFill>
                  <a:schemeClr val="tx1"/>
                </a:solidFill>
                <a:round/>
                <a:headEnd/>
                <a:tailEnd/>
              </a:ln>
            </p:spPr>
            <p:txBody>
              <a:bodyPr/>
              <a:lstStyle/>
              <a:p>
                <a:endParaRPr lang="pt-BR"/>
              </a:p>
            </p:txBody>
          </p:sp>
          <p:sp>
            <p:nvSpPr>
              <p:cNvPr id="249" name="Freeform 691">
                <a:extLst>
                  <a:ext uri="{FF2B5EF4-FFF2-40B4-BE49-F238E27FC236}">
                    <a16:creationId xmlns:a16="http://schemas.microsoft.com/office/drawing/2014/main" id="{39A2FEAF-3F20-7B95-7BBC-81E2B7D778F4}"/>
                  </a:ext>
                </a:extLst>
              </p:cNvPr>
              <p:cNvSpPr>
                <a:spLocks/>
              </p:cNvSpPr>
              <p:nvPr/>
            </p:nvSpPr>
            <p:spPr bwMode="auto">
              <a:xfrm>
                <a:off x="842" y="1136"/>
                <a:ext cx="24" cy="19"/>
              </a:xfrm>
              <a:custGeom>
                <a:avLst/>
                <a:gdLst>
                  <a:gd name="T0" fmla="*/ 0 w 24"/>
                  <a:gd name="T1" fmla="*/ 18 h 19"/>
                  <a:gd name="T2" fmla="*/ 23 w 24"/>
                  <a:gd name="T3" fmla="*/ 18 h 19"/>
                  <a:gd name="T4" fmla="*/ 23 w 24"/>
                  <a:gd name="T5" fmla="*/ 0 h 19"/>
                  <a:gd name="T6" fmla="*/ 0 w 24"/>
                  <a:gd name="T7" fmla="*/ 0 h 19"/>
                  <a:gd name="T8" fmla="*/ 0 w 24"/>
                  <a:gd name="T9" fmla="*/ 18 h 19"/>
                  <a:gd name="T10" fmla="*/ 0 60000 65536"/>
                  <a:gd name="T11" fmla="*/ 0 60000 65536"/>
                  <a:gd name="T12" fmla="*/ 0 60000 65536"/>
                  <a:gd name="T13" fmla="*/ 0 60000 65536"/>
                  <a:gd name="T14" fmla="*/ 0 60000 65536"/>
                  <a:gd name="T15" fmla="*/ 0 w 24"/>
                  <a:gd name="T16" fmla="*/ 0 h 19"/>
                  <a:gd name="T17" fmla="*/ 24 w 24"/>
                  <a:gd name="T18" fmla="*/ 19 h 19"/>
                </a:gdLst>
                <a:ahLst/>
                <a:cxnLst>
                  <a:cxn ang="T10">
                    <a:pos x="T0" y="T1"/>
                  </a:cxn>
                  <a:cxn ang="T11">
                    <a:pos x="T2" y="T3"/>
                  </a:cxn>
                  <a:cxn ang="T12">
                    <a:pos x="T4" y="T5"/>
                  </a:cxn>
                  <a:cxn ang="T13">
                    <a:pos x="T6" y="T7"/>
                  </a:cxn>
                  <a:cxn ang="T14">
                    <a:pos x="T8" y="T9"/>
                  </a:cxn>
                </a:cxnLst>
                <a:rect l="T15" t="T16" r="T17" b="T18"/>
                <a:pathLst>
                  <a:path w="24" h="19">
                    <a:moveTo>
                      <a:pt x="0" y="18"/>
                    </a:moveTo>
                    <a:lnTo>
                      <a:pt x="23" y="18"/>
                    </a:lnTo>
                    <a:lnTo>
                      <a:pt x="23" y="0"/>
                    </a:lnTo>
                    <a:lnTo>
                      <a:pt x="0" y="0"/>
                    </a:lnTo>
                    <a:lnTo>
                      <a:pt x="0" y="18"/>
                    </a:lnTo>
                  </a:path>
                </a:pathLst>
              </a:custGeom>
              <a:solidFill>
                <a:schemeClr val="bg2"/>
              </a:solidFill>
              <a:ln w="12700" cap="rnd">
                <a:solidFill>
                  <a:schemeClr val="tx1"/>
                </a:solidFill>
                <a:round/>
                <a:headEnd/>
                <a:tailEnd/>
              </a:ln>
            </p:spPr>
            <p:txBody>
              <a:bodyPr/>
              <a:lstStyle/>
              <a:p>
                <a:endParaRPr lang="pt-BR"/>
              </a:p>
            </p:txBody>
          </p:sp>
          <p:sp>
            <p:nvSpPr>
              <p:cNvPr id="250" name="Freeform 692">
                <a:extLst>
                  <a:ext uri="{FF2B5EF4-FFF2-40B4-BE49-F238E27FC236}">
                    <a16:creationId xmlns:a16="http://schemas.microsoft.com/office/drawing/2014/main" id="{AE1C1E53-B3B1-20A6-8454-8D7412B06A90}"/>
                  </a:ext>
                </a:extLst>
              </p:cNvPr>
              <p:cNvSpPr>
                <a:spLocks/>
              </p:cNvSpPr>
              <p:nvPr/>
            </p:nvSpPr>
            <p:spPr bwMode="auto">
              <a:xfrm>
                <a:off x="842" y="1136"/>
                <a:ext cx="24" cy="27"/>
              </a:xfrm>
              <a:custGeom>
                <a:avLst/>
                <a:gdLst>
                  <a:gd name="T0" fmla="*/ 0 w 24"/>
                  <a:gd name="T1" fmla="*/ 26 h 27"/>
                  <a:gd name="T2" fmla="*/ 23 w 24"/>
                  <a:gd name="T3" fmla="*/ 26 h 27"/>
                  <a:gd name="T4" fmla="*/ 23 w 24"/>
                  <a:gd name="T5" fmla="*/ 0 h 27"/>
                  <a:gd name="T6" fmla="*/ 0 w 24"/>
                  <a:gd name="T7" fmla="*/ 0 h 27"/>
                  <a:gd name="T8" fmla="*/ 0 w 24"/>
                  <a:gd name="T9" fmla="*/ 26 h 27"/>
                  <a:gd name="T10" fmla="*/ 0 60000 65536"/>
                  <a:gd name="T11" fmla="*/ 0 60000 65536"/>
                  <a:gd name="T12" fmla="*/ 0 60000 65536"/>
                  <a:gd name="T13" fmla="*/ 0 60000 65536"/>
                  <a:gd name="T14" fmla="*/ 0 60000 65536"/>
                  <a:gd name="T15" fmla="*/ 0 w 24"/>
                  <a:gd name="T16" fmla="*/ 0 h 27"/>
                  <a:gd name="T17" fmla="*/ 24 w 24"/>
                  <a:gd name="T18" fmla="*/ 27 h 27"/>
                </a:gdLst>
                <a:ahLst/>
                <a:cxnLst>
                  <a:cxn ang="T10">
                    <a:pos x="T0" y="T1"/>
                  </a:cxn>
                  <a:cxn ang="T11">
                    <a:pos x="T2" y="T3"/>
                  </a:cxn>
                  <a:cxn ang="T12">
                    <a:pos x="T4" y="T5"/>
                  </a:cxn>
                  <a:cxn ang="T13">
                    <a:pos x="T6" y="T7"/>
                  </a:cxn>
                  <a:cxn ang="T14">
                    <a:pos x="T8" y="T9"/>
                  </a:cxn>
                </a:cxnLst>
                <a:rect l="T15" t="T16" r="T17" b="T18"/>
                <a:pathLst>
                  <a:path w="24" h="27">
                    <a:moveTo>
                      <a:pt x="0" y="26"/>
                    </a:moveTo>
                    <a:lnTo>
                      <a:pt x="23" y="26"/>
                    </a:lnTo>
                    <a:lnTo>
                      <a:pt x="23" y="0"/>
                    </a:lnTo>
                    <a:lnTo>
                      <a:pt x="0" y="0"/>
                    </a:lnTo>
                    <a:lnTo>
                      <a:pt x="0" y="26"/>
                    </a:lnTo>
                  </a:path>
                </a:pathLst>
              </a:custGeom>
              <a:solidFill>
                <a:schemeClr val="bg2"/>
              </a:solidFill>
              <a:ln w="12700" cap="rnd">
                <a:solidFill>
                  <a:schemeClr val="tx1"/>
                </a:solidFill>
                <a:round/>
                <a:headEnd/>
                <a:tailEnd/>
              </a:ln>
            </p:spPr>
            <p:txBody>
              <a:bodyPr/>
              <a:lstStyle/>
              <a:p>
                <a:endParaRPr lang="pt-BR"/>
              </a:p>
            </p:txBody>
          </p:sp>
          <p:sp>
            <p:nvSpPr>
              <p:cNvPr id="251" name="Freeform 693">
                <a:extLst>
                  <a:ext uri="{FF2B5EF4-FFF2-40B4-BE49-F238E27FC236}">
                    <a16:creationId xmlns:a16="http://schemas.microsoft.com/office/drawing/2014/main" id="{12CC799C-47F7-9869-1890-4F53349DF21C}"/>
                  </a:ext>
                </a:extLst>
              </p:cNvPr>
              <p:cNvSpPr>
                <a:spLocks/>
              </p:cNvSpPr>
              <p:nvPr/>
            </p:nvSpPr>
            <p:spPr bwMode="auto">
              <a:xfrm>
                <a:off x="842" y="1163"/>
                <a:ext cx="24" cy="20"/>
              </a:xfrm>
              <a:custGeom>
                <a:avLst/>
                <a:gdLst>
                  <a:gd name="T0" fmla="*/ 0 w 24"/>
                  <a:gd name="T1" fmla="*/ 19 h 20"/>
                  <a:gd name="T2" fmla="*/ 23 w 24"/>
                  <a:gd name="T3" fmla="*/ 19 h 20"/>
                  <a:gd name="T4" fmla="*/ 23 w 24"/>
                  <a:gd name="T5" fmla="*/ 0 h 20"/>
                  <a:gd name="T6" fmla="*/ 0 w 24"/>
                  <a:gd name="T7" fmla="*/ 0 h 20"/>
                  <a:gd name="T8" fmla="*/ 0 w 24"/>
                  <a:gd name="T9" fmla="*/ 19 h 20"/>
                  <a:gd name="T10" fmla="*/ 0 60000 65536"/>
                  <a:gd name="T11" fmla="*/ 0 60000 65536"/>
                  <a:gd name="T12" fmla="*/ 0 60000 65536"/>
                  <a:gd name="T13" fmla="*/ 0 60000 65536"/>
                  <a:gd name="T14" fmla="*/ 0 60000 65536"/>
                  <a:gd name="T15" fmla="*/ 0 w 24"/>
                  <a:gd name="T16" fmla="*/ 0 h 20"/>
                  <a:gd name="T17" fmla="*/ 24 w 24"/>
                  <a:gd name="T18" fmla="*/ 20 h 20"/>
                </a:gdLst>
                <a:ahLst/>
                <a:cxnLst>
                  <a:cxn ang="T10">
                    <a:pos x="T0" y="T1"/>
                  </a:cxn>
                  <a:cxn ang="T11">
                    <a:pos x="T2" y="T3"/>
                  </a:cxn>
                  <a:cxn ang="T12">
                    <a:pos x="T4" y="T5"/>
                  </a:cxn>
                  <a:cxn ang="T13">
                    <a:pos x="T6" y="T7"/>
                  </a:cxn>
                  <a:cxn ang="T14">
                    <a:pos x="T8" y="T9"/>
                  </a:cxn>
                </a:cxnLst>
                <a:rect l="T15" t="T16" r="T17" b="T18"/>
                <a:pathLst>
                  <a:path w="24" h="20">
                    <a:moveTo>
                      <a:pt x="0" y="19"/>
                    </a:moveTo>
                    <a:lnTo>
                      <a:pt x="23" y="19"/>
                    </a:lnTo>
                    <a:lnTo>
                      <a:pt x="23" y="0"/>
                    </a:lnTo>
                    <a:lnTo>
                      <a:pt x="0" y="0"/>
                    </a:lnTo>
                    <a:lnTo>
                      <a:pt x="0" y="19"/>
                    </a:lnTo>
                  </a:path>
                </a:pathLst>
              </a:custGeom>
              <a:solidFill>
                <a:schemeClr val="bg2"/>
              </a:solidFill>
              <a:ln w="12700" cap="rnd">
                <a:solidFill>
                  <a:schemeClr val="tx1"/>
                </a:solidFill>
                <a:round/>
                <a:headEnd/>
                <a:tailEnd/>
              </a:ln>
            </p:spPr>
            <p:txBody>
              <a:bodyPr/>
              <a:lstStyle/>
              <a:p>
                <a:endParaRPr lang="pt-BR"/>
              </a:p>
            </p:txBody>
          </p:sp>
          <p:sp>
            <p:nvSpPr>
              <p:cNvPr id="252" name="Freeform 694">
                <a:extLst>
                  <a:ext uri="{FF2B5EF4-FFF2-40B4-BE49-F238E27FC236}">
                    <a16:creationId xmlns:a16="http://schemas.microsoft.com/office/drawing/2014/main" id="{19F9D732-54E5-1C96-5D7E-2979BCB2DB9A}"/>
                  </a:ext>
                </a:extLst>
              </p:cNvPr>
              <p:cNvSpPr>
                <a:spLocks/>
              </p:cNvSpPr>
              <p:nvPr/>
            </p:nvSpPr>
            <p:spPr bwMode="auto">
              <a:xfrm>
                <a:off x="842" y="1163"/>
                <a:ext cx="24" cy="26"/>
              </a:xfrm>
              <a:custGeom>
                <a:avLst/>
                <a:gdLst>
                  <a:gd name="T0" fmla="*/ 0 w 24"/>
                  <a:gd name="T1" fmla="*/ 25 h 26"/>
                  <a:gd name="T2" fmla="*/ 23 w 24"/>
                  <a:gd name="T3" fmla="*/ 25 h 26"/>
                  <a:gd name="T4" fmla="*/ 23 w 24"/>
                  <a:gd name="T5" fmla="*/ 0 h 26"/>
                  <a:gd name="T6" fmla="*/ 0 w 24"/>
                  <a:gd name="T7" fmla="*/ 0 h 26"/>
                  <a:gd name="T8" fmla="*/ 0 w 24"/>
                  <a:gd name="T9" fmla="*/ 25 h 26"/>
                  <a:gd name="T10" fmla="*/ 0 60000 65536"/>
                  <a:gd name="T11" fmla="*/ 0 60000 65536"/>
                  <a:gd name="T12" fmla="*/ 0 60000 65536"/>
                  <a:gd name="T13" fmla="*/ 0 60000 65536"/>
                  <a:gd name="T14" fmla="*/ 0 60000 65536"/>
                  <a:gd name="T15" fmla="*/ 0 w 24"/>
                  <a:gd name="T16" fmla="*/ 0 h 26"/>
                  <a:gd name="T17" fmla="*/ 24 w 24"/>
                  <a:gd name="T18" fmla="*/ 26 h 26"/>
                </a:gdLst>
                <a:ahLst/>
                <a:cxnLst>
                  <a:cxn ang="T10">
                    <a:pos x="T0" y="T1"/>
                  </a:cxn>
                  <a:cxn ang="T11">
                    <a:pos x="T2" y="T3"/>
                  </a:cxn>
                  <a:cxn ang="T12">
                    <a:pos x="T4" y="T5"/>
                  </a:cxn>
                  <a:cxn ang="T13">
                    <a:pos x="T6" y="T7"/>
                  </a:cxn>
                  <a:cxn ang="T14">
                    <a:pos x="T8" y="T9"/>
                  </a:cxn>
                </a:cxnLst>
                <a:rect l="T15" t="T16" r="T17" b="T18"/>
                <a:pathLst>
                  <a:path w="24" h="26">
                    <a:moveTo>
                      <a:pt x="0" y="25"/>
                    </a:moveTo>
                    <a:lnTo>
                      <a:pt x="23" y="25"/>
                    </a:lnTo>
                    <a:lnTo>
                      <a:pt x="23" y="0"/>
                    </a:lnTo>
                    <a:lnTo>
                      <a:pt x="0" y="0"/>
                    </a:lnTo>
                    <a:lnTo>
                      <a:pt x="0" y="25"/>
                    </a:lnTo>
                  </a:path>
                </a:pathLst>
              </a:custGeom>
              <a:solidFill>
                <a:schemeClr val="bg2"/>
              </a:solidFill>
              <a:ln w="12700" cap="rnd">
                <a:solidFill>
                  <a:schemeClr val="tx1"/>
                </a:solidFill>
                <a:round/>
                <a:headEnd/>
                <a:tailEnd/>
              </a:ln>
            </p:spPr>
            <p:txBody>
              <a:bodyPr/>
              <a:lstStyle/>
              <a:p>
                <a:endParaRPr lang="pt-BR"/>
              </a:p>
            </p:txBody>
          </p:sp>
          <p:sp>
            <p:nvSpPr>
              <p:cNvPr id="253" name="Freeform 695">
                <a:extLst>
                  <a:ext uri="{FF2B5EF4-FFF2-40B4-BE49-F238E27FC236}">
                    <a16:creationId xmlns:a16="http://schemas.microsoft.com/office/drawing/2014/main" id="{8AF23450-3F49-46A3-B1F1-EAF681E815E5}"/>
                  </a:ext>
                </a:extLst>
              </p:cNvPr>
              <p:cNvSpPr>
                <a:spLocks/>
              </p:cNvSpPr>
              <p:nvPr/>
            </p:nvSpPr>
            <p:spPr bwMode="auto">
              <a:xfrm>
                <a:off x="842" y="1189"/>
                <a:ext cx="24" cy="20"/>
              </a:xfrm>
              <a:custGeom>
                <a:avLst/>
                <a:gdLst>
                  <a:gd name="T0" fmla="*/ 0 w 24"/>
                  <a:gd name="T1" fmla="*/ 19 h 20"/>
                  <a:gd name="T2" fmla="*/ 23 w 24"/>
                  <a:gd name="T3" fmla="*/ 19 h 20"/>
                  <a:gd name="T4" fmla="*/ 23 w 24"/>
                  <a:gd name="T5" fmla="*/ 0 h 20"/>
                  <a:gd name="T6" fmla="*/ 0 w 24"/>
                  <a:gd name="T7" fmla="*/ 0 h 20"/>
                  <a:gd name="T8" fmla="*/ 0 w 24"/>
                  <a:gd name="T9" fmla="*/ 19 h 20"/>
                  <a:gd name="T10" fmla="*/ 0 60000 65536"/>
                  <a:gd name="T11" fmla="*/ 0 60000 65536"/>
                  <a:gd name="T12" fmla="*/ 0 60000 65536"/>
                  <a:gd name="T13" fmla="*/ 0 60000 65536"/>
                  <a:gd name="T14" fmla="*/ 0 60000 65536"/>
                  <a:gd name="T15" fmla="*/ 0 w 24"/>
                  <a:gd name="T16" fmla="*/ 0 h 20"/>
                  <a:gd name="T17" fmla="*/ 24 w 24"/>
                  <a:gd name="T18" fmla="*/ 20 h 20"/>
                </a:gdLst>
                <a:ahLst/>
                <a:cxnLst>
                  <a:cxn ang="T10">
                    <a:pos x="T0" y="T1"/>
                  </a:cxn>
                  <a:cxn ang="T11">
                    <a:pos x="T2" y="T3"/>
                  </a:cxn>
                  <a:cxn ang="T12">
                    <a:pos x="T4" y="T5"/>
                  </a:cxn>
                  <a:cxn ang="T13">
                    <a:pos x="T6" y="T7"/>
                  </a:cxn>
                  <a:cxn ang="T14">
                    <a:pos x="T8" y="T9"/>
                  </a:cxn>
                </a:cxnLst>
                <a:rect l="T15" t="T16" r="T17" b="T18"/>
                <a:pathLst>
                  <a:path w="24" h="20">
                    <a:moveTo>
                      <a:pt x="0" y="19"/>
                    </a:moveTo>
                    <a:lnTo>
                      <a:pt x="23" y="19"/>
                    </a:lnTo>
                    <a:lnTo>
                      <a:pt x="23" y="0"/>
                    </a:lnTo>
                    <a:lnTo>
                      <a:pt x="0" y="0"/>
                    </a:lnTo>
                    <a:lnTo>
                      <a:pt x="0" y="19"/>
                    </a:lnTo>
                  </a:path>
                </a:pathLst>
              </a:custGeom>
              <a:solidFill>
                <a:schemeClr val="bg2"/>
              </a:solidFill>
              <a:ln w="12700" cap="rnd">
                <a:solidFill>
                  <a:schemeClr val="tx1"/>
                </a:solidFill>
                <a:round/>
                <a:headEnd/>
                <a:tailEnd/>
              </a:ln>
            </p:spPr>
            <p:txBody>
              <a:bodyPr/>
              <a:lstStyle/>
              <a:p>
                <a:endParaRPr lang="pt-BR"/>
              </a:p>
            </p:txBody>
          </p:sp>
          <p:sp>
            <p:nvSpPr>
              <p:cNvPr id="254" name="Freeform 696">
                <a:extLst>
                  <a:ext uri="{FF2B5EF4-FFF2-40B4-BE49-F238E27FC236}">
                    <a16:creationId xmlns:a16="http://schemas.microsoft.com/office/drawing/2014/main" id="{4CAF16B0-85E9-5896-6956-D94645EFD2CC}"/>
                  </a:ext>
                </a:extLst>
              </p:cNvPr>
              <p:cNvSpPr>
                <a:spLocks/>
              </p:cNvSpPr>
              <p:nvPr/>
            </p:nvSpPr>
            <p:spPr bwMode="auto">
              <a:xfrm>
                <a:off x="842" y="1189"/>
                <a:ext cx="24" cy="27"/>
              </a:xfrm>
              <a:custGeom>
                <a:avLst/>
                <a:gdLst>
                  <a:gd name="T0" fmla="*/ 0 w 24"/>
                  <a:gd name="T1" fmla="*/ 26 h 27"/>
                  <a:gd name="T2" fmla="*/ 23 w 24"/>
                  <a:gd name="T3" fmla="*/ 26 h 27"/>
                  <a:gd name="T4" fmla="*/ 23 w 24"/>
                  <a:gd name="T5" fmla="*/ 0 h 27"/>
                  <a:gd name="T6" fmla="*/ 0 w 24"/>
                  <a:gd name="T7" fmla="*/ 0 h 27"/>
                  <a:gd name="T8" fmla="*/ 0 w 24"/>
                  <a:gd name="T9" fmla="*/ 26 h 27"/>
                  <a:gd name="T10" fmla="*/ 0 60000 65536"/>
                  <a:gd name="T11" fmla="*/ 0 60000 65536"/>
                  <a:gd name="T12" fmla="*/ 0 60000 65536"/>
                  <a:gd name="T13" fmla="*/ 0 60000 65536"/>
                  <a:gd name="T14" fmla="*/ 0 60000 65536"/>
                  <a:gd name="T15" fmla="*/ 0 w 24"/>
                  <a:gd name="T16" fmla="*/ 0 h 27"/>
                  <a:gd name="T17" fmla="*/ 24 w 24"/>
                  <a:gd name="T18" fmla="*/ 27 h 27"/>
                </a:gdLst>
                <a:ahLst/>
                <a:cxnLst>
                  <a:cxn ang="T10">
                    <a:pos x="T0" y="T1"/>
                  </a:cxn>
                  <a:cxn ang="T11">
                    <a:pos x="T2" y="T3"/>
                  </a:cxn>
                  <a:cxn ang="T12">
                    <a:pos x="T4" y="T5"/>
                  </a:cxn>
                  <a:cxn ang="T13">
                    <a:pos x="T6" y="T7"/>
                  </a:cxn>
                  <a:cxn ang="T14">
                    <a:pos x="T8" y="T9"/>
                  </a:cxn>
                </a:cxnLst>
                <a:rect l="T15" t="T16" r="T17" b="T18"/>
                <a:pathLst>
                  <a:path w="24" h="27">
                    <a:moveTo>
                      <a:pt x="0" y="26"/>
                    </a:moveTo>
                    <a:lnTo>
                      <a:pt x="23" y="26"/>
                    </a:lnTo>
                    <a:lnTo>
                      <a:pt x="23" y="0"/>
                    </a:lnTo>
                    <a:lnTo>
                      <a:pt x="0" y="0"/>
                    </a:lnTo>
                    <a:lnTo>
                      <a:pt x="0" y="26"/>
                    </a:lnTo>
                  </a:path>
                </a:pathLst>
              </a:custGeom>
              <a:solidFill>
                <a:schemeClr val="bg2"/>
              </a:solidFill>
              <a:ln w="12700" cap="rnd">
                <a:solidFill>
                  <a:schemeClr val="tx1"/>
                </a:solidFill>
                <a:round/>
                <a:headEnd/>
                <a:tailEnd/>
              </a:ln>
            </p:spPr>
            <p:txBody>
              <a:bodyPr/>
              <a:lstStyle/>
              <a:p>
                <a:endParaRPr lang="pt-BR"/>
              </a:p>
            </p:txBody>
          </p:sp>
          <p:sp>
            <p:nvSpPr>
              <p:cNvPr id="255" name="Freeform 697">
                <a:extLst>
                  <a:ext uri="{FF2B5EF4-FFF2-40B4-BE49-F238E27FC236}">
                    <a16:creationId xmlns:a16="http://schemas.microsoft.com/office/drawing/2014/main" id="{B714CA2B-550A-1727-99E9-128EE17188F4}"/>
                  </a:ext>
                </a:extLst>
              </p:cNvPr>
              <p:cNvSpPr>
                <a:spLocks/>
              </p:cNvSpPr>
              <p:nvPr/>
            </p:nvSpPr>
            <p:spPr bwMode="auto">
              <a:xfrm>
                <a:off x="723" y="1024"/>
                <a:ext cx="108" cy="28"/>
              </a:xfrm>
              <a:custGeom>
                <a:avLst/>
                <a:gdLst>
                  <a:gd name="T0" fmla="*/ 0 w 108"/>
                  <a:gd name="T1" fmla="*/ 27 h 28"/>
                  <a:gd name="T2" fmla="*/ 107 w 108"/>
                  <a:gd name="T3" fmla="*/ 27 h 28"/>
                  <a:gd name="T4" fmla="*/ 107 w 108"/>
                  <a:gd name="T5" fmla="*/ 0 h 28"/>
                  <a:gd name="T6" fmla="*/ 0 w 108"/>
                  <a:gd name="T7" fmla="*/ 0 h 28"/>
                  <a:gd name="T8" fmla="*/ 0 w 108"/>
                  <a:gd name="T9" fmla="*/ 27 h 28"/>
                  <a:gd name="T10" fmla="*/ 0 60000 65536"/>
                  <a:gd name="T11" fmla="*/ 0 60000 65536"/>
                  <a:gd name="T12" fmla="*/ 0 60000 65536"/>
                  <a:gd name="T13" fmla="*/ 0 60000 65536"/>
                  <a:gd name="T14" fmla="*/ 0 60000 65536"/>
                  <a:gd name="T15" fmla="*/ 0 w 108"/>
                  <a:gd name="T16" fmla="*/ 0 h 28"/>
                  <a:gd name="T17" fmla="*/ 108 w 108"/>
                  <a:gd name="T18" fmla="*/ 28 h 28"/>
                </a:gdLst>
                <a:ahLst/>
                <a:cxnLst>
                  <a:cxn ang="T10">
                    <a:pos x="T0" y="T1"/>
                  </a:cxn>
                  <a:cxn ang="T11">
                    <a:pos x="T2" y="T3"/>
                  </a:cxn>
                  <a:cxn ang="T12">
                    <a:pos x="T4" y="T5"/>
                  </a:cxn>
                  <a:cxn ang="T13">
                    <a:pos x="T6" y="T7"/>
                  </a:cxn>
                  <a:cxn ang="T14">
                    <a:pos x="T8" y="T9"/>
                  </a:cxn>
                </a:cxnLst>
                <a:rect l="T15" t="T16" r="T17" b="T18"/>
                <a:pathLst>
                  <a:path w="108" h="28">
                    <a:moveTo>
                      <a:pt x="0" y="27"/>
                    </a:moveTo>
                    <a:lnTo>
                      <a:pt x="107" y="27"/>
                    </a:lnTo>
                    <a:lnTo>
                      <a:pt x="107" y="0"/>
                    </a:lnTo>
                    <a:lnTo>
                      <a:pt x="0" y="0"/>
                    </a:lnTo>
                    <a:lnTo>
                      <a:pt x="0" y="27"/>
                    </a:lnTo>
                  </a:path>
                </a:pathLst>
              </a:custGeom>
              <a:solidFill>
                <a:schemeClr val="bg2"/>
              </a:solidFill>
              <a:ln w="12700" cap="rnd">
                <a:solidFill>
                  <a:schemeClr val="tx1"/>
                </a:solidFill>
                <a:round/>
                <a:headEnd/>
                <a:tailEnd/>
              </a:ln>
            </p:spPr>
            <p:txBody>
              <a:bodyPr/>
              <a:lstStyle/>
              <a:p>
                <a:endParaRPr lang="pt-BR"/>
              </a:p>
            </p:txBody>
          </p:sp>
          <p:sp>
            <p:nvSpPr>
              <p:cNvPr id="256" name="Freeform 698">
                <a:extLst>
                  <a:ext uri="{FF2B5EF4-FFF2-40B4-BE49-F238E27FC236}">
                    <a16:creationId xmlns:a16="http://schemas.microsoft.com/office/drawing/2014/main" id="{C87B7918-DCB2-B2A6-8DF4-11787EDF6F15}"/>
                  </a:ext>
                </a:extLst>
              </p:cNvPr>
              <p:cNvSpPr>
                <a:spLocks/>
              </p:cNvSpPr>
              <p:nvPr/>
            </p:nvSpPr>
            <p:spPr bwMode="auto">
              <a:xfrm>
                <a:off x="723" y="1024"/>
                <a:ext cx="112" cy="37"/>
              </a:xfrm>
              <a:custGeom>
                <a:avLst/>
                <a:gdLst>
                  <a:gd name="T0" fmla="*/ 0 w 112"/>
                  <a:gd name="T1" fmla="*/ 36 h 37"/>
                  <a:gd name="T2" fmla="*/ 111 w 112"/>
                  <a:gd name="T3" fmla="*/ 36 h 37"/>
                  <a:gd name="T4" fmla="*/ 111 w 112"/>
                  <a:gd name="T5" fmla="*/ 0 h 37"/>
                  <a:gd name="T6" fmla="*/ 0 w 112"/>
                  <a:gd name="T7" fmla="*/ 0 h 37"/>
                  <a:gd name="T8" fmla="*/ 0 w 112"/>
                  <a:gd name="T9" fmla="*/ 36 h 37"/>
                  <a:gd name="T10" fmla="*/ 0 60000 65536"/>
                  <a:gd name="T11" fmla="*/ 0 60000 65536"/>
                  <a:gd name="T12" fmla="*/ 0 60000 65536"/>
                  <a:gd name="T13" fmla="*/ 0 60000 65536"/>
                  <a:gd name="T14" fmla="*/ 0 60000 65536"/>
                  <a:gd name="T15" fmla="*/ 0 w 112"/>
                  <a:gd name="T16" fmla="*/ 0 h 37"/>
                  <a:gd name="T17" fmla="*/ 112 w 112"/>
                  <a:gd name="T18" fmla="*/ 37 h 37"/>
                </a:gdLst>
                <a:ahLst/>
                <a:cxnLst>
                  <a:cxn ang="T10">
                    <a:pos x="T0" y="T1"/>
                  </a:cxn>
                  <a:cxn ang="T11">
                    <a:pos x="T2" y="T3"/>
                  </a:cxn>
                  <a:cxn ang="T12">
                    <a:pos x="T4" y="T5"/>
                  </a:cxn>
                  <a:cxn ang="T13">
                    <a:pos x="T6" y="T7"/>
                  </a:cxn>
                  <a:cxn ang="T14">
                    <a:pos x="T8" y="T9"/>
                  </a:cxn>
                </a:cxnLst>
                <a:rect l="T15" t="T16" r="T17" b="T18"/>
                <a:pathLst>
                  <a:path w="112" h="37">
                    <a:moveTo>
                      <a:pt x="0" y="36"/>
                    </a:moveTo>
                    <a:lnTo>
                      <a:pt x="111" y="36"/>
                    </a:lnTo>
                    <a:lnTo>
                      <a:pt x="111" y="0"/>
                    </a:lnTo>
                    <a:lnTo>
                      <a:pt x="0" y="0"/>
                    </a:lnTo>
                    <a:lnTo>
                      <a:pt x="0" y="36"/>
                    </a:lnTo>
                  </a:path>
                </a:pathLst>
              </a:custGeom>
              <a:solidFill>
                <a:schemeClr val="bg2"/>
              </a:solidFill>
              <a:ln w="12700" cap="rnd">
                <a:solidFill>
                  <a:schemeClr val="tx1"/>
                </a:solidFill>
                <a:round/>
                <a:headEnd/>
                <a:tailEnd/>
              </a:ln>
            </p:spPr>
            <p:txBody>
              <a:bodyPr/>
              <a:lstStyle/>
              <a:p>
                <a:endParaRPr lang="pt-BR"/>
              </a:p>
            </p:txBody>
          </p:sp>
          <p:sp>
            <p:nvSpPr>
              <p:cNvPr id="257" name="Freeform 699">
                <a:extLst>
                  <a:ext uri="{FF2B5EF4-FFF2-40B4-BE49-F238E27FC236}">
                    <a16:creationId xmlns:a16="http://schemas.microsoft.com/office/drawing/2014/main" id="{ADA21481-13DD-4AE8-DA26-FB1B949DCD92}"/>
                  </a:ext>
                </a:extLst>
              </p:cNvPr>
              <p:cNvSpPr>
                <a:spLocks/>
              </p:cNvSpPr>
              <p:nvPr/>
            </p:nvSpPr>
            <p:spPr bwMode="auto">
              <a:xfrm>
                <a:off x="724" y="1172"/>
                <a:ext cx="27" cy="36"/>
              </a:xfrm>
              <a:custGeom>
                <a:avLst/>
                <a:gdLst>
                  <a:gd name="T0" fmla="*/ 26 w 27"/>
                  <a:gd name="T1" fmla="*/ 17 h 36"/>
                  <a:gd name="T2" fmla="*/ 26 w 27"/>
                  <a:gd name="T3" fmla="*/ 14 h 36"/>
                  <a:gd name="T4" fmla="*/ 24 w 27"/>
                  <a:gd name="T5" fmla="*/ 10 h 36"/>
                  <a:gd name="T6" fmla="*/ 24 w 27"/>
                  <a:gd name="T7" fmla="*/ 8 h 36"/>
                  <a:gd name="T8" fmla="*/ 21 w 27"/>
                  <a:gd name="T9" fmla="*/ 4 h 36"/>
                  <a:gd name="T10" fmla="*/ 20 w 27"/>
                  <a:gd name="T11" fmla="*/ 3 h 36"/>
                  <a:gd name="T12" fmla="*/ 17 w 27"/>
                  <a:gd name="T13" fmla="*/ 1 h 36"/>
                  <a:gd name="T14" fmla="*/ 15 w 27"/>
                  <a:gd name="T15" fmla="*/ 0 h 36"/>
                  <a:gd name="T16" fmla="*/ 12 w 27"/>
                  <a:gd name="T17" fmla="*/ 0 h 36"/>
                  <a:gd name="T18" fmla="*/ 9 w 27"/>
                  <a:gd name="T19" fmla="*/ 0 h 36"/>
                  <a:gd name="T20" fmla="*/ 8 w 27"/>
                  <a:gd name="T21" fmla="*/ 1 h 36"/>
                  <a:gd name="T22" fmla="*/ 5 w 27"/>
                  <a:gd name="T23" fmla="*/ 3 h 36"/>
                  <a:gd name="T24" fmla="*/ 2 w 27"/>
                  <a:gd name="T25" fmla="*/ 4 h 36"/>
                  <a:gd name="T26" fmla="*/ 1 w 27"/>
                  <a:gd name="T27" fmla="*/ 8 h 36"/>
                  <a:gd name="T28" fmla="*/ 0 w 27"/>
                  <a:gd name="T29" fmla="*/ 10 h 36"/>
                  <a:gd name="T30" fmla="*/ 0 w 27"/>
                  <a:gd name="T31" fmla="*/ 14 h 36"/>
                  <a:gd name="T32" fmla="*/ 0 w 27"/>
                  <a:gd name="T33" fmla="*/ 17 h 36"/>
                  <a:gd name="T34" fmla="*/ 0 w 27"/>
                  <a:gd name="T35" fmla="*/ 21 h 36"/>
                  <a:gd name="T36" fmla="*/ 0 w 27"/>
                  <a:gd name="T37" fmla="*/ 24 h 36"/>
                  <a:gd name="T38" fmla="*/ 1 w 27"/>
                  <a:gd name="T39" fmla="*/ 26 h 36"/>
                  <a:gd name="T40" fmla="*/ 2 w 27"/>
                  <a:gd name="T41" fmla="*/ 30 h 36"/>
                  <a:gd name="T42" fmla="*/ 5 w 27"/>
                  <a:gd name="T43" fmla="*/ 32 h 36"/>
                  <a:gd name="T44" fmla="*/ 8 w 27"/>
                  <a:gd name="T45" fmla="*/ 33 h 36"/>
                  <a:gd name="T46" fmla="*/ 9 w 27"/>
                  <a:gd name="T47" fmla="*/ 35 h 36"/>
                  <a:gd name="T48" fmla="*/ 12 w 27"/>
                  <a:gd name="T49" fmla="*/ 35 h 36"/>
                  <a:gd name="T50" fmla="*/ 15 w 27"/>
                  <a:gd name="T51" fmla="*/ 35 h 36"/>
                  <a:gd name="T52" fmla="*/ 17 w 27"/>
                  <a:gd name="T53" fmla="*/ 33 h 36"/>
                  <a:gd name="T54" fmla="*/ 20 w 27"/>
                  <a:gd name="T55" fmla="*/ 32 h 36"/>
                  <a:gd name="T56" fmla="*/ 21 w 27"/>
                  <a:gd name="T57" fmla="*/ 30 h 36"/>
                  <a:gd name="T58" fmla="*/ 24 w 27"/>
                  <a:gd name="T59" fmla="*/ 26 h 36"/>
                  <a:gd name="T60" fmla="*/ 24 w 27"/>
                  <a:gd name="T61" fmla="*/ 24 h 36"/>
                  <a:gd name="T62" fmla="*/ 26 w 27"/>
                  <a:gd name="T63" fmla="*/ 21 h 36"/>
                  <a:gd name="T64" fmla="*/ 26 w 27"/>
                  <a:gd name="T65" fmla="*/ 17 h 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7"/>
                  <a:gd name="T100" fmla="*/ 0 h 36"/>
                  <a:gd name="T101" fmla="*/ 27 w 27"/>
                  <a:gd name="T102" fmla="*/ 36 h 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7" h="36">
                    <a:moveTo>
                      <a:pt x="26" y="17"/>
                    </a:moveTo>
                    <a:lnTo>
                      <a:pt x="26" y="14"/>
                    </a:lnTo>
                    <a:lnTo>
                      <a:pt x="24" y="10"/>
                    </a:lnTo>
                    <a:lnTo>
                      <a:pt x="24" y="8"/>
                    </a:lnTo>
                    <a:lnTo>
                      <a:pt x="21" y="4"/>
                    </a:lnTo>
                    <a:lnTo>
                      <a:pt x="20" y="3"/>
                    </a:lnTo>
                    <a:lnTo>
                      <a:pt x="17" y="1"/>
                    </a:lnTo>
                    <a:lnTo>
                      <a:pt x="15" y="0"/>
                    </a:lnTo>
                    <a:lnTo>
                      <a:pt x="12" y="0"/>
                    </a:lnTo>
                    <a:lnTo>
                      <a:pt x="9" y="0"/>
                    </a:lnTo>
                    <a:lnTo>
                      <a:pt x="8" y="1"/>
                    </a:lnTo>
                    <a:lnTo>
                      <a:pt x="5" y="3"/>
                    </a:lnTo>
                    <a:lnTo>
                      <a:pt x="2" y="4"/>
                    </a:lnTo>
                    <a:lnTo>
                      <a:pt x="1" y="8"/>
                    </a:lnTo>
                    <a:lnTo>
                      <a:pt x="0" y="10"/>
                    </a:lnTo>
                    <a:lnTo>
                      <a:pt x="0" y="14"/>
                    </a:lnTo>
                    <a:lnTo>
                      <a:pt x="0" y="17"/>
                    </a:lnTo>
                    <a:lnTo>
                      <a:pt x="0" y="21"/>
                    </a:lnTo>
                    <a:lnTo>
                      <a:pt x="0" y="24"/>
                    </a:lnTo>
                    <a:lnTo>
                      <a:pt x="1" y="26"/>
                    </a:lnTo>
                    <a:lnTo>
                      <a:pt x="2" y="30"/>
                    </a:lnTo>
                    <a:lnTo>
                      <a:pt x="5" y="32"/>
                    </a:lnTo>
                    <a:lnTo>
                      <a:pt x="8" y="33"/>
                    </a:lnTo>
                    <a:lnTo>
                      <a:pt x="9" y="35"/>
                    </a:lnTo>
                    <a:lnTo>
                      <a:pt x="12" y="35"/>
                    </a:lnTo>
                    <a:lnTo>
                      <a:pt x="15" y="35"/>
                    </a:lnTo>
                    <a:lnTo>
                      <a:pt x="17" y="33"/>
                    </a:lnTo>
                    <a:lnTo>
                      <a:pt x="20" y="32"/>
                    </a:lnTo>
                    <a:lnTo>
                      <a:pt x="21" y="30"/>
                    </a:lnTo>
                    <a:lnTo>
                      <a:pt x="24" y="26"/>
                    </a:lnTo>
                    <a:lnTo>
                      <a:pt x="24" y="24"/>
                    </a:lnTo>
                    <a:lnTo>
                      <a:pt x="26" y="21"/>
                    </a:lnTo>
                    <a:lnTo>
                      <a:pt x="26" y="17"/>
                    </a:lnTo>
                  </a:path>
                </a:pathLst>
              </a:custGeom>
              <a:solidFill>
                <a:schemeClr val="bg2"/>
              </a:solidFill>
              <a:ln w="12700" cap="rnd">
                <a:solidFill>
                  <a:schemeClr val="tx1"/>
                </a:solidFill>
                <a:round/>
                <a:headEnd/>
                <a:tailEnd/>
              </a:ln>
            </p:spPr>
            <p:txBody>
              <a:bodyPr/>
              <a:lstStyle/>
              <a:p>
                <a:endParaRPr lang="pt-BR"/>
              </a:p>
            </p:txBody>
          </p:sp>
          <p:sp>
            <p:nvSpPr>
              <p:cNvPr id="258" name="Freeform 700">
                <a:extLst>
                  <a:ext uri="{FF2B5EF4-FFF2-40B4-BE49-F238E27FC236}">
                    <a16:creationId xmlns:a16="http://schemas.microsoft.com/office/drawing/2014/main" id="{79BD5C10-1A55-7AA0-75E7-70AE071AB499}"/>
                  </a:ext>
                </a:extLst>
              </p:cNvPr>
              <p:cNvSpPr>
                <a:spLocks/>
              </p:cNvSpPr>
              <p:nvPr/>
            </p:nvSpPr>
            <p:spPr bwMode="auto">
              <a:xfrm>
                <a:off x="724" y="1172"/>
                <a:ext cx="31" cy="44"/>
              </a:xfrm>
              <a:custGeom>
                <a:avLst/>
                <a:gdLst>
                  <a:gd name="T0" fmla="*/ 30 w 31"/>
                  <a:gd name="T1" fmla="*/ 22 h 44"/>
                  <a:gd name="T2" fmla="*/ 30 w 31"/>
                  <a:gd name="T3" fmla="*/ 22 h 44"/>
                  <a:gd name="T4" fmla="*/ 28 w 31"/>
                  <a:gd name="T5" fmla="*/ 16 h 44"/>
                  <a:gd name="T6" fmla="*/ 28 w 31"/>
                  <a:gd name="T7" fmla="*/ 12 h 44"/>
                  <a:gd name="T8" fmla="*/ 27 w 31"/>
                  <a:gd name="T9" fmla="*/ 9 h 44"/>
                  <a:gd name="T10" fmla="*/ 25 w 31"/>
                  <a:gd name="T11" fmla="*/ 5 h 44"/>
                  <a:gd name="T12" fmla="*/ 23 w 31"/>
                  <a:gd name="T13" fmla="*/ 3 h 44"/>
                  <a:gd name="T14" fmla="*/ 20 w 31"/>
                  <a:gd name="T15" fmla="*/ 1 h 44"/>
                  <a:gd name="T16" fmla="*/ 17 w 31"/>
                  <a:gd name="T17" fmla="*/ 0 h 44"/>
                  <a:gd name="T18" fmla="*/ 15 w 31"/>
                  <a:gd name="T19" fmla="*/ 0 h 44"/>
                  <a:gd name="T20" fmla="*/ 10 w 31"/>
                  <a:gd name="T21" fmla="*/ 0 h 44"/>
                  <a:gd name="T22" fmla="*/ 9 w 31"/>
                  <a:gd name="T23" fmla="*/ 1 h 44"/>
                  <a:gd name="T24" fmla="*/ 6 w 31"/>
                  <a:gd name="T25" fmla="*/ 3 h 44"/>
                  <a:gd name="T26" fmla="*/ 4 w 31"/>
                  <a:gd name="T27" fmla="*/ 5 h 44"/>
                  <a:gd name="T28" fmla="*/ 2 w 31"/>
                  <a:gd name="T29" fmla="*/ 9 h 44"/>
                  <a:gd name="T30" fmla="*/ 1 w 31"/>
                  <a:gd name="T31" fmla="*/ 12 h 44"/>
                  <a:gd name="T32" fmla="*/ 0 w 31"/>
                  <a:gd name="T33" fmla="*/ 16 h 44"/>
                  <a:gd name="T34" fmla="*/ 0 w 31"/>
                  <a:gd name="T35" fmla="*/ 22 h 44"/>
                  <a:gd name="T36" fmla="*/ 0 w 31"/>
                  <a:gd name="T37" fmla="*/ 26 h 44"/>
                  <a:gd name="T38" fmla="*/ 1 w 31"/>
                  <a:gd name="T39" fmla="*/ 30 h 44"/>
                  <a:gd name="T40" fmla="*/ 2 w 31"/>
                  <a:gd name="T41" fmla="*/ 33 h 44"/>
                  <a:gd name="T42" fmla="*/ 4 w 31"/>
                  <a:gd name="T43" fmla="*/ 37 h 44"/>
                  <a:gd name="T44" fmla="*/ 6 w 31"/>
                  <a:gd name="T45" fmla="*/ 39 h 44"/>
                  <a:gd name="T46" fmla="*/ 9 w 31"/>
                  <a:gd name="T47" fmla="*/ 41 h 44"/>
                  <a:gd name="T48" fmla="*/ 10 w 31"/>
                  <a:gd name="T49" fmla="*/ 43 h 44"/>
                  <a:gd name="T50" fmla="*/ 15 w 31"/>
                  <a:gd name="T51" fmla="*/ 43 h 44"/>
                  <a:gd name="T52" fmla="*/ 17 w 31"/>
                  <a:gd name="T53" fmla="*/ 43 h 44"/>
                  <a:gd name="T54" fmla="*/ 20 w 31"/>
                  <a:gd name="T55" fmla="*/ 41 h 44"/>
                  <a:gd name="T56" fmla="*/ 23 w 31"/>
                  <a:gd name="T57" fmla="*/ 39 h 44"/>
                  <a:gd name="T58" fmla="*/ 25 w 31"/>
                  <a:gd name="T59" fmla="*/ 37 h 44"/>
                  <a:gd name="T60" fmla="*/ 27 w 31"/>
                  <a:gd name="T61" fmla="*/ 33 h 44"/>
                  <a:gd name="T62" fmla="*/ 28 w 31"/>
                  <a:gd name="T63" fmla="*/ 30 h 44"/>
                  <a:gd name="T64" fmla="*/ 28 w 31"/>
                  <a:gd name="T65" fmla="*/ 26 h 44"/>
                  <a:gd name="T66" fmla="*/ 30 w 31"/>
                  <a:gd name="T67" fmla="*/ 22 h 4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1"/>
                  <a:gd name="T103" fmla="*/ 0 h 44"/>
                  <a:gd name="T104" fmla="*/ 31 w 31"/>
                  <a:gd name="T105" fmla="*/ 44 h 4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1" h="44">
                    <a:moveTo>
                      <a:pt x="30" y="22"/>
                    </a:moveTo>
                    <a:lnTo>
                      <a:pt x="30" y="22"/>
                    </a:lnTo>
                    <a:lnTo>
                      <a:pt x="28" y="16"/>
                    </a:lnTo>
                    <a:lnTo>
                      <a:pt x="28" y="12"/>
                    </a:lnTo>
                    <a:lnTo>
                      <a:pt x="27" y="9"/>
                    </a:lnTo>
                    <a:lnTo>
                      <a:pt x="25" y="5"/>
                    </a:lnTo>
                    <a:lnTo>
                      <a:pt x="23" y="3"/>
                    </a:lnTo>
                    <a:lnTo>
                      <a:pt x="20" y="1"/>
                    </a:lnTo>
                    <a:lnTo>
                      <a:pt x="17" y="0"/>
                    </a:lnTo>
                    <a:lnTo>
                      <a:pt x="15" y="0"/>
                    </a:lnTo>
                    <a:lnTo>
                      <a:pt x="10" y="0"/>
                    </a:lnTo>
                    <a:lnTo>
                      <a:pt x="9" y="1"/>
                    </a:lnTo>
                    <a:lnTo>
                      <a:pt x="6" y="3"/>
                    </a:lnTo>
                    <a:lnTo>
                      <a:pt x="4" y="5"/>
                    </a:lnTo>
                    <a:lnTo>
                      <a:pt x="2" y="9"/>
                    </a:lnTo>
                    <a:lnTo>
                      <a:pt x="1" y="12"/>
                    </a:lnTo>
                    <a:lnTo>
                      <a:pt x="0" y="16"/>
                    </a:lnTo>
                    <a:lnTo>
                      <a:pt x="0" y="22"/>
                    </a:lnTo>
                    <a:lnTo>
                      <a:pt x="0" y="26"/>
                    </a:lnTo>
                    <a:lnTo>
                      <a:pt x="1" y="30"/>
                    </a:lnTo>
                    <a:lnTo>
                      <a:pt x="2" y="33"/>
                    </a:lnTo>
                    <a:lnTo>
                      <a:pt x="4" y="37"/>
                    </a:lnTo>
                    <a:lnTo>
                      <a:pt x="6" y="39"/>
                    </a:lnTo>
                    <a:lnTo>
                      <a:pt x="9" y="41"/>
                    </a:lnTo>
                    <a:lnTo>
                      <a:pt x="10" y="43"/>
                    </a:lnTo>
                    <a:lnTo>
                      <a:pt x="15" y="43"/>
                    </a:lnTo>
                    <a:lnTo>
                      <a:pt x="17" y="43"/>
                    </a:lnTo>
                    <a:lnTo>
                      <a:pt x="20" y="41"/>
                    </a:lnTo>
                    <a:lnTo>
                      <a:pt x="23" y="39"/>
                    </a:lnTo>
                    <a:lnTo>
                      <a:pt x="25" y="37"/>
                    </a:lnTo>
                    <a:lnTo>
                      <a:pt x="27" y="33"/>
                    </a:lnTo>
                    <a:lnTo>
                      <a:pt x="28" y="30"/>
                    </a:lnTo>
                    <a:lnTo>
                      <a:pt x="28" y="26"/>
                    </a:lnTo>
                    <a:lnTo>
                      <a:pt x="30" y="22"/>
                    </a:lnTo>
                  </a:path>
                </a:pathLst>
              </a:custGeom>
              <a:solidFill>
                <a:schemeClr val="bg2"/>
              </a:solidFill>
              <a:ln w="12700" cap="rnd">
                <a:solidFill>
                  <a:schemeClr val="tx1"/>
                </a:solidFill>
                <a:round/>
                <a:headEnd/>
                <a:tailEnd/>
              </a:ln>
            </p:spPr>
            <p:txBody>
              <a:bodyPr/>
              <a:lstStyle/>
              <a:p>
                <a:endParaRPr lang="pt-BR"/>
              </a:p>
            </p:txBody>
          </p:sp>
        </p:grpSp>
        <p:sp>
          <p:nvSpPr>
            <p:cNvPr id="15" name="Freeform 701">
              <a:extLst>
                <a:ext uri="{FF2B5EF4-FFF2-40B4-BE49-F238E27FC236}">
                  <a16:creationId xmlns:a16="http://schemas.microsoft.com/office/drawing/2014/main" id="{E402D8BE-8F1F-DFFE-AA56-6F7DF4E82FBD}"/>
                </a:ext>
              </a:extLst>
            </p:cNvPr>
            <p:cNvSpPr>
              <a:spLocks/>
            </p:cNvSpPr>
            <p:nvPr/>
          </p:nvSpPr>
          <p:spPr bwMode="auto">
            <a:xfrm>
              <a:off x="3552" y="1485"/>
              <a:ext cx="1872" cy="1104"/>
            </a:xfrm>
            <a:custGeom>
              <a:avLst/>
              <a:gdLst>
                <a:gd name="T0" fmla="*/ 0 w 1872"/>
                <a:gd name="T1" fmla="*/ 0 h 1104"/>
                <a:gd name="T2" fmla="*/ 384 w 1872"/>
                <a:gd name="T3" fmla="*/ 96 h 1104"/>
                <a:gd name="T4" fmla="*/ 384 w 1872"/>
                <a:gd name="T5" fmla="*/ 480 h 1104"/>
                <a:gd name="T6" fmla="*/ 576 w 1872"/>
                <a:gd name="T7" fmla="*/ 576 h 1104"/>
                <a:gd name="T8" fmla="*/ 1872 w 1872"/>
                <a:gd name="T9" fmla="*/ 816 h 1104"/>
                <a:gd name="T10" fmla="*/ 1296 w 1872"/>
                <a:gd name="T11" fmla="*/ 1104 h 1104"/>
                <a:gd name="T12" fmla="*/ 672 w 1872"/>
                <a:gd name="T13" fmla="*/ 1104 h 1104"/>
                <a:gd name="T14" fmla="*/ 288 w 1872"/>
                <a:gd name="T15" fmla="*/ 528 h 1104"/>
                <a:gd name="T16" fmla="*/ 0 w 1872"/>
                <a:gd name="T17" fmla="*/ 0 h 11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72"/>
                <a:gd name="T28" fmla="*/ 0 h 1104"/>
                <a:gd name="T29" fmla="*/ 1872 w 1872"/>
                <a:gd name="T30" fmla="*/ 1104 h 11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72" h="1104">
                  <a:moveTo>
                    <a:pt x="0" y="0"/>
                  </a:moveTo>
                  <a:lnTo>
                    <a:pt x="384" y="96"/>
                  </a:lnTo>
                  <a:lnTo>
                    <a:pt x="384" y="480"/>
                  </a:lnTo>
                  <a:lnTo>
                    <a:pt x="576" y="576"/>
                  </a:lnTo>
                  <a:lnTo>
                    <a:pt x="1872" y="816"/>
                  </a:lnTo>
                  <a:lnTo>
                    <a:pt x="1296" y="1104"/>
                  </a:lnTo>
                  <a:lnTo>
                    <a:pt x="672" y="1104"/>
                  </a:lnTo>
                  <a:lnTo>
                    <a:pt x="288" y="528"/>
                  </a:lnTo>
                  <a:lnTo>
                    <a:pt x="0" y="0"/>
                  </a:lnTo>
                  <a:close/>
                </a:path>
              </a:pathLst>
            </a:custGeom>
            <a:gradFill rotWithShape="0">
              <a:gsLst>
                <a:gs pos="0">
                  <a:srgbClr val="FFCC00"/>
                </a:gs>
                <a:gs pos="100000">
                  <a:schemeClr val="accent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pt-BR"/>
            </a:p>
          </p:txBody>
        </p:sp>
        <p:grpSp>
          <p:nvGrpSpPr>
            <p:cNvPr id="16" name="Group 702">
              <a:extLst>
                <a:ext uri="{FF2B5EF4-FFF2-40B4-BE49-F238E27FC236}">
                  <a16:creationId xmlns:a16="http://schemas.microsoft.com/office/drawing/2014/main" id="{879460AD-BA65-DE06-FA47-6E3D748AEA5A}"/>
                </a:ext>
              </a:extLst>
            </p:cNvPr>
            <p:cNvGrpSpPr>
              <a:grpSpLocks/>
            </p:cNvGrpSpPr>
            <p:nvPr/>
          </p:nvGrpSpPr>
          <p:grpSpPr bwMode="auto">
            <a:xfrm>
              <a:off x="4257" y="1789"/>
              <a:ext cx="1437" cy="800"/>
              <a:chOff x="4257" y="1789"/>
              <a:chExt cx="1437" cy="800"/>
            </a:xfrm>
          </p:grpSpPr>
          <p:sp>
            <p:nvSpPr>
              <p:cNvPr id="118" name="Freeform 703">
                <a:extLst>
                  <a:ext uri="{FF2B5EF4-FFF2-40B4-BE49-F238E27FC236}">
                    <a16:creationId xmlns:a16="http://schemas.microsoft.com/office/drawing/2014/main" id="{EEE8D8BE-5FDA-2D22-B426-07A4B3182C43}"/>
                  </a:ext>
                </a:extLst>
              </p:cNvPr>
              <p:cNvSpPr>
                <a:spLocks/>
              </p:cNvSpPr>
              <p:nvPr/>
            </p:nvSpPr>
            <p:spPr bwMode="auto">
              <a:xfrm>
                <a:off x="4257" y="1887"/>
                <a:ext cx="733" cy="508"/>
              </a:xfrm>
              <a:custGeom>
                <a:avLst/>
                <a:gdLst>
                  <a:gd name="T0" fmla="*/ 0 w 8065"/>
                  <a:gd name="T1" fmla="*/ 0 h 5584"/>
                  <a:gd name="T2" fmla="*/ 0 w 8065"/>
                  <a:gd name="T3" fmla="*/ 0 h 5584"/>
                  <a:gd name="T4" fmla="*/ 0 w 8065"/>
                  <a:gd name="T5" fmla="*/ 0 h 5584"/>
                  <a:gd name="T6" fmla="*/ 0 w 8065"/>
                  <a:gd name="T7" fmla="*/ 0 h 5584"/>
                  <a:gd name="T8" fmla="*/ 0 w 8065"/>
                  <a:gd name="T9" fmla="*/ 0 h 5584"/>
                  <a:gd name="T10" fmla="*/ 0 w 8065"/>
                  <a:gd name="T11" fmla="*/ 0 h 5584"/>
                  <a:gd name="T12" fmla="*/ 0 w 8065"/>
                  <a:gd name="T13" fmla="*/ 0 h 5584"/>
                  <a:gd name="T14" fmla="*/ 0 w 8065"/>
                  <a:gd name="T15" fmla="*/ 0 h 5584"/>
                  <a:gd name="T16" fmla="*/ 0 w 8065"/>
                  <a:gd name="T17" fmla="*/ 0 h 5584"/>
                  <a:gd name="T18" fmla="*/ 0 w 8065"/>
                  <a:gd name="T19" fmla="*/ 0 h 5584"/>
                  <a:gd name="T20" fmla="*/ 0 w 8065"/>
                  <a:gd name="T21" fmla="*/ 0 h 5584"/>
                  <a:gd name="T22" fmla="*/ 0 w 8065"/>
                  <a:gd name="T23" fmla="*/ 0 h 5584"/>
                  <a:gd name="T24" fmla="*/ 0 w 8065"/>
                  <a:gd name="T25" fmla="*/ 0 h 5584"/>
                  <a:gd name="T26" fmla="*/ 0 w 8065"/>
                  <a:gd name="T27" fmla="*/ 0 h 55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065"/>
                  <a:gd name="T43" fmla="*/ 0 h 5584"/>
                  <a:gd name="T44" fmla="*/ 8065 w 8065"/>
                  <a:gd name="T45" fmla="*/ 5584 h 558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065" h="5584">
                    <a:moveTo>
                      <a:pt x="0" y="3180"/>
                    </a:moveTo>
                    <a:lnTo>
                      <a:pt x="923" y="3180"/>
                    </a:lnTo>
                    <a:lnTo>
                      <a:pt x="1463" y="0"/>
                    </a:lnTo>
                    <a:lnTo>
                      <a:pt x="4947" y="131"/>
                    </a:lnTo>
                    <a:lnTo>
                      <a:pt x="5071" y="3307"/>
                    </a:lnTo>
                    <a:lnTo>
                      <a:pt x="4367" y="3307"/>
                    </a:lnTo>
                    <a:lnTo>
                      <a:pt x="5430" y="3523"/>
                    </a:lnTo>
                    <a:lnTo>
                      <a:pt x="5430" y="4769"/>
                    </a:lnTo>
                    <a:lnTo>
                      <a:pt x="6027" y="4738"/>
                    </a:lnTo>
                    <a:lnTo>
                      <a:pt x="8065" y="5222"/>
                    </a:lnTo>
                    <a:lnTo>
                      <a:pt x="4205" y="5584"/>
                    </a:lnTo>
                    <a:lnTo>
                      <a:pt x="2834" y="4948"/>
                    </a:lnTo>
                    <a:lnTo>
                      <a:pt x="1501" y="5061"/>
                    </a:lnTo>
                    <a:lnTo>
                      <a:pt x="0" y="318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9" name="Freeform 704">
                <a:extLst>
                  <a:ext uri="{FF2B5EF4-FFF2-40B4-BE49-F238E27FC236}">
                    <a16:creationId xmlns:a16="http://schemas.microsoft.com/office/drawing/2014/main" id="{9042E123-1171-2B76-2A5E-9B48E8C115F1}"/>
                  </a:ext>
                </a:extLst>
              </p:cNvPr>
              <p:cNvSpPr>
                <a:spLocks/>
              </p:cNvSpPr>
              <p:nvPr/>
            </p:nvSpPr>
            <p:spPr bwMode="auto">
              <a:xfrm>
                <a:off x="4424" y="1925"/>
                <a:ext cx="263" cy="237"/>
              </a:xfrm>
              <a:custGeom>
                <a:avLst/>
                <a:gdLst>
                  <a:gd name="T0" fmla="*/ 0 w 2888"/>
                  <a:gd name="T1" fmla="*/ 0 h 2601"/>
                  <a:gd name="T2" fmla="*/ 0 w 2888"/>
                  <a:gd name="T3" fmla="*/ 0 h 2601"/>
                  <a:gd name="T4" fmla="*/ 0 w 2888"/>
                  <a:gd name="T5" fmla="*/ 0 h 2601"/>
                  <a:gd name="T6" fmla="*/ 0 w 2888"/>
                  <a:gd name="T7" fmla="*/ 0 h 2601"/>
                  <a:gd name="T8" fmla="*/ 0 w 2888"/>
                  <a:gd name="T9" fmla="*/ 0 h 2601"/>
                  <a:gd name="T10" fmla="*/ 0 60000 65536"/>
                  <a:gd name="T11" fmla="*/ 0 60000 65536"/>
                  <a:gd name="T12" fmla="*/ 0 60000 65536"/>
                  <a:gd name="T13" fmla="*/ 0 60000 65536"/>
                  <a:gd name="T14" fmla="*/ 0 60000 65536"/>
                  <a:gd name="T15" fmla="*/ 0 w 2888"/>
                  <a:gd name="T16" fmla="*/ 0 h 2601"/>
                  <a:gd name="T17" fmla="*/ 2888 w 2888"/>
                  <a:gd name="T18" fmla="*/ 2601 h 2601"/>
                </a:gdLst>
                <a:ahLst/>
                <a:cxnLst>
                  <a:cxn ang="T10">
                    <a:pos x="T0" y="T1"/>
                  </a:cxn>
                  <a:cxn ang="T11">
                    <a:pos x="T2" y="T3"/>
                  </a:cxn>
                  <a:cxn ang="T12">
                    <a:pos x="T4" y="T5"/>
                  </a:cxn>
                  <a:cxn ang="T13">
                    <a:pos x="T6" y="T7"/>
                  </a:cxn>
                  <a:cxn ang="T14">
                    <a:pos x="T8" y="T9"/>
                  </a:cxn>
                </a:cxnLst>
                <a:rect l="T15" t="T16" r="T17" b="T18"/>
                <a:pathLst>
                  <a:path w="2888" h="2601">
                    <a:moveTo>
                      <a:pt x="0" y="0"/>
                    </a:moveTo>
                    <a:lnTo>
                      <a:pt x="70" y="2601"/>
                    </a:lnTo>
                    <a:lnTo>
                      <a:pt x="2888" y="2568"/>
                    </a:lnTo>
                    <a:lnTo>
                      <a:pt x="2798" y="76"/>
                    </a:lnTo>
                    <a:lnTo>
                      <a:pt x="0" y="0"/>
                    </a:lnTo>
                    <a:close/>
                  </a:path>
                </a:pathLst>
              </a:custGeom>
              <a:solidFill>
                <a:srgbClr val="5151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0" name="Freeform 705">
                <a:extLst>
                  <a:ext uri="{FF2B5EF4-FFF2-40B4-BE49-F238E27FC236}">
                    <a16:creationId xmlns:a16="http://schemas.microsoft.com/office/drawing/2014/main" id="{BE8FBB6A-D70B-2B2E-C962-2F74C0DA3885}"/>
                  </a:ext>
                </a:extLst>
              </p:cNvPr>
              <p:cNvSpPr>
                <a:spLocks/>
              </p:cNvSpPr>
              <p:nvPr/>
            </p:nvSpPr>
            <p:spPr bwMode="auto">
              <a:xfrm>
                <a:off x="5060" y="2079"/>
                <a:ext cx="577" cy="477"/>
              </a:xfrm>
              <a:custGeom>
                <a:avLst/>
                <a:gdLst>
                  <a:gd name="T0" fmla="*/ 0 w 6343"/>
                  <a:gd name="T1" fmla="*/ 0 h 5241"/>
                  <a:gd name="T2" fmla="*/ 0 w 6343"/>
                  <a:gd name="T3" fmla="*/ 0 h 5241"/>
                  <a:gd name="T4" fmla="*/ 0 w 6343"/>
                  <a:gd name="T5" fmla="*/ 0 h 5241"/>
                  <a:gd name="T6" fmla="*/ 0 w 6343"/>
                  <a:gd name="T7" fmla="*/ 0 h 5241"/>
                  <a:gd name="T8" fmla="*/ 0 w 6343"/>
                  <a:gd name="T9" fmla="*/ 0 h 5241"/>
                  <a:gd name="T10" fmla="*/ 0 w 6343"/>
                  <a:gd name="T11" fmla="*/ 0 h 5241"/>
                  <a:gd name="T12" fmla="*/ 0 w 6343"/>
                  <a:gd name="T13" fmla="*/ 0 h 5241"/>
                  <a:gd name="T14" fmla="*/ 0 w 6343"/>
                  <a:gd name="T15" fmla="*/ 0 h 5241"/>
                  <a:gd name="T16" fmla="*/ 0 w 6343"/>
                  <a:gd name="T17" fmla="*/ 0 h 5241"/>
                  <a:gd name="T18" fmla="*/ 0 w 6343"/>
                  <a:gd name="T19" fmla="*/ 0 h 5241"/>
                  <a:gd name="T20" fmla="*/ 0 w 6343"/>
                  <a:gd name="T21" fmla="*/ 0 h 5241"/>
                  <a:gd name="T22" fmla="*/ 0 w 6343"/>
                  <a:gd name="T23" fmla="*/ 0 h 5241"/>
                  <a:gd name="T24" fmla="*/ 0 w 6343"/>
                  <a:gd name="T25" fmla="*/ 0 h 5241"/>
                  <a:gd name="T26" fmla="*/ 0 w 6343"/>
                  <a:gd name="T27" fmla="*/ 0 h 5241"/>
                  <a:gd name="T28" fmla="*/ 0 w 6343"/>
                  <a:gd name="T29" fmla="*/ 0 h 5241"/>
                  <a:gd name="T30" fmla="*/ 0 w 6343"/>
                  <a:gd name="T31" fmla="*/ 0 h 5241"/>
                  <a:gd name="T32" fmla="*/ 0 w 6343"/>
                  <a:gd name="T33" fmla="*/ 0 h 5241"/>
                  <a:gd name="T34" fmla="*/ 0 w 6343"/>
                  <a:gd name="T35" fmla="*/ 0 h 5241"/>
                  <a:gd name="T36" fmla="*/ 0 w 6343"/>
                  <a:gd name="T37" fmla="*/ 0 h 5241"/>
                  <a:gd name="T38" fmla="*/ 0 w 6343"/>
                  <a:gd name="T39" fmla="*/ 0 h 5241"/>
                  <a:gd name="T40" fmla="*/ 0 w 6343"/>
                  <a:gd name="T41" fmla="*/ 0 h 5241"/>
                  <a:gd name="T42" fmla="*/ 0 w 6343"/>
                  <a:gd name="T43" fmla="*/ 0 h 5241"/>
                  <a:gd name="T44" fmla="*/ 0 w 6343"/>
                  <a:gd name="T45" fmla="*/ 0 h 5241"/>
                  <a:gd name="T46" fmla="*/ 0 w 6343"/>
                  <a:gd name="T47" fmla="*/ 0 h 5241"/>
                  <a:gd name="T48" fmla="*/ 0 w 6343"/>
                  <a:gd name="T49" fmla="*/ 0 h 5241"/>
                  <a:gd name="T50" fmla="*/ 0 w 6343"/>
                  <a:gd name="T51" fmla="*/ 0 h 5241"/>
                  <a:gd name="T52" fmla="*/ 0 w 6343"/>
                  <a:gd name="T53" fmla="*/ 0 h 5241"/>
                  <a:gd name="T54" fmla="*/ 0 w 6343"/>
                  <a:gd name="T55" fmla="*/ 0 h 524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343"/>
                  <a:gd name="T85" fmla="*/ 0 h 5241"/>
                  <a:gd name="T86" fmla="*/ 6343 w 6343"/>
                  <a:gd name="T87" fmla="*/ 5241 h 524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343" h="5241">
                    <a:moveTo>
                      <a:pt x="117" y="3295"/>
                    </a:moveTo>
                    <a:lnTo>
                      <a:pt x="0" y="2659"/>
                    </a:lnTo>
                    <a:lnTo>
                      <a:pt x="0" y="2423"/>
                    </a:lnTo>
                    <a:lnTo>
                      <a:pt x="614" y="2144"/>
                    </a:lnTo>
                    <a:lnTo>
                      <a:pt x="889" y="2321"/>
                    </a:lnTo>
                    <a:lnTo>
                      <a:pt x="1405" y="2282"/>
                    </a:lnTo>
                    <a:lnTo>
                      <a:pt x="2161" y="2144"/>
                    </a:lnTo>
                    <a:lnTo>
                      <a:pt x="2495" y="1966"/>
                    </a:lnTo>
                    <a:lnTo>
                      <a:pt x="2593" y="1726"/>
                    </a:lnTo>
                    <a:lnTo>
                      <a:pt x="2771" y="1488"/>
                    </a:lnTo>
                    <a:lnTo>
                      <a:pt x="3208" y="1272"/>
                    </a:lnTo>
                    <a:lnTo>
                      <a:pt x="3467" y="952"/>
                    </a:lnTo>
                    <a:lnTo>
                      <a:pt x="4001" y="140"/>
                    </a:lnTo>
                    <a:lnTo>
                      <a:pt x="5668" y="0"/>
                    </a:lnTo>
                    <a:lnTo>
                      <a:pt x="5925" y="179"/>
                    </a:lnTo>
                    <a:lnTo>
                      <a:pt x="5904" y="258"/>
                    </a:lnTo>
                    <a:lnTo>
                      <a:pt x="5805" y="379"/>
                    </a:lnTo>
                    <a:lnTo>
                      <a:pt x="5805" y="576"/>
                    </a:lnTo>
                    <a:lnTo>
                      <a:pt x="5786" y="697"/>
                    </a:lnTo>
                    <a:lnTo>
                      <a:pt x="5709" y="715"/>
                    </a:lnTo>
                    <a:lnTo>
                      <a:pt x="5886" y="1012"/>
                    </a:lnTo>
                    <a:lnTo>
                      <a:pt x="6145" y="1528"/>
                    </a:lnTo>
                    <a:lnTo>
                      <a:pt x="6343" y="1726"/>
                    </a:lnTo>
                    <a:lnTo>
                      <a:pt x="6343" y="2084"/>
                    </a:lnTo>
                    <a:lnTo>
                      <a:pt x="1346" y="5241"/>
                    </a:lnTo>
                    <a:lnTo>
                      <a:pt x="950" y="5040"/>
                    </a:lnTo>
                    <a:lnTo>
                      <a:pt x="790" y="3615"/>
                    </a:lnTo>
                    <a:lnTo>
                      <a:pt x="117" y="3295"/>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1" name="Freeform 706">
                <a:extLst>
                  <a:ext uri="{FF2B5EF4-FFF2-40B4-BE49-F238E27FC236}">
                    <a16:creationId xmlns:a16="http://schemas.microsoft.com/office/drawing/2014/main" id="{A6BEC96D-9676-DA64-A087-8BDA96F9B0AC}"/>
                  </a:ext>
                </a:extLst>
              </p:cNvPr>
              <p:cNvSpPr>
                <a:spLocks/>
              </p:cNvSpPr>
              <p:nvPr/>
            </p:nvSpPr>
            <p:spPr bwMode="auto">
              <a:xfrm>
                <a:off x="4829" y="2494"/>
                <a:ext cx="321" cy="94"/>
              </a:xfrm>
              <a:custGeom>
                <a:avLst/>
                <a:gdLst>
                  <a:gd name="T0" fmla="*/ 0 w 3531"/>
                  <a:gd name="T1" fmla="*/ 0 h 1033"/>
                  <a:gd name="T2" fmla="*/ 0 w 3531"/>
                  <a:gd name="T3" fmla="*/ 0 h 1033"/>
                  <a:gd name="T4" fmla="*/ 0 w 3531"/>
                  <a:gd name="T5" fmla="*/ 0 h 1033"/>
                  <a:gd name="T6" fmla="*/ 0 w 3531"/>
                  <a:gd name="T7" fmla="*/ 0 h 1033"/>
                  <a:gd name="T8" fmla="*/ 0 w 3531"/>
                  <a:gd name="T9" fmla="*/ 0 h 1033"/>
                  <a:gd name="T10" fmla="*/ 0 60000 65536"/>
                  <a:gd name="T11" fmla="*/ 0 60000 65536"/>
                  <a:gd name="T12" fmla="*/ 0 60000 65536"/>
                  <a:gd name="T13" fmla="*/ 0 60000 65536"/>
                  <a:gd name="T14" fmla="*/ 0 60000 65536"/>
                  <a:gd name="T15" fmla="*/ 0 w 3531"/>
                  <a:gd name="T16" fmla="*/ 0 h 1033"/>
                  <a:gd name="T17" fmla="*/ 3531 w 3531"/>
                  <a:gd name="T18" fmla="*/ 1033 h 1033"/>
                </a:gdLst>
                <a:ahLst/>
                <a:cxnLst>
                  <a:cxn ang="T10">
                    <a:pos x="T0" y="T1"/>
                  </a:cxn>
                  <a:cxn ang="T11">
                    <a:pos x="T2" y="T3"/>
                  </a:cxn>
                  <a:cxn ang="T12">
                    <a:pos x="T4" y="T5"/>
                  </a:cxn>
                  <a:cxn ang="T13">
                    <a:pos x="T6" y="T7"/>
                  </a:cxn>
                  <a:cxn ang="T14">
                    <a:pos x="T8" y="T9"/>
                  </a:cxn>
                </a:cxnLst>
                <a:rect l="T15" t="T16" r="T17" b="T18"/>
                <a:pathLst>
                  <a:path w="3531" h="1033">
                    <a:moveTo>
                      <a:pt x="0" y="1033"/>
                    </a:moveTo>
                    <a:lnTo>
                      <a:pt x="3193" y="1033"/>
                    </a:lnTo>
                    <a:lnTo>
                      <a:pt x="3531" y="0"/>
                    </a:lnTo>
                    <a:lnTo>
                      <a:pt x="1312" y="220"/>
                    </a:lnTo>
                    <a:lnTo>
                      <a:pt x="0" y="1033"/>
                    </a:lnTo>
                    <a:close/>
                  </a:path>
                </a:pathLst>
              </a:custGeom>
              <a:solidFill>
                <a:srgbClr val="00E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2" name="Freeform 707">
                <a:extLst>
                  <a:ext uri="{FF2B5EF4-FFF2-40B4-BE49-F238E27FC236}">
                    <a16:creationId xmlns:a16="http://schemas.microsoft.com/office/drawing/2014/main" id="{CC83404B-99E8-5D57-E6E0-1A6FCFCF4FB4}"/>
                  </a:ext>
                </a:extLst>
              </p:cNvPr>
              <p:cNvSpPr>
                <a:spLocks/>
              </p:cNvSpPr>
              <p:nvPr/>
            </p:nvSpPr>
            <p:spPr bwMode="auto">
              <a:xfrm>
                <a:off x="5400" y="2265"/>
                <a:ext cx="291" cy="323"/>
              </a:xfrm>
              <a:custGeom>
                <a:avLst/>
                <a:gdLst>
                  <a:gd name="T0" fmla="*/ 0 w 3192"/>
                  <a:gd name="T1" fmla="*/ 0 h 3555"/>
                  <a:gd name="T2" fmla="*/ 0 w 3192"/>
                  <a:gd name="T3" fmla="*/ 0 h 3555"/>
                  <a:gd name="T4" fmla="*/ 0 w 3192"/>
                  <a:gd name="T5" fmla="*/ 0 h 3555"/>
                  <a:gd name="T6" fmla="*/ 0 w 3192"/>
                  <a:gd name="T7" fmla="*/ 0 h 3555"/>
                  <a:gd name="T8" fmla="*/ 0 w 3192"/>
                  <a:gd name="T9" fmla="*/ 0 h 3555"/>
                  <a:gd name="T10" fmla="*/ 0 w 3192"/>
                  <a:gd name="T11" fmla="*/ 0 h 3555"/>
                  <a:gd name="T12" fmla="*/ 0 w 3192"/>
                  <a:gd name="T13" fmla="*/ 0 h 3555"/>
                  <a:gd name="T14" fmla="*/ 0 w 3192"/>
                  <a:gd name="T15" fmla="*/ 0 h 3555"/>
                  <a:gd name="T16" fmla="*/ 0 w 3192"/>
                  <a:gd name="T17" fmla="*/ 0 h 3555"/>
                  <a:gd name="T18" fmla="*/ 0 w 3192"/>
                  <a:gd name="T19" fmla="*/ 0 h 3555"/>
                  <a:gd name="T20" fmla="*/ 0 w 3192"/>
                  <a:gd name="T21" fmla="*/ 0 h 3555"/>
                  <a:gd name="T22" fmla="*/ 0 w 3192"/>
                  <a:gd name="T23" fmla="*/ 0 h 3555"/>
                  <a:gd name="T24" fmla="*/ 0 w 3192"/>
                  <a:gd name="T25" fmla="*/ 0 h 3555"/>
                  <a:gd name="T26" fmla="*/ 0 w 3192"/>
                  <a:gd name="T27" fmla="*/ 0 h 3555"/>
                  <a:gd name="T28" fmla="*/ 0 w 3192"/>
                  <a:gd name="T29" fmla="*/ 0 h 3555"/>
                  <a:gd name="T30" fmla="*/ 0 w 3192"/>
                  <a:gd name="T31" fmla="*/ 0 h 3555"/>
                  <a:gd name="T32" fmla="*/ 0 w 3192"/>
                  <a:gd name="T33" fmla="*/ 0 h 355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92"/>
                  <a:gd name="T52" fmla="*/ 0 h 3555"/>
                  <a:gd name="T53" fmla="*/ 3192 w 3192"/>
                  <a:gd name="T54" fmla="*/ 3555 h 355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92" h="3555">
                    <a:moveTo>
                      <a:pt x="2299" y="3555"/>
                    </a:moveTo>
                    <a:lnTo>
                      <a:pt x="2299" y="2560"/>
                    </a:lnTo>
                    <a:lnTo>
                      <a:pt x="2495" y="1630"/>
                    </a:lnTo>
                    <a:lnTo>
                      <a:pt x="2773" y="994"/>
                    </a:lnTo>
                    <a:lnTo>
                      <a:pt x="2954" y="558"/>
                    </a:lnTo>
                    <a:lnTo>
                      <a:pt x="3192" y="299"/>
                    </a:lnTo>
                    <a:lnTo>
                      <a:pt x="3192" y="216"/>
                    </a:lnTo>
                    <a:lnTo>
                      <a:pt x="3051" y="79"/>
                    </a:lnTo>
                    <a:lnTo>
                      <a:pt x="2914" y="0"/>
                    </a:lnTo>
                    <a:lnTo>
                      <a:pt x="2634" y="22"/>
                    </a:lnTo>
                    <a:lnTo>
                      <a:pt x="2179" y="179"/>
                    </a:lnTo>
                    <a:lnTo>
                      <a:pt x="1525" y="615"/>
                    </a:lnTo>
                    <a:lnTo>
                      <a:pt x="952" y="1251"/>
                    </a:lnTo>
                    <a:lnTo>
                      <a:pt x="455" y="2005"/>
                    </a:lnTo>
                    <a:lnTo>
                      <a:pt x="198" y="2639"/>
                    </a:lnTo>
                    <a:lnTo>
                      <a:pt x="0" y="3555"/>
                    </a:lnTo>
                    <a:lnTo>
                      <a:pt x="2299" y="355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3" name="Freeform 708">
                <a:extLst>
                  <a:ext uri="{FF2B5EF4-FFF2-40B4-BE49-F238E27FC236}">
                    <a16:creationId xmlns:a16="http://schemas.microsoft.com/office/drawing/2014/main" id="{A1115318-9BBD-CF43-DE60-E691FA421F09}"/>
                  </a:ext>
                </a:extLst>
              </p:cNvPr>
              <p:cNvSpPr>
                <a:spLocks/>
              </p:cNvSpPr>
              <p:nvPr/>
            </p:nvSpPr>
            <p:spPr bwMode="auto">
              <a:xfrm>
                <a:off x="4722" y="2275"/>
                <a:ext cx="345" cy="88"/>
              </a:xfrm>
              <a:custGeom>
                <a:avLst/>
                <a:gdLst>
                  <a:gd name="T0" fmla="*/ 0 w 3789"/>
                  <a:gd name="T1" fmla="*/ 0 h 959"/>
                  <a:gd name="T2" fmla="*/ 0 w 3789"/>
                  <a:gd name="T3" fmla="*/ 0 h 959"/>
                  <a:gd name="T4" fmla="*/ 0 w 3789"/>
                  <a:gd name="T5" fmla="*/ 0 h 959"/>
                  <a:gd name="T6" fmla="*/ 0 w 3789"/>
                  <a:gd name="T7" fmla="*/ 0 h 959"/>
                  <a:gd name="T8" fmla="*/ 0 w 3789"/>
                  <a:gd name="T9" fmla="*/ 0 h 959"/>
                  <a:gd name="T10" fmla="*/ 0 w 3789"/>
                  <a:gd name="T11" fmla="*/ 0 h 959"/>
                  <a:gd name="T12" fmla="*/ 0 w 3789"/>
                  <a:gd name="T13" fmla="*/ 0 h 959"/>
                  <a:gd name="T14" fmla="*/ 0 w 3789"/>
                  <a:gd name="T15" fmla="*/ 0 h 959"/>
                  <a:gd name="T16" fmla="*/ 0 w 3789"/>
                  <a:gd name="T17" fmla="*/ 0 h 959"/>
                  <a:gd name="T18" fmla="*/ 0 w 3789"/>
                  <a:gd name="T19" fmla="*/ 0 h 959"/>
                  <a:gd name="T20" fmla="*/ 0 w 3789"/>
                  <a:gd name="T21" fmla="*/ 0 h 959"/>
                  <a:gd name="T22" fmla="*/ 0 w 3789"/>
                  <a:gd name="T23" fmla="*/ 0 h 959"/>
                  <a:gd name="T24" fmla="*/ 0 w 3789"/>
                  <a:gd name="T25" fmla="*/ 0 h 959"/>
                  <a:gd name="T26" fmla="*/ 0 w 3789"/>
                  <a:gd name="T27" fmla="*/ 0 h 959"/>
                  <a:gd name="T28" fmla="*/ 0 w 3789"/>
                  <a:gd name="T29" fmla="*/ 0 h 959"/>
                  <a:gd name="T30" fmla="*/ 0 w 3789"/>
                  <a:gd name="T31" fmla="*/ 0 h 959"/>
                  <a:gd name="T32" fmla="*/ 0 w 3789"/>
                  <a:gd name="T33" fmla="*/ 0 h 95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789"/>
                  <a:gd name="T52" fmla="*/ 0 h 959"/>
                  <a:gd name="T53" fmla="*/ 3789 w 3789"/>
                  <a:gd name="T54" fmla="*/ 959 h 95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789" h="959">
                    <a:moveTo>
                      <a:pt x="0" y="314"/>
                    </a:moveTo>
                    <a:lnTo>
                      <a:pt x="484" y="353"/>
                    </a:lnTo>
                    <a:lnTo>
                      <a:pt x="893" y="554"/>
                    </a:lnTo>
                    <a:lnTo>
                      <a:pt x="1159" y="787"/>
                    </a:lnTo>
                    <a:lnTo>
                      <a:pt x="1714" y="891"/>
                    </a:lnTo>
                    <a:lnTo>
                      <a:pt x="2251" y="831"/>
                    </a:lnTo>
                    <a:lnTo>
                      <a:pt x="3789" y="959"/>
                    </a:lnTo>
                    <a:lnTo>
                      <a:pt x="3720" y="456"/>
                    </a:lnTo>
                    <a:lnTo>
                      <a:pt x="2155" y="449"/>
                    </a:lnTo>
                    <a:lnTo>
                      <a:pt x="1874" y="397"/>
                    </a:lnTo>
                    <a:lnTo>
                      <a:pt x="1076" y="0"/>
                    </a:lnTo>
                    <a:lnTo>
                      <a:pt x="845" y="77"/>
                    </a:lnTo>
                    <a:lnTo>
                      <a:pt x="662" y="42"/>
                    </a:lnTo>
                    <a:lnTo>
                      <a:pt x="424" y="42"/>
                    </a:lnTo>
                    <a:lnTo>
                      <a:pt x="344" y="96"/>
                    </a:lnTo>
                    <a:lnTo>
                      <a:pt x="19" y="253"/>
                    </a:lnTo>
                    <a:lnTo>
                      <a:pt x="0" y="314"/>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4" name="Freeform 709">
                <a:extLst>
                  <a:ext uri="{FF2B5EF4-FFF2-40B4-BE49-F238E27FC236}">
                    <a16:creationId xmlns:a16="http://schemas.microsoft.com/office/drawing/2014/main" id="{892B1D54-C806-92A6-61CF-D40E0DDEC3A2}"/>
                  </a:ext>
                </a:extLst>
              </p:cNvPr>
              <p:cNvSpPr>
                <a:spLocks/>
              </p:cNvSpPr>
              <p:nvPr/>
            </p:nvSpPr>
            <p:spPr bwMode="auto">
              <a:xfrm>
                <a:off x="5151" y="2030"/>
                <a:ext cx="165" cy="359"/>
              </a:xfrm>
              <a:custGeom>
                <a:avLst/>
                <a:gdLst>
                  <a:gd name="T0" fmla="*/ 0 w 1809"/>
                  <a:gd name="T1" fmla="*/ 0 h 3947"/>
                  <a:gd name="T2" fmla="*/ 0 w 1809"/>
                  <a:gd name="T3" fmla="*/ 0 h 3947"/>
                  <a:gd name="T4" fmla="*/ 0 w 1809"/>
                  <a:gd name="T5" fmla="*/ 0 h 3947"/>
                  <a:gd name="T6" fmla="*/ 0 w 1809"/>
                  <a:gd name="T7" fmla="*/ 0 h 3947"/>
                  <a:gd name="T8" fmla="*/ 0 w 1809"/>
                  <a:gd name="T9" fmla="*/ 0 h 3947"/>
                  <a:gd name="T10" fmla="*/ 0 w 1809"/>
                  <a:gd name="T11" fmla="*/ 0 h 3947"/>
                  <a:gd name="T12" fmla="*/ 0 w 1809"/>
                  <a:gd name="T13" fmla="*/ 0 h 3947"/>
                  <a:gd name="T14" fmla="*/ 0 w 1809"/>
                  <a:gd name="T15" fmla="*/ 0 h 3947"/>
                  <a:gd name="T16" fmla="*/ 0 w 1809"/>
                  <a:gd name="T17" fmla="*/ 0 h 3947"/>
                  <a:gd name="T18" fmla="*/ 0 w 1809"/>
                  <a:gd name="T19" fmla="*/ 0 h 3947"/>
                  <a:gd name="T20" fmla="*/ 0 w 1809"/>
                  <a:gd name="T21" fmla="*/ 0 h 3947"/>
                  <a:gd name="T22" fmla="*/ 0 w 1809"/>
                  <a:gd name="T23" fmla="*/ 0 h 3947"/>
                  <a:gd name="T24" fmla="*/ 0 w 1809"/>
                  <a:gd name="T25" fmla="*/ 0 h 3947"/>
                  <a:gd name="T26" fmla="*/ 0 w 1809"/>
                  <a:gd name="T27" fmla="*/ 0 h 3947"/>
                  <a:gd name="T28" fmla="*/ 0 w 1809"/>
                  <a:gd name="T29" fmla="*/ 0 h 3947"/>
                  <a:gd name="T30" fmla="*/ 0 w 1809"/>
                  <a:gd name="T31" fmla="*/ 0 h 3947"/>
                  <a:gd name="T32" fmla="*/ 0 w 1809"/>
                  <a:gd name="T33" fmla="*/ 0 h 3947"/>
                  <a:gd name="T34" fmla="*/ 0 w 1809"/>
                  <a:gd name="T35" fmla="*/ 0 h 3947"/>
                  <a:gd name="T36" fmla="*/ 0 w 1809"/>
                  <a:gd name="T37" fmla="*/ 0 h 3947"/>
                  <a:gd name="T38" fmla="*/ 0 w 1809"/>
                  <a:gd name="T39" fmla="*/ 0 h 3947"/>
                  <a:gd name="T40" fmla="*/ 0 w 1809"/>
                  <a:gd name="T41" fmla="*/ 0 h 3947"/>
                  <a:gd name="T42" fmla="*/ 0 w 1809"/>
                  <a:gd name="T43" fmla="*/ 0 h 3947"/>
                  <a:gd name="T44" fmla="*/ 0 w 1809"/>
                  <a:gd name="T45" fmla="*/ 0 h 3947"/>
                  <a:gd name="T46" fmla="*/ 0 w 1809"/>
                  <a:gd name="T47" fmla="*/ 0 h 3947"/>
                  <a:gd name="T48" fmla="*/ 0 w 1809"/>
                  <a:gd name="T49" fmla="*/ 0 h 3947"/>
                  <a:gd name="T50" fmla="*/ 0 w 1809"/>
                  <a:gd name="T51" fmla="*/ 0 h 3947"/>
                  <a:gd name="T52" fmla="*/ 0 w 1809"/>
                  <a:gd name="T53" fmla="*/ 0 h 3947"/>
                  <a:gd name="T54" fmla="*/ 0 w 1809"/>
                  <a:gd name="T55" fmla="*/ 0 h 3947"/>
                  <a:gd name="T56" fmla="*/ 0 w 1809"/>
                  <a:gd name="T57" fmla="*/ 0 h 3947"/>
                  <a:gd name="T58" fmla="*/ 0 w 1809"/>
                  <a:gd name="T59" fmla="*/ 0 h 3947"/>
                  <a:gd name="T60" fmla="*/ 0 w 1809"/>
                  <a:gd name="T61" fmla="*/ 0 h 3947"/>
                  <a:gd name="T62" fmla="*/ 0 w 1809"/>
                  <a:gd name="T63" fmla="*/ 0 h 3947"/>
                  <a:gd name="T64" fmla="*/ 0 w 1809"/>
                  <a:gd name="T65" fmla="*/ 0 h 394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09"/>
                  <a:gd name="T100" fmla="*/ 0 h 3947"/>
                  <a:gd name="T101" fmla="*/ 1809 w 1809"/>
                  <a:gd name="T102" fmla="*/ 3947 h 394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09" h="3947">
                    <a:moveTo>
                      <a:pt x="739" y="124"/>
                    </a:moveTo>
                    <a:lnTo>
                      <a:pt x="859" y="53"/>
                    </a:lnTo>
                    <a:lnTo>
                      <a:pt x="1001" y="41"/>
                    </a:lnTo>
                    <a:lnTo>
                      <a:pt x="1051" y="72"/>
                    </a:lnTo>
                    <a:lnTo>
                      <a:pt x="1127" y="20"/>
                    </a:lnTo>
                    <a:lnTo>
                      <a:pt x="1259" y="0"/>
                    </a:lnTo>
                    <a:lnTo>
                      <a:pt x="1308" y="20"/>
                    </a:lnTo>
                    <a:lnTo>
                      <a:pt x="1356" y="53"/>
                    </a:lnTo>
                    <a:lnTo>
                      <a:pt x="1489" y="41"/>
                    </a:lnTo>
                    <a:lnTo>
                      <a:pt x="1618" y="92"/>
                    </a:lnTo>
                    <a:lnTo>
                      <a:pt x="1809" y="512"/>
                    </a:lnTo>
                    <a:lnTo>
                      <a:pt x="1791" y="573"/>
                    </a:lnTo>
                    <a:lnTo>
                      <a:pt x="1211" y="1513"/>
                    </a:lnTo>
                    <a:lnTo>
                      <a:pt x="1120" y="1835"/>
                    </a:lnTo>
                    <a:lnTo>
                      <a:pt x="1022" y="3005"/>
                    </a:lnTo>
                    <a:lnTo>
                      <a:pt x="889" y="3244"/>
                    </a:lnTo>
                    <a:lnTo>
                      <a:pt x="530" y="3335"/>
                    </a:lnTo>
                    <a:lnTo>
                      <a:pt x="281" y="3568"/>
                    </a:lnTo>
                    <a:lnTo>
                      <a:pt x="149" y="3777"/>
                    </a:lnTo>
                    <a:lnTo>
                      <a:pt x="41" y="3947"/>
                    </a:lnTo>
                    <a:lnTo>
                      <a:pt x="0" y="3579"/>
                    </a:lnTo>
                    <a:lnTo>
                      <a:pt x="68" y="3173"/>
                    </a:lnTo>
                    <a:lnTo>
                      <a:pt x="191" y="2748"/>
                    </a:lnTo>
                    <a:lnTo>
                      <a:pt x="340" y="2186"/>
                    </a:lnTo>
                    <a:lnTo>
                      <a:pt x="459" y="1715"/>
                    </a:lnTo>
                    <a:lnTo>
                      <a:pt x="459" y="1513"/>
                    </a:lnTo>
                    <a:lnTo>
                      <a:pt x="438" y="1382"/>
                    </a:lnTo>
                    <a:lnTo>
                      <a:pt x="409" y="1155"/>
                    </a:lnTo>
                    <a:lnTo>
                      <a:pt x="419" y="913"/>
                    </a:lnTo>
                    <a:lnTo>
                      <a:pt x="499" y="704"/>
                    </a:lnTo>
                    <a:lnTo>
                      <a:pt x="530" y="554"/>
                    </a:lnTo>
                    <a:lnTo>
                      <a:pt x="669" y="224"/>
                    </a:lnTo>
                    <a:lnTo>
                      <a:pt x="739" y="124"/>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5" name="Freeform 710">
                <a:extLst>
                  <a:ext uri="{FF2B5EF4-FFF2-40B4-BE49-F238E27FC236}">
                    <a16:creationId xmlns:a16="http://schemas.microsoft.com/office/drawing/2014/main" id="{7B7A4F44-CF00-F707-002D-A6758582F87D}"/>
                  </a:ext>
                </a:extLst>
              </p:cNvPr>
              <p:cNvSpPr>
                <a:spLocks/>
              </p:cNvSpPr>
              <p:nvPr/>
            </p:nvSpPr>
            <p:spPr bwMode="auto">
              <a:xfrm>
                <a:off x="5191" y="2157"/>
                <a:ext cx="46" cy="28"/>
              </a:xfrm>
              <a:custGeom>
                <a:avLst/>
                <a:gdLst>
                  <a:gd name="T0" fmla="*/ 0 w 505"/>
                  <a:gd name="T1" fmla="*/ 0 h 314"/>
                  <a:gd name="T2" fmla="*/ 0 w 505"/>
                  <a:gd name="T3" fmla="*/ 0 h 314"/>
                  <a:gd name="T4" fmla="*/ 0 w 505"/>
                  <a:gd name="T5" fmla="*/ 0 h 314"/>
                  <a:gd name="T6" fmla="*/ 0 w 505"/>
                  <a:gd name="T7" fmla="*/ 0 h 314"/>
                  <a:gd name="T8" fmla="*/ 0 w 505"/>
                  <a:gd name="T9" fmla="*/ 0 h 314"/>
                  <a:gd name="T10" fmla="*/ 0 w 505"/>
                  <a:gd name="T11" fmla="*/ 0 h 314"/>
                  <a:gd name="T12" fmla="*/ 0 w 505"/>
                  <a:gd name="T13" fmla="*/ 0 h 314"/>
                  <a:gd name="T14" fmla="*/ 0 w 505"/>
                  <a:gd name="T15" fmla="*/ 0 h 314"/>
                  <a:gd name="T16" fmla="*/ 0 w 505"/>
                  <a:gd name="T17" fmla="*/ 0 h 314"/>
                  <a:gd name="T18" fmla="*/ 0 w 505"/>
                  <a:gd name="T19" fmla="*/ 0 h 3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05"/>
                  <a:gd name="T31" fmla="*/ 0 h 314"/>
                  <a:gd name="T32" fmla="*/ 505 w 505"/>
                  <a:gd name="T33" fmla="*/ 314 h 3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05" h="314">
                    <a:moveTo>
                      <a:pt x="11" y="123"/>
                    </a:moveTo>
                    <a:lnTo>
                      <a:pt x="85" y="61"/>
                    </a:lnTo>
                    <a:lnTo>
                      <a:pt x="266" y="0"/>
                    </a:lnTo>
                    <a:lnTo>
                      <a:pt x="505" y="5"/>
                    </a:lnTo>
                    <a:lnTo>
                      <a:pt x="432" y="285"/>
                    </a:lnTo>
                    <a:lnTo>
                      <a:pt x="324" y="231"/>
                    </a:lnTo>
                    <a:lnTo>
                      <a:pt x="218" y="231"/>
                    </a:lnTo>
                    <a:lnTo>
                      <a:pt x="46" y="314"/>
                    </a:lnTo>
                    <a:lnTo>
                      <a:pt x="0" y="279"/>
                    </a:lnTo>
                    <a:lnTo>
                      <a:pt x="11" y="123"/>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6" name="Freeform 711">
                <a:extLst>
                  <a:ext uri="{FF2B5EF4-FFF2-40B4-BE49-F238E27FC236}">
                    <a16:creationId xmlns:a16="http://schemas.microsoft.com/office/drawing/2014/main" id="{A2487BBC-2C68-B73B-DFF1-AED09E0767E2}"/>
                  </a:ext>
                </a:extLst>
              </p:cNvPr>
              <p:cNvSpPr>
                <a:spLocks/>
              </p:cNvSpPr>
              <p:nvPr/>
            </p:nvSpPr>
            <p:spPr bwMode="auto">
              <a:xfrm>
                <a:off x="5289" y="2115"/>
                <a:ext cx="37" cy="47"/>
              </a:xfrm>
              <a:custGeom>
                <a:avLst/>
                <a:gdLst>
                  <a:gd name="T0" fmla="*/ 0 w 410"/>
                  <a:gd name="T1" fmla="*/ 0 h 524"/>
                  <a:gd name="T2" fmla="*/ 0 w 410"/>
                  <a:gd name="T3" fmla="*/ 0 h 524"/>
                  <a:gd name="T4" fmla="*/ 0 w 410"/>
                  <a:gd name="T5" fmla="*/ 0 h 524"/>
                  <a:gd name="T6" fmla="*/ 0 w 410"/>
                  <a:gd name="T7" fmla="*/ 0 h 524"/>
                  <a:gd name="T8" fmla="*/ 0 w 410"/>
                  <a:gd name="T9" fmla="*/ 0 h 524"/>
                  <a:gd name="T10" fmla="*/ 0 w 410"/>
                  <a:gd name="T11" fmla="*/ 0 h 524"/>
                  <a:gd name="T12" fmla="*/ 0 w 410"/>
                  <a:gd name="T13" fmla="*/ 0 h 524"/>
                  <a:gd name="T14" fmla="*/ 0 w 410"/>
                  <a:gd name="T15" fmla="*/ 0 h 524"/>
                  <a:gd name="T16" fmla="*/ 0 60000 65536"/>
                  <a:gd name="T17" fmla="*/ 0 60000 65536"/>
                  <a:gd name="T18" fmla="*/ 0 60000 65536"/>
                  <a:gd name="T19" fmla="*/ 0 60000 65536"/>
                  <a:gd name="T20" fmla="*/ 0 60000 65536"/>
                  <a:gd name="T21" fmla="*/ 0 60000 65536"/>
                  <a:gd name="T22" fmla="*/ 0 60000 65536"/>
                  <a:gd name="T23" fmla="*/ 0 60000 65536"/>
                  <a:gd name="T24" fmla="*/ 0 w 410"/>
                  <a:gd name="T25" fmla="*/ 0 h 524"/>
                  <a:gd name="T26" fmla="*/ 410 w 410"/>
                  <a:gd name="T27" fmla="*/ 524 h 5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10" h="524">
                    <a:moveTo>
                      <a:pt x="104" y="0"/>
                    </a:moveTo>
                    <a:lnTo>
                      <a:pt x="410" y="476"/>
                    </a:lnTo>
                    <a:lnTo>
                      <a:pt x="410" y="494"/>
                    </a:lnTo>
                    <a:lnTo>
                      <a:pt x="389" y="505"/>
                    </a:lnTo>
                    <a:lnTo>
                      <a:pt x="353" y="524"/>
                    </a:lnTo>
                    <a:lnTo>
                      <a:pt x="332" y="515"/>
                    </a:lnTo>
                    <a:lnTo>
                      <a:pt x="0" y="64"/>
                    </a:lnTo>
                    <a:lnTo>
                      <a:pt x="104"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7" name="Freeform 712">
                <a:extLst>
                  <a:ext uri="{FF2B5EF4-FFF2-40B4-BE49-F238E27FC236}">
                    <a16:creationId xmlns:a16="http://schemas.microsoft.com/office/drawing/2014/main" id="{C922F0BD-EC18-FE9C-93EC-30915A6D02E3}"/>
                  </a:ext>
                </a:extLst>
              </p:cNvPr>
              <p:cNvSpPr>
                <a:spLocks/>
              </p:cNvSpPr>
              <p:nvPr/>
            </p:nvSpPr>
            <p:spPr bwMode="auto">
              <a:xfrm>
                <a:off x="5222" y="2015"/>
                <a:ext cx="19" cy="21"/>
              </a:xfrm>
              <a:custGeom>
                <a:avLst/>
                <a:gdLst>
                  <a:gd name="T0" fmla="*/ 0 w 211"/>
                  <a:gd name="T1" fmla="*/ 0 h 233"/>
                  <a:gd name="T2" fmla="*/ 0 w 211"/>
                  <a:gd name="T3" fmla="*/ 0 h 233"/>
                  <a:gd name="T4" fmla="*/ 0 w 211"/>
                  <a:gd name="T5" fmla="*/ 0 h 233"/>
                  <a:gd name="T6" fmla="*/ 0 w 211"/>
                  <a:gd name="T7" fmla="*/ 0 h 233"/>
                  <a:gd name="T8" fmla="*/ 0 w 211"/>
                  <a:gd name="T9" fmla="*/ 0 h 233"/>
                  <a:gd name="T10" fmla="*/ 0 60000 65536"/>
                  <a:gd name="T11" fmla="*/ 0 60000 65536"/>
                  <a:gd name="T12" fmla="*/ 0 60000 65536"/>
                  <a:gd name="T13" fmla="*/ 0 60000 65536"/>
                  <a:gd name="T14" fmla="*/ 0 60000 65536"/>
                  <a:gd name="T15" fmla="*/ 0 w 211"/>
                  <a:gd name="T16" fmla="*/ 0 h 233"/>
                  <a:gd name="T17" fmla="*/ 211 w 211"/>
                  <a:gd name="T18" fmla="*/ 233 h 233"/>
                </a:gdLst>
                <a:ahLst/>
                <a:cxnLst>
                  <a:cxn ang="T10">
                    <a:pos x="T0" y="T1"/>
                  </a:cxn>
                  <a:cxn ang="T11">
                    <a:pos x="T2" y="T3"/>
                  </a:cxn>
                  <a:cxn ang="T12">
                    <a:pos x="T4" y="T5"/>
                  </a:cxn>
                  <a:cxn ang="T13">
                    <a:pos x="T6" y="T7"/>
                  </a:cxn>
                  <a:cxn ang="T14">
                    <a:pos x="T8" y="T9"/>
                  </a:cxn>
                </a:cxnLst>
                <a:rect l="T15" t="T16" r="T17" b="T18"/>
                <a:pathLst>
                  <a:path w="211" h="233">
                    <a:moveTo>
                      <a:pt x="0" y="0"/>
                    </a:moveTo>
                    <a:lnTo>
                      <a:pt x="78" y="233"/>
                    </a:lnTo>
                    <a:lnTo>
                      <a:pt x="211" y="204"/>
                    </a:lnTo>
                    <a:lnTo>
                      <a:pt x="44" y="39"/>
                    </a:lnTo>
                    <a:lnTo>
                      <a:pt x="0"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8" name="Freeform 713">
                <a:extLst>
                  <a:ext uri="{FF2B5EF4-FFF2-40B4-BE49-F238E27FC236}">
                    <a16:creationId xmlns:a16="http://schemas.microsoft.com/office/drawing/2014/main" id="{893DCC3E-7757-548D-FF80-1AE63E1E2DFA}"/>
                  </a:ext>
                </a:extLst>
              </p:cNvPr>
              <p:cNvSpPr>
                <a:spLocks/>
              </p:cNvSpPr>
              <p:nvPr/>
            </p:nvSpPr>
            <p:spPr bwMode="auto">
              <a:xfrm>
                <a:off x="5229" y="2157"/>
                <a:ext cx="32" cy="36"/>
              </a:xfrm>
              <a:custGeom>
                <a:avLst/>
                <a:gdLst>
                  <a:gd name="T0" fmla="*/ 0 w 352"/>
                  <a:gd name="T1" fmla="*/ 0 h 399"/>
                  <a:gd name="T2" fmla="*/ 0 w 352"/>
                  <a:gd name="T3" fmla="*/ 0 h 399"/>
                  <a:gd name="T4" fmla="*/ 0 w 352"/>
                  <a:gd name="T5" fmla="*/ 0 h 399"/>
                  <a:gd name="T6" fmla="*/ 0 w 352"/>
                  <a:gd name="T7" fmla="*/ 0 h 399"/>
                  <a:gd name="T8" fmla="*/ 0 w 352"/>
                  <a:gd name="T9" fmla="*/ 0 h 399"/>
                  <a:gd name="T10" fmla="*/ 0 w 352"/>
                  <a:gd name="T11" fmla="*/ 0 h 399"/>
                  <a:gd name="T12" fmla="*/ 0 w 352"/>
                  <a:gd name="T13" fmla="*/ 0 h 399"/>
                  <a:gd name="T14" fmla="*/ 0 w 352"/>
                  <a:gd name="T15" fmla="*/ 0 h 399"/>
                  <a:gd name="T16" fmla="*/ 0 w 352"/>
                  <a:gd name="T17" fmla="*/ 0 h 399"/>
                  <a:gd name="T18" fmla="*/ 0 w 352"/>
                  <a:gd name="T19" fmla="*/ 0 h 3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52"/>
                  <a:gd name="T31" fmla="*/ 0 h 399"/>
                  <a:gd name="T32" fmla="*/ 352 w 352"/>
                  <a:gd name="T33" fmla="*/ 399 h 39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52" h="399">
                    <a:moveTo>
                      <a:pt x="76" y="0"/>
                    </a:moveTo>
                    <a:lnTo>
                      <a:pt x="0" y="144"/>
                    </a:lnTo>
                    <a:lnTo>
                      <a:pt x="43" y="318"/>
                    </a:lnTo>
                    <a:lnTo>
                      <a:pt x="109" y="397"/>
                    </a:lnTo>
                    <a:lnTo>
                      <a:pt x="246" y="399"/>
                    </a:lnTo>
                    <a:lnTo>
                      <a:pt x="333" y="297"/>
                    </a:lnTo>
                    <a:lnTo>
                      <a:pt x="352" y="164"/>
                    </a:lnTo>
                    <a:lnTo>
                      <a:pt x="287" y="65"/>
                    </a:lnTo>
                    <a:lnTo>
                      <a:pt x="202" y="5"/>
                    </a:lnTo>
                    <a:lnTo>
                      <a:pt x="7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9" name="Freeform 714">
                <a:extLst>
                  <a:ext uri="{FF2B5EF4-FFF2-40B4-BE49-F238E27FC236}">
                    <a16:creationId xmlns:a16="http://schemas.microsoft.com/office/drawing/2014/main" id="{AD02A705-0C33-29AE-CE1B-58FF7078104E}"/>
                  </a:ext>
                </a:extLst>
              </p:cNvPr>
              <p:cNvSpPr>
                <a:spLocks/>
              </p:cNvSpPr>
              <p:nvPr/>
            </p:nvSpPr>
            <p:spPr bwMode="auto">
              <a:xfrm>
                <a:off x="5320" y="1829"/>
                <a:ext cx="259" cy="267"/>
              </a:xfrm>
              <a:custGeom>
                <a:avLst/>
                <a:gdLst>
                  <a:gd name="T0" fmla="*/ 0 w 2846"/>
                  <a:gd name="T1" fmla="*/ 0 h 2935"/>
                  <a:gd name="T2" fmla="*/ 0 w 2846"/>
                  <a:gd name="T3" fmla="*/ 0 h 2935"/>
                  <a:gd name="T4" fmla="*/ 0 w 2846"/>
                  <a:gd name="T5" fmla="*/ 0 h 2935"/>
                  <a:gd name="T6" fmla="*/ 0 w 2846"/>
                  <a:gd name="T7" fmla="*/ 0 h 2935"/>
                  <a:gd name="T8" fmla="*/ 0 w 2846"/>
                  <a:gd name="T9" fmla="*/ 0 h 2935"/>
                  <a:gd name="T10" fmla="*/ 0 w 2846"/>
                  <a:gd name="T11" fmla="*/ 0 h 2935"/>
                  <a:gd name="T12" fmla="*/ 0 w 2846"/>
                  <a:gd name="T13" fmla="*/ 0 h 2935"/>
                  <a:gd name="T14" fmla="*/ 0 w 2846"/>
                  <a:gd name="T15" fmla="*/ 0 h 2935"/>
                  <a:gd name="T16" fmla="*/ 0 w 2846"/>
                  <a:gd name="T17" fmla="*/ 0 h 2935"/>
                  <a:gd name="T18" fmla="*/ 0 w 2846"/>
                  <a:gd name="T19" fmla="*/ 0 h 2935"/>
                  <a:gd name="T20" fmla="*/ 0 w 2846"/>
                  <a:gd name="T21" fmla="*/ 0 h 2935"/>
                  <a:gd name="T22" fmla="*/ 0 w 2846"/>
                  <a:gd name="T23" fmla="*/ 0 h 2935"/>
                  <a:gd name="T24" fmla="*/ 0 w 2846"/>
                  <a:gd name="T25" fmla="*/ 0 h 2935"/>
                  <a:gd name="T26" fmla="*/ 0 w 2846"/>
                  <a:gd name="T27" fmla="*/ 0 h 2935"/>
                  <a:gd name="T28" fmla="*/ 0 w 2846"/>
                  <a:gd name="T29" fmla="*/ 0 h 2935"/>
                  <a:gd name="T30" fmla="*/ 0 w 2846"/>
                  <a:gd name="T31" fmla="*/ 0 h 2935"/>
                  <a:gd name="T32" fmla="*/ 0 w 2846"/>
                  <a:gd name="T33" fmla="*/ 0 h 2935"/>
                  <a:gd name="T34" fmla="*/ 0 w 2846"/>
                  <a:gd name="T35" fmla="*/ 0 h 2935"/>
                  <a:gd name="T36" fmla="*/ 0 w 2846"/>
                  <a:gd name="T37" fmla="*/ 0 h 2935"/>
                  <a:gd name="T38" fmla="*/ 0 w 2846"/>
                  <a:gd name="T39" fmla="*/ 0 h 2935"/>
                  <a:gd name="T40" fmla="*/ 0 w 2846"/>
                  <a:gd name="T41" fmla="*/ 0 h 2935"/>
                  <a:gd name="T42" fmla="*/ 0 w 2846"/>
                  <a:gd name="T43" fmla="*/ 0 h 2935"/>
                  <a:gd name="T44" fmla="*/ 0 w 2846"/>
                  <a:gd name="T45" fmla="*/ 0 h 2935"/>
                  <a:gd name="T46" fmla="*/ 0 w 2846"/>
                  <a:gd name="T47" fmla="*/ 0 h 2935"/>
                  <a:gd name="T48" fmla="*/ 0 w 2846"/>
                  <a:gd name="T49" fmla="*/ 0 h 2935"/>
                  <a:gd name="T50" fmla="*/ 0 w 2846"/>
                  <a:gd name="T51" fmla="*/ 0 h 293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846"/>
                  <a:gd name="T79" fmla="*/ 0 h 2935"/>
                  <a:gd name="T80" fmla="*/ 2846 w 2846"/>
                  <a:gd name="T81" fmla="*/ 2935 h 293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846" h="2935">
                    <a:moveTo>
                      <a:pt x="573" y="204"/>
                    </a:moveTo>
                    <a:lnTo>
                      <a:pt x="405" y="416"/>
                    </a:lnTo>
                    <a:lnTo>
                      <a:pt x="255" y="1035"/>
                    </a:lnTo>
                    <a:lnTo>
                      <a:pt x="320" y="1222"/>
                    </a:lnTo>
                    <a:lnTo>
                      <a:pt x="309" y="1309"/>
                    </a:lnTo>
                    <a:lnTo>
                      <a:pt x="0" y="1741"/>
                    </a:lnTo>
                    <a:lnTo>
                      <a:pt x="27" y="1822"/>
                    </a:lnTo>
                    <a:lnTo>
                      <a:pt x="276" y="1911"/>
                    </a:lnTo>
                    <a:lnTo>
                      <a:pt x="276" y="2169"/>
                    </a:lnTo>
                    <a:lnTo>
                      <a:pt x="336" y="2201"/>
                    </a:lnTo>
                    <a:lnTo>
                      <a:pt x="283" y="2284"/>
                    </a:lnTo>
                    <a:lnTo>
                      <a:pt x="301" y="2327"/>
                    </a:lnTo>
                    <a:lnTo>
                      <a:pt x="364" y="2408"/>
                    </a:lnTo>
                    <a:lnTo>
                      <a:pt x="364" y="2439"/>
                    </a:lnTo>
                    <a:lnTo>
                      <a:pt x="309" y="2565"/>
                    </a:lnTo>
                    <a:lnTo>
                      <a:pt x="301" y="2665"/>
                    </a:lnTo>
                    <a:lnTo>
                      <a:pt x="355" y="2742"/>
                    </a:lnTo>
                    <a:lnTo>
                      <a:pt x="918" y="2857"/>
                    </a:lnTo>
                    <a:lnTo>
                      <a:pt x="1486" y="2883"/>
                    </a:lnTo>
                    <a:lnTo>
                      <a:pt x="2164" y="2911"/>
                    </a:lnTo>
                    <a:lnTo>
                      <a:pt x="2740" y="2935"/>
                    </a:lnTo>
                    <a:lnTo>
                      <a:pt x="2846" y="2865"/>
                    </a:lnTo>
                    <a:lnTo>
                      <a:pt x="2794" y="2778"/>
                    </a:lnTo>
                    <a:lnTo>
                      <a:pt x="2724" y="2343"/>
                    </a:lnTo>
                    <a:lnTo>
                      <a:pt x="918" y="0"/>
                    </a:lnTo>
                    <a:lnTo>
                      <a:pt x="573" y="204"/>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0" name="Freeform 715">
                <a:extLst>
                  <a:ext uri="{FF2B5EF4-FFF2-40B4-BE49-F238E27FC236}">
                    <a16:creationId xmlns:a16="http://schemas.microsoft.com/office/drawing/2014/main" id="{79086792-4AD0-4F66-D2CB-8D5AB1FEA1D9}"/>
                  </a:ext>
                </a:extLst>
              </p:cNvPr>
              <p:cNvSpPr>
                <a:spLocks/>
              </p:cNvSpPr>
              <p:nvPr/>
            </p:nvSpPr>
            <p:spPr bwMode="auto">
              <a:xfrm>
                <a:off x="5367" y="1791"/>
                <a:ext cx="186" cy="67"/>
              </a:xfrm>
              <a:custGeom>
                <a:avLst/>
                <a:gdLst>
                  <a:gd name="T0" fmla="*/ 0 w 2048"/>
                  <a:gd name="T1" fmla="*/ 0 h 741"/>
                  <a:gd name="T2" fmla="*/ 0 w 2048"/>
                  <a:gd name="T3" fmla="*/ 0 h 741"/>
                  <a:gd name="T4" fmla="*/ 0 w 2048"/>
                  <a:gd name="T5" fmla="*/ 0 h 741"/>
                  <a:gd name="T6" fmla="*/ 0 w 2048"/>
                  <a:gd name="T7" fmla="*/ 0 h 741"/>
                  <a:gd name="T8" fmla="*/ 0 w 2048"/>
                  <a:gd name="T9" fmla="*/ 0 h 741"/>
                  <a:gd name="T10" fmla="*/ 0 w 2048"/>
                  <a:gd name="T11" fmla="*/ 0 h 741"/>
                  <a:gd name="T12" fmla="*/ 0 w 2048"/>
                  <a:gd name="T13" fmla="*/ 0 h 741"/>
                  <a:gd name="T14" fmla="*/ 0 w 2048"/>
                  <a:gd name="T15" fmla="*/ 0 h 741"/>
                  <a:gd name="T16" fmla="*/ 0 w 2048"/>
                  <a:gd name="T17" fmla="*/ 0 h 741"/>
                  <a:gd name="T18" fmla="*/ 0 w 2048"/>
                  <a:gd name="T19" fmla="*/ 0 h 741"/>
                  <a:gd name="T20" fmla="*/ 0 w 2048"/>
                  <a:gd name="T21" fmla="*/ 0 h 741"/>
                  <a:gd name="T22" fmla="*/ 0 w 2048"/>
                  <a:gd name="T23" fmla="*/ 0 h 741"/>
                  <a:gd name="T24" fmla="*/ 0 w 2048"/>
                  <a:gd name="T25" fmla="*/ 0 h 741"/>
                  <a:gd name="T26" fmla="*/ 0 w 2048"/>
                  <a:gd name="T27" fmla="*/ 0 h 7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048"/>
                  <a:gd name="T43" fmla="*/ 0 h 741"/>
                  <a:gd name="T44" fmla="*/ 2048 w 2048"/>
                  <a:gd name="T45" fmla="*/ 741 h 7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048" h="741">
                    <a:moveTo>
                      <a:pt x="0" y="602"/>
                    </a:moveTo>
                    <a:lnTo>
                      <a:pt x="316" y="496"/>
                    </a:lnTo>
                    <a:lnTo>
                      <a:pt x="449" y="741"/>
                    </a:lnTo>
                    <a:lnTo>
                      <a:pt x="2048" y="382"/>
                    </a:lnTo>
                    <a:lnTo>
                      <a:pt x="1886" y="176"/>
                    </a:lnTo>
                    <a:lnTo>
                      <a:pt x="1728" y="122"/>
                    </a:lnTo>
                    <a:lnTo>
                      <a:pt x="1633" y="103"/>
                    </a:lnTo>
                    <a:lnTo>
                      <a:pt x="1394" y="0"/>
                    </a:lnTo>
                    <a:lnTo>
                      <a:pt x="1139" y="8"/>
                    </a:lnTo>
                    <a:lnTo>
                      <a:pt x="748" y="59"/>
                    </a:lnTo>
                    <a:lnTo>
                      <a:pt x="370" y="185"/>
                    </a:lnTo>
                    <a:lnTo>
                      <a:pt x="69" y="371"/>
                    </a:lnTo>
                    <a:lnTo>
                      <a:pt x="32" y="502"/>
                    </a:lnTo>
                    <a:lnTo>
                      <a:pt x="0" y="602"/>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1" name="Freeform 716">
                <a:extLst>
                  <a:ext uri="{FF2B5EF4-FFF2-40B4-BE49-F238E27FC236}">
                    <a16:creationId xmlns:a16="http://schemas.microsoft.com/office/drawing/2014/main" id="{9E33A93B-798D-C3E4-C509-442B4620BE71}"/>
                  </a:ext>
                </a:extLst>
              </p:cNvPr>
              <p:cNvSpPr>
                <a:spLocks/>
              </p:cNvSpPr>
              <p:nvPr/>
            </p:nvSpPr>
            <p:spPr bwMode="auto">
              <a:xfrm>
                <a:off x="5321" y="1789"/>
                <a:ext cx="273" cy="200"/>
              </a:xfrm>
              <a:custGeom>
                <a:avLst/>
                <a:gdLst>
                  <a:gd name="T0" fmla="*/ 0 w 2995"/>
                  <a:gd name="T1" fmla="*/ 0 h 2197"/>
                  <a:gd name="T2" fmla="*/ 0 w 2995"/>
                  <a:gd name="T3" fmla="*/ 0 h 2197"/>
                  <a:gd name="T4" fmla="*/ 0 w 2995"/>
                  <a:gd name="T5" fmla="*/ 0 h 2197"/>
                  <a:gd name="T6" fmla="*/ 0 w 2995"/>
                  <a:gd name="T7" fmla="*/ 0 h 2197"/>
                  <a:gd name="T8" fmla="*/ 0 w 2995"/>
                  <a:gd name="T9" fmla="*/ 0 h 2197"/>
                  <a:gd name="T10" fmla="*/ 0 w 2995"/>
                  <a:gd name="T11" fmla="*/ 0 h 2197"/>
                  <a:gd name="T12" fmla="*/ 0 w 2995"/>
                  <a:gd name="T13" fmla="*/ 0 h 2197"/>
                  <a:gd name="T14" fmla="*/ 0 w 2995"/>
                  <a:gd name="T15" fmla="*/ 0 h 2197"/>
                  <a:gd name="T16" fmla="*/ 0 w 2995"/>
                  <a:gd name="T17" fmla="*/ 0 h 2197"/>
                  <a:gd name="T18" fmla="*/ 0 w 2995"/>
                  <a:gd name="T19" fmla="*/ 0 h 2197"/>
                  <a:gd name="T20" fmla="*/ 0 w 2995"/>
                  <a:gd name="T21" fmla="*/ 0 h 2197"/>
                  <a:gd name="T22" fmla="*/ 0 w 2995"/>
                  <a:gd name="T23" fmla="*/ 0 h 2197"/>
                  <a:gd name="T24" fmla="*/ 0 w 2995"/>
                  <a:gd name="T25" fmla="*/ 0 h 2197"/>
                  <a:gd name="T26" fmla="*/ 0 w 2995"/>
                  <a:gd name="T27" fmla="*/ 0 h 2197"/>
                  <a:gd name="T28" fmla="*/ 0 w 2995"/>
                  <a:gd name="T29" fmla="*/ 0 h 2197"/>
                  <a:gd name="T30" fmla="*/ 0 w 2995"/>
                  <a:gd name="T31" fmla="*/ 0 h 2197"/>
                  <a:gd name="T32" fmla="*/ 0 w 2995"/>
                  <a:gd name="T33" fmla="*/ 0 h 2197"/>
                  <a:gd name="T34" fmla="*/ 0 w 2995"/>
                  <a:gd name="T35" fmla="*/ 0 h 2197"/>
                  <a:gd name="T36" fmla="*/ 0 w 2995"/>
                  <a:gd name="T37" fmla="*/ 0 h 2197"/>
                  <a:gd name="T38" fmla="*/ 0 w 2995"/>
                  <a:gd name="T39" fmla="*/ 0 h 2197"/>
                  <a:gd name="T40" fmla="*/ 0 w 2995"/>
                  <a:gd name="T41" fmla="*/ 0 h 2197"/>
                  <a:gd name="T42" fmla="*/ 0 w 2995"/>
                  <a:gd name="T43" fmla="*/ 0 h 2197"/>
                  <a:gd name="T44" fmla="*/ 0 w 2995"/>
                  <a:gd name="T45" fmla="*/ 0 h 2197"/>
                  <a:gd name="T46" fmla="*/ 0 w 2995"/>
                  <a:gd name="T47" fmla="*/ 0 h 2197"/>
                  <a:gd name="T48" fmla="*/ 0 w 2995"/>
                  <a:gd name="T49" fmla="*/ 0 h 2197"/>
                  <a:gd name="T50" fmla="*/ 0 w 2995"/>
                  <a:gd name="T51" fmla="*/ 0 h 2197"/>
                  <a:gd name="T52" fmla="*/ 0 w 2995"/>
                  <a:gd name="T53" fmla="*/ 0 h 2197"/>
                  <a:gd name="T54" fmla="*/ 0 w 2995"/>
                  <a:gd name="T55" fmla="*/ 0 h 2197"/>
                  <a:gd name="T56" fmla="*/ 0 w 2995"/>
                  <a:gd name="T57" fmla="*/ 0 h 2197"/>
                  <a:gd name="T58" fmla="*/ 0 w 2995"/>
                  <a:gd name="T59" fmla="*/ 0 h 2197"/>
                  <a:gd name="T60" fmla="*/ 0 w 2995"/>
                  <a:gd name="T61" fmla="*/ 0 h 2197"/>
                  <a:gd name="T62" fmla="*/ 0 w 2995"/>
                  <a:gd name="T63" fmla="*/ 0 h 2197"/>
                  <a:gd name="T64" fmla="*/ 0 w 2995"/>
                  <a:gd name="T65" fmla="*/ 0 h 2197"/>
                  <a:gd name="T66" fmla="*/ 0 w 2995"/>
                  <a:gd name="T67" fmla="*/ 0 h 2197"/>
                  <a:gd name="T68" fmla="*/ 0 w 2995"/>
                  <a:gd name="T69" fmla="*/ 0 h 2197"/>
                  <a:gd name="T70" fmla="*/ 0 w 2995"/>
                  <a:gd name="T71" fmla="*/ 0 h 2197"/>
                  <a:gd name="T72" fmla="*/ 0 w 2995"/>
                  <a:gd name="T73" fmla="*/ 0 h 2197"/>
                  <a:gd name="T74" fmla="*/ 0 w 2995"/>
                  <a:gd name="T75" fmla="*/ 0 h 2197"/>
                  <a:gd name="T76" fmla="*/ 0 w 2995"/>
                  <a:gd name="T77" fmla="*/ 0 h 2197"/>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995"/>
                  <a:gd name="T118" fmla="*/ 0 h 2197"/>
                  <a:gd name="T119" fmla="*/ 2995 w 2995"/>
                  <a:gd name="T120" fmla="*/ 2197 h 2197"/>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995" h="2197">
                    <a:moveTo>
                      <a:pt x="787" y="567"/>
                    </a:moveTo>
                    <a:lnTo>
                      <a:pt x="581" y="682"/>
                    </a:lnTo>
                    <a:lnTo>
                      <a:pt x="421" y="854"/>
                    </a:lnTo>
                    <a:lnTo>
                      <a:pt x="259" y="1434"/>
                    </a:lnTo>
                    <a:lnTo>
                      <a:pt x="351" y="1500"/>
                    </a:lnTo>
                    <a:lnTo>
                      <a:pt x="1007" y="1461"/>
                    </a:lnTo>
                    <a:lnTo>
                      <a:pt x="361" y="1530"/>
                    </a:lnTo>
                    <a:lnTo>
                      <a:pt x="342" y="1546"/>
                    </a:lnTo>
                    <a:lnTo>
                      <a:pt x="571" y="1648"/>
                    </a:lnTo>
                    <a:lnTo>
                      <a:pt x="606" y="1698"/>
                    </a:lnTo>
                    <a:lnTo>
                      <a:pt x="427" y="1708"/>
                    </a:lnTo>
                    <a:lnTo>
                      <a:pt x="494" y="1766"/>
                    </a:lnTo>
                    <a:lnTo>
                      <a:pt x="361" y="1966"/>
                    </a:lnTo>
                    <a:lnTo>
                      <a:pt x="361" y="1766"/>
                    </a:lnTo>
                    <a:lnTo>
                      <a:pt x="316" y="1739"/>
                    </a:lnTo>
                    <a:lnTo>
                      <a:pt x="246" y="1853"/>
                    </a:lnTo>
                    <a:lnTo>
                      <a:pt x="0" y="2197"/>
                    </a:lnTo>
                    <a:lnTo>
                      <a:pt x="284" y="1739"/>
                    </a:lnTo>
                    <a:lnTo>
                      <a:pt x="284" y="1656"/>
                    </a:lnTo>
                    <a:lnTo>
                      <a:pt x="228" y="1546"/>
                    </a:lnTo>
                    <a:lnTo>
                      <a:pt x="203" y="1497"/>
                    </a:lnTo>
                    <a:lnTo>
                      <a:pt x="238" y="1443"/>
                    </a:lnTo>
                    <a:lnTo>
                      <a:pt x="390" y="846"/>
                    </a:lnTo>
                    <a:lnTo>
                      <a:pt x="444" y="759"/>
                    </a:lnTo>
                    <a:lnTo>
                      <a:pt x="373" y="682"/>
                    </a:lnTo>
                    <a:lnTo>
                      <a:pt x="384" y="580"/>
                    </a:lnTo>
                    <a:lnTo>
                      <a:pt x="454" y="443"/>
                    </a:lnTo>
                    <a:lnTo>
                      <a:pt x="633" y="323"/>
                    </a:lnTo>
                    <a:lnTo>
                      <a:pt x="896" y="211"/>
                    </a:lnTo>
                    <a:lnTo>
                      <a:pt x="691" y="347"/>
                    </a:lnTo>
                    <a:lnTo>
                      <a:pt x="647" y="433"/>
                    </a:lnTo>
                    <a:lnTo>
                      <a:pt x="581" y="471"/>
                    </a:lnTo>
                    <a:lnTo>
                      <a:pt x="560" y="567"/>
                    </a:lnTo>
                    <a:lnTo>
                      <a:pt x="656" y="539"/>
                    </a:lnTo>
                    <a:lnTo>
                      <a:pt x="674" y="495"/>
                    </a:lnTo>
                    <a:lnTo>
                      <a:pt x="787" y="443"/>
                    </a:lnTo>
                    <a:lnTo>
                      <a:pt x="752" y="383"/>
                    </a:lnTo>
                    <a:lnTo>
                      <a:pt x="896" y="377"/>
                    </a:lnTo>
                    <a:lnTo>
                      <a:pt x="880" y="314"/>
                    </a:lnTo>
                    <a:lnTo>
                      <a:pt x="1048" y="299"/>
                    </a:lnTo>
                    <a:lnTo>
                      <a:pt x="1136" y="221"/>
                    </a:lnTo>
                    <a:lnTo>
                      <a:pt x="1373" y="211"/>
                    </a:lnTo>
                    <a:lnTo>
                      <a:pt x="1811" y="144"/>
                    </a:lnTo>
                    <a:lnTo>
                      <a:pt x="2048" y="188"/>
                    </a:lnTo>
                    <a:lnTo>
                      <a:pt x="1740" y="240"/>
                    </a:lnTo>
                    <a:lnTo>
                      <a:pt x="1333" y="340"/>
                    </a:lnTo>
                    <a:lnTo>
                      <a:pt x="1092" y="408"/>
                    </a:lnTo>
                    <a:lnTo>
                      <a:pt x="985" y="539"/>
                    </a:lnTo>
                    <a:lnTo>
                      <a:pt x="946" y="657"/>
                    </a:lnTo>
                    <a:lnTo>
                      <a:pt x="1136" y="545"/>
                    </a:lnTo>
                    <a:lnTo>
                      <a:pt x="1229" y="606"/>
                    </a:lnTo>
                    <a:lnTo>
                      <a:pt x="1373" y="478"/>
                    </a:lnTo>
                    <a:lnTo>
                      <a:pt x="1595" y="443"/>
                    </a:lnTo>
                    <a:lnTo>
                      <a:pt x="1752" y="486"/>
                    </a:lnTo>
                    <a:lnTo>
                      <a:pt x="1946" y="416"/>
                    </a:lnTo>
                    <a:lnTo>
                      <a:pt x="2064" y="401"/>
                    </a:lnTo>
                    <a:lnTo>
                      <a:pt x="2220" y="416"/>
                    </a:lnTo>
                    <a:lnTo>
                      <a:pt x="2193" y="240"/>
                    </a:lnTo>
                    <a:lnTo>
                      <a:pt x="2314" y="246"/>
                    </a:lnTo>
                    <a:lnTo>
                      <a:pt x="2450" y="299"/>
                    </a:lnTo>
                    <a:lnTo>
                      <a:pt x="2288" y="177"/>
                    </a:lnTo>
                    <a:lnTo>
                      <a:pt x="2125" y="163"/>
                    </a:lnTo>
                    <a:lnTo>
                      <a:pt x="2083" y="117"/>
                    </a:lnTo>
                    <a:lnTo>
                      <a:pt x="1855" y="32"/>
                    </a:lnTo>
                    <a:lnTo>
                      <a:pt x="1595" y="40"/>
                    </a:lnTo>
                    <a:lnTo>
                      <a:pt x="1155" y="117"/>
                    </a:lnTo>
                    <a:lnTo>
                      <a:pt x="1606" y="0"/>
                    </a:lnTo>
                    <a:lnTo>
                      <a:pt x="1946" y="24"/>
                    </a:lnTo>
                    <a:lnTo>
                      <a:pt x="2203" y="135"/>
                    </a:lnTo>
                    <a:lnTo>
                      <a:pt x="2450" y="202"/>
                    </a:lnTo>
                    <a:lnTo>
                      <a:pt x="2629" y="323"/>
                    </a:lnTo>
                    <a:lnTo>
                      <a:pt x="2824" y="443"/>
                    </a:lnTo>
                    <a:lnTo>
                      <a:pt x="2995" y="707"/>
                    </a:lnTo>
                    <a:lnTo>
                      <a:pt x="691" y="1310"/>
                    </a:lnTo>
                    <a:lnTo>
                      <a:pt x="691" y="1101"/>
                    </a:lnTo>
                    <a:lnTo>
                      <a:pt x="813" y="828"/>
                    </a:lnTo>
                    <a:lnTo>
                      <a:pt x="787" y="663"/>
                    </a:lnTo>
                    <a:lnTo>
                      <a:pt x="787" y="5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2" name="Freeform 717">
                <a:extLst>
                  <a:ext uri="{FF2B5EF4-FFF2-40B4-BE49-F238E27FC236}">
                    <a16:creationId xmlns:a16="http://schemas.microsoft.com/office/drawing/2014/main" id="{CB15C07C-F875-FDB4-D14C-1B4D9B9FBD20}"/>
                  </a:ext>
                </a:extLst>
              </p:cNvPr>
              <p:cNvSpPr>
                <a:spLocks/>
              </p:cNvSpPr>
              <p:nvPr/>
            </p:nvSpPr>
            <p:spPr bwMode="auto">
              <a:xfrm>
                <a:off x="5381" y="1849"/>
                <a:ext cx="231" cy="202"/>
              </a:xfrm>
              <a:custGeom>
                <a:avLst/>
                <a:gdLst>
                  <a:gd name="T0" fmla="*/ 0 w 2545"/>
                  <a:gd name="T1" fmla="*/ 0 h 2219"/>
                  <a:gd name="T2" fmla="*/ 0 w 2545"/>
                  <a:gd name="T3" fmla="*/ 0 h 2219"/>
                  <a:gd name="T4" fmla="*/ 0 w 2545"/>
                  <a:gd name="T5" fmla="*/ 0 h 2219"/>
                  <a:gd name="T6" fmla="*/ 0 w 2545"/>
                  <a:gd name="T7" fmla="*/ 0 h 2219"/>
                  <a:gd name="T8" fmla="*/ 0 w 2545"/>
                  <a:gd name="T9" fmla="*/ 0 h 2219"/>
                  <a:gd name="T10" fmla="*/ 0 w 2545"/>
                  <a:gd name="T11" fmla="*/ 0 h 2219"/>
                  <a:gd name="T12" fmla="*/ 0 w 2545"/>
                  <a:gd name="T13" fmla="*/ 0 h 2219"/>
                  <a:gd name="T14" fmla="*/ 0 w 2545"/>
                  <a:gd name="T15" fmla="*/ 0 h 2219"/>
                  <a:gd name="T16" fmla="*/ 0 w 2545"/>
                  <a:gd name="T17" fmla="*/ 0 h 2219"/>
                  <a:gd name="T18" fmla="*/ 0 w 2545"/>
                  <a:gd name="T19" fmla="*/ 0 h 2219"/>
                  <a:gd name="T20" fmla="*/ 0 w 2545"/>
                  <a:gd name="T21" fmla="*/ 0 h 2219"/>
                  <a:gd name="T22" fmla="*/ 0 w 2545"/>
                  <a:gd name="T23" fmla="*/ 0 h 2219"/>
                  <a:gd name="T24" fmla="*/ 0 w 2545"/>
                  <a:gd name="T25" fmla="*/ 0 h 2219"/>
                  <a:gd name="T26" fmla="*/ 0 w 2545"/>
                  <a:gd name="T27" fmla="*/ 0 h 2219"/>
                  <a:gd name="T28" fmla="*/ 0 w 2545"/>
                  <a:gd name="T29" fmla="*/ 0 h 2219"/>
                  <a:gd name="T30" fmla="*/ 0 w 2545"/>
                  <a:gd name="T31" fmla="*/ 0 h 2219"/>
                  <a:gd name="T32" fmla="*/ 0 w 2545"/>
                  <a:gd name="T33" fmla="*/ 0 h 2219"/>
                  <a:gd name="T34" fmla="*/ 0 w 2545"/>
                  <a:gd name="T35" fmla="*/ 0 h 2219"/>
                  <a:gd name="T36" fmla="*/ 0 w 2545"/>
                  <a:gd name="T37" fmla="*/ 0 h 2219"/>
                  <a:gd name="T38" fmla="*/ 0 w 2545"/>
                  <a:gd name="T39" fmla="*/ 0 h 2219"/>
                  <a:gd name="T40" fmla="*/ 0 w 2545"/>
                  <a:gd name="T41" fmla="*/ 0 h 2219"/>
                  <a:gd name="T42" fmla="*/ 0 w 2545"/>
                  <a:gd name="T43" fmla="*/ 0 h 2219"/>
                  <a:gd name="T44" fmla="*/ 0 w 2545"/>
                  <a:gd name="T45" fmla="*/ 0 h 2219"/>
                  <a:gd name="T46" fmla="*/ 0 w 2545"/>
                  <a:gd name="T47" fmla="*/ 0 h 2219"/>
                  <a:gd name="T48" fmla="*/ 0 w 2545"/>
                  <a:gd name="T49" fmla="*/ 0 h 2219"/>
                  <a:gd name="T50" fmla="*/ 0 w 2545"/>
                  <a:gd name="T51" fmla="*/ 0 h 2219"/>
                  <a:gd name="T52" fmla="*/ 0 w 2545"/>
                  <a:gd name="T53" fmla="*/ 0 h 2219"/>
                  <a:gd name="T54" fmla="*/ 0 w 2545"/>
                  <a:gd name="T55" fmla="*/ 0 h 2219"/>
                  <a:gd name="T56" fmla="*/ 0 w 2545"/>
                  <a:gd name="T57" fmla="*/ 0 h 2219"/>
                  <a:gd name="T58" fmla="*/ 0 w 2545"/>
                  <a:gd name="T59" fmla="*/ 0 h 2219"/>
                  <a:gd name="T60" fmla="*/ 0 w 2545"/>
                  <a:gd name="T61" fmla="*/ 0 h 2219"/>
                  <a:gd name="T62" fmla="*/ 0 w 2545"/>
                  <a:gd name="T63" fmla="*/ 0 h 2219"/>
                  <a:gd name="T64" fmla="*/ 0 w 2545"/>
                  <a:gd name="T65" fmla="*/ 0 h 2219"/>
                  <a:gd name="T66" fmla="*/ 0 w 2545"/>
                  <a:gd name="T67" fmla="*/ 0 h 2219"/>
                  <a:gd name="T68" fmla="*/ 0 w 2545"/>
                  <a:gd name="T69" fmla="*/ 0 h 2219"/>
                  <a:gd name="T70" fmla="*/ 0 w 2545"/>
                  <a:gd name="T71" fmla="*/ 0 h 2219"/>
                  <a:gd name="T72" fmla="*/ 0 w 2545"/>
                  <a:gd name="T73" fmla="*/ 0 h 2219"/>
                  <a:gd name="T74" fmla="*/ 0 w 2545"/>
                  <a:gd name="T75" fmla="*/ 0 h 2219"/>
                  <a:gd name="T76" fmla="*/ 0 w 2545"/>
                  <a:gd name="T77" fmla="*/ 0 h 2219"/>
                  <a:gd name="T78" fmla="*/ 0 w 2545"/>
                  <a:gd name="T79" fmla="*/ 0 h 2219"/>
                  <a:gd name="T80" fmla="*/ 0 w 2545"/>
                  <a:gd name="T81" fmla="*/ 0 h 2219"/>
                  <a:gd name="T82" fmla="*/ 0 w 2545"/>
                  <a:gd name="T83" fmla="*/ 0 h 2219"/>
                  <a:gd name="T84" fmla="*/ 0 w 2545"/>
                  <a:gd name="T85" fmla="*/ 0 h 221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545"/>
                  <a:gd name="T130" fmla="*/ 0 h 2219"/>
                  <a:gd name="T131" fmla="*/ 2545 w 2545"/>
                  <a:gd name="T132" fmla="*/ 2219 h 221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545" h="2219">
                    <a:moveTo>
                      <a:pt x="35" y="488"/>
                    </a:moveTo>
                    <a:lnTo>
                      <a:pt x="0" y="647"/>
                    </a:lnTo>
                    <a:lnTo>
                      <a:pt x="76" y="891"/>
                    </a:lnTo>
                    <a:lnTo>
                      <a:pt x="359" y="1098"/>
                    </a:lnTo>
                    <a:lnTo>
                      <a:pt x="377" y="1259"/>
                    </a:lnTo>
                    <a:lnTo>
                      <a:pt x="634" y="1294"/>
                    </a:lnTo>
                    <a:lnTo>
                      <a:pt x="708" y="1147"/>
                    </a:lnTo>
                    <a:lnTo>
                      <a:pt x="650" y="1103"/>
                    </a:lnTo>
                    <a:lnTo>
                      <a:pt x="641" y="993"/>
                    </a:lnTo>
                    <a:lnTo>
                      <a:pt x="708" y="910"/>
                    </a:lnTo>
                    <a:lnTo>
                      <a:pt x="812" y="915"/>
                    </a:lnTo>
                    <a:lnTo>
                      <a:pt x="939" y="1008"/>
                    </a:lnTo>
                    <a:lnTo>
                      <a:pt x="983" y="1216"/>
                    </a:lnTo>
                    <a:lnTo>
                      <a:pt x="963" y="1458"/>
                    </a:lnTo>
                    <a:lnTo>
                      <a:pt x="839" y="1637"/>
                    </a:lnTo>
                    <a:lnTo>
                      <a:pt x="745" y="1671"/>
                    </a:lnTo>
                    <a:lnTo>
                      <a:pt x="685" y="1721"/>
                    </a:lnTo>
                    <a:lnTo>
                      <a:pt x="634" y="1721"/>
                    </a:lnTo>
                    <a:lnTo>
                      <a:pt x="634" y="1591"/>
                    </a:lnTo>
                    <a:lnTo>
                      <a:pt x="691" y="1499"/>
                    </a:lnTo>
                    <a:lnTo>
                      <a:pt x="606" y="1602"/>
                    </a:lnTo>
                    <a:lnTo>
                      <a:pt x="592" y="1787"/>
                    </a:lnTo>
                    <a:lnTo>
                      <a:pt x="565" y="1882"/>
                    </a:lnTo>
                    <a:lnTo>
                      <a:pt x="641" y="1756"/>
                    </a:lnTo>
                    <a:lnTo>
                      <a:pt x="754" y="1741"/>
                    </a:lnTo>
                    <a:lnTo>
                      <a:pt x="878" y="1643"/>
                    </a:lnTo>
                    <a:lnTo>
                      <a:pt x="1009" y="1465"/>
                    </a:lnTo>
                    <a:lnTo>
                      <a:pt x="1199" y="1747"/>
                    </a:lnTo>
                    <a:lnTo>
                      <a:pt x="1317" y="1985"/>
                    </a:lnTo>
                    <a:lnTo>
                      <a:pt x="1547" y="2140"/>
                    </a:lnTo>
                    <a:lnTo>
                      <a:pt x="1658" y="2211"/>
                    </a:lnTo>
                    <a:lnTo>
                      <a:pt x="1922" y="2173"/>
                    </a:lnTo>
                    <a:lnTo>
                      <a:pt x="2007" y="2219"/>
                    </a:lnTo>
                    <a:lnTo>
                      <a:pt x="2197" y="2036"/>
                    </a:lnTo>
                    <a:lnTo>
                      <a:pt x="2339" y="1695"/>
                    </a:lnTo>
                    <a:lnTo>
                      <a:pt x="2384" y="1327"/>
                    </a:lnTo>
                    <a:lnTo>
                      <a:pt x="2495" y="1020"/>
                    </a:lnTo>
                    <a:lnTo>
                      <a:pt x="2545" y="765"/>
                    </a:lnTo>
                    <a:lnTo>
                      <a:pt x="2519" y="438"/>
                    </a:lnTo>
                    <a:lnTo>
                      <a:pt x="2460" y="277"/>
                    </a:lnTo>
                    <a:lnTo>
                      <a:pt x="2330" y="37"/>
                    </a:lnTo>
                    <a:lnTo>
                      <a:pt x="2223" y="0"/>
                    </a:lnTo>
                    <a:lnTo>
                      <a:pt x="35" y="48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3" name="Freeform 718">
                <a:extLst>
                  <a:ext uri="{FF2B5EF4-FFF2-40B4-BE49-F238E27FC236}">
                    <a16:creationId xmlns:a16="http://schemas.microsoft.com/office/drawing/2014/main" id="{59629AA9-3492-FB7C-F40E-D55625BAC221}"/>
                  </a:ext>
                </a:extLst>
              </p:cNvPr>
              <p:cNvSpPr>
                <a:spLocks/>
              </p:cNvSpPr>
              <p:nvPr/>
            </p:nvSpPr>
            <p:spPr bwMode="auto">
              <a:xfrm>
                <a:off x="5320" y="1960"/>
                <a:ext cx="49" cy="67"/>
              </a:xfrm>
              <a:custGeom>
                <a:avLst/>
                <a:gdLst>
                  <a:gd name="T0" fmla="*/ 0 w 546"/>
                  <a:gd name="T1" fmla="*/ 0 h 729"/>
                  <a:gd name="T2" fmla="*/ 0 w 546"/>
                  <a:gd name="T3" fmla="*/ 0 h 729"/>
                  <a:gd name="T4" fmla="*/ 0 w 546"/>
                  <a:gd name="T5" fmla="*/ 0 h 729"/>
                  <a:gd name="T6" fmla="*/ 0 w 546"/>
                  <a:gd name="T7" fmla="*/ 0 h 729"/>
                  <a:gd name="T8" fmla="*/ 0 w 546"/>
                  <a:gd name="T9" fmla="*/ 0 h 729"/>
                  <a:gd name="T10" fmla="*/ 0 w 546"/>
                  <a:gd name="T11" fmla="*/ 0 h 729"/>
                  <a:gd name="T12" fmla="*/ 0 w 546"/>
                  <a:gd name="T13" fmla="*/ 0 h 729"/>
                  <a:gd name="T14" fmla="*/ 0 w 546"/>
                  <a:gd name="T15" fmla="*/ 0 h 729"/>
                  <a:gd name="T16" fmla="*/ 0 w 546"/>
                  <a:gd name="T17" fmla="*/ 0 h 729"/>
                  <a:gd name="T18" fmla="*/ 0 w 546"/>
                  <a:gd name="T19" fmla="*/ 0 h 729"/>
                  <a:gd name="T20" fmla="*/ 0 w 546"/>
                  <a:gd name="T21" fmla="*/ 0 h 729"/>
                  <a:gd name="T22" fmla="*/ 0 w 546"/>
                  <a:gd name="T23" fmla="*/ 0 h 729"/>
                  <a:gd name="T24" fmla="*/ 0 w 546"/>
                  <a:gd name="T25" fmla="*/ 0 h 729"/>
                  <a:gd name="T26" fmla="*/ 0 w 546"/>
                  <a:gd name="T27" fmla="*/ 0 h 729"/>
                  <a:gd name="T28" fmla="*/ 0 w 546"/>
                  <a:gd name="T29" fmla="*/ 0 h 729"/>
                  <a:gd name="T30" fmla="*/ 0 w 546"/>
                  <a:gd name="T31" fmla="*/ 0 h 729"/>
                  <a:gd name="T32" fmla="*/ 0 w 546"/>
                  <a:gd name="T33" fmla="*/ 0 h 729"/>
                  <a:gd name="T34" fmla="*/ 0 w 546"/>
                  <a:gd name="T35" fmla="*/ 0 h 729"/>
                  <a:gd name="T36" fmla="*/ 0 w 546"/>
                  <a:gd name="T37" fmla="*/ 0 h 729"/>
                  <a:gd name="T38" fmla="*/ 0 w 546"/>
                  <a:gd name="T39" fmla="*/ 0 h 729"/>
                  <a:gd name="T40" fmla="*/ 0 w 546"/>
                  <a:gd name="T41" fmla="*/ 0 h 729"/>
                  <a:gd name="T42" fmla="*/ 0 w 546"/>
                  <a:gd name="T43" fmla="*/ 0 h 729"/>
                  <a:gd name="T44" fmla="*/ 0 w 546"/>
                  <a:gd name="T45" fmla="*/ 0 h 7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46"/>
                  <a:gd name="T70" fmla="*/ 0 h 729"/>
                  <a:gd name="T71" fmla="*/ 546 w 546"/>
                  <a:gd name="T72" fmla="*/ 729 h 7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46" h="729">
                    <a:moveTo>
                      <a:pt x="425" y="0"/>
                    </a:moveTo>
                    <a:lnTo>
                      <a:pt x="471" y="96"/>
                    </a:lnTo>
                    <a:lnTo>
                      <a:pt x="368" y="234"/>
                    </a:lnTo>
                    <a:lnTo>
                      <a:pt x="378" y="323"/>
                    </a:lnTo>
                    <a:lnTo>
                      <a:pt x="496" y="523"/>
                    </a:lnTo>
                    <a:lnTo>
                      <a:pt x="546" y="729"/>
                    </a:lnTo>
                    <a:lnTo>
                      <a:pt x="451" y="517"/>
                    </a:lnTo>
                    <a:lnTo>
                      <a:pt x="384" y="430"/>
                    </a:lnTo>
                    <a:lnTo>
                      <a:pt x="359" y="517"/>
                    </a:lnTo>
                    <a:lnTo>
                      <a:pt x="283" y="611"/>
                    </a:lnTo>
                    <a:lnTo>
                      <a:pt x="283" y="486"/>
                    </a:lnTo>
                    <a:lnTo>
                      <a:pt x="50" y="480"/>
                    </a:lnTo>
                    <a:lnTo>
                      <a:pt x="0" y="378"/>
                    </a:lnTo>
                    <a:lnTo>
                      <a:pt x="8" y="323"/>
                    </a:lnTo>
                    <a:lnTo>
                      <a:pt x="35" y="367"/>
                    </a:lnTo>
                    <a:lnTo>
                      <a:pt x="154" y="367"/>
                    </a:lnTo>
                    <a:lnTo>
                      <a:pt x="263" y="419"/>
                    </a:lnTo>
                    <a:lnTo>
                      <a:pt x="305" y="360"/>
                    </a:lnTo>
                    <a:lnTo>
                      <a:pt x="359" y="351"/>
                    </a:lnTo>
                    <a:lnTo>
                      <a:pt x="333" y="258"/>
                    </a:lnTo>
                    <a:lnTo>
                      <a:pt x="340" y="129"/>
                    </a:lnTo>
                    <a:lnTo>
                      <a:pt x="378" y="9"/>
                    </a:lnTo>
                    <a:lnTo>
                      <a:pt x="4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4" name="Freeform 719">
                <a:extLst>
                  <a:ext uri="{FF2B5EF4-FFF2-40B4-BE49-F238E27FC236}">
                    <a16:creationId xmlns:a16="http://schemas.microsoft.com/office/drawing/2014/main" id="{0AD38DD5-FB71-1C8B-2B79-9CB4313E0C92}"/>
                  </a:ext>
                </a:extLst>
              </p:cNvPr>
              <p:cNvSpPr>
                <a:spLocks/>
              </p:cNvSpPr>
              <p:nvPr/>
            </p:nvSpPr>
            <p:spPr bwMode="auto">
              <a:xfrm>
                <a:off x="5330" y="1924"/>
                <a:ext cx="22" cy="58"/>
              </a:xfrm>
              <a:custGeom>
                <a:avLst/>
                <a:gdLst>
                  <a:gd name="T0" fmla="*/ 0 w 239"/>
                  <a:gd name="T1" fmla="*/ 0 h 642"/>
                  <a:gd name="T2" fmla="*/ 0 w 239"/>
                  <a:gd name="T3" fmla="*/ 0 h 642"/>
                  <a:gd name="T4" fmla="*/ 0 w 239"/>
                  <a:gd name="T5" fmla="*/ 0 h 642"/>
                  <a:gd name="T6" fmla="*/ 0 w 239"/>
                  <a:gd name="T7" fmla="*/ 0 h 642"/>
                  <a:gd name="T8" fmla="*/ 0 w 239"/>
                  <a:gd name="T9" fmla="*/ 0 h 642"/>
                  <a:gd name="T10" fmla="*/ 0 w 239"/>
                  <a:gd name="T11" fmla="*/ 0 h 642"/>
                  <a:gd name="T12" fmla="*/ 0 w 239"/>
                  <a:gd name="T13" fmla="*/ 0 h 642"/>
                  <a:gd name="T14" fmla="*/ 0 w 239"/>
                  <a:gd name="T15" fmla="*/ 0 h 642"/>
                  <a:gd name="T16" fmla="*/ 0 w 239"/>
                  <a:gd name="T17" fmla="*/ 0 h 642"/>
                  <a:gd name="T18" fmla="*/ 0 w 239"/>
                  <a:gd name="T19" fmla="*/ 0 h 642"/>
                  <a:gd name="T20" fmla="*/ 0 w 239"/>
                  <a:gd name="T21" fmla="*/ 0 h 642"/>
                  <a:gd name="T22" fmla="*/ 0 w 239"/>
                  <a:gd name="T23" fmla="*/ 0 h 642"/>
                  <a:gd name="T24" fmla="*/ 0 w 239"/>
                  <a:gd name="T25" fmla="*/ 0 h 642"/>
                  <a:gd name="T26" fmla="*/ 0 w 239"/>
                  <a:gd name="T27" fmla="*/ 0 h 642"/>
                  <a:gd name="T28" fmla="*/ 0 w 239"/>
                  <a:gd name="T29" fmla="*/ 0 h 642"/>
                  <a:gd name="T30" fmla="*/ 0 w 239"/>
                  <a:gd name="T31" fmla="*/ 0 h 6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39"/>
                  <a:gd name="T49" fmla="*/ 0 h 642"/>
                  <a:gd name="T50" fmla="*/ 239 w 239"/>
                  <a:gd name="T51" fmla="*/ 642 h 64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39" h="642">
                    <a:moveTo>
                      <a:pt x="145" y="60"/>
                    </a:moveTo>
                    <a:lnTo>
                      <a:pt x="51" y="44"/>
                    </a:lnTo>
                    <a:lnTo>
                      <a:pt x="14" y="118"/>
                    </a:lnTo>
                    <a:lnTo>
                      <a:pt x="44" y="318"/>
                    </a:lnTo>
                    <a:lnTo>
                      <a:pt x="106" y="497"/>
                    </a:lnTo>
                    <a:lnTo>
                      <a:pt x="145" y="559"/>
                    </a:lnTo>
                    <a:lnTo>
                      <a:pt x="195" y="598"/>
                    </a:lnTo>
                    <a:lnTo>
                      <a:pt x="239" y="619"/>
                    </a:lnTo>
                    <a:lnTo>
                      <a:pt x="230" y="642"/>
                    </a:lnTo>
                    <a:lnTo>
                      <a:pt x="135" y="606"/>
                    </a:lnTo>
                    <a:lnTo>
                      <a:pt x="60" y="480"/>
                    </a:lnTo>
                    <a:lnTo>
                      <a:pt x="0" y="253"/>
                    </a:lnTo>
                    <a:lnTo>
                      <a:pt x="0" y="68"/>
                    </a:lnTo>
                    <a:lnTo>
                      <a:pt x="33" y="0"/>
                    </a:lnTo>
                    <a:lnTo>
                      <a:pt x="135" y="0"/>
                    </a:lnTo>
                    <a:lnTo>
                      <a:pt x="145"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5" name="Freeform 720">
                <a:extLst>
                  <a:ext uri="{FF2B5EF4-FFF2-40B4-BE49-F238E27FC236}">
                    <a16:creationId xmlns:a16="http://schemas.microsoft.com/office/drawing/2014/main" id="{59C5B670-63A7-A059-5BD7-74AE44E36E7B}"/>
                  </a:ext>
                </a:extLst>
              </p:cNvPr>
              <p:cNvSpPr>
                <a:spLocks/>
              </p:cNvSpPr>
              <p:nvPr/>
            </p:nvSpPr>
            <p:spPr bwMode="auto">
              <a:xfrm>
                <a:off x="5440" y="1942"/>
                <a:ext cx="21" cy="44"/>
              </a:xfrm>
              <a:custGeom>
                <a:avLst/>
                <a:gdLst>
                  <a:gd name="T0" fmla="*/ 0 w 228"/>
                  <a:gd name="T1" fmla="*/ 0 h 488"/>
                  <a:gd name="T2" fmla="*/ 0 w 228"/>
                  <a:gd name="T3" fmla="*/ 0 h 488"/>
                  <a:gd name="T4" fmla="*/ 0 w 228"/>
                  <a:gd name="T5" fmla="*/ 0 h 488"/>
                  <a:gd name="T6" fmla="*/ 0 w 228"/>
                  <a:gd name="T7" fmla="*/ 0 h 488"/>
                  <a:gd name="T8" fmla="*/ 0 w 228"/>
                  <a:gd name="T9" fmla="*/ 0 h 488"/>
                  <a:gd name="T10" fmla="*/ 0 w 228"/>
                  <a:gd name="T11" fmla="*/ 0 h 488"/>
                  <a:gd name="T12" fmla="*/ 0 w 228"/>
                  <a:gd name="T13" fmla="*/ 0 h 488"/>
                  <a:gd name="T14" fmla="*/ 0 w 228"/>
                  <a:gd name="T15" fmla="*/ 0 h 488"/>
                  <a:gd name="T16" fmla="*/ 0 w 228"/>
                  <a:gd name="T17" fmla="*/ 0 h 488"/>
                  <a:gd name="T18" fmla="*/ 0 w 228"/>
                  <a:gd name="T19" fmla="*/ 0 h 488"/>
                  <a:gd name="T20" fmla="*/ 0 w 228"/>
                  <a:gd name="T21" fmla="*/ 0 h 488"/>
                  <a:gd name="T22" fmla="*/ 0 w 228"/>
                  <a:gd name="T23" fmla="*/ 0 h 48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8"/>
                  <a:gd name="T37" fmla="*/ 0 h 488"/>
                  <a:gd name="T38" fmla="*/ 228 w 228"/>
                  <a:gd name="T39" fmla="*/ 488 h 48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8" h="488">
                    <a:moveTo>
                      <a:pt x="17" y="121"/>
                    </a:moveTo>
                    <a:lnTo>
                      <a:pt x="77" y="0"/>
                    </a:lnTo>
                    <a:lnTo>
                      <a:pt x="145" y="0"/>
                    </a:lnTo>
                    <a:lnTo>
                      <a:pt x="228" y="170"/>
                    </a:lnTo>
                    <a:lnTo>
                      <a:pt x="204" y="422"/>
                    </a:lnTo>
                    <a:lnTo>
                      <a:pt x="204" y="187"/>
                    </a:lnTo>
                    <a:lnTo>
                      <a:pt x="154" y="152"/>
                    </a:lnTo>
                    <a:lnTo>
                      <a:pt x="135" y="362"/>
                    </a:lnTo>
                    <a:lnTo>
                      <a:pt x="27" y="488"/>
                    </a:lnTo>
                    <a:lnTo>
                      <a:pt x="58" y="333"/>
                    </a:lnTo>
                    <a:lnTo>
                      <a:pt x="0" y="222"/>
                    </a:lnTo>
                    <a:lnTo>
                      <a:pt x="17" y="1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6" name="Freeform 721">
                <a:extLst>
                  <a:ext uri="{FF2B5EF4-FFF2-40B4-BE49-F238E27FC236}">
                    <a16:creationId xmlns:a16="http://schemas.microsoft.com/office/drawing/2014/main" id="{8F181C91-3568-705B-EB88-FACD4334EBFB}"/>
                  </a:ext>
                </a:extLst>
              </p:cNvPr>
              <p:cNvSpPr>
                <a:spLocks/>
              </p:cNvSpPr>
              <p:nvPr/>
            </p:nvSpPr>
            <p:spPr bwMode="auto">
              <a:xfrm>
                <a:off x="5346" y="2025"/>
                <a:ext cx="26" cy="19"/>
              </a:xfrm>
              <a:custGeom>
                <a:avLst/>
                <a:gdLst>
                  <a:gd name="T0" fmla="*/ 0 w 286"/>
                  <a:gd name="T1" fmla="*/ 0 h 205"/>
                  <a:gd name="T2" fmla="*/ 0 w 286"/>
                  <a:gd name="T3" fmla="*/ 0 h 205"/>
                  <a:gd name="T4" fmla="*/ 0 w 286"/>
                  <a:gd name="T5" fmla="*/ 0 h 205"/>
                  <a:gd name="T6" fmla="*/ 0 w 286"/>
                  <a:gd name="T7" fmla="*/ 0 h 205"/>
                  <a:gd name="T8" fmla="*/ 0 w 286"/>
                  <a:gd name="T9" fmla="*/ 0 h 205"/>
                  <a:gd name="T10" fmla="*/ 0 w 286"/>
                  <a:gd name="T11" fmla="*/ 0 h 205"/>
                  <a:gd name="T12" fmla="*/ 0 w 286"/>
                  <a:gd name="T13" fmla="*/ 0 h 205"/>
                  <a:gd name="T14" fmla="*/ 0 w 286"/>
                  <a:gd name="T15" fmla="*/ 0 h 205"/>
                  <a:gd name="T16" fmla="*/ 0 w 286"/>
                  <a:gd name="T17" fmla="*/ 0 h 205"/>
                  <a:gd name="T18" fmla="*/ 0 w 286"/>
                  <a:gd name="T19" fmla="*/ 0 h 205"/>
                  <a:gd name="T20" fmla="*/ 0 w 286"/>
                  <a:gd name="T21" fmla="*/ 0 h 20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6"/>
                  <a:gd name="T34" fmla="*/ 0 h 205"/>
                  <a:gd name="T35" fmla="*/ 286 w 286"/>
                  <a:gd name="T36" fmla="*/ 205 h 20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6" h="205">
                    <a:moveTo>
                      <a:pt x="0" y="0"/>
                    </a:moveTo>
                    <a:lnTo>
                      <a:pt x="95" y="6"/>
                    </a:lnTo>
                    <a:lnTo>
                      <a:pt x="220" y="76"/>
                    </a:lnTo>
                    <a:lnTo>
                      <a:pt x="257" y="6"/>
                    </a:lnTo>
                    <a:lnTo>
                      <a:pt x="286" y="101"/>
                    </a:lnTo>
                    <a:lnTo>
                      <a:pt x="220" y="205"/>
                    </a:lnTo>
                    <a:lnTo>
                      <a:pt x="201" y="109"/>
                    </a:lnTo>
                    <a:lnTo>
                      <a:pt x="142" y="87"/>
                    </a:lnTo>
                    <a:lnTo>
                      <a:pt x="30" y="76"/>
                    </a:lnTo>
                    <a:lnTo>
                      <a:pt x="0" y="4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7" name="Freeform 722">
                <a:extLst>
                  <a:ext uri="{FF2B5EF4-FFF2-40B4-BE49-F238E27FC236}">
                    <a16:creationId xmlns:a16="http://schemas.microsoft.com/office/drawing/2014/main" id="{422233B0-DCE7-8523-1A7C-116AEFD15C6C}"/>
                  </a:ext>
                </a:extLst>
              </p:cNvPr>
              <p:cNvSpPr>
                <a:spLocks/>
              </p:cNvSpPr>
              <p:nvPr/>
            </p:nvSpPr>
            <p:spPr bwMode="auto">
              <a:xfrm>
                <a:off x="5345" y="2024"/>
                <a:ext cx="227" cy="76"/>
              </a:xfrm>
              <a:custGeom>
                <a:avLst/>
                <a:gdLst>
                  <a:gd name="T0" fmla="*/ 0 w 2500"/>
                  <a:gd name="T1" fmla="*/ 0 h 831"/>
                  <a:gd name="T2" fmla="*/ 0 w 2500"/>
                  <a:gd name="T3" fmla="*/ 0 h 831"/>
                  <a:gd name="T4" fmla="*/ 0 w 2500"/>
                  <a:gd name="T5" fmla="*/ 0 h 831"/>
                  <a:gd name="T6" fmla="*/ 0 w 2500"/>
                  <a:gd name="T7" fmla="*/ 0 h 831"/>
                  <a:gd name="T8" fmla="*/ 0 w 2500"/>
                  <a:gd name="T9" fmla="*/ 0 h 831"/>
                  <a:gd name="T10" fmla="*/ 0 w 2500"/>
                  <a:gd name="T11" fmla="*/ 0 h 831"/>
                  <a:gd name="T12" fmla="*/ 0 w 2500"/>
                  <a:gd name="T13" fmla="*/ 0 h 831"/>
                  <a:gd name="T14" fmla="*/ 0 w 2500"/>
                  <a:gd name="T15" fmla="*/ 0 h 831"/>
                  <a:gd name="T16" fmla="*/ 0 w 2500"/>
                  <a:gd name="T17" fmla="*/ 0 h 831"/>
                  <a:gd name="T18" fmla="*/ 0 w 2500"/>
                  <a:gd name="T19" fmla="*/ 0 h 831"/>
                  <a:gd name="T20" fmla="*/ 0 w 2500"/>
                  <a:gd name="T21" fmla="*/ 0 h 831"/>
                  <a:gd name="T22" fmla="*/ 0 w 2500"/>
                  <a:gd name="T23" fmla="*/ 0 h 831"/>
                  <a:gd name="T24" fmla="*/ 0 w 2500"/>
                  <a:gd name="T25" fmla="*/ 0 h 831"/>
                  <a:gd name="T26" fmla="*/ 0 w 2500"/>
                  <a:gd name="T27" fmla="*/ 0 h 831"/>
                  <a:gd name="T28" fmla="*/ 0 w 2500"/>
                  <a:gd name="T29" fmla="*/ 0 h 831"/>
                  <a:gd name="T30" fmla="*/ 0 w 2500"/>
                  <a:gd name="T31" fmla="*/ 0 h 831"/>
                  <a:gd name="T32" fmla="*/ 0 w 2500"/>
                  <a:gd name="T33" fmla="*/ 0 h 831"/>
                  <a:gd name="T34" fmla="*/ 0 w 2500"/>
                  <a:gd name="T35" fmla="*/ 0 h 831"/>
                  <a:gd name="T36" fmla="*/ 0 w 2500"/>
                  <a:gd name="T37" fmla="*/ 0 h 831"/>
                  <a:gd name="T38" fmla="*/ 0 w 2500"/>
                  <a:gd name="T39" fmla="*/ 0 h 831"/>
                  <a:gd name="T40" fmla="*/ 0 w 2500"/>
                  <a:gd name="T41" fmla="*/ 0 h 831"/>
                  <a:gd name="T42" fmla="*/ 0 w 2500"/>
                  <a:gd name="T43" fmla="*/ 0 h 831"/>
                  <a:gd name="T44" fmla="*/ 0 w 2500"/>
                  <a:gd name="T45" fmla="*/ 0 h 831"/>
                  <a:gd name="T46" fmla="*/ 0 w 2500"/>
                  <a:gd name="T47" fmla="*/ 0 h 831"/>
                  <a:gd name="T48" fmla="*/ 0 w 2500"/>
                  <a:gd name="T49" fmla="*/ 0 h 831"/>
                  <a:gd name="T50" fmla="*/ 0 w 2500"/>
                  <a:gd name="T51" fmla="*/ 0 h 831"/>
                  <a:gd name="T52" fmla="*/ 0 w 2500"/>
                  <a:gd name="T53" fmla="*/ 0 h 831"/>
                  <a:gd name="T54" fmla="*/ 0 w 2500"/>
                  <a:gd name="T55" fmla="*/ 0 h 831"/>
                  <a:gd name="T56" fmla="*/ 0 w 2500"/>
                  <a:gd name="T57" fmla="*/ 0 h 83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500"/>
                  <a:gd name="T88" fmla="*/ 0 h 831"/>
                  <a:gd name="T89" fmla="*/ 2500 w 2500"/>
                  <a:gd name="T90" fmla="*/ 831 h 83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500" h="831">
                    <a:moveTo>
                      <a:pt x="25" y="162"/>
                    </a:moveTo>
                    <a:lnTo>
                      <a:pt x="25" y="226"/>
                    </a:lnTo>
                    <a:lnTo>
                      <a:pt x="92" y="287"/>
                    </a:lnTo>
                    <a:lnTo>
                      <a:pt x="0" y="436"/>
                    </a:lnTo>
                    <a:lnTo>
                      <a:pt x="0" y="565"/>
                    </a:lnTo>
                    <a:lnTo>
                      <a:pt x="83" y="677"/>
                    </a:lnTo>
                    <a:lnTo>
                      <a:pt x="380" y="771"/>
                    </a:lnTo>
                    <a:lnTo>
                      <a:pt x="654" y="781"/>
                    </a:lnTo>
                    <a:lnTo>
                      <a:pt x="800" y="831"/>
                    </a:lnTo>
                    <a:lnTo>
                      <a:pt x="1192" y="787"/>
                    </a:lnTo>
                    <a:lnTo>
                      <a:pt x="1737" y="795"/>
                    </a:lnTo>
                    <a:lnTo>
                      <a:pt x="2500" y="795"/>
                    </a:lnTo>
                    <a:lnTo>
                      <a:pt x="1236" y="735"/>
                    </a:lnTo>
                    <a:lnTo>
                      <a:pt x="1236" y="447"/>
                    </a:lnTo>
                    <a:lnTo>
                      <a:pt x="1437" y="131"/>
                    </a:lnTo>
                    <a:lnTo>
                      <a:pt x="924" y="465"/>
                    </a:lnTo>
                    <a:lnTo>
                      <a:pt x="981" y="0"/>
                    </a:lnTo>
                    <a:lnTo>
                      <a:pt x="937" y="11"/>
                    </a:lnTo>
                    <a:lnTo>
                      <a:pt x="726" y="309"/>
                    </a:lnTo>
                    <a:lnTo>
                      <a:pt x="646" y="412"/>
                    </a:lnTo>
                    <a:lnTo>
                      <a:pt x="397" y="517"/>
                    </a:lnTo>
                    <a:lnTo>
                      <a:pt x="149" y="573"/>
                    </a:lnTo>
                    <a:lnTo>
                      <a:pt x="73" y="556"/>
                    </a:lnTo>
                    <a:lnTo>
                      <a:pt x="37" y="517"/>
                    </a:lnTo>
                    <a:lnTo>
                      <a:pt x="48" y="436"/>
                    </a:lnTo>
                    <a:lnTo>
                      <a:pt x="108" y="299"/>
                    </a:lnTo>
                    <a:lnTo>
                      <a:pt x="108" y="268"/>
                    </a:lnTo>
                    <a:lnTo>
                      <a:pt x="57" y="181"/>
                    </a:lnTo>
                    <a:lnTo>
                      <a:pt x="25" y="16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8" name="Freeform 723">
                <a:extLst>
                  <a:ext uri="{FF2B5EF4-FFF2-40B4-BE49-F238E27FC236}">
                    <a16:creationId xmlns:a16="http://schemas.microsoft.com/office/drawing/2014/main" id="{9475A6D8-2693-43CD-D506-5642E531422F}"/>
                  </a:ext>
                </a:extLst>
              </p:cNvPr>
              <p:cNvSpPr>
                <a:spLocks/>
              </p:cNvSpPr>
              <p:nvPr/>
            </p:nvSpPr>
            <p:spPr bwMode="auto">
              <a:xfrm>
                <a:off x="5566" y="2041"/>
                <a:ext cx="25" cy="55"/>
              </a:xfrm>
              <a:custGeom>
                <a:avLst/>
                <a:gdLst>
                  <a:gd name="T0" fmla="*/ 0 w 281"/>
                  <a:gd name="T1" fmla="*/ 0 h 604"/>
                  <a:gd name="T2" fmla="*/ 0 w 281"/>
                  <a:gd name="T3" fmla="*/ 0 h 604"/>
                  <a:gd name="T4" fmla="*/ 0 w 281"/>
                  <a:gd name="T5" fmla="*/ 0 h 604"/>
                  <a:gd name="T6" fmla="*/ 0 w 281"/>
                  <a:gd name="T7" fmla="*/ 0 h 604"/>
                  <a:gd name="T8" fmla="*/ 0 w 281"/>
                  <a:gd name="T9" fmla="*/ 0 h 604"/>
                  <a:gd name="T10" fmla="*/ 0 w 281"/>
                  <a:gd name="T11" fmla="*/ 0 h 604"/>
                  <a:gd name="T12" fmla="*/ 0 w 281"/>
                  <a:gd name="T13" fmla="*/ 0 h 604"/>
                  <a:gd name="T14" fmla="*/ 0 w 281"/>
                  <a:gd name="T15" fmla="*/ 0 h 604"/>
                  <a:gd name="T16" fmla="*/ 0 60000 65536"/>
                  <a:gd name="T17" fmla="*/ 0 60000 65536"/>
                  <a:gd name="T18" fmla="*/ 0 60000 65536"/>
                  <a:gd name="T19" fmla="*/ 0 60000 65536"/>
                  <a:gd name="T20" fmla="*/ 0 60000 65536"/>
                  <a:gd name="T21" fmla="*/ 0 60000 65536"/>
                  <a:gd name="T22" fmla="*/ 0 60000 65536"/>
                  <a:gd name="T23" fmla="*/ 0 60000 65536"/>
                  <a:gd name="T24" fmla="*/ 0 w 281"/>
                  <a:gd name="T25" fmla="*/ 0 h 604"/>
                  <a:gd name="T26" fmla="*/ 281 w 281"/>
                  <a:gd name="T27" fmla="*/ 604 h 6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1" h="604">
                    <a:moveTo>
                      <a:pt x="42" y="0"/>
                    </a:moveTo>
                    <a:lnTo>
                      <a:pt x="85" y="408"/>
                    </a:lnTo>
                    <a:lnTo>
                      <a:pt x="281" y="539"/>
                    </a:lnTo>
                    <a:lnTo>
                      <a:pt x="273" y="580"/>
                    </a:lnTo>
                    <a:lnTo>
                      <a:pt x="36" y="604"/>
                    </a:lnTo>
                    <a:lnTo>
                      <a:pt x="75" y="539"/>
                    </a:lnTo>
                    <a:lnTo>
                      <a:pt x="0" y="0"/>
                    </a:ln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9" name="Freeform 724">
                <a:extLst>
                  <a:ext uri="{FF2B5EF4-FFF2-40B4-BE49-F238E27FC236}">
                    <a16:creationId xmlns:a16="http://schemas.microsoft.com/office/drawing/2014/main" id="{69727FF5-114F-7CB0-84CC-479218665A9A}"/>
                  </a:ext>
                </a:extLst>
              </p:cNvPr>
              <p:cNvSpPr>
                <a:spLocks/>
              </p:cNvSpPr>
              <p:nvPr/>
            </p:nvSpPr>
            <p:spPr bwMode="auto">
              <a:xfrm>
                <a:off x="5330" y="2096"/>
                <a:ext cx="96" cy="134"/>
              </a:xfrm>
              <a:custGeom>
                <a:avLst/>
                <a:gdLst>
                  <a:gd name="T0" fmla="*/ 0 w 1047"/>
                  <a:gd name="T1" fmla="*/ 0 h 1480"/>
                  <a:gd name="T2" fmla="*/ 0 w 1047"/>
                  <a:gd name="T3" fmla="*/ 0 h 1480"/>
                  <a:gd name="T4" fmla="*/ 0 w 1047"/>
                  <a:gd name="T5" fmla="*/ 0 h 1480"/>
                  <a:gd name="T6" fmla="*/ 0 w 1047"/>
                  <a:gd name="T7" fmla="*/ 0 h 1480"/>
                  <a:gd name="T8" fmla="*/ 0 w 1047"/>
                  <a:gd name="T9" fmla="*/ 0 h 1480"/>
                  <a:gd name="T10" fmla="*/ 0 w 1047"/>
                  <a:gd name="T11" fmla="*/ 0 h 1480"/>
                  <a:gd name="T12" fmla="*/ 0 w 1047"/>
                  <a:gd name="T13" fmla="*/ 0 h 1480"/>
                  <a:gd name="T14" fmla="*/ 0 w 1047"/>
                  <a:gd name="T15" fmla="*/ 0 h 1480"/>
                  <a:gd name="T16" fmla="*/ 0 w 1047"/>
                  <a:gd name="T17" fmla="*/ 0 h 1480"/>
                  <a:gd name="T18" fmla="*/ 0 w 1047"/>
                  <a:gd name="T19" fmla="*/ 0 h 1480"/>
                  <a:gd name="T20" fmla="*/ 0 w 1047"/>
                  <a:gd name="T21" fmla="*/ 0 h 1480"/>
                  <a:gd name="T22" fmla="*/ 0 w 1047"/>
                  <a:gd name="T23" fmla="*/ 0 h 148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47"/>
                  <a:gd name="T37" fmla="*/ 0 h 1480"/>
                  <a:gd name="T38" fmla="*/ 1047 w 1047"/>
                  <a:gd name="T39" fmla="*/ 1480 h 148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47" h="1480">
                    <a:moveTo>
                      <a:pt x="949" y="33"/>
                    </a:moveTo>
                    <a:lnTo>
                      <a:pt x="526" y="272"/>
                    </a:lnTo>
                    <a:lnTo>
                      <a:pt x="208" y="1112"/>
                    </a:lnTo>
                    <a:lnTo>
                      <a:pt x="0" y="1480"/>
                    </a:lnTo>
                    <a:lnTo>
                      <a:pt x="411" y="1014"/>
                    </a:lnTo>
                    <a:lnTo>
                      <a:pt x="605" y="763"/>
                    </a:lnTo>
                    <a:lnTo>
                      <a:pt x="746" y="732"/>
                    </a:lnTo>
                    <a:lnTo>
                      <a:pt x="794" y="968"/>
                    </a:lnTo>
                    <a:lnTo>
                      <a:pt x="808" y="526"/>
                    </a:lnTo>
                    <a:lnTo>
                      <a:pt x="873" y="240"/>
                    </a:lnTo>
                    <a:lnTo>
                      <a:pt x="1047" y="0"/>
                    </a:lnTo>
                    <a:lnTo>
                      <a:pt x="949"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0" name="Freeform 725">
                <a:extLst>
                  <a:ext uri="{FF2B5EF4-FFF2-40B4-BE49-F238E27FC236}">
                    <a16:creationId xmlns:a16="http://schemas.microsoft.com/office/drawing/2014/main" id="{C30D6764-55DA-32D3-9F0E-D0F88B7A8EA6}"/>
                  </a:ext>
                </a:extLst>
              </p:cNvPr>
              <p:cNvSpPr>
                <a:spLocks/>
              </p:cNvSpPr>
              <p:nvPr/>
            </p:nvSpPr>
            <p:spPr bwMode="auto">
              <a:xfrm>
                <a:off x="5411" y="2100"/>
                <a:ext cx="186" cy="77"/>
              </a:xfrm>
              <a:custGeom>
                <a:avLst/>
                <a:gdLst>
                  <a:gd name="T0" fmla="*/ 0 w 2046"/>
                  <a:gd name="T1" fmla="*/ 0 h 839"/>
                  <a:gd name="T2" fmla="*/ 0 w 2046"/>
                  <a:gd name="T3" fmla="*/ 0 h 839"/>
                  <a:gd name="T4" fmla="*/ 0 w 2046"/>
                  <a:gd name="T5" fmla="*/ 0 h 839"/>
                  <a:gd name="T6" fmla="*/ 0 w 2046"/>
                  <a:gd name="T7" fmla="*/ 0 h 839"/>
                  <a:gd name="T8" fmla="*/ 0 w 2046"/>
                  <a:gd name="T9" fmla="*/ 0 h 839"/>
                  <a:gd name="T10" fmla="*/ 0 w 2046"/>
                  <a:gd name="T11" fmla="*/ 0 h 839"/>
                  <a:gd name="T12" fmla="*/ 0 w 2046"/>
                  <a:gd name="T13" fmla="*/ 0 h 839"/>
                  <a:gd name="T14" fmla="*/ 0 w 2046"/>
                  <a:gd name="T15" fmla="*/ 0 h 839"/>
                  <a:gd name="T16" fmla="*/ 0 w 2046"/>
                  <a:gd name="T17" fmla="*/ 0 h 839"/>
                  <a:gd name="T18" fmla="*/ 0 w 2046"/>
                  <a:gd name="T19" fmla="*/ 0 h 839"/>
                  <a:gd name="T20" fmla="*/ 0 w 2046"/>
                  <a:gd name="T21" fmla="*/ 0 h 839"/>
                  <a:gd name="T22" fmla="*/ 0 w 2046"/>
                  <a:gd name="T23" fmla="*/ 0 h 839"/>
                  <a:gd name="T24" fmla="*/ 0 w 2046"/>
                  <a:gd name="T25" fmla="*/ 0 h 8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46"/>
                  <a:gd name="T40" fmla="*/ 0 h 839"/>
                  <a:gd name="T41" fmla="*/ 2046 w 2046"/>
                  <a:gd name="T42" fmla="*/ 839 h 8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46" h="839">
                    <a:moveTo>
                      <a:pt x="0" y="839"/>
                    </a:moveTo>
                    <a:lnTo>
                      <a:pt x="380" y="684"/>
                    </a:lnTo>
                    <a:lnTo>
                      <a:pt x="860" y="525"/>
                    </a:lnTo>
                    <a:lnTo>
                      <a:pt x="1570" y="525"/>
                    </a:lnTo>
                    <a:lnTo>
                      <a:pt x="1903" y="397"/>
                    </a:lnTo>
                    <a:lnTo>
                      <a:pt x="1919" y="192"/>
                    </a:lnTo>
                    <a:lnTo>
                      <a:pt x="2046" y="0"/>
                    </a:lnTo>
                    <a:lnTo>
                      <a:pt x="1969" y="205"/>
                    </a:lnTo>
                    <a:lnTo>
                      <a:pt x="1938" y="478"/>
                    </a:lnTo>
                    <a:lnTo>
                      <a:pt x="1651" y="538"/>
                    </a:lnTo>
                    <a:lnTo>
                      <a:pt x="843" y="571"/>
                    </a:lnTo>
                    <a:lnTo>
                      <a:pt x="222" y="793"/>
                    </a:lnTo>
                    <a:lnTo>
                      <a:pt x="0" y="8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1" name="Freeform 726">
                <a:extLst>
                  <a:ext uri="{FF2B5EF4-FFF2-40B4-BE49-F238E27FC236}">
                    <a16:creationId xmlns:a16="http://schemas.microsoft.com/office/drawing/2014/main" id="{31F78842-F574-3DD8-303B-8E5526D252DE}"/>
                  </a:ext>
                </a:extLst>
              </p:cNvPr>
              <p:cNvSpPr>
                <a:spLocks/>
              </p:cNvSpPr>
              <p:nvPr/>
            </p:nvSpPr>
            <p:spPr bwMode="auto">
              <a:xfrm>
                <a:off x="5179" y="2171"/>
                <a:ext cx="174" cy="181"/>
              </a:xfrm>
              <a:custGeom>
                <a:avLst/>
                <a:gdLst>
                  <a:gd name="T0" fmla="*/ 0 w 1918"/>
                  <a:gd name="T1" fmla="*/ 0 h 1985"/>
                  <a:gd name="T2" fmla="*/ 0 w 1918"/>
                  <a:gd name="T3" fmla="*/ 0 h 1985"/>
                  <a:gd name="T4" fmla="*/ 0 w 1918"/>
                  <a:gd name="T5" fmla="*/ 0 h 1985"/>
                  <a:gd name="T6" fmla="*/ 0 w 1918"/>
                  <a:gd name="T7" fmla="*/ 0 h 1985"/>
                  <a:gd name="T8" fmla="*/ 0 w 1918"/>
                  <a:gd name="T9" fmla="*/ 0 h 1985"/>
                  <a:gd name="T10" fmla="*/ 0 w 1918"/>
                  <a:gd name="T11" fmla="*/ 0 h 1985"/>
                  <a:gd name="T12" fmla="*/ 0 w 1918"/>
                  <a:gd name="T13" fmla="*/ 0 h 1985"/>
                  <a:gd name="T14" fmla="*/ 0 w 1918"/>
                  <a:gd name="T15" fmla="*/ 0 h 1985"/>
                  <a:gd name="T16" fmla="*/ 0 w 1918"/>
                  <a:gd name="T17" fmla="*/ 0 h 1985"/>
                  <a:gd name="T18" fmla="*/ 0 w 1918"/>
                  <a:gd name="T19" fmla="*/ 0 h 1985"/>
                  <a:gd name="T20" fmla="*/ 0 w 1918"/>
                  <a:gd name="T21" fmla="*/ 0 h 1985"/>
                  <a:gd name="T22" fmla="*/ 0 w 1918"/>
                  <a:gd name="T23" fmla="*/ 0 h 1985"/>
                  <a:gd name="T24" fmla="*/ 0 w 1918"/>
                  <a:gd name="T25" fmla="*/ 0 h 1985"/>
                  <a:gd name="T26" fmla="*/ 0 w 1918"/>
                  <a:gd name="T27" fmla="*/ 0 h 1985"/>
                  <a:gd name="T28" fmla="*/ 0 w 1918"/>
                  <a:gd name="T29" fmla="*/ 0 h 1985"/>
                  <a:gd name="T30" fmla="*/ 0 w 1918"/>
                  <a:gd name="T31" fmla="*/ 0 h 1985"/>
                  <a:gd name="T32" fmla="*/ 0 w 1918"/>
                  <a:gd name="T33" fmla="*/ 0 h 1985"/>
                  <a:gd name="T34" fmla="*/ 0 w 1918"/>
                  <a:gd name="T35" fmla="*/ 0 h 1985"/>
                  <a:gd name="T36" fmla="*/ 0 w 1918"/>
                  <a:gd name="T37" fmla="*/ 0 h 1985"/>
                  <a:gd name="T38" fmla="*/ 0 w 1918"/>
                  <a:gd name="T39" fmla="*/ 0 h 1985"/>
                  <a:gd name="T40" fmla="*/ 0 w 1918"/>
                  <a:gd name="T41" fmla="*/ 0 h 1985"/>
                  <a:gd name="T42" fmla="*/ 0 w 1918"/>
                  <a:gd name="T43" fmla="*/ 0 h 1985"/>
                  <a:gd name="T44" fmla="*/ 0 w 1918"/>
                  <a:gd name="T45" fmla="*/ 0 h 1985"/>
                  <a:gd name="T46" fmla="*/ 0 w 1918"/>
                  <a:gd name="T47" fmla="*/ 0 h 1985"/>
                  <a:gd name="T48" fmla="*/ 0 w 1918"/>
                  <a:gd name="T49" fmla="*/ 0 h 1985"/>
                  <a:gd name="T50" fmla="*/ 0 w 1918"/>
                  <a:gd name="T51" fmla="*/ 0 h 1985"/>
                  <a:gd name="T52" fmla="*/ 0 w 1918"/>
                  <a:gd name="T53" fmla="*/ 0 h 1985"/>
                  <a:gd name="T54" fmla="*/ 0 w 1918"/>
                  <a:gd name="T55" fmla="*/ 0 h 1985"/>
                  <a:gd name="T56" fmla="*/ 0 w 1918"/>
                  <a:gd name="T57" fmla="*/ 0 h 1985"/>
                  <a:gd name="T58" fmla="*/ 0 w 1918"/>
                  <a:gd name="T59" fmla="*/ 0 h 1985"/>
                  <a:gd name="T60" fmla="*/ 0 w 1918"/>
                  <a:gd name="T61" fmla="*/ 0 h 1985"/>
                  <a:gd name="T62" fmla="*/ 0 w 1918"/>
                  <a:gd name="T63" fmla="*/ 0 h 198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18"/>
                  <a:gd name="T97" fmla="*/ 0 h 1985"/>
                  <a:gd name="T98" fmla="*/ 1918 w 1918"/>
                  <a:gd name="T99" fmla="*/ 1985 h 198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18" h="1985">
                    <a:moveTo>
                      <a:pt x="1918" y="253"/>
                    </a:moveTo>
                    <a:lnTo>
                      <a:pt x="1441" y="508"/>
                    </a:lnTo>
                    <a:lnTo>
                      <a:pt x="1253" y="905"/>
                    </a:lnTo>
                    <a:lnTo>
                      <a:pt x="775" y="1491"/>
                    </a:lnTo>
                    <a:lnTo>
                      <a:pt x="775" y="1684"/>
                    </a:lnTo>
                    <a:lnTo>
                      <a:pt x="822" y="1985"/>
                    </a:lnTo>
                    <a:lnTo>
                      <a:pt x="648" y="1761"/>
                    </a:lnTo>
                    <a:lnTo>
                      <a:pt x="316" y="1779"/>
                    </a:lnTo>
                    <a:lnTo>
                      <a:pt x="0" y="1985"/>
                    </a:lnTo>
                    <a:lnTo>
                      <a:pt x="281" y="1663"/>
                    </a:lnTo>
                    <a:lnTo>
                      <a:pt x="412" y="697"/>
                    </a:lnTo>
                    <a:lnTo>
                      <a:pt x="206" y="872"/>
                    </a:lnTo>
                    <a:lnTo>
                      <a:pt x="395" y="80"/>
                    </a:lnTo>
                    <a:lnTo>
                      <a:pt x="281" y="94"/>
                    </a:lnTo>
                    <a:lnTo>
                      <a:pt x="380" y="59"/>
                    </a:lnTo>
                    <a:lnTo>
                      <a:pt x="460" y="59"/>
                    </a:lnTo>
                    <a:lnTo>
                      <a:pt x="554" y="111"/>
                    </a:lnTo>
                    <a:lnTo>
                      <a:pt x="554" y="0"/>
                    </a:lnTo>
                    <a:lnTo>
                      <a:pt x="600" y="159"/>
                    </a:lnTo>
                    <a:lnTo>
                      <a:pt x="648" y="222"/>
                    </a:lnTo>
                    <a:lnTo>
                      <a:pt x="775" y="236"/>
                    </a:lnTo>
                    <a:lnTo>
                      <a:pt x="839" y="186"/>
                    </a:lnTo>
                    <a:lnTo>
                      <a:pt x="885" y="124"/>
                    </a:lnTo>
                    <a:lnTo>
                      <a:pt x="885" y="222"/>
                    </a:lnTo>
                    <a:lnTo>
                      <a:pt x="856" y="284"/>
                    </a:lnTo>
                    <a:lnTo>
                      <a:pt x="839" y="523"/>
                    </a:lnTo>
                    <a:lnTo>
                      <a:pt x="809" y="1109"/>
                    </a:lnTo>
                    <a:lnTo>
                      <a:pt x="1092" y="953"/>
                    </a:lnTo>
                    <a:lnTo>
                      <a:pt x="1219" y="872"/>
                    </a:lnTo>
                    <a:lnTo>
                      <a:pt x="1425" y="444"/>
                    </a:lnTo>
                    <a:lnTo>
                      <a:pt x="1886" y="222"/>
                    </a:lnTo>
                    <a:lnTo>
                      <a:pt x="1918" y="2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2" name="Freeform 727">
                <a:extLst>
                  <a:ext uri="{FF2B5EF4-FFF2-40B4-BE49-F238E27FC236}">
                    <a16:creationId xmlns:a16="http://schemas.microsoft.com/office/drawing/2014/main" id="{90F50B4D-35F0-7A0B-EF68-E3EB93C33E9C}"/>
                  </a:ext>
                </a:extLst>
              </p:cNvPr>
              <p:cNvSpPr>
                <a:spLocks/>
              </p:cNvSpPr>
              <p:nvPr/>
            </p:nvSpPr>
            <p:spPr bwMode="auto">
              <a:xfrm>
                <a:off x="5193" y="2027"/>
                <a:ext cx="124" cy="145"/>
              </a:xfrm>
              <a:custGeom>
                <a:avLst/>
                <a:gdLst>
                  <a:gd name="T0" fmla="*/ 0 w 1363"/>
                  <a:gd name="T1" fmla="*/ 0 h 1601"/>
                  <a:gd name="T2" fmla="*/ 0 w 1363"/>
                  <a:gd name="T3" fmla="*/ 0 h 1601"/>
                  <a:gd name="T4" fmla="*/ 0 w 1363"/>
                  <a:gd name="T5" fmla="*/ 0 h 1601"/>
                  <a:gd name="T6" fmla="*/ 0 w 1363"/>
                  <a:gd name="T7" fmla="*/ 0 h 1601"/>
                  <a:gd name="T8" fmla="*/ 0 w 1363"/>
                  <a:gd name="T9" fmla="*/ 0 h 1601"/>
                  <a:gd name="T10" fmla="*/ 0 w 1363"/>
                  <a:gd name="T11" fmla="*/ 0 h 1601"/>
                  <a:gd name="T12" fmla="*/ 0 w 1363"/>
                  <a:gd name="T13" fmla="*/ 0 h 1601"/>
                  <a:gd name="T14" fmla="*/ 0 w 1363"/>
                  <a:gd name="T15" fmla="*/ 0 h 1601"/>
                  <a:gd name="T16" fmla="*/ 0 w 1363"/>
                  <a:gd name="T17" fmla="*/ 0 h 1601"/>
                  <a:gd name="T18" fmla="*/ 0 w 1363"/>
                  <a:gd name="T19" fmla="*/ 0 h 1601"/>
                  <a:gd name="T20" fmla="*/ 0 w 1363"/>
                  <a:gd name="T21" fmla="*/ 0 h 1601"/>
                  <a:gd name="T22" fmla="*/ 0 w 1363"/>
                  <a:gd name="T23" fmla="*/ 0 h 1601"/>
                  <a:gd name="T24" fmla="*/ 0 w 1363"/>
                  <a:gd name="T25" fmla="*/ 0 h 1601"/>
                  <a:gd name="T26" fmla="*/ 0 w 1363"/>
                  <a:gd name="T27" fmla="*/ 0 h 1601"/>
                  <a:gd name="T28" fmla="*/ 0 w 1363"/>
                  <a:gd name="T29" fmla="*/ 0 h 1601"/>
                  <a:gd name="T30" fmla="*/ 0 w 1363"/>
                  <a:gd name="T31" fmla="*/ 0 h 1601"/>
                  <a:gd name="T32" fmla="*/ 0 w 1363"/>
                  <a:gd name="T33" fmla="*/ 0 h 1601"/>
                  <a:gd name="T34" fmla="*/ 0 w 1363"/>
                  <a:gd name="T35" fmla="*/ 0 h 1601"/>
                  <a:gd name="T36" fmla="*/ 0 w 1363"/>
                  <a:gd name="T37" fmla="*/ 0 h 1601"/>
                  <a:gd name="T38" fmla="*/ 0 w 1363"/>
                  <a:gd name="T39" fmla="*/ 0 h 1601"/>
                  <a:gd name="T40" fmla="*/ 0 w 1363"/>
                  <a:gd name="T41" fmla="*/ 0 h 1601"/>
                  <a:gd name="T42" fmla="*/ 0 w 1363"/>
                  <a:gd name="T43" fmla="*/ 0 h 1601"/>
                  <a:gd name="T44" fmla="*/ 0 w 1363"/>
                  <a:gd name="T45" fmla="*/ 0 h 1601"/>
                  <a:gd name="T46" fmla="*/ 0 w 1363"/>
                  <a:gd name="T47" fmla="*/ 0 h 1601"/>
                  <a:gd name="T48" fmla="*/ 0 w 1363"/>
                  <a:gd name="T49" fmla="*/ 0 h 1601"/>
                  <a:gd name="T50" fmla="*/ 0 w 1363"/>
                  <a:gd name="T51" fmla="*/ 0 h 1601"/>
                  <a:gd name="T52" fmla="*/ 0 w 1363"/>
                  <a:gd name="T53" fmla="*/ 0 h 1601"/>
                  <a:gd name="T54" fmla="*/ 0 w 1363"/>
                  <a:gd name="T55" fmla="*/ 0 h 1601"/>
                  <a:gd name="T56" fmla="*/ 0 w 1363"/>
                  <a:gd name="T57" fmla="*/ 0 h 1601"/>
                  <a:gd name="T58" fmla="*/ 0 w 1363"/>
                  <a:gd name="T59" fmla="*/ 0 h 1601"/>
                  <a:gd name="T60" fmla="*/ 0 w 1363"/>
                  <a:gd name="T61" fmla="*/ 0 h 1601"/>
                  <a:gd name="T62" fmla="*/ 0 w 1363"/>
                  <a:gd name="T63" fmla="*/ 0 h 1601"/>
                  <a:gd name="T64" fmla="*/ 0 w 1363"/>
                  <a:gd name="T65" fmla="*/ 0 h 1601"/>
                  <a:gd name="T66" fmla="*/ 0 w 1363"/>
                  <a:gd name="T67" fmla="*/ 0 h 1601"/>
                  <a:gd name="T68" fmla="*/ 0 w 1363"/>
                  <a:gd name="T69" fmla="*/ 0 h 1601"/>
                  <a:gd name="T70" fmla="*/ 0 w 1363"/>
                  <a:gd name="T71" fmla="*/ 0 h 1601"/>
                  <a:gd name="T72" fmla="*/ 0 w 1363"/>
                  <a:gd name="T73" fmla="*/ 0 h 1601"/>
                  <a:gd name="T74" fmla="*/ 0 w 1363"/>
                  <a:gd name="T75" fmla="*/ 0 h 1601"/>
                  <a:gd name="T76" fmla="*/ 0 w 1363"/>
                  <a:gd name="T77" fmla="*/ 0 h 1601"/>
                  <a:gd name="T78" fmla="*/ 0 w 1363"/>
                  <a:gd name="T79" fmla="*/ 0 h 1601"/>
                  <a:gd name="T80" fmla="*/ 0 w 1363"/>
                  <a:gd name="T81" fmla="*/ 0 h 1601"/>
                  <a:gd name="T82" fmla="*/ 0 w 1363"/>
                  <a:gd name="T83" fmla="*/ 0 h 1601"/>
                  <a:gd name="T84" fmla="*/ 0 w 1363"/>
                  <a:gd name="T85" fmla="*/ 0 h 160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363"/>
                  <a:gd name="T130" fmla="*/ 0 h 1601"/>
                  <a:gd name="T131" fmla="*/ 1363 w 1363"/>
                  <a:gd name="T132" fmla="*/ 1601 h 160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363" h="1601">
                    <a:moveTo>
                      <a:pt x="777" y="1569"/>
                    </a:moveTo>
                    <a:lnTo>
                      <a:pt x="1350" y="651"/>
                    </a:lnTo>
                    <a:lnTo>
                      <a:pt x="1363" y="520"/>
                    </a:lnTo>
                    <a:lnTo>
                      <a:pt x="1159" y="96"/>
                    </a:lnTo>
                    <a:lnTo>
                      <a:pt x="1032" y="77"/>
                    </a:lnTo>
                    <a:lnTo>
                      <a:pt x="1126" y="141"/>
                    </a:lnTo>
                    <a:lnTo>
                      <a:pt x="1317" y="520"/>
                    </a:lnTo>
                    <a:lnTo>
                      <a:pt x="1317" y="601"/>
                    </a:lnTo>
                    <a:lnTo>
                      <a:pt x="1159" y="442"/>
                    </a:lnTo>
                    <a:lnTo>
                      <a:pt x="1159" y="300"/>
                    </a:lnTo>
                    <a:lnTo>
                      <a:pt x="810" y="0"/>
                    </a:lnTo>
                    <a:lnTo>
                      <a:pt x="633" y="63"/>
                    </a:lnTo>
                    <a:lnTo>
                      <a:pt x="810" y="30"/>
                    </a:lnTo>
                    <a:lnTo>
                      <a:pt x="1078" y="314"/>
                    </a:lnTo>
                    <a:lnTo>
                      <a:pt x="1001" y="335"/>
                    </a:lnTo>
                    <a:lnTo>
                      <a:pt x="936" y="361"/>
                    </a:lnTo>
                    <a:lnTo>
                      <a:pt x="796" y="189"/>
                    </a:lnTo>
                    <a:lnTo>
                      <a:pt x="492" y="63"/>
                    </a:lnTo>
                    <a:lnTo>
                      <a:pt x="380" y="96"/>
                    </a:lnTo>
                    <a:lnTo>
                      <a:pt x="492" y="124"/>
                    </a:lnTo>
                    <a:lnTo>
                      <a:pt x="796" y="220"/>
                    </a:lnTo>
                    <a:lnTo>
                      <a:pt x="700" y="314"/>
                    </a:lnTo>
                    <a:lnTo>
                      <a:pt x="274" y="141"/>
                    </a:lnTo>
                    <a:lnTo>
                      <a:pt x="19" y="442"/>
                    </a:lnTo>
                    <a:lnTo>
                      <a:pt x="50" y="634"/>
                    </a:lnTo>
                    <a:lnTo>
                      <a:pt x="191" y="381"/>
                    </a:lnTo>
                    <a:lnTo>
                      <a:pt x="191" y="335"/>
                    </a:lnTo>
                    <a:lnTo>
                      <a:pt x="256" y="189"/>
                    </a:lnTo>
                    <a:lnTo>
                      <a:pt x="444" y="252"/>
                    </a:lnTo>
                    <a:lnTo>
                      <a:pt x="304" y="540"/>
                    </a:lnTo>
                    <a:lnTo>
                      <a:pt x="160" y="808"/>
                    </a:lnTo>
                    <a:lnTo>
                      <a:pt x="67" y="1111"/>
                    </a:lnTo>
                    <a:lnTo>
                      <a:pt x="97" y="1346"/>
                    </a:lnTo>
                    <a:lnTo>
                      <a:pt x="125" y="1412"/>
                    </a:lnTo>
                    <a:lnTo>
                      <a:pt x="0" y="1542"/>
                    </a:lnTo>
                    <a:lnTo>
                      <a:pt x="224" y="1444"/>
                    </a:lnTo>
                    <a:lnTo>
                      <a:pt x="415" y="1460"/>
                    </a:lnTo>
                    <a:lnTo>
                      <a:pt x="415" y="1552"/>
                    </a:lnTo>
                    <a:lnTo>
                      <a:pt x="478" y="1444"/>
                    </a:lnTo>
                    <a:lnTo>
                      <a:pt x="605" y="1460"/>
                    </a:lnTo>
                    <a:lnTo>
                      <a:pt x="683" y="1506"/>
                    </a:lnTo>
                    <a:lnTo>
                      <a:pt x="748" y="1601"/>
                    </a:lnTo>
                    <a:lnTo>
                      <a:pt x="777" y="15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3" name="Freeform 728">
                <a:extLst>
                  <a:ext uri="{FF2B5EF4-FFF2-40B4-BE49-F238E27FC236}">
                    <a16:creationId xmlns:a16="http://schemas.microsoft.com/office/drawing/2014/main" id="{8538C9DB-3399-1A10-27F6-23E4111F4F12}"/>
                  </a:ext>
                </a:extLst>
              </p:cNvPr>
              <p:cNvSpPr>
                <a:spLocks/>
              </p:cNvSpPr>
              <p:nvPr/>
            </p:nvSpPr>
            <p:spPr bwMode="auto">
              <a:xfrm>
                <a:off x="5059" y="2090"/>
                <a:ext cx="219" cy="419"/>
              </a:xfrm>
              <a:custGeom>
                <a:avLst/>
                <a:gdLst>
                  <a:gd name="T0" fmla="*/ 0 w 2411"/>
                  <a:gd name="T1" fmla="*/ 0 h 4600"/>
                  <a:gd name="T2" fmla="*/ 0 w 2411"/>
                  <a:gd name="T3" fmla="*/ 0 h 4600"/>
                  <a:gd name="T4" fmla="*/ 0 w 2411"/>
                  <a:gd name="T5" fmla="*/ 0 h 4600"/>
                  <a:gd name="T6" fmla="*/ 0 w 2411"/>
                  <a:gd name="T7" fmla="*/ 0 h 4600"/>
                  <a:gd name="T8" fmla="*/ 0 w 2411"/>
                  <a:gd name="T9" fmla="*/ 0 h 4600"/>
                  <a:gd name="T10" fmla="*/ 0 w 2411"/>
                  <a:gd name="T11" fmla="*/ 0 h 4600"/>
                  <a:gd name="T12" fmla="*/ 0 w 2411"/>
                  <a:gd name="T13" fmla="*/ 0 h 4600"/>
                  <a:gd name="T14" fmla="*/ 0 w 2411"/>
                  <a:gd name="T15" fmla="*/ 0 h 4600"/>
                  <a:gd name="T16" fmla="*/ 0 w 2411"/>
                  <a:gd name="T17" fmla="*/ 0 h 4600"/>
                  <a:gd name="T18" fmla="*/ 0 w 2411"/>
                  <a:gd name="T19" fmla="*/ 0 h 4600"/>
                  <a:gd name="T20" fmla="*/ 0 w 2411"/>
                  <a:gd name="T21" fmla="*/ 0 h 4600"/>
                  <a:gd name="T22" fmla="*/ 0 w 2411"/>
                  <a:gd name="T23" fmla="*/ 0 h 4600"/>
                  <a:gd name="T24" fmla="*/ 0 w 2411"/>
                  <a:gd name="T25" fmla="*/ 0 h 4600"/>
                  <a:gd name="T26" fmla="*/ 0 w 2411"/>
                  <a:gd name="T27" fmla="*/ 0 h 4600"/>
                  <a:gd name="T28" fmla="*/ 0 w 2411"/>
                  <a:gd name="T29" fmla="*/ 0 h 4600"/>
                  <a:gd name="T30" fmla="*/ 0 w 2411"/>
                  <a:gd name="T31" fmla="*/ 0 h 4600"/>
                  <a:gd name="T32" fmla="*/ 0 w 2411"/>
                  <a:gd name="T33" fmla="*/ 0 h 4600"/>
                  <a:gd name="T34" fmla="*/ 0 w 2411"/>
                  <a:gd name="T35" fmla="*/ 0 h 4600"/>
                  <a:gd name="T36" fmla="*/ 0 w 2411"/>
                  <a:gd name="T37" fmla="*/ 0 h 4600"/>
                  <a:gd name="T38" fmla="*/ 0 w 2411"/>
                  <a:gd name="T39" fmla="*/ 0 h 4600"/>
                  <a:gd name="T40" fmla="*/ 0 w 2411"/>
                  <a:gd name="T41" fmla="*/ 0 h 4600"/>
                  <a:gd name="T42" fmla="*/ 0 w 2411"/>
                  <a:gd name="T43" fmla="*/ 0 h 4600"/>
                  <a:gd name="T44" fmla="*/ 0 w 2411"/>
                  <a:gd name="T45" fmla="*/ 0 h 4600"/>
                  <a:gd name="T46" fmla="*/ 0 w 2411"/>
                  <a:gd name="T47" fmla="*/ 0 h 4600"/>
                  <a:gd name="T48" fmla="*/ 0 w 2411"/>
                  <a:gd name="T49" fmla="*/ 0 h 4600"/>
                  <a:gd name="T50" fmla="*/ 0 w 2411"/>
                  <a:gd name="T51" fmla="*/ 0 h 4600"/>
                  <a:gd name="T52" fmla="*/ 0 w 2411"/>
                  <a:gd name="T53" fmla="*/ 0 h 4600"/>
                  <a:gd name="T54" fmla="*/ 0 w 2411"/>
                  <a:gd name="T55" fmla="*/ 0 h 4600"/>
                  <a:gd name="T56" fmla="*/ 0 w 2411"/>
                  <a:gd name="T57" fmla="*/ 0 h 4600"/>
                  <a:gd name="T58" fmla="*/ 0 w 2411"/>
                  <a:gd name="T59" fmla="*/ 0 h 4600"/>
                  <a:gd name="T60" fmla="*/ 0 w 2411"/>
                  <a:gd name="T61" fmla="*/ 0 h 4600"/>
                  <a:gd name="T62" fmla="*/ 0 w 2411"/>
                  <a:gd name="T63" fmla="*/ 0 h 4600"/>
                  <a:gd name="T64" fmla="*/ 0 w 2411"/>
                  <a:gd name="T65" fmla="*/ 0 h 4600"/>
                  <a:gd name="T66" fmla="*/ 0 w 2411"/>
                  <a:gd name="T67" fmla="*/ 0 h 4600"/>
                  <a:gd name="T68" fmla="*/ 0 w 2411"/>
                  <a:gd name="T69" fmla="*/ 0 h 4600"/>
                  <a:gd name="T70" fmla="*/ 0 w 2411"/>
                  <a:gd name="T71" fmla="*/ 0 h 4600"/>
                  <a:gd name="T72" fmla="*/ 0 w 2411"/>
                  <a:gd name="T73" fmla="*/ 0 h 4600"/>
                  <a:gd name="T74" fmla="*/ 0 w 2411"/>
                  <a:gd name="T75" fmla="*/ 0 h 4600"/>
                  <a:gd name="T76" fmla="*/ 0 w 2411"/>
                  <a:gd name="T77" fmla="*/ 0 h 4600"/>
                  <a:gd name="T78" fmla="*/ 0 w 2411"/>
                  <a:gd name="T79" fmla="*/ 0 h 4600"/>
                  <a:gd name="T80" fmla="*/ 0 w 2411"/>
                  <a:gd name="T81" fmla="*/ 0 h 4600"/>
                  <a:gd name="T82" fmla="*/ 0 w 2411"/>
                  <a:gd name="T83" fmla="*/ 0 h 4600"/>
                  <a:gd name="T84" fmla="*/ 0 w 2411"/>
                  <a:gd name="T85" fmla="*/ 0 h 4600"/>
                  <a:gd name="T86" fmla="*/ 0 w 2411"/>
                  <a:gd name="T87" fmla="*/ 0 h 4600"/>
                  <a:gd name="T88" fmla="*/ 0 w 2411"/>
                  <a:gd name="T89" fmla="*/ 0 h 4600"/>
                  <a:gd name="T90" fmla="*/ 0 w 2411"/>
                  <a:gd name="T91" fmla="*/ 0 h 4600"/>
                  <a:gd name="T92" fmla="*/ 0 w 2411"/>
                  <a:gd name="T93" fmla="*/ 0 h 4600"/>
                  <a:gd name="T94" fmla="*/ 0 w 2411"/>
                  <a:gd name="T95" fmla="*/ 0 h 4600"/>
                  <a:gd name="T96" fmla="*/ 0 w 2411"/>
                  <a:gd name="T97" fmla="*/ 0 h 4600"/>
                  <a:gd name="T98" fmla="*/ 0 w 2411"/>
                  <a:gd name="T99" fmla="*/ 0 h 4600"/>
                  <a:gd name="T100" fmla="*/ 0 w 2411"/>
                  <a:gd name="T101" fmla="*/ 0 h 4600"/>
                  <a:gd name="T102" fmla="*/ 0 w 2411"/>
                  <a:gd name="T103" fmla="*/ 0 h 4600"/>
                  <a:gd name="T104" fmla="*/ 0 w 2411"/>
                  <a:gd name="T105" fmla="*/ 0 h 460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411"/>
                  <a:gd name="T160" fmla="*/ 0 h 4600"/>
                  <a:gd name="T161" fmla="*/ 2411 w 2411"/>
                  <a:gd name="T162" fmla="*/ 4600 h 460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411" h="4600">
                    <a:moveTo>
                      <a:pt x="1525" y="0"/>
                    </a:moveTo>
                    <a:lnTo>
                      <a:pt x="1448" y="253"/>
                    </a:lnTo>
                    <a:lnTo>
                      <a:pt x="1429" y="442"/>
                    </a:lnTo>
                    <a:lnTo>
                      <a:pt x="1461" y="634"/>
                    </a:lnTo>
                    <a:lnTo>
                      <a:pt x="1494" y="761"/>
                    </a:lnTo>
                    <a:lnTo>
                      <a:pt x="1494" y="824"/>
                    </a:lnTo>
                    <a:lnTo>
                      <a:pt x="1461" y="870"/>
                    </a:lnTo>
                    <a:lnTo>
                      <a:pt x="1461" y="1029"/>
                    </a:lnTo>
                    <a:lnTo>
                      <a:pt x="1525" y="1048"/>
                    </a:lnTo>
                    <a:lnTo>
                      <a:pt x="1475" y="1111"/>
                    </a:lnTo>
                    <a:lnTo>
                      <a:pt x="1176" y="2269"/>
                    </a:lnTo>
                    <a:lnTo>
                      <a:pt x="1080" y="2759"/>
                    </a:lnTo>
                    <a:lnTo>
                      <a:pt x="1051" y="3047"/>
                    </a:lnTo>
                    <a:lnTo>
                      <a:pt x="1080" y="3223"/>
                    </a:lnTo>
                    <a:lnTo>
                      <a:pt x="1195" y="3065"/>
                    </a:lnTo>
                    <a:lnTo>
                      <a:pt x="1032" y="3331"/>
                    </a:lnTo>
                    <a:lnTo>
                      <a:pt x="827" y="3683"/>
                    </a:lnTo>
                    <a:lnTo>
                      <a:pt x="1097" y="3699"/>
                    </a:lnTo>
                    <a:lnTo>
                      <a:pt x="1413" y="3873"/>
                    </a:lnTo>
                    <a:lnTo>
                      <a:pt x="1635" y="3589"/>
                    </a:lnTo>
                    <a:lnTo>
                      <a:pt x="1967" y="3666"/>
                    </a:lnTo>
                    <a:lnTo>
                      <a:pt x="2158" y="3428"/>
                    </a:lnTo>
                    <a:lnTo>
                      <a:pt x="2175" y="2903"/>
                    </a:lnTo>
                    <a:lnTo>
                      <a:pt x="2271" y="3476"/>
                    </a:lnTo>
                    <a:lnTo>
                      <a:pt x="2411" y="3967"/>
                    </a:lnTo>
                    <a:lnTo>
                      <a:pt x="2383" y="4335"/>
                    </a:lnTo>
                    <a:lnTo>
                      <a:pt x="2316" y="3873"/>
                    </a:lnTo>
                    <a:lnTo>
                      <a:pt x="2158" y="3620"/>
                    </a:lnTo>
                    <a:lnTo>
                      <a:pt x="1953" y="3967"/>
                    </a:lnTo>
                    <a:lnTo>
                      <a:pt x="1572" y="4600"/>
                    </a:lnTo>
                    <a:lnTo>
                      <a:pt x="1207" y="4206"/>
                    </a:lnTo>
                    <a:lnTo>
                      <a:pt x="667" y="4000"/>
                    </a:lnTo>
                    <a:lnTo>
                      <a:pt x="652" y="3794"/>
                    </a:lnTo>
                    <a:lnTo>
                      <a:pt x="777" y="3539"/>
                    </a:lnTo>
                    <a:lnTo>
                      <a:pt x="0" y="3240"/>
                    </a:lnTo>
                    <a:lnTo>
                      <a:pt x="0" y="2301"/>
                    </a:lnTo>
                    <a:lnTo>
                      <a:pt x="95" y="2888"/>
                    </a:lnTo>
                    <a:lnTo>
                      <a:pt x="382" y="2793"/>
                    </a:lnTo>
                    <a:lnTo>
                      <a:pt x="572" y="3047"/>
                    </a:lnTo>
                    <a:lnTo>
                      <a:pt x="842" y="2936"/>
                    </a:lnTo>
                    <a:lnTo>
                      <a:pt x="794" y="2633"/>
                    </a:lnTo>
                    <a:lnTo>
                      <a:pt x="873" y="2334"/>
                    </a:lnTo>
                    <a:lnTo>
                      <a:pt x="842" y="2650"/>
                    </a:lnTo>
                    <a:lnTo>
                      <a:pt x="903" y="2746"/>
                    </a:lnTo>
                    <a:lnTo>
                      <a:pt x="1016" y="2731"/>
                    </a:lnTo>
                    <a:lnTo>
                      <a:pt x="1160" y="2174"/>
                    </a:lnTo>
                    <a:lnTo>
                      <a:pt x="1461" y="1075"/>
                    </a:lnTo>
                    <a:lnTo>
                      <a:pt x="1429" y="1013"/>
                    </a:lnTo>
                    <a:lnTo>
                      <a:pt x="1429" y="824"/>
                    </a:lnTo>
                    <a:lnTo>
                      <a:pt x="1448" y="793"/>
                    </a:lnTo>
                    <a:lnTo>
                      <a:pt x="1398" y="521"/>
                    </a:lnTo>
                    <a:lnTo>
                      <a:pt x="1413" y="253"/>
                    </a:lnTo>
                    <a:lnTo>
                      <a:pt x="15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4" name="Freeform 729">
                <a:extLst>
                  <a:ext uri="{FF2B5EF4-FFF2-40B4-BE49-F238E27FC236}">
                    <a16:creationId xmlns:a16="http://schemas.microsoft.com/office/drawing/2014/main" id="{7A616EE9-B461-855B-3FD7-603311CF5F9A}"/>
                  </a:ext>
                </a:extLst>
              </p:cNvPr>
              <p:cNvSpPr>
                <a:spLocks/>
              </p:cNvSpPr>
              <p:nvPr/>
            </p:nvSpPr>
            <p:spPr bwMode="auto">
              <a:xfrm>
                <a:off x="5273" y="2206"/>
                <a:ext cx="187" cy="180"/>
              </a:xfrm>
              <a:custGeom>
                <a:avLst/>
                <a:gdLst>
                  <a:gd name="T0" fmla="*/ 0 w 2062"/>
                  <a:gd name="T1" fmla="*/ 0 h 1984"/>
                  <a:gd name="T2" fmla="*/ 0 w 2062"/>
                  <a:gd name="T3" fmla="*/ 0 h 1984"/>
                  <a:gd name="T4" fmla="*/ 0 w 2062"/>
                  <a:gd name="T5" fmla="*/ 0 h 1984"/>
                  <a:gd name="T6" fmla="*/ 0 w 2062"/>
                  <a:gd name="T7" fmla="*/ 0 h 1984"/>
                  <a:gd name="T8" fmla="*/ 0 w 2062"/>
                  <a:gd name="T9" fmla="*/ 0 h 1984"/>
                  <a:gd name="T10" fmla="*/ 0 w 2062"/>
                  <a:gd name="T11" fmla="*/ 0 h 1984"/>
                  <a:gd name="T12" fmla="*/ 0 w 2062"/>
                  <a:gd name="T13" fmla="*/ 0 h 1984"/>
                  <a:gd name="T14" fmla="*/ 0 w 2062"/>
                  <a:gd name="T15" fmla="*/ 0 h 1984"/>
                  <a:gd name="T16" fmla="*/ 0 w 2062"/>
                  <a:gd name="T17" fmla="*/ 0 h 1984"/>
                  <a:gd name="T18" fmla="*/ 0 w 2062"/>
                  <a:gd name="T19" fmla="*/ 0 h 1984"/>
                  <a:gd name="T20" fmla="*/ 0 w 2062"/>
                  <a:gd name="T21" fmla="*/ 0 h 1984"/>
                  <a:gd name="T22" fmla="*/ 0 w 2062"/>
                  <a:gd name="T23" fmla="*/ 0 h 19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62"/>
                  <a:gd name="T37" fmla="*/ 0 h 1984"/>
                  <a:gd name="T38" fmla="*/ 2062 w 2062"/>
                  <a:gd name="T39" fmla="*/ 1984 h 19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62" h="1984">
                    <a:moveTo>
                      <a:pt x="178" y="1112"/>
                    </a:moveTo>
                    <a:lnTo>
                      <a:pt x="556" y="586"/>
                    </a:lnTo>
                    <a:lnTo>
                      <a:pt x="1268" y="129"/>
                    </a:lnTo>
                    <a:lnTo>
                      <a:pt x="2062" y="0"/>
                    </a:lnTo>
                    <a:lnTo>
                      <a:pt x="1288" y="256"/>
                    </a:lnTo>
                    <a:lnTo>
                      <a:pt x="730" y="809"/>
                    </a:lnTo>
                    <a:lnTo>
                      <a:pt x="477" y="1463"/>
                    </a:lnTo>
                    <a:lnTo>
                      <a:pt x="0" y="1984"/>
                    </a:lnTo>
                    <a:lnTo>
                      <a:pt x="351" y="1478"/>
                    </a:lnTo>
                    <a:lnTo>
                      <a:pt x="429" y="1001"/>
                    </a:lnTo>
                    <a:lnTo>
                      <a:pt x="366" y="953"/>
                    </a:lnTo>
                    <a:lnTo>
                      <a:pt x="178" y="11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5" name="Freeform 730">
                <a:extLst>
                  <a:ext uri="{FF2B5EF4-FFF2-40B4-BE49-F238E27FC236}">
                    <a16:creationId xmlns:a16="http://schemas.microsoft.com/office/drawing/2014/main" id="{18D1A79B-51FA-A985-BE3F-CD59021D43B8}"/>
                  </a:ext>
                </a:extLst>
              </p:cNvPr>
              <p:cNvSpPr>
                <a:spLocks/>
              </p:cNvSpPr>
              <p:nvPr/>
            </p:nvSpPr>
            <p:spPr bwMode="auto">
              <a:xfrm>
                <a:off x="5571" y="2144"/>
                <a:ext cx="71" cy="131"/>
              </a:xfrm>
              <a:custGeom>
                <a:avLst/>
                <a:gdLst>
                  <a:gd name="T0" fmla="*/ 0 w 776"/>
                  <a:gd name="T1" fmla="*/ 0 h 1444"/>
                  <a:gd name="T2" fmla="*/ 0 w 776"/>
                  <a:gd name="T3" fmla="*/ 0 h 1444"/>
                  <a:gd name="T4" fmla="*/ 0 w 776"/>
                  <a:gd name="T5" fmla="*/ 0 h 1444"/>
                  <a:gd name="T6" fmla="*/ 0 w 776"/>
                  <a:gd name="T7" fmla="*/ 0 h 1444"/>
                  <a:gd name="T8" fmla="*/ 0 w 776"/>
                  <a:gd name="T9" fmla="*/ 0 h 1444"/>
                  <a:gd name="T10" fmla="*/ 0 w 776"/>
                  <a:gd name="T11" fmla="*/ 0 h 1444"/>
                  <a:gd name="T12" fmla="*/ 0 w 776"/>
                  <a:gd name="T13" fmla="*/ 0 h 1444"/>
                  <a:gd name="T14" fmla="*/ 0 w 776"/>
                  <a:gd name="T15" fmla="*/ 0 h 1444"/>
                  <a:gd name="T16" fmla="*/ 0 w 776"/>
                  <a:gd name="T17" fmla="*/ 0 h 1444"/>
                  <a:gd name="T18" fmla="*/ 0 w 776"/>
                  <a:gd name="T19" fmla="*/ 0 h 1444"/>
                  <a:gd name="T20" fmla="*/ 0 w 776"/>
                  <a:gd name="T21" fmla="*/ 0 h 1444"/>
                  <a:gd name="T22" fmla="*/ 0 w 776"/>
                  <a:gd name="T23" fmla="*/ 0 h 1444"/>
                  <a:gd name="T24" fmla="*/ 0 w 776"/>
                  <a:gd name="T25" fmla="*/ 0 h 1444"/>
                  <a:gd name="T26" fmla="*/ 0 w 776"/>
                  <a:gd name="T27" fmla="*/ 0 h 14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6"/>
                  <a:gd name="T43" fmla="*/ 0 h 1444"/>
                  <a:gd name="T44" fmla="*/ 776 w 776"/>
                  <a:gd name="T45" fmla="*/ 1444 h 144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6" h="1444">
                    <a:moveTo>
                      <a:pt x="107" y="0"/>
                    </a:moveTo>
                    <a:lnTo>
                      <a:pt x="392" y="396"/>
                    </a:lnTo>
                    <a:lnTo>
                      <a:pt x="488" y="760"/>
                    </a:lnTo>
                    <a:lnTo>
                      <a:pt x="741" y="999"/>
                    </a:lnTo>
                    <a:lnTo>
                      <a:pt x="776" y="1365"/>
                    </a:lnTo>
                    <a:lnTo>
                      <a:pt x="615" y="1444"/>
                    </a:lnTo>
                    <a:lnTo>
                      <a:pt x="713" y="1059"/>
                    </a:lnTo>
                    <a:lnTo>
                      <a:pt x="411" y="1013"/>
                    </a:lnTo>
                    <a:lnTo>
                      <a:pt x="362" y="954"/>
                    </a:lnTo>
                    <a:lnTo>
                      <a:pt x="362" y="1189"/>
                    </a:lnTo>
                    <a:lnTo>
                      <a:pt x="268" y="603"/>
                    </a:lnTo>
                    <a:lnTo>
                      <a:pt x="124" y="158"/>
                    </a:lnTo>
                    <a:lnTo>
                      <a:pt x="0" y="29"/>
                    </a:lnTo>
                    <a:lnTo>
                      <a:pt x="10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6" name="Freeform 731">
                <a:extLst>
                  <a:ext uri="{FF2B5EF4-FFF2-40B4-BE49-F238E27FC236}">
                    <a16:creationId xmlns:a16="http://schemas.microsoft.com/office/drawing/2014/main" id="{2FEA2618-0E33-534F-C017-8F73C309A023}"/>
                  </a:ext>
                </a:extLst>
              </p:cNvPr>
              <p:cNvSpPr>
                <a:spLocks/>
              </p:cNvSpPr>
              <p:nvPr/>
            </p:nvSpPr>
            <p:spPr bwMode="auto">
              <a:xfrm>
                <a:off x="4995" y="2214"/>
                <a:ext cx="699" cy="374"/>
              </a:xfrm>
              <a:custGeom>
                <a:avLst/>
                <a:gdLst>
                  <a:gd name="T0" fmla="*/ 0 w 7689"/>
                  <a:gd name="T1" fmla="*/ 0 h 4113"/>
                  <a:gd name="T2" fmla="*/ 0 w 7689"/>
                  <a:gd name="T3" fmla="*/ 0 h 4113"/>
                  <a:gd name="T4" fmla="*/ 0 w 7689"/>
                  <a:gd name="T5" fmla="*/ 0 h 4113"/>
                  <a:gd name="T6" fmla="*/ 0 w 7689"/>
                  <a:gd name="T7" fmla="*/ 0 h 4113"/>
                  <a:gd name="T8" fmla="*/ 0 w 7689"/>
                  <a:gd name="T9" fmla="*/ 0 h 4113"/>
                  <a:gd name="T10" fmla="*/ 0 w 7689"/>
                  <a:gd name="T11" fmla="*/ 0 h 4113"/>
                  <a:gd name="T12" fmla="*/ 0 w 7689"/>
                  <a:gd name="T13" fmla="*/ 0 h 4113"/>
                  <a:gd name="T14" fmla="*/ 0 w 7689"/>
                  <a:gd name="T15" fmla="*/ 0 h 4113"/>
                  <a:gd name="T16" fmla="*/ 0 w 7689"/>
                  <a:gd name="T17" fmla="*/ 0 h 4113"/>
                  <a:gd name="T18" fmla="*/ 0 w 7689"/>
                  <a:gd name="T19" fmla="*/ 0 h 4113"/>
                  <a:gd name="T20" fmla="*/ 0 w 7689"/>
                  <a:gd name="T21" fmla="*/ 0 h 4113"/>
                  <a:gd name="T22" fmla="*/ 0 w 7689"/>
                  <a:gd name="T23" fmla="*/ 0 h 4113"/>
                  <a:gd name="T24" fmla="*/ 0 w 7689"/>
                  <a:gd name="T25" fmla="*/ 0 h 4113"/>
                  <a:gd name="T26" fmla="*/ 0 w 7689"/>
                  <a:gd name="T27" fmla="*/ 0 h 4113"/>
                  <a:gd name="T28" fmla="*/ 0 w 7689"/>
                  <a:gd name="T29" fmla="*/ 0 h 4113"/>
                  <a:gd name="T30" fmla="*/ 0 w 7689"/>
                  <a:gd name="T31" fmla="*/ 0 h 4113"/>
                  <a:gd name="T32" fmla="*/ 0 w 7689"/>
                  <a:gd name="T33" fmla="*/ 0 h 4113"/>
                  <a:gd name="T34" fmla="*/ 0 w 7689"/>
                  <a:gd name="T35" fmla="*/ 0 h 4113"/>
                  <a:gd name="T36" fmla="*/ 0 w 7689"/>
                  <a:gd name="T37" fmla="*/ 0 h 4113"/>
                  <a:gd name="T38" fmla="*/ 0 w 7689"/>
                  <a:gd name="T39" fmla="*/ 0 h 4113"/>
                  <a:gd name="T40" fmla="*/ 0 w 7689"/>
                  <a:gd name="T41" fmla="*/ 0 h 4113"/>
                  <a:gd name="T42" fmla="*/ 0 w 7689"/>
                  <a:gd name="T43" fmla="*/ 0 h 4113"/>
                  <a:gd name="T44" fmla="*/ 0 w 7689"/>
                  <a:gd name="T45" fmla="*/ 0 h 4113"/>
                  <a:gd name="T46" fmla="*/ 0 w 7689"/>
                  <a:gd name="T47" fmla="*/ 0 h 4113"/>
                  <a:gd name="T48" fmla="*/ 0 w 7689"/>
                  <a:gd name="T49" fmla="*/ 0 h 4113"/>
                  <a:gd name="T50" fmla="*/ 0 w 7689"/>
                  <a:gd name="T51" fmla="*/ 0 h 4113"/>
                  <a:gd name="T52" fmla="*/ 0 w 7689"/>
                  <a:gd name="T53" fmla="*/ 0 h 4113"/>
                  <a:gd name="T54" fmla="*/ 0 w 7689"/>
                  <a:gd name="T55" fmla="*/ 0 h 4113"/>
                  <a:gd name="T56" fmla="*/ 0 w 7689"/>
                  <a:gd name="T57" fmla="*/ 0 h 4113"/>
                  <a:gd name="T58" fmla="*/ 0 w 7689"/>
                  <a:gd name="T59" fmla="*/ 0 h 4113"/>
                  <a:gd name="T60" fmla="*/ 0 w 7689"/>
                  <a:gd name="T61" fmla="*/ 0 h 4113"/>
                  <a:gd name="T62" fmla="*/ 0 w 7689"/>
                  <a:gd name="T63" fmla="*/ 0 h 4113"/>
                  <a:gd name="T64" fmla="*/ 0 w 7689"/>
                  <a:gd name="T65" fmla="*/ 0 h 4113"/>
                  <a:gd name="T66" fmla="*/ 0 w 7689"/>
                  <a:gd name="T67" fmla="*/ 0 h 4113"/>
                  <a:gd name="T68" fmla="*/ 0 w 7689"/>
                  <a:gd name="T69" fmla="*/ 0 h 4113"/>
                  <a:gd name="T70" fmla="*/ 0 w 7689"/>
                  <a:gd name="T71" fmla="*/ 0 h 4113"/>
                  <a:gd name="T72" fmla="*/ 0 w 7689"/>
                  <a:gd name="T73" fmla="*/ 0 h 4113"/>
                  <a:gd name="T74" fmla="*/ 0 w 7689"/>
                  <a:gd name="T75" fmla="*/ 0 h 4113"/>
                  <a:gd name="T76" fmla="*/ 0 w 7689"/>
                  <a:gd name="T77" fmla="*/ 0 h 4113"/>
                  <a:gd name="T78" fmla="*/ 0 w 7689"/>
                  <a:gd name="T79" fmla="*/ 0 h 4113"/>
                  <a:gd name="T80" fmla="*/ 0 w 7689"/>
                  <a:gd name="T81" fmla="*/ 0 h 4113"/>
                  <a:gd name="T82" fmla="*/ 0 w 7689"/>
                  <a:gd name="T83" fmla="*/ 0 h 4113"/>
                  <a:gd name="T84" fmla="*/ 0 w 7689"/>
                  <a:gd name="T85" fmla="*/ 0 h 4113"/>
                  <a:gd name="T86" fmla="*/ 0 w 7689"/>
                  <a:gd name="T87" fmla="*/ 0 h 4113"/>
                  <a:gd name="T88" fmla="*/ 0 w 7689"/>
                  <a:gd name="T89" fmla="*/ 0 h 4113"/>
                  <a:gd name="T90" fmla="*/ 0 w 7689"/>
                  <a:gd name="T91" fmla="*/ 0 h 4113"/>
                  <a:gd name="T92" fmla="*/ 0 w 7689"/>
                  <a:gd name="T93" fmla="*/ 0 h 4113"/>
                  <a:gd name="T94" fmla="*/ 0 w 7689"/>
                  <a:gd name="T95" fmla="*/ 0 h 4113"/>
                  <a:gd name="T96" fmla="*/ 0 w 7689"/>
                  <a:gd name="T97" fmla="*/ 0 h 4113"/>
                  <a:gd name="T98" fmla="*/ 0 w 7689"/>
                  <a:gd name="T99" fmla="*/ 0 h 4113"/>
                  <a:gd name="T100" fmla="*/ 0 w 7689"/>
                  <a:gd name="T101" fmla="*/ 0 h 4113"/>
                  <a:gd name="T102" fmla="*/ 0 w 7689"/>
                  <a:gd name="T103" fmla="*/ 0 h 4113"/>
                  <a:gd name="T104" fmla="*/ 0 w 7689"/>
                  <a:gd name="T105" fmla="*/ 0 h 4113"/>
                  <a:gd name="T106" fmla="*/ 0 w 7689"/>
                  <a:gd name="T107" fmla="*/ 0 h 411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7689"/>
                  <a:gd name="T163" fmla="*/ 0 h 4113"/>
                  <a:gd name="T164" fmla="*/ 7689 w 7689"/>
                  <a:gd name="T165" fmla="*/ 4113 h 4113"/>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7689" h="4113">
                    <a:moveTo>
                      <a:pt x="7609" y="729"/>
                    </a:moveTo>
                    <a:lnTo>
                      <a:pt x="7451" y="571"/>
                    </a:lnTo>
                    <a:lnTo>
                      <a:pt x="7166" y="571"/>
                    </a:lnTo>
                    <a:lnTo>
                      <a:pt x="6817" y="681"/>
                    </a:lnTo>
                    <a:lnTo>
                      <a:pt x="6296" y="1016"/>
                    </a:lnTo>
                    <a:lnTo>
                      <a:pt x="5693" y="1572"/>
                    </a:lnTo>
                    <a:lnTo>
                      <a:pt x="5294" y="2064"/>
                    </a:lnTo>
                    <a:lnTo>
                      <a:pt x="4960" y="2686"/>
                    </a:lnTo>
                    <a:lnTo>
                      <a:pt x="4740" y="3286"/>
                    </a:lnTo>
                    <a:lnTo>
                      <a:pt x="4566" y="4113"/>
                    </a:lnTo>
                    <a:lnTo>
                      <a:pt x="0" y="4113"/>
                    </a:lnTo>
                    <a:lnTo>
                      <a:pt x="362" y="4036"/>
                    </a:lnTo>
                    <a:lnTo>
                      <a:pt x="270" y="3875"/>
                    </a:lnTo>
                    <a:lnTo>
                      <a:pt x="538" y="3733"/>
                    </a:lnTo>
                    <a:lnTo>
                      <a:pt x="791" y="3829"/>
                    </a:lnTo>
                    <a:lnTo>
                      <a:pt x="1030" y="3781"/>
                    </a:lnTo>
                    <a:lnTo>
                      <a:pt x="1250" y="3430"/>
                    </a:lnTo>
                    <a:lnTo>
                      <a:pt x="1663" y="3158"/>
                    </a:lnTo>
                    <a:lnTo>
                      <a:pt x="1678" y="2700"/>
                    </a:lnTo>
                    <a:lnTo>
                      <a:pt x="1726" y="3463"/>
                    </a:lnTo>
                    <a:lnTo>
                      <a:pt x="1951" y="3637"/>
                    </a:lnTo>
                    <a:lnTo>
                      <a:pt x="2014" y="2811"/>
                    </a:lnTo>
                    <a:lnTo>
                      <a:pt x="2297" y="3158"/>
                    </a:lnTo>
                    <a:lnTo>
                      <a:pt x="2297" y="3492"/>
                    </a:lnTo>
                    <a:lnTo>
                      <a:pt x="2818" y="2574"/>
                    </a:lnTo>
                    <a:lnTo>
                      <a:pt x="3076" y="2653"/>
                    </a:lnTo>
                    <a:lnTo>
                      <a:pt x="3010" y="2302"/>
                    </a:lnTo>
                    <a:lnTo>
                      <a:pt x="3296" y="1984"/>
                    </a:lnTo>
                    <a:lnTo>
                      <a:pt x="3502" y="2017"/>
                    </a:lnTo>
                    <a:lnTo>
                      <a:pt x="4740" y="490"/>
                    </a:lnTo>
                    <a:lnTo>
                      <a:pt x="4391" y="364"/>
                    </a:lnTo>
                    <a:lnTo>
                      <a:pt x="5233" y="0"/>
                    </a:lnTo>
                    <a:lnTo>
                      <a:pt x="6643" y="382"/>
                    </a:lnTo>
                    <a:lnTo>
                      <a:pt x="6658" y="667"/>
                    </a:lnTo>
                    <a:lnTo>
                      <a:pt x="7133" y="538"/>
                    </a:lnTo>
                    <a:lnTo>
                      <a:pt x="7484" y="538"/>
                    </a:lnTo>
                    <a:lnTo>
                      <a:pt x="7689" y="729"/>
                    </a:lnTo>
                    <a:lnTo>
                      <a:pt x="7678" y="889"/>
                    </a:lnTo>
                    <a:lnTo>
                      <a:pt x="7327" y="1395"/>
                    </a:lnTo>
                    <a:lnTo>
                      <a:pt x="7025" y="2096"/>
                    </a:lnTo>
                    <a:lnTo>
                      <a:pt x="6865" y="2765"/>
                    </a:lnTo>
                    <a:lnTo>
                      <a:pt x="6769" y="3384"/>
                    </a:lnTo>
                    <a:lnTo>
                      <a:pt x="6755" y="4001"/>
                    </a:lnTo>
                    <a:lnTo>
                      <a:pt x="6726" y="3210"/>
                    </a:lnTo>
                    <a:lnTo>
                      <a:pt x="6882" y="2273"/>
                    </a:lnTo>
                    <a:lnTo>
                      <a:pt x="7166" y="1539"/>
                    </a:lnTo>
                    <a:lnTo>
                      <a:pt x="7388" y="1127"/>
                    </a:lnTo>
                    <a:lnTo>
                      <a:pt x="6882" y="1510"/>
                    </a:lnTo>
                    <a:lnTo>
                      <a:pt x="6423" y="1967"/>
                    </a:lnTo>
                    <a:lnTo>
                      <a:pt x="6007" y="2430"/>
                    </a:lnTo>
                    <a:lnTo>
                      <a:pt x="6612" y="1652"/>
                    </a:lnTo>
                    <a:lnTo>
                      <a:pt x="7040" y="1255"/>
                    </a:lnTo>
                    <a:lnTo>
                      <a:pt x="7628" y="857"/>
                    </a:lnTo>
                    <a:lnTo>
                      <a:pt x="7609" y="7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7" name="Freeform 732">
                <a:extLst>
                  <a:ext uri="{FF2B5EF4-FFF2-40B4-BE49-F238E27FC236}">
                    <a16:creationId xmlns:a16="http://schemas.microsoft.com/office/drawing/2014/main" id="{B3BC2D9A-0AAA-1CDA-17A8-C121FD201461}"/>
                  </a:ext>
                </a:extLst>
              </p:cNvPr>
              <p:cNvSpPr>
                <a:spLocks/>
              </p:cNvSpPr>
              <p:nvPr/>
            </p:nvSpPr>
            <p:spPr bwMode="auto">
              <a:xfrm>
                <a:off x="5067" y="2269"/>
                <a:ext cx="102" cy="35"/>
              </a:xfrm>
              <a:custGeom>
                <a:avLst/>
                <a:gdLst>
                  <a:gd name="T0" fmla="*/ 0 w 1126"/>
                  <a:gd name="T1" fmla="*/ 0 h 381"/>
                  <a:gd name="T2" fmla="*/ 0 w 1126"/>
                  <a:gd name="T3" fmla="*/ 0 h 381"/>
                  <a:gd name="T4" fmla="*/ 0 w 1126"/>
                  <a:gd name="T5" fmla="*/ 0 h 381"/>
                  <a:gd name="T6" fmla="*/ 0 w 1126"/>
                  <a:gd name="T7" fmla="*/ 0 h 381"/>
                  <a:gd name="T8" fmla="*/ 0 w 1126"/>
                  <a:gd name="T9" fmla="*/ 0 h 381"/>
                  <a:gd name="T10" fmla="*/ 0 w 1126"/>
                  <a:gd name="T11" fmla="*/ 0 h 381"/>
                  <a:gd name="T12" fmla="*/ 0 w 1126"/>
                  <a:gd name="T13" fmla="*/ 0 h 381"/>
                  <a:gd name="T14" fmla="*/ 0 w 1126"/>
                  <a:gd name="T15" fmla="*/ 0 h 381"/>
                  <a:gd name="T16" fmla="*/ 0 60000 65536"/>
                  <a:gd name="T17" fmla="*/ 0 60000 65536"/>
                  <a:gd name="T18" fmla="*/ 0 60000 65536"/>
                  <a:gd name="T19" fmla="*/ 0 60000 65536"/>
                  <a:gd name="T20" fmla="*/ 0 60000 65536"/>
                  <a:gd name="T21" fmla="*/ 0 60000 65536"/>
                  <a:gd name="T22" fmla="*/ 0 60000 65536"/>
                  <a:gd name="T23" fmla="*/ 0 60000 65536"/>
                  <a:gd name="T24" fmla="*/ 0 w 1126"/>
                  <a:gd name="T25" fmla="*/ 0 h 381"/>
                  <a:gd name="T26" fmla="*/ 1126 w 1126"/>
                  <a:gd name="T27" fmla="*/ 381 h 3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26" h="381">
                    <a:moveTo>
                      <a:pt x="0" y="318"/>
                    </a:moveTo>
                    <a:lnTo>
                      <a:pt x="521" y="0"/>
                    </a:lnTo>
                    <a:lnTo>
                      <a:pt x="857" y="191"/>
                    </a:lnTo>
                    <a:lnTo>
                      <a:pt x="1126" y="172"/>
                    </a:lnTo>
                    <a:lnTo>
                      <a:pt x="1064" y="303"/>
                    </a:lnTo>
                    <a:lnTo>
                      <a:pt x="775" y="381"/>
                    </a:lnTo>
                    <a:lnTo>
                      <a:pt x="507" y="127"/>
                    </a:lnTo>
                    <a:lnTo>
                      <a:pt x="0" y="3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8" name="Freeform 733">
                <a:extLst>
                  <a:ext uri="{FF2B5EF4-FFF2-40B4-BE49-F238E27FC236}">
                    <a16:creationId xmlns:a16="http://schemas.microsoft.com/office/drawing/2014/main" id="{1E5E31C8-B275-0700-0EB4-EA80046DB59A}"/>
                  </a:ext>
                </a:extLst>
              </p:cNvPr>
              <p:cNvSpPr>
                <a:spLocks/>
              </p:cNvSpPr>
              <p:nvPr/>
            </p:nvSpPr>
            <p:spPr bwMode="auto">
              <a:xfrm>
                <a:off x="4705" y="2281"/>
                <a:ext cx="358" cy="104"/>
              </a:xfrm>
              <a:custGeom>
                <a:avLst/>
                <a:gdLst>
                  <a:gd name="T0" fmla="*/ 0 w 3937"/>
                  <a:gd name="T1" fmla="*/ 0 h 1147"/>
                  <a:gd name="T2" fmla="*/ 0 w 3937"/>
                  <a:gd name="T3" fmla="*/ 0 h 1147"/>
                  <a:gd name="T4" fmla="*/ 0 w 3937"/>
                  <a:gd name="T5" fmla="*/ 0 h 1147"/>
                  <a:gd name="T6" fmla="*/ 0 w 3937"/>
                  <a:gd name="T7" fmla="*/ 0 h 1147"/>
                  <a:gd name="T8" fmla="*/ 0 w 3937"/>
                  <a:gd name="T9" fmla="*/ 0 h 1147"/>
                  <a:gd name="T10" fmla="*/ 0 w 3937"/>
                  <a:gd name="T11" fmla="*/ 0 h 1147"/>
                  <a:gd name="T12" fmla="*/ 0 w 3937"/>
                  <a:gd name="T13" fmla="*/ 0 h 1147"/>
                  <a:gd name="T14" fmla="*/ 0 w 3937"/>
                  <a:gd name="T15" fmla="*/ 0 h 1147"/>
                  <a:gd name="T16" fmla="*/ 0 w 3937"/>
                  <a:gd name="T17" fmla="*/ 0 h 1147"/>
                  <a:gd name="T18" fmla="*/ 0 w 3937"/>
                  <a:gd name="T19" fmla="*/ 0 h 1147"/>
                  <a:gd name="T20" fmla="*/ 0 w 3937"/>
                  <a:gd name="T21" fmla="*/ 0 h 1147"/>
                  <a:gd name="T22" fmla="*/ 0 w 3937"/>
                  <a:gd name="T23" fmla="*/ 0 h 1147"/>
                  <a:gd name="T24" fmla="*/ 0 w 3937"/>
                  <a:gd name="T25" fmla="*/ 0 h 1147"/>
                  <a:gd name="T26" fmla="*/ 0 w 3937"/>
                  <a:gd name="T27" fmla="*/ 0 h 1147"/>
                  <a:gd name="T28" fmla="*/ 0 w 3937"/>
                  <a:gd name="T29" fmla="*/ 0 h 1147"/>
                  <a:gd name="T30" fmla="*/ 0 w 3937"/>
                  <a:gd name="T31" fmla="*/ 0 h 1147"/>
                  <a:gd name="T32" fmla="*/ 0 w 3937"/>
                  <a:gd name="T33" fmla="*/ 0 h 1147"/>
                  <a:gd name="T34" fmla="*/ 0 w 3937"/>
                  <a:gd name="T35" fmla="*/ 0 h 1147"/>
                  <a:gd name="T36" fmla="*/ 0 w 3937"/>
                  <a:gd name="T37" fmla="*/ 0 h 1147"/>
                  <a:gd name="T38" fmla="*/ 0 w 3937"/>
                  <a:gd name="T39" fmla="*/ 0 h 1147"/>
                  <a:gd name="T40" fmla="*/ 0 w 3937"/>
                  <a:gd name="T41" fmla="*/ 0 h 1147"/>
                  <a:gd name="T42" fmla="*/ 0 w 3937"/>
                  <a:gd name="T43" fmla="*/ 0 h 1147"/>
                  <a:gd name="T44" fmla="*/ 0 w 3937"/>
                  <a:gd name="T45" fmla="*/ 0 h 1147"/>
                  <a:gd name="T46" fmla="*/ 0 w 3937"/>
                  <a:gd name="T47" fmla="*/ 0 h 1147"/>
                  <a:gd name="T48" fmla="*/ 0 w 3937"/>
                  <a:gd name="T49" fmla="*/ 0 h 1147"/>
                  <a:gd name="T50" fmla="*/ 0 w 3937"/>
                  <a:gd name="T51" fmla="*/ 0 h 1147"/>
                  <a:gd name="T52" fmla="*/ 0 w 3937"/>
                  <a:gd name="T53" fmla="*/ 0 h 1147"/>
                  <a:gd name="T54" fmla="*/ 0 w 3937"/>
                  <a:gd name="T55" fmla="*/ 0 h 1147"/>
                  <a:gd name="T56" fmla="*/ 0 w 3937"/>
                  <a:gd name="T57" fmla="*/ 0 h 1147"/>
                  <a:gd name="T58" fmla="*/ 0 w 3937"/>
                  <a:gd name="T59" fmla="*/ 0 h 1147"/>
                  <a:gd name="T60" fmla="*/ 0 w 3937"/>
                  <a:gd name="T61" fmla="*/ 0 h 1147"/>
                  <a:gd name="T62" fmla="*/ 0 w 3937"/>
                  <a:gd name="T63" fmla="*/ 0 h 1147"/>
                  <a:gd name="T64" fmla="*/ 0 w 3937"/>
                  <a:gd name="T65" fmla="*/ 0 h 1147"/>
                  <a:gd name="T66" fmla="*/ 0 w 3937"/>
                  <a:gd name="T67" fmla="*/ 0 h 1147"/>
                  <a:gd name="T68" fmla="*/ 0 w 3937"/>
                  <a:gd name="T69" fmla="*/ 0 h 1147"/>
                  <a:gd name="T70" fmla="*/ 0 w 3937"/>
                  <a:gd name="T71" fmla="*/ 0 h 1147"/>
                  <a:gd name="T72" fmla="*/ 0 w 3937"/>
                  <a:gd name="T73" fmla="*/ 0 h 1147"/>
                  <a:gd name="T74" fmla="*/ 0 w 3937"/>
                  <a:gd name="T75" fmla="*/ 0 h 1147"/>
                  <a:gd name="T76" fmla="*/ 0 w 3937"/>
                  <a:gd name="T77" fmla="*/ 0 h 1147"/>
                  <a:gd name="T78" fmla="*/ 0 w 3937"/>
                  <a:gd name="T79" fmla="*/ 0 h 114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937"/>
                  <a:gd name="T121" fmla="*/ 0 h 1147"/>
                  <a:gd name="T122" fmla="*/ 3937 w 3937"/>
                  <a:gd name="T123" fmla="*/ 1147 h 1147"/>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937" h="1147">
                    <a:moveTo>
                      <a:pt x="3937" y="1147"/>
                    </a:moveTo>
                    <a:lnTo>
                      <a:pt x="2750" y="912"/>
                    </a:lnTo>
                    <a:lnTo>
                      <a:pt x="2318" y="864"/>
                    </a:lnTo>
                    <a:lnTo>
                      <a:pt x="2073" y="925"/>
                    </a:lnTo>
                    <a:lnTo>
                      <a:pt x="1772" y="937"/>
                    </a:lnTo>
                    <a:lnTo>
                      <a:pt x="1475" y="882"/>
                    </a:lnTo>
                    <a:lnTo>
                      <a:pt x="1230" y="729"/>
                    </a:lnTo>
                    <a:lnTo>
                      <a:pt x="1041" y="528"/>
                    </a:lnTo>
                    <a:lnTo>
                      <a:pt x="897" y="444"/>
                    </a:lnTo>
                    <a:lnTo>
                      <a:pt x="716" y="385"/>
                    </a:lnTo>
                    <a:lnTo>
                      <a:pt x="671" y="357"/>
                    </a:lnTo>
                    <a:lnTo>
                      <a:pt x="442" y="444"/>
                    </a:lnTo>
                    <a:lnTo>
                      <a:pt x="189" y="700"/>
                    </a:lnTo>
                    <a:lnTo>
                      <a:pt x="106" y="716"/>
                    </a:lnTo>
                    <a:lnTo>
                      <a:pt x="64" y="700"/>
                    </a:lnTo>
                    <a:lnTo>
                      <a:pt x="326" y="357"/>
                    </a:lnTo>
                    <a:lnTo>
                      <a:pt x="95" y="376"/>
                    </a:lnTo>
                    <a:lnTo>
                      <a:pt x="0" y="300"/>
                    </a:lnTo>
                    <a:lnTo>
                      <a:pt x="38" y="247"/>
                    </a:lnTo>
                    <a:lnTo>
                      <a:pt x="570" y="0"/>
                    </a:lnTo>
                    <a:lnTo>
                      <a:pt x="295" y="169"/>
                    </a:lnTo>
                    <a:lnTo>
                      <a:pt x="650" y="64"/>
                    </a:lnTo>
                    <a:lnTo>
                      <a:pt x="760" y="91"/>
                    </a:lnTo>
                    <a:lnTo>
                      <a:pt x="897" y="169"/>
                    </a:lnTo>
                    <a:lnTo>
                      <a:pt x="1202" y="345"/>
                    </a:lnTo>
                    <a:lnTo>
                      <a:pt x="925" y="202"/>
                    </a:lnTo>
                    <a:lnTo>
                      <a:pt x="696" y="110"/>
                    </a:lnTo>
                    <a:lnTo>
                      <a:pt x="642" y="139"/>
                    </a:lnTo>
                    <a:lnTo>
                      <a:pt x="642" y="195"/>
                    </a:lnTo>
                    <a:lnTo>
                      <a:pt x="748" y="263"/>
                    </a:lnTo>
                    <a:lnTo>
                      <a:pt x="974" y="339"/>
                    </a:lnTo>
                    <a:lnTo>
                      <a:pt x="1067" y="437"/>
                    </a:lnTo>
                    <a:lnTo>
                      <a:pt x="1184" y="528"/>
                    </a:lnTo>
                    <a:lnTo>
                      <a:pt x="1457" y="592"/>
                    </a:lnTo>
                    <a:lnTo>
                      <a:pt x="1729" y="638"/>
                    </a:lnTo>
                    <a:lnTo>
                      <a:pt x="1993" y="657"/>
                    </a:lnTo>
                    <a:lnTo>
                      <a:pt x="2261" y="613"/>
                    </a:lnTo>
                    <a:lnTo>
                      <a:pt x="2699" y="621"/>
                    </a:lnTo>
                    <a:lnTo>
                      <a:pt x="3911" y="657"/>
                    </a:lnTo>
                    <a:lnTo>
                      <a:pt x="3937" y="11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9" name="Freeform 734">
                <a:extLst>
                  <a:ext uri="{FF2B5EF4-FFF2-40B4-BE49-F238E27FC236}">
                    <a16:creationId xmlns:a16="http://schemas.microsoft.com/office/drawing/2014/main" id="{AC122584-4EFC-7B73-6BB7-9E2A3122C820}"/>
                  </a:ext>
                </a:extLst>
              </p:cNvPr>
              <p:cNvSpPr>
                <a:spLocks/>
              </p:cNvSpPr>
              <p:nvPr/>
            </p:nvSpPr>
            <p:spPr bwMode="auto">
              <a:xfrm>
                <a:off x="4766" y="2275"/>
                <a:ext cx="294" cy="46"/>
              </a:xfrm>
              <a:custGeom>
                <a:avLst/>
                <a:gdLst>
                  <a:gd name="T0" fmla="*/ 0 w 3234"/>
                  <a:gd name="T1" fmla="*/ 0 h 506"/>
                  <a:gd name="T2" fmla="*/ 0 w 3234"/>
                  <a:gd name="T3" fmla="*/ 0 h 506"/>
                  <a:gd name="T4" fmla="*/ 0 w 3234"/>
                  <a:gd name="T5" fmla="*/ 0 h 506"/>
                  <a:gd name="T6" fmla="*/ 0 w 3234"/>
                  <a:gd name="T7" fmla="*/ 0 h 506"/>
                  <a:gd name="T8" fmla="*/ 0 w 3234"/>
                  <a:gd name="T9" fmla="*/ 0 h 506"/>
                  <a:gd name="T10" fmla="*/ 0 w 3234"/>
                  <a:gd name="T11" fmla="*/ 0 h 506"/>
                  <a:gd name="T12" fmla="*/ 0 w 3234"/>
                  <a:gd name="T13" fmla="*/ 0 h 506"/>
                  <a:gd name="T14" fmla="*/ 0 w 3234"/>
                  <a:gd name="T15" fmla="*/ 0 h 506"/>
                  <a:gd name="T16" fmla="*/ 0 w 3234"/>
                  <a:gd name="T17" fmla="*/ 0 h 506"/>
                  <a:gd name="T18" fmla="*/ 0 w 3234"/>
                  <a:gd name="T19" fmla="*/ 0 h 506"/>
                  <a:gd name="T20" fmla="*/ 0 w 3234"/>
                  <a:gd name="T21" fmla="*/ 0 h 506"/>
                  <a:gd name="T22" fmla="*/ 0 w 3234"/>
                  <a:gd name="T23" fmla="*/ 0 h 506"/>
                  <a:gd name="T24" fmla="*/ 0 w 3234"/>
                  <a:gd name="T25" fmla="*/ 0 h 506"/>
                  <a:gd name="T26" fmla="*/ 0 w 3234"/>
                  <a:gd name="T27" fmla="*/ 0 h 50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234"/>
                  <a:gd name="T43" fmla="*/ 0 h 506"/>
                  <a:gd name="T44" fmla="*/ 3234 w 3234"/>
                  <a:gd name="T45" fmla="*/ 506 h 50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234" h="506">
                    <a:moveTo>
                      <a:pt x="0" y="46"/>
                    </a:moveTo>
                    <a:lnTo>
                      <a:pt x="390" y="54"/>
                    </a:lnTo>
                    <a:lnTo>
                      <a:pt x="580" y="0"/>
                    </a:lnTo>
                    <a:lnTo>
                      <a:pt x="1442" y="384"/>
                    </a:lnTo>
                    <a:lnTo>
                      <a:pt x="1760" y="438"/>
                    </a:lnTo>
                    <a:lnTo>
                      <a:pt x="3234" y="447"/>
                    </a:lnTo>
                    <a:lnTo>
                      <a:pt x="3234" y="506"/>
                    </a:lnTo>
                    <a:lnTo>
                      <a:pt x="1515" y="447"/>
                    </a:lnTo>
                    <a:lnTo>
                      <a:pt x="1151" y="318"/>
                    </a:lnTo>
                    <a:lnTo>
                      <a:pt x="617" y="46"/>
                    </a:lnTo>
                    <a:lnTo>
                      <a:pt x="542" y="46"/>
                    </a:lnTo>
                    <a:lnTo>
                      <a:pt x="327" y="107"/>
                    </a:lnTo>
                    <a:lnTo>
                      <a:pt x="297" y="81"/>
                    </a:lnTo>
                    <a:lnTo>
                      <a:pt x="0"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0" name="Freeform 735">
                <a:extLst>
                  <a:ext uri="{FF2B5EF4-FFF2-40B4-BE49-F238E27FC236}">
                    <a16:creationId xmlns:a16="http://schemas.microsoft.com/office/drawing/2014/main" id="{42A5B477-BF7A-0188-DF5B-C3AFCA64F079}"/>
                  </a:ext>
                </a:extLst>
              </p:cNvPr>
              <p:cNvSpPr>
                <a:spLocks/>
              </p:cNvSpPr>
              <p:nvPr/>
            </p:nvSpPr>
            <p:spPr bwMode="auto">
              <a:xfrm>
                <a:off x="4258" y="2413"/>
                <a:ext cx="893" cy="176"/>
              </a:xfrm>
              <a:custGeom>
                <a:avLst/>
                <a:gdLst>
                  <a:gd name="T0" fmla="*/ 0 w 9828"/>
                  <a:gd name="T1" fmla="*/ 0 h 1931"/>
                  <a:gd name="T2" fmla="*/ 0 w 9828"/>
                  <a:gd name="T3" fmla="*/ 0 h 1931"/>
                  <a:gd name="T4" fmla="*/ 0 w 9828"/>
                  <a:gd name="T5" fmla="*/ 0 h 1931"/>
                  <a:gd name="T6" fmla="*/ 0 w 9828"/>
                  <a:gd name="T7" fmla="*/ 0 h 1931"/>
                  <a:gd name="T8" fmla="*/ 0 w 9828"/>
                  <a:gd name="T9" fmla="*/ 0 h 1931"/>
                  <a:gd name="T10" fmla="*/ 0 w 9828"/>
                  <a:gd name="T11" fmla="*/ 0 h 1931"/>
                  <a:gd name="T12" fmla="*/ 0 w 9828"/>
                  <a:gd name="T13" fmla="*/ 0 h 1931"/>
                  <a:gd name="T14" fmla="*/ 0 w 9828"/>
                  <a:gd name="T15" fmla="*/ 0 h 1931"/>
                  <a:gd name="T16" fmla="*/ 0 w 9828"/>
                  <a:gd name="T17" fmla="*/ 0 h 1931"/>
                  <a:gd name="T18" fmla="*/ 0 w 9828"/>
                  <a:gd name="T19" fmla="*/ 0 h 193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828"/>
                  <a:gd name="T31" fmla="*/ 0 h 1931"/>
                  <a:gd name="T32" fmla="*/ 9828 w 9828"/>
                  <a:gd name="T33" fmla="*/ 1931 h 193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828" h="1931">
                    <a:moveTo>
                      <a:pt x="9828" y="930"/>
                    </a:moveTo>
                    <a:lnTo>
                      <a:pt x="9323" y="1121"/>
                    </a:lnTo>
                    <a:lnTo>
                      <a:pt x="8438" y="1121"/>
                    </a:lnTo>
                    <a:lnTo>
                      <a:pt x="6358" y="1931"/>
                    </a:lnTo>
                    <a:lnTo>
                      <a:pt x="0" y="1931"/>
                    </a:lnTo>
                    <a:lnTo>
                      <a:pt x="0" y="1007"/>
                    </a:lnTo>
                    <a:lnTo>
                      <a:pt x="9595" y="0"/>
                    </a:lnTo>
                    <a:lnTo>
                      <a:pt x="9595" y="425"/>
                    </a:lnTo>
                    <a:lnTo>
                      <a:pt x="9828" y="541"/>
                    </a:lnTo>
                    <a:lnTo>
                      <a:pt x="9828" y="9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1" name="Freeform 736">
                <a:extLst>
                  <a:ext uri="{FF2B5EF4-FFF2-40B4-BE49-F238E27FC236}">
                    <a16:creationId xmlns:a16="http://schemas.microsoft.com/office/drawing/2014/main" id="{7E55F8D3-B02E-DC8F-3E46-86B5F8B6FC36}"/>
                  </a:ext>
                </a:extLst>
              </p:cNvPr>
              <p:cNvSpPr>
                <a:spLocks/>
              </p:cNvSpPr>
              <p:nvPr/>
            </p:nvSpPr>
            <p:spPr bwMode="auto">
              <a:xfrm>
                <a:off x="5221" y="2013"/>
                <a:ext cx="19" cy="21"/>
              </a:xfrm>
              <a:custGeom>
                <a:avLst/>
                <a:gdLst>
                  <a:gd name="T0" fmla="*/ 0 w 203"/>
                  <a:gd name="T1" fmla="*/ 0 h 230"/>
                  <a:gd name="T2" fmla="*/ 0 w 203"/>
                  <a:gd name="T3" fmla="*/ 0 h 230"/>
                  <a:gd name="T4" fmla="*/ 0 w 203"/>
                  <a:gd name="T5" fmla="*/ 0 h 230"/>
                  <a:gd name="T6" fmla="*/ 0 60000 65536"/>
                  <a:gd name="T7" fmla="*/ 0 60000 65536"/>
                  <a:gd name="T8" fmla="*/ 0 60000 65536"/>
                  <a:gd name="T9" fmla="*/ 0 w 203"/>
                  <a:gd name="T10" fmla="*/ 0 h 230"/>
                  <a:gd name="T11" fmla="*/ 203 w 203"/>
                  <a:gd name="T12" fmla="*/ 230 h 230"/>
                </a:gdLst>
                <a:ahLst/>
                <a:cxnLst>
                  <a:cxn ang="T6">
                    <a:pos x="T0" y="T1"/>
                  </a:cxn>
                  <a:cxn ang="T7">
                    <a:pos x="T2" y="T3"/>
                  </a:cxn>
                  <a:cxn ang="T8">
                    <a:pos x="T4" y="T5"/>
                  </a:cxn>
                </a:cxnLst>
                <a:rect l="T9" t="T10" r="T11" b="T12"/>
                <a:pathLst>
                  <a:path w="203" h="230">
                    <a:moveTo>
                      <a:pt x="79" y="230"/>
                    </a:moveTo>
                    <a:lnTo>
                      <a:pt x="0" y="0"/>
                    </a:lnTo>
                    <a:lnTo>
                      <a:pt x="203" y="207"/>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52" name="Freeform 737">
                <a:extLst>
                  <a:ext uri="{FF2B5EF4-FFF2-40B4-BE49-F238E27FC236}">
                    <a16:creationId xmlns:a16="http://schemas.microsoft.com/office/drawing/2014/main" id="{74B720CE-06FC-E6C6-CD0F-771E26CE1108}"/>
                  </a:ext>
                </a:extLst>
              </p:cNvPr>
              <p:cNvSpPr>
                <a:spLocks/>
              </p:cNvSpPr>
              <p:nvPr/>
            </p:nvSpPr>
            <p:spPr bwMode="auto">
              <a:xfrm>
                <a:off x="5222" y="2014"/>
                <a:ext cx="8" cy="13"/>
              </a:xfrm>
              <a:custGeom>
                <a:avLst/>
                <a:gdLst>
                  <a:gd name="T0" fmla="*/ 0 w 92"/>
                  <a:gd name="T1" fmla="*/ 0 h 141"/>
                  <a:gd name="T2" fmla="*/ 0 w 92"/>
                  <a:gd name="T3" fmla="*/ 0 h 141"/>
                  <a:gd name="T4" fmla="*/ 0 w 92"/>
                  <a:gd name="T5" fmla="*/ 0 h 141"/>
                  <a:gd name="T6" fmla="*/ 0 w 92"/>
                  <a:gd name="T7" fmla="*/ 0 h 141"/>
                  <a:gd name="T8" fmla="*/ 0 w 92"/>
                  <a:gd name="T9" fmla="*/ 0 h 141"/>
                  <a:gd name="T10" fmla="*/ 0 60000 65536"/>
                  <a:gd name="T11" fmla="*/ 0 60000 65536"/>
                  <a:gd name="T12" fmla="*/ 0 60000 65536"/>
                  <a:gd name="T13" fmla="*/ 0 60000 65536"/>
                  <a:gd name="T14" fmla="*/ 0 60000 65536"/>
                  <a:gd name="T15" fmla="*/ 0 w 92"/>
                  <a:gd name="T16" fmla="*/ 0 h 141"/>
                  <a:gd name="T17" fmla="*/ 92 w 92"/>
                  <a:gd name="T18" fmla="*/ 141 h 141"/>
                </a:gdLst>
                <a:ahLst/>
                <a:cxnLst>
                  <a:cxn ang="T10">
                    <a:pos x="T0" y="T1"/>
                  </a:cxn>
                  <a:cxn ang="T11">
                    <a:pos x="T2" y="T3"/>
                  </a:cxn>
                  <a:cxn ang="T12">
                    <a:pos x="T4" y="T5"/>
                  </a:cxn>
                  <a:cxn ang="T13">
                    <a:pos x="T6" y="T7"/>
                  </a:cxn>
                  <a:cxn ang="T14">
                    <a:pos x="T8" y="T9"/>
                  </a:cxn>
                </a:cxnLst>
                <a:rect l="T15" t="T16" r="T17" b="T18"/>
                <a:pathLst>
                  <a:path w="92" h="141">
                    <a:moveTo>
                      <a:pt x="44" y="141"/>
                    </a:moveTo>
                    <a:lnTo>
                      <a:pt x="67" y="110"/>
                    </a:lnTo>
                    <a:lnTo>
                      <a:pt x="92" y="95"/>
                    </a:lnTo>
                    <a:lnTo>
                      <a:pt x="0" y="0"/>
                    </a:lnTo>
                    <a:lnTo>
                      <a:pt x="44" y="1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3" name="Freeform 738">
                <a:extLst>
                  <a:ext uri="{FF2B5EF4-FFF2-40B4-BE49-F238E27FC236}">
                    <a16:creationId xmlns:a16="http://schemas.microsoft.com/office/drawing/2014/main" id="{6FFA9D4B-1A69-CEC4-071A-D9CF71E10032}"/>
                  </a:ext>
                </a:extLst>
              </p:cNvPr>
              <p:cNvSpPr>
                <a:spLocks/>
              </p:cNvSpPr>
              <p:nvPr/>
            </p:nvSpPr>
            <p:spPr bwMode="auto">
              <a:xfrm>
                <a:off x="5291" y="2114"/>
                <a:ext cx="35" cy="49"/>
              </a:xfrm>
              <a:custGeom>
                <a:avLst/>
                <a:gdLst>
                  <a:gd name="T0" fmla="*/ 0 w 386"/>
                  <a:gd name="T1" fmla="*/ 0 h 538"/>
                  <a:gd name="T2" fmla="*/ 0 w 386"/>
                  <a:gd name="T3" fmla="*/ 0 h 538"/>
                  <a:gd name="T4" fmla="*/ 0 w 386"/>
                  <a:gd name="T5" fmla="*/ 0 h 538"/>
                  <a:gd name="T6" fmla="*/ 0 w 386"/>
                  <a:gd name="T7" fmla="*/ 0 h 538"/>
                  <a:gd name="T8" fmla="*/ 0 w 386"/>
                  <a:gd name="T9" fmla="*/ 0 h 538"/>
                  <a:gd name="T10" fmla="*/ 0 w 386"/>
                  <a:gd name="T11" fmla="*/ 0 h 538"/>
                  <a:gd name="T12" fmla="*/ 0 w 386"/>
                  <a:gd name="T13" fmla="*/ 0 h 538"/>
                  <a:gd name="T14" fmla="*/ 0 w 386"/>
                  <a:gd name="T15" fmla="*/ 0 h 538"/>
                  <a:gd name="T16" fmla="*/ 0 60000 65536"/>
                  <a:gd name="T17" fmla="*/ 0 60000 65536"/>
                  <a:gd name="T18" fmla="*/ 0 60000 65536"/>
                  <a:gd name="T19" fmla="*/ 0 60000 65536"/>
                  <a:gd name="T20" fmla="*/ 0 60000 65536"/>
                  <a:gd name="T21" fmla="*/ 0 60000 65536"/>
                  <a:gd name="T22" fmla="*/ 0 60000 65536"/>
                  <a:gd name="T23" fmla="*/ 0 60000 65536"/>
                  <a:gd name="T24" fmla="*/ 0 w 386"/>
                  <a:gd name="T25" fmla="*/ 0 h 538"/>
                  <a:gd name="T26" fmla="*/ 386 w 386"/>
                  <a:gd name="T27" fmla="*/ 538 h 5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6" h="538">
                    <a:moveTo>
                      <a:pt x="63" y="0"/>
                    </a:moveTo>
                    <a:lnTo>
                      <a:pt x="386" y="486"/>
                    </a:lnTo>
                    <a:lnTo>
                      <a:pt x="386" y="508"/>
                    </a:lnTo>
                    <a:lnTo>
                      <a:pt x="370" y="521"/>
                    </a:lnTo>
                    <a:lnTo>
                      <a:pt x="337" y="538"/>
                    </a:lnTo>
                    <a:lnTo>
                      <a:pt x="314" y="534"/>
                    </a:lnTo>
                    <a:lnTo>
                      <a:pt x="295" y="515"/>
                    </a:lnTo>
                    <a:lnTo>
                      <a:pt x="0" y="101"/>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54" name="Freeform 739">
                <a:extLst>
                  <a:ext uri="{FF2B5EF4-FFF2-40B4-BE49-F238E27FC236}">
                    <a16:creationId xmlns:a16="http://schemas.microsoft.com/office/drawing/2014/main" id="{CE67DE82-C7CC-7511-C66C-FDEF4FAED2DE}"/>
                  </a:ext>
                </a:extLst>
              </p:cNvPr>
              <p:cNvSpPr>
                <a:spLocks/>
              </p:cNvSpPr>
              <p:nvPr/>
            </p:nvSpPr>
            <p:spPr bwMode="auto">
              <a:xfrm>
                <a:off x="4514" y="2338"/>
                <a:ext cx="472" cy="65"/>
              </a:xfrm>
              <a:custGeom>
                <a:avLst/>
                <a:gdLst>
                  <a:gd name="T0" fmla="*/ 0 w 5195"/>
                  <a:gd name="T1" fmla="*/ 0 h 717"/>
                  <a:gd name="T2" fmla="*/ 0 w 5195"/>
                  <a:gd name="T3" fmla="*/ 0 h 717"/>
                  <a:gd name="T4" fmla="*/ 0 w 5195"/>
                  <a:gd name="T5" fmla="*/ 0 h 717"/>
                  <a:gd name="T6" fmla="*/ 0 w 5195"/>
                  <a:gd name="T7" fmla="*/ 0 h 717"/>
                  <a:gd name="T8" fmla="*/ 0 w 5195"/>
                  <a:gd name="T9" fmla="*/ 0 h 717"/>
                  <a:gd name="T10" fmla="*/ 0 w 5195"/>
                  <a:gd name="T11" fmla="*/ 0 h 717"/>
                  <a:gd name="T12" fmla="*/ 0 w 5195"/>
                  <a:gd name="T13" fmla="*/ 0 h 717"/>
                  <a:gd name="T14" fmla="*/ 0 60000 65536"/>
                  <a:gd name="T15" fmla="*/ 0 60000 65536"/>
                  <a:gd name="T16" fmla="*/ 0 60000 65536"/>
                  <a:gd name="T17" fmla="*/ 0 60000 65536"/>
                  <a:gd name="T18" fmla="*/ 0 60000 65536"/>
                  <a:gd name="T19" fmla="*/ 0 60000 65536"/>
                  <a:gd name="T20" fmla="*/ 0 60000 65536"/>
                  <a:gd name="T21" fmla="*/ 0 w 5195"/>
                  <a:gd name="T22" fmla="*/ 0 h 717"/>
                  <a:gd name="T23" fmla="*/ 5195 w 5195"/>
                  <a:gd name="T24" fmla="*/ 717 h 7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95" h="717">
                    <a:moveTo>
                      <a:pt x="5195" y="316"/>
                    </a:moveTo>
                    <a:lnTo>
                      <a:pt x="1364" y="717"/>
                    </a:lnTo>
                    <a:lnTo>
                      <a:pt x="0" y="170"/>
                    </a:lnTo>
                    <a:lnTo>
                      <a:pt x="0" y="0"/>
                    </a:lnTo>
                    <a:lnTo>
                      <a:pt x="1388" y="569"/>
                    </a:lnTo>
                    <a:lnTo>
                      <a:pt x="5154" y="231"/>
                    </a:lnTo>
                    <a:lnTo>
                      <a:pt x="5195" y="3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5" name="Line 740">
                <a:extLst>
                  <a:ext uri="{FF2B5EF4-FFF2-40B4-BE49-F238E27FC236}">
                    <a16:creationId xmlns:a16="http://schemas.microsoft.com/office/drawing/2014/main" id="{D6509EA9-6633-A321-1C18-DF879C3A544A}"/>
                  </a:ext>
                </a:extLst>
              </p:cNvPr>
              <p:cNvSpPr>
                <a:spLocks noChangeShapeType="1"/>
              </p:cNvSpPr>
              <p:nvPr/>
            </p:nvSpPr>
            <p:spPr bwMode="auto">
              <a:xfrm flipV="1">
                <a:off x="4393" y="2318"/>
                <a:ext cx="388" cy="3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56" name="Freeform 741">
                <a:extLst>
                  <a:ext uri="{FF2B5EF4-FFF2-40B4-BE49-F238E27FC236}">
                    <a16:creationId xmlns:a16="http://schemas.microsoft.com/office/drawing/2014/main" id="{4DE56813-3F81-3695-B2D7-19F7E873EF0E}"/>
                  </a:ext>
                </a:extLst>
              </p:cNvPr>
              <p:cNvSpPr>
                <a:spLocks/>
              </p:cNvSpPr>
              <p:nvPr/>
            </p:nvSpPr>
            <p:spPr bwMode="auto">
              <a:xfrm>
                <a:off x="4257" y="2177"/>
                <a:ext cx="136" cy="171"/>
              </a:xfrm>
              <a:custGeom>
                <a:avLst/>
                <a:gdLst>
                  <a:gd name="T0" fmla="*/ 0 w 1497"/>
                  <a:gd name="T1" fmla="*/ 0 h 1877"/>
                  <a:gd name="T2" fmla="*/ 0 w 1497"/>
                  <a:gd name="T3" fmla="*/ 0 h 1877"/>
                  <a:gd name="T4" fmla="*/ 0 w 1497"/>
                  <a:gd name="T5" fmla="*/ 0 h 1877"/>
                  <a:gd name="T6" fmla="*/ 0 w 1497"/>
                  <a:gd name="T7" fmla="*/ 0 h 1877"/>
                  <a:gd name="T8" fmla="*/ 0 w 1497"/>
                  <a:gd name="T9" fmla="*/ 0 h 1877"/>
                  <a:gd name="T10" fmla="*/ 0 60000 65536"/>
                  <a:gd name="T11" fmla="*/ 0 60000 65536"/>
                  <a:gd name="T12" fmla="*/ 0 60000 65536"/>
                  <a:gd name="T13" fmla="*/ 0 60000 65536"/>
                  <a:gd name="T14" fmla="*/ 0 60000 65536"/>
                  <a:gd name="T15" fmla="*/ 0 w 1497"/>
                  <a:gd name="T16" fmla="*/ 0 h 1877"/>
                  <a:gd name="T17" fmla="*/ 1497 w 1497"/>
                  <a:gd name="T18" fmla="*/ 1877 h 1877"/>
                </a:gdLst>
                <a:ahLst/>
                <a:cxnLst>
                  <a:cxn ang="T10">
                    <a:pos x="T0" y="T1"/>
                  </a:cxn>
                  <a:cxn ang="T11">
                    <a:pos x="T2" y="T3"/>
                  </a:cxn>
                  <a:cxn ang="T12">
                    <a:pos x="T4" y="T5"/>
                  </a:cxn>
                  <a:cxn ang="T13">
                    <a:pos x="T6" y="T7"/>
                  </a:cxn>
                  <a:cxn ang="T14">
                    <a:pos x="T8" y="T9"/>
                  </a:cxn>
                </a:cxnLst>
                <a:rect l="T15" t="T16" r="T17" b="T18"/>
                <a:pathLst>
                  <a:path w="1497" h="1877">
                    <a:moveTo>
                      <a:pt x="1497" y="1877"/>
                    </a:moveTo>
                    <a:lnTo>
                      <a:pt x="1497" y="425"/>
                    </a:lnTo>
                    <a:lnTo>
                      <a:pt x="0" y="0"/>
                    </a:lnTo>
                    <a:lnTo>
                      <a:pt x="0" y="1114"/>
                    </a:lnTo>
                    <a:lnTo>
                      <a:pt x="1497" y="18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7" name="Line 742">
                <a:extLst>
                  <a:ext uri="{FF2B5EF4-FFF2-40B4-BE49-F238E27FC236}">
                    <a16:creationId xmlns:a16="http://schemas.microsoft.com/office/drawing/2014/main" id="{5FFC7AEF-D9D8-06DD-80D3-6DDBE4CE37C3}"/>
                  </a:ext>
                </a:extLst>
              </p:cNvPr>
              <p:cNvSpPr>
                <a:spLocks noChangeShapeType="1"/>
              </p:cNvSpPr>
              <p:nvPr/>
            </p:nvSpPr>
            <p:spPr bwMode="auto">
              <a:xfrm>
                <a:off x="4257" y="2177"/>
                <a:ext cx="73"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58" name="Freeform 743">
                <a:extLst>
                  <a:ext uri="{FF2B5EF4-FFF2-40B4-BE49-F238E27FC236}">
                    <a16:creationId xmlns:a16="http://schemas.microsoft.com/office/drawing/2014/main" id="{63306E0F-1CD3-61DD-369A-C8BA6C517A00}"/>
                  </a:ext>
                </a:extLst>
              </p:cNvPr>
              <p:cNvSpPr>
                <a:spLocks/>
              </p:cNvSpPr>
              <p:nvPr/>
            </p:nvSpPr>
            <p:spPr bwMode="auto">
              <a:xfrm>
                <a:off x="4261" y="1888"/>
                <a:ext cx="132" cy="308"/>
              </a:xfrm>
              <a:custGeom>
                <a:avLst/>
                <a:gdLst>
                  <a:gd name="T0" fmla="*/ 0 w 1455"/>
                  <a:gd name="T1" fmla="*/ 0 h 3392"/>
                  <a:gd name="T2" fmla="*/ 0 w 1455"/>
                  <a:gd name="T3" fmla="*/ 0 h 3392"/>
                  <a:gd name="T4" fmla="*/ 0 w 1455"/>
                  <a:gd name="T5" fmla="*/ 0 h 3392"/>
                  <a:gd name="T6" fmla="*/ 0 w 1455"/>
                  <a:gd name="T7" fmla="*/ 0 h 3392"/>
                  <a:gd name="T8" fmla="*/ 0 w 1455"/>
                  <a:gd name="T9" fmla="*/ 0 h 3392"/>
                  <a:gd name="T10" fmla="*/ 0 w 1455"/>
                  <a:gd name="T11" fmla="*/ 0 h 3392"/>
                  <a:gd name="T12" fmla="*/ 0 w 1455"/>
                  <a:gd name="T13" fmla="*/ 0 h 3392"/>
                  <a:gd name="T14" fmla="*/ 0 w 1455"/>
                  <a:gd name="T15" fmla="*/ 0 h 3392"/>
                  <a:gd name="T16" fmla="*/ 0 w 1455"/>
                  <a:gd name="T17" fmla="*/ 0 h 339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55"/>
                  <a:gd name="T28" fmla="*/ 0 h 3392"/>
                  <a:gd name="T29" fmla="*/ 1455 w 1455"/>
                  <a:gd name="T30" fmla="*/ 3392 h 339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55" h="3392">
                    <a:moveTo>
                      <a:pt x="758" y="3220"/>
                    </a:moveTo>
                    <a:lnTo>
                      <a:pt x="758" y="3012"/>
                    </a:lnTo>
                    <a:lnTo>
                      <a:pt x="0" y="2821"/>
                    </a:lnTo>
                    <a:lnTo>
                      <a:pt x="0" y="1302"/>
                    </a:lnTo>
                    <a:lnTo>
                      <a:pt x="758" y="927"/>
                    </a:lnTo>
                    <a:lnTo>
                      <a:pt x="758" y="360"/>
                    </a:lnTo>
                    <a:lnTo>
                      <a:pt x="1411" y="0"/>
                    </a:lnTo>
                    <a:lnTo>
                      <a:pt x="1455" y="3392"/>
                    </a:lnTo>
                    <a:lnTo>
                      <a:pt x="758" y="32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9" name="Freeform 744">
                <a:extLst>
                  <a:ext uri="{FF2B5EF4-FFF2-40B4-BE49-F238E27FC236}">
                    <a16:creationId xmlns:a16="http://schemas.microsoft.com/office/drawing/2014/main" id="{16CE8CF4-B5E0-7F1C-2EC9-A456F67D6D3C}"/>
                  </a:ext>
                </a:extLst>
              </p:cNvPr>
              <p:cNvSpPr>
                <a:spLocks/>
              </p:cNvSpPr>
              <p:nvPr/>
            </p:nvSpPr>
            <p:spPr bwMode="auto">
              <a:xfrm>
                <a:off x="4389" y="1888"/>
                <a:ext cx="329" cy="308"/>
              </a:xfrm>
              <a:custGeom>
                <a:avLst/>
                <a:gdLst>
                  <a:gd name="T0" fmla="*/ 0 w 3618"/>
                  <a:gd name="T1" fmla="*/ 0 h 3392"/>
                  <a:gd name="T2" fmla="*/ 0 w 3618"/>
                  <a:gd name="T3" fmla="*/ 0 h 3392"/>
                  <a:gd name="T4" fmla="*/ 0 w 3618"/>
                  <a:gd name="T5" fmla="*/ 0 h 3392"/>
                  <a:gd name="T6" fmla="*/ 0 w 3618"/>
                  <a:gd name="T7" fmla="*/ 0 h 3392"/>
                  <a:gd name="T8" fmla="*/ 0 60000 65536"/>
                  <a:gd name="T9" fmla="*/ 0 60000 65536"/>
                  <a:gd name="T10" fmla="*/ 0 60000 65536"/>
                  <a:gd name="T11" fmla="*/ 0 60000 65536"/>
                  <a:gd name="T12" fmla="*/ 0 w 3618"/>
                  <a:gd name="T13" fmla="*/ 0 h 3392"/>
                  <a:gd name="T14" fmla="*/ 3618 w 3618"/>
                  <a:gd name="T15" fmla="*/ 3392 h 3392"/>
                </a:gdLst>
                <a:ahLst/>
                <a:cxnLst>
                  <a:cxn ang="T8">
                    <a:pos x="T0" y="T1"/>
                  </a:cxn>
                  <a:cxn ang="T9">
                    <a:pos x="T2" y="T3"/>
                  </a:cxn>
                  <a:cxn ang="T10">
                    <a:pos x="T4" y="T5"/>
                  </a:cxn>
                  <a:cxn ang="T11">
                    <a:pos x="T6" y="T7"/>
                  </a:cxn>
                </a:cxnLst>
                <a:rect l="T12" t="T13" r="T14" b="T15"/>
                <a:pathLst>
                  <a:path w="3618" h="3392">
                    <a:moveTo>
                      <a:pt x="44" y="3392"/>
                    </a:moveTo>
                    <a:lnTo>
                      <a:pt x="3618" y="3303"/>
                    </a:lnTo>
                    <a:lnTo>
                      <a:pt x="3492" y="127"/>
                    </a:lnTo>
                    <a:lnTo>
                      <a:pt x="0"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60" name="Freeform 745">
                <a:extLst>
                  <a:ext uri="{FF2B5EF4-FFF2-40B4-BE49-F238E27FC236}">
                    <a16:creationId xmlns:a16="http://schemas.microsoft.com/office/drawing/2014/main" id="{6455E12A-098D-9063-C616-B891049BD72D}"/>
                  </a:ext>
                </a:extLst>
              </p:cNvPr>
              <p:cNvSpPr>
                <a:spLocks/>
              </p:cNvSpPr>
              <p:nvPr/>
            </p:nvSpPr>
            <p:spPr bwMode="auto">
              <a:xfrm>
                <a:off x="4424" y="1925"/>
                <a:ext cx="262" cy="238"/>
              </a:xfrm>
              <a:custGeom>
                <a:avLst/>
                <a:gdLst>
                  <a:gd name="T0" fmla="*/ 0 w 2881"/>
                  <a:gd name="T1" fmla="*/ 0 h 2614"/>
                  <a:gd name="T2" fmla="*/ 0 w 2881"/>
                  <a:gd name="T3" fmla="*/ 0 h 2614"/>
                  <a:gd name="T4" fmla="*/ 0 w 2881"/>
                  <a:gd name="T5" fmla="*/ 0 h 2614"/>
                  <a:gd name="T6" fmla="*/ 0 w 2881"/>
                  <a:gd name="T7" fmla="*/ 0 h 2614"/>
                  <a:gd name="T8" fmla="*/ 0 w 2881"/>
                  <a:gd name="T9" fmla="*/ 0 h 2614"/>
                  <a:gd name="T10" fmla="*/ 0 60000 65536"/>
                  <a:gd name="T11" fmla="*/ 0 60000 65536"/>
                  <a:gd name="T12" fmla="*/ 0 60000 65536"/>
                  <a:gd name="T13" fmla="*/ 0 60000 65536"/>
                  <a:gd name="T14" fmla="*/ 0 60000 65536"/>
                  <a:gd name="T15" fmla="*/ 0 w 2881"/>
                  <a:gd name="T16" fmla="*/ 0 h 2614"/>
                  <a:gd name="T17" fmla="*/ 2881 w 2881"/>
                  <a:gd name="T18" fmla="*/ 2614 h 2614"/>
                </a:gdLst>
                <a:ahLst/>
                <a:cxnLst>
                  <a:cxn ang="T10">
                    <a:pos x="T0" y="T1"/>
                  </a:cxn>
                  <a:cxn ang="T11">
                    <a:pos x="T2" y="T3"/>
                  </a:cxn>
                  <a:cxn ang="T12">
                    <a:pos x="T4" y="T5"/>
                  </a:cxn>
                  <a:cxn ang="T13">
                    <a:pos x="T6" y="T7"/>
                  </a:cxn>
                  <a:cxn ang="T14">
                    <a:pos x="T8" y="T9"/>
                  </a:cxn>
                </a:cxnLst>
                <a:rect l="T15" t="T16" r="T17" b="T18"/>
                <a:pathLst>
                  <a:path w="2881" h="2614">
                    <a:moveTo>
                      <a:pt x="0" y="0"/>
                    </a:moveTo>
                    <a:lnTo>
                      <a:pt x="63" y="2614"/>
                    </a:lnTo>
                    <a:lnTo>
                      <a:pt x="2881" y="2570"/>
                    </a:lnTo>
                    <a:lnTo>
                      <a:pt x="2784" y="84"/>
                    </a:lnTo>
                    <a:lnTo>
                      <a:pt x="0" y="0"/>
                    </a:lnTo>
                    <a:close/>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61" name="Freeform 746">
                <a:extLst>
                  <a:ext uri="{FF2B5EF4-FFF2-40B4-BE49-F238E27FC236}">
                    <a16:creationId xmlns:a16="http://schemas.microsoft.com/office/drawing/2014/main" id="{D6D40001-AA78-B21F-8988-ED3E2BA64908}"/>
                  </a:ext>
                </a:extLst>
              </p:cNvPr>
              <p:cNvSpPr>
                <a:spLocks/>
              </p:cNvSpPr>
              <p:nvPr/>
            </p:nvSpPr>
            <p:spPr bwMode="auto">
              <a:xfrm>
                <a:off x="4424" y="1925"/>
                <a:ext cx="262" cy="234"/>
              </a:xfrm>
              <a:custGeom>
                <a:avLst/>
                <a:gdLst>
                  <a:gd name="T0" fmla="*/ 0 w 2881"/>
                  <a:gd name="T1" fmla="*/ 0 h 2570"/>
                  <a:gd name="T2" fmla="*/ 0 w 2881"/>
                  <a:gd name="T3" fmla="*/ 0 h 2570"/>
                  <a:gd name="T4" fmla="*/ 0 w 2881"/>
                  <a:gd name="T5" fmla="*/ 0 h 2570"/>
                  <a:gd name="T6" fmla="*/ 0 w 2881"/>
                  <a:gd name="T7" fmla="*/ 0 h 2570"/>
                  <a:gd name="T8" fmla="*/ 0 w 2881"/>
                  <a:gd name="T9" fmla="*/ 0 h 2570"/>
                  <a:gd name="T10" fmla="*/ 0 w 2881"/>
                  <a:gd name="T11" fmla="*/ 0 h 2570"/>
                  <a:gd name="T12" fmla="*/ 0 w 2881"/>
                  <a:gd name="T13" fmla="*/ 0 h 2570"/>
                  <a:gd name="T14" fmla="*/ 0 60000 65536"/>
                  <a:gd name="T15" fmla="*/ 0 60000 65536"/>
                  <a:gd name="T16" fmla="*/ 0 60000 65536"/>
                  <a:gd name="T17" fmla="*/ 0 60000 65536"/>
                  <a:gd name="T18" fmla="*/ 0 60000 65536"/>
                  <a:gd name="T19" fmla="*/ 0 60000 65536"/>
                  <a:gd name="T20" fmla="*/ 0 60000 65536"/>
                  <a:gd name="T21" fmla="*/ 0 w 2881"/>
                  <a:gd name="T22" fmla="*/ 0 h 2570"/>
                  <a:gd name="T23" fmla="*/ 2881 w 2881"/>
                  <a:gd name="T24" fmla="*/ 2570 h 25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81" h="2570">
                    <a:moveTo>
                      <a:pt x="0" y="84"/>
                    </a:moveTo>
                    <a:lnTo>
                      <a:pt x="2724" y="163"/>
                    </a:lnTo>
                    <a:lnTo>
                      <a:pt x="2819" y="2570"/>
                    </a:lnTo>
                    <a:lnTo>
                      <a:pt x="2881" y="2570"/>
                    </a:lnTo>
                    <a:lnTo>
                      <a:pt x="2784" y="84"/>
                    </a:lnTo>
                    <a:lnTo>
                      <a:pt x="0" y="0"/>
                    </a:lnTo>
                    <a:lnTo>
                      <a:pt x="0"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62" name="Freeform 747">
                <a:extLst>
                  <a:ext uri="{FF2B5EF4-FFF2-40B4-BE49-F238E27FC236}">
                    <a16:creationId xmlns:a16="http://schemas.microsoft.com/office/drawing/2014/main" id="{104C967F-1771-1056-23B0-D859E3C5C0E0}"/>
                  </a:ext>
                </a:extLst>
              </p:cNvPr>
              <p:cNvSpPr>
                <a:spLocks/>
              </p:cNvSpPr>
              <p:nvPr/>
            </p:nvSpPr>
            <p:spPr bwMode="auto">
              <a:xfrm>
                <a:off x="4393" y="2208"/>
                <a:ext cx="357" cy="74"/>
              </a:xfrm>
              <a:custGeom>
                <a:avLst/>
                <a:gdLst>
                  <a:gd name="T0" fmla="*/ 0 w 3929"/>
                  <a:gd name="T1" fmla="*/ 0 h 823"/>
                  <a:gd name="T2" fmla="*/ 0 w 3929"/>
                  <a:gd name="T3" fmla="*/ 0 h 823"/>
                  <a:gd name="T4" fmla="*/ 0 w 3929"/>
                  <a:gd name="T5" fmla="*/ 0 h 823"/>
                  <a:gd name="T6" fmla="*/ 0 60000 65536"/>
                  <a:gd name="T7" fmla="*/ 0 60000 65536"/>
                  <a:gd name="T8" fmla="*/ 0 60000 65536"/>
                  <a:gd name="T9" fmla="*/ 0 w 3929"/>
                  <a:gd name="T10" fmla="*/ 0 h 823"/>
                  <a:gd name="T11" fmla="*/ 3929 w 3929"/>
                  <a:gd name="T12" fmla="*/ 823 h 823"/>
                </a:gdLst>
                <a:ahLst/>
                <a:cxnLst>
                  <a:cxn ang="T6">
                    <a:pos x="T0" y="T1"/>
                  </a:cxn>
                  <a:cxn ang="T7">
                    <a:pos x="T2" y="T3"/>
                  </a:cxn>
                  <a:cxn ang="T8">
                    <a:pos x="T4" y="T5"/>
                  </a:cxn>
                </a:cxnLst>
                <a:rect l="T9" t="T10" r="T11" b="T12"/>
                <a:pathLst>
                  <a:path w="3929" h="823">
                    <a:moveTo>
                      <a:pt x="0" y="104"/>
                    </a:moveTo>
                    <a:lnTo>
                      <a:pt x="3929" y="0"/>
                    </a:lnTo>
                    <a:lnTo>
                      <a:pt x="3929" y="823"/>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63" name="Line 748">
                <a:extLst>
                  <a:ext uri="{FF2B5EF4-FFF2-40B4-BE49-F238E27FC236}">
                    <a16:creationId xmlns:a16="http://schemas.microsoft.com/office/drawing/2014/main" id="{6CEEA8D6-6A51-5BC8-EEEE-E4EF4F5FE296}"/>
                  </a:ext>
                </a:extLst>
              </p:cNvPr>
              <p:cNvSpPr>
                <a:spLocks noChangeShapeType="1"/>
              </p:cNvSpPr>
              <p:nvPr/>
            </p:nvSpPr>
            <p:spPr bwMode="auto">
              <a:xfrm flipH="1" flipV="1">
                <a:off x="4657" y="2190"/>
                <a:ext cx="93" cy="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64" name="Freeform 749">
                <a:extLst>
                  <a:ext uri="{FF2B5EF4-FFF2-40B4-BE49-F238E27FC236}">
                    <a16:creationId xmlns:a16="http://schemas.microsoft.com/office/drawing/2014/main" id="{03EE41A4-280F-3EAA-D06B-DDB764F3D916}"/>
                  </a:ext>
                </a:extLst>
              </p:cNvPr>
              <p:cNvSpPr>
                <a:spLocks/>
              </p:cNvSpPr>
              <p:nvPr/>
            </p:nvSpPr>
            <p:spPr bwMode="auto">
              <a:xfrm>
                <a:off x="4416" y="2240"/>
                <a:ext cx="29" cy="21"/>
              </a:xfrm>
              <a:custGeom>
                <a:avLst/>
                <a:gdLst>
                  <a:gd name="T0" fmla="*/ 0 w 318"/>
                  <a:gd name="T1" fmla="*/ 0 h 231"/>
                  <a:gd name="T2" fmla="*/ 0 w 318"/>
                  <a:gd name="T3" fmla="*/ 0 h 231"/>
                  <a:gd name="T4" fmla="*/ 0 w 318"/>
                  <a:gd name="T5" fmla="*/ 0 h 231"/>
                  <a:gd name="T6" fmla="*/ 0 w 318"/>
                  <a:gd name="T7" fmla="*/ 0 h 231"/>
                  <a:gd name="T8" fmla="*/ 0 w 318"/>
                  <a:gd name="T9" fmla="*/ 0 h 231"/>
                  <a:gd name="T10" fmla="*/ 0 60000 65536"/>
                  <a:gd name="T11" fmla="*/ 0 60000 65536"/>
                  <a:gd name="T12" fmla="*/ 0 60000 65536"/>
                  <a:gd name="T13" fmla="*/ 0 60000 65536"/>
                  <a:gd name="T14" fmla="*/ 0 60000 65536"/>
                  <a:gd name="T15" fmla="*/ 0 w 318"/>
                  <a:gd name="T16" fmla="*/ 0 h 231"/>
                  <a:gd name="T17" fmla="*/ 318 w 318"/>
                  <a:gd name="T18" fmla="*/ 231 h 231"/>
                </a:gdLst>
                <a:ahLst/>
                <a:cxnLst>
                  <a:cxn ang="T10">
                    <a:pos x="T0" y="T1"/>
                  </a:cxn>
                  <a:cxn ang="T11">
                    <a:pos x="T2" y="T3"/>
                  </a:cxn>
                  <a:cxn ang="T12">
                    <a:pos x="T4" y="T5"/>
                  </a:cxn>
                  <a:cxn ang="T13">
                    <a:pos x="T6" y="T7"/>
                  </a:cxn>
                  <a:cxn ang="T14">
                    <a:pos x="T8" y="T9"/>
                  </a:cxn>
                </a:cxnLst>
                <a:rect l="T15" t="T16" r="T17" b="T18"/>
                <a:pathLst>
                  <a:path w="318" h="231">
                    <a:moveTo>
                      <a:pt x="0" y="0"/>
                    </a:moveTo>
                    <a:lnTo>
                      <a:pt x="0" y="231"/>
                    </a:lnTo>
                    <a:lnTo>
                      <a:pt x="318" y="208"/>
                    </a:lnTo>
                    <a:lnTo>
                      <a:pt x="318"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65" name="Freeform 750">
                <a:extLst>
                  <a:ext uri="{FF2B5EF4-FFF2-40B4-BE49-F238E27FC236}">
                    <a16:creationId xmlns:a16="http://schemas.microsoft.com/office/drawing/2014/main" id="{1F8DE01C-2B08-335F-DC58-B7259F626926}"/>
                  </a:ext>
                </a:extLst>
              </p:cNvPr>
              <p:cNvSpPr>
                <a:spLocks/>
              </p:cNvSpPr>
              <p:nvPr/>
            </p:nvSpPr>
            <p:spPr bwMode="auto">
              <a:xfrm>
                <a:off x="4629" y="2225"/>
                <a:ext cx="106" cy="30"/>
              </a:xfrm>
              <a:custGeom>
                <a:avLst/>
                <a:gdLst>
                  <a:gd name="T0" fmla="*/ 0 w 1167"/>
                  <a:gd name="T1" fmla="*/ 0 h 331"/>
                  <a:gd name="T2" fmla="*/ 0 w 1167"/>
                  <a:gd name="T3" fmla="*/ 0 h 331"/>
                  <a:gd name="T4" fmla="*/ 0 w 1167"/>
                  <a:gd name="T5" fmla="*/ 0 h 331"/>
                  <a:gd name="T6" fmla="*/ 0 w 1167"/>
                  <a:gd name="T7" fmla="*/ 0 h 331"/>
                  <a:gd name="T8" fmla="*/ 0 w 1167"/>
                  <a:gd name="T9" fmla="*/ 0 h 331"/>
                  <a:gd name="T10" fmla="*/ 0 60000 65536"/>
                  <a:gd name="T11" fmla="*/ 0 60000 65536"/>
                  <a:gd name="T12" fmla="*/ 0 60000 65536"/>
                  <a:gd name="T13" fmla="*/ 0 60000 65536"/>
                  <a:gd name="T14" fmla="*/ 0 60000 65536"/>
                  <a:gd name="T15" fmla="*/ 0 w 1167"/>
                  <a:gd name="T16" fmla="*/ 0 h 331"/>
                  <a:gd name="T17" fmla="*/ 1167 w 1167"/>
                  <a:gd name="T18" fmla="*/ 331 h 331"/>
                </a:gdLst>
                <a:ahLst/>
                <a:cxnLst>
                  <a:cxn ang="T10">
                    <a:pos x="T0" y="T1"/>
                  </a:cxn>
                  <a:cxn ang="T11">
                    <a:pos x="T2" y="T3"/>
                  </a:cxn>
                  <a:cxn ang="T12">
                    <a:pos x="T4" y="T5"/>
                  </a:cxn>
                  <a:cxn ang="T13">
                    <a:pos x="T6" y="T7"/>
                  </a:cxn>
                  <a:cxn ang="T14">
                    <a:pos x="T8" y="T9"/>
                  </a:cxn>
                </a:cxnLst>
                <a:rect l="T15" t="T16" r="T17" b="T18"/>
                <a:pathLst>
                  <a:path w="1167" h="331">
                    <a:moveTo>
                      <a:pt x="1167" y="0"/>
                    </a:moveTo>
                    <a:lnTo>
                      <a:pt x="0" y="44"/>
                    </a:lnTo>
                    <a:lnTo>
                      <a:pt x="0" y="331"/>
                    </a:lnTo>
                    <a:lnTo>
                      <a:pt x="1167" y="249"/>
                    </a:lnTo>
                    <a:lnTo>
                      <a:pt x="116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66" name="Line 751">
                <a:extLst>
                  <a:ext uri="{FF2B5EF4-FFF2-40B4-BE49-F238E27FC236}">
                    <a16:creationId xmlns:a16="http://schemas.microsoft.com/office/drawing/2014/main" id="{DE56EED1-3661-7C4D-E4F6-596520454356}"/>
                  </a:ext>
                </a:extLst>
              </p:cNvPr>
              <p:cNvSpPr>
                <a:spLocks noChangeShapeType="1"/>
              </p:cNvSpPr>
              <p:nvPr/>
            </p:nvSpPr>
            <p:spPr bwMode="auto">
              <a:xfrm>
                <a:off x="4750" y="2259"/>
                <a:ext cx="4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67" name="Line 752">
                <a:extLst>
                  <a:ext uri="{FF2B5EF4-FFF2-40B4-BE49-F238E27FC236}">
                    <a16:creationId xmlns:a16="http://schemas.microsoft.com/office/drawing/2014/main" id="{9B8AA6F4-5ED0-4B1E-8678-8A95028F1D61}"/>
                  </a:ext>
                </a:extLst>
              </p:cNvPr>
              <p:cNvSpPr>
                <a:spLocks noChangeShapeType="1"/>
              </p:cNvSpPr>
              <p:nvPr/>
            </p:nvSpPr>
            <p:spPr bwMode="auto">
              <a:xfrm>
                <a:off x="5229" y="2259"/>
                <a:ext cx="5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grpSp>
        <p:grpSp>
          <p:nvGrpSpPr>
            <p:cNvPr id="17" name="Group 753">
              <a:extLst>
                <a:ext uri="{FF2B5EF4-FFF2-40B4-BE49-F238E27FC236}">
                  <a16:creationId xmlns:a16="http://schemas.microsoft.com/office/drawing/2014/main" id="{82ED18CA-2430-E30F-32FA-B2126985210A}"/>
                </a:ext>
              </a:extLst>
            </p:cNvPr>
            <p:cNvGrpSpPr>
              <a:grpSpLocks/>
            </p:cNvGrpSpPr>
            <p:nvPr/>
          </p:nvGrpSpPr>
          <p:grpSpPr bwMode="auto">
            <a:xfrm>
              <a:off x="2984" y="3219"/>
              <a:ext cx="747" cy="438"/>
              <a:chOff x="1741" y="1415"/>
              <a:chExt cx="2278" cy="1500"/>
            </a:xfrm>
          </p:grpSpPr>
          <p:sp>
            <p:nvSpPr>
              <p:cNvPr id="76" name="Rectangle 754">
                <a:extLst>
                  <a:ext uri="{FF2B5EF4-FFF2-40B4-BE49-F238E27FC236}">
                    <a16:creationId xmlns:a16="http://schemas.microsoft.com/office/drawing/2014/main" id="{D7DAD44C-AB18-C9E9-542A-F833F2EC5B17}"/>
                  </a:ext>
                </a:extLst>
              </p:cNvPr>
              <p:cNvSpPr>
                <a:spLocks noChangeArrowheads="1"/>
              </p:cNvSpPr>
              <p:nvPr/>
            </p:nvSpPr>
            <p:spPr bwMode="auto">
              <a:xfrm>
                <a:off x="1741" y="1415"/>
                <a:ext cx="2278" cy="1429"/>
              </a:xfrm>
              <a:prstGeom prst="rect">
                <a:avLst/>
              </a:prstGeom>
              <a:solidFill>
                <a:srgbClr val="FFFFFF"/>
              </a:solidFill>
              <a:ln w="0">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77" name="Line 755">
                <a:extLst>
                  <a:ext uri="{FF2B5EF4-FFF2-40B4-BE49-F238E27FC236}">
                    <a16:creationId xmlns:a16="http://schemas.microsoft.com/office/drawing/2014/main" id="{9A08AA7A-D165-3819-5121-7F0E41549037}"/>
                  </a:ext>
                </a:extLst>
              </p:cNvPr>
              <p:cNvSpPr>
                <a:spLocks noChangeShapeType="1"/>
              </p:cNvSpPr>
              <p:nvPr/>
            </p:nvSpPr>
            <p:spPr bwMode="auto">
              <a:xfrm>
                <a:off x="2311" y="1415"/>
                <a:ext cx="1" cy="1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8" name="Line 756">
                <a:extLst>
                  <a:ext uri="{FF2B5EF4-FFF2-40B4-BE49-F238E27FC236}">
                    <a16:creationId xmlns:a16="http://schemas.microsoft.com/office/drawing/2014/main" id="{B5A49683-3F5B-69DE-2F03-DF061A2FC9BB}"/>
                  </a:ext>
                </a:extLst>
              </p:cNvPr>
              <p:cNvSpPr>
                <a:spLocks noChangeShapeType="1"/>
              </p:cNvSpPr>
              <p:nvPr/>
            </p:nvSpPr>
            <p:spPr bwMode="auto">
              <a:xfrm>
                <a:off x="2880" y="1415"/>
                <a:ext cx="1" cy="1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9" name="Line 757">
                <a:extLst>
                  <a:ext uri="{FF2B5EF4-FFF2-40B4-BE49-F238E27FC236}">
                    <a16:creationId xmlns:a16="http://schemas.microsoft.com/office/drawing/2014/main" id="{DA4110C4-341D-ACF0-3F9E-FB3CA26E9B83}"/>
                  </a:ext>
                </a:extLst>
              </p:cNvPr>
              <p:cNvSpPr>
                <a:spLocks noChangeShapeType="1"/>
              </p:cNvSpPr>
              <p:nvPr/>
            </p:nvSpPr>
            <p:spPr bwMode="auto">
              <a:xfrm>
                <a:off x="3449" y="1415"/>
                <a:ext cx="1" cy="1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80" name="Line 758">
                <a:extLst>
                  <a:ext uri="{FF2B5EF4-FFF2-40B4-BE49-F238E27FC236}">
                    <a16:creationId xmlns:a16="http://schemas.microsoft.com/office/drawing/2014/main" id="{01BF48AA-5305-8BB4-6B40-4A02C14E6795}"/>
                  </a:ext>
                </a:extLst>
              </p:cNvPr>
              <p:cNvSpPr>
                <a:spLocks noChangeShapeType="1"/>
              </p:cNvSpPr>
              <p:nvPr/>
            </p:nvSpPr>
            <p:spPr bwMode="auto">
              <a:xfrm>
                <a:off x="1749" y="1566"/>
                <a:ext cx="226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81" name="Rectangle 759">
                <a:extLst>
                  <a:ext uri="{FF2B5EF4-FFF2-40B4-BE49-F238E27FC236}">
                    <a16:creationId xmlns:a16="http://schemas.microsoft.com/office/drawing/2014/main" id="{4FD8ED35-0AC3-5432-C754-E5BD4057FD76}"/>
                  </a:ext>
                </a:extLst>
              </p:cNvPr>
              <p:cNvSpPr>
                <a:spLocks noChangeArrowheads="1"/>
              </p:cNvSpPr>
              <p:nvPr/>
            </p:nvSpPr>
            <p:spPr bwMode="auto">
              <a:xfrm>
                <a:off x="1761" y="2845"/>
                <a:ext cx="2236" cy="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2" name="Rectangle 760">
                <a:extLst>
                  <a:ext uri="{FF2B5EF4-FFF2-40B4-BE49-F238E27FC236}">
                    <a16:creationId xmlns:a16="http://schemas.microsoft.com/office/drawing/2014/main" id="{9FC5FE99-D104-A714-DA55-415FE7A4335A}"/>
                  </a:ext>
                </a:extLst>
              </p:cNvPr>
              <p:cNvSpPr>
                <a:spLocks noChangeArrowheads="1"/>
              </p:cNvSpPr>
              <p:nvPr/>
            </p:nvSpPr>
            <p:spPr bwMode="auto">
              <a:xfrm>
                <a:off x="1820" y="1704"/>
                <a:ext cx="408" cy="50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3" name="Freeform 761">
                <a:extLst>
                  <a:ext uri="{FF2B5EF4-FFF2-40B4-BE49-F238E27FC236}">
                    <a16:creationId xmlns:a16="http://schemas.microsoft.com/office/drawing/2014/main" id="{1ABEF097-FA26-0913-2C77-155D698FA6EE}"/>
                  </a:ext>
                </a:extLst>
              </p:cNvPr>
              <p:cNvSpPr>
                <a:spLocks/>
              </p:cNvSpPr>
              <p:nvPr/>
            </p:nvSpPr>
            <p:spPr bwMode="auto">
              <a:xfrm>
                <a:off x="2015" y="1739"/>
                <a:ext cx="11" cy="11"/>
              </a:xfrm>
              <a:custGeom>
                <a:avLst/>
                <a:gdLst>
                  <a:gd name="T0" fmla="*/ 0 w 91"/>
                  <a:gd name="T1" fmla="*/ 0 h 91"/>
                  <a:gd name="T2" fmla="*/ 0 w 91"/>
                  <a:gd name="T3" fmla="*/ 0 h 91"/>
                  <a:gd name="T4" fmla="*/ 0 w 91"/>
                  <a:gd name="T5" fmla="*/ 0 h 91"/>
                  <a:gd name="T6" fmla="*/ 0 w 91"/>
                  <a:gd name="T7" fmla="*/ 0 h 91"/>
                  <a:gd name="T8" fmla="*/ 0 w 91"/>
                  <a:gd name="T9" fmla="*/ 0 h 91"/>
                  <a:gd name="T10" fmla="*/ 0 w 91"/>
                  <a:gd name="T11" fmla="*/ 0 h 91"/>
                  <a:gd name="T12" fmla="*/ 0 w 91"/>
                  <a:gd name="T13" fmla="*/ 0 h 91"/>
                  <a:gd name="T14" fmla="*/ 0 w 91"/>
                  <a:gd name="T15" fmla="*/ 0 h 91"/>
                  <a:gd name="T16" fmla="*/ 0 w 91"/>
                  <a:gd name="T17" fmla="*/ 0 h 91"/>
                  <a:gd name="T18" fmla="*/ 0 w 91"/>
                  <a:gd name="T19" fmla="*/ 0 h 91"/>
                  <a:gd name="T20" fmla="*/ 0 w 91"/>
                  <a:gd name="T21" fmla="*/ 0 h 91"/>
                  <a:gd name="T22" fmla="*/ 0 w 91"/>
                  <a:gd name="T23" fmla="*/ 0 h 91"/>
                  <a:gd name="T24" fmla="*/ 0 w 91"/>
                  <a:gd name="T25" fmla="*/ 0 h 91"/>
                  <a:gd name="T26" fmla="*/ 0 w 91"/>
                  <a:gd name="T27" fmla="*/ 0 h 91"/>
                  <a:gd name="T28" fmla="*/ 0 w 91"/>
                  <a:gd name="T29" fmla="*/ 0 h 91"/>
                  <a:gd name="T30" fmla="*/ 0 w 91"/>
                  <a:gd name="T31" fmla="*/ 0 h 91"/>
                  <a:gd name="T32" fmla="*/ 0 w 91"/>
                  <a:gd name="T33" fmla="*/ 0 h 91"/>
                  <a:gd name="T34" fmla="*/ 0 w 91"/>
                  <a:gd name="T35" fmla="*/ 0 h 91"/>
                  <a:gd name="T36" fmla="*/ 0 w 91"/>
                  <a:gd name="T37" fmla="*/ 0 h 91"/>
                  <a:gd name="T38" fmla="*/ 0 w 91"/>
                  <a:gd name="T39" fmla="*/ 0 h 91"/>
                  <a:gd name="T40" fmla="*/ 0 w 91"/>
                  <a:gd name="T41" fmla="*/ 0 h 91"/>
                  <a:gd name="T42" fmla="*/ 0 w 91"/>
                  <a:gd name="T43" fmla="*/ 0 h 91"/>
                  <a:gd name="T44" fmla="*/ 0 w 91"/>
                  <a:gd name="T45" fmla="*/ 0 h 91"/>
                  <a:gd name="T46" fmla="*/ 0 w 91"/>
                  <a:gd name="T47" fmla="*/ 0 h 91"/>
                  <a:gd name="T48" fmla="*/ 0 w 91"/>
                  <a:gd name="T49" fmla="*/ 0 h 91"/>
                  <a:gd name="T50" fmla="*/ 0 w 91"/>
                  <a:gd name="T51" fmla="*/ 0 h 91"/>
                  <a:gd name="T52" fmla="*/ 0 w 91"/>
                  <a:gd name="T53" fmla="*/ 0 h 91"/>
                  <a:gd name="T54" fmla="*/ 0 w 91"/>
                  <a:gd name="T55" fmla="*/ 0 h 91"/>
                  <a:gd name="T56" fmla="*/ 0 w 91"/>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1"/>
                  <a:gd name="T89" fmla="*/ 91 w 91"/>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1">
                    <a:moveTo>
                      <a:pt x="91" y="40"/>
                    </a:moveTo>
                    <a:lnTo>
                      <a:pt x="91" y="30"/>
                    </a:lnTo>
                    <a:lnTo>
                      <a:pt x="81" y="30"/>
                    </a:lnTo>
                    <a:lnTo>
                      <a:pt x="81" y="10"/>
                    </a:lnTo>
                    <a:lnTo>
                      <a:pt x="61" y="0"/>
                    </a:lnTo>
                    <a:lnTo>
                      <a:pt x="51" y="0"/>
                    </a:lnTo>
                    <a:lnTo>
                      <a:pt x="30" y="0"/>
                    </a:lnTo>
                    <a:lnTo>
                      <a:pt x="30" y="10"/>
                    </a:lnTo>
                    <a:lnTo>
                      <a:pt x="10" y="10"/>
                    </a:lnTo>
                    <a:lnTo>
                      <a:pt x="10" y="30"/>
                    </a:lnTo>
                    <a:lnTo>
                      <a:pt x="0" y="30"/>
                    </a:lnTo>
                    <a:lnTo>
                      <a:pt x="0" y="50"/>
                    </a:lnTo>
                    <a:lnTo>
                      <a:pt x="0" y="60"/>
                    </a:lnTo>
                    <a:lnTo>
                      <a:pt x="10" y="60"/>
                    </a:lnTo>
                    <a:lnTo>
                      <a:pt x="10" y="81"/>
                    </a:lnTo>
                    <a:lnTo>
                      <a:pt x="20" y="81"/>
                    </a:lnTo>
                    <a:lnTo>
                      <a:pt x="30" y="81"/>
                    </a:lnTo>
                    <a:lnTo>
                      <a:pt x="30" y="91"/>
                    </a:lnTo>
                    <a:lnTo>
                      <a:pt x="51" y="91"/>
                    </a:lnTo>
                    <a:lnTo>
                      <a:pt x="61" y="91"/>
                    </a:lnTo>
                    <a:lnTo>
                      <a:pt x="71" y="81"/>
                    </a:lnTo>
                    <a:lnTo>
                      <a:pt x="81" y="81"/>
                    </a:lnTo>
                    <a:lnTo>
                      <a:pt x="81" y="70"/>
                    </a:lnTo>
                    <a:lnTo>
                      <a:pt x="91" y="60"/>
                    </a:lnTo>
                    <a:lnTo>
                      <a:pt x="91" y="4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4" name="Freeform 762">
                <a:extLst>
                  <a:ext uri="{FF2B5EF4-FFF2-40B4-BE49-F238E27FC236}">
                    <a16:creationId xmlns:a16="http://schemas.microsoft.com/office/drawing/2014/main" id="{508F09F8-02C3-690B-130D-FCB481C691CB}"/>
                  </a:ext>
                </a:extLst>
              </p:cNvPr>
              <p:cNvSpPr>
                <a:spLocks/>
              </p:cNvSpPr>
              <p:nvPr/>
            </p:nvSpPr>
            <p:spPr bwMode="auto">
              <a:xfrm>
                <a:off x="2015" y="1798"/>
                <a:ext cx="11" cy="13"/>
              </a:xfrm>
              <a:custGeom>
                <a:avLst/>
                <a:gdLst>
                  <a:gd name="T0" fmla="*/ 0 w 91"/>
                  <a:gd name="T1" fmla="*/ 0 h 99"/>
                  <a:gd name="T2" fmla="*/ 0 w 91"/>
                  <a:gd name="T3" fmla="*/ 0 h 99"/>
                  <a:gd name="T4" fmla="*/ 0 w 91"/>
                  <a:gd name="T5" fmla="*/ 0 h 99"/>
                  <a:gd name="T6" fmla="*/ 0 w 91"/>
                  <a:gd name="T7" fmla="*/ 0 h 99"/>
                  <a:gd name="T8" fmla="*/ 0 w 91"/>
                  <a:gd name="T9" fmla="*/ 0 h 99"/>
                  <a:gd name="T10" fmla="*/ 0 w 91"/>
                  <a:gd name="T11" fmla="*/ 0 h 99"/>
                  <a:gd name="T12" fmla="*/ 0 w 91"/>
                  <a:gd name="T13" fmla="*/ 0 h 99"/>
                  <a:gd name="T14" fmla="*/ 0 w 91"/>
                  <a:gd name="T15" fmla="*/ 0 h 99"/>
                  <a:gd name="T16" fmla="*/ 0 w 91"/>
                  <a:gd name="T17" fmla="*/ 0 h 99"/>
                  <a:gd name="T18" fmla="*/ 0 w 91"/>
                  <a:gd name="T19" fmla="*/ 0 h 99"/>
                  <a:gd name="T20" fmla="*/ 0 w 91"/>
                  <a:gd name="T21" fmla="*/ 0 h 99"/>
                  <a:gd name="T22" fmla="*/ 0 w 91"/>
                  <a:gd name="T23" fmla="*/ 0 h 99"/>
                  <a:gd name="T24" fmla="*/ 0 w 91"/>
                  <a:gd name="T25" fmla="*/ 0 h 99"/>
                  <a:gd name="T26" fmla="*/ 0 w 91"/>
                  <a:gd name="T27" fmla="*/ 0 h 99"/>
                  <a:gd name="T28" fmla="*/ 0 w 91"/>
                  <a:gd name="T29" fmla="*/ 0 h 99"/>
                  <a:gd name="T30" fmla="*/ 0 w 91"/>
                  <a:gd name="T31" fmla="*/ 0 h 99"/>
                  <a:gd name="T32" fmla="*/ 0 w 91"/>
                  <a:gd name="T33" fmla="*/ 0 h 99"/>
                  <a:gd name="T34" fmla="*/ 0 w 91"/>
                  <a:gd name="T35" fmla="*/ 0 h 99"/>
                  <a:gd name="T36" fmla="*/ 0 w 91"/>
                  <a:gd name="T37" fmla="*/ 0 h 99"/>
                  <a:gd name="T38" fmla="*/ 0 w 91"/>
                  <a:gd name="T39" fmla="*/ 0 h 99"/>
                  <a:gd name="T40" fmla="*/ 0 w 91"/>
                  <a:gd name="T41" fmla="*/ 0 h 99"/>
                  <a:gd name="T42" fmla="*/ 0 w 91"/>
                  <a:gd name="T43" fmla="*/ 0 h 99"/>
                  <a:gd name="T44" fmla="*/ 0 w 91"/>
                  <a:gd name="T45" fmla="*/ 0 h 99"/>
                  <a:gd name="T46" fmla="*/ 0 w 91"/>
                  <a:gd name="T47" fmla="*/ 0 h 99"/>
                  <a:gd name="T48" fmla="*/ 0 w 91"/>
                  <a:gd name="T49" fmla="*/ 0 h 99"/>
                  <a:gd name="T50" fmla="*/ 0 w 91"/>
                  <a:gd name="T51" fmla="*/ 0 h 99"/>
                  <a:gd name="T52" fmla="*/ 0 w 91"/>
                  <a:gd name="T53" fmla="*/ 0 h 99"/>
                  <a:gd name="T54" fmla="*/ 0 w 91"/>
                  <a:gd name="T55" fmla="*/ 0 h 99"/>
                  <a:gd name="T56" fmla="*/ 0 w 91"/>
                  <a:gd name="T57" fmla="*/ 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9"/>
                  <a:gd name="T89" fmla="*/ 91 w 91"/>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9">
                    <a:moveTo>
                      <a:pt x="91" y="48"/>
                    </a:moveTo>
                    <a:lnTo>
                      <a:pt x="91" y="38"/>
                    </a:lnTo>
                    <a:lnTo>
                      <a:pt x="81" y="30"/>
                    </a:lnTo>
                    <a:lnTo>
                      <a:pt x="81" y="20"/>
                    </a:lnTo>
                    <a:lnTo>
                      <a:pt x="81" y="10"/>
                    </a:lnTo>
                    <a:lnTo>
                      <a:pt x="61" y="0"/>
                    </a:lnTo>
                    <a:lnTo>
                      <a:pt x="51" y="0"/>
                    </a:lnTo>
                    <a:lnTo>
                      <a:pt x="30" y="0"/>
                    </a:lnTo>
                    <a:lnTo>
                      <a:pt x="30" y="10"/>
                    </a:lnTo>
                    <a:lnTo>
                      <a:pt x="10" y="10"/>
                    </a:lnTo>
                    <a:lnTo>
                      <a:pt x="10" y="20"/>
                    </a:lnTo>
                    <a:lnTo>
                      <a:pt x="10" y="30"/>
                    </a:lnTo>
                    <a:lnTo>
                      <a:pt x="0" y="38"/>
                    </a:lnTo>
                    <a:lnTo>
                      <a:pt x="0" y="48"/>
                    </a:lnTo>
                    <a:lnTo>
                      <a:pt x="0" y="58"/>
                    </a:lnTo>
                    <a:lnTo>
                      <a:pt x="10" y="69"/>
                    </a:lnTo>
                    <a:lnTo>
                      <a:pt x="10" y="79"/>
                    </a:lnTo>
                    <a:lnTo>
                      <a:pt x="20" y="89"/>
                    </a:lnTo>
                    <a:lnTo>
                      <a:pt x="30" y="89"/>
                    </a:lnTo>
                    <a:lnTo>
                      <a:pt x="30" y="99"/>
                    </a:lnTo>
                    <a:lnTo>
                      <a:pt x="51" y="99"/>
                    </a:lnTo>
                    <a:lnTo>
                      <a:pt x="61" y="99"/>
                    </a:lnTo>
                    <a:lnTo>
                      <a:pt x="71" y="89"/>
                    </a:lnTo>
                    <a:lnTo>
                      <a:pt x="81" y="79"/>
                    </a:lnTo>
                    <a:lnTo>
                      <a:pt x="81" y="69"/>
                    </a:lnTo>
                    <a:lnTo>
                      <a:pt x="91" y="69"/>
                    </a:lnTo>
                    <a:lnTo>
                      <a:pt x="91" y="58"/>
                    </a:lnTo>
                    <a:lnTo>
                      <a:pt x="91" y="48"/>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5" name="Freeform 763">
                <a:extLst>
                  <a:ext uri="{FF2B5EF4-FFF2-40B4-BE49-F238E27FC236}">
                    <a16:creationId xmlns:a16="http://schemas.microsoft.com/office/drawing/2014/main" id="{AA170FFD-5C44-399C-FE4B-75F8D694DAA3}"/>
                  </a:ext>
                </a:extLst>
              </p:cNvPr>
              <p:cNvSpPr>
                <a:spLocks/>
              </p:cNvSpPr>
              <p:nvPr/>
            </p:nvSpPr>
            <p:spPr bwMode="auto">
              <a:xfrm>
                <a:off x="2015" y="1860"/>
                <a:ext cx="11" cy="11"/>
              </a:xfrm>
              <a:custGeom>
                <a:avLst/>
                <a:gdLst>
                  <a:gd name="T0" fmla="*/ 0 w 91"/>
                  <a:gd name="T1" fmla="*/ 0 h 91"/>
                  <a:gd name="T2" fmla="*/ 0 w 91"/>
                  <a:gd name="T3" fmla="*/ 0 h 91"/>
                  <a:gd name="T4" fmla="*/ 0 w 91"/>
                  <a:gd name="T5" fmla="*/ 0 h 91"/>
                  <a:gd name="T6" fmla="*/ 0 w 91"/>
                  <a:gd name="T7" fmla="*/ 0 h 91"/>
                  <a:gd name="T8" fmla="*/ 0 w 91"/>
                  <a:gd name="T9" fmla="*/ 0 h 91"/>
                  <a:gd name="T10" fmla="*/ 0 w 91"/>
                  <a:gd name="T11" fmla="*/ 0 h 91"/>
                  <a:gd name="T12" fmla="*/ 0 w 91"/>
                  <a:gd name="T13" fmla="*/ 0 h 91"/>
                  <a:gd name="T14" fmla="*/ 0 w 91"/>
                  <a:gd name="T15" fmla="*/ 0 h 91"/>
                  <a:gd name="T16" fmla="*/ 0 w 91"/>
                  <a:gd name="T17" fmla="*/ 0 h 91"/>
                  <a:gd name="T18" fmla="*/ 0 w 91"/>
                  <a:gd name="T19" fmla="*/ 0 h 91"/>
                  <a:gd name="T20" fmla="*/ 0 w 91"/>
                  <a:gd name="T21" fmla="*/ 0 h 91"/>
                  <a:gd name="T22" fmla="*/ 0 w 91"/>
                  <a:gd name="T23" fmla="*/ 0 h 91"/>
                  <a:gd name="T24" fmla="*/ 0 w 91"/>
                  <a:gd name="T25" fmla="*/ 0 h 91"/>
                  <a:gd name="T26" fmla="*/ 0 w 91"/>
                  <a:gd name="T27" fmla="*/ 0 h 91"/>
                  <a:gd name="T28" fmla="*/ 0 w 91"/>
                  <a:gd name="T29" fmla="*/ 0 h 91"/>
                  <a:gd name="T30" fmla="*/ 0 w 91"/>
                  <a:gd name="T31" fmla="*/ 0 h 91"/>
                  <a:gd name="T32" fmla="*/ 0 w 91"/>
                  <a:gd name="T33" fmla="*/ 0 h 91"/>
                  <a:gd name="T34" fmla="*/ 0 w 91"/>
                  <a:gd name="T35" fmla="*/ 0 h 91"/>
                  <a:gd name="T36" fmla="*/ 0 w 91"/>
                  <a:gd name="T37" fmla="*/ 0 h 91"/>
                  <a:gd name="T38" fmla="*/ 0 w 91"/>
                  <a:gd name="T39" fmla="*/ 0 h 91"/>
                  <a:gd name="T40" fmla="*/ 0 w 91"/>
                  <a:gd name="T41" fmla="*/ 0 h 91"/>
                  <a:gd name="T42" fmla="*/ 0 w 91"/>
                  <a:gd name="T43" fmla="*/ 0 h 91"/>
                  <a:gd name="T44" fmla="*/ 0 w 91"/>
                  <a:gd name="T45" fmla="*/ 0 h 91"/>
                  <a:gd name="T46" fmla="*/ 0 w 91"/>
                  <a:gd name="T47" fmla="*/ 0 h 91"/>
                  <a:gd name="T48" fmla="*/ 0 w 91"/>
                  <a:gd name="T49" fmla="*/ 0 h 91"/>
                  <a:gd name="T50" fmla="*/ 0 w 91"/>
                  <a:gd name="T51" fmla="*/ 0 h 91"/>
                  <a:gd name="T52" fmla="*/ 0 w 91"/>
                  <a:gd name="T53" fmla="*/ 0 h 91"/>
                  <a:gd name="T54" fmla="*/ 0 w 91"/>
                  <a:gd name="T55" fmla="*/ 0 h 91"/>
                  <a:gd name="T56" fmla="*/ 0 w 91"/>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1"/>
                  <a:gd name="T89" fmla="*/ 91 w 91"/>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1">
                    <a:moveTo>
                      <a:pt x="91" y="41"/>
                    </a:moveTo>
                    <a:lnTo>
                      <a:pt x="91" y="31"/>
                    </a:lnTo>
                    <a:lnTo>
                      <a:pt x="81" y="21"/>
                    </a:lnTo>
                    <a:lnTo>
                      <a:pt x="81" y="10"/>
                    </a:lnTo>
                    <a:lnTo>
                      <a:pt x="81" y="0"/>
                    </a:lnTo>
                    <a:lnTo>
                      <a:pt x="61" y="0"/>
                    </a:lnTo>
                    <a:lnTo>
                      <a:pt x="51" y="0"/>
                    </a:lnTo>
                    <a:lnTo>
                      <a:pt x="30" y="0"/>
                    </a:lnTo>
                    <a:lnTo>
                      <a:pt x="10" y="0"/>
                    </a:lnTo>
                    <a:lnTo>
                      <a:pt x="10" y="10"/>
                    </a:lnTo>
                    <a:lnTo>
                      <a:pt x="10" y="21"/>
                    </a:lnTo>
                    <a:lnTo>
                      <a:pt x="0" y="31"/>
                    </a:lnTo>
                    <a:lnTo>
                      <a:pt x="0" y="51"/>
                    </a:lnTo>
                    <a:lnTo>
                      <a:pt x="10" y="61"/>
                    </a:lnTo>
                    <a:lnTo>
                      <a:pt x="10" y="71"/>
                    </a:lnTo>
                    <a:lnTo>
                      <a:pt x="20" y="81"/>
                    </a:lnTo>
                    <a:lnTo>
                      <a:pt x="30" y="81"/>
                    </a:lnTo>
                    <a:lnTo>
                      <a:pt x="30" y="91"/>
                    </a:lnTo>
                    <a:lnTo>
                      <a:pt x="51" y="91"/>
                    </a:lnTo>
                    <a:lnTo>
                      <a:pt x="61" y="91"/>
                    </a:lnTo>
                    <a:lnTo>
                      <a:pt x="71" y="81"/>
                    </a:lnTo>
                    <a:lnTo>
                      <a:pt x="81" y="71"/>
                    </a:lnTo>
                    <a:lnTo>
                      <a:pt x="91" y="61"/>
                    </a:lnTo>
                    <a:lnTo>
                      <a:pt x="91" y="51"/>
                    </a:lnTo>
                    <a:lnTo>
                      <a:pt x="91" y="4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6" name="Freeform 764">
                <a:extLst>
                  <a:ext uri="{FF2B5EF4-FFF2-40B4-BE49-F238E27FC236}">
                    <a16:creationId xmlns:a16="http://schemas.microsoft.com/office/drawing/2014/main" id="{12381824-FF18-417E-564F-DFB51921BD95}"/>
                  </a:ext>
                </a:extLst>
              </p:cNvPr>
              <p:cNvSpPr>
                <a:spLocks/>
              </p:cNvSpPr>
              <p:nvPr/>
            </p:nvSpPr>
            <p:spPr bwMode="auto">
              <a:xfrm>
                <a:off x="2015" y="1919"/>
                <a:ext cx="11" cy="11"/>
              </a:xfrm>
              <a:custGeom>
                <a:avLst/>
                <a:gdLst>
                  <a:gd name="T0" fmla="*/ 0 w 91"/>
                  <a:gd name="T1" fmla="*/ 0 h 91"/>
                  <a:gd name="T2" fmla="*/ 0 w 91"/>
                  <a:gd name="T3" fmla="*/ 0 h 91"/>
                  <a:gd name="T4" fmla="*/ 0 w 91"/>
                  <a:gd name="T5" fmla="*/ 0 h 91"/>
                  <a:gd name="T6" fmla="*/ 0 w 91"/>
                  <a:gd name="T7" fmla="*/ 0 h 91"/>
                  <a:gd name="T8" fmla="*/ 0 w 91"/>
                  <a:gd name="T9" fmla="*/ 0 h 91"/>
                  <a:gd name="T10" fmla="*/ 0 w 91"/>
                  <a:gd name="T11" fmla="*/ 0 h 91"/>
                  <a:gd name="T12" fmla="*/ 0 w 91"/>
                  <a:gd name="T13" fmla="*/ 0 h 91"/>
                  <a:gd name="T14" fmla="*/ 0 w 91"/>
                  <a:gd name="T15" fmla="*/ 0 h 91"/>
                  <a:gd name="T16" fmla="*/ 0 w 91"/>
                  <a:gd name="T17" fmla="*/ 0 h 91"/>
                  <a:gd name="T18" fmla="*/ 0 w 91"/>
                  <a:gd name="T19" fmla="*/ 0 h 91"/>
                  <a:gd name="T20" fmla="*/ 0 w 91"/>
                  <a:gd name="T21" fmla="*/ 0 h 91"/>
                  <a:gd name="T22" fmla="*/ 0 w 91"/>
                  <a:gd name="T23" fmla="*/ 0 h 91"/>
                  <a:gd name="T24" fmla="*/ 0 w 91"/>
                  <a:gd name="T25" fmla="*/ 0 h 91"/>
                  <a:gd name="T26" fmla="*/ 0 w 91"/>
                  <a:gd name="T27" fmla="*/ 0 h 91"/>
                  <a:gd name="T28" fmla="*/ 0 w 91"/>
                  <a:gd name="T29" fmla="*/ 0 h 91"/>
                  <a:gd name="T30" fmla="*/ 0 w 91"/>
                  <a:gd name="T31" fmla="*/ 0 h 91"/>
                  <a:gd name="T32" fmla="*/ 0 w 91"/>
                  <a:gd name="T33" fmla="*/ 0 h 91"/>
                  <a:gd name="T34" fmla="*/ 0 w 91"/>
                  <a:gd name="T35" fmla="*/ 0 h 91"/>
                  <a:gd name="T36" fmla="*/ 0 w 91"/>
                  <a:gd name="T37" fmla="*/ 0 h 91"/>
                  <a:gd name="T38" fmla="*/ 0 w 91"/>
                  <a:gd name="T39" fmla="*/ 0 h 91"/>
                  <a:gd name="T40" fmla="*/ 0 w 91"/>
                  <a:gd name="T41" fmla="*/ 0 h 91"/>
                  <a:gd name="T42" fmla="*/ 0 w 91"/>
                  <a:gd name="T43" fmla="*/ 0 h 91"/>
                  <a:gd name="T44" fmla="*/ 0 w 91"/>
                  <a:gd name="T45" fmla="*/ 0 h 91"/>
                  <a:gd name="T46" fmla="*/ 0 w 91"/>
                  <a:gd name="T47" fmla="*/ 0 h 91"/>
                  <a:gd name="T48" fmla="*/ 0 w 91"/>
                  <a:gd name="T49" fmla="*/ 0 h 91"/>
                  <a:gd name="T50" fmla="*/ 0 w 91"/>
                  <a:gd name="T51" fmla="*/ 0 h 91"/>
                  <a:gd name="T52" fmla="*/ 0 w 91"/>
                  <a:gd name="T53" fmla="*/ 0 h 91"/>
                  <a:gd name="T54" fmla="*/ 0 w 91"/>
                  <a:gd name="T55" fmla="*/ 0 h 91"/>
                  <a:gd name="T56" fmla="*/ 0 w 91"/>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1"/>
                  <a:gd name="T89" fmla="*/ 91 w 91"/>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1">
                    <a:moveTo>
                      <a:pt x="91" y="40"/>
                    </a:moveTo>
                    <a:lnTo>
                      <a:pt x="91" y="40"/>
                    </a:lnTo>
                    <a:lnTo>
                      <a:pt x="81" y="30"/>
                    </a:lnTo>
                    <a:lnTo>
                      <a:pt x="81" y="10"/>
                    </a:lnTo>
                    <a:lnTo>
                      <a:pt x="61" y="0"/>
                    </a:lnTo>
                    <a:lnTo>
                      <a:pt x="51" y="0"/>
                    </a:lnTo>
                    <a:lnTo>
                      <a:pt x="30" y="0"/>
                    </a:lnTo>
                    <a:lnTo>
                      <a:pt x="30" y="10"/>
                    </a:lnTo>
                    <a:lnTo>
                      <a:pt x="10" y="10"/>
                    </a:lnTo>
                    <a:lnTo>
                      <a:pt x="10" y="30"/>
                    </a:lnTo>
                    <a:lnTo>
                      <a:pt x="0" y="40"/>
                    </a:lnTo>
                    <a:lnTo>
                      <a:pt x="0" y="50"/>
                    </a:lnTo>
                    <a:lnTo>
                      <a:pt x="0" y="60"/>
                    </a:lnTo>
                    <a:lnTo>
                      <a:pt x="10" y="60"/>
                    </a:lnTo>
                    <a:lnTo>
                      <a:pt x="10" y="81"/>
                    </a:lnTo>
                    <a:lnTo>
                      <a:pt x="20" y="91"/>
                    </a:lnTo>
                    <a:lnTo>
                      <a:pt x="30" y="91"/>
                    </a:lnTo>
                    <a:lnTo>
                      <a:pt x="51" y="91"/>
                    </a:lnTo>
                    <a:lnTo>
                      <a:pt x="61" y="91"/>
                    </a:lnTo>
                    <a:lnTo>
                      <a:pt x="71" y="91"/>
                    </a:lnTo>
                    <a:lnTo>
                      <a:pt x="81" y="81"/>
                    </a:lnTo>
                    <a:lnTo>
                      <a:pt x="81" y="70"/>
                    </a:lnTo>
                    <a:lnTo>
                      <a:pt x="91" y="60"/>
                    </a:lnTo>
                    <a:lnTo>
                      <a:pt x="91" y="4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7" name="Freeform 765">
                <a:extLst>
                  <a:ext uri="{FF2B5EF4-FFF2-40B4-BE49-F238E27FC236}">
                    <a16:creationId xmlns:a16="http://schemas.microsoft.com/office/drawing/2014/main" id="{3024F926-C2E8-059A-3AD8-38E195A5801A}"/>
                  </a:ext>
                </a:extLst>
              </p:cNvPr>
              <p:cNvSpPr>
                <a:spLocks/>
              </p:cNvSpPr>
              <p:nvPr/>
            </p:nvSpPr>
            <p:spPr bwMode="auto">
              <a:xfrm>
                <a:off x="2015" y="1979"/>
                <a:ext cx="11" cy="11"/>
              </a:xfrm>
              <a:custGeom>
                <a:avLst/>
                <a:gdLst>
                  <a:gd name="T0" fmla="*/ 0 w 91"/>
                  <a:gd name="T1" fmla="*/ 0 h 90"/>
                  <a:gd name="T2" fmla="*/ 0 w 91"/>
                  <a:gd name="T3" fmla="*/ 0 h 90"/>
                  <a:gd name="T4" fmla="*/ 0 w 91"/>
                  <a:gd name="T5" fmla="*/ 0 h 90"/>
                  <a:gd name="T6" fmla="*/ 0 w 91"/>
                  <a:gd name="T7" fmla="*/ 0 h 90"/>
                  <a:gd name="T8" fmla="*/ 0 w 91"/>
                  <a:gd name="T9" fmla="*/ 0 h 90"/>
                  <a:gd name="T10" fmla="*/ 0 w 91"/>
                  <a:gd name="T11" fmla="*/ 0 h 90"/>
                  <a:gd name="T12" fmla="*/ 0 w 91"/>
                  <a:gd name="T13" fmla="*/ 0 h 90"/>
                  <a:gd name="T14" fmla="*/ 0 w 91"/>
                  <a:gd name="T15" fmla="*/ 0 h 90"/>
                  <a:gd name="T16" fmla="*/ 0 w 91"/>
                  <a:gd name="T17" fmla="*/ 0 h 90"/>
                  <a:gd name="T18" fmla="*/ 0 w 91"/>
                  <a:gd name="T19" fmla="*/ 0 h 90"/>
                  <a:gd name="T20" fmla="*/ 0 w 91"/>
                  <a:gd name="T21" fmla="*/ 0 h 90"/>
                  <a:gd name="T22" fmla="*/ 0 w 91"/>
                  <a:gd name="T23" fmla="*/ 0 h 90"/>
                  <a:gd name="T24" fmla="*/ 0 w 91"/>
                  <a:gd name="T25" fmla="*/ 0 h 90"/>
                  <a:gd name="T26" fmla="*/ 0 w 91"/>
                  <a:gd name="T27" fmla="*/ 0 h 90"/>
                  <a:gd name="T28" fmla="*/ 0 w 91"/>
                  <a:gd name="T29" fmla="*/ 0 h 90"/>
                  <a:gd name="T30" fmla="*/ 0 w 91"/>
                  <a:gd name="T31" fmla="*/ 0 h 90"/>
                  <a:gd name="T32" fmla="*/ 0 w 91"/>
                  <a:gd name="T33" fmla="*/ 0 h 90"/>
                  <a:gd name="T34" fmla="*/ 0 w 91"/>
                  <a:gd name="T35" fmla="*/ 0 h 90"/>
                  <a:gd name="T36" fmla="*/ 0 w 91"/>
                  <a:gd name="T37" fmla="*/ 0 h 90"/>
                  <a:gd name="T38" fmla="*/ 0 w 91"/>
                  <a:gd name="T39" fmla="*/ 0 h 90"/>
                  <a:gd name="T40" fmla="*/ 0 w 91"/>
                  <a:gd name="T41" fmla="*/ 0 h 90"/>
                  <a:gd name="T42" fmla="*/ 0 w 91"/>
                  <a:gd name="T43" fmla="*/ 0 h 90"/>
                  <a:gd name="T44" fmla="*/ 0 w 91"/>
                  <a:gd name="T45" fmla="*/ 0 h 90"/>
                  <a:gd name="T46" fmla="*/ 0 w 91"/>
                  <a:gd name="T47" fmla="*/ 0 h 90"/>
                  <a:gd name="T48" fmla="*/ 0 w 91"/>
                  <a:gd name="T49" fmla="*/ 0 h 90"/>
                  <a:gd name="T50" fmla="*/ 0 w 91"/>
                  <a:gd name="T51" fmla="*/ 0 h 90"/>
                  <a:gd name="T52" fmla="*/ 0 w 91"/>
                  <a:gd name="T53" fmla="*/ 0 h 90"/>
                  <a:gd name="T54" fmla="*/ 0 w 91"/>
                  <a:gd name="T55" fmla="*/ 0 h 90"/>
                  <a:gd name="T56" fmla="*/ 0 w 91"/>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0"/>
                  <a:gd name="T89" fmla="*/ 91 w 91"/>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0">
                    <a:moveTo>
                      <a:pt x="91" y="49"/>
                    </a:moveTo>
                    <a:lnTo>
                      <a:pt x="91" y="39"/>
                    </a:lnTo>
                    <a:lnTo>
                      <a:pt x="81" y="29"/>
                    </a:lnTo>
                    <a:lnTo>
                      <a:pt x="81" y="19"/>
                    </a:lnTo>
                    <a:lnTo>
                      <a:pt x="81" y="10"/>
                    </a:lnTo>
                    <a:lnTo>
                      <a:pt x="61" y="0"/>
                    </a:lnTo>
                    <a:lnTo>
                      <a:pt x="51" y="0"/>
                    </a:lnTo>
                    <a:lnTo>
                      <a:pt x="30" y="0"/>
                    </a:lnTo>
                    <a:lnTo>
                      <a:pt x="30" y="10"/>
                    </a:lnTo>
                    <a:lnTo>
                      <a:pt x="10" y="10"/>
                    </a:lnTo>
                    <a:lnTo>
                      <a:pt x="10" y="19"/>
                    </a:lnTo>
                    <a:lnTo>
                      <a:pt x="10" y="29"/>
                    </a:lnTo>
                    <a:lnTo>
                      <a:pt x="0" y="39"/>
                    </a:lnTo>
                    <a:lnTo>
                      <a:pt x="0" y="49"/>
                    </a:lnTo>
                    <a:lnTo>
                      <a:pt x="0" y="60"/>
                    </a:lnTo>
                    <a:lnTo>
                      <a:pt x="10" y="70"/>
                    </a:lnTo>
                    <a:lnTo>
                      <a:pt x="10" y="80"/>
                    </a:lnTo>
                    <a:lnTo>
                      <a:pt x="20" y="90"/>
                    </a:lnTo>
                    <a:lnTo>
                      <a:pt x="30" y="90"/>
                    </a:lnTo>
                    <a:lnTo>
                      <a:pt x="51" y="90"/>
                    </a:lnTo>
                    <a:lnTo>
                      <a:pt x="61" y="90"/>
                    </a:lnTo>
                    <a:lnTo>
                      <a:pt x="71" y="90"/>
                    </a:lnTo>
                    <a:lnTo>
                      <a:pt x="81" y="80"/>
                    </a:lnTo>
                    <a:lnTo>
                      <a:pt x="81" y="70"/>
                    </a:lnTo>
                    <a:lnTo>
                      <a:pt x="91" y="70"/>
                    </a:lnTo>
                    <a:lnTo>
                      <a:pt x="91" y="60"/>
                    </a:lnTo>
                    <a:lnTo>
                      <a:pt x="91" y="49"/>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8" name="Freeform 766">
                <a:extLst>
                  <a:ext uri="{FF2B5EF4-FFF2-40B4-BE49-F238E27FC236}">
                    <a16:creationId xmlns:a16="http://schemas.microsoft.com/office/drawing/2014/main" id="{A3775A6B-B58A-845A-1860-B8CEAE6E47F7}"/>
                  </a:ext>
                </a:extLst>
              </p:cNvPr>
              <p:cNvSpPr>
                <a:spLocks/>
              </p:cNvSpPr>
              <p:nvPr/>
            </p:nvSpPr>
            <p:spPr bwMode="auto">
              <a:xfrm>
                <a:off x="2015" y="2040"/>
                <a:ext cx="11" cy="12"/>
              </a:xfrm>
              <a:custGeom>
                <a:avLst/>
                <a:gdLst>
                  <a:gd name="T0" fmla="*/ 0 w 91"/>
                  <a:gd name="T1" fmla="*/ 0 h 100"/>
                  <a:gd name="T2" fmla="*/ 0 w 91"/>
                  <a:gd name="T3" fmla="*/ 0 h 100"/>
                  <a:gd name="T4" fmla="*/ 0 w 91"/>
                  <a:gd name="T5" fmla="*/ 0 h 100"/>
                  <a:gd name="T6" fmla="*/ 0 w 91"/>
                  <a:gd name="T7" fmla="*/ 0 h 100"/>
                  <a:gd name="T8" fmla="*/ 0 w 91"/>
                  <a:gd name="T9" fmla="*/ 0 h 100"/>
                  <a:gd name="T10" fmla="*/ 0 w 91"/>
                  <a:gd name="T11" fmla="*/ 0 h 100"/>
                  <a:gd name="T12" fmla="*/ 0 w 91"/>
                  <a:gd name="T13" fmla="*/ 0 h 100"/>
                  <a:gd name="T14" fmla="*/ 0 w 91"/>
                  <a:gd name="T15" fmla="*/ 0 h 100"/>
                  <a:gd name="T16" fmla="*/ 0 w 91"/>
                  <a:gd name="T17" fmla="*/ 0 h 100"/>
                  <a:gd name="T18" fmla="*/ 0 w 91"/>
                  <a:gd name="T19" fmla="*/ 0 h 100"/>
                  <a:gd name="T20" fmla="*/ 0 w 91"/>
                  <a:gd name="T21" fmla="*/ 0 h 100"/>
                  <a:gd name="T22" fmla="*/ 0 w 91"/>
                  <a:gd name="T23" fmla="*/ 0 h 100"/>
                  <a:gd name="T24" fmla="*/ 0 w 91"/>
                  <a:gd name="T25" fmla="*/ 0 h 100"/>
                  <a:gd name="T26" fmla="*/ 0 w 91"/>
                  <a:gd name="T27" fmla="*/ 0 h 100"/>
                  <a:gd name="T28" fmla="*/ 0 w 91"/>
                  <a:gd name="T29" fmla="*/ 0 h 100"/>
                  <a:gd name="T30" fmla="*/ 0 w 91"/>
                  <a:gd name="T31" fmla="*/ 0 h 100"/>
                  <a:gd name="T32" fmla="*/ 0 w 91"/>
                  <a:gd name="T33" fmla="*/ 0 h 100"/>
                  <a:gd name="T34" fmla="*/ 0 w 91"/>
                  <a:gd name="T35" fmla="*/ 0 h 100"/>
                  <a:gd name="T36" fmla="*/ 0 w 91"/>
                  <a:gd name="T37" fmla="*/ 0 h 100"/>
                  <a:gd name="T38" fmla="*/ 0 w 91"/>
                  <a:gd name="T39" fmla="*/ 0 h 100"/>
                  <a:gd name="T40" fmla="*/ 0 w 91"/>
                  <a:gd name="T41" fmla="*/ 0 h 100"/>
                  <a:gd name="T42" fmla="*/ 0 w 91"/>
                  <a:gd name="T43" fmla="*/ 0 h 100"/>
                  <a:gd name="T44" fmla="*/ 0 w 91"/>
                  <a:gd name="T45" fmla="*/ 0 h 100"/>
                  <a:gd name="T46" fmla="*/ 0 w 91"/>
                  <a:gd name="T47" fmla="*/ 0 h 100"/>
                  <a:gd name="T48" fmla="*/ 0 w 91"/>
                  <a:gd name="T49" fmla="*/ 0 h 100"/>
                  <a:gd name="T50" fmla="*/ 0 w 91"/>
                  <a:gd name="T51" fmla="*/ 0 h 100"/>
                  <a:gd name="T52" fmla="*/ 0 w 91"/>
                  <a:gd name="T53" fmla="*/ 0 h 100"/>
                  <a:gd name="T54" fmla="*/ 0 w 91"/>
                  <a:gd name="T55" fmla="*/ 0 h 100"/>
                  <a:gd name="T56" fmla="*/ 0 w 91"/>
                  <a:gd name="T57" fmla="*/ 0 h 10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100"/>
                  <a:gd name="T89" fmla="*/ 91 w 91"/>
                  <a:gd name="T90" fmla="*/ 100 h 10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100">
                    <a:moveTo>
                      <a:pt x="91" y="50"/>
                    </a:moveTo>
                    <a:lnTo>
                      <a:pt x="91" y="40"/>
                    </a:lnTo>
                    <a:lnTo>
                      <a:pt x="81" y="30"/>
                    </a:lnTo>
                    <a:lnTo>
                      <a:pt x="81" y="21"/>
                    </a:lnTo>
                    <a:lnTo>
                      <a:pt x="81" y="11"/>
                    </a:lnTo>
                    <a:lnTo>
                      <a:pt x="61" y="0"/>
                    </a:lnTo>
                    <a:lnTo>
                      <a:pt x="51" y="0"/>
                    </a:lnTo>
                    <a:lnTo>
                      <a:pt x="30" y="0"/>
                    </a:lnTo>
                    <a:lnTo>
                      <a:pt x="30" y="11"/>
                    </a:lnTo>
                    <a:lnTo>
                      <a:pt x="10" y="11"/>
                    </a:lnTo>
                    <a:lnTo>
                      <a:pt x="10" y="21"/>
                    </a:lnTo>
                    <a:lnTo>
                      <a:pt x="10" y="30"/>
                    </a:lnTo>
                    <a:lnTo>
                      <a:pt x="0" y="40"/>
                    </a:lnTo>
                    <a:lnTo>
                      <a:pt x="0" y="50"/>
                    </a:lnTo>
                    <a:lnTo>
                      <a:pt x="0" y="60"/>
                    </a:lnTo>
                    <a:lnTo>
                      <a:pt x="10" y="70"/>
                    </a:lnTo>
                    <a:lnTo>
                      <a:pt x="10" y="80"/>
                    </a:lnTo>
                    <a:lnTo>
                      <a:pt x="20" y="90"/>
                    </a:lnTo>
                    <a:lnTo>
                      <a:pt x="30" y="90"/>
                    </a:lnTo>
                    <a:lnTo>
                      <a:pt x="30" y="100"/>
                    </a:lnTo>
                    <a:lnTo>
                      <a:pt x="51" y="100"/>
                    </a:lnTo>
                    <a:lnTo>
                      <a:pt x="61" y="100"/>
                    </a:lnTo>
                    <a:lnTo>
                      <a:pt x="71" y="90"/>
                    </a:lnTo>
                    <a:lnTo>
                      <a:pt x="81" y="80"/>
                    </a:lnTo>
                    <a:lnTo>
                      <a:pt x="91" y="70"/>
                    </a:lnTo>
                    <a:lnTo>
                      <a:pt x="91" y="60"/>
                    </a:lnTo>
                    <a:lnTo>
                      <a:pt x="91" y="5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9" name="Freeform 767">
                <a:extLst>
                  <a:ext uri="{FF2B5EF4-FFF2-40B4-BE49-F238E27FC236}">
                    <a16:creationId xmlns:a16="http://schemas.microsoft.com/office/drawing/2014/main" id="{8A63ADEF-0771-A141-54EE-31AEA31D437B}"/>
                  </a:ext>
                </a:extLst>
              </p:cNvPr>
              <p:cNvSpPr>
                <a:spLocks/>
              </p:cNvSpPr>
              <p:nvPr/>
            </p:nvSpPr>
            <p:spPr bwMode="auto">
              <a:xfrm>
                <a:off x="2015" y="2101"/>
                <a:ext cx="11" cy="11"/>
              </a:xfrm>
              <a:custGeom>
                <a:avLst/>
                <a:gdLst>
                  <a:gd name="T0" fmla="*/ 0 w 91"/>
                  <a:gd name="T1" fmla="*/ 0 h 90"/>
                  <a:gd name="T2" fmla="*/ 0 w 91"/>
                  <a:gd name="T3" fmla="*/ 0 h 90"/>
                  <a:gd name="T4" fmla="*/ 0 w 91"/>
                  <a:gd name="T5" fmla="*/ 0 h 90"/>
                  <a:gd name="T6" fmla="*/ 0 w 91"/>
                  <a:gd name="T7" fmla="*/ 0 h 90"/>
                  <a:gd name="T8" fmla="*/ 0 w 91"/>
                  <a:gd name="T9" fmla="*/ 0 h 90"/>
                  <a:gd name="T10" fmla="*/ 0 w 91"/>
                  <a:gd name="T11" fmla="*/ 0 h 90"/>
                  <a:gd name="T12" fmla="*/ 0 w 91"/>
                  <a:gd name="T13" fmla="*/ 0 h 90"/>
                  <a:gd name="T14" fmla="*/ 0 w 91"/>
                  <a:gd name="T15" fmla="*/ 0 h 90"/>
                  <a:gd name="T16" fmla="*/ 0 w 91"/>
                  <a:gd name="T17" fmla="*/ 0 h 90"/>
                  <a:gd name="T18" fmla="*/ 0 w 91"/>
                  <a:gd name="T19" fmla="*/ 0 h 90"/>
                  <a:gd name="T20" fmla="*/ 0 w 91"/>
                  <a:gd name="T21" fmla="*/ 0 h 90"/>
                  <a:gd name="T22" fmla="*/ 0 w 91"/>
                  <a:gd name="T23" fmla="*/ 0 h 90"/>
                  <a:gd name="T24" fmla="*/ 0 w 91"/>
                  <a:gd name="T25" fmla="*/ 0 h 90"/>
                  <a:gd name="T26" fmla="*/ 0 w 91"/>
                  <a:gd name="T27" fmla="*/ 0 h 90"/>
                  <a:gd name="T28" fmla="*/ 0 w 91"/>
                  <a:gd name="T29" fmla="*/ 0 h 90"/>
                  <a:gd name="T30" fmla="*/ 0 w 91"/>
                  <a:gd name="T31" fmla="*/ 0 h 90"/>
                  <a:gd name="T32" fmla="*/ 0 w 91"/>
                  <a:gd name="T33" fmla="*/ 0 h 90"/>
                  <a:gd name="T34" fmla="*/ 0 w 91"/>
                  <a:gd name="T35" fmla="*/ 0 h 90"/>
                  <a:gd name="T36" fmla="*/ 0 w 91"/>
                  <a:gd name="T37" fmla="*/ 0 h 90"/>
                  <a:gd name="T38" fmla="*/ 0 w 91"/>
                  <a:gd name="T39" fmla="*/ 0 h 90"/>
                  <a:gd name="T40" fmla="*/ 0 w 91"/>
                  <a:gd name="T41" fmla="*/ 0 h 90"/>
                  <a:gd name="T42" fmla="*/ 0 w 91"/>
                  <a:gd name="T43" fmla="*/ 0 h 90"/>
                  <a:gd name="T44" fmla="*/ 0 w 91"/>
                  <a:gd name="T45" fmla="*/ 0 h 90"/>
                  <a:gd name="T46" fmla="*/ 0 w 91"/>
                  <a:gd name="T47" fmla="*/ 0 h 90"/>
                  <a:gd name="T48" fmla="*/ 0 w 91"/>
                  <a:gd name="T49" fmla="*/ 0 h 90"/>
                  <a:gd name="T50" fmla="*/ 0 w 91"/>
                  <a:gd name="T51" fmla="*/ 0 h 90"/>
                  <a:gd name="T52" fmla="*/ 0 w 91"/>
                  <a:gd name="T53" fmla="*/ 0 h 90"/>
                  <a:gd name="T54" fmla="*/ 0 w 91"/>
                  <a:gd name="T55" fmla="*/ 0 h 90"/>
                  <a:gd name="T56" fmla="*/ 0 w 91"/>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0"/>
                  <a:gd name="T89" fmla="*/ 91 w 91"/>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0">
                    <a:moveTo>
                      <a:pt x="91" y="40"/>
                    </a:moveTo>
                    <a:lnTo>
                      <a:pt x="91" y="30"/>
                    </a:lnTo>
                    <a:lnTo>
                      <a:pt x="81" y="30"/>
                    </a:lnTo>
                    <a:lnTo>
                      <a:pt x="81" y="10"/>
                    </a:lnTo>
                    <a:lnTo>
                      <a:pt x="81" y="0"/>
                    </a:lnTo>
                    <a:lnTo>
                      <a:pt x="61" y="0"/>
                    </a:lnTo>
                    <a:lnTo>
                      <a:pt x="51" y="0"/>
                    </a:lnTo>
                    <a:lnTo>
                      <a:pt x="30" y="0"/>
                    </a:lnTo>
                    <a:lnTo>
                      <a:pt x="10" y="0"/>
                    </a:lnTo>
                    <a:lnTo>
                      <a:pt x="10" y="10"/>
                    </a:lnTo>
                    <a:lnTo>
                      <a:pt x="10" y="30"/>
                    </a:lnTo>
                    <a:lnTo>
                      <a:pt x="0" y="30"/>
                    </a:lnTo>
                    <a:lnTo>
                      <a:pt x="0" y="50"/>
                    </a:lnTo>
                    <a:lnTo>
                      <a:pt x="10" y="60"/>
                    </a:lnTo>
                    <a:lnTo>
                      <a:pt x="10" y="69"/>
                    </a:lnTo>
                    <a:lnTo>
                      <a:pt x="20" y="80"/>
                    </a:lnTo>
                    <a:lnTo>
                      <a:pt x="30" y="80"/>
                    </a:lnTo>
                    <a:lnTo>
                      <a:pt x="30" y="90"/>
                    </a:lnTo>
                    <a:lnTo>
                      <a:pt x="51" y="90"/>
                    </a:lnTo>
                    <a:lnTo>
                      <a:pt x="61" y="90"/>
                    </a:lnTo>
                    <a:lnTo>
                      <a:pt x="71" y="80"/>
                    </a:lnTo>
                    <a:lnTo>
                      <a:pt x="81" y="69"/>
                    </a:lnTo>
                    <a:lnTo>
                      <a:pt x="91" y="60"/>
                    </a:lnTo>
                    <a:lnTo>
                      <a:pt x="91" y="50"/>
                    </a:lnTo>
                    <a:lnTo>
                      <a:pt x="91" y="4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0" name="Freeform 768">
                <a:extLst>
                  <a:ext uri="{FF2B5EF4-FFF2-40B4-BE49-F238E27FC236}">
                    <a16:creationId xmlns:a16="http://schemas.microsoft.com/office/drawing/2014/main" id="{517A45C3-9AE2-D388-3578-8E5A85C814EF}"/>
                  </a:ext>
                </a:extLst>
              </p:cNvPr>
              <p:cNvSpPr>
                <a:spLocks/>
              </p:cNvSpPr>
              <p:nvPr/>
            </p:nvSpPr>
            <p:spPr bwMode="auto">
              <a:xfrm>
                <a:off x="2015" y="2161"/>
                <a:ext cx="11" cy="12"/>
              </a:xfrm>
              <a:custGeom>
                <a:avLst/>
                <a:gdLst>
                  <a:gd name="T0" fmla="*/ 0 w 91"/>
                  <a:gd name="T1" fmla="*/ 0 h 90"/>
                  <a:gd name="T2" fmla="*/ 0 w 91"/>
                  <a:gd name="T3" fmla="*/ 0 h 90"/>
                  <a:gd name="T4" fmla="*/ 0 w 91"/>
                  <a:gd name="T5" fmla="*/ 0 h 90"/>
                  <a:gd name="T6" fmla="*/ 0 w 91"/>
                  <a:gd name="T7" fmla="*/ 0 h 90"/>
                  <a:gd name="T8" fmla="*/ 0 w 91"/>
                  <a:gd name="T9" fmla="*/ 0 h 90"/>
                  <a:gd name="T10" fmla="*/ 0 w 91"/>
                  <a:gd name="T11" fmla="*/ 0 h 90"/>
                  <a:gd name="T12" fmla="*/ 0 w 91"/>
                  <a:gd name="T13" fmla="*/ 0 h 90"/>
                  <a:gd name="T14" fmla="*/ 0 w 91"/>
                  <a:gd name="T15" fmla="*/ 0 h 90"/>
                  <a:gd name="T16" fmla="*/ 0 w 91"/>
                  <a:gd name="T17" fmla="*/ 0 h 90"/>
                  <a:gd name="T18" fmla="*/ 0 w 91"/>
                  <a:gd name="T19" fmla="*/ 0 h 90"/>
                  <a:gd name="T20" fmla="*/ 0 w 91"/>
                  <a:gd name="T21" fmla="*/ 0 h 90"/>
                  <a:gd name="T22" fmla="*/ 0 w 91"/>
                  <a:gd name="T23" fmla="*/ 0 h 90"/>
                  <a:gd name="T24" fmla="*/ 0 w 91"/>
                  <a:gd name="T25" fmla="*/ 0 h 90"/>
                  <a:gd name="T26" fmla="*/ 0 w 91"/>
                  <a:gd name="T27" fmla="*/ 0 h 90"/>
                  <a:gd name="T28" fmla="*/ 0 w 91"/>
                  <a:gd name="T29" fmla="*/ 0 h 90"/>
                  <a:gd name="T30" fmla="*/ 0 w 91"/>
                  <a:gd name="T31" fmla="*/ 0 h 90"/>
                  <a:gd name="T32" fmla="*/ 0 w 91"/>
                  <a:gd name="T33" fmla="*/ 0 h 90"/>
                  <a:gd name="T34" fmla="*/ 0 w 91"/>
                  <a:gd name="T35" fmla="*/ 0 h 90"/>
                  <a:gd name="T36" fmla="*/ 0 w 91"/>
                  <a:gd name="T37" fmla="*/ 0 h 90"/>
                  <a:gd name="T38" fmla="*/ 0 w 91"/>
                  <a:gd name="T39" fmla="*/ 0 h 90"/>
                  <a:gd name="T40" fmla="*/ 0 w 91"/>
                  <a:gd name="T41" fmla="*/ 0 h 90"/>
                  <a:gd name="T42" fmla="*/ 0 w 91"/>
                  <a:gd name="T43" fmla="*/ 0 h 90"/>
                  <a:gd name="T44" fmla="*/ 0 w 91"/>
                  <a:gd name="T45" fmla="*/ 0 h 90"/>
                  <a:gd name="T46" fmla="*/ 0 w 91"/>
                  <a:gd name="T47" fmla="*/ 0 h 90"/>
                  <a:gd name="T48" fmla="*/ 0 w 91"/>
                  <a:gd name="T49" fmla="*/ 0 h 90"/>
                  <a:gd name="T50" fmla="*/ 0 w 91"/>
                  <a:gd name="T51" fmla="*/ 0 h 90"/>
                  <a:gd name="T52" fmla="*/ 0 w 91"/>
                  <a:gd name="T53" fmla="*/ 0 h 90"/>
                  <a:gd name="T54" fmla="*/ 0 w 91"/>
                  <a:gd name="T55" fmla="*/ 0 h 90"/>
                  <a:gd name="T56" fmla="*/ 0 w 91"/>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0"/>
                  <a:gd name="T89" fmla="*/ 91 w 91"/>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0">
                    <a:moveTo>
                      <a:pt x="91" y="41"/>
                    </a:moveTo>
                    <a:lnTo>
                      <a:pt x="91" y="31"/>
                    </a:lnTo>
                    <a:lnTo>
                      <a:pt x="81" y="31"/>
                    </a:lnTo>
                    <a:lnTo>
                      <a:pt x="81" y="10"/>
                    </a:lnTo>
                    <a:lnTo>
                      <a:pt x="61" y="0"/>
                    </a:lnTo>
                    <a:lnTo>
                      <a:pt x="51" y="0"/>
                    </a:lnTo>
                    <a:lnTo>
                      <a:pt x="30" y="0"/>
                    </a:lnTo>
                    <a:lnTo>
                      <a:pt x="30" y="10"/>
                    </a:lnTo>
                    <a:lnTo>
                      <a:pt x="10" y="10"/>
                    </a:lnTo>
                    <a:lnTo>
                      <a:pt x="10" y="31"/>
                    </a:lnTo>
                    <a:lnTo>
                      <a:pt x="0" y="31"/>
                    </a:lnTo>
                    <a:lnTo>
                      <a:pt x="0" y="51"/>
                    </a:lnTo>
                    <a:lnTo>
                      <a:pt x="0" y="61"/>
                    </a:lnTo>
                    <a:lnTo>
                      <a:pt x="10" y="61"/>
                    </a:lnTo>
                    <a:lnTo>
                      <a:pt x="10" y="80"/>
                    </a:lnTo>
                    <a:lnTo>
                      <a:pt x="20" y="80"/>
                    </a:lnTo>
                    <a:lnTo>
                      <a:pt x="30" y="80"/>
                    </a:lnTo>
                    <a:lnTo>
                      <a:pt x="30" y="90"/>
                    </a:lnTo>
                    <a:lnTo>
                      <a:pt x="51" y="90"/>
                    </a:lnTo>
                    <a:lnTo>
                      <a:pt x="61" y="90"/>
                    </a:lnTo>
                    <a:lnTo>
                      <a:pt x="71" y="80"/>
                    </a:lnTo>
                    <a:lnTo>
                      <a:pt x="81" y="80"/>
                    </a:lnTo>
                    <a:lnTo>
                      <a:pt x="81" y="70"/>
                    </a:lnTo>
                    <a:lnTo>
                      <a:pt x="91" y="61"/>
                    </a:lnTo>
                    <a:lnTo>
                      <a:pt x="91" y="4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1" name="Rectangle 769">
                <a:extLst>
                  <a:ext uri="{FF2B5EF4-FFF2-40B4-BE49-F238E27FC236}">
                    <a16:creationId xmlns:a16="http://schemas.microsoft.com/office/drawing/2014/main" id="{1A4DFC0B-564F-E85B-E84B-A701AC55C653}"/>
                  </a:ext>
                </a:extLst>
              </p:cNvPr>
              <p:cNvSpPr>
                <a:spLocks noChangeArrowheads="1"/>
              </p:cNvSpPr>
              <p:nvPr/>
            </p:nvSpPr>
            <p:spPr bwMode="auto">
              <a:xfrm>
                <a:off x="2386" y="1704"/>
                <a:ext cx="408" cy="50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92" name="Freeform 770">
                <a:extLst>
                  <a:ext uri="{FF2B5EF4-FFF2-40B4-BE49-F238E27FC236}">
                    <a16:creationId xmlns:a16="http://schemas.microsoft.com/office/drawing/2014/main" id="{B7B310E1-C1A2-1FD6-2275-F800ACB35F72}"/>
                  </a:ext>
                </a:extLst>
              </p:cNvPr>
              <p:cNvSpPr>
                <a:spLocks/>
              </p:cNvSpPr>
              <p:nvPr/>
            </p:nvSpPr>
            <p:spPr bwMode="auto">
              <a:xfrm>
                <a:off x="2581" y="1739"/>
                <a:ext cx="11" cy="11"/>
              </a:xfrm>
              <a:custGeom>
                <a:avLst/>
                <a:gdLst>
                  <a:gd name="T0" fmla="*/ 0 w 90"/>
                  <a:gd name="T1" fmla="*/ 0 h 91"/>
                  <a:gd name="T2" fmla="*/ 0 w 90"/>
                  <a:gd name="T3" fmla="*/ 0 h 91"/>
                  <a:gd name="T4" fmla="*/ 0 w 90"/>
                  <a:gd name="T5" fmla="*/ 0 h 91"/>
                  <a:gd name="T6" fmla="*/ 0 w 90"/>
                  <a:gd name="T7" fmla="*/ 0 h 91"/>
                  <a:gd name="T8" fmla="*/ 0 w 90"/>
                  <a:gd name="T9" fmla="*/ 0 h 91"/>
                  <a:gd name="T10" fmla="*/ 0 w 90"/>
                  <a:gd name="T11" fmla="*/ 0 h 91"/>
                  <a:gd name="T12" fmla="*/ 0 w 90"/>
                  <a:gd name="T13" fmla="*/ 0 h 91"/>
                  <a:gd name="T14" fmla="*/ 0 w 90"/>
                  <a:gd name="T15" fmla="*/ 0 h 91"/>
                  <a:gd name="T16" fmla="*/ 0 w 90"/>
                  <a:gd name="T17" fmla="*/ 0 h 91"/>
                  <a:gd name="T18" fmla="*/ 0 w 90"/>
                  <a:gd name="T19" fmla="*/ 0 h 91"/>
                  <a:gd name="T20" fmla="*/ 0 w 90"/>
                  <a:gd name="T21" fmla="*/ 0 h 91"/>
                  <a:gd name="T22" fmla="*/ 0 w 90"/>
                  <a:gd name="T23" fmla="*/ 0 h 91"/>
                  <a:gd name="T24" fmla="*/ 0 w 90"/>
                  <a:gd name="T25" fmla="*/ 0 h 91"/>
                  <a:gd name="T26" fmla="*/ 0 w 90"/>
                  <a:gd name="T27" fmla="*/ 0 h 91"/>
                  <a:gd name="T28" fmla="*/ 0 w 90"/>
                  <a:gd name="T29" fmla="*/ 0 h 91"/>
                  <a:gd name="T30" fmla="*/ 0 w 90"/>
                  <a:gd name="T31" fmla="*/ 0 h 91"/>
                  <a:gd name="T32" fmla="*/ 0 w 90"/>
                  <a:gd name="T33" fmla="*/ 0 h 91"/>
                  <a:gd name="T34" fmla="*/ 0 w 90"/>
                  <a:gd name="T35" fmla="*/ 0 h 91"/>
                  <a:gd name="T36" fmla="*/ 0 w 90"/>
                  <a:gd name="T37" fmla="*/ 0 h 91"/>
                  <a:gd name="T38" fmla="*/ 0 w 90"/>
                  <a:gd name="T39" fmla="*/ 0 h 91"/>
                  <a:gd name="T40" fmla="*/ 0 w 90"/>
                  <a:gd name="T41" fmla="*/ 0 h 91"/>
                  <a:gd name="T42" fmla="*/ 0 w 90"/>
                  <a:gd name="T43" fmla="*/ 0 h 91"/>
                  <a:gd name="T44" fmla="*/ 0 w 90"/>
                  <a:gd name="T45" fmla="*/ 0 h 91"/>
                  <a:gd name="T46" fmla="*/ 0 w 90"/>
                  <a:gd name="T47" fmla="*/ 0 h 91"/>
                  <a:gd name="T48" fmla="*/ 0 w 90"/>
                  <a:gd name="T49" fmla="*/ 0 h 91"/>
                  <a:gd name="T50" fmla="*/ 0 w 90"/>
                  <a:gd name="T51" fmla="*/ 0 h 91"/>
                  <a:gd name="T52" fmla="*/ 0 w 90"/>
                  <a:gd name="T53" fmla="*/ 0 h 91"/>
                  <a:gd name="T54" fmla="*/ 0 w 90"/>
                  <a:gd name="T55" fmla="*/ 0 h 91"/>
                  <a:gd name="T56" fmla="*/ 0 w 90"/>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1"/>
                  <a:gd name="T89" fmla="*/ 90 w 90"/>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1">
                    <a:moveTo>
                      <a:pt x="90" y="40"/>
                    </a:moveTo>
                    <a:lnTo>
                      <a:pt x="90" y="30"/>
                    </a:lnTo>
                    <a:lnTo>
                      <a:pt x="80" y="30"/>
                    </a:lnTo>
                    <a:lnTo>
                      <a:pt x="80" y="10"/>
                    </a:lnTo>
                    <a:lnTo>
                      <a:pt x="60" y="0"/>
                    </a:lnTo>
                    <a:lnTo>
                      <a:pt x="50" y="0"/>
                    </a:lnTo>
                    <a:lnTo>
                      <a:pt x="31" y="0"/>
                    </a:lnTo>
                    <a:lnTo>
                      <a:pt x="31" y="10"/>
                    </a:lnTo>
                    <a:lnTo>
                      <a:pt x="10" y="10"/>
                    </a:lnTo>
                    <a:lnTo>
                      <a:pt x="0" y="10"/>
                    </a:lnTo>
                    <a:lnTo>
                      <a:pt x="0" y="30"/>
                    </a:lnTo>
                    <a:lnTo>
                      <a:pt x="0" y="50"/>
                    </a:lnTo>
                    <a:lnTo>
                      <a:pt x="0" y="60"/>
                    </a:lnTo>
                    <a:lnTo>
                      <a:pt x="10" y="81"/>
                    </a:lnTo>
                    <a:lnTo>
                      <a:pt x="21" y="81"/>
                    </a:lnTo>
                    <a:lnTo>
                      <a:pt x="31" y="81"/>
                    </a:lnTo>
                    <a:lnTo>
                      <a:pt x="31" y="91"/>
                    </a:lnTo>
                    <a:lnTo>
                      <a:pt x="50" y="91"/>
                    </a:lnTo>
                    <a:lnTo>
                      <a:pt x="70" y="81"/>
                    </a:lnTo>
                    <a:lnTo>
                      <a:pt x="80" y="81"/>
                    </a:lnTo>
                    <a:lnTo>
                      <a:pt x="80" y="70"/>
                    </a:lnTo>
                    <a:lnTo>
                      <a:pt x="90" y="60"/>
                    </a:lnTo>
                    <a:lnTo>
                      <a:pt x="90" y="4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3" name="Freeform 771">
                <a:extLst>
                  <a:ext uri="{FF2B5EF4-FFF2-40B4-BE49-F238E27FC236}">
                    <a16:creationId xmlns:a16="http://schemas.microsoft.com/office/drawing/2014/main" id="{3B9FB743-97ED-B6D2-B749-6EC9AFAFA05E}"/>
                  </a:ext>
                </a:extLst>
              </p:cNvPr>
              <p:cNvSpPr>
                <a:spLocks/>
              </p:cNvSpPr>
              <p:nvPr/>
            </p:nvSpPr>
            <p:spPr bwMode="auto">
              <a:xfrm>
                <a:off x="2581" y="1798"/>
                <a:ext cx="11" cy="13"/>
              </a:xfrm>
              <a:custGeom>
                <a:avLst/>
                <a:gdLst>
                  <a:gd name="T0" fmla="*/ 0 w 90"/>
                  <a:gd name="T1" fmla="*/ 0 h 99"/>
                  <a:gd name="T2" fmla="*/ 0 w 90"/>
                  <a:gd name="T3" fmla="*/ 0 h 99"/>
                  <a:gd name="T4" fmla="*/ 0 w 90"/>
                  <a:gd name="T5" fmla="*/ 0 h 99"/>
                  <a:gd name="T6" fmla="*/ 0 w 90"/>
                  <a:gd name="T7" fmla="*/ 0 h 99"/>
                  <a:gd name="T8" fmla="*/ 0 w 90"/>
                  <a:gd name="T9" fmla="*/ 0 h 99"/>
                  <a:gd name="T10" fmla="*/ 0 w 90"/>
                  <a:gd name="T11" fmla="*/ 0 h 99"/>
                  <a:gd name="T12" fmla="*/ 0 w 90"/>
                  <a:gd name="T13" fmla="*/ 0 h 99"/>
                  <a:gd name="T14" fmla="*/ 0 w 90"/>
                  <a:gd name="T15" fmla="*/ 0 h 99"/>
                  <a:gd name="T16" fmla="*/ 0 w 90"/>
                  <a:gd name="T17" fmla="*/ 0 h 99"/>
                  <a:gd name="T18" fmla="*/ 0 w 90"/>
                  <a:gd name="T19" fmla="*/ 0 h 99"/>
                  <a:gd name="T20" fmla="*/ 0 w 90"/>
                  <a:gd name="T21" fmla="*/ 0 h 99"/>
                  <a:gd name="T22" fmla="*/ 0 w 90"/>
                  <a:gd name="T23" fmla="*/ 0 h 99"/>
                  <a:gd name="T24" fmla="*/ 0 w 90"/>
                  <a:gd name="T25" fmla="*/ 0 h 99"/>
                  <a:gd name="T26" fmla="*/ 0 w 90"/>
                  <a:gd name="T27" fmla="*/ 0 h 99"/>
                  <a:gd name="T28" fmla="*/ 0 w 90"/>
                  <a:gd name="T29" fmla="*/ 0 h 99"/>
                  <a:gd name="T30" fmla="*/ 0 w 90"/>
                  <a:gd name="T31" fmla="*/ 0 h 99"/>
                  <a:gd name="T32" fmla="*/ 0 w 90"/>
                  <a:gd name="T33" fmla="*/ 0 h 99"/>
                  <a:gd name="T34" fmla="*/ 0 w 90"/>
                  <a:gd name="T35" fmla="*/ 0 h 99"/>
                  <a:gd name="T36" fmla="*/ 0 w 90"/>
                  <a:gd name="T37" fmla="*/ 0 h 99"/>
                  <a:gd name="T38" fmla="*/ 0 w 90"/>
                  <a:gd name="T39" fmla="*/ 0 h 99"/>
                  <a:gd name="T40" fmla="*/ 0 w 90"/>
                  <a:gd name="T41" fmla="*/ 0 h 99"/>
                  <a:gd name="T42" fmla="*/ 0 w 90"/>
                  <a:gd name="T43" fmla="*/ 0 h 99"/>
                  <a:gd name="T44" fmla="*/ 0 w 90"/>
                  <a:gd name="T45" fmla="*/ 0 h 99"/>
                  <a:gd name="T46" fmla="*/ 0 w 90"/>
                  <a:gd name="T47" fmla="*/ 0 h 99"/>
                  <a:gd name="T48" fmla="*/ 0 w 90"/>
                  <a:gd name="T49" fmla="*/ 0 h 99"/>
                  <a:gd name="T50" fmla="*/ 0 w 90"/>
                  <a:gd name="T51" fmla="*/ 0 h 99"/>
                  <a:gd name="T52" fmla="*/ 0 w 90"/>
                  <a:gd name="T53" fmla="*/ 0 h 99"/>
                  <a:gd name="T54" fmla="*/ 0 w 90"/>
                  <a:gd name="T55" fmla="*/ 0 h 99"/>
                  <a:gd name="T56" fmla="*/ 0 w 90"/>
                  <a:gd name="T57" fmla="*/ 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9"/>
                  <a:gd name="T89" fmla="*/ 90 w 90"/>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9">
                    <a:moveTo>
                      <a:pt x="90" y="48"/>
                    </a:moveTo>
                    <a:lnTo>
                      <a:pt x="90" y="38"/>
                    </a:lnTo>
                    <a:lnTo>
                      <a:pt x="80" y="30"/>
                    </a:lnTo>
                    <a:lnTo>
                      <a:pt x="80" y="20"/>
                    </a:lnTo>
                    <a:lnTo>
                      <a:pt x="80" y="10"/>
                    </a:lnTo>
                    <a:lnTo>
                      <a:pt x="60" y="0"/>
                    </a:lnTo>
                    <a:lnTo>
                      <a:pt x="50" y="0"/>
                    </a:lnTo>
                    <a:lnTo>
                      <a:pt x="31" y="0"/>
                    </a:lnTo>
                    <a:lnTo>
                      <a:pt x="31" y="10"/>
                    </a:lnTo>
                    <a:lnTo>
                      <a:pt x="10" y="10"/>
                    </a:lnTo>
                    <a:lnTo>
                      <a:pt x="0" y="20"/>
                    </a:lnTo>
                    <a:lnTo>
                      <a:pt x="0" y="30"/>
                    </a:lnTo>
                    <a:lnTo>
                      <a:pt x="0" y="38"/>
                    </a:lnTo>
                    <a:lnTo>
                      <a:pt x="0" y="48"/>
                    </a:lnTo>
                    <a:lnTo>
                      <a:pt x="0" y="58"/>
                    </a:lnTo>
                    <a:lnTo>
                      <a:pt x="0" y="69"/>
                    </a:lnTo>
                    <a:lnTo>
                      <a:pt x="10" y="79"/>
                    </a:lnTo>
                    <a:lnTo>
                      <a:pt x="21" y="89"/>
                    </a:lnTo>
                    <a:lnTo>
                      <a:pt x="31" y="89"/>
                    </a:lnTo>
                    <a:lnTo>
                      <a:pt x="31" y="99"/>
                    </a:lnTo>
                    <a:lnTo>
                      <a:pt x="50" y="99"/>
                    </a:lnTo>
                    <a:lnTo>
                      <a:pt x="70" y="89"/>
                    </a:lnTo>
                    <a:lnTo>
                      <a:pt x="80" y="79"/>
                    </a:lnTo>
                    <a:lnTo>
                      <a:pt x="80" y="69"/>
                    </a:lnTo>
                    <a:lnTo>
                      <a:pt x="90" y="69"/>
                    </a:lnTo>
                    <a:lnTo>
                      <a:pt x="90" y="58"/>
                    </a:lnTo>
                    <a:lnTo>
                      <a:pt x="90" y="48"/>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4" name="Freeform 772">
                <a:extLst>
                  <a:ext uri="{FF2B5EF4-FFF2-40B4-BE49-F238E27FC236}">
                    <a16:creationId xmlns:a16="http://schemas.microsoft.com/office/drawing/2014/main" id="{0B4A4126-4097-22A5-D568-8BEACC7226B2}"/>
                  </a:ext>
                </a:extLst>
              </p:cNvPr>
              <p:cNvSpPr>
                <a:spLocks/>
              </p:cNvSpPr>
              <p:nvPr/>
            </p:nvSpPr>
            <p:spPr bwMode="auto">
              <a:xfrm>
                <a:off x="2581" y="1860"/>
                <a:ext cx="11" cy="11"/>
              </a:xfrm>
              <a:custGeom>
                <a:avLst/>
                <a:gdLst>
                  <a:gd name="T0" fmla="*/ 0 w 90"/>
                  <a:gd name="T1" fmla="*/ 0 h 91"/>
                  <a:gd name="T2" fmla="*/ 0 w 90"/>
                  <a:gd name="T3" fmla="*/ 0 h 91"/>
                  <a:gd name="T4" fmla="*/ 0 w 90"/>
                  <a:gd name="T5" fmla="*/ 0 h 91"/>
                  <a:gd name="T6" fmla="*/ 0 w 90"/>
                  <a:gd name="T7" fmla="*/ 0 h 91"/>
                  <a:gd name="T8" fmla="*/ 0 w 90"/>
                  <a:gd name="T9" fmla="*/ 0 h 91"/>
                  <a:gd name="T10" fmla="*/ 0 w 90"/>
                  <a:gd name="T11" fmla="*/ 0 h 91"/>
                  <a:gd name="T12" fmla="*/ 0 w 90"/>
                  <a:gd name="T13" fmla="*/ 0 h 91"/>
                  <a:gd name="T14" fmla="*/ 0 w 90"/>
                  <a:gd name="T15" fmla="*/ 0 h 91"/>
                  <a:gd name="T16" fmla="*/ 0 w 90"/>
                  <a:gd name="T17" fmla="*/ 0 h 91"/>
                  <a:gd name="T18" fmla="*/ 0 w 90"/>
                  <a:gd name="T19" fmla="*/ 0 h 91"/>
                  <a:gd name="T20" fmla="*/ 0 w 90"/>
                  <a:gd name="T21" fmla="*/ 0 h 91"/>
                  <a:gd name="T22" fmla="*/ 0 w 90"/>
                  <a:gd name="T23" fmla="*/ 0 h 91"/>
                  <a:gd name="T24" fmla="*/ 0 w 90"/>
                  <a:gd name="T25" fmla="*/ 0 h 91"/>
                  <a:gd name="T26" fmla="*/ 0 w 90"/>
                  <a:gd name="T27" fmla="*/ 0 h 91"/>
                  <a:gd name="T28" fmla="*/ 0 w 90"/>
                  <a:gd name="T29" fmla="*/ 0 h 91"/>
                  <a:gd name="T30" fmla="*/ 0 w 90"/>
                  <a:gd name="T31" fmla="*/ 0 h 91"/>
                  <a:gd name="T32" fmla="*/ 0 w 90"/>
                  <a:gd name="T33" fmla="*/ 0 h 91"/>
                  <a:gd name="T34" fmla="*/ 0 w 90"/>
                  <a:gd name="T35" fmla="*/ 0 h 91"/>
                  <a:gd name="T36" fmla="*/ 0 w 90"/>
                  <a:gd name="T37" fmla="*/ 0 h 91"/>
                  <a:gd name="T38" fmla="*/ 0 w 90"/>
                  <a:gd name="T39" fmla="*/ 0 h 91"/>
                  <a:gd name="T40" fmla="*/ 0 w 90"/>
                  <a:gd name="T41" fmla="*/ 0 h 91"/>
                  <a:gd name="T42" fmla="*/ 0 w 90"/>
                  <a:gd name="T43" fmla="*/ 0 h 91"/>
                  <a:gd name="T44" fmla="*/ 0 w 90"/>
                  <a:gd name="T45" fmla="*/ 0 h 91"/>
                  <a:gd name="T46" fmla="*/ 0 w 90"/>
                  <a:gd name="T47" fmla="*/ 0 h 91"/>
                  <a:gd name="T48" fmla="*/ 0 w 90"/>
                  <a:gd name="T49" fmla="*/ 0 h 91"/>
                  <a:gd name="T50" fmla="*/ 0 w 90"/>
                  <a:gd name="T51" fmla="*/ 0 h 91"/>
                  <a:gd name="T52" fmla="*/ 0 w 90"/>
                  <a:gd name="T53" fmla="*/ 0 h 91"/>
                  <a:gd name="T54" fmla="*/ 0 w 90"/>
                  <a:gd name="T55" fmla="*/ 0 h 91"/>
                  <a:gd name="T56" fmla="*/ 0 w 90"/>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1"/>
                  <a:gd name="T89" fmla="*/ 90 w 90"/>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1">
                    <a:moveTo>
                      <a:pt x="90" y="41"/>
                    </a:moveTo>
                    <a:lnTo>
                      <a:pt x="90" y="31"/>
                    </a:lnTo>
                    <a:lnTo>
                      <a:pt x="80" y="21"/>
                    </a:lnTo>
                    <a:lnTo>
                      <a:pt x="80" y="10"/>
                    </a:lnTo>
                    <a:lnTo>
                      <a:pt x="80" y="0"/>
                    </a:lnTo>
                    <a:lnTo>
                      <a:pt x="60" y="0"/>
                    </a:lnTo>
                    <a:lnTo>
                      <a:pt x="50" y="0"/>
                    </a:lnTo>
                    <a:lnTo>
                      <a:pt x="31" y="0"/>
                    </a:lnTo>
                    <a:lnTo>
                      <a:pt x="10" y="0"/>
                    </a:lnTo>
                    <a:lnTo>
                      <a:pt x="0" y="10"/>
                    </a:lnTo>
                    <a:lnTo>
                      <a:pt x="0" y="21"/>
                    </a:lnTo>
                    <a:lnTo>
                      <a:pt x="0" y="31"/>
                    </a:lnTo>
                    <a:lnTo>
                      <a:pt x="0" y="51"/>
                    </a:lnTo>
                    <a:lnTo>
                      <a:pt x="0" y="61"/>
                    </a:lnTo>
                    <a:lnTo>
                      <a:pt x="10" y="71"/>
                    </a:lnTo>
                    <a:lnTo>
                      <a:pt x="21" y="81"/>
                    </a:lnTo>
                    <a:lnTo>
                      <a:pt x="31" y="81"/>
                    </a:lnTo>
                    <a:lnTo>
                      <a:pt x="31" y="91"/>
                    </a:lnTo>
                    <a:lnTo>
                      <a:pt x="50" y="91"/>
                    </a:lnTo>
                    <a:lnTo>
                      <a:pt x="70" y="81"/>
                    </a:lnTo>
                    <a:lnTo>
                      <a:pt x="80" y="71"/>
                    </a:lnTo>
                    <a:lnTo>
                      <a:pt x="90" y="61"/>
                    </a:lnTo>
                    <a:lnTo>
                      <a:pt x="90" y="51"/>
                    </a:lnTo>
                    <a:lnTo>
                      <a:pt x="90" y="4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5" name="Freeform 773">
                <a:extLst>
                  <a:ext uri="{FF2B5EF4-FFF2-40B4-BE49-F238E27FC236}">
                    <a16:creationId xmlns:a16="http://schemas.microsoft.com/office/drawing/2014/main" id="{546D7044-C5BE-28D3-6E9B-492700472F83}"/>
                  </a:ext>
                </a:extLst>
              </p:cNvPr>
              <p:cNvSpPr>
                <a:spLocks/>
              </p:cNvSpPr>
              <p:nvPr/>
            </p:nvSpPr>
            <p:spPr bwMode="auto">
              <a:xfrm>
                <a:off x="2581" y="1919"/>
                <a:ext cx="11" cy="11"/>
              </a:xfrm>
              <a:custGeom>
                <a:avLst/>
                <a:gdLst>
                  <a:gd name="T0" fmla="*/ 0 w 90"/>
                  <a:gd name="T1" fmla="*/ 0 h 91"/>
                  <a:gd name="T2" fmla="*/ 0 w 90"/>
                  <a:gd name="T3" fmla="*/ 0 h 91"/>
                  <a:gd name="T4" fmla="*/ 0 w 90"/>
                  <a:gd name="T5" fmla="*/ 0 h 91"/>
                  <a:gd name="T6" fmla="*/ 0 w 90"/>
                  <a:gd name="T7" fmla="*/ 0 h 91"/>
                  <a:gd name="T8" fmla="*/ 0 w 90"/>
                  <a:gd name="T9" fmla="*/ 0 h 91"/>
                  <a:gd name="T10" fmla="*/ 0 w 90"/>
                  <a:gd name="T11" fmla="*/ 0 h 91"/>
                  <a:gd name="T12" fmla="*/ 0 w 90"/>
                  <a:gd name="T13" fmla="*/ 0 h 91"/>
                  <a:gd name="T14" fmla="*/ 0 w 90"/>
                  <a:gd name="T15" fmla="*/ 0 h 91"/>
                  <a:gd name="T16" fmla="*/ 0 w 90"/>
                  <a:gd name="T17" fmla="*/ 0 h 91"/>
                  <a:gd name="T18" fmla="*/ 0 w 90"/>
                  <a:gd name="T19" fmla="*/ 0 h 91"/>
                  <a:gd name="T20" fmla="*/ 0 w 90"/>
                  <a:gd name="T21" fmla="*/ 0 h 91"/>
                  <a:gd name="T22" fmla="*/ 0 w 90"/>
                  <a:gd name="T23" fmla="*/ 0 h 91"/>
                  <a:gd name="T24" fmla="*/ 0 w 90"/>
                  <a:gd name="T25" fmla="*/ 0 h 91"/>
                  <a:gd name="T26" fmla="*/ 0 w 90"/>
                  <a:gd name="T27" fmla="*/ 0 h 91"/>
                  <a:gd name="T28" fmla="*/ 0 w 90"/>
                  <a:gd name="T29" fmla="*/ 0 h 91"/>
                  <a:gd name="T30" fmla="*/ 0 w 90"/>
                  <a:gd name="T31" fmla="*/ 0 h 91"/>
                  <a:gd name="T32" fmla="*/ 0 w 90"/>
                  <a:gd name="T33" fmla="*/ 0 h 91"/>
                  <a:gd name="T34" fmla="*/ 0 w 90"/>
                  <a:gd name="T35" fmla="*/ 0 h 91"/>
                  <a:gd name="T36" fmla="*/ 0 w 90"/>
                  <a:gd name="T37" fmla="*/ 0 h 91"/>
                  <a:gd name="T38" fmla="*/ 0 w 90"/>
                  <a:gd name="T39" fmla="*/ 0 h 91"/>
                  <a:gd name="T40" fmla="*/ 0 w 90"/>
                  <a:gd name="T41" fmla="*/ 0 h 91"/>
                  <a:gd name="T42" fmla="*/ 0 w 90"/>
                  <a:gd name="T43" fmla="*/ 0 h 91"/>
                  <a:gd name="T44" fmla="*/ 0 w 90"/>
                  <a:gd name="T45" fmla="*/ 0 h 91"/>
                  <a:gd name="T46" fmla="*/ 0 w 90"/>
                  <a:gd name="T47" fmla="*/ 0 h 91"/>
                  <a:gd name="T48" fmla="*/ 0 w 90"/>
                  <a:gd name="T49" fmla="*/ 0 h 91"/>
                  <a:gd name="T50" fmla="*/ 0 w 90"/>
                  <a:gd name="T51" fmla="*/ 0 h 91"/>
                  <a:gd name="T52" fmla="*/ 0 w 90"/>
                  <a:gd name="T53" fmla="*/ 0 h 91"/>
                  <a:gd name="T54" fmla="*/ 0 w 90"/>
                  <a:gd name="T55" fmla="*/ 0 h 91"/>
                  <a:gd name="T56" fmla="*/ 0 w 90"/>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1"/>
                  <a:gd name="T89" fmla="*/ 90 w 90"/>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1">
                    <a:moveTo>
                      <a:pt x="90" y="40"/>
                    </a:moveTo>
                    <a:lnTo>
                      <a:pt x="90" y="40"/>
                    </a:lnTo>
                    <a:lnTo>
                      <a:pt x="80" y="30"/>
                    </a:lnTo>
                    <a:lnTo>
                      <a:pt x="80" y="10"/>
                    </a:lnTo>
                    <a:lnTo>
                      <a:pt x="60" y="0"/>
                    </a:lnTo>
                    <a:lnTo>
                      <a:pt x="50" y="0"/>
                    </a:lnTo>
                    <a:lnTo>
                      <a:pt x="31" y="0"/>
                    </a:lnTo>
                    <a:lnTo>
                      <a:pt x="31" y="10"/>
                    </a:lnTo>
                    <a:lnTo>
                      <a:pt x="10" y="10"/>
                    </a:lnTo>
                    <a:lnTo>
                      <a:pt x="0" y="10"/>
                    </a:lnTo>
                    <a:lnTo>
                      <a:pt x="0" y="30"/>
                    </a:lnTo>
                    <a:lnTo>
                      <a:pt x="0" y="40"/>
                    </a:lnTo>
                    <a:lnTo>
                      <a:pt x="0" y="50"/>
                    </a:lnTo>
                    <a:lnTo>
                      <a:pt x="0" y="60"/>
                    </a:lnTo>
                    <a:lnTo>
                      <a:pt x="10" y="81"/>
                    </a:lnTo>
                    <a:lnTo>
                      <a:pt x="21" y="91"/>
                    </a:lnTo>
                    <a:lnTo>
                      <a:pt x="31" y="91"/>
                    </a:lnTo>
                    <a:lnTo>
                      <a:pt x="50" y="91"/>
                    </a:lnTo>
                    <a:lnTo>
                      <a:pt x="70" y="91"/>
                    </a:lnTo>
                    <a:lnTo>
                      <a:pt x="80" y="81"/>
                    </a:lnTo>
                    <a:lnTo>
                      <a:pt x="80" y="70"/>
                    </a:lnTo>
                    <a:lnTo>
                      <a:pt x="90" y="60"/>
                    </a:lnTo>
                    <a:lnTo>
                      <a:pt x="90" y="4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6" name="Freeform 774">
                <a:extLst>
                  <a:ext uri="{FF2B5EF4-FFF2-40B4-BE49-F238E27FC236}">
                    <a16:creationId xmlns:a16="http://schemas.microsoft.com/office/drawing/2014/main" id="{DBE1B979-F4E9-0158-1AEF-54DD173B7343}"/>
                  </a:ext>
                </a:extLst>
              </p:cNvPr>
              <p:cNvSpPr>
                <a:spLocks/>
              </p:cNvSpPr>
              <p:nvPr/>
            </p:nvSpPr>
            <p:spPr bwMode="auto">
              <a:xfrm>
                <a:off x="2581" y="1979"/>
                <a:ext cx="11" cy="11"/>
              </a:xfrm>
              <a:custGeom>
                <a:avLst/>
                <a:gdLst>
                  <a:gd name="T0" fmla="*/ 0 w 90"/>
                  <a:gd name="T1" fmla="*/ 0 h 90"/>
                  <a:gd name="T2" fmla="*/ 0 w 90"/>
                  <a:gd name="T3" fmla="*/ 0 h 90"/>
                  <a:gd name="T4" fmla="*/ 0 w 90"/>
                  <a:gd name="T5" fmla="*/ 0 h 90"/>
                  <a:gd name="T6" fmla="*/ 0 w 90"/>
                  <a:gd name="T7" fmla="*/ 0 h 90"/>
                  <a:gd name="T8" fmla="*/ 0 w 90"/>
                  <a:gd name="T9" fmla="*/ 0 h 90"/>
                  <a:gd name="T10" fmla="*/ 0 w 90"/>
                  <a:gd name="T11" fmla="*/ 0 h 90"/>
                  <a:gd name="T12" fmla="*/ 0 w 90"/>
                  <a:gd name="T13" fmla="*/ 0 h 90"/>
                  <a:gd name="T14" fmla="*/ 0 w 90"/>
                  <a:gd name="T15" fmla="*/ 0 h 90"/>
                  <a:gd name="T16" fmla="*/ 0 w 90"/>
                  <a:gd name="T17" fmla="*/ 0 h 90"/>
                  <a:gd name="T18" fmla="*/ 0 w 90"/>
                  <a:gd name="T19" fmla="*/ 0 h 90"/>
                  <a:gd name="T20" fmla="*/ 0 w 90"/>
                  <a:gd name="T21" fmla="*/ 0 h 90"/>
                  <a:gd name="T22" fmla="*/ 0 w 90"/>
                  <a:gd name="T23" fmla="*/ 0 h 90"/>
                  <a:gd name="T24" fmla="*/ 0 w 90"/>
                  <a:gd name="T25" fmla="*/ 0 h 90"/>
                  <a:gd name="T26" fmla="*/ 0 w 90"/>
                  <a:gd name="T27" fmla="*/ 0 h 90"/>
                  <a:gd name="T28" fmla="*/ 0 w 90"/>
                  <a:gd name="T29" fmla="*/ 0 h 90"/>
                  <a:gd name="T30" fmla="*/ 0 w 90"/>
                  <a:gd name="T31" fmla="*/ 0 h 90"/>
                  <a:gd name="T32" fmla="*/ 0 w 90"/>
                  <a:gd name="T33" fmla="*/ 0 h 90"/>
                  <a:gd name="T34" fmla="*/ 0 w 90"/>
                  <a:gd name="T35" fmla="*/ 0 h 90"/>
                  <a:gd name="T36" fmla="*/ 0 w 90"/>
                  <a:gd name="T37" fmla="*/ 0 h 90"/>
                  <a:gd name="T38" fmla="*/ 0 w 90"/>
                  <a:gd name="T39" fmla="*/ 0 h 90"/>
                  <a:gd name="T40" fmla="*/ 0 w 90"/>
                  <a:gd name="T41" fmla="*/ 0 h 90"/>
                  <a:gd name="T42" fmla="*/ 0 w 90"/>
                  <a:gd name="T43" fmla="*/ 0 h 90"/>
                  <a:gd name="T44" fmla="*/ 0 w 90"/>
                  <a:gd name="T45" fmla="*/ 0 h 90"/>
                  <a:gd name="T46" fmla="*/ 0 w 90"/>
                  <a:gd name="T47" fmla="*/ 0 h 90"/>
                  <a:gd name="T48" fmla="*/ 0 w 90"/>
                  <a:gd name="T49" fmla="*/ 0 h 90"/>
                  <a:gd name="T50" fmla="*/ 0 w 90"/>
                  <a:gd name="T51" fmla="*/ 0 h 90"/>
                  <a:gd name="T52" fmla="*/ 0 w 90"/>
                  <a:gd name="T53" fmla="*/ 0 h 90"/>
                  <a:gd name="T54" fmla="*/ 0 w 90"/>
                  <a:gd name="T55" fmla="*/ 0 h 90"/>
                  <a:gd name="T56" fmla="*/ 0 w 90"/>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0"/>
                  <a:gd name="T89" fmla="*/ 90 w 90"/>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0">
                    <a:moveTo>
                      <a:pt x="90" y="49"/>
                    </a:moveTo>
                    <a:lnTo>
                      <a:pt x="90" y="39"/>
                    </a:lnTo>
                    <a:lnTo>
                      <a:pt x="80" y="29"/>
                    </a:lnTo>
                    <a:lnTo>
                      <a:pt x="80" y="19"/>
                    </a:lnTo>
                    <a:lnTo>
                      <a:pt x="80" y="10"/>
                    </a:lnTo>
                    <a:lnTo>
                      <a:pt x="60" y="0"/>
                    </a:lnTo>
                    <a:lnTo>
                      <a:pt x="50" y="0"/>
                    </a:lnTo>
                    <a:lnTo>
                      <a:pt x="31" y="0"/>
                    </a:lnTo>
                    <a:lnTo>
                      <a:pt x="31" y="10"/>
                    </a:lnTo>
                    <a:lnTo>
                      <a:pt x="10" y="10"/>
                    </a:lnTo>
                    <a:lnTo>
                      <a:pt x="0" y="19"/>
                    </a:lnTo>
                    <a:lnTo>
                      <a:pt x="0" y="29"/>
                    </a:lnTo>
                    <a:lnTo>
                      <a:pt x="0" y="39"/>
                    </a:lnTo>
                    <a:lnTo>
                      <a:pt x="0" y="49"/>
                    </a:lnTo>
                    <a:lnTo>
                      <a:pt x="0" y="60"/>
                    </a:lnTo>
                    <a:lnTo>
                      <a:pt x="0" y="70"/>
                    </a:lnTo>
                    <a:lnTo>
                      <a:pt x="10" y="80"/>
                    </a:lnTo>
                    <a:lnTo>
                      <a:pt x="21" y="90"/>
                    </a:lnTo>
                    <a:lnTo>
                      <a:pt x="31" y="90"/>
                    </a:lnTo>
                    <a:lnTo>
                      <a:pt x="50" y="90"/>
                    </a:lnTo>
                    <a:lnTo>
                      <a:pt x="70" y="90"/>
                    </a:lnTo>
                    <a:lnTo>
                      <a:pt x="80" y="80"/>
                    </a:lnTo>
                    <a:lnTo>
                      <a:pt x="80" y="70"/>
                    </a:lnTo>
                    <a:lnTo>
                      <a:pt x="90" y="70"/>
                    </a:lnTo>
                    <a:lnTo>
                      <a:pt x="90" y="60"/>
                    </a:lnTo>
                    <a:lnTo>
                      <a:pt x="90" y="49"/>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7" name="Freeform 775">
                <a:extLst>
                  <a:ext uri="{FF2B5EF4-FFF2-40B4-BE49-F238E27FC236}">
                    <a16:creationId xmlns:a16="http://schemas.microsoft.com/office/drawing/2014/main" id="{DBFF808C-33EE-D758-6C19-58906AA8013C}"/>
                  </a:ext>
                </a:extLst>
              </p:cNvPr>
              <p:cNvSpPr>
                <a:spLocks/>
              </p:cNvSpPr>
              <p:nvPr/>
            </p:nvSpPr>
            <p:spPr bwMode="auto">
              <a:xfrm>
                <a:off x="2581" y="2040"/>
                <a:ext cx="11" cy="12"/>
              </a:xfrm>
              <a:custGeom>
                <a:avLst/>
                <a:gdLst>
                  <a:gd name="T0" fmla="*/ 0 w 90"/>
                  <a:gd name="T1" fmla="*/ 0 h 100"/>
                  <a:gd name="T2" fmla="*/ 0 w 90"/>
                  <a:gd name="T3" fmla="*/ 0 h 100"/>
                  <a:gd name="T4" fmla="*/ 0 w 90"/>
                  <a:gd name="T5" fmla="*/ 0 h 100"/>
                  <a:gd name="T6" fmla="*/ 0 w 90"/>
                  <a:gd name="T7" fmla="*/ 0 h 100"/>
                  <a:gd name="T8" fmla="*/ 0 w 90"/>
                  <a:gd name="T9" fmla="*/ 0 h 100"/>
                  <a:gd name="T10" fmla="*/ 0 w 90"/>
                  <a:gd name="T11" fmla="*/ 0 h 100"/>
                  <a:gd name="T12" fmla="*/ 0 w 90"/>
                  <a:gd name="T13" fmla="*/ 0 h 100"/>
                  <a:gd name="T14" fmla="*/ 0 w 90"/>
                  <a:gd name="T15" fmla="*/ 0 h 100"/>
                  <a:gd name="T16" fmla="*/ 0 w 90"/>
                  <a:gd name="T17" fmla="*/ 0 h 100"/>
                  <a:gd name="T18" fmla="*/ 0 w 90"/>
                  <a:gd name="T19" fmla="*/ 0 h 100"/>
                  <a:gd name="T20" fmla="*/ 0 w 90"/>
                  <a:gd name="T21" fmla="*/ 0 h 100"/>
                  <a:gd name="T22" fmla="*/ 0 w 90"/>
                  <a:gd name="T23" fmla="*/ 0 h 100"/>
                  <a:gd name="T24" fmla="*/ 0 w 90"/>
                  <a:gd name="T25" fmla="*/ 0 h 100"/>
                  <a:gd name="T26" fmla="*/ 0 w 90"/>
                  <a:gd name="T27" fmla="*/ 0 h 100"/>
                  <a:gd name="T28" fmla="*/ 0 w 90"/>
                  <a:gd name="T29" fmla="*/ 0 h 100"/>
                  <a:gd name="T30" fmla="*/ 0 w 90"/>
                  <a:gd name="T31" fmla="*/ 0 h 100"/>
                  <a:gd name="T32" fmla="*/ 0 w 90"/>
                  <a:gd name="T33" fmla="*/ 0 h 100"/>
                  <a:gd name="T34" fmla="*/ 0 w 90"/>
                  <a:gd name="T35" fmla="*/ 0 h 100"/>
                  <a:gd name="T36" fmla="*/ 0 w 90"/>
                  <a:gd name="T37" fmla="*/ 0 h 100"/>
                  <a:gd name="T38" fmla="*/ 0 w 90"/>
                  <a:gd name="T39" fmla="*/ 0 h 100"/>
                  <a:gd name="T40" fmla="*/ 0 w 90"/>
                  <a:gd name="T41" fmla="*/ 0 h 100"/>
                  <a:gd name="T42" fmla="*/ 0 w 90"/>
                  <a:gd name="T43" fmla="*/ 0 h 100"/>
                  <a:gd name="T44" fmla="*/ 0 w 90"/>
                  <a:gd name="T45" fmla="*/ 0 h 100"/>
                  <a:gd name="T46" fmla="*/ 0 w 90"/>
                  <a:gd name="T47" fmla="*/ 0 h 100"/>
                  <a:gd name="T48" fmla="*/ 0 w 90"/>
                  <a:gd name="T49" fmla="*/ 0 h 100"/>
                  <a:gd name="T50" fmla="*/ 0 w 90"/>
                  <a:gd name="T51" fmla="*/ 0 h 100"/>
                  <a:gd name="T52" fmla="*/ 0 w 90"/>
                  <a:gd name="T53" fmla="*/ 0 h 100"/>
                  <a:gd name="T54" fmla="*/ 0 w 90"/>
                  <a:gd name="T55" fmla="*/ 0 h 100"/>
                  <a:gd name="T56" fmla="*/ 0 w 90"/>
                  <a:gd name="T57" fmla="*/ 0 h 10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100"/>
                  <a:gd name="T89" fmla="*/ 90 w 90"/>
                  <a:gd name="T90" fmla="*/ 100 h 10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100">
                    <a:moveTo>
                      <a:pt x="90" y="50"/>
                    </a:moveTo>
                    <a:lnTo>
                      <a:pt x="90" y="40"/>
                    </a:lnTo>
                    <a:lnTo>
                      <a:pt x="80" y="30"/>
                    </a:lnTo>
                    <a:lnTo>
                      <a:pt x="80" y="21"/>
                    </a:lnTo>
                    <a:lnTo>
                      <a:pt x="80" y="11"/>
                    </a:lnTo>
                    <a:lnTo>
                      <a:pt x="60" y="0"/>
                    </a:lnTo>
                    <a:lnTo>
                      <a:pt x="50" y="0"/>
                    </a:lnTo>
                    <a:lnTo>
                      <a:pt x="31" y="0"/>
                    </a:lnTo>
                    <a:lnTo>
                      <a:pt x="31" y="11"/>
                    </a:lnTo>
                    <a:lnTo>
                      <a:pt x="10" y="11"/>
                    </a:lnTo>
                    <a:lnTo>
                      <a:pt x="0" y="21"/>
                    </a:lnTo>
                    <a:lnTo>
                      <a:pt x="0" y="30"/>
                    </a:lnTo>
                    <a:lnTo>
                      <a:pt x="0" y="40"/>
                    </a:lnTo>
                    <a:lnTo>
                      <a:pt x="0" y="50"/>
                    </a:lnTo>
                    <a:lnTo>
                      <a:pt x="0" y="60"/>
                    </a:lnTo>
                    <a:lnTo>
                      <a:pt x="0" y="70"/>
                    </a:lnTo>
                    <a:lnTo>
                      <a:pt x="10" y="80"/>
                    </a:lnTo>
                    <a:lnTo>
                      <a:pt x="21" y="90"/>
                    </a:lnTo>
                    <a:lnTo>
                      <a:pt x="31" y="90"/>
                    </a:lnTo>
                    <a:lnTo>
                      <a:pt x="31" y="100"/>
                    </a:lnTo>
                    <a:lnTo>
                      <a:pt x="50" y="100"/>
                    </a:lnTo>
                    <a:lnTo>
                      <a:pt x="70" y="90"/>
                    </a:lnTo>
                    <a:lnTo>
                      <a:pt x="80" y="80"/>
                    </a:lnTo>
                    <a:lnTo>
                      <a:pt x="90" y="70"/>
                    </a:lnTo>
                    <a:lnTo>
                      <a:pt x="90" y="60"/>
                    </a:lnTo>
                    <a:lnTo>
                      <a:pt x="90" y="5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8" name="Freeform 776">
                <a:extLst>
                  <a:ext uri="{FF2B5EF4-FFF2-40B4-BE49-F238E27FC236}">
                    <a16:creationId xmlns:a16="http://schemas.microsoft.com/office/drawing/2014/main" id="{85E33E0F-EEB5-C2B6-0038-14EE795BF0D3}"/>
                  </a:ext>
                </a:extLst>
              </p:cNvPr>
              <p:cNvSpPr>
                <a:spLocks/>
              </p:cNvSpPr>
              <p:nvPr/>
            </p:nvSpPr>
            <p:spPr bwMode="auto">
              <a:xfrm>
                <a:off x="2581" y="2101"/>
                <a:ext cx="11" cy="11"/>
              </a:xfrm>
              <a:custGeom>
                <a:avLst/>
                <a:gdLst>
                  <a:gd name="T0" fmla="*/ 0 w 90"/>
                  <a:gd name="T1" fmla="*/ 0 h 90"/>
                  <a:gd name="T2" fmla="*/ 0 w 90"/>
                  <a:gd name="T3" fmla="*/ 0 h 90"/>
                  <a:gd name="T4" fmla="*/ 0 w 90"/>
                  <a:gd name="T5" fmla="*/ 0 h 90"/>
                  <a:gd name="T6" fmla="*/ 0 w 90"/>
                  <a:gd name="T7" fmla="*/ 0 h 90"/>
                  <a:gd name="T8" fmla="*/ 0 w 90"/>
                  <a:gd name="T9" fmla="*/ 0 h 90"/>
                  <a:gd name="T10" fmla="*/ 0 w 90"/>
                  <a:gd name="T11" fmla="*/ 0 h 90"/>
                  <a:gd name="T12" fmla="*/ 0 w 90"/>
                  <a:gd name="T13" fmla="*/ 0 h 90"/>
                  <a:gd name="T14" fmla="*/ 0 w 90"/>
                  <a:gd name="T15" fmla="*/ 0 h 90"/>
                  <a:gd name="T16" fmla="*/ 0 w 90"/>
                  <a:gd name="T17" fmla="*/ 0 h 90"/>
                  <a:gd name="T18" fmla="*/ 0 w 90"/>
                  <a:gd name="T19" fmla="*/ 0 h 90"/>
                  <a:gd name="T20" fmla="*/ 0 w 90"/>
                  <a:gd name="T21" fmla="*/ 0 h 90"/>
                  <a:gd name="T22" fmla="*/ 0 w 90"/>
                  <a:gd name="T23" fmla="*/ 0 h 90"/>
                  <a:gd name="T24" fmla="*/ 0 w 90"/>
                  <a:gd name="T25" fmla="*/ 0 h 90"/>
                  <a:gd name="T26" fmla="*/ 0 w 90"/>
                  <a:gd name="T27" fmla="*/ 0 h 90"/>
                  <a:gd name="T28" fmla="*/ 0 w 90"/>
                  <a:gd name="T29" fmla="*/ 0 h 90"/>
                  <a:gd name="T30" fmla="*/ 0 w 90"/>
                  <a:gd name="T31" fmla="*/ 0 h 90"/>
                  <a:gd name="T32" fmla="*/ 0 w 90"/>
                  <a:gd name="T33" fmla="*/ 0 h 90"/>
                  <a:gd name="T34" fmla="*/ 0 w 90"/>
                  <a:gd name="T35" fmla="*/ 0 h 90"/>
                  <a:gd name="T36" fmla="*/ 0 w 90"/>
                  <a:gd name="T37" fmla="*/ 0 h 90"/>
                  <a:gd name="T38" fmla="*/ 0 w 90"/>
                  <a:gd name="T39" fmla="*/ 0 h 90"/>
                  <a:gd name="T40" fmla="*/ 0 w 90"/>
                  <a:gd name="T41" fmla="*/ 0 h 90"/>
                  <a:gd name="T42" fmla="*/ 0 w 90"/>
                  <a:gd name="T43" fmla="*/ 0 h 90"/>
                  <a:gd name="T44" fmla="*/ 0 w 90"/>
                  <a:gd name="T45" fmla="*/ 0 h 90"/>
                  <a:gd name="T46" fmla="*/ 0 w 90"/>
                  <a:gd name="T47" fmla="*/ 0 h 90"/>
                  <a:gd name="T48" fmla="*/ 0 w 90"/>
                  <a:gd name="T49" fmla="*/ 0 h 90"/>
                  <a:gd name="T50" fmla="*/ 0 w 90"/>
                  <a:gd name="T51" fmla="*/ 0 h 90"/>
                  <a:gd name="T52" fmla="*/ 0 w 90"/>
                  <a:gd name="T53" fmla="*/ 0 h 90"/>
                  <a:gd name="T54" fmla="*/ 0 w 90"/>
                  <a:gd name="T55" fmla="*/ 0 h 90"/>
                  <a:gd name="T56" fmla="*/ 0 w 90"/>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0"/>
                  <a:gd name="T89" fmla="*/ 90 w 90"/>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0">
                    <a:moveTo>
                      <a:pt x="90" y="40"/>
                    </a:moveTo>
                    <a:lnTo>
                      <a:pt x="90" y="30"/>
                    </a:lnTo>
                    <a:lnTo>
                      <a:pt x="80" y="30"/>
                    </a:lnTo>
                    <a:lnTo>
                      <a:pt x="80" y="10"/>
                    </a:lnTo>
                    <a:lnTo>
                      <a:pt x="80" y="0"/>
                    </a:lnTo>
                    <a:lnTo>
                      <a:pt x="60" y="0"/>
                    </a:lnTo>
                    <a:lnTo>
                      <a:pt x="50" y="0"/>
                    </a:lnTo>
                    <a:lnTo>
                      <a:pt x="31" y="0"/>
                    </a:lnTo>
                    <a:lnTo>
                      <a:pt x="10" y="0"/>
                    </a:lnTo>
                    <a:lnTo>
                      <a:pt x="0" y="10"/>
                    </a:lnTo>
                    <a:lnTo>
                      <a:pt x="0" y="30"/>
                    </a:lnTo>
                    <a:lnTo>
                      <a:pt x="0" y="50"/>
                    </a:lnTo>
                    <a:lnTo>
                      <a:pt x="0" y="60"/>
                    </a:lnTo>
                    <a:lnTo>
                      <a:pt x="10" y="69"/>
                    </a:lnTo>
                    <a:lnTo>
                      <a:pt x="21" y="80"/>
                    </a:lnTo>
                    <a:lnTo>
                      <a:pt x="31" y="80"/>
                    </a:lnTo>
                    <a:lnTo>
                      <a:pt x="31" y="90"/>
                    </a:lnTo>
                    <a:lnTo>
                      <a:pt x="50" y="90"/>
                    </a:lnTo>
                    <a:lnTo>
                      <a:pt x="70" y="80"/>
                    </a:lnTo>
                    <a:lnTo>
                      <a:pt x="80" y="69"/>
                    </a:lnTo>
                    <a:lnTo>
                      <a:pt x="90" y="60"/>
                    </a:lnTo>
                    <a:lnTo>
                      <a:pt x="90" y="50"/>
                    </a:lnTo>
                    <a:lnTo>
                      <a:pt x="90" y="4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9" name="Freeform 777">
                <a:extLst>
                  <a:ext uri="{FF2B5EF4-FFF2-40B4-BE49-F238E27FC236}">
                    <a16:creationId xmlns:a16="http://schemas.microsoft.com/office/drawing/2014/main" id="{F5914052-1D39-6B79-1200-A0E9FE188394}"/>
                  </a:ext>
                </a:extLst>
              </p:cNvPr>
              <p:cNvSpPr>
                <a:spLocks/>
              </p:cNvSpPr>
              <p:nvPr/>
            </p:nvSpPr>
            <p:spPr bwMode="auto">
              <a:xfrm>
                <a:off x="2581" y="2161"/>
                <a:ext cx="11" cy="12"/>
              </a:xfrm>
              <a:custGeom>
                <a:avLst/>
                <a:gdLst>
                  <a:gd name="T0" fmla="*/ 0 w 90"/>
                  <a:gd name="T1" fmla="*/ 0 h 90"/>
                  <a:gd name="T2" fmla="*/ 0 w 90"/>
                  <a:gd name="T3" fmla="*/ 0 h 90"/>
                  <a:gd name="T4" fmla="*/ 0 w 90"/>
                  <a:gd name="T5" fmla="*/ 0 h 90"/>
                  <a:gd name="T6" fmla="*/ 0 w 90"/>
                  <a:gd name="T7" fmla="*/ 0 h 90"/>
                  <a:gd name="T8" fmla="*/ 0 w 90"/>
                  <a:gd name="T9" fmla="*/ 0 h 90"/>
                  <a:gd name="T10" fmla="*/ 0 w 90"/>
                  <a:gd name="T11" fmla="*/ 0 h 90"/>
                  <a:gd name="T12" fmla="*/ 0 w 90"/>
                  <a:gd name="T13" fmla="*/ 0 h 90"/>
                  <a:gd name="T14" fmla="*/ 0 w 90"/>
                  <a:gd name="T15" fmla="*/ 0 h 90"/>
                  <a:gd name="T16" fmla="*/ 0 w 90"/>
                  <a:gd name="T17" fmla="*/ 0 h 90"/>
                  <a:gd name="T18" fmla="*/ 0 w 90"/>
                  <a:gd name="T19" fmla="*/ 0 h 90"/>
                  <a:gd name="T20" fmla="*/ 0 w 90"/>
                  <a:gd name="T21" fmla="*/ 0 h 90"/>
                  <a:gd name="T22" fmla="*/ 0 w 90"/>
                  <a:gd name="T23" fmla="*/ 0 h 90"/>
                  <a:gd name="T24" fmla="*/ 0 w 90"/>
                  <a:gd name="T25" fmla="*/ 0 h 90"/>
                  <a:gd name="T26" fmla="*/ 0 w 90"/>
                  <a:gd name="T27" fmla="*/ 0 h 90"/>
                  <a:gd name="T28" fmla="*/ 0 w 90"/>
                  <a:gd name="T29" fmla="*/ 0 h 90"/>
                  <a:gd name="T30" fmla="*/ 0 w 90"/>
                  <a:gd name="T31" fmla="*/ 0 h 90"/>
                  <a:gd name="T32" fmla="*/ 0 w 90"/>
                  <a:gd name="T33" fmla="*/ 0 h 90"/>
                  <a:gd name="T34" fmla="*/ 0 w 90"/>
                  <a:gd name="T35" fmla="*/ 0 h 90"/>
                  <a:gd name="T36" fmla="*/ 0 w 90"/>
                  <a:gd name="T37" fmla="*/ 0 h 90"/>
                  <a:gd name="T38" fmla="*/ 0 w 90"/>
                  <a:gd name="T39" fmla="*/ 0 h 90"/>
                  <a:gd name="T40" fmla="*/ 0 w 90"/>
                  <a:gd name="T41" fmla="*/ 0 h 90"/>
                  <a:gd name="T42" fmla="*/ 0 w 90"/>
                  <a:gd name="T43" fmla="*/ 0 h 90"/>
                  <a:gd name="T44" fmla="*/ 0 w 90"/>
                  <a:gd name="T45" fmla="*/ 0 h 90"/>
                  <a:gd name="T46" fmla="*/ 0 w 90"/>
                  <a:gd name="T47" fmla="*/ 0 h 90"/>
                  <a:gd name="T48" fmla="*/ 0 w 90"/>
                  <a:gd name="T49" fmla="*/ 0 h 90"/>
                  <a:gd name="T50" fmla="*/ 0 w 90"/>
                  <a:gd name="T51" fmla="*/ 0 h 90"/>
                  <a:gd name="T52" fmla="*/ 0 w 90"/>
                  <a:gd name="T53" fmla="*/ 0 h 90"/>
                  <a:gd name="T54" fmla="*/ 0 w 90"/>
                  <a:gd name="T55" fmla="*/ 0 h 90"/>
                  <a:gd name="T56" fmla="*/ 0 w 90"/>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0"/>
                  <a:gd name="T89" fmla="*/ 90 w 90"/>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0">
                    <a:moveTo>
                      <a:pt x="90" y="41"/>
                    </a:moveTo>
                    <a:lnTo>
                      <a:pt x="90" y="31"/>
                    </a:lnTo>
                    <a:lnTo>
                      <a:pt x="80" y="31"/>
                    </a:lnTo>
                    <a:lnTo>
                      <a:pt x="80" y="10"/>
                    </a:lnTo>
                    <a:lnTo>
                      <a:pt x="60" y="0"/>
                    </a:lnTo>
                    <a:lnTo>
                      <a:pt x="50" y="0"/>
                    </a:lnTo>
                    <a:lnTo>
                      <a:pt x="31" y="0"/>
                    </a:lnTo>
                    <a:lnTo>
                      <a:pt x="31" y="10"/>
                    </a:lnTo>
                    <a:lnTo>
                      <a:pt x="10" y="10"/>
                    </a:lnTo>
                    <a:lnTo>
                      <a:pt x="0" y="10"/>
                    </a:lnTo>
                    <a:lnTo>
                      <a:pt x="0" y="31"/>
                    </a:lnTo>
                    <a:lnTo>
                      <a:pt x="0" y="51"/>
                    </a:lnTo>
                    <a:lnTo>
                      <a:pt x="0" y="61"/>
                    </a:lnTo>
                    <a:lnTo>
                      <a:pt x="10" y="80"/>
                    </a:lnTo>
                    <a:lnTo>
                      <a:pt x="21" y="80"/>
                    </a:lnTo>
                    <a:lnTo>
                      <a:pt x="31" y="80"/>
                    </a:lnTo>
                    <a:lnTo>
                      <a:pt x="31" y="90"/>
                    </a:lnTo>
                    <a:lnTo>
                      <a:pt x="50" y="90"/>
                    </a:lnTo>
                    <a:lnTo>
                      <a:pt x="70" y="80"/>
                    </a:lnTo>
                    <a:lnTo>
                      <a:pt x="80" y="80"/>
                    </a:lnTo>
                    <a:lnTo>
                      <a:pt x="80" y="70"/>
                    </a:lnTo>
                    <a:lnTo>
                      <a:pt x="90" y="61"/>
                    </a:lnTo>
                    <a:lnTo>
                      <a:pt x="90" y="4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0" name="Rectangle 778">
                <a:extLst>
                  <a:ext uri="{FF2B5EF4-FFF2-40B4-BE49-F238E27FC236}">
                    <a16:creationId xmlns:a16="http://schemas.microsoft.com/office/drawing/2014/main" id="{B175397F-1EBE-9B69-9764-47FE14C9A471}"/>
                  </a:ext>
                </a:extLst>
              </p:cNvPr>
              <p:cNvSpPr>
                <a:spLocks noChangeArrowheads="1"/>
              </p:cNvSpPr>
              <p:nvPr/>
            </p:nvSpPr>
            <p:spPr bwMode="auto">
              <a:xfrm>
                <a:off x="2966" y="1704"/>
                <a:ext cx="408" cy="50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01" name="Freeform 779">
                <a:extLst>
                  <a:ext uri="{FF2B5EF4-FFF2-40B4-BE49-F238E27FC236}">
                    <a16:creationId xmlns:a16="http://schemas.microsoft.com/office/drawing/2014/main" id="{3FF06BD8-2DC1-9701-B156-C9DE025ACEBF}"/>
                  </a:ext>
                </a:extLst>
              </p:cNvPr>
              <p:cNvSpPr>
                <a:spLocks/>
              </p:cNvSpPr>
              <p:nvPr/>
            </p:nvSpPr>
            <p:spPr bwMode="auto">
              <a:xfrm>
                <a:off x="3160" y="1739"/>
                <a:ext cx="12" cy="11"/>
              </a:xfrm>
              <a:custGeom>
                <a:avLst/>
                <a:gdLst>
                  <a:gd name="T0" fmla="*/ 0 w 91"/>
                  <a:gd name="T1" fmla="*/ 0 h 91"/>
                  <a:gd name="T2" fmla="*/ 0 w 91"/>
                  <a:gd name="T3" fmla="*/ 0 h 91"/>
                  <a:gd name="T4" fmla="*/ 0 w 91"/>
                  <a:gd name="T5" fmla="*/ 0 h 91"/>
                  <a:gd name="T6" fmla="*/ 0 w 91"/>
                  <a:gd name="T7" fmla="*/ 0 h 91"/>
                  <a:gd name="T8" fmla="*/ 0 w 91"/>
                  <a:gd name="T9" fmla="*/ 0 h 91"/>
                  <a:gd name="T10" fmla="*/ 0 w 91"/>
                  <a:gd name="T11" fmla="*/ 0 h 91"/>
                  <a:gd name="T12" fmla="*/ 0 w 91"/>
                  <a:gd name="T13" fmla="*/ 0 h 91"/>
                  <a:gd name="T14" fmla="*/ 0 w 91"/>
                  <a:gd name="T15" fmla="*/ 0 h 91"/>
                  <a:gd name="T16" fmla="*/ 0 w 91"/>
                  <a:gd name="T17" fmla="*/ 0 h 91"/>
                  <a:gd name="T18" fmla="*/ 0 w 91"/>
                  <a:gd name="T19" fmla="*/ 0 h 91"/>
                  <a:gd name="T20" fmla="*/ 0 w 91"/>
                  <a:gd name="T21" fmla="*/ 0 h 91"/>
                  <a:gd name="T22" fmla="*/ 0 w 91"/>
                  <a:gd name="T23" fmla="*/ 0 h 91"/>
                  <a:gd name="T24" fmla="*/ 0 w 91"/>
                  <a:gd name="T25" fmla="*/ 0 h 91"/>
                  <a:gd name="T26" fmla="*/ 0 w 91"/>
                  <a:gd name="T27" fmla="*/ 0 h 91"/>
                  <a:gd name="T28" fmla="*/ 0 w 91"/>
                  <a:gd name="T29" fmla="*/ 0 h 91"/>
                  <a:gd name="T30" fmla="*/ 0 w 91"/>
                  <a:gd name="T31" fmla="*/ 0 h 91"/>
                  <a:gd name="T32" fmla="*/ 0 w 91"/>
                  <a:gd name="T33" fmla="*/ 0 h 91"/>
                  <a:gd name="T34" fmla="*/ 0 w 91"/>
                  <a:gd name="T35" fmla="*/ 0 h 91"/>
                  <a:gd name="T36" fmla="*/ 0 w 91"/>
                  <a:gd name="T37" fmla="*/ 0 h 91"/>
                  <a:gd name="T38" fmla="*/ 0 w 91"/>
                  <a:gd name="T39" fmla="*/ 0 h 91"/>
                  <a:gd name="T40" fmla="*/ 0 w 91"/>
                  <a:gd name="T41" fmla="*/ 0 h 91"/>
                  <a:gd name="T42" fmla="*/ 0 w 91"/>
                  <a:gd name="T43" fmla="*/ 0 h 91"/>
                  <a:gd name="T44" fmla="*/ 0 w 91"/>
                  <a:gd name="T45" fmla="*/ 0 h 91"/>
                  <a:gd name="T46" fmla="*/ 0 w 91"/>
                  <a:gd name="T47" fmla="*/ 0 h 91"/>
                  <a:gd name="T48" fmla="*/ 0 w 91"/>
                  <a:gd name="T49" fmla="*/ 0 h 91"/>
                  <a:gd name="T50" fmla="*/ 0 w 91"/>
                  <a:gd name="T51" fmla="*/ 0 h 91"/>
                  <a:gd name="T52" fmla="*/ 0 w 91"/>
                  <a:gd name="T53" fmla="*/ 0 h 91"/>
                  <a:gd name="T54" fmla="*/ 0 w 91"/>
                  <a:gd name="T55" fmla="*/ 0 h 91"/>
                  <a:gd name="T56" fmla="*/ 0 w 91"/>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1"/>
                  <a:gd name="T89" fmla="*/ 91 w 91"/>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1">
                    <a:moveTo>
                      <a:pt x="91" y="40"/>
                    </a:moveTo>
                    <a:lnTo>
                      <a:pt x="91" y="30"/>
                    </a:lnTo>
                    <a:lnTo>
                      <a:pt x="81" y="30"/>
                    </a:lnTo>
                    <a:lnTo>
                      <a:pt x="81" y="10"/>
                    </a:lnTo>
                    <a:lnTo>
                      <a:pt x="61" y="0"/>
                    </a:lnTo>
                    <a:lnTo>
                      <a:pt x="50" y="0"/>
                    </a:lnTo>
                    <a:lnTo>
                      <a:pt x="40" y="0"/>
                    </a:lnTo>
                    <a:lnTo>
                      <a:pt x="30" y="10"/>
                    </a:lnTo>
                    <a:lnTo>
                      <a:pt x="10" y="10"/>
                    </a:lnTo>
                    <a:lnTo>
                      <a:pt x="10" y="30"/>
                    </a:lnTo>
                    <a:lnTo>
                      <a:pt x="0" y="30"/>
                    </a:lnTo>
                    <a:lnTo>
                      <a:pt x="0" y="50"/>
                    </a:lnTo>
                    <a:lnTo>
                      <a:pt x="0" y="60"/>
                    </a:lnTo>
                    <a:lnTo>
                      <a:pt x="10" y="60"/>
                    </a:lnTo>
                    <a:lnTo>
                      <a:pt x="10" y="81"/>
                    </a:lnTo>
                    <a:lnTo>
                      <a:pt x="20" y="81"/>
                    </a:lnTo>
                    <a:lnTo>
                      <a:pt x="30" y="81"/>
                    </a:lnTo>
                    <a:lnTo>
                      <a:pt x="40" y="91"/>
                    </a:lnTo>
                    <a:lnTo>
                      <a:pt x="50" y="91"/>
                    </a:lnTo>
                    <a:lnTo>
                      <a:pt x="61" y="91"/>
                    </a:lnTo>
                    <a:lnTo>
                      <a:pt x="71" y="81"/>
                    </a:lnTo>
                    <a:lnTo>
                      <a:pt x="81" y="81"/>
                    </a:lnTo>
                    <a:lnTo>
                      <a:pt x="81" y="70"/>
                    </a:lnTo>
                    <a:lnTo>
                      <a:pt x="91" y="60"/>
                    </a:lnTo>
                    <a:lnTo>
                      <a:pt x="91" y="4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2" name="Freeform 780">
                <a:extLst>
                  <a:ext uri="{FF2B5EF4-FFF2-40B4-BE49-F238E27FC236}">
                    <a16:creationId xmlns:a16="http://schemas.microsoft.com/office/drawing/2014/main" id="{7C99F572-2FCD-89E6-9A4E-028BA5C7183B}"/>
                  </a:ext>
                </a:extLst>
              </p:cNvPr>
              <p:cNvSpPr>
                <a:spLocks/>
              </p:cNvSpPr>
              <p:nvPr/>
            </p:nvSpPr>
            <p:spPr bwMode="auto">
              <a:xfrm>
                <a:off x="3160" y="1798"/>
                <a:ext cx="12" cy="13"/>
              </a:xfrm>
              <a:custGeom>
                <a:avLst/>
                <a:gdLst>
                  <a:gd name="T0" fmla="*/ 0 w 91"/>
                  <a:gd name="T1" fmla="*/ 0 h 99"/>
                  <a:gd name="T2" fmla="*/ 0 w 91"/>
                  <a:gd name="T3" fmla="*/ 0 h 99"/>
                  <a:gd name="T4" fmla="*/ 0 w 91"/>
                  <a:gd name="T5" fmla="*/ 0 h 99"/>
                  <a:gd name="T6" fmla="*/ 0 w 91"/>
                  <a:gd name="T7" fmla="*/ 0 h 99"/>
                  <a:gd name="T8" fmla="*/ 0 w 91"/>
                  <a:gd name="T9" fmla="*/ 0 h 99"/>
                  <a:gd name="T10" fmla="*/ 0 w 91"/>
                  <a:gd name="T11" fmla="*/ 0 h 99"/>
                  <a:gd name="T12" fmla="*/ 0 w 91"/>
                  <a:gd name="T13" fmla="*/ 0 h 99"/>
                  <a:gd name="T14" fmla="*/ 0 w 91"/>
                  <a:gd name="T15" fmla="*/ 0 h 99"/>
                  <a:gd name="T16" fmla="*/ 0 w 91"/>
                  <a:gd name="T17" fmla="*/ 0 h 99"/>
                  <a:gd name="T18" fmla="*/ 0 w 91"/>
                  <a:gd name="T19" fmla="*/ 0 h 99"/>
                  <a:gd name="T20" fmla="*/ 0 w 91"/>
                  <a:gd name="T21" fmla="*/ 0 h 99"/>
                  <a:gd name="T22" fmla="*/ 0 w 91"/>
                  <a:gd name="T23" fmla="*/ 0 h 99"/>
                  <a:gd name="T24" fmla="*/ 0 w 91"/>
                  <a:gd name="T25" fmla="*/ 0 h 99"/>
                  <a:gd name="T26" fmla="*/ 0 w 91"/>
                  <a:gd name="T27" fmla="*/ 0 h 99"/>
                  <a:gd name="T28" fmla="*/ 0 w 91"/>
                  <a:gd name="T29" fmla="*/ 0 h 99"/>
                  <a:gd name="T30" fmla="*/ 0 w 91"/>
                  <a:gd name="T31" fmla="*/ 0 h 99"/>
                  <a:gd name="T32" fmla="*/ 0 w 91"/>
                  <a:gd name="T33" fmla="*/ 0 h 99"/>
                  <a:gd name="T34" fmla="*/ 0 w 91"/>
                  <a:gd name="T35" fmla="*/ 0 h 99"/>
                  <a:gd name="T36" fmla="*/ 0 w 91"/>
                  <a:gd name="T37" fmla="*/ 0 h 99"/>
                  <a:gd name="T38" fmla="*/ 0 w 91"/>
                  <a:gd name="T39" fmla="*/ 0 h 99"/>
                  <a:gd name="T40" fmla="*/ 0 w 91"/>
                  <a:gd name="T41" fmla="*/ 0 h 99"/>
                  <a:gd name="T42" fmla="*/ 0 w 91"/>
                  <a:gd name="T43" fmla="*/ 0 h 99"/>
                  <a:gd name="T44" fmla="*/ 0 w 91"/>
                  <a:gd name="T45" fmla="*/ 0 h 99"/>
                  <a:gd name="T46" fmla="*/ 0 w 91"/>
                  <a:gd name="T47" fmla="*/ 0 h 99"/>
                  <a:gd name="T48" fmla="*/ 0 w 91"/>
                  <a:gd name="T49" fmla="*/ 0 h 99"/>
                  <a:gd name="T50" fmla="*/ 0 w 91"/>
                  <a:gd name="T51" fmla="*/ 0 h 99"/>
                  <a:gd name="T52" fmla="*/ 0 w 91"/>
                  <a:gd name="T53" fmla="*/ 0 h 99"/>
                  <a:gd name="T54" fmla="*/ 0 w 91"/>
                  <a:gd name="T55" fmla="*/ 0 h 99"/>
                  <a:gd name="T56" fmla="*/ 0 w 91"/>
                  <a:gd name="T57" fmla="*/ 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9"/>
                  <a:gd name="T89" fmla="*/ 91 w 91"/>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9">
                    <a:moveTo>
                      <a:pt x="91" y="48"/>
                    </a:moveTo>
                    <a:lnTo>
                      <a:pt x="91" y="38"/>
                    </a:lnTo>
                    <a:lnTo>
                      <a:pt x="81" y="30"/>
                    </a:lnTo>
                    <a:lnTo>
                      <a:pt x="81" y="20"/>
                    </a:lnTo>
                    <a:lnTo>
                      <a:pt x="81" y="10"/>
                    </a:lnTo>
                    <a:lnTo>
                      <a:pt x="61" y="0"/>
                    </a:lnTo>
                    <a:lnTo>
                      <a:pt x="50" y="0"/>
                    </a:lnTo>
                    <a:lnTo>
                      <a:pt x="40" y="0"/>
                    </a:lnTo>
                    <a:lnTo>
                      <a:pt x="30" y="10"/>
                    </a:lnTo>
                    <a:lnTo>
                      <a:pt x="10" y="10"/>
                    </a:lnTo>
                    <a:lnTo>
                      <a:pt x="10" y="20"/>
                    </a:lnTo>
                    <a:lnTo>
                      <a:pt x="10" y="30"/>
                    </a:lnTo>
                    <a:lnTo>
                      <a:pt x="0" y="38"/>
                    </a:lnTo>
                    <a:lnTo>
                      <a:pt x="0" y="48"/>
                    </a:lnTo>
                    <a:lnTo>
                      <a:pt x="0" y="58"/>
                    </a:lnTo>
                    <a:lnTo>
                      <a:pt x="10" y="69"/>
                    </a:lnTo>
                    <a:lnTo>
                      <a:pt x="10" y="79"/>
                    </a:lnTo>
                    <a:lnTo>
                      <a:pt x="20" y="89"/>
                    </a:lnTo>
                    <a:lnTo>
                      <a:pt x="30" y="89"/>
                    </a:lnTo>
                    <a:lnTo>
                      <a:pt x="40" y="99"/>
                    </a:lnTo>
                    <a:lnTo>
                      <a:pt x="50" y="99"/>
                    </a:lnTo>
                    <a:lnTo>
                      <a:pt x="61" y="99"/>
                    </a:lnTo>
                    <a:lnTo>
                      <a:pt x="71" y="89"/>
                    </a:lnTo>
                    <a:lnTo>
                      <a:pt x="81" y="79"/>
                    </a:lnTo>
                    <a:lnTo>
                      <a:pt x="81" y="69"/>
                    </a:lnTo>
                    <a:lnTo>
                      <a:pt x="91" y="69"/>
                    </a:lnTo>
                    <a:lnTo>
                      <a:pt x="91" y="58"/>
                    </a:lnTo>
                    <a:lnTo>
                      <a:pt x="91" y="48"/>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3" name="Freeform 781">
                <a:extLst>
                  <a:ext uri="{FF2B5EF4-FFF2-40B4-BE49-F238E27FC236}">
                    <a16:creationId xmlns:a16="http://schemas.microsoft.com/office/drawing/2014/main" id="{8A97A0B1-D178-B7C1-D903-1503900AB06B}"/>
                  </a:ext>
                </a:extLst>
              </p:cNvPr>
              <p:cNvSpPr>
                <a:spLocks/>
              </p:cNvSpPr>
              <p:nvPr/>
            </p:nvSpPr>
            <p:spPr bwMode="auto">
              <a:xfrm>
                <a:off x="3160" y="1860"/>
                <a:ext cx="12" cy="11"/>
              </a:xfrm>
              <a:custGeom>
                <a:avLst/>
                <a:gdLst>
                  <a:gd name="T0" fmla="*/ 0 w 91"/>
                  <a:gd name="T1" fmla="*/ 0 h 91"/>
                  <a:gd name="T2" fmla="*/ 0 w 91"/>
                  <a:gd name="T3" fmla="*/ 0 h 91"/>
                  <a:gd name="T4" fmla="*/ 0 w 91"/>
                  <a:gd name="T5" fmla="*/ 0 h 91"/>
                  <a:gd name="T6" fmla="*/ 0 w 91"/>
                  <a:gd name="T7" fmla="*/ 0 h 91"/>
                  <a:gd name="T8" fmla="*/ 0 w 91"/>
                  <a:gd name="T9" fmla="*/ 0 h 91"/>
                  <a:gd name="T10" fmla="*/ 0 w 91"/>
                  <a:gd name="T11" fmla="*/ 0 h 91"/>
                  <a:gd name="T12" fmla="*/ 0 w 91"/>
                  <a:gd name="T13" fmla="*/ 0 h 91"/>
                  <a:gd name="T14" fmla="*/ 0 w 91"/>
                  <a:gd name="T15" fmla="*/ 0 h 91"/>
                  <a:gd name="T16" fmla="*/ 0 w 91"/>
                  <a:gd name="T17" fmla="*/ 0 h 91"/>
                  <a:gd name="T18" fmla="*/ 0 w 91"/>
                  <a:gd name="T19" fmla="*/ 0 h 91"/>
                  <a:gd name="T20" fmla="*/ 0 w 91"/>
                  <a:gd name="T21" fmla="*/ 0 h 91"/>
                  <a:gd name="T22" fmla="*/ 0 w 91"/>
                  <a:gd name="T23" fmla="*/ 0 h 91"/>
                  <a:gd name="T24" fmla="*/ 0 w 91"/>
                  <a:gd name="T25" fmla="*/ 0 h 91"/>
                  <a:gd name="T26" fmla="*/ 0 w 91"/>
                  <a:gd name="T27" fmla="*/ 0 h 91"/>
                  <a:gd name="T28" fmla="*/ 0 w 91"/>
                  <a:gd name="T29" fmla="*/ 0 h 91"/>
                  <a:gd name="T30" fmla="*/ 0 w 91"/>
                  <a:gd name="T31" fmla="*/ 0 h 91"/>
                  <a:gd name="T32" fmla="*/ 0 w 91"/>
                  <a:gd name="T33" fmla="*/ 0 h 91"/>
                  <a:gd name="T34" fmla="*/ 0 w 91"/>
                  <a:gd name="T35" fmla="*/ 0 h 91"/>
                  <a:gd name="T36" fmla="*/ 0 w 91"/>
                  <a:gd name="T37" fmla="*/ 0 h 91"/>
                  <a:gd name="T38" fmla="*/ 0 w 91"/>
                  <a:gd name="T39" fmla="*/ 0 h 91"/>
                  <a:gd name="T40" fmla="*/ 0 w 91"/>
                  <a:gd name="T41" fmla="*/ 0 h 91"/>
                  <a:gd name="T42" fmla="*/ 0 w 91"/>
                  <a:gd name="T43" fmla="*/ 0 h 91"/>
                  <a:gd name="T44" fmla="*/ 0 w 91"/>
                  <a:gd name="T45" fmla="*/ 0 h 91"/>
                  <a:gd name="T46" fmla="*/ 0 w 91"/>
                  <a:gd name="T47" fmla="*/ 0 h 91"/>
                  <a:gd name="T48" fmla="*/ 0 w 91"/>
                  <a:gd name="T49" fmla="*/ 0 h 91"/>
                  <a:gd name="T50" fmla="*/ 0 w 91"/>
                  <a:gd name="T51" fmla="*/ 0 h 91"/>
                  <a:gd name="T52" fmla="*/ 0 w 91"/>
                  <a:gd name="T53" fmla="*/ 0 h 91"/>
                  <a:gd name="T54" fmla="*/ 0 w 91"/>
                  <a:gd name="T55" fmla="*/ 0 h 91"/>
                  <a:gd name="T56" fmla="*/ 0 w 91"/>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1"/>
                  <a:gd name="T89" fmla="*/ 91 w 91"/>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1">
                    <a:moveTo>
                      <a:pt x="91" y="41"/>
                    </a:moveTo>
                    <a:lnTo>
                      <a:pt x="91" y="31"/>
                    </a:lnTo>
                    <a:lnTo>
                      <a:pt x="81" y="21"/>
                    </a:lnTo>
                    <a:lnTo>
                      <a:pt x="81" y="10"/>
                    </a:lnTo>
                    <a:lnTo>
                      <a:pt x="81" y="0"/>
                    </a:lnTo>
                    <a:lnTo>
                      <a:pt x="61" y="0"/>
                    </a:lnTo>
                    <a:lnTo>
                      <a:pt x="50" y="0"/>
                    </a:lnTo>
                    <a:lnTo>
                      <a:pt x="40" y="0"/>
                    </a:lnTo>
                    <a:lnTo>
                      <a:pt x="30" y="0"/>
                    </a:lnTo>
                    <a:lnTo>
                      <a:pt x="10" y="0"/>
                    </a:lnTo>
                    <a:lnTo>
                      <a:pt x="10" y="10"/>
                    </a:lnTo>
                    <a:lnTo>
                      <a:pt x="10" y="21"/>
                    </a:lnTo>
                    <a:lnTo>
                      <a:pt x="0" y="31"/>
                    </a:lnTo>
                    <a:lnTo>
                      <a:pt x="0" y="51"/>
                    </a:lnTo>
                    <a:lnTo>
                      <a:pt x="10" y="61"/>
                    </a:lnTo>
                    <a:lnTo>
                      <a:pt x="10" y="71"/>
                    </a:lnTo>
                    <a:lnTo>
                      <a:pt x="20" y="81"/>
                    </a:lnTo>
                    <a:lnTo>
                      <a:pt x="30" y="81"/>
                    </a:lnTo>
                    <a:lnTo>
                      <a:pt x="40" y="91"/>
                    </a:lnTo>
                    <a:lnTo>
                      <a:pt x="50" y="91"/>
                    </a:lnTo>
                    <a:lnTo>
                      <a:pt x="61" y="91"/>
                    </a:lnTo>
                    <a:lnTo>
                      <a:pt x="71" y="81"/>
                    </a:lnTo>
                    <a:lnTo>
                      <a:pt x="81" y="71"/>
                    </a:lnTo>
                    <a:lnTo>
                      <a:pt x="91" y="61"/>
                    </a:lnTo>
                    <a:lnTo>
                      <a:pt x="91" y="51"/>
                    </a:lnTo>
                    <a:lnTo>
                      <a:pt x="91" y="4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4" name="Freeform 782">
                <a:extLst>
                  <a:ext uri="{FF2B5EF4-FFF2-40B4-BE49-F238E27FC236}">
                    <a16:creationId xmlns:a16="http://schemas.microsoft.com/office/drawing/2014/main" id="{ACD466F9-A256-323F-835A-8AF1F6E8ECDE}"/>
                  </a:ext>
                </a:extLst>
              </p:cNvPr>
              <p:cNvSpPr>
                <a:spLocks/>
              </p:cNvSpPr>
              <p:nvPr/>
            </p:nvSpPr>
            <p:spPr bwMode="auto">
              <a:xfrm>
                <a:off x="3160" y="1919"/>
                <a:ext cx="12" cy="11"/>
              </a:xfrm>
              <a:custGeom>
                <a:avLst/>
                <a:gdLst>
                  <a:gd name="T0" fmla="*/ 0 w 91"/>
                  <a:gd name="T1" fmla="*/ 0 h 91"/>
                  <a:gd name="T2" fmla="*/ 0 w 91"/>
                  <a:gd name="T3" fmla="*/ 0 h 91"/>
                  <a:gd name="T4" fmla="*/ 0 w 91"/>
                  <a:gd name="T5" fmla="*/ 0 h 91"/>
                  <a:gd name="T6" fmla="*/ 0 w 91"/>
                  <a:gd name="T7" fmla="*/ 0 h 91"/>
                  <a:gd name="T8" fmla="*/ 0 w 91"/>
                  <a:gd name="T9" fmla="*/ 0 h 91"/>
                  <a:gd name="T10" fmla="*/ 0 w 91"/>
                  <a:gd name="T11" fmla="*/ 0 h 91"/>
                  <a:gd name="T12" fmla="*/ 0 w 91"/>
                  <a:gd name="T13" fmla="*/ 0 h 91"/>
                  <a:gd name="T14" fmla="*/ 0 w 91"/>
                  <a:gd name="T15" fmla="*/ 0 h 91"/>
                  <a:gd name="T16" fmla="*/ 0 w 91"/>
                  <a:gd name="T17" fmla="*/ 0 h 91"/>
                  <a:gd name="T18" fmla="*/ 0 w 91"/>
                  <a:gd name="T19" fmla="*/ 0 h 91"/>
                  <a:gd name="T20" fmla="*/ 0 w 91"/>
                  <a:gd name="T21" fmla="*/ 0 h 91"/>
                  <a:gd name="T22" fmla="*/ 0 w 91"/>
                  <a:gd name="T23" fmla="*/ 0 h 91"/>
                  <a:gd name="T24" fmla="*/ 0 w 91"/>
                  <a:gd name="T25" fmla="*/ 0 h 91"/>
                  <a:gd name="T26" fmla="*/ 0 w 91"/>
                  <a:gd name="T27" fmla="*/ 0 h 91"/>
                  <a:gd name="T28" fmla="*/ 0 w 91"/>
                  <a:gd name="T29" fmla="*/ 0 h 91"/>
                  <a:gd name="T30" fmla="*/ 0 w 91"/>
                  <a:gd name="T31" fmla="*/ 0 h 91"/>
                  <a:gd name="T32" fmla="*/ 0 w 91"/>
                  <a:gd name="T33" fmla="*/ 0 h 91"/>
                  <a:gd name="T34" fmla="*/ 0 w 91"/>
                  <a:gd name="T35" fmla="*/ 0 h 91"/>
                  <a:gd name="T36" fmla="*/ 0 w 91"/>
                  <a:gd name="T37" fmla="*/ 0 h 91"/>
                  <a:gd name="T38" fmla="*/ 0 w 91"/>
                  <a:gd name="T39" fmla="*/ 0 h 91"/>
                  <a:gd name="T40" fmla="*/ 0 w 91"/>
                  <a:gd name="T41" fmla="*/ 0 h 91"/>
                  <a:gd name="T42" fmla="*/ 0 w 91"/>
                  <a:gd name="T43" fmla="*/ 0 h 91"/>
                  <a:gd name="T44" fmla="*/ 0 w 91"/>
                  <a:gd name="T45" fmla="*/ 0 h 91"/>
                  <a:gd name="T46" fmla="*/ 0 w 91"/>
                  <a:gd name="T47" fmla="*/ 0 h 91"/>
                  <a:gd name="T48" fmla="*/ 0 w 91"/>
                  <a:gd name="T49" fmla="*/ 0 h 91"/>
                  <a:gd name="T50" fmla="*/ 0 w 91"/>
                  <a:gd name="T51" fmla="*/ 0 h 91"/>
                  <a:gd name="T52" fmla="*/ 0 w 91"/>
                  <a:gd name="T53" fmla="*/ 0 h 91"/>
                  <a:gd name="T54" fmla="*/ 0 w 91"/>
                  <a:gd name="T55" fmla="*/ 0 h 91"/>
                  <a:gd name="T56" fmla="*/ 0 w 91"/>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1"/>
                  <a:gd name="T89" fmla="*/ 91 w 91"/>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1">
                    <a:moveTo>
                      <a:pt x="91" y="40"/>
                    </a:moveTo>
                    <a:lnTo>
                      <a:pt x="91" y="40"/>
                    </a:lnTo>
                    <a:lnTo>
                      <a:pt x="81" y="30"/>
                    </a:lnTo>
                    <a:lnTo>
                      <a:pt x="81" y="10"/>
                    </a:lnTo>
                    <a:lnTo>
                      <a:pt x="61" y="0"/>
                    </a:lnTo>
                    <a:lnTo>
                      <a:pt x="50" y="0"/>
                    </a:lnTo>
                    <a:lnTo>
                      <a:pt x="40" y="0"/>
                    </a:lnTo>
                    <a:lnTo>
                      <a:pt x="30" y="10"/>
                    </a:lnTo>
                    <a:lnTo>
                      <a:pt x="10" y="10"/>
                    </a:lnTo>
                    <a:lnTo>
                      <a:pt x="10" y="30"/>
                    </a:lnTo>
                    <a:lnTo>
                      <a:pt x="0" y="40"/>
                    </a:lnTo>
                    <a:lnTo>
                      <a:pt x="0" y="50"/>
                    </a:lnTo>
                    <a:lnTo>
                      <a:pt x="0" y="60"/>
                    </a:lnTo>
                    <a:lnTo>
                      <a:pt x="10" y="60"/>
                    </a:lnTo>
                    <a:lnTo>
                      <a:pt x="10" y="81"/>
                    </a:lnTo>
                    <a:lnTo>
                      <a:pt x="20" y="91"/>
                    </a:lnTo>
                    <a:lnTo>
                      <a:pt x="30" y="91"/>
                    </a:lnTo>
                    <a:lnTo>
                      <a:pt x="40" y="91"/>
                    </a:lnTo>
                    <a:lnTo>
                      <a:pt x="50" y="91"/>
                    </a:lnTo>
                    <a:lnTo>
                      <a:pt x="61" y="91"/>
                    </a:lnTo>
                    <a:lnTo>
                      <a:pt x="71" y="91"/>
                    </a:lnTo>
                    <a:lnTo>
                      <a:pt x="81" y="81"/>
                    </a:lnTo>
                    <a:lnTo>
                      <a:pt x="81" y="70"/>
                    </a:lnTo>
                    <a:lnTo>
                      <a:pt x="91" y="60"/>
                    </a:lnTo>
                    <a:lnTo>
                      <a:pt x="91" y="4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5" name="Freeform 783">
                <a:extLst>
                  <a:ext uri="{FF2B5EF4-FFF2-40B4-BE49-F238E27FC236}">
                    <a16:creationId xmlns:a16="http://schemas.microsoft.com/office/drawing/2014/main" id="{50EDEAF0-B6EC-422C-6C6E-014E623AC4E0}"/>
                  </a:ext>
                </a:extLst>
              </p:cNvPr>
              <p:cNvSpPr>
                <a:spLocks/>
              </p:cNvSpPr>
              <p:nvPr/>
            </p:nvSpPr>
            <p:spPr bwMode="auto">
              <a:xfrm>
                <a:off x="3160" y="1979"/>
                <a:ext cx="12" cy="11"/>
              </a:xfrm>
              <a:custGeom>
                <a:avLst/>
                <a:gdLst>
                  <a:gd name="T0" fmla="*/ 0 w 91"/>
                  <a:gd name="T1" fmla="*/ 0 h 90"/>
                  <a:gd name="T2" fmla="*/ 0 w 91"/>
                  <a:gd name="T3" fmla="*/ 0 h 90"/>
                  <a:gd name="T4" fmla="*/ 0 w 91"/>
                  <a:gd name="T5" fmla="*/ 0 h 90"/>
                  <a:gd name="T6" fmla="*/ 0 w 91"/>
                  <a:gd name="T7" fmla="*/ 0 h 90"/>
                  <a:gd name="T8" fmla="*/ 0 w 91"/>
                  <a:gd name="T9" fmla="*/ 0 h 90"/>
                  <a:gd name="T10" fmla="*/ 0 w 91"/>
                  <a:gd name="T11" fmla="*/ 0 h 90"/>
                  <a:gd name="T12" fmla="*/ 0 w 91"/>
                  <a:gd name="T13" fmla="*/ 0 h 90"/>
                  <a:gd name="T14" fmla="*/ 0 w 91"/>
                  <a:gd name="T15" fmla="*/ 0 h 90"/>
                  <a:gd name="T16" fmla="*/ 0 w 91"/>
                  <a:gd name="T17" fmla="*/ 0 h 90"/>
                  <a:gd name="T18" fmla="*/ 0 w 91"/>
                  <a:gd name="T19" fmla="*/ 0 h 90"/>
                  <a:gd name="T20" fmla="*/ 0 w 91"/>
                  <a:gd name="T21" fmla="*/ 0 h 90"/>
                  <a:gd name="T22" fmla="*/ 0 w 91"/>
                  <a:gd name="T23" fmla="*/ 0 h 90"/>
                  <a:gd name="T24" fmla="*/ 0 w 91"/>
                  <a:gd name="T25" fmla="*/ 0 h 90"/>
                  <a:gd name="T26" fmla="*/ 0 w 91"/>
                  <a:gd name="T27" fmla="*/ 0 h 90"/>
                  <a:gd name="T28" fmla="*/ 0 w 91"/>
                  <a:gd name="T29" fmla="*/ 0 h 90"/>
                  <a:gd name="T30" fmla="*/ 0 w 91"/>
                  <a:gd name="T31" fmla="*/ 0 h 90"/>
                  <a:gd name="T32" fmla="*/ 0 w 91"/>
                  <a:gd name="T33" fmla="*/ 0 h 90"/>
                  <a:gd name="T34" fmla="*/ 0 w 91"/>
                  <a:gd name="T35" fmla="*/ 0 h 90"/>
                  <a:gd name="T36" fmla="*/ 0 w 91"/>
                  <a:gd name="T37" fmla="*/ 0 h 90"/>
                  <a:gd name="T38" fmla="*/ 0 w 91"/>
                  <a:gd name="T39" fmla="*/ 0 h 90"/>
                  <a:gd name="T40" fmla="*/ 0 w 91"/>
                  <a:gd name="T41" fmla="*/ 0 h 90"/>
                  <a:gd name="T42" fmla="*/ 0 w 91"/>
                  <a:gd name="T43" fmla="*/ 0 h 90"/>
                  <a:gd name="T44" fmla="*/ 0 w 91"/>
                  <a:gd name="T45" fmla="*/ 0 h 90"/>
                  <a:gd name="T46" fmla="*/ 0 w 91"/>
                  <a:gd name="T47" fmla="*/ 0 h 90"/>
                  <a:gd name="T48" fmla="*/ 0 w 91"/>
                  <a:gd name="T49" fmla="*/ 0 h 90"/>
                  <a:gd name="T50" fmla="*/ 0 w 91"/>
                  <a:gd name="T51" fmla="*/ 0 h 90"/>
                  <a:gd name="T52" fmla="*/ 0 w 91"/>
                  <a:gd name="T53" fmla="*/ 0 h 90"/>
                  <a:gd name="T54" fmla="*/ 0 w 91"/>
                  <a:gd name="T55" fmla="*/ 0 h 90"/>
                  <a:gd name="T56" fmla="*/ 0 w 91"/>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0"/>
                  <a:gd name="T89" fmla="*/ 91 w 91"/>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0">
                    <a:moveTo>
                      <a:pt x="91" y="49"/>
                    </a:moveTo>
                    <a:lnTo>
                      <a:pt x="91" y="39"/>
                    </a:lnTo>
                    <a:lnTo>
                      <a:pt x="81" y="29"/>
                    </a:lnTo>
                    <a:lnTo>
                      <a:pt x="81" y="19"/>
                    </a:lnTo>
                    <a:lnTo>
                      <a:pt x="81" y="10"/>
                    </a:lnTo>
                    <a:lnTo>
                      <a:pt x="61" y="0"/>
                    </a:lnTo>
                    <a:lnTo>
                      <a:pt x="50" y="0"/>
                    </a:lnTo>
                    <a:lnTo>
                      <a:pt x="40" y="0"/>
                    </a:lnTo>
                    <a:lnTo>
                      <a:pt x="30" y="10"/>
                    </a:lnTo>
                    <a:lnTo>
                      <a:pt x="10" y="10"/>
                    </a:lnTo>
                    <a:lnTo>
                      <a:pt x="10" y="19"/>
                    </a:lnTo>
                    <a:lnTo>
                      <a:pt x="10" y="29"/>
                    </a:lnTo>
                    <a:lnTo>
                      <a:pt x="0" y="39"/>
                    </a:lnTo>
                    <a:lnTo>
                      <a:pt x="0" y="49"/>
                    </a:lnTo>
                    <a:lnTo>
                      <a:pt x="0" y="60"/>
                    </a:lnTo>
                    <a:lnTo>
                      <a:pt x="10" y="70"/>
                    </a:lnTo>
                    <a:lnTo>
                      <a:pt x="10" y="80"/>
                    </a:lnTo>
                    <a:lnTo>
                      <a:pt x="20" y="90"/>
                    </a:lnTo>
                    <a:lnTo>
                      <a:pt x="30" y="90"/>
                    </a:lnTo>
                    <a:lnTo>
                      <a:pt x="40" y="90"/>
                    </a:lnTo>
                    <a:lnTo>
                      <a:pt x="50" y="90"/>
                    </a:lnTo>
                    <a:lnTo>
                      <a:pt x="61" y="90"/>
                    </a:lnTo>
                    <a:lnTo>
                      <a:pt x="71" y="90"/>
                    </a:lnTo>
                    <a:lnTo>
                      <a:pt x="81" y="80"/>
                    </a:lnTo>
                    <a:lnTo>
                      <a:pt x="81" y="70"/>
                    </a:lnTo>
                    <a:lnTo>
                      <a:pt x="91" y="70"/>
                    </a:lnTo>
                    <a:lnTo>
                      <a:pt x="91" y="60"/>
                    </a:lnTo>
                    <a:lnTo>
                      <a:pt x="91" y="49"/>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6" name="Freeform 784">
                <a:extLst>
                  <a:ext uri="{FF2B5EF4-FFF2-40B4-BE49-F238E27FC236}">
                    <a16:creationId xmlns:a16="http://schemas.microsoft.com/office/drawing/2014/main" id="{3036301A-93A5-CDCE-16BC-6AC929E893CF}"/>
                  </a:ext>
                </a:extLst>
              </p:cNvPr>
              <p:cNvSpPr>
                <a:spLocks/>
              </p:cNvSpPr>
              <p:nvPr/>
            </p:nvSpPr>
            <p:spPr bwMode="auto">
              <a:xfrm>
                <a:off x="3160" y="2040"/>
                <a:ext cx="12" cy="12"/>
              </a:xfrm>
              <a:custGeom>
                <a:avLst/>
                <a:gdLst>
                  <a:gd name="T0" fmla="*/ 0 w 91"/>
                  <a:gd name="T1" fmla="*/ 0 h 100"/>
                  <a:gd name="T2" fmla="*/ 0 w 91"/>
                  <a:gd name="T3" fmla="*/ 0 h 100"/>
                  <a:gd name="T4" fmla="*/ 0 w 91"/>
                  <a:gd name="T5" fmla="*/ 0 h 100"/>
                  <a:gd name="T6" fmla="*/ 0 w 91"/>
                  <a:gd name="T7" fmla="*/ 0 h 100"/>
                  <a:gd name="T8" fmla="*/ 0 w 91"/>
                  <a:gd name="T9" fmla="*/ 0 h 100"/>
                  <a:gd name="T10" fmla="*/ 0 w 91"/>
                  <a:gd name="T11" fmla="*/ 0 h 100"/>
                  <a:gd name="T12" fmla="*/ 0 w 91"/>
                  <a:gd name="T13" fmla="*/ 0 h 100"/>
                  <a:gd name="T14" fmla="*/ 0 w 91"/>
                  <a:gd name="T15" fmla="*/ 0 h 100"/>
                  <a:gd name="T16" fmla="*/ 0 w 91"/>
                  <a:gd name="T17" fmla="*/ 0 h 100"/>
                  <a:gd name="T18" fmla="*/ 0 w 91"/>
                  <a:gd name="T19" fmla="*/ 0 h 100"/>
                  <a:gd name="T20" fmla="*/ 0 w 91"/>
                  <a:gd name="T21" fmla="*/ 0 h 100"/>
                  <a:gd name="T22" fmla="*/ 0 w 91"/>
                  <a:gd name="T23" fmla="*/ 0 h 100"/>
                  <a:gd name="T24" fmla="*/ 0 w 91"/>
                  <a:gd name="T25" fmla="*/ 0 h 100"/>
                  <a:gd name="T26" fmla="*/ 0 w 91"/>
                  <a:gd name="T27" fmla="*/ 0 h 100"/>
                  <a:gd name="T28" fmla="*/ 0 w 91"/>
                  <a:gd name="T29" fmla="*/ 0 h 100"/>
                  <a:gd name="T30" fmla="*/ 0 w 91"/>
                  <a:gd name="T31" fmla="*/ 0 h 100"/>
                  <a:gd name="T32" fmla="*/ 0 w 91"/>
                  <a:gd name="T33" fmla="*/ 0 h 100"/>
                  <a:gd name="T34" fmla="*/ 0 w 91"/>
                  <a:gd name="T35" fmla="*/ 0 h 100"/>
                  <a:gd name="T36" fmla="*/ 0 w 91"/>
                  <a:gd name="T37" fmla="*/ 0 h 100"/>
                  <a:gd name="T38" fmla="*/ 0 w 91"/>
                  <a:gd name="T39" fmla="*/ 0 h 100"/>
                  <a:gd name="T40" fmla="*/ 0 w 91"/>
                  <a:gd name="T41" fmla="*/ 0 h 100"/>
                  <a:gd name="T42" fmla="*/ 0 w 91"/>
                  <a:gd name="T43" fmla="*/ 0 h 100"/>
                  <a:gd name="T44" fmla="*/ 0 w 91"/>
                  <a:gd name="T45" fmla="*/ 0 h 100"/>
                  <a:gd name="T46" fmla="*/ 0 w 91"/>
                  <a:gd name="T47" fmla="*/ 0 h 100"/>
                  <a:gd name="T48" fmla="*/ 0 w 91"/>
                  <a:gd name="T49" fmla="*/ 0 h 100"/>
                  <a:gd name="T50" fmla="*/ 0 w 91"/>
                  <a:gd name="T51" fmla="*/ 0 h 100"/>
                  <a:gd name="T52" fmla="*/ 0 w 91"/>
                  <a:gd name="T53" fmla="*/ 0 h 100"/>
                  <a:gd name="T54" fmla="*/ 0 w 91"/>
                  <a:gd name="T55" fmla="*/ 0 h 100"/>
                  <a:gd name="T56" fmla="*/ 0 w 91"/>
                  <a:gd name="T57" fmla="*/ 0 h 10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100"/>
                  <a:gd name="T89" fmla="*/ 91 w 91"/>
                  <a:gd name="T90" fmla="*/ 100 h 10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100">
                    <a:moveTo>
                      <a:pt x="91" y="50"/>
                    </a:moveTo>
                    <a:lnTo>
                      <a:pt x="91" y="40"/>
                    </a:lnTo>
                    <a:lnTo>
                      <a:pt x="81" y="30"/>
                    </a:lnTo>
                    <a:lnTo>
                      <a:pt x="81" y="21"/>
                    </a:lnTo>
                    <a:lnTo>
                      <a:pt x="81" y="11"/>
                    </a:lnTo>
                    <a:lnTo>
                      <a:pt x="61" y="0"/>
                    </a:lnTo>
                    <a:lnTo>
                      <a:pt x="50" y="0"/>
                    </a:lnTo>
                    <a:lnTo>
                      <a:pt x="40" y="0"/>
                    </a:lnTo>
                    <a:lnTo>
                      <a:pt x="30" y="11"/>
                    </a:lnTo>
                    <a:lnTo>
                      <a:pt x="10" y="11"/>
                    </a:lnTo>
                    <a:lnTo>
                      <a:pt x="10" y="21"/>
                    </a:lnTo>
                    <a:lnTo>
                      <a:pt x="10" y="30"/>
                    </a:lnTo>
                    <a:lnTo>
                      <a:pt x="0" y="40"/>
                    </a:lnTo>
                    <a:lnTo>
                      <a:pt x="0" y="50"/>
                    </a:lnTo>
                    <a:lnTo>
                      <a:pt x="0" y="60"/>
                    </a:lnTo>
                    <a:lnTo>
                      <a:pt x="10" y="70"/>
                    </a:lnTo>
                    <a:lnTo>
                      <a:pt x="10" y="80"/>
                    </a:lnTo>
                    <a:lnTo>
                      <a:pt x="20" y="90"/>
                    </a:lnTo>
                    <a:lnTo>
                      <a:pt x="30" y="90"/>
                    </a:lnTo>
                    <a:lnTo>
                      <a:pt x="40" y="100"/>
                    </a:lnTo>
                    <a:lnTo>
                      <a:pt x="50" y="100"/>
                    </a:lnTo>
                    <a:lnTo>
                      <a:pt x="61" y="100"/>
                    </a:lnTo>
                    <a:lnTo>
                      <a:pt x="71" y="90"/>
                    </a:lnTo>
                    <a:lnTo>
                      <a:pt x="81" y="80"/>
                    </a:lnTo>
                    <a:lnTo>
                      <a:pt x="91" y="70"/>
                    </a:lnTo>
                    <a:lnTo>
                      <a:pt x="91" y="60"/>
                    </a:lnTo>
                    <a:lnTo>
                      <a:pt x="91" y="5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7" name="Freeform 785">
                <a:extLst>
                  <a:ext uri="{FF2B5EF4-FFF2-40B4-BE49-F238E27FC236}">
                    <a16:creationId xmlns:a16="http://schemas.microsoft.com/office/drawing/2014/main" id="{B481CBE8-FEB2-329F-F39E-92BD44BE5295}"/>
                  </a:ext>
                </a:extLst>
              </p:cNvPr>
              <p:cNvSpPr>
                <a:spLocks/>
              </p:cNvSpPr>
              <p:nvPr/>
            </p:nvSpPr>
            <p:spPr bwMode="auto">
              <a:xfrm>
                <a:off x="3160" y="2101"/>
                <a:ext cx="12" cy="11"/>
              </a:xfrm>
              <a:custGeom>
                <a:avLst/>
                <a:gdLst>
                  <a:gd name="T0" fmla="*/ 0 w 91"/>
                  <a:gd name="T1" fmla="*/ 0 h 90"/>
                  <a:gd name="T2" fmla="*/ 0 w 91"/>
                  <a:gd name="T3" fmla="*/ 0 h 90"/>
                  <a:gd name="T4" fmla="*/ 0 w 91"/>
                  <a:gd name="T5" fmla="*/ 0 h 90"/>
                  <a:gd name="T6" fmla="*/ 0 w 91"/>
                  <a:gd name="T7" fmla="*/ 0 h 90"/>
                  <a:gd name="T8" fmla="*/ 0 w 91"/>
                  <a:gd name="T9" fmla="*/ 0 h 90"/>
                  <a:gd name="T10" fmla="*/ 0 w 91"/>
                  <a:gd name="T11" fmla="*/ 0 h 90"/>
                  <a:gd name="T12" fmla="*/ 0 w 91"/>
                  <a:gd name="T13" fmla="*/ 0 h 90"/>
                  <a:gd name="T14" fmla="*/ 0 w 91"/>
                  <a:gd name="T15" fmla="*/ 0 h 90"/>
                  <a:gd name="T16" fmla="*/ 0 w 91"/>
                  <a:gd name="T17" fmla="*/ 0 h 90"/>
                  <a:gd name="T18" fmla="*/ 0 w 91"/>
                  <a:gd name="T19" fmla="*/ 0 h 90"/>
                  <a:gd name="T20" fmla="*/ 0 w 91"/>
                  <a:gd name="T21" fmla="*/ 0 h 90"/>
                  <a:gd name="T22" fmla="*/ 0 w 91"/>
                  <a:gd name="T23" fmla="*/ 0 h 90"/>
                  <a:gd name="T24" fmla="*/ 0 w 91"/>
                  <a:gd name="T25" fmla="*/ 0 h 90"/>
                  <a:gd name="T26" fmla="*/ 0 w 91"/>
                  <a:gd name="T27" fmla="*/ 0 h 90"/>
                  <a:gd name="T28" fmla="*/ 0 w 91"/>
                  <a:gd name="T29" fmla="*/ 0 h 90"/>
                  <a:gd name="T30" fmla="*/ 0 w 91"/>
                  <a:gd name="T31" fmla="*/ 0 h 90"/>
                  <a:gd name="T32" fmla="*/ 0 w 91"/>
                  <a:gd name="T33" fmla="*/ 0 h 90"/>
                  <a:gd name="T34" fmla="*/ 0 w 91"/>
                  <a:gd name="T35" fmla="*/ 0 h 90"/>
                  <a:gd name="T36" fmla="*/ 0 w 91"/>
                  <a:gd name="T37" fmla="*/ 0 h 90"/>
                  <a:gd name="T38" fmla="*/ 0 w 91"/>
                  <a:gd name="T39" fmla="*/ 0 h 90"/>
                  <a:gd name="T40" fmla="*/ 0 w 91"/>
                  <a:gd name="T41" fmla="*/ 0 h 90"/>
                  <a:gd name="T42" fmla="*/ 0 w 91"/>
                  <a:gd name="T43" fmla="*/ 0 h 90"/>
                  <a:gd name="T44" fmla="*/ 0 w 91"/>
                  <a:gd name="T45" fmla="*/ 0 h 90"/>
                  <a:gd name="T46" fmla="*/ 0 w 91"/>
                  <a:gd name="T47" fmla="*/ 0 h 90"/>
                  <a:gd name="T48" fmla="*/ 0 w 91"/>
                  <a:gd name="T49" fmla="*/ 0 h 90"/>
                  <a:gd name="T50" fmla="*/ 0 w 91"/>
                  <a:gd name="T51" fmla="*/ 0 h 90"/>
                  <a:gd name="T52" fmla="*/ 0 w 91"/>
                  <a:gd name="T53" fmla="*/ 0 h 90"/>
                  <a:gd name="T54" fmla="*/ 0 w 91"/>
                  <a:gd name="T55" fmla="*/ 0 h 90"/>
                  <a:gd name="T56" fmla="*/ 0 w 91"/>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0"/>
                  <a:gd name="T89" fmla="*/ 91 w 91"/>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0">
                    <a:moveTo>
                      <a:pt x="91" y="40"/>
                    </a:moveTo>
                    <a:lnTo>
                      <a:pt x="91" y="30"/>
                    </a:lnTo>
                    <a:lnTo>
                      <a:pt x="81" y="30"/>
                    </a:lnTo>
                    <a:lnTo>
                      <a:pt x="81" y="10"/>
                    </a:lnTo>
                    <a:lnTo>
                      <a:pt x="81" y="0"/>
                    </a:lnTo>
                    <a:lnTo>
                      <a:pt x="61" y="0"/>
                    </a:lnTo>
                    <a:lnTo>
                      <a:pt x="50" y="0"/>
                    </a:lnTo>
                    <a:lnTo>
                      <a:pt x="40" y="0"/>
                    </a:lnTo>
                    <a:lnTo>
                      <a:pt x="30" y="0"/>
                    </a:lnTo>
                    <a:lnTo>
                      <a:pt x="10" y="0"/>
                    </a:lnTo>
                    <a:lnTo>
                      <a:pt x="10" y="10"/>
                    </a:lnTo>
                    <a:lnTo>
                      <a:pt x="10" y="30"/>
                    </a:lnTo>
                    <a:lnTo>
                      <a:pt x="0" y="30"/>
                    </a:lnTo>
                    <a:lnTo>
                      <a:pt x="0" y="50"/>
                    </a:lnTo>
                    <a:lnTo>
                      <a:pt x="10" y="60"/>
                    </a:lnTo>
                    <a:lnTo>
                      <a:pt x="10" y="69"/>
                    </a:lnTo>
                    <a:lnTo>
                      <a:pt x="20" y="80"/>
                    </a:lnTo>
                    <a:lnTo>
                      <a:pt x="30" y="80"/>
                    </a:lnTo>
                    <a:lnTo>
                      <a:pt x="40" y="90"/>
                    </a:lnTo>
                    <a:lnTo>
                      <a:pt x="50" y="90"/>
                    </a:lnTo>
                    <a:lnTo>
                      <a:pt x="61" y="90"/>
                    </a:lnTo>
                    <a:lnTo>
                      <a:pt x="71" y="80"/>
                    </a:lnTo>
                    <a:lnTo>
                      <a:pt x="81" y="69"/>
                    </a:lnTo>
                    <a:lnTo>
                      <a:pt x="91" y="60"/>
                    </a:lnTo>
                    <a:lnTo>
                      <a:pt x="91" y="50"/>
                    </a:lnTo>
                    <a:lnTo>
                      <a:pt x="91" y="4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8" name="Freeform 786">
                <a:extLst>
                  <a:ext uri="{FF2B5EF4-FFF2-40B4-BE49-F238E27FC236}">
                    <a16:creationId xmlns:a16="http://schemas.microsoft.com/office/drawing/2014/main" id="{9D3CEEA1-26FA-085E-FCFE-86F9FC393793}"/>
                  </a:ext>
                </a:extLst>
              </p:cNvPr>
              <p:cNvSpPr>
                <a:spLocks/>
              </p:cNvSpPr>
              <p:nvPr/>
            </p:nvSpPr>
            <p:spPr bwMode="auto">
              <a:xfrm>
                <a:off x="3160" y="2161"/>
                <a:ext cx="12" cy="12"/>
              </a:xfrm>
              <a:custGeom>
                <a:avLst/>
                <a:gdLst>
                  <a:gd name="T0" fmla="*/ 0 w 91"/>
                  <a:gd name="T1" fmla="*/ 0 h 90"/>
                  <a:gd name="T2" fmla="*/ 0 w 91"/>
                  <a:gd name="T3" fmla="*/ 0 h 90"/>
                  <a:gd name="T4" fmla="*/ 0 w 91"/>
                  <a:gd name="T5" fmla="*/ 0 h 90"/>
                  <a:gd name="T6" fmla="*/ 0 w 91"/>
                  <a:gd name="T7" fmla="*/ 0 h 90"/>
                  <a:gd name="T8" fmla="*/ 0 w 91"/>
                  <a:gd name="T9" fmla="*/ 0 h 90"/>
                  <a:gd name="T10" fmla="*/ 0 w 91"/>
                  <a:gd name="T11" fmla="*/ 0 h 90"/>
                  <a:gd name="T12" fmla="*/ 0 w 91"/>
                  <a:gd name="T13" fmla="*/ 0 h 90"/>
                  <a:gd name="T14" fmla="*/ 0 w 91"/>
                  <a:gd name="T15" fmla="*/ 0 h 90"/>
                  <a:gd name="T16" fmla="*/ 0 w 91"/>
                  <a:gd name="T17" fmla="*/ 0 h 90"/>
                  <a:gd name="T18" fmla="*/ 0 w 91"/>
                  <a:gd name="T19" fmla="*/ 0 h 90"/>
                  <a:gd name="T20" fmla="*/ 0 w 91"/>
                  <a:gd name="T21" fmla="*/ 0 h 90"/>
                  <a:gd name="T22" fmla="*/ 0 w 91"/>
                  <a:gd name="T23" fmla="*/ 0 h 90"/>
                  <a:gd name="T24" fmla="*/ 0 w 91"/>
                  <a:gd name="T25" fmla="*/ 0 h 90"/>
                  <a:gd name="T26" fmla="*/ 0 w 91"/>
                  <a:gd name="T27" fmla="*/ 0 h 90"/>
                  <a:gd name="T28" fmla="*/ 0 w 91"/>
                  <a:gd name="T29" fmla="*/ 0 h 90"/>
                  <a:gd name="T30" fmla="*/ 0 w 91"/>
                  <a:gd name="T31" fmla="*/ 0 h 90"/>
                  <a:gd name="T32" fmla="*/ 0 w 91"/>
                  <a:gd name="T33" fmla="*/ 0 h 90"/>
                  <a:gd name="T34" fmla="*/ 0 w 91"/>
                  <a:gd name="T35" fmla="*/ 0 h 90"/>
                  <a:gd name="T36" fmla="*/ 0 w 91"/>
                  <a:gd name="T37" fmla="*/ 0 h 90"/>
                  <a:gd name="T38" fmla="*/ 0 w 91"/>
                  <a:gd name="T39" fmla="*/ 0 h 90"/>
                  <a:gd name="T40" fmla="*/ 0 w 91"/>
                  <a:gd name="T41" fmla="*/ 0 h 90"/>
                  <a:gd name="T42" fmla="*/ 0 w 91"/>
                  <a:gd name="T43" fmla="*/ 0 h 90"/>
                  <a:gd name="T44" fmla="*/ 0 w 91"/>
                  <a:gd name="T45" fmla="*/ 0 h 90"/>
                  <a:gd name="T46" fmla="*/ 0 w 91"/>
                  <a:gd name="T47" fmla="*/ 0 h 90"/>
                  <a:gd name="T48" fmla="*/ 0 w 91"/>
                  <a:gd name="T49" fmla="*/ 0 h 90"/>
                  <a:gd name="T50" fmla="*/ 0 w 91"/>
                  <a:gd name="T51" fmla="*/ 0 h 90"/>
                  <a:gd name="T52" fmla="*/ 0 w 91"/>
                  <a:gd name="T53" fmla="*/ 0 h 90"/>
                  <a:gd name="T54" fmla="*/ 0 w 91"/>
                  <a:gd name="T55" fmla="*/ 0 h 90"/>
                  <a:gd name="T56" fmla="*/ 0 w 91"/>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1"/>
                  <a:gd name="T88" fmla="*/ 0 h 90"/>
                  <a:gd name="T89" fmla="*/ 91 w 91"/>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1" h="90">
                    <a:moveTo>
                      <a:pt x="91" y="41"/>
                    </a:moveTo>
                    <a:lnTo>
                      <a:pt x="91" y="31"/>
                    </a:lnTo>
                    <a:lnTo>
                      <a:pt x="81" y="31"/>
                    </a:lnTo>
                    <a:lnTo>
                      <a:pt x="81" y="10"/>
                    </a:lnTo>
                    <a:lnTo>
                      <a:pt x="61" y="0"/>
                    </a:lnTo>
                    <a:lnTo>
                      <a:pt x="50" y="0"/>
                    </a:lnTo>
                    <a:lnTo>
                      <a:pt x="40" y="0"/>
                    </a:lnTo>
                    <a:lnTo>
                      <a:pt x="30" y="10"/>
                    </a:lnTo>
                    <a:lnTo>
                      <a:pt x="10" y="10"/>
                    </a:lnTo>
                    <a:lnTo>
                      <a:pt x="10" y="31"/>
                    </a:lnTo>
                    <a:lnTo>
                      <a:pt x="0" y="31"/>
                    </a:lnTo>
                    <a:lnTo>
                      <a:pt x="0" y="51"/>
                    </a:lnTo>
                    <a:lnTo>
                      <a:pt x="0" y="61"/>
                    </a:lnTo>
                    <a:lnTo>
                      <a:pt x="10" y="61"/>
                    </a:lnTo>
                    <a:lnTo>
                      <a:pt x="10" y="80"/>
                    </a:lnTo>
                    <a:lnTo>
                      <a:pt x="20" y="80"/>
                    </a:lnTo>
                    <a:lnTo>
                      <a:pt x="30" y="80"/>
                    </a:lnTo>
                    <a:lnTo>
                      <a:pt x="40" y="90"/>
                    </a:lnTo>
                    <a:lnTo>
                      <a:pt x="50" y="90"/>
                    </a:lnTo>
                    <a:lnTo>
                      <a:pt x="61" y="90"/>
                    </a:lnTo>
                    <a:lnTo>
                      <a:pt x="71" y="80"/>
                    </a:lnTo>
                    <a:lnTo>
                      <a:pt x="81" y="80"/>
                    </a:lnTo>
                    <a:lnTo>
                      <a:pt x="81" y="70"/>
                    </a:lnTo>
                    <a:lnTo>
                      <a:pt x="91" y="61"/>
                    </a:lnTo>
                    <a:lnTo>
                      <a:pt x="91" y="4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9" name="Rectangle 787">
                <a:extLst>
                  <a:ext uri="{FF2B5EF4-FFF2-40B4-BE49-F238E27FC236}">
                    <a16:creationId xmlns:a16="http://schemas.microsoft.com/office/drawing/2014/main" id="{8E631D76-6BE1-424F-9F45-71583F96506A}"/>
                  </a:ext>
                </a:extLst>
              </p:cNvPr>
              <p:cNvSpPr>
                <a:spLocks noChangeArrowheads="1"/>
              </p:cNvSpPr>
              <p:nvPr/>
            </p:nvSpPr>
            <p:spPr bwMode="auto">
              <a:xfrm>
                <a:off x="3532" y="1704"/>
                <a:ext cx="407" cy="50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10" name="Freeform 788">
                <a:extLst>
                  <a:ext uri="{FF2B5EF4-FFF2-40B4-BE49-F238E27FC236}">
                    <a16:creationId xmlns:a16="http://schemas.microsoft.com/office/drawing/2014/main" id="{612EBD9C-F11A-C3BE-E418-7EBAAFFEC8F2}"/>
                  </a:ext>
                </a:extLst>
              </p:cNvPr>
              <p:cNvSpPr>
                <a:spLocks/>
              </p:cNvSpPr>
              <p:nvPr/>
            </p:nvSpPr>
            <p:spPr bwMode="auto">
              <a:xfrm>
                <a:off x="3726" y="1739"/>
                <a:ext cx="12" cy="11"/>
              </a:xfrm>
              <a:custGeom>
                <a:avLst/>
                <a:gdLst>
                  <a:gd name="T0" fmla="*/ 0 w 90"/>
                  <a:gd name="T1" fmla="*/ 0 h 91"/>
                  <a:gd name="T2" fmla="*/ 0 w 90"/>
                  <a:gd name="T3" fmla="*/ 0 h 91"/>
                  <a:gd name="T4" fmla="*/ 0 w 90"/>
                  <a:gd name="T5" fmla="*/ 0 h 91"/>
                  <a:gd name="T6" fmla="*/ 0 w 90"/>
                  <a:gd name="T7" fmla="*/ 0 h 91"/>
                  <a:gd name="T8" fmla="*/ 0 w 90"/>
                  <a:gd name="T9" fmla="*/ 0 h 91"/>
                  <a:gd name="T10" fmla="*/ 0 w 90"/>
                  <a:gd name="T11" fmla="*/ 0 h 91"/>
                  <a:gd name="T12" fmla="*/ 0 w 90"/>
                  <a:gd name="T13" fmla="*/ 0 h 91"/>
                  <a:gd name="T14" fmla="*/ 0 w 90"/>
                  <a:gd name="T15" fmla="*/ 0 h 91"/>
                  <a:gd name="T16" fmla="*/ 0 w 90"/>
                  <a:gd name="T17" fmla="*/ 0 h 91"/>
                  <a:gd name="T18" fmla="*/ 0 w 90"/>
                  <a:gd name="T19" fmla="*/ 0 h 91"/>
                  <a:gd name="T20" fmla="*/ 0 w 90"/>
                  <a:gd name="T21" fmla="*/ 0 h 91"/>
                  <a:gd name="T22" fmla="*/ 0 w 90"/>
                  <a:gd name="T23" fmla="*/ 0 h 91"/>
                  <a:gd name="T24" fmla="*/ 0 w 90"/>
                  <a:gd name="T25" fmla="*/ 0 h 91"/>
                  <a:gd name="T26" fmla="*/ 0 w 90"/>
                  <a:gd name="T27" fmla="*/ 0 h 91"/>
                  <a:gd name="T28" fmla="*/ 0 w 90"/>
                  <a:gd name="T29" fmla="*/ 0 h 91"/>
                  <a:gd name="T30" fmla="*/ 0 w 90"/>
                  <a:gd name="T31" fmla="*/ 0 h 91"/>
                  <a:gd name="T32" fmla="*/ 0 w 90"/>
                  <a:gd name="T33" fmla="*/ 0 h 91"/>
                  <a:gd name="T34" fmla="*/ 0 w 90"/>
                  <a:gd name="T35" fmla="*/ 0 h 91"/>
                  <a:gd name="T36" fmla="*/ 0 w 90"/>
                  <a:gd name="T37" fmla="*/ 0 h 91"/>
                  <a:gd name="T38" fmla="*/ 0 w 90"/>
                  <a:gd name="T39" fmla="*/ 0 h 91"/>
                  <a:gd name="T40" fmla="*/ 0 w 90"/>
                  <a:gd name="T41" fmla="*/ 0 h 91"/>
                  <a:gd name="T42" fmla="*/ 0 w 90"/>
                  <a:gd name="T43" fmla="*/ 0 h 91"/>
                  <a:gd name="T44" fmla="*/ 0 w 90"/>
                  <a:gd name="T45" fmla="*/ 0 h 91"/>
                  <a:gd name="T46" fmla="*/ 0 w 90"/>
                  <a:gd name="T47" fmla="*/ 0 h 91"/>
                  <a:gd name="T48" fmla="*/ 0 w 90"/>
                  <a:gd name="T49" fmla="*/ 0 h 91"/>
                  <a:gd name="T50" fmla="*/ 0 w 90"/>
                  <a:gd name="T51" fmla="*/ 0 h 91"/>
                  <a:gd name="T52" fmla="*/ 0 w 90"/>
                  <a:gd name="T53" fmla="*/ 0 h 91"/>
                  <a:gd name="T54" fmla="*/ 0 w 90"/>
                  <a:gd name="T55" fmla="*/ 0 h 91"/>
                  <a:gd name="T56" fmla="*/ 0 w 90"/>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1"/>
                  <a:gd name="T89" fmla="*/ 90 w 90"/>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1">
                    <a:moveTo>
                      <a:pt x="90" y="40"/>
                    </a:moveTo>
                    <a:lnTo>
                      <a:pt x="90" y="30"/>
                    </a:lnTo>
                    <a:lnTo>
                      <a:pt x="80" y="30"/>
                    </a:lnTo>
                    <a:lnTo>
                      <a:pt x="80" y="10"/>
                    </a:lnTo>
                    <a:lnTo>
                      <a:pt x="60" y="0"/>
                    </a:lnTo>
                    <a:lnTo>
                      <a:pt x="50" y="0"/>
                    </a:lnTo>
                    <a:lnTo>
                      <a:pt x="31" y="0"/>
                    </a:lnTo>
                    <a:lnTo>
                      <a:pt x="31" y="10"/>
                    </a:lnTo>
                    <a:lnTo>
                      <a:pt x="10" y="10"/>
                    </a:lnTo>
                    <a:lnTo>
                      <a:pt x="10" y="30"/>
                    </a:lnTo>
                    <a:lnTo>
                      <a:pt x="0" y="30"/>
                    </a:lnTo>
                    <a:lnTo>
                      <a:pt x="0" y="50"/>
                    </a:lnTo>
                    <a:lnTo>
                      <a:pt x="0" y="60"/>
                    </a:lnTo>
                    <a:lnTo>
                      <a:pt x="10" y="60"/>
                    </a:lnTo>
                    <a:lnTo>
                      <a:pt x="10" y="81"/>
                    </a:lnTo>
                    <a:lnTo>
                      <a:pt x="20" y="81"/>
                    </a:lnTo>
                    <a:lnTo>
                      <a:pt x="31" y="81"/>
                    </a:lnTo>
                    <a:lnTo>
                      <a:pt x="31" y="91"/>
                    </a:lnTo>
                    <a:lnTo>
                      <a:pt x="50" y="91"/>
                    </a:lnTo>
                    <a:lnTo>
                      <a:pt x="70" y="81"/>
                    </a:lnTo>
                    <a:lnTo>
                      <a:pt x="80" y="81"/>
                    </a:lnTo>
                    <a:lnTo>
                      <a:pt x="80" y="70"/>
                    </a:lnTo>
                    <a:lnTo>
                      <a:pt x="90" y="60"/>
                    </a:lnTo>
                    <a:lnTo>
                      <a:pt x="90" y="4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1" name="Freeform 789">
                <a:extLst>
                  <a:ext uri="{FF2B5EF4-FFF2-40B4-BE49-F238E27FC236}">
                    <a16:creationId xmlns:a16="http://schemas.microsoft.com/office/drawing/2014/main" id="{F51920DC-6701-7EC4-DEE8-D19DE54750A6}"/>
                  </a:ext>
                </a:extLst>
              </p:cNvPr>
              <p:cNvSpPr>
                <a:spLocks/>
              </p:cNvSpPr>
              <p:nvPr/>
            </p:nvSpPr>
            <p:spPr bwMode="auto">
              <a:xfrm>
                <a:off x="3726" y="1798"/>
                <a:ext cx="12" cy="13"/>
              </a:xfrm>
              <a:custGeom>
                <a:avLst/>
                <a:gdLst>
                  <a:gd name="T0" fmla="*/ 0 w 90"/>
                  <a:gd name="T1" fmla="*/ 0 h 99"/>
                  <a:gd name="T2" fmla="*/ 0 w 90"/>
                  <a:gd name="T3" fmla="*/ 0 h 99"/>
                  <a:gd name="T4" fmla="*/ 0 w 90"/>
                  <a:gd name="T5" fmla="*/ 0 h 99"/>
                  <a:gd name="T6" fmla="*/ 0 w 90"/>
                  <a:gd name="T7" fmla="*/ 0 h 99"/>
                  <a:gd name="T8" fmla="*/ 0 w 90"/>
                  <a:gd name="T9" fmla="*/ 0 h 99"/>
                  <a:gd name="T10" fmla="*/ 0 w 90"/>
                  <a:gd name="T11" fmla="*/ 0 h 99"/>
                  <a:gd name="T12" fmla="*/ 0 w 90"/>
                  <a:gd name="T13" fmla="*/ 0 h 99"/>
                  <a:gd name="T14" fmla="*/ 0 w 90"/>
                  <a:gd name="T15" fmla="*/ 0 h 99"/>
                  <a:gd name="T16" fmla="*/ 0 w 90"/>
                  <a:gd name="T17" fmla="*/ 0 h 99"/>
                  <a:gd name="T18" fmla="*/ 0 w 90"/>
                  <a:gd name="T19" fmla="*/ 0 h 99"/>
                  <a:gd name="T20" fmla="*/ 0 w 90"/>
                  <a:gd name="T21" fmla="*/ 0 h 99"/>
                  <a:gd name="T22" fmla="*/ 0 w 90"/>
                  <a:gd name="T23" fmla="*/ 0 h 99"/>
                  <a:gd name="T24" fmla="*/ 0 w 90"/>
                  <a:gd name="T25" fmla="*/ 0 h 99"/>
                  <a:gd name="T26" fmla="*/ 0 w 90"/>
                  <a:gd name="T27" fmla="*/ 0 h 99"/>
                  <a:gd name="T28" fmla="*/ 0 w 90"/>
                  <a:gd name="T29" fmla="*/ 0 h 99"/>
                  <a:gd name="T30" fmla="*/ 0 w 90"/>
                  <a:gd name="T31" fmla="*/ 0 h 99"/>
                  <a:gd name="T32" fmla="*/ 0 w 90"/>
                  <a:gd name="T33" fmla="*/ 0 h 99"/>
                  <a:gd name="T34" fmla="*/ 0 w 90"/>
                  <a:gd name="T35" fmla="*/ 0 h 99"/>
                  <a:gd name="T36" fmla="*/ 0 w 90"/>
                  <a:gd name="T37" fmla="*/ 0 h 99"/>
                  <a:gd name="T38" fmla="*/ 0 w 90"/>
                  <a:gd name="T39" fmla="*/ 0 h 99"/>
                  <a:gd name="T40" fmla="*/ 0 w 90"/>
                  <a:gd name="T41" fmla="*/ 0 h 99"/>
                  <a:gd name="T42" fmla="*/ 0 w 90"/>
                  <a:gd name="T43" fmla="*/ 0 h 99"/>
                  <a:gd name="T44" fmla="*/ 0 w 90"/>
                  <a:gd name="T45" fmla="*/ 0 h 99"/>
                  <a:gd name="T46" fmla="*/ 0 w 90"/>
                  <a:gd name="T47" fmla="*/ 0 h 99"/>
                  <a:gd name="T48" fmla="*/ 0 w 90"/>
                  <a:gd name="T49" fmla="*/ 0 h 99"/>
                  <a:gd name="T50" fmla="*/ 0 w 90"/>
                  <a:gd name="T51" fmla="*/ 0 h 99"/>
                  <a:gd name="T52" fmla="*/ 0 w 90"/>
                  <a:gd name="T53" fmla="*/ 0 h 99"/>
                  <a:gd name="T54" fmla="*/ 0 w 90"/>
                  <a:gd name="T55" fmla="*/ 0 h 99"/>
                  <a:gd name="T56" fmla="*/ 0 w 90"/>
                  <a:gd name="T57" fmla="*/ 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9"/>
                  <a:gd name="T89" fmla="*/ 90 w 90"/>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9">
                    <a:moveTo>
                      <a:pt x="90" y="48"/>
                    </a:moveTo>
                    <a:lnTo>
                      <a:pt x="90" y="38"/>
                    </a:lnTo>
                    <a:lnTo>
                      <a:pt x="80" y="30"/>
                    </a:lnTo>
                    <a:lnTo>
                      <a:pt x="80" y="20"/>
                    </a:lnTo>
                    <a:lnTo>
                      <a:pt x="80" y="10"/>
                    </a:lnTo>
                    <a:lnTo>
                      <a:pt x="60" y="0"/>
                    </a:lnTo>
                    <a:lnTo>
                      <a:pt x="50" y="0"/>
                    </a:lnTo>
                    <a:lnTo>
                      <a:pt x="31" y="0"/>
                    </a:lnTo>
                    <a:lnTo>
                      <a:pt x="31" y="10"/>
                    </a:lnTo>
                    <a:lnTo>
                      <a:pt x="10" y="10"/>
                    </a:lnTo>
                    <a:lnTo>
                      <a:pt x="10" y="20"/>
                    </a:lnTo>
                    <a:lnTo>
                      <a:pt x="10" y="30"/>
                    </a:lnTo>
                    <a:lnTo>
                      <a:pt x="0" y="38"/>
                    </a:lnTo>
                    <a:lnTo>
                      <a:pt x="0" y="48"/>
                    </a:lnTo>
                    <a:lnTo>
                      <a:pt x="0" y="58"/>
                    </a:lnTo>
                    <a:lnTo>
                      <a:pt x="10" y="69"/>
                    </a:lnTo>
                    <a:lnTo>
                      <a:pt x="10" y="79"/>
                    </a:lnTo>
                    <a:lnTo>
                      <a:pt x="20" y="89"/>
                    </a:lnTo>
                    <a:lnTo>
                      <a:pt x="31" y="89"/>
                    </a:lnTo>
                    <a:lnTo>
                      <a:pt x="31" y="99"/>
                    </a:lnTo>
                    <a:lnTo>
                      <a:pt x="50" y="99"/>
                    </a:lnTo>
                    <a:lnTo>
                      <a:pt x="70" y="89"/>
                    </a:lnTo>
                    <a:lnTo>
                      <a:pt x="80" y="79"/>
                    </a:lnTo>
                    <a:lnTo>
                      <a:pt x="80" y="69"/>
                    </a:lnTo>
                    <a:lnTo>
                      <a:pt x="90" y="69"/>
                    </a:lnTo>
                    <a:lnTo>
                      <a:pt x="90" y="58"/>
                    </a:lnTo>
                    <a:lnTo>
                      <a:pt x="90" y="48"/>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2" name="Freeform 790">
                <a:extLst>
                  <a:ext uri="{FF2B5EF4-FFF2-40B4-BE49-F238E27FC236}">
                    <a16:creationId xmlns:a16="http://schemas.microsoft.com/office/drawing/2014/main" id="{FA4BFD4B-9475-0B98-8669-FB640793FF41}"/>
                  </a:ext>
                </a:extLst>
              </p:cNvPr>
              <p:cNvSpPr>
                <a:spLocks/>
              </p:cNvSpPr>
              <p:nvPr/>
            </p:nvSpPr>
            <p:spPr bwMode="auto">
              <a:xfrm>
                <a:off x="3726" y="1860"/>
                <a:ext cx="12" cy="11"/>
              </a:xfrm>
              <a:custGeom>
                <a:avLst/>
                <a:gdLst>
                  <a:gd name="T0" fmla="*/ 0 w 90"/>
                  <a:gd name="T1" fmla="*/ 0 h 91"/>
                  <a:gd name="T2" fmla="*/ 0 w 90"/>
                  <a:gd name="T3" fmla="*/ 0 h 91"/>
                  <a:gd name="T4" fmla="*/ 0 w 90"/>
                  <a:gd name="T5" fmla="*/ 0 h 91"/>
                  <a:gd name="T6" fmla="*/ 0 w 90"/>
                  <a:gd name="T7" fmla="*/ 0 h 91"/>
                  <a:gd name="T8" fmla="*/ 0 w 90"/>
                  <a:gd name="T9" fmla="*/ 0 h 91"/>
                  <a:gd name="T10" fmla="*/ 0 w 90"/>
                  <a:gd name="T11" fmla="*/ 0 h 91"/>
                  <a:gd name="T12" fmla="*/ 0 w 90"/>
                  <a:gd name="T13" fmla="*/ 0 h 91"/>
                  <a:gd name="T14" fmla="*/ 0 w 90"/>
                  <a:gd name="T15" fmla="*/ 0 h 91"/>
                  <a:gd name="T16" fmla="*/ 0 w 90"/>
                  <a:gd name="T17" fmla="*/ 0 h 91"/>
                  <a:gd name="T18" fmla="*/ 0 w 90"/>
                  <a:gd name="T19" fmla="*/ 0 h 91"/>
                  <a:gd name="T20" fmla="*/ 0 w 90"/>
                  <a:gd name="T21" fmla="*/ 0 h 91"/>
                  <a:gd name="T22" fmla="*/ 0 w 90"/>
                  <a:gd name="T23" fmla="*/ 0 h 91"/>
                  <a:gd name="T24" fmla="*/ 0 w 90"/>
                  <a:gd name="T25" fmla="*/ 0 h 91"/>
                  <a:gd name="T26" fmla="*/ 0 w 90"/>
                  <a:gd name="T27" fmla="*/ 0 h 91"/>
                  <a:gd name="T28" fmla="*/ 0 w 90"/>
                  <a:gd name="T29" fmla="*/ 0 h 91"/>
                  <a:gd name="T30" fmla="*/ 0 w 90"/>
                  <a:gd name="T31" fmla="*/ 0 h 91"/>
                  <a:gd name="T32" fmla="*/ 0 w 90"/>
                  <a:gd name="T33" fmla="*/ 0 h 91"/>
                  <a:gd name="T34" fmla="*/ 0 w 90"/>
                  <a:gd name="T35" fmla="*/ 0 h 91"/>
                  <a:gd name="T36" fmla="*/ 0 w 90"/>
                  <a:gd name="T37" fmla="*/ 0 h 91"/>
                  <a:gd name="T38" fmla="*/ 0 w 90"/>
                  <a:gd name="T39" fmla="*/ 0 h 91"/>
                  <a:gd name="T40" fmla="*/ 0 w 90"/>
                  <a:gd name="T41" fmla="*/ 0 h 91"/>
                  <a:gd name="T42" fmla="*/ 0 w 90"/>
                  <a:gd name="T43" fmla="*/ 0 h 91"/>
                  <a:gd name="T44" fmla="*/ 0 w 90"/>
                  <a:gd name="T45" fmla="*/ 0 h 91"/>
                  <a:gd name="T46" fmla="*/ 0 w 90"/>
                  <a:gd name="T47" fmla="*/ 0 h 91"/>
                  <a:gd name="T48" fmla="*/ 0 w 90"/>
                  <a:gd name="T49" fmla="*/ 0 h 91"/>
                  <a:gd name="T50" fmla="*/ 0 w 90"/>
                  <a:gd name="T51" fmla="*/ 0 h 91"/>
                  <a:gd name="T52" fmla="*/ 0 w 90"/>
                  <a:gd name="T53" fmla="*/ 0 h 91"/>
                  <a:gd name="T54" fmla="*/ 0 w 90"/>
                  <a:gd name="T55" fmla="*/ 0 h 91"/>
                  <a:gd name="T56" fmla="*/ 0 w 90"/>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1"/>
                  <a:gd name="T89" fmla="*/ 90 w 90"/>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1">
                    <a:moveTo>
                      <a:pt x="90" y="41"/>
                    </a:moveTo>
                    <a:lnTo>
                      <a:pt x="90" y="31"/>
                    </a:lnTo>
                    <a:lnTo>
                      <a:pt x="80" y="21"/>
                    </a:lnTo>
                    <a:lnTo>
                      <a:pt x="80" y="10"/>
                    </a:lnTo>
                    <a:lnTo>
                      <a:pt x="80" y="0"/>
                    </a:lnTo>
                    <a:lnTo>
                      <a:pt x="60" y="0"/>
                    </a:lnTo>
                    <a:lnTo>
                      <a:pt x="50" y="0"/>
                    </a:lnTo>
                    <a:lnTo>
                      <a:pt x="31" y="0"/>
                    </a:lnTo>
                    <a:lnTo>
                      <a:pt x="10" y="0"/>
                    </a:lnTo>
                    <a:lnTo>
                      <a:pt x="10" y="10"/>
                    </a:lnTo>
                    <a:lnTo>
                      <a:pt x="10" y="21"/>
                    </a:lnTo>
                    <a:lnTo>
                      <a:pt x="0" y="31"/>
                    </a:lnTo>
                    <a:lnTo>
                      <a:pt x="0" y="51"/>
                    </a:lnTo>
                    <a:lnTo>
                      <a:pt x="10" y="61"/>
                    </a:lnTo>
                    <a:lnTo>
                      <a:pt x="10" y="71"/>
                    </a:lnTo>
                    <a:lnTo>
                      <a:pt x="20" y="81"/>
                    </a:lnTo>
                    <a:lnTo>
                      <a:pt x="31" y="81"/>
                    </a:lnTo>
                    <a:lnTo>
                      <a:pt x="31" y="91"/>
                    </a:lnTo>
                    <a:lnTo>
                      <a:pt x="50" y="91"/>
                    </a:lnTo>
                    <a:lnTo>
                      <a:pt x="70" y="81"/>
                    </a:lnTo>
                    <a:lnTo>
                      <a:pt x="80" y="71"/>
                    </a:lnTo>
                    <a:lnTo>
                      <a:pt x="90" y="61"/>
                    </a:lnTo>
                    <a:lnTo>
                      <a:pt x="90" y="51"/>
                    </a:lnTo>
                    <a:lnTo>
                      <a:pt x="90" y="4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3" name="Freeform 791">
                <a:extLst>
                  <a:ext uri="{FF2B5EF4-FFF2-40B4-BE49-F238E27FC236}">
                    <a16:creationId xmlns:a16="http://schemas.microsoft.com/office/drawing/2014/main" id="{3E3A7A59-B147-9CFD-0196-DB49D4F595E2}"/>
                  </a:ext>
                </a:extLst>
              </p:cNvPr>
              <p:cNvSpPr>
                <a:spLocks/>
              </p:cNvSpPr>
              <p:nvPr/>
            </p:nvSpPr>
            <p:spPr bwMode="auto">
              <a:xfrm>
                <a:off x="3726" y="1919"/>
                <a:ext cx="12" cy="11"/>
              </a:xfrm>
              <a:custGeom>
                <a:avLst/>
                <a:gdLst>
                  <a:gd name="T0" fmla="*/ 0 w 90"/>
                  <a:gd name="T1" fmla="*/ 0 h 91"/>
                  <a:gd name="T2" fmla="*/ 0 w 90"/>
                  <a:gd name="T3" fmla="*/ 0 h 91"/>
                  <a:gd name="T4" fmla="*/ 0 w 90"/>
                  <a:gd name="T5" fmla="*/ 0 h 91"/>
                  <a:gd name="T6" fmla="*/ 0 w 90"/>
                  <a:gd name="T7" fmla="*/ 0 h 91"/>
                  <a:gd name="T8" fmla="*/ 0 w 90"/>
                  <a:gd name="T9" fmla="*/ 0 h 91"/>
                  <a:gd name="T10" fmla="*/ 0 w 90"/>
                  <a:gd name="T11" fmla="*/ 0 h 91"/>
                  <a:gd name="T12" fmla="*/ 0 w 90"/>
                  <a:gd name="T13" fmla="*/ 0 h 91"/>
                  <a:gd name="T14" fmla="*/ 0 w 90"/>
                  <a:gd name="T15" fmla="*/ 0 h 91"/>
                  <a:gd name="T16" fmla="*/ 0 w 90"/>
                  <a:gd name="T17" fmla="*/ 0 h 91"/>
                  <a:gd name="T18" fmla="*/ 0 w 90"/>
                  <a:gd name="T19" fmla="*/ 0 h 91"/>
                  <a:gd name="T20" fmla="*/ 0 w 90"/>
                  <a:gd name="T21" fmla="*/ 0 h 91"/>
                  <a:gd name="T22" fmla="*/ 0 w 90"/>
                  <a:gd name="T23" fmla="*/ 0 h 91"/>
                  <a:gd name="T24" fmla="*/ 0 w 90"/>
                  <a:gd name="T25" fmla="*/ 0 h 91"/>
                  <a:gd name="T26" fmla="*/ 0 w 90"/>
                  <a:gd name="T27" fmla="*/ 0 h 91"/>
                  <a:gd name="T28" fmla="*/ 0 w 90"/>
                  <a:gd name="T29" fmla="*/ 0 h 91"/>
                  <a:gd name="T30" fmla="*/ 0 w 90"/>
                  <a:gd name="T31" fmla="*/ 0 h 91"/>
                  <a:gd name="T32" fmla="*/ 0 w 90"/>
                  <a:gd name="T33" fmla="*/ 0 h 91"/>
                  <a:gd name="T34" fmla="*/ 0 w 90"/>
                  <a:gd name="T35" fmla="*/ 0 h 91"/>
                  <a:gd name="T36" fmla="*/ 0 w 90"/>
                  <a:gd name="T37" fmla="*/ 0 h 91"/>
                  <a:gd name="T38" fmla="*/ 0 w 90"/>
                  <a:gd name="T39" fmla="*/ 0 h 91"/>
                  <a:gd name="T40" fmla="*/ 0 w 90"/>
                  <a:gd name="T41" fmla="*/ 0 h 91"/>
                  <a:gd name="T42" fmla="*/ 0 w 90"/>
                  <a:gd name="T43" fmla="*/ 0 h 91"/>
                  <a:gd name="T44" fmla="*/ 0 w 90"/>
                  <a:gd name="T45" fmla="*/ 0 h 91"/>
                  <a:gd name="T46" fmla="*/ 0 w 90"/>
                  <a:gd name="T47" fmla="*/ 0 h 91"/>
                  <a:gd name="T48" fmla="*/ 0 w 90"/>
                  <a:gd name="T49" fmla="*/ 0 h 91"/>
                  <a:gd name="T50" fmla="*/ 0 w 90"/>
                  <a:gd name="T51" fmla="*/ 0 h 91"/>
                  <a:gd name="T52" fmla="*/ 0 w 90"/>
                  <a:gd name="T53" fmla="*/ 0 h 91"/>
                  <a:gd name="T54" fmla="*/ 0 w 90"/>
                  <a:gd name="T55" fmla="*/ 0 h 91"/>
                  <a:gd name="T56" fmla="*/ 0 w 90"/>
                  <a:gd name="T57" fmla="*/ 0 h 9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1"/>
                  <a:gd name="T89" fmla="*/ 90 w 90"/>
                  <a:gd name="T90" fmla="*/ 91 h 9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1">
                    <a:moveTo>
                      <a:pt x="90" y="40"/>
                    </a:moveTo>
                    <a:lnTo>
                      <a:pt x="90" y="40"/>
                    </a:lnTo>
                    <a:lnTo>
                      <a:pt x="80" y="30"/>
                    </a:lnTo>
                    <a:lnTo>
                      <a:pt x="80" y="10"/>
                    </a:lnTo>
                    <a:lnTo>
                      <a:pt x="60" y="0"/>
                    </a:lnTo>
                    <a:lnTo>
                      <a:pt x="50" y="0"/>
                    </a:lnTo>
                    <a:lnTo>
                      <a:pt x="31" y="0"/>
                    </a:lnTo>
                    <a:lnTo>
                      <a:pt x="31" y="10"/>
                    </a:lnTo>
                    <a:lnTo>
                      <a:pt x="10" y="10"/>
                    </a:lnTo>
                    <a:lnTo>
                      <a:pt x="10" y="30"/>
                    </a:lnTo>
                    <a:lnTo>
                      <a:pt x="0" y="40"/>
                    </a:lnTo>
                    <a:lnTo>
                      <a:pt x="0" y="50"/>
                    </a:lnTo>
                    <a:lnTo>
                      <a:pt x="0" y="60"/>
                    </a:lnTo>
                    <a:lnTo>
                      <a:pt x="10" y="60"/>
                    </a:lnTo>
                    <a:lnTo>
                      <a:pt x="10" y="81"/>
                    </a:lnTo>
                    <a:lnTo>
                      <a:pt x="20" y="91"/>
                    </a:lnTo>
                    <a:lnTo>
                      <a:pt x="31" y="91"/>
                    </a:lnTo>
                    <a:lnTo>
                      <a:pt x="50" y="91"/>
                    </a:lnTo>
                    <a:lnTo>
                      <a:pt x="70" y="91"/>
                    </a:lnTo>
                    <a:lnTo>
                      <a:pt x="80" y="81"/>
                    </a:lnTo>
                    <a:lnTo>
                      <a:pt x="80" y="70"/>
                    </a:lnTo>
                    <a:lnTo>
                      <a:pt x="90" y="60"/>
                    </a:lnTo>
                    <a:lnTo>
                      <a:pt x="90" y="4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4" name="Freeform 792">
                <a:extLst>
                  <a:ext uri="{FF2B5EF4-FFF2-40B4-BE49-F238E27FC236}">
                    <a16:creationId xmlns:a16="http://schemas.microsoft.com/office/drawing/2014/main" id="{9A6E4CDE-9BD3-CFAD-62BA-63793E633BB5}"/>
                  </a:ext>
                </a:extLst>
              </p:cNvPr>
              <p:cNvSpPr>
                <a:spLocks/>
              </p:cNvSpPr>
              <p:nvPr/>
            </p:nvSpPr>
            <p:spPr bwMode="auto">
              <a:xfrm>
                <a:off x="3726" y="1979"/>
                <a:ext cx="12" cy="11"/>
              </a:xfrm>
              <a:custGeom>
                <a:avLst/>
                <a:gdLst>
                  <a:gd name="T0" fmla="*/ 0 w 90"/>
                  <a:gd name="T1" fmla="*/ 0 h 90"/>
                  <a:gd name="T2" fmla="*/ 0 w 90"/>
                  <a:gd name="T3" fmla="*/ 0 h 90"/>
                  <a:gd name="T4" fmla="*/ 0 w 90"/>
                  <a:gd name="T5" fmla="*/ 0 h 90"/>
                  <a:gd name="T6" fmla="*/ 0 w 90"/>
                  <a:gd name="T7" fmla="*/ 0 h 90"/>
                  <a:gd name="T8" fmla="*/ 0 w 90"/>
                  <a:gd name="T9" fmla="*/ 0 h 90"/>
                  <a:gd name="T10" fmla="*/ 0 w 90"/>
                  <a:gd name="T11" fmla="*/ 0 h 90"/>
                  <a:gd name="T12" fmla="*/ 0 w 90"/>
                  <a:gd name="T13" fmla="*/ 0 h 90"/>
                  <a:gd name="T14" fmla="*/ 0 w 90"/>
                  <a:gd name="T15" fmla="*/ 0 h 90"/>
                  <a:gd name="T16" fmla="*/ 0 w 90"/>
                  <a:gd name="T17" fmla="*/ 0 h 90"/>
                  <a:gd name="T18" fmla="*/ 0 w 90"/>
                  <a:gd name="T19" fmla="*/ 0 h 90"/>
                  <a:gd name="T20" fmla="*/ 0 w 90"/>
                  <a:gd name="T21" fmla="*/ 0 h 90"/>
                  <a:gd name="T22" fmla="*/ 0 w 90"/>
                  <a:gd name="T23" fmla="*/ 0 h 90"/>
                  <a:gd name="T24" fmla="*/ 0 w 90"/>
                  <a:gd name="T25" fmla="*/ 0 h 90"/>
                  <a:gd name="T26" fmla="*/ 0 w 90"/>
                  <a:gd name="T27" fmla="*/ 0 h 90"/>
                  <a:gd name="T28" fmla="*/ 0 w 90"/>
                  <a:gd name="T29" fmla="*/ 0 h 90"/>
                  <a:gd name="T30" fmla="*/ 0 w 90"/>
                  <a:gd name="T31" fmla="*/ 0 h 90"/>
                  <a:gd name="T32" fmla="*/ 0 w 90"/>
                  <a:gd name="T33" fmla="*/ 0 h 90"/>
                  <a:gd name="T34" fmla="*/ 0 w 90"/>
                  <a:gd name="T35" fmla="*/ 0 h 90"/>
                  <a:gd name="T36" fmla="*/ 0 w 90"/>
                  <a:gd name="T37" fmla="*/ 0 h 90"/>
                  <a:gd name="T38" fmla="*/ 0 w 90"/>
                  <a:gd name="T39" fmla="*/ 0 h 90"/>
                  <a:gd name="T40" fmla="*/ 0 w 90"/>
                  <a:gd name="T41" fmla="*/ 0 h 90"/>
                  <a:gd name="T42" fmla="*/ 0 w 90"/>
                  <a:gd name="T43" fmla="*/ 0 h 90"/>
                  <a:gd name="T44" fmla="*/ 0 w 90"/>
                  <a:gd name="T45" fmla="*/ 0 h 90"/>
                  <a:gd name="T46" fmla="*/ 0 w 90"/>
                  <a:gd name="T47" fmla="*/ 0 h 90"/>
                  <a:gd name="T48" fmla="*/ 0 w 90"/>
                  <a:gd name="T49" fmla="*/ 0 h 90"/>
                  <a:gd name="T50" fmla="*/ 0 w 90"/>
                  <a:gd name="T51" fmla="*/ 0 h 90"/>
                  <a:gd name="T52" fmla="*/ 0 w 90"/>
                  <a:gd name="T53" fmla="*/ 0 h 90"/>
                  <a:gd name="T54" fmla="*/ 0 w 90"/>
                  <a:gd name="T55" fmla="*/ 0 h 90"/>
                  <a:gd name="T56" fmla="*/ 0 w 90"/>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0"/>
                  <a:gd name="T89" fmla="*/ 90 w 90"/>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0">
                    <a:moveTo>
                      <a:pt x="90" y="49"/>
                    </a:moveTo>
                    <a:lnTo>
                      <a:pt x="90" y="39"/>
                    </a:lnTo>
                    <a:lnTo>
                      <a:pt x="80" y="29"/>
                    </a:lnTo>
                    <a:lnTo>
                      <a:pt x="80" y="19"/>
                    </a:lnTo>
                    <a:lnTo>
                      <a:pt x="80" y="10"/>
                    </a:lnTo>
                    <a:lnTo>
                      <a:pt x="60" y="0"/>
                    </a:lnTo>
                    <a:lnTo>
                      <a:pt x="50" y="0"/>
                    </a:lnTo>
                    <a:lnTo>
                      <a:pt x="31" y="0"/>
                    </a:lnTo>
                    <a:lnTo>
                      <a:pt x="31" y="10"/>
                    </a:lnTo>
                    <a:lnTo>
                      <a:pt x="10" y="10"/>
                    </a:lnTo>
                    <a:lnTo>
                      <a:pt x="10" y="19"/>
                    </a:lnTo>
                    <a:lnTo>
                      <a:pt x="10" y="29"/>
                    </a:lnTo>
                    <a:lnTo>
                      <a:pt x="0" y="39"/>
                    </a:lnTo>
                    <a:lnTo>
                      <a:pt x="0" y="49"/>
                    </a:lnTo>
                    <a:lnTo>
                      <a:pt x="0" y="60"/>
                    </a:lnTo>
                    <a:lnTo>
                      <a:pt x="10" y="70"/>
                    </a:lnTo>
                    <a:lnTo>
                      <a:pt x="10" y="80"/>
                    </a:lnTo>
                    <a:lnTo>
                      <a:pt x="20" y="90"/>
                    </a:lnTo>
                    <a:lnTo>
                      <a:pt x="31" y="90"/>
                    </a:lnTo>
                    <a:lnTo>
                      <a:pt x="50" y="90"/>
                    </a:lnTo>
                    <a:lnTo>
                      <a:pt x="70" y="90"/>
                    </a:lnTo>
                    <a:lnTo>
                      <a:pt x="80" y="80"/>
                    </a:lnTo>
                    <a:lnTo>
                      <a:pt x="80" y="70"/>
                    </a:lnTo>
                    <a:lnTo>
                      <a:pt x="90" y="70"/>
                    </a:lnTo>
                    <a:lnTo>
                      <a:pt x="90" y="60"/>
                    </a:lnTo>
                    <a:lnTo>
                      <a:pt x="90" y="49"/>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5" name="Freeform 793">
                <a:extLst>
                  <a:ext uri="{FF2B5EF4-FFF2-40B4-BE49-F238E27FC236}">
                    <a16:creationId xmlns:a16="http://schemas.microsoft.com/office/drawing/2014/main" id="{D1EF149D-DF66-1CD1-7863-727A04E1E25D}"/>
                  </a:ext>
                </a:extLst>
              </p:cNvPr>
              <p:cNvSpPr>
                <a:spLocks/>
              </p:cNvSpPr>
              <p:nvPr/>
            </p:nvSpPr>
            <p:spPr bwMode="auto">
              <a:xfrm>
                <a:off x="3726" y="2040"/>
                <a:ext cx="12" cy="12"/>
              </a:xfrm>
              <a:custGeom>
                <a:avLst/>
                <a:gdLst>
                  <a:gd name="T0" fmla="*/ 0 w 90"/>
                  <a:gd name="T1" fmla="*/ 0 h 100"/>
                  <a:gd name="T2" fmla="*/ 0 w 90"/>
                  <a:gd name="T3" fmla="*/ 0 h 100"/>
                  <a:gd name="T4" fmla="*/ 0 w 90"/>
                  <a:gd name="T5" fmla="*/ 0 h 100"/>
                  <a:gd name="T6" fmla="*/ 0 w 90"/>
                  <a:gd name="T7" fmla="*/ 0 h 100"/>
                  <a:gd name="T8" fmla="*/ 0 w 90"/>
                  <a:gd name="T9" fmla="*/ 0 h 100"/>
                  <a:gd name="T10" fmla="*/ 0 w 90"/>
                  <a:gd name="T11" fmla="*/ 0 h 100"/>
                  <a:gd name="T12" fmla="*/ 0 w 90"/>
                  <a:gd name="T13" fmla="*/ 0 h 100"/>
                  <a:gd name="T14" fmla="*/ 0 w 90"/>
                  <a:gd name="T15" fmla="*/ 0 h 100"/>
                  <a:gd name="T16" fmla="*/ 0 w 90"/>
                  <a:gd name="T17" fmla="*/ 0 h 100"/>
                  <a:gd name="T18" fmla="*/ 0 w 90"/>
                  <a:gd name="T19" fmla="*/ 0 h 100"/>
                  <a:gd name="T20" fmla="*/ 0 w 90"/>
                  <a:gd name="T21" fmla="*/ 0 h 100"/>
                  <a:gd name="T22" fmla="*/ 0 w 90"/>
                  <a:gd name="T23" fmla="*/ 0 h 100"/>
                  <a:gd name="T24" fmla="*/ 0 w 90"/>
                  <a:gd name="T25" fmla="*/ 0 h 100"/>
                  <a:gd name="T26" fmla="*/ 0 w 90"/>
                  <a:gd name="T27" fmla="*/ 0 h 100"/>
                  <a:gd name="T28" fmla="*/ 0 w 90"/>
                  <a:gd name="T29" fmla="*/ 0 h 100"/>
                  <a:gd name="T30" fmla="*/ 0 w 90"/>
                  <a:gd name="T31" fmla="*/ 0 h 100"/>
                  <a:gd name="T32" fmla="*/ 0 w 90"/>
                  <a:gd name="T33" fmla="*/ 0 h 100"/>
                  <a:gd name="T34" fmla="*/ 0 w 90"/>
                  <a:gd name="T35" fmla="*/ 0 h 100"/>
                  <a:gd name="T36" fmla="*/ 0 w 90"/>
                  <a:gd name="T37" fmla="*/ 0 h 100"/>
                  <a:gd name="T38" fmla="*/ 0 w 90"/>
                  <a:gd name="T39" fmla="*/ 0 h 100"/>
                  <a:gd name="T40" fmla="*/ 0 w 90"/>
                  <a:gd name="T41" fmla="*/ 0 h 100"/>
                  <a:gd name="T42" fmla="*/ 0 w 90"/>
                  <a:gd name="T43" fmla="*/ 0 h 100"/>
                  <a:gd name="T44" fmla="*/ 0 w 90"/>
                  <a:gd name="T45" fmla="*/ 0 h 100"/>
                  <a:gd name="T46" fmla="*/ 0 w 90"/>
                  <a:gd name="T47" fmla="*/ 0 h 100"/>
                  <a:gd name="T48" fmla="*/ 0 w 90"/>
                  <a:gd name="T49" fmla="*/ 0 h 100"/>
                  <a:gd name="T50" fmla="*/ 0 w 90"/>
                  <a:gd name="T51" fmla="*/ 0 h 100"/>
                  <a:gd name="T52" fmla="*/ 0 w 90"/>
                  <a:gd name="T53" fmla="*/ 0 h 100"/>
                  <a:gd name="T54" fmla="*/ 0 w 90"/>
                  <a:gd name="T55" fmla="*/ 0 h 100"/>
                  <a:gd name="T56" fmla="*/ 0 w 90"/>
                  <a:gd name="T57" fmla="*/ 0 h 10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100"/>
                  <a:gd name="T89" fmla="*/ 90 w 90"/>
                  <a:gd name="T90" fmla="*/ 100 h 10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100">
                    <a:moveTo>
                      <a:pt x="90" y="50"/>
                    </a:moveTo>
                    <a:lnTo>
                      <a:pt x="90" y="40"/>
                    </a:lnTo>
                    <a:lnTo>
                      <a:pt x="80" y="30"/>
                    </a:lnTo>
                    <a:lnTo>
                      <a:pt x="80" y="21"/>
                    </a:lnTo>
                    <a:lnTo>
                      <a:pt x="80" y="11"/>
                    </a:lnTo>
                    <a:lnTo>
                      <a:pt x="60" y="0"/>
                    </a:lnTo>
                    <a:lnTo>
                      <a:pt x="50" y="0"/>
                    </a:lnTo>
                    <a:lnTo>
                      <a:pt x="31" y="0"/>
                    </a:lnTo>
                    <a:lnTo>
                      <a:pt x="31" y="11"/>
                    </a:lnTo>
                    <a:lnTo>
                      <a:pt x="10" y="11"/>
                    </a:lnTo>
                    <a:lnTo>
                      <a:pt x="10" y="21"/>
                    </a:lnTo>
                    <a:lnTo>
                      <a:pt x="10" y="30"/>
                    </a:lnTo>
                    <a:lnTo>
                      <a:pt x="0" y="40"/>
                    </a:lnTo>
                    <a:lnTo>
                      <a:pt x="0" y="50"/>
                    </a:lnTo>
                    <a:lnTo>
                      <a:pt x="0" y="60"/>
                    </a:lnTo>
                    <a:lnTo>
                      <a:pt x="10" y="70"/>
                    </a:lnTo>
                    <a:lnTo>
                      <a:pt x="10" y="80"/>
                    </a:lnTo>
                    <a:lnTo>
                      <a:pt x="20" y="90"/>
                    </a:lnTo>
                    <a:lnTo>
                      <a:pt x="31" y="90"/>
                    </a:lnTo>
                    <a:lnTo>
                      <a:pt x="31" y="100"/>
                    </a:lnTo>
                    <a:lnTo>
                      <a:pt x="50" y="100"/>
                    </a:lnTo>
                    <a:lnTo>
                      <a:pt x="70" y="90"/>
                    </a:lnTo>
                    <a:lnTo>
                      <a:pt x="80" y="80"/>
                    </a:lnTo>
                    <a:lnTo>
                      <a:pt x="90" y="70"/>
                    </a:lnTo>
                    <a:lnTo>
                      <a:pt x="90" y="60"/>
                    </a:lnTo>
                    <a:lnTo>
                      <a:pt x="90" y="5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6" name="Freeform 794">
                <a:extLst>
                  <a:ext uri="{FF2B5EF4-FFF2-40B4-BE49-F238E27FC236}">
                    <a16:creationId xmlns:a16="http://schemas.microsoft.com/office/drawing/2014/main" id="{28D3FFDC-A61F-6764-842B-06A063AC64B4}"/>
                  </a:ext>
                </a:extLst>
              </p:cNvPr>
              <p:cNvSpPr>
                <a:spLocks/>
              </p:cNvSpPr>
              <p:nvPr/>
            </p:nvSpPr>
            <p:spPr bwMode="auto">
              <a:xfrm>
                <a:off x="3726" y="2101"/>
                <a:ext cx="12" cy="11"/>
              </a:xfrm>
              <a:custGeom>
                <a:avLst/>
                <a:gdLst>
                  <a:gd name="T0" fmla="*/ 0 w 90"/>
                  <a:gd name="T1" fmla="*/ 0 h 90"/>
                  <a:gd name="T2" fmla="*/ 0 w 90"/>
                  <a:gd name="T3" fmla="*/ 0 h 90"/>
                  <a:gd name="T4" fmla="*/ 0 w 90"/>
                  <a:gd name="T5" fmla="*/ 0 h 90"/>
                  <a:gd name="T6" fmla="*/ 0 w 90"/>
                  <a:gd name="T7" fmla="*/ 0 h 90"/>
                  <a:gd name="T8" fmla="*/ 0 w 90"/>
                  <a:gd name="T9" fmla="*/ 0 h 90"/>
                  <a:gd name="T10" fmla="*/ 0 w 90"/>
                  <a:gd name="T11" fmla="*/ 0 h 90"/>
                  <a:gd name="T12" fmla="*/ 0 w 90"/>
                  <a:gd name="T13" fmla="*/ 0 h 90"/>
                  <a:gd name="T14" fmla="*/ 0 w 90"/>
                  <a:gd name="T15" fmla="*/ 0 h 90"/>
                  <a:gd name="T16" fmla="*/ 0 w 90"/>
                  <a:gd name="T17" fmla="*/ 0 h 90"/>
                  <a:gd name="T18" fmla="*/ 0 w 90"/>
                  <a:gd name="T19" fmla="*/ 0 h 90"/>
                  <a:gd name="T20" fmla="*/ 0 w 90"/>
                  <a:gd name="T21" fmla="*/ 0 h 90"/>
                  <a:gd name="T22" fmla="*/ 0 w 90"/>
                  <a:gd name="T23" fmla="*/ 0 h 90"/>
                  <a:gd name="T24" fmla="*/ 0 w 90"/>
                  <a:gd name="T25" fmla="*/ 0 h 90"/>
                  <a:gd name="T26" fmla="*/ 0 w 90"/>
                  <a:gd name="T27" fmla="*/ 0 h 90"/>
                  <a:gd name="T28" fmla="*/ 0 w 90"/>
                  <a:gd name="T29" fmla="*/ 0 h 90"/>
                  <a:gd name="T30" fmla="*/ 0 w 90"/>
                  <a:gd name="T31" fmla="*/ 0 h 90"/>
                  <a:gd name="T32" fmla="*/ 0 w 90"/>
                  <a:gd name="T33" fmla="*/ 0 h 90"/>
                  <a:gd name="T34" fmla="*/ 0 w 90"/>
                  <a:gd name="T35" fmla="*/ 0 h 90"/>
                  <a:gd name="T36" fmla="*/ 0 w 90"/>
                  <a:gd name="T37" fmla="*/ 0 h 90"/>
                  <a:gd name="T38" fmla="*/ 0 w 90"/>
                  <a:gd name="T39" fmla="*/ 0 h 90"/>
                  <a:gd name="T40" fmla="*/ 0 w 90"/>
                  <a:gd name="T41" fmla="*/ 0 h 90"/>
                  <a:gd name="T42" fmla="*/ 0 w 90"/>
                  <a:gd name="T43" fmla="*/ 0 h 90"/>
                  <a:gd name="T44" fmla="*/ 0 w 90"/>
                  <a:gd name="T45" fmla="*/ 0 h 90"/>
                  <a:gd name="T46" fmla="*/ 0 w 90"/>
                  <a:gd name="T47" fmla="*/ 0 h 90"/>
                  <a:gd name="T48" fmla="*/ 0 w 90"/>
                  <a:gd name="T49" fmla="*/ 0 h 90"/>
                  <a:gd name="T50" fmla="*/ 0 w 90"/>
                  <a:gd name="T51" fmla="*/ 0 h 90"/>
                  <a:gd name="T52" fmla="*/ 0 w 90"/>
                  <a:gd name="T53" fmla="*/ 0 h 90"/>
                  <a:gd name="T54" fmla="*/ 0 w 90"/>
                  <a:gd name="T55" fmla="*/ 0 h 90"/>
                  <a:gd name="T56" fmla="*/ 0 w 90"/>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0"/>
                  <a:gd name="T89" fmla="*/ 90 w 90"/>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0">
                    <a:moveTo>
                      <a:pt x="90" y="40"/>
                    </a:moveTo>
                    <a:lnTo>
                      <a:pt x="90" y="30"/>
                    </a:lnTo>
                    <a:lnTo>
                      <a:pt x="80" y="30"/>
                    </a:lnTo>
                    <a:lnTo>
                      <a:pt x="80" y="10"/>
                    </a:lnTo>
                    <a:lnTo>
                      <a:pt x="80" y="0"/>
                    </a:lnTo>
                    <a:lnTo>
                      <a:pt x="60" y="0"/>
                    </a:lnTo>
                    <a:lnTo>
                      <a:pt x="50" y="0"/>
                    </a:lnTo>
                    <a:lnTo>
                      <a:pt x="31" y="0"/>
                    </a:lnTo>
                    <a:lnTo>
                      <a:pt x="10" y="0"/>
                    </a:lnTo>
                    <a:lnTo>
                      <a:pt x="10" y="10"/>
                    </a:lnTo>
                    <a:lnTo>
                      <a:pt x="10" y="30"/>
                    </a:lnTo>
                    <a:lnTo>
                      <a:pt x="0" y="30"/>
                    </a:lnTo>
                    <a:lnTo>
                      <a:pt x="0" y="50"/>
                    </a:lnTo>
                    <a:lnTo>
                      <a:pt x="10" y="60"/>
                    </a:lnTo>
                    <a:lnTo>
                      <a:pt x="10" y="69"/>
                    </a:lnTo>
                    <a:lnTo>
                      <a:pt x="20" y="80"/>
                    </a:lnTo>
                    <a:lnTo>
                      <a:pt x="31" y="80"/>
                    </a:lnTo>
                    <a:lnTo>
                      <a:pt x="31" y="90"/>
                    </a:lnTo>
                    <a:lnTo>
                      <a:pt x="50" y="90"/>
                    </a:lnTo>
                    <a:lnTo>
                      <a:pt x="70" y="80"/>
                    </a:lnTo>
                    <a:lnTo>
                      <a:pt x="80" y="69"/>
                    </a:lnTo>
                    <a:lnTo>
                      <a:pt x="90" y="60"/>
                    </a:lnTo>
                    <a:lnTo>
                      <a:pt x="90" y="50"/>
                    </a:lnTo>
                    <a:lnTo>
                      <a:pt x="90" y="4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7" name="Freeform 795">
                <a:extLst>
                  <a:ext uri="{FF2B5EF4-FFF2-40B4-BE49-F238E27FC236}">
                    <a16:creationId xmlns:a16="http://schemas.microsoft.com/office/drawing/2014/main" id="{5960E4AD-E30A-550B-9ED0-BC1C32B14503}"/>
                  </a:ext>
                </a:extLst>
              </p:cNvPr>
              <p:cNvSpPr>
                <a:spLocks/>
              </p:cNvSpPr>
              <p:nvPr/>
            </p:nvSpPr>
            <p:spPr bwMode="auto">
              <a:xfrm>
                <a:off x="3726" y="2161"/>
                <a:ext cx="12" cy="12"/>
              </a:xfrm>
              <a:custGeom>
                <a:avLst/>
                <a:gdLst>
                  <a:gd name="T0" fmla="*/ 0 w 90"/>
                  <a:gd name="T1" fmla="*/ 0 h 90"/>
                  <a:gd name="T2" fmla="*/ 0 w 90"/>
                  <a:gd name="T3" fmla="*/ 0 h 90"/>
                  <a:gd name="T4" fmla="*/ 0 w 90"/>
                  <a:gd name="T5" fmla="*/ 0 h 90"/>
                  <a:gd name="T6" fmla="*/ 0 w 90"/>
                  <a:gd name="T7" fmla="*/ 0 h 90"/>
                  <a:gd name="T8" fmla="*/ 0 w 90"/>
                  <a:gd name="T9" fmla="*/ 0 h 90"/>
                  <a:gd name="T10" fmla="*/ 0 w 90"/>
                  <a:gd name="T11" fmla="*/ 0 h 90"/>
                  <a:gd name="T12" fmla="*/ 0 w 90"/>
                  <a:gd name="T13" fmla="*/ 0 h 90"/>
                  <a:gd name="T14" fmla="*/ 0 w 90"/>
                  <a:gd name="T15" fmla="*/ 0 h 90"/>
                  <a:gd name="T16" fmla="*/ 0 w 90"/>
                  <a:gd name="T17" fmla="*/ 0 h 90"/>
                  <a:gd name="T18" fmla="*/ 0 w 90"/>
                  <a:gd name="T19" fmla="*/ 0 h 90"/>
                  <a:gd name="T20" fmla="*/ 0 w 90"/>
                  <a:gd name="T21" fmla="*/ 0 h 90"/>
                  <a:gd name="T22" fmla="*/ 0 w 90"/>
                  <a:gd name="T23" fmla="*/ 0 h 90"/>
                  <a:gd name="T24" fmla="*/ 0 w 90"/>
                  <a:gd name="T25" fmla="*/ 0 h 90"/>
                  <a:gd name="T26" fmla="*/ 0 w 90"/>
                  <a:gd name="T27" fmla="*/ 0 h 90"/>
                  <a:gd name="T28" fmla="*/ 0 w 90"/>
                  <a:gd name="T29" fmla="*/ 0 h 90"/>
                  <a:gd name="T30" fmla="*/ 0 w 90"/>
                  <a:gd name="T31" fmla="*/ 0 h 90"/>
                  <a:gd name="T32" fmla="*/ 0 w 90"/>
                  <a:gd name="T33" fmla="*/ 0 h 90"/>
                  <a:gd name="T34" fmla="*/ 0 w 90"/>
                  <a:gd name="T35" fmla="*/ 0 h 90"/>
                  <a:gd name="T36" fmla="*/ 0 w 90"/>
                  <a:gd name="T37" fmla="*/ 0 h 90"/>
                  <a:gd name="T38" fmla="*/ 0 w 90"/>
                  <a:gd name="T39" fmla="*/ 0 h 90"/>
                  <a:gd name="T40" fmla="*/ 0 w 90"/>
                  <a:gd name="T41" fmla="*/ 0 h 90"/>
                  <a:gd name="T42" fmla="*/ 0 w 90"/>
                  <a:gd name="T43" fmla="*/ 0 h 90"/>
                  <a:gd name="T44" fmla="*/ 0 w 90"/>
                  <a:gd name="T45" fmla="*/ 0 h 90"/>
                  <a:gd name="T46" fmla="*/ 0 w 90"/>
                  <a:gd name="T47" fmla="*/ 0 h 90"/>
                  <a:gd name="T48" fmla="*/ 0 w 90"/>
                  <a:gd name="T49" fmla="*/ 0 h 90"/>
                  <a:gd name="T50" fmla="*/ 0 w 90"/>
                  <a:gd name="T51" fmla="*/ 0 h 90"/>
                  <a:gd name="T52" fmla="*/ 0 w 90"/>
                  <a:gd name="T53" fmla="*/ 0 h 90"/>
                  <a:gd name="T54" fmla="*/ 0 w 90"/>
                  <a:gd name="T55" fmla="*/ 0 h 90"/>
                  <a:gd name="T56" fmla="*/ 0 w 90"/>
                  <a:gd name="T57" fmla="*/ 0 h 9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0"/>
                  <a:gd name="T88" fmla="*/ 0 h 90"/>
                  <a:gd name="T89" fmla="*/ 90 w 90"/>
                  <a:gd name="T90" fmla="*/ 90 h 9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0" h="90">
                    <a:moveTo>
                      <a:pt x="90" y="41"/>
                    </a:moveTo>
                    <a:lnTo>
                      <a:pt x="90" y="31"/>
                    </a:lnTo>
                    <a:lnTo>
                      <a:pt x="80" y="31"/>
                    </a:lnTo>
                    <a:lnTo>
                      <a:pt x="80" y="10"/>
                    </a:lnTo>
                    <a:lnTo>
                      <a:pt x="60" y="0"/>
                    </a:lnTo>
                    <a:lnTo>
                      <a:pt x="50" y="0"/>
                    </a:lnTo>
                    <a:lnTo>
                      <a:pt x="31" y="0"/>
                    </a:lnTo>
                    <a:lnTo>
                      <a:pt x="31" y="10"/>
                    </a:lnTo>
                    <a:lnTo>
                      <a:pt x="10" y="10"/>
                    </a:lnTo>
                    <a:lnTo>
                      <a:pt x="10" y="31"/>
                    </a:lnTo>
                    <a:lnTo>
                      <a:pt x="0" y="31"/>
                    </a:lnTo>
                    <a:lnTo>
                      <a:pt x="0" y="51"/>
                    </a:lnTo>
                    <a:lnTo>
                      <a:pt x="0" y="61"/>
                    </a:lnTo>
                    <a:lnTo>
                      <a:pt x="10" y="61"/>
                    </a:lnTo>
                    <a:lnTo>
                      <a:pt x="10" y="80"/>
                    </a:lnTo>
                    <a:lnTo>
                      <a:pt x="20" y="80"/>
                    </a:lnTo>
                    <a:lnTo>
                      <a:pt x="31" y="80"/>
                    </a:lnTo>
                    <a:lnTo>
                      <a:pt x="31" y="90"/>
                    </a:lnTo>
                    <a:lnTo>
                      <a:pt x="50" y="90"/>
                    </a:lnTo>
                    <a:lnTo>
                      <a:pt x="70" y="80"/>
                    </a:lnTo>
                    <a:lnTo>
                      <a:pt x="80" y="80"/>
                    </a:lnTo>
                    <a:lnTo>
                      <a:pt x="80" y="70"/>
                    </a:lnTo>
                    <a:lnTo>
                      <a:pt x="90" y="61"/>
                    </a:lnTo>
                    <a:lnTo>
                      <a:pt x="90" y="4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nvGrpSpPr>
            <p:cNvPr id="18" name="Group 796">
              <a:extLst>
                <a:ext uri="{FF2B5EF4-FFF2-40B4-BE49-F238E27FC236}">
                  <a16:creationId xmlns:a16="http://schemas.microsoft.com/office/drawing/2014/main" id="{8D2D47EC-3217-D7DA-C21C-0A3CD7FB82C8}"/>
                </a:ext>
              </a:extLst>
            </p:cNvPr>
            <p:cNvGrpSpPr>
              <a:grpSpLocks/>
            </p:cNvGrpSpPr>
            <p:nvPr/>
          </p:nvGrpSpPr>
          <p:grpSpPr bwMode="auto">
            <a:xfrm>
              <a:off x="3152" y="3766"/>
              <a:ext cx="514" cy="444"/>
              <a:chOff x="1841" y="1409"/>
              <a:chExt cx="1492" cy="1497"/>
            </a:xfrm>
          </p:grpSpPr>
          <p:sp>
            <p:nvSpPr>
              <p:cNvPr id="58" name="Freeform 797">
                <a:extLst>
                  <a:ext uri="{FF2B5EF4-FFF2-40B4-BE49-F238E27FC236}">
                    <a16:creationId xmlns:a16="http://schemas.microsoft.com/office/drawing/2014/main" id="{54FC3595-BD2A-856F-0FD6-F72544428EC1}"/>
                  </a:ext>
                </a:extLst>
              </p:cNvPr>
              <p:cNvSpPr>
                <a:spLocks/>
              </p:cNvSpPr>
              <p:nvPr/>
            </p:nvSpPr>
            <p:spPr bwMode="auto">
              <a:xfrm>
                <a:off x="2005" y="1576"/>
                <a:ext cx="1328" cy="1330"/>
              </a:xfrm>
              <a:custGeom>
                <a:avLst/>
                <a:gdLst>
                  <a:gd name="T0" fmla="*/ 0 w 10620"/>
                  <a:gd name="T1" fmla="*/ 0 h 10642"/>
                  <a:gd name="T2" fmla="*/ 0 w 10620"/>
                  <a:gd name="T3" fmla="*/ 0 h 10642"/>
                  <a:gd name="T4" fmla="*/ 0 w 10620"/>
                  <a:gd name="T5" fmla="*/ 0 h 10642"/>
                  <a:gd name="T6" fmla="*/ 0 w 10620"/>
                  <a:gd name="T7" fmla="*/ 0 h 10642"/>
                  <a:gd name="T8" fmla="*/ 0 w 10620"/>
                  <a:gd name="T9" fmla="*/ 0 h 10642"/>
                  <a:gd name="T10" fmla="*/ 0 w 10620"/>
                  <a:gd name="T11" fmla="*/ 0 h 10642"/>
                  <a:gd name="T12" fmla="*/ 0 w 10620"/>
                  <a:gd name="T13" fmla="*/ 0 h 10642"/>
                  <a:gd name="T14" fmla="*/ 0 60000 65536"/>
                  <a:gd name="T15" fmla="*/ 0 60000 65536"/>
                  <a:gd name="T16" fmla="*/ 0 60000 65536"/>
                  <a:gd name="T17" fmla="*/ 0 60000 65536"/>
                  <a:gd name="T18" fmla="*/ 0 60000 65536"/>
                  <a:gd name="T19" fmla="*/ 0 60000 65536"/>
                  <a:gd name="T20" fmla="*/ 0 60000 65536"/>
                  <a:gd name="T21" fmla="*/ 0 w 10620"/>
                  <a:gd name="T22" fmla="*/ 0 h 10642"/>
                  <a:gd name="T23" fmla="*/ 10620 w 10620"/>
                  <a:gd name="T24" fmla="*/ 10642 h 106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620" h="10642">
                    <a:moveTo>
                      <a:pt x="9290" y="0"/>
                    </a:moveTo>
                    <a:lnTo>
                      <a:pt x="9290" y="9311"/>
                    </a:lnTo>
                    <a:lnTo>
                      <a:pt x="0" y="9311"/>
                    </a:lnTo>
                    <a:lnTo>
                      <a:pt x="0" y="10642"/>
                    </a:lnTo>
                    <a:lnTo>
                      <a:pt x="10620" y="10642"/>
                    </a:lnTo>
                    <a:lnTo>
                      <a:pt x="10620" y="0"/>
                    </a:lnTo>
                    <a:lnTo>
                      <a:pt x="929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9" name="Rectangle 798">
                <a:extLst>
                  <a:ext uri="{FF2B5EF4-FFF2-40B4-BE49-F238E27FC236}">
                    <a16:creationId xmlns:a16="http://schemas.microsoft.com/office/drawing/2014/main" id="{E2251352-21AD-D956-64F2-15BC56DC2D36}"/>
                  </a:ext>
                </a:extLst>
              </p:cNvPr>
              <p:cNvSpPr>
                <a:spLocks noChangeArrowheads="1"/>
              </p:cNvSpPr>
              <p:nvPr/>
            </p:nvSpPr>
            <p:spPr bwMode="auto">
              <a:xfrm>
                <a:off x="1841" y="1409"/>
                <a:ext cx="1327" cy="1330"/>
              </a:xfrm>
              <a:prstGeom prst="rect">
                <a:avLst/>
              </a:prstGeom>
              <a:solidFill>
                <a:srgbClr val="00EAFF"/>
              </a:solidFill>
              <a:ln w="3175">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0" name="Freeform 799">
                <a:extLst>
                  <a:ext uri="{FF2B5EF4-FFF2-40B4-BE49-F238E27FC236}">
                    <a16:creationId xmlns:a16="http://schemas.microsoft.com/office/drawing/2014/main" id="{EC2323FF-E4FB-6961-404D-A10772322715}"/>
                  </a:ext>
                </a:extLst>
              </p:cNvPr>
              <p:cNvSpPr>
                <a:spLocks/>
              </p:cNvSpPr>
              <p:nvPr/>
            </p:nvSpPr>
            <p:spPr bwMode="auto">
              <a:xfrm>
                <a:off x="2298" y="1907"/>
                <a:ext cx="455" cy="271"/>
              </a:xfrm>
              <a:custGeom>
                <a:avLst/>
                <a:gdLst>
                  <a:gd name="T0" fmla="*/ 0 w 3642"/>
                  <a:gd name="T1" fmla="*/ 0 h 2163"/>
                  <a:gd name="T2" fmla="*/ 0 w 3642"/>
                  <a:gd name="T3" fmla="*/ 0 h 2163"/>
                  <a:gd name="T4" fmla="*/ 0 w 3642"/>
                  <a:gd name="T5" fmla="*/ 0 h 2163"/>
                  <a:gd name="T6" fmla="*/ 0 w 3642"/>
                  <a:gd name="T7" fmla="*/ 0 h 2163"/>
                  <a:gd name="T8" fmla="*/ 0 60000 65536"/>
                  <a:gd name="T9" fmla="*/ 0 60000 65536"/>
                  <a:gd name="T10" fmla="*/ 0 60000 65536"/>
                  <a:gd name="T11" fmla="*/ 0 60000 65536"/>
                  <a:gd name="T12" fmla="*/ 0 w 3642"/>
                  <a:gd name="T13" fmla="*/ 0 h 2163"/>
                  <a:gd name="T14" fmla="*/ 3642 w 3642"/>
                  <a:gd name="T15" fmla="*/ 2163 h 2163"/>
                </a:gdLst>
                <a:ahLst/>
                <a:cxnLst>
                  <a:cxn ang="T8">
                    <a:pos x="T0" y="T1"/>
                  </a:cxn>
                  <a:cxn ang="T9">
                    <a:pos x="T2" y="T3"/>
                  </a:cxn>
                  <a:cxn ang="T10">
                    <a:pos x="T4" y="T5"/>
                  </a:cxn>
                  <a:cxn ang="T11">
                    <a:pos x="T6" y="T7"/>
                  </a:cxn>
                </a:cxnLst>
                <a:rect l="T12" t="T13" r="T14" b="T15"/>
                <a:pathLst>
                  <a:path w="3642" h="2163">
                    <a:moveTo>
                      <a:pt x="1982" y="0"/>
                    </a:moveTo>
                    <a:lnTo>
                      <a:pt x="3642" y="0"/>
                    </a:lnTo>
                    <a:lnTo>
                      <a:pt x="3642" y="2163"/>
                    </a:lnTo>
                    <a:lnTo>
                      <a:pt x="0" y="2163"/>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61" name="Freeform 800">
                <a:extLst>
                  <a:ext uri="{FF2B5EF4-FFF2-40B4-BE49-F238E27FC236}">
                    <a16:creationId xmlns:a16="http://schemas.microsoft.com/office/drawing/2014/main" id="{8B7BA63A-A570-5752-3B2C-DDBAB96EAE4C}"/>
                  </a:ext>
                </a:extLst>
              </p:cNvPr>
              <p:cNvSpPr>
                <a:spLocks/>
              </p:cNvSpPr>
              <p:nvPr/>
            </p:nvSpPr>
            <p:spPr bwMode="auto">
              <a:xfrm>
                <a:off x="2546" y="2406"/>
                <a:ext cx="207" cy="333"/>
              </a:xfrm>
              <a:custGeom>
                <a:avLst/>
                <a:gdLst>
                  <a:gd name="T0" fmla="*/ 0 w 1660"/>
                  <a:gd name="T1" fmla="*/ 0 h 2670"/>
                  <a:gd name="T2" fmla="*/ 0 w 1660"/>
                  <a:gd name="T3" fmla="*/ 0 h 2670"/>
                  <a:gd name="T4" fmla="*/ 0 w 1660"/>
                  <a:gd name="T5" fmla="*/ 0 h 2670"/>
                  <a:gd name="T6" fmla="*/ 0 60000 65536"/>
                  <a:gd name="T7" fmla="*/ 0 60000 65536"/>
                  <a:gd name="T8" fmla="*/ 0 60000 65536"/>
                  <a:gd name="T9" fmla="*/ 0 w 1660"/>
                  <a:gd name="T10" fmla="*/ 0 h 2670"/>
                  <a:gd name="T11" fmla="*/ 1660 w 1660"/>
                  <a:gd name="T12" fmla="*/ 2670 h 2670"/>
                </a:gdLst>
                <a:ahLst/>
                <a:cxnLst>
                  <a:cxn ang="T6">
                    <a:pos x="T0" y="T1"/>
                  </a:cxn>
                  <a:cxn ang="T7">
                    <a:pos x="T2" y="T3"/>
                  </a:cxn>
                  <a:cxn ang="T8">
                    <a:pos x="T4" y="T5"/>
                  </a:cxn>
                </a:cxnLst>
                <a:rect l="T9" t="T10" r="T11" b="T12"/>
                <a:pathLst>
                  <a:path w="1660" h="2670">
                    <a:moveTo>
                      <a:pt x="0" y="0"/>
                    </a:moveTo>
                    <a:lnTo>
                      <a:pt x="1660" y="0"/>
                    </a:lnTo>
                    <a:lnTo>
                      <a:pt x="1660" y="267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62" name="Line 801">
                <a:extLst>
                  <a:ext uri="{FF2B5EF4-FFF2-40B4-BE49-F238E27FC236}">
                    <a16:creationId xmlns:a16="http://schemas.microsoft.com/office/drawing/2014/main" id="{21E459E0-20D1-C655-4188-2584D3BB4665}"/>
                  </a:ext>
                </a:extLst>
              </p:cNvPr>
              <p:cNvSpPr>
                <a:spLocks noChangeShapeType="1"/>
              </p:cNvSpPr>
              <p:nvPr/>
            </p:nvSpPr>
            <p:spPr bwMode="auto">
              <a:xfrm>
                <a:off x="2298" y="1680"/>
                <a:ext cx="1" cy="105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3" name="Freeform 802">
                <a:extLst>
                  <a:ext uri="{FF2B5EF4-FFF2-40B4-BE49-F238E27FC236}">
                    <a16:creationId xmlns:a16="http://schemas.microsoft.com/office/drawing/2014/main" id="{491BFB50-C82D-3016-A2DA-9638461E3A43}"/>
                  </a:ext>
                </a:extLst>
              </p:cNvPr>
              <p:cNvSpPr>
                <a:spLocks/>
              </p:cNvSpPr>
              <p:nvPr/>
            </p:nvSpPr>
            <p:spPr bwMode="auto">
              <a:xfrm>
                <a:off x="2047" y="1785"/>
                <a:ext cx="497" cy="245"/>
              </a:xfrm>
              <a:custGeom>
                <a:avLst/>
                <a:gdLst>
                  <a:gd name="T0" fmla="*/ 0 w 3979"/>
                  <a:gd name="T1" fmla="*/ 0 h 1962"/>
                  <a:gd name="T2" fmla="*/ 0 w 3979"/>
                  <a:gd name="T3" fmla="*/ 0 h 1962"/>
                  <a:gd name="T4" fmla="*/ 0 w 3979"/>
                  <a:gd name="T5" fmla="*/ 0 h 1962"/>
                  <a:gd name="T6" fmla="*/ 0 w 3979"/>
                  <a:gd name="T7" fmla="*/ 0 h 1962"/>
                  <a:gd name="T8" fmla="*/ 0 w 3979"/>
                  <a:gd name="T9" fmla="*/ 0 h 1962"/>
                  <a:gd name="T10" fmla="*/ 0 60000 65536"/>
                  <a:gd name="T11" fmla="*/ 0 60000 65536"/>
                  <a:gd name="T12" fmla="*/ 0 60000 65536"/>
                  <a:gd name="T13" fmla="*/ 0 60000 65536"/>
                  <a:gd name="T14" fmla="*/ 0 60000 65536"/>
                  <a:gd name="T15" fmla="*/ 0 w 3979"/>
                  <a:gd name="T16" fmla="*/ 0 h 1962"/>
                  <a:gd name="T17" fmla="*/ 3979 w 3979"/>
                  <a:gd name="T18" fmla="*/ 1962 h 1962"/>
                </a:gdLst>
                <a:ahLst/>
                <a:cxnLst>
                  <a:cxn ang="T10">
                    <a:pos x="T0" y="T1"/>
                  </a:cxn>
                  <a:cxn ang="T11">
                    <a:pos x="T2" y="T3"/>
                  </a:cxn>
                  <a:cxn ang="T12">
                    <a:pos x="T4" y="T5"/>
                  </a:cxn>
                  <a:cxn ang="T13">
                    <a:pos x="T6" y="T7"/>
                  </a:cxn>
                  <a:cxn ang="T14">
                    <a:pos x="T8" y="T9"/>
                  </a:cxn>
                </a:cxnLst>
                <a:rect l="T15" t="T16" r="T17" b="T18"/>
                <a:pathLst>
                  <a:path w="3979" h="1962">
                    <a:moveTo>
                      <a:pt x="0" y="977"/>
                    </a:moveTo>
                    <a:lnTo>
                      <a:pt x="1998" y="0"/>
                    </a:lnTo>
                    <a:lnTo>
                      <a:pt x="3979" y="977"/>
                    </a:lnTo>
                    <a:lnTo>
                      <a:pt x="1998" y="1962"/>
                    </a:lnTo>
                    <a:lnTo>
                      <a:pt x="0" y="977"/>
                    </a:lnTo>
                    <a:close/>
                  </a:path>
                </a:pathLst>
              </a:custGeom>
              <a:solidFill>
                <a:srgbClr val="0CC10C"/>
              </a:solidFill>
              <a:ln w="0">
                <a:solidFill>
                  <a:srgbClr val="000000"/>
                </a:solidFill>
                <a:round/>
                <a:headEnd/>
                <a:tailEnd/>
              </a:ln>
            </p:spPr>
            <p:txBody>
              <a:bodyPr/>
              <a:lstStyle/>
              <a:p>
                <a:endParaRPr lang="pt-BR"/>
              </a:p>
            </p:txBody>
          </p:sp>
          <p:sp>
            <p:nvSpPr>
              <p:cNvPr id="64" name="Freeform 803">
                <a:extLst>
                  <a:ext uri="{FF2B5EF4-FFF2-40B4-BE49-F238E27FC236}">
                    <a16:creationId xmlns:a16="http://schemas.microsoft.com/office/drawing/2014/main" id="{59B4837A-4620-346E-DDE8-0365BDAB33F1}"/>
                  </a:ext>
                </a:extLst>
              </p:cNvPr>
              <p:cNvSpPr>
                <a:spLocks/>
              </p:cNvSpPr>
              <p:nvPr/>
            </p:nvSpPr>
            <p:spPr bwMode="auto">
              <a:xfrm>
                <a:off x="2047" y="2282"/>
                <a:ext cx="497" cy="251"/>
              </a:xfrm>
              <a:custGeom>
                <a:avLst/>
                <a:gdLst>
                  <a:gd name="T0" fmla="*/ 0 w 3979"/>
                  <a:gd name="T1" fmla="*/ 0 h 2008"/>
                  <a:gd name="T2" fmla="*/ 0 w 3979"/>
                  <a:gd name="T3" fmla="*/ 0 h 2008"/>
                  <a:gd name="T4" fmla="*/ 0 w 3979"/>
                  <a:gd name="T5" fmla="*/ 0 h 2008"/>
                  <a:gd name="T6" fmla="*/ 0 w 3979"/>
                  <a:gd name="T7" fmla="*/ 0 h 2008"/>
                  <a:gd name="T8" fmla="*/ 0 w 3979"/>
                  <a:gd name="T9" fmla="*/ 0 h 2008"/>
                  <a:gd name="T10" fmla="*/ 0 60000 65536"/>
                  <a:gd name="T11" fmla="*/ 0 60000 65536"/>
                  <a:gd name="T12" fmla="*/ 0 60000 65536"/>
                  <a:gd name="T13" fmla="*/ 0 60000 65536"/>
                  <a:gd name="T14" fmla="*/ 0 60000 65536"/>
                  <a:gd name="T15" fmla="*/ 0 w 3979"/>
                  <a:gd name="T16" fmla="*/ 0 h 2008"/>
                  <a:gd name="T17" fmla="*/ 3979 w 3979"/>
                  <a:gd name="T18" fmla="*/ 2008 h 2008"/>
                </a:gdLst>
                <a:ahLst/>
                <a:cxnLst>
                  <a:cxn ang="T10">
                    <a:pos x="T0" y="T1"/>
                  </a:cxn>
                  <a:cxn ang="T11">
                    <a:pos x="T2" y="T3"/>
                  </a:cxn>
                  <a:cxn ang="T12">
                    <a:pos x="T4" y="T5"/>
                  </a:cxn>
                  <a:cxn ang="T13">
                    <a:pos x="T6" y="T7"/>
                  </a:cxn>
                  <a:cxn ang="T14">
                    <a:pos x="T8" y="T9"/>
                  </a:cxn>
                </a:cxnLst>
                <a:rect l="T15" t="T16" r="T17" b="T18"/>
                <a:pathLst>
                  <a:path w="3979" h="2008">
                    <a:moveTo>
                      <a:pt x="0" y="1001"/>
                    </a:moveTo>
                    <a:lnTo>
                      <a:pt x="1998" y="0"/>
                    </a:lnTo>
                    <a:lnTo>
                      <a:pt x="3979" y="1001"/>
                    </a:lnTo>
                    <a:lnTo>
                      <a:pt x="1998" y="2008"/>
                    </a:lnTo>
                    <a:lnTo>
                      <a:pt x="0" y="1001"/>
                    </a:lnTo>
                    <a:close/>
                  </a:path>
                </a:pathLst>
              </a:custGeom>
              <a:solidFill>
                <a:srgbClr val="0CC10C"/>
              </a:solidFill>
              <a:ln w="0">
                <a:solidFill>
                  <a:srgbClr val="000000"/>
                </a:solidFill>
                <a:round/>
                <a:headEnd/>
                <a:tailEnd/>
              </a:ln>
            </p:spPr>
            <p:txBody>
              <a:bodyPr/>
              <a:lstStyle/>
              <a:p>
                <a:endParaRPr lang="pt-BR"/>
              </a:p>
            </p:txBody>
          </p:sp>
          <p:sp>
            <p:nvSpPr>
              <p:cNvPr id="65" name="Rectangle 804">
                <a:extLst>
                  <a:ext uri="{FF2B5EF4-FFF2-40B4-BE49-F238E27FC236}">
                    <a16:creationId xmlns:a16="http://schemas.microsoft.com/office/drawing/2014/main" id="{A4A1CCE7-0B3F-8BE9-02F9-9EE595B6D39D}"/>
                  </a:ext>
                </a:extLst>
              </p:cNvPr>
              <p:cNvSpPr>
                <a:spLocks noChangeArrowheads="1"/>
              </p:cNvSpPr>
              <p:nvPr/>
            </p:nvSpPr>
            <p:spPr bwMode="auto">
              <a:xfrm>
                <a:off x="2047" y="1453"/>
                <a:ext cx="499" cy="222"/>
              </a:xfrm>
              <a:prstGeom prst="rect">
                <a:avLst/>
              </a:prstGeom>
              <a:solidFill>
                <a:srgbClr val="FFEA00"/>
              </a:solidFill>
              <a:ln w="0">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6" name="Rectangle 805">
                <a:extLst>
                  <a:ext uri="{FF2B5EF4-FFF2-40B4-BE49-F238E27FC236}">
                    <a16:creationId xmlns:a16="http://schemas.microsoft.com/office/drawing/2014/main" id="{32587917-19D6-2DF7-5DA3-B425D244046E}"/>
                  </a:ext>
                </a:extLst>
              </p:cNvPr>
              <p:cNvSpPr>
                <a:spLocks noChangeArrowheads="1"/>
              </p:cNvSpPr>
              <p:nvPr/>
            </p:nvSpPr>
            <p:spPr bwMode="auto">
              <a:xfrm>
                <a:off x="2509" y="2055"/>
                <a:ext cx="408" cy="202"/>
              </a:xfrm>
              <a:prstGeom prst="rect">
                <a:avLst/>
              </a:prstGeom>
              <a:solidFill>
                <a:srgbClr val="FF0000"/>
              </a:solidFill>
              <a:ln w="0">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7" name="Rectangle 806">
                <a:extLst>
                  <a:ext uri="{FF2B5EF4-FFF2-40B4-BE49-F238E27FC236}">
                    <a16:creationId xmlns:a16="http://schemas.microsoft.com/office/drawing/2014/main" id="{B22AD1E6-F636-3EF8-8AA1-904EFD86F6DE}"/>
                  </a:ext>
                </a:extLst>
              </p:cNvPr>
              <p:cNvSpPr>
                <a:spLocks noChangeArrowheads="1"/>
              </p:cNvSpPr>
              <p:nvPr/>
            </p:nvSpPr>
            <p:spPr bwMode="auto">
              <a:xfrm>
                <a:off x="2509" y="2533"/>
                <a:ext cx="408" cy="162"/>
              </a:xfrm>
              <a:prstGeom prst="rect">
                <a:avLst/>
              </a:prstGeom>
              <a:solidFill>
                <a:srgbClr val="FFEA00"/>
              </a:solidFill>
              <a:ln w="0">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8" name="Freeform 807">
                <a:extLst>
                  <a:ext uri="{FF2B5EF4-FFF2-40B4-BE49-F238E27FC236}">
                    <a16:creationId xmlns:a16="http://schemas.microsoft.com/office/drawing/2014/main" id="{F35582CE-ABCA-FAF6-0201-3D572B06A8C5}"/>
                  </a:ext>
                </a:extLst>
              </p:cNvPr>
              <p:cNvSpPr>
                <a:spLocks/>
              </p:cNvSpPr>
              <p:nvPr/>
            </p:nvSpPr>
            <p:spPr bwMode="auto">
              <a:xfrm>
                <a:off x="2298" y="1782"/>
                <a:ext cx="703" cy="957"/>
              </a:xfrm>
              <a:custGeom>
                <a:avLst/>
                <a:gdLst>
                  <a:gd name="T0" fmla="*/ 0 w 5622"/>
                  <a:gd name="T1" fmla="*/ 0 h 7656"/>
                  <a:gd name="T2" fmla="*/ 0 w 5622"/>
                  <a:gd name="T3" fmla="*/ 0 h 7656"/>
                  <a:gd name="T4" fmla="*/ 0 w 5622"/>
                  <a:gd name="T5" fmla="*/ 0 h 7656"/>
                  <a:gd name="T6" fmla="*/ 0 60000 65536"/>
                  <a:gd name="T7" fmla="*/ 0 60000 65536"/>
                  <a:gd name="T8" fmla="*/ 0 60000 65536"/>
                  <a:gd name="T9" fmla="*/ 0 w 5622"/>
                  <a:gd name="T10" fmla="*/ 0 h 7656"/>
                  <a:gd name="T11" fmla="*/ 5622 w 5622"/>
                  <a:gd name="T12" fmla="*/ 7656 h 7656"/>
                </a:gdLst>
                <a:ahLst/>
                <a:cxnLst>
                  <a:cxn ang="T6">
                    <a:pos x="T0" y="T1"/>
                  </a:cxn>
                  <a:cxn ang="T7">
                    <a:pos x="T2" y="T3"/>
                  </a:cxn>
                  <a:cxn ang="T8">
                    <a:pos x="T4" y="T5"/>
                  </a:cxn>
                </a:cxnLst>
                <a:rect l="T9" t="T10" r="T11" b="T12"/>
                <a:pathLst>
                  <a:path w="5622" h="7656">
                    <a:moveTo>
                      <a:pt x="0" y="0"/>
                    </a:moveTo>
                    <a:lnTo>
                      <a:pt x="5622" y="0"/>
                    </a:lnTo>
                    <a:lnTo>
                      <a:pt x="5622" y="7656"/>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69" name="Freeform 808">
                <a:extLst>
                  <a:ext uri="{FF2B5EF4-FFF2-40B4-BE49-F238E27FC236}">
                    <a16:creationId xmlns:a16="http://schemas.microsoft.com/office/drawing/2014/main" id="{78602434-8AA0-6590-F0AA-129E019688B9}"/>
                  </a:ext>
                </a:extLst>
              </p:cNvPr>
              <p:cNvSpPr>
                <a:spLocks/>
              </p:cNvSpPr>
              <p:nvPr/>
            </p:nvSpPr>
            <p:spPr bwMode="auto">
              <a:xfrm>
                <a:off x="1965" y="2073"/>
                <a:ext cx="333" cy="666"/>
              </a:xfrm>
              <a:custGeom>
                <a:avLst/>
                <a:gdLst>
                  <a:gd name="T0" fmla="*/ 0 w 2663"/>
                  <a:gd name="T1" fmla="*/ 0 h 5334"/>
                  <a:gd name="T2" fmla="*/ 0 w 2663"/>
                  <a:gd name="T3" fmla="*/ 0 h 5334"/>
                  <a:gd name="T4" fmla="*/ 0 w 2663"/>
                  <a:gd name="T5" fmla="*/ 0 h 5334"/>
                  <a:gd name="T6" fmla="*/ 0 60000 65536"/>
                  <a:gd name="T7" fmla="*/ 0 60000 65536"/>
                  <a:gd name="T8" fmla="*/ 0 60000 65536"/>
                  <a:gd name="T9" fmla="*/ 0 w 2663"/>
                  <a:gd name="T10" fmla="*/ 0 h 5334"/>
                  <a:gd name="T11" fmla="*/ 2663 w 2663"/>
                  <a:gd name="T12" fmla="*/ 5334 h 5334"/>
                </a:gdLst>
                <a:ahLst/>
                <a:cxnLst>
                  <a:cxn ang="T6">
                    <a:pos x="T0" y="T1"/>
                  </a:cxn>
                  <a:cxn ang="T7">
                    <a:pos x="T2" y="T3"/>
                  </a:cxn>
                  <a:cxn ang="T8">
                    <a:pos x="T4" y="T5"/>
                  </a:cxn>
                </a:cxnLst>
                <a:rect l="T9" t="T10" r="T11" b="T12"/>
                <a:pathLst>
                  <a:path w="2663" h="5334">
                    <a:moveTo>
                      <a:pt x="2663" y="0"/>
                    </a:moveTo>
                    <a:lnTo>
                      <a:pt x="0" y="0"/>
                    </a:lnTo>
                    <a:lnTo>
                      <a:pt x="0" y="5334"/>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70" name="Freeform 809">
                <a:extLst>
                  <a:ext uri="{FF2B5EF4-FFF2-40B4-BE49-F238E27FC236}">
                    <a16:creationId xmlns:a16="http://schemas.microsoft.com/office/drawing/2014/main" id="{77CCD798-68A2-4939-C4F8-CE17A89FD557}"/>
                  </a:ext>
                </a:extLst>
              </p:cNvPr>
              <p:cNvSpPr>
                <a:spLocks/>
              </p:cNvSpPr>
              <p:nvPr/>
            </p:nvSpPr>
            <p:spPr bwMode="auto">
              <a:xfrm>
                <a:off x="2277" y="1720"/>
                <a:ext cx="38" cy="41"/>
              </a:xfrm>
              <a:custGeom>
                <a:avLst/>
                <a:gdLst>
                  <a:gd name="T0" fmla="*/ 0 w 309"/>
                  <a:gd name="T1" fmla="*/ 0 h 332"/>
                  <a:gd name="T2" fmla="*/ 0 w 309"/>
                  <a:gd name="T3" fmla="*/ 0 h 332"/>
                  <a:gd name="T4" fmla="*/ 0 w 309"/>
                  <a:gd name="T5" fmla="*/ 0 h 332"/>
                  <a:gd name="T6" fmla="*/ 0 w 309"/>
                  <a:gd name="T7" fmla="*/ 0 h 332"/>
                  <a:gd name="T8" fmla="*/ 0 60000 65536"/>
                  <a:gd name="T9" fmla="*/ 0 60000 65536"/>
                  <a:gd name="T10" fmla="*/ 0 60000 65536"/>
                  <a:gd name="T11" fmla="*/ 0 60000 65536"/>
                  <a:gd name="T12" fmla="*/ 0 w 309"/>
                  <a:gd name="T13" fmla="*/ 0 h 332"/>
                  <a:gd name="T14" fmla="*/ 309 w 309"/>
                  <a:gd name="T15" fmla="*/ 332 h 332"/>
                </a:gdLst>
                <a:ahLst/>
                <a:cxnLst>
                  <a:cxn ang="T8">
                    <a:pos x="T0" y="T1"/>
                  </a:cxn>
                  <a:cxn ang="T9">
                    <a:pos x="T2" y="T3"/>
                  </a:cxn>
                  <a:cxn ang="T10">
                    <a:pos x="T4" y="T5"/>
                  </a:cxn>
                  <a:cxn ang="T11">
                    <a:pos x="T6" y="T7"/>
                  </a:cxn>
                </a:cxnLst>
                <a:rect l="T12" t="T13" r="T14" b="T15"/>
                <a:pathLst>
                  <a:path w="309" h="332">
                    <a:moveTo>
                      <a:pt x="169" y="332"/>
                    </a:moveTo>
                    <a:lnTo>
                      <a:pt x="0" y="0"/>
                    </a:lnTo>
                    <a:lnTo>
                      <a:pt x="309" y="0"/>
                    </a:lnTo>
                    <a:lnTo>
                      <a:pt x="169" y="3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1" name="Freeform 810">
                <a:extLst>
                  <a:ext uri="{FF2B5EF4-FFF2-40B4-BE49-F238E27FC236}">
                    <a16:creationId xmlns:a16="http://schemas.microsoft.com/office/drawing/2014/main" id="{7253D6E8-DDD5-E9E2-B68A-A25A9EE66BAC}"/>
                  </a:ext>
                </a:extLst>
              </p:cNvPr>
              <p:cNvSpPr>
                <a:spLocks/>
              </p:cNvSpPr>
              <p:nvPr/>
            </p:nvSpPr>
            <p:spPr bwMode="auto">
              <a:xfrm>
                <a:off x="2734" y="1992"/>
                <a:ext cx="38" cy="39"/>
              </a:xfrm>
              <a:custGeom>
                <a:avLst/>
                <a:gdLst>
                  <a:gd name="T0" fmla="*/ 0 w 311"/>
                  <a:gd name="T1" fmla="*/ 0 h 316"/>
                  <a:gd name="T2" fmla="*/ 0 w 311"/>
                  <a:gd name="T3" fmla="*/ 0 h 316"/>
                  <a:gd name="T4" fmla="*/ 0 w 311"/>
                  <a:gd name="T5" fmla="*/ 0 h 316"/>
                  <a:gd name="T6" fmla="*/ 0 w 311"/>
                  <a:gd name="T7" fmla="*/ 0 h 316"/>
                  <a:gd name="T8" fmla="*/ 0 60000 65536"/>
                  <a:gd name="T9" fmla="*/ 0 60000 65536"/>
                  <a:gd name="T10" fmla="*/ 0 60000 65536"/>
                  <a:gd name="T11" fmla="*/ 0 60000 65536"/>
                  <a:gd name="T12" fmla="*/ 0 w 311"/>
                  <a:gd name="T13" fmla="*/ 0 h 316"/>
                  <a:gd name="T14" fmla="*/ 311 w 311"/>
                  <a:gd name="T15" fmla="*/ 316 h 316"/>
                </a:gdLst>
                <a:ahLst/>
                <a:cxnLst>
                  <a:cxn ang="T8">
                    <a:pos x="T0" y="T1"/>
                  </a:cxn>
                  <a:cxn ang="T9">
                    <a:pos x="T2" y="T3"/>
                  </a:cxn>
                  <a:cxn ang="T10">
                    <a:pos x="T4" y="T5"/>
                  </a:cxn>
                  <a:cxn ang="T11">
                    <a:pos x="T6" y="T7"/>
                  </a:cxn>
                </a:cxnLst>
                <a:rect l="T12" t="T13" r="T14" b="T15"/>
                <a:pathLst>
                  <a:path w="311" h="316">
                    <a:moveTo>
                      <a:pt x="157" y="316"/>
                    </a:moveTo>
                    <a:lnTo>
                      <a:pt x="0" y="0"/>
                    </a:lnTo>
                    <a:lnTo>
                      <a:pt x="311" y="0"/>
                    </a:lnTo>
                    <a:lnTo>
                      <a:pt x="157" y="3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2" name="Freeform 811">
                <a:extLst>
                  <a:ext uri="{FF2B5EF4-FFF2-40B4-BE49-F238E27FC236}">
                    <a16:creationId xmlns:a16="http://schemas.microsoft.com/office/drawing/2014/main" id="{94BF3C98-8CDF-C04C-35B8-54E821016E52}"/>
                  </a:ext>
                </a:extLst>
              </p:cNvPr>
              <p:cNvSpPr>
                <a:spLocks/>
              </p:cNvSpPr>
              <p:nvPr/>
            </p:nvSpPr>
            <p:spPr bwMode="auto">
              <a:xfrm>
                <a:off x="2734" y="2470"/>
                <a:ext cx="38" cy="40"/>
              </a:xfrm>
              <a:custGeom>
                <a:avLst/>
                <a:gdLst>
                  <a:gd name="T0" fmla="*/ 0 w 311"/>
                  <a:gd name="T1" fmla="*/ 0 h 323"/>
                  <a:gd name="T2" fmla="*/ 0 w 311"/>
                  <a:gd name="T3" fmla="*/ 0 h 323"/>
                  <a:gd name="T4" fmla="*/ 0 w 311"/>
                  <a:gd name="T5" fmla="*/ 0 h 323"/>
                  <a:gd name="T6" fmla="*/ 0 w 311"/>
                  <a:gd name="T7" fmla="*/ 0 h 323"/>
                  <a:gd name="T8" fmla="*/ 0 60000 65536"/>
                  <a:gd name="T9" fmla="*/ 0 60000 65536"/>
                  <a:gd name="T10" fmla="*/ 0 60000 65536"/>
                  <a:gd name="T11" fmla="*/ 0 60000 65536"/>
                  <a:gd name="T12" fmla="*/ 0 w 311"/>
                  <a:gd name="T13" fmla="*/ 0 h 323"/>
                  <a:gd name="T14" fmla="*/ 311 w 311"/>
                  <a:gd name="T15" fmla="*/ 323 h 323"/>
                </a:gdLst>
                <a:ahLst/>
                <a:cxnLst>
                  <a:cxn ang="T8">
                    <a:pos x="T0" y="T1"/>
                  </a:cxn>
                  <a:cxn ang="T9">
                    <a:pos x="T2" y="T3"/>
                  </a:cxn>
                  <a:cxn ang="T10">
                    <a:pos x="T4" y="T5"/>
                  </a:cxn>
                  <a:cxn ang="T11">
                    <a:pos x="T6" y="T7"/>
                  </a:cxn>
                </a:cxnLst>
                <a:rect l="T12" t="T13" r="T14" b="T15"/>
                <a:pathLst>
                  <a:path w="311" h="323">
                    <a:moveTo>
                      <a:pt x="157" y="323"/>
                    </a:moveTo>
                    <a:lnTo>
                      <a:pt x="0" y="0"/>
                    </a:lnTo>
                    <a:lnTo>
                      <a:pt x="311" y="0"/>
                    </a:lnTo>
                    <a:lnTo>
                      <a:pt x="157" y="3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3" name="Freeform 812">
                <a:extLst>
                  <a:ext uri="{FF2B5EF4-FFF2-40B4-BE49-F238E27FC236}">
                    <a16:creationId xmlns:a16="http://schemas.microsoft.com/office/drawing/2014/main" id="{BE600242-D7CB-AAED-7E16-4CD056471C8F}"/>
                  </a:ext>
                </a:extLst>
              </p:cNvPr>
              <p:cNvSpPr>
                <a:spLocks/>
              </p:cNvSpPr>
              <p:nvPr/>
            </p:nvSpPr>
            <p:spPr bwMode="auto">
              <a:xfrm>
                <a:off x="2277" y="2219"/>
                <a:ext cx="38" cy="40"/>
              </a:xfrm>
              <a:custGeom>
                <a:avLst/>
                <a:gdLst>
                  <a:gd name="T0" fmla="*/ 0 w 309"/>
                  <a:gd name="T1" fmla="*/ 0 h 325"/>
                  <a:gd name="T2" fmla="*/ 0 w 309"/>
                  <a:gd name="T3" fmla="*/ 0 h 325"/>
                  <a:gd name="T4" fmla="*/ 0 w 309"/>
                  <a:gd name="T5" fmla="*/ 0 h 325"/>
                  <a:gd name="T6" fmla="*/ 0 w 309"/>
                  <a:gd name="T7" fmla="*/ 0 h 325"/>
                  <a:gd name="T8" fmla="*/ 0 60000 65536"/>
                  <a:gd name="T9" fmla="*/ 0 60000 65536"/>
                  <a:gd name="T10" fmla="*/ 0 60000 65536"/>
                  <a:gd name="T11" fmla="*/ 0 60000 65536"/>
                  <a:gd name="T12" fmla="*/ 0 w 309"/>
                  <a:gd name="T13" fmla="*/ 0 h 325"/>
                  <a:gd name="T14" fmla="*/ 309 w 309"/>
                  <a:gd name="T15" fmla="*/ 325 h 325"/>
                </a:gdLst>
                <a:ahLst/>
                <a:cxnLst>
                  <a:cxn ang="T8">
                    <a:pos x="T0" y="T1"/>
                  </a:cxn>
                  <a:cxn ang="T9">
                    <a:pos x="T2" y="T3"/>
                  </a:cxn>
                  <a:cxn ang="T10">
                    <a:pos x="T4" y="T5"/>
                  </a:cxn>
                  <a:cxn ang="T11">
                    <a:pos x="T6" y="T7"/>
                  </a:cxn>
                </a:cxnLst>
                <a:rect l="T12" t="T13" r="T14" b="T15"/>
                <a:pathLst>
                  <a:path w="309" h="325">
                    <a:moveTo>
                      <a:pt x="169" y="325"/>
                    </a:moveTo>
                    <a:lnTo>
                      <a:pt x="0" y="0"/>
                    </a:lnTo>
                    <a:lnTo>
                      <a:pt x="309" y="0"/>
                    </a:lnTo>
                    <a:lnTo>
                      <a:pt x="169"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4" name="Freeform 813">
                <a:extLst>
                  <a:ext uri="{FF2B5EF4-FFF2-40B4-BE49-F238E27FC236}">
                    <a16:creationId xmlns:a16="http://schemas.microsoft.com/office/drawing/2014/main" id="{83E1D439-7BCA-6334-D319-F97B315ECA22}"/>
                  </a:ext>
                </a:extLst>
              </p:cNvPr>
              <p:cNvSpPr>
                <a:spLocks/>
              </p:cNvSpPr>
              <p:nvPr/>
            </p:nvSpPr>
            <p:spPr bwMode="auto">
              <a:xfrm>
                <a:off x="1945" y="2219"/>
                <a:ext cx="39" cy="40"/>
              </a:xfrm>
              <a:custGeom>
                <a:avLst/>
                <a:gdLst>
                  <a:gd name="T0" fmla="*/ 0 w 316"/>
                  <a:gd name="T1" fmla="*/ 0 h 325"/>
                  <a:gd name="T2" fmla="*/ 0 w 316"/>
                  <a:gd name="T3" fmla="*/ 0 h 325"/>
                  <a:gd name="T4" fmla="*/ 0 w 316"/>
                  <a:gd name="T5" fmla="*/ 0 h 325"/>
                  <a:gd name="T6" fmla="*/ 0 w 316"/>
                  <a:gd name="T7" fmla="*/ 0 h 325"/>
                  <a:gd name="T8" fmla="*/ 0 60000 65536"/>
                  <a:gd name="T9" fmla="*/ 0 60000 65536"/>
                  <a:gd name="T10" fmla="*/ 0 60000 65536"/>
                  <a:gd name="T11" fmla="*/ 0 60000 65536"/>
                  <a:gd name="T12" fmla="*/ 0 w 316"/>
                  <a:gd name="T13" fmla="*/ 0 h 325"/>
                  <a:gd name="T14" fmla="*/ 316 w 316"/>
                  <a:gd name="T15" fmla="*/ 325 h 325"/>
                </a:gdLst>
                <a:ahLst/>
                <a:cxnLst>
                  <a:cxn ang="T8">
                    <a:pos x="T0" y="T1"/>
                  </a:cxn>
                  <a:cxn ang="T9">
                    <a:pos x="T2" y="T3"/>
                  </a:cxn>
                  <a:cxn ang="T10">
                    <a:pos x="T4" y="T5"/>
                  </a:cxn>
                  <a:cxn ang="T11">
                    <a:pos x="T6" y="T7"/>
                  </a:cxn>
                </a:cxnLst>
                <a:rect l="T12" t="T13" r="T14" b="T15"/>
                <a:pathLst>
                  <a:path w="316" h="325">
                    <a:moveTo>
                      <a:pt x="162" y="325"/>
                    </a:moveTo>
                    <a:lnTo>
                      <a:pt x="0" y="0"/>
                    </a:lnTo>
                    <a:lnTo>
                      <a:pt x="316" y="0"/>
                    </a:lnTo>
                    <a:lnTo>
                      <a:pt x="162"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5" name="Freeform 814">
                <a:extLst>
                  <a:ext uri="{FF2B5EF4-FFF2-40B4-BE49-F238E27FC236}">
                    <a16:creationId xmlns:a16="http://schemas.microsoft.com/office/drawing/2014/main" id="{E1372C3B-9990-B46A-D6C1-D7D3C860957B}"/>
                  </a:ext>
                </a:extLst>
              </p:cNvPr>
              <p:cNvSpPr>
                <a:spLocks/>
              </p:cNvSpPr>
              <p:nvPr/>
            </p:nvSpPr>
            <p:spPr bwMode="auto">
              <a:xfrm>
                <a:off x="2981" y="2344"/>
                <a:ext cx="39" cy="42"/>
              </a:xfrm>
              <a:custGeom>
                <a:avLst/>
                <a:gdLst>
                  <a:gd name="T0" fmla="*/ 0 w 309"/>
                  <a:gd name="T1" fmla="*/ 0 h 332"/>
                  <a:gd name="T2" fmla="*/ 0 w 309"/>
                  <a:gd name="T3" fmla="*/ 0 h 332"/>
                  <a:gd name="T4" fmla="*/ 0 w 309"/>
                  <a:gd name="T5" fmla="*/ 0 h 332"/>
                  <a:gd name="T6" fmla="*/ 0 w 309"/>
                  <a:gd name="T7" fmla="*/ 0 h 332"/>
                  <a:gd name="T8" fmla="*/ 0 60000 65536"/>
                  <a:gd name="T9" fmla="*/ 0 60000 65536"/>
                  <a:gd name="T10" fmla="*/ 0 60000 65536"/>
                  <a:gd name="T11" fmla="*/ 0 60000 65536"/>
                  <a:gd name="T12" fmla="*/ 0 w 309"/>
                  <a:gd name="T13" fmla="*/ 0 h 332"/>
                  <a:gd name="T14" fmla="*/ 309 w 309"/>
                  <a:gd name="T15" fmla="*/ 332 h 332"/>
                </a:gdLst>
                <a:ahLst/>
                <a:cxnLst>
                  <a:cxn ang="T8">
                    <a:pos x="T0" y="T1"/>
                  </a:cxn>
                  <a:cxn ang="T9">
                    <a:pos x="T2" y="T3"/>
                  </a:cxn>
                  <a:cxn ang="T10">
                    <a:pos x="T4" y="T5"/>
                  </a:cxn>
                  <a:cxn ang="T11">
                    <a:pos x="T6" y="T7"/>
                  </a:cxn>
                </a:cxnLst>
                <a:rect l="T12" t="T13" r="T14" b="T15"/>
                <a:pathLst>
                  <a:path w="309" h="332">
                    <a:moveTo>
                      <a:pt x="168" y="332"/>
                    </a:moveTo>
                    <a:lnTo>
                      <a:pt x="0" y="0"/>
                    </a:lnTo>
                    <a:lnTo>
                      <a:pt x="309" y="0"/>
                    </a:lnTo>
                    <a:lnTo>
                      <a:pt x="168" y="3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nvGrpSpPr>
            <p:cNvPr id="19" name="Group 815">
              <a:extLst>
                <a:ext uri="{FF2B5EF4-FFF2-40B4-BE49-F238E27FC236}">
                  <a16:creationId xmlns:a16="http://schemas.microsoft.com/office/drawing/2014/main" id="{F19456A6-7A0E-3D98-3142-97207E431D33}"/>
                </a:ext>
              </a:extLst>
            </p:cNvPr>
            <p:cNvGrpSpPr>
              <a:grpSpLocks/>
            </p:cNvGrpSpPr>
            <p:nvPr/>
          </p:nvGrpSpPr>
          <p:grpSpPr bwMode="auto">
            <a:xfrm>
              <a:off x="2276" y="2990"/>
              <a:ext cx="646" cy="520"/>
              <a:chOff x="1837" y="1414"/>
              <a:chExt cx="1488" cy="1497"/>
            </a:xfrm>
          </p:grpSpPr>
          <p:sp>
            <p:nvSpPr>
              <p:cNvPr id="20" name="Freeform 816">
                <a:extLst>
                  <a:ext uri="{FF2B5EF4-FFF2-40B4-BE49-F238E27FC236}">
                    <a16:creationId xmlns:a16="http://schemas.microsoft.com/office/drawing/2014/main" id="{C1C30EBC-A540-6458-1C95-303A53DF1D5D}"/>
                  </a:ext>
                </a:extLst>
              </p:cNvPr>
              <p:cNvSpPr>
                <a:spLocks/>
              </p:cNvSpPr>
              <p:nvPr/>
            </p:nvSpPr>
            <p:spPr bwMode="auto">
              <a:xfrm>
                <a:off x="2000" y="1585"/>
                <a:ext cx="1325" cy="1326"/>
              </a:xfrm>
              <a:custGeom>
                <a:avLst/>
                <a:gdLst>
                  <a:gd name="T0" fmla="*/ 0 w 10596"/>
                  <a:gd name="T1" fmla="*/ 0 h 10610"/>
                  <a:gd name="T2" fmla="*/ 0 w 10596"/>
                  <a:gd name="T3" fmla="*/ 0 h 10610"/>
                  <a:gd name="T4" fmla="*/ 0 w 10596"/>
                  <a:gd name="T5" fmla="*/ 0 h 10610"/>
                  <a:gd name="T6" fmla="*/ 0 w 10596"/>
                  <a:gd name="T7" fmla="*/ 0 h 10610"/>
                  <a:gd name="T8" fmla="*/ 0 w 10596"/>
                  <a:gd name="T9" fmla="*/ 0 h 10610"/>
                  <a:gd name="T10" fmla="*/ 0 w 10596"/>
                  <a:gd name="T11" fmla="*/ 0 h 10610"/>
                  <a:gd name="T12" fmla="*/ 0 w 10596"/>
                  <a:gd name="T13" fmla="*/ 0 h 10610"/>
                  <a:gd name="T14" fmla="*/ 0 60000 65536"/>
                  <a:gd name="T15" fmla="*/ 0 60000 65536"/>
                  <a:gd name="T16" fmla="*/ 0 60000 65536"/>
                  <a:gd name="T17" fmla="*/ 0 60000 65536"/>
                  <a:gd name="T18" fmla="*/ 0 60000 65536"/>
                  <a:gd name="T19" fmla="*/ 0 60000 65536"/>
                  <a:gd name="T20" fmla="*/ 0 60000 65536"/>
                  <a:gd name="T21" fmla="*/ 0 w 10596"/>
                  <a:gd name="T22" fmla="*/ 0 h 10610"/>
                  <a:gd name="T23" fmla="*/ 10596 w 10596"/>
                  <a:gd name="T24" fmla="*/ 10610 h 106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596" h="10610">
                    <a:moveTo>
                      <a:pt x="9269" y="0"/>
                    </a:moveTo>
                    <a:lnTo>
                      <a:pt x="9269" y="9283"/>
                    </a:lnTo>
                    <a:lnTo>
                      <a:pt x="0" y="9283"/>
                    </a:lnTo>
                    <a:lnTo>
                      <a:pt x="0" y="10610"/>
                    </a:lnTo>
                    <a:lnTo>
                      <a:pt x="10596" y="10610"/>
                    </a:lnTo>
                    <a:lnTo>
                      <a:pt x="10596" y="0"/>
                    </a:lnTo>
                    <a:lnTo>
                      <a:pt x="926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 name="Rectangle 817">
                <a:extLst>
                  <a:ext uri="{FF2B5EF4-FFF2-40B4-BE49-F238E27FC236}">
                    <a16:creationId xmlns:a16="http://schemas.microsoft.com/office/drawing/2014/main" id="{07EF39FE-1D58-D039-F80F-FE4F94247C32}"/>
                  </a:ext>
                </a:extLst>
              </p:cNvPr>
              <p:cNvSpPr>
                <a:spLocks noChangeArrowheads="1"/>
              </p:cNvSpPr>
              <p:nvPr/>
            </p:nvSpPr>
            <p:spPr bwMode="auto">
              <a:xfrm>
                <a:off x="1837" y="1414"/>
                <a:ext cx="1326" cy="1338"/>
              </a:xfrm>
              <a:prstGeom prst="rect">
                <a:avLst/>
              </a:prstGeom>
              <a:solidFill>
                <a:srgbClr val="FFFFFF"/>
              </a:solidFill>
              <a:ln w="3175">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22" name="Rectangle 818">
                <a:extLst>
                  <a:ext uri="{FF2B5EF4-FFF2-40B4-BE49-F238E27FC236}">
                    <a16:creationId xmlns:a16="http://schemas.microsoft.com/office/drawing/2014/main" id="{E81B7F46-53B9-1E82-CBCE-38ACCE22A6DD}"/>
                  </a:ext>
                </a:extLst>
              </p:cNvPr>
              <p:cNvSpPr>
                <a:spLocks noChangeArrowheads="1"/>
              </p:cNvSpPr>
              <p:nvPr/>
            </p:nvSpPr>
            <p:spPr bwMode="auto">
              <a:xfrm>
                <a:off x="1837" y="1414"/>
                <a:ext cx="414" cy="1338"/>
              </a:xfrm>
              <a:prstGeom prst="rect">
                <a:avLst/>
              </a:prstGeom>
              <a:solidFill>
                <a:srgbClr val="00EAFF"/>
              </a:solidFill>
              <a:ln w="3175">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23" name="Line 819">
                <a:extLst>
                  <a:ext uri="{FF2B5EF4-FFF2-40B4-BE49-F238E27FC236}">
                    <a16:creationId xmlns:a16="http://schemas.microsoft.com/office/drawing/2014/main" id="{43A55C66-99C4-6F76-1515-14CA39E7D8F3}"/>
                  </a:ext>
                </a:extLst>
              </p:cNvPr>
              <p:cNvSpPr>
                <a:spLocks noChangeShapeType="1"/>
              </p:cNvSpPr>
              <p:nvPr/>
            </p:nvSpPr>
            <p:spPr bwMode="auto">
              <a:xfrm>
                <a:off x="2256" y="1580"/>
                <a:ext cx="90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4" name="Line 820">
                <a:extLst>
                  <a:ext uri="{FF2B5EF4-FFF2-40B4-BE49-F238E27FC236}">
                    <a16:creationId xmlns:a16="http://schemas.microsoft.com/office/drawing/2014/main" id="{C017890E-35AE-712E-B578-687E9E6822BC}"/>
                  </a:ext>
                </a:extLst>
              </p:cNvPr>
              <p:cNvSpPr>
                <a:spLocks noChangeShapeType="1"/>
              </p:cNvSpPr>
              <p:nvPr/>
            </p:nvSpPr>
            <p:spPr bwMode="auto">
              <a:xfrm>
                <a:off x="2256" y="1747"/>
                <a:ext cx="90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5" name="Line 821">
                <a:extLst>
                  <a:ext uri="{FF2B5EF4-FFF2-40B4-BE49-F238E27FC236}">
                    <a16:creationId xmlns:a16="http://schemas.microsoft.com/office/drawing/2014/main" id="{CAD4E7F7-5D52-01AC-0971-CDE86C73EF09}"/>
                  </a:ext>
                </a:extLst>
              </p:cNvPr>
              <p:cNvSpPr>
                <a:spLocks noChangeShapeType="1"/>
              </p:cNvSpPr>
              <p:nvPr/>
            </p:nvSpPr>
            <p:spPr bwMode="auto">
              <a:xfrm>
                <a:off x="2256" y="1917"/>
                <a:ext cx="90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6" name="Line 822">
                <a:extLst>
                  <a:ext uri="{FF2B5EF4-FFF2-40B4-BE49-F238E27FC236}">
                    <a16:creationId xmlns:a16="http://schemas.microsoft.com/office/drawing/2014/main" id="{A2C9ACFD-4972-E740-8438-7911FAE49F5C}"/>
                  </a:ext>
                </a:extLst>
              </p:cNvPr>
              <p:cNvSpPr>
                <a:spLocks noChangeShapeType="1"/>
              </p:cNvSpPr>
              <p:nvPr/>
            </p:nvSpPr>
            <p:spPr bwMode="auto">
              <a:xfrm>
                <a:off x="2256" y="2083"/>
                <a:ext cx="90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7" name="Line 823">
                <a:extLst>
                  <a:ext uri="{FF2B5EF4-FFF2-40B4-BE49-F238E27FC236}">
                    <a16:creationId xmlns:a16="http://schemas.microsoft.com/office/drawing/2014/main" id="{B622B119-5CE7-6675-C0BA-0DEA396CF263}"/>
                  </a:ext>
                </a:extLst>
              </p:cNvPr>
              <p:cNvSpPr>
                <a:spLocks noChangeShapeType="1"/>
              </p:cNvSpPr>
              <p:nvPr/>
            </p:nvSpPr>
            <p:spPr bwMode="auto">
              <a:xfrm>
                <a:off x="2256" y="2250"/>
                <a:ext cx="90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8" name="Line 824">
                <a:extLst>
                  <a:ext uri="{FF2B5EF4-FFF2-40B4-BE49-F238E27FC236}">
                    <a16:creationId xmlns:a16="http://schemas.microsoft.com/office/drawing/2014/main" id="{767C78DA-7389-72C2-ECEC-017F2EFDEE79}"/>
                  </a:ext>
                </a:extLst>
              </p:cNvPr>
              <p:cNvSpPr>
                <a:spLocks noChangeShapeType="1"/>
              </p:cNvSpPr>
              <p:nvPr/>
            </p:nvSpPr>
            <p:spPr bwMode="auto">
              <a:xfrm>
                <a:off x="2256" y="2416"/>
                <a:ext cx="90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9" name="Line 825">
                <a:extLst>
                  <a:ext uri="{FF2B5EF4-FFF2-40B4-BE49-F238E27FC236}">
                    <a16:creationId xmlns:a16="http://schemas.microsoft.com/office/drawing/2014/main" id="{EE49CA6E-051C-A664-5200-19E7602DF853}"/>
                  </a:ext>
                </a:extLst>
              </p:cNvPr>
              <p:cNvSpPr>
                <a:spLocks noChangeShapeType="1"/>
              </p:cNvSpPr>
              <p:nvPr/>
            </p:nvSpPr>
            <p:spPr bwMode="auto">
              <a:xfrm>
                <a:off x="2256" y="2584"/>
                <a:ext cx="90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0" name="Line 826">
                <a:extLst>
                  <a:ext uri="{FF2B5EF4-FFF2-40B4-BE49-F238E27FC236}">
                    <a16:creationId xmlns:a16="http://schemas.microsoft.com/office/drawing/2014/main" id="{34789992-BA74-E0DB-BA7E-0D1C4AC7CAA7}"/>
                  </a:ext>
                </a:extLst>
              </p:cNvPr>
              <p:cNvSpPr>
                <a:spLocks noChangeShapeType="1"/>
              </p:cNvSpPr>
              <p:nvPr/>
            </p:nvSpPr>
            <p:spPr bwMode="auto">
              <a:xfrm>
                <a:off x="2420" y="1414"/>
                <a:ext cx="1" cy="1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1" name="Line 827">
                <a:extLst>
                  <a:ext uri="{FF2B5EF4-FFF2-40B4-BE49-F238E27FC236}">
                    <a16:creationId xmlns:a16="http://schemas.microsoft.com/office/drawing/2014/main" id="{A696A51D-8042-893D-BACD-15C8892FD9F2}"/>
                  </a:ext>
                </a:extLst>
              </p:cNvPr>
              <p:cNvSpPr>
                <a:spLocks noChangeShapeType="1"/>
              </p:cNvSpPr>
              <p:nvPr/>
            </p:nvSpPr>
            <p:spPr bwMode="auto">
              <a:xfrm>
                <a:off x="2261" y="1414"/>
                <a:ext cx="1" cy="1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 name="Line 828">
                <a:extLst>
                  <a:ext uri="{FF2B5EF4-FFF2-40B4-BE49-F238E27FC236}">
                    <a16:creationId xmlns:a16="http://schemas.microsoft.com/office/drawing/2014/main" id="{FC69AF7F-C48C-AD88-17E0-F073C4A8046C}"/>
                  </a:ext>
                </a:extLst>
              </p:cNvPr>
              <p:cNvSpPr>
                <a:spLocks noChangeShapeType="1"/>
              </p:cNvSpPr>
              <p:nvPr/>
            </p:nvSpPr>
            <p:spPr bwMode="auto">
              <a:xfrm>
                <a:off x="2584" y="1414"/>
                <a:ext cx="1" cy="1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3" name="Line 829">
                <a:extLst>
                  <a:ext uri="{FF2B5EF4-FFF2-40B4-BE49-F238E27FC236}">
                    <a16:creationId xmlns:a16="http://schemas.microsoft.com/office/drawing/2014/main" id="{B2C92235-A984-2DCC-D315-7C5347FE5F00}"/>
                  </a:ext>
                </a:extLst>
              </p:cNvPr>
              <p:cNvSpPr>
                <a:spLocks noChangeShapeType="1"/>
              </p:cNvSpPr>
              <p:nvPr/>
            </p:nvSpPr>
            <p:spPr bwMode="auto">
              <a:xfrm>
                <a:off x="2750" y="1414"/>
                <a:ext cx="1" cy="1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4" name="Line 830">
                <a:extLst>
                  <a:ext uri="{FF2B5EF4-FFF2-40B4-BE49-F238E27FC236}">
                    <a16:creationId xmlns:a16="http://schemas.microsoft.com/office/drawing/2014/main" id="{8F2171E6-3547-A3CD-8D50-89B48C083D79}"/>
                  </a:ext>
                </a:extLst>
              </p:cNvPr>
              <p:cNvSpPr>
                <a:spLocks noChangeShapeType="1"/>
              </p:cNvSpPr>
              <p:nvPr/>
            </p:nvSpPr>
            <p:spPr bwMode="auto">
              <a:xfrm>
                <a:off x="2916" y="1414"/>
                <a:ext cx="1" cy="1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 name="Line 831">
                <a:extLst>
                  <a:ext uri="{FF2B5EF4-FFF2-40B4-BE49-F238E27FC236}">
                    <a16:creationId xmlns:a16="http://schemas.microsoft.com/office/drawing/2014/main" id="{3302C391-5C85-B267-94E5-F581E6B7891C}"/>
                  </a:ext>
                </a:extLst>
              </p:cNvPr>
              <p:cNvSpPr>
                <a:spLocks noChangeShapeType="1"/>
              </p:cNvSpPr>
              <p:nvPr/>
            </p:nvSpPr>
            <p:spPr bwMode="auto">
              <a:xfrm>
                <a:off x="3083" y="1414"/>
                <a:ext cx="1" cy="1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6" name="Line 832">
                <a:extLst>
                  <a:ext uri="{FF2B5EF4-FFF2-40B4-BE49-F238E27FC236}">
                    <a16:creationId xmlns:a16="http://schemas.microsoft.com/office/drawing/2014/main" id="{3A5D14C2-F491-64E6-EC4E-B7E246AD90AB}"/>
                  </a:ext>
                </a:extLst>
              </p:cNvPr>
              <p:cNvSpPr>
                <a:spLocks noChangeShapeType="1"/>
              </p:cNvSpPr>
              <p:nvPr/>
            </p:nvSpPr>
            <p:spPr bwMode="auto">
              <a:xfrm>
                <a:off x="2254" y="1497"/>
                <a:ext cx="11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7" name="Line 833">
                <a:extLst>
                  <a:ext uri="{FF2B5EF4-FFF2-40B4-BE49-F238E27FC236}">
                    <a16:creationId xmlns:a16="http://schemas.microsoft.com/office/drawing/2014/main" id="{4EC221DE-68CA-6211-432E-D1BFEC48E316}"/>
                  </a:ext>
                </a:extLst>
              </p:cNvPr>
              <p:cNvSpPr>
                <a:spLocks noChangeShapeType="1"/>
              </p:cNvSpPr>
              <p:nvPr/>
            </p:nvSpPr>
            <p:spPr bwMode="auto">
              <a:xfrm>
                <a:off x="2254" y="2001"/>
                <a:ext cx="11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8" name="Line 834">
                <a:extLst>
                  <a:ext uri="{FF2B5EF4-FFF2-40B4-BE49-F238E27FC236}">
                    <a16:creationId xmlns:a16="http://schemas.microsoft.com/office/drawing/2014/main" id="{6382062B-0BD9-4506-D2BA-D6A3BF2F5AE7}"/>
                  </a:ext>
                </a:extLst>
              </p:cNvPr>
              <p:cNvSpPr>
                <a:spLocks noChangeShapeType="1"/>
              </p:cNvSpPr>
              <p:nvPr/>
            </p:nvSpPr>
            <p:spPr bwMode="auto">
              <a:xfrm>
                <a:off x="2254" y="1666"/>
                <a:ext cx="11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9" name="Line 835">
                <a:extLst>
                  <a:ext uri="{FF2B5EF4-FFF2-40B4-BE49-F238E27FC236}">
                    <a16:creationId xmlns:a16="http://schemas.microsoft.com/office/drawing/2014/main" id="{4BA08EDF-9A56-E31A-ECD7-2D5F3F43B80C}"/>
                  </a:ext>
                </a:extLst>
              </p:cNvPr>
              <p:cNvSpPr>
                <a:spLocks noChangeShapeType="1"/>
              </p:cNvSpPr>
              <p:nvPr/>
            </p:nvSpPr>
            <p:spPr bwMode="auto">
              <a:xfrm>
                <a:off x="2254" y="2167"/>
                <a:ext cx="11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0" name="Line 836">
                <a:extLst>
                  <a:ext uri="{FF2B5EF4-FFF2-40B4-BE49-F238E27FC236}">
                    <a16:creationId xmlns:a16="http://schemas.microsoft.com/office/drawing/2014/main" id="{CD32B66D-A48F-B0AD-8169-856C95F952B2}"/>
                  </a:ext>
                </a:extLst>
              </p:cNvPr>
              <p:cNvSpPr>
                <a:spLocks noChangeShapeType="1"/>
              </p:cNvSpPr>
              <p:nvPr/>
            </p:nvSpPr>
            <p:spPr bwMode="auto">
              <a:xfrm>
                <a:off x="2254" y="2502"/>
                <a:ext cx="11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1" name="Line 837">
                <a:extLst>
                  <a:ext uri="{FF2B5EF4-FFF2-40B4-BE49-F238E27FC236}">
                    <a16:creationId xmlns:a16="http://schemas.microsoft.com/office/drawing/2014/main" id="{6968BA27-9CE6-2932-28A6-936AEB855264}"/>
                  </a:ext>
                </a:extLst>
              </p:cNvPr>
              <p:cNvSpPr>
                <a:spLocks noChangeShapeType="1"/>
              </p:cNvSpPr>
              <p:nvPr/>
            </p:nvSpPr>
            <p:spPr bwMode="auto">
              <a:xfrm>
                <a:off x="2254" y="1833"/>
                <a:ext cx="11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2" name="Line 838">
                <a:extLst>
                  <a:ext uri="{FF2B5EF4-FFF2-40B4-BE49-F238E27FC236}">
                    <a16:creationId xmlns:a16="http://schemas.microsoft.com/office/drawing/2014/main" id="{CBB917A1-81F0-5E35-63BA-D799B135A820}"/>
                  </a:ext>
                </a:extLst>
              </p:cNvPr>
              <p:cNvSpPr>
                <a:spLocks noChangeShapeType="1"/>
              </p:cNvSpPr>
              <p:nvPr/>
            </p:nvSpPr>
            <p:spPr bwMode="auto">
              <a:xfrm>
                <a:off x="2254" y="2335"/>
                <a:ext cx="11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 name="Line 839">
                <a:extLst>
                  <a:ext uri="{FF2B5EF4-FFF2-40B4-BE49-F238E27FC236}">
                    <a16:creationId xmlns:a16="http://schemas.microsoft.com/office/drawing/2014/main" id="{63672864-11E8-28BC-69C2-1C82896719C0}"/>
                  </a:ext>
                </a:extLst>
              </p:cNvPr>
              <p:cNvSpPr>
                <a:spLocks noChangeShapeType="1"/>
              </p:cNvSpPr>
              <p:nvPr/>
            </p:nvSpPr>
            <p:spPr bwMode="auto">
              <a:xfrm>
                <a:off x="2254" y="2668"/>
                <a:ext cx="11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4" name="Freeform 840">
                <a:extLst>
                  <a:ext uri="{FF2B5EF4-FFF2-40B4-BE49-F238E27FC236}">
                    <a16:creationId xmlns:a16="http://schemas.microsoft.com/office/drawing/2014/main" id="{11BC6718-CAEF-E9EE-637F-140C14B7B11A}"/>
                  </a:ext>
                </a:extLst>
              </p:cNvPr>
              <p:cNvSpPr>
                <a:spLocks/>
              </p:cNvSpPr>
              <p:nvPr/>
            </p:nvSpPr>
            <p:spPr bwMode="auto">
              <a:xfrm>
                <a:off x="1962" y="1497"/>
                <a:ext cx="248" cy="250"/>
              </a:xfrm>
              <a:custGeom>
                <a:avLst/>
                <a:gdLst>
                  <a:gd name="T0" fmla="*/ 0 w 1983"/>
                  <a:gd name="T1" fmla="*/ 0 h 1996"/>
                  <a:gd name="T2" fmla="*/ 0 w 1983"/>
                  <a:gd name="T3" fmla="*/ 0 h 1996"/>
                  <a:gd name="T4" fmla="*/ 0 w 1983"/>
                  <a:gd name="T5" fmla="*/ 0 h 1996"/>
                  <a:gd name="T6" fmla="*/ 0 w 1983"/>
                  <a:gd name="T7" fmla="*/ 0 h 1996"/>
                  <a:gd name="T8" fmla="*/ 0 60000 65536"/>
                  <a:gd name="T9" fmla="*/ 0 60000 65536"/>
                  <a:gd name="T10" fmla="*/ 0 60000 65536"/>
                  <a:gd name="T11" fmla="*/ 0 60000 65536"/>
                  <a:gd name="T12" fmla="*/ 0 w 1983"/>
                  <a:gd name="T13" fmla="*/ 0 h 1996"/>
                  <a:gd name="T14" fmla="*/ 1983 w 1983"/>
                  <a:gd name="T15" fmla="*/ 1996 h 1996"/>
                </a:gdLst>
                <a:ahLst/>
                <a:cxnLst>
                  <a:cxn ang="T8">
                    <a:pos x="T0" y="T1"/>
                  </a:cxn>
                  <a:cxn ang="T9">
                    <a:pos x="T2" y="T3"/>
                  </a:cxn>
                  <a:cxn ang="T10">
                    <a:pos x="T4" y="T5"/>
                  </a:cxn>
                  <a:cxn ang="T11">
                    <a:pos x="T6" y="T7"/>
                  </a:cxn>
                </a:cxnLst>
                <a:rect l="T12" t="T13" r="T14" b="T15"/>
                <a:pathLst>
                  <a:path w="1983" h="1996">
                    <a:moveTo>
                      <a:pt x="1983" y="0"/>
                    </a:moveTo>
                    <a:lnTo>
                      <a:pt x="0" y="1996"/>
                    </a:lnTo>
                    <a:lnTo>
                      <a:pt x="1983" y="1996"/>
                    </a:lnTo>
                    <a:lnTo>
                      <a:pt x="198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5" name="Freeform 841">
                <a:extLst>
                  <a:ext uri="{FF2B5EF4-FFF2-40B4-BE49-F238E27FC236}">
                    <a16:creationId xmlns:a16="http://schemas.microsoft.com/office/drawing/2014/main" id="{926FCBF1-F00B-B0A4-262A-70B5D8DE4385}"/>
                  </a:ext>
                </a:extLst>
              </p:cNvPr>
              <p:cNvSpPr>
                <a:spLocks/>
              </p:cNvSpPr>
              <p:nvPr/>
            </p:nvSpPr>
            <p:spPr bwMode="auto">
              <a:xfrm>
                <a:off x="1962" y="1497"/>
                <a:ext cx="248" cy="250"/>
              </a:xfrm>
              <a:custGeom>
                <a:avLst/>
                <a:gdLst>
                  <a:gd name="T0" fmla="*/ 0 w 1983"/>
                  <a:gd name="T1" fmla="*/ 0 h 1996"/>
                  <a:gd name="T2" fmla="*/ 0 w 1983"/>
                  <a:gd name="T3" fmla="*/ 0 h 1996"/>
                  <a:gd name="T4" fmla="*/ 0 w 1983"/>
                  <a:gd name="T5" fmla="*/ 0 h 1996"/>
                  <a:gd name="T6" fmla="*/ 0 w 1983"/>
                  <a:gd name="T7" fmla="*/ 0 h 1996"/>
                  <a:gd name="T8" fmla="*/ 0 60000 65536"/>
                  <a:gd name="T9" fmla="*/ 0 60000 65536"/>
                  <a:gd name="T10" fmla="*/ 0 60000 65536"/>
                  <a:gd name="T11" fmla="*/ 0 60000 65536"/>
                  <a:gd name="T12" fmla="*/ 0 w 1983"/>
                  <a:gd name="T13" fmla="*/ 0 h 1996"/>
                  <a:gd name="T14" fmla="*/ 1983 w 1983"/>
                  <a:gd name="T15" fmla="*/ 1996 h 1996"/>
                </a:gdLst>
                <a:ahLst/>
                <a:cxnLst>
                  <a:cxn ang="T8">
                    <a:pos x="T0" y="T1"/>
                  </a:cxn>
                  <a:cxn ang="T9">
                    <a:pos x="T2" y="T3"/>
                  </a:cxn>
                  <a:cxn ang="T10">
                    <a:pos x="T4" y="T5"/>
                  </a:cxn>
                  <a:cxn ang="T11">
                    <a:pos x="T6" y="T7"/>
                  </a:cxn>
                </a:cxnLst>
                <a:rect l="T12" t="T13" r="T14" b="T15"/>
                <a:pathLst>
                  <a:path w="1983" h="1996">
                    <a:moveTo>
                      <a:pt x="1983" y="0"/>
                    </a:moveTo>
                    <a:lnTo>
                      <a:pt x="0" y="0"/>
                    </a:lnTo>
                    <a:lnTo>
                      <a:pt x="0" y="1996"/>
                    </a:lnTo>
                    <a:lnTo>
                      <a:pt x="1983" y="0"/>
                    </a:lnTo>
                    <a:close/>
                  </a:path>
                </a:pathLst>
              </a:custGeom>
              <a:solidFill>
                <a:srgbClr val="FFFFFF"/>
              </a:solidFill>
              <a:ln w="0">
                <a:solidFill>
                  <a:srgbClr val="000000"/>
                </a:solidFill>
                <a:round/>
                <a:headEnd/>
                <a:tailEnd/>
              </a:ln>
            </p:spPr>
            <p:txBody>
              <a:bodyPr/>
              <a:lstStyle/>
              <a:p>
                <a:endParaRPr lang="pt-BR"/>
              </a:p>
            </p:txBody>
          </p:sp>
          <p:sp>
            <p:nvSpPr>
              <p:cNvPr id="46" name="Rectangle 842">
                <a:extLst>
                  <a:ext uri="{FF2B5EF4-FFF2-40B4-BE49-F238E27FC236}">
                    <a16:creationId xmlns:a16="http://schemas.microsoft.com/office/drawing/2014/main" id="{96D8D2A1-ADB9-E3A1-5BCB-03469EAEBF33}"/>
                  </a:ext>
                </a:extLst>
              </p:cNvPr>
              <p:cNvSpPr>
                <a:spLocks noChangeArrowheads="1"/>
              </p:cNvSpPr>
              <p:nvPr/>
            </p:nvSpPr>
            <p:spPr bwMode="auto">
              <a:xfrm>
                <a:off x="2006" y="1543"/>
                <a:ext cx="153" cy="157"/>
              </a:xfrm>
              <a:prstGeom prst="rect">
                <a:avLst/>
              </a:prstGeom>
              <a:solidFill>
                <a:srgbClr val="FF0000"/>
              </a:solidFill>
              <a:ln w="0">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7" name="Freeform 843">
                <a:extLst>
                  <a:ext uri="{FF2B5EF4-FFF2-40B4-BE49-F238E27FC236}">
                    <a16:creationId xmlns:a16="http://schemas.microsoft.com/office/drawing/2014/main" id="{2348D11D-9774-B256-9E98-C499775E6019}"/>
                  </a:ext>
                </a:extLst>
              </p:cNvPr>
              <p:cNvSpPr>
                <a:spLocks/>
              </p:cNvSpPr>
              <p:nvPr/>
            </p:nvSpPr>
            <p:spPr bwMode="auto">
              <a:xfrm>
                <a:off x="1962" y="1833"/>
                <a:ext cx="248" cy="250"/>
              </a:xfrm>
              <a:custGeom>
                <a:avLst/>
                <a:gdLst>
                  <a:gd name="T0" fmla="*/ 0 w 1983"/>
                  <a:gd name="T1" fmla="*/ 0 h 2002"/>
                  <a:gd name="T2" fmla="*/ 0 w 1983"/>
                  <a:gd name="T3" fmla="*/ 0 h 2002"/>
                  <a:gd name="T4" fmla="*/ 0 w 1983"/>
                  <a:gd name="T5" fmla="*/ 0 h 2002"/>
                  <a:gd name="T6" fmla="*/ 0 w 1983"/>
                  <a:gd name="T7" fmla="*/ 0 h 2002"/>
                  <a:gd name="T8" fmla="*/ 0 60000 65536"/>
                  <a:gd name="T9" fmla="*/ 0 60000 65536"/>
                  <a:gd name="T10" fmla="*/ 0 60000 65536"/>
                  <a:gd name="T11" fmla="*/ 0 60000 65536"/>
                  <a:gd name="T12" fmla="*/ 0 w 1983"/>
                  <a:gd name="T13" fmla="*/ 0 h 2002"/>
                  <a:gd name="T14" fmla="*/ 1983 w 1983"/>
                  <a:gd name="T15" fmla="*/ 2002 h 2002"/>
                </a:gdLst>
                <a:ahLst/>
                <a:cxnLst>
                  <a:cxn ang="T8">
                    <a:pos x="T0" y="T1"/>
                  </a:cxn>
                  <a:cxn ang="T9">
                    <a:pos x="T2" y="T3"/>
                  </a:cxn>
                  <a:cxn ang="T10">
                    <a:pos x="T4" y="T5"/>
                  </a:cxn>
                  <a:cxn ang="T11">
                    <a:pos x="T6" y="T7"/>
                  </a:cxn>
                </a:cxnLst>
                <a:rect l="T12" t="T13" r="T14" b="T15"/>
                <a:pathLst>
                  <a:path w="1983" h="2002">
                    <a:moveTo>
                      <a:pt x="1983" y="0"/>
                    </a:moveTo>
                    <a:lnTo>
                      <a:pt x="0" y="2002"/>
                    </a:lnTo>
                    <a:lnTo>
                      <a:pt x="1983" y="2002"/>
                    </a:lnTo>
                    <a:lnTo>
                      <a:pt x="198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 name="Freeform 844">
                <a:extLst>
                  <a:ext uri="{FF2B5EF4-FFF2-40B4-BE49-F238E27FC236}">
                    <a16:creationId xmlns:a16="http://schemas.microsoft.com/office/drawing/2014/main" id="{268B67B6-E250-F4F7-97C3-80F6C73160DA}"/>
                  </a:ext>
                </a:extLst>
              </p:cNvPr>
              <p:cNvSpPr>
                <a:spLocks/>
              </p:cNvSpPr>
              <p:nvPr/>
            </p:nvSpPr>
            <p:spPr bwMode="auto">
              <a:xfrm>
                <a:off x="1962" y="1833"/>
                <a:ext cx="248" cy="250"/>
              </a:xfrm>
              <a:custGeom>
                <a:avLst/>
                <a:gdLst>
                  <a:gd name="T0" fmla="*/ 0 w 1983"/>
                  <a:gd name="T1" fmla="*/ 0 h 2002"/>
                  <a:gd name="T2" fmla="*/ 0 w 1983"/>
                  <a:gd name="T3" fmla="*/ 0 h 2002"/>
                  <a:gd name="T4" fmla="*/ 0 w 1983"/>
                  <a:gd name="T5" fmla="*/ 0 h 2002"/>
                  <a:gd name="T6" fmla="*/ 0 w 1983"/>
                  <a:gd name="T7" fmla="*/ 0 h 2002"/>
                  <a:gd name="T8" fmla="*/ 0 60000 65536"/>
                  <a:gd name="T9" fmla="*/ 0 60000 65536"/>
                  <a:gd name="T10" fmla="*/ 0 60000 65536"/>
                  <a:gd name="T11" fmla="*/ 0 60000 65536"/>
                  <a:gd name="T12" fmla="*/ 0 w 1983"/>
                  <a:gd name="T13" fmla="*/ 0 h 2002"/>
                  <a:gd name="T14" fmla="*/ 1983 w 1983"/>
                  <a:gd name="T15" fmla="*/ 2002 h 2002"/>
                </a:gdLst>
                <a:ahLst/>
                <a:cxnLst>
                  <a:cxn ang="T8">
                    <a:pos x="T0" y="T1"/>
                  </a:cxn>
                  <a:cxn ang="T9">
                    <a:pos x="T2" y="T3"/>
                  </a:cxn>
                  <a:cxn ang="T10">
                    <a:pos x="T4" y="T5"/>
                  </a:cxn>
                  <a:cxn ang="T11">
                    <a:pos x="T6" y="T7"/>
                  </a:cxn>
                </a:cxnLst>
                <a:rect l="T12" t="T13" r="T14" b="T15"/>
                <a:pathLst>
                  <a:path w="1983" h="2002">
                    <a:moveTo>
                      <a:pt x="1983" y="0"/>
                    </a:moveTo>
                    <a:lnTo>
                      <a:pt x="0" y="0"/>
                    </a:lnTo>
                    <a:lnTo>
                      <a:pt x="0" y="2002"/>
                    </a:lnTo>
                    <a:lnTo>
                      <a:pt x="1983" y="0"/>
                    </a:lnTo>
                    <a:close/>
                  </a:path>
                </a:pathLst>
              </a:custGeom>
              <a:solidFill>
                <a:srgbClr val="FFFFFF"/>
              </a:solidFill>
              <a:ln w="0">
                <a:solidFill>
                  <a:srgbClr val="000000"/>
                </a:solidFill>
                <a:round/>
                <a:headEnd/>
                <a:tailEnd/>
              </a:ln>
            </p:spPr>
            <p:txBody>
              <a:bodyPr/>
              <a:lstStyle/>
              <a:p>
                <a:endParaRPr lang="pt-BR"/>
              </a:p>
            </p:txBody>
          </p:sp>
          <p:sp>
            <p:nvSpPr>
              <p:cNvPr id="49" name="Rectangle 845">
                <a:extLst>
                  <a:ext uri="{FF2B5EF4-FFF2-40B4-BE49-F238E27FC236}">
                    <a16:creationId xmlns:a16="http://schemas.microsoft.com/office/drawing/2014/main" id="{AEF74199-8A13-E5F1-8A82-3D833C55D7AA}"/>
                  </a:ext>
                </a:extLst>
              </p:cNvPr>
              <p:cNvSpPr>
                <a:spLocks noChangeArrowheads="1"/>
              </p:cNvSpPr>
              <p:nvPr/>
            </p:nvSpPr>
            <p:spPr bwMode="auto">
              <a:xfrm>
                <a:off x="2006" y="1877"/>
                <a:ext cx="153" cy="156"/>
              </a:xfrm>
              <a:prstGeom prst="rect">
                <a:avLst/>
              </a:prstGeom>
              <a:solidFill>
                <a:srgbClr val="FF0000"/>
              </a:solidFill>
              <a:ln w="0">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50" name="Freeform 846">
                <a:extLst>
                  <a:ext uri="{FF2B5EF4-FFF2-40B4-BE49-F238E27FC236}">
                    <a16:creationId xmlns:a16="http://schemas.microsoft.com/office/drawing/2014/main" id="{321A1C72-40AD-5277-4CBB-AAED3DD20B49}"/>
                  </a:ext>
                </a:extLst>
              </p:cNvPr>
              <p:cNvSpPr>
                <a:spLocks/>
              </p:cNvSpPr>
              <p:nvPr/>
            </p:nvSpPr>
            <p:spPr bwMode="auto">
              <a:xfrm>
                <a:off x="1962" y="2167"/>
                <a:ext cx="248" cy="249"/>
              </a:xfrm>
              <a:custGeom>
                <a:avLst/>
                <a:gdLst>
                  <a:gd name="T0" fmla="*/ 0 w 1983"/>
                  <a:gd name="T1" fmla="*/ 0 h 1994"/>
                  <a:gd name="T2" fmla="*/ 0 w 1983"/>
                  <a:gd name="T3" fmla="*/ 0 h 1994"/>
                  <a:gd name="T4" fmla="*/ 0 w 1983"/>
                  <a:gd name="T5" fmla="*/ 0 h 1994"/>
                  <a:gd name="T6" fmla="*/ 0 w 1983"/>
                  <a:gd name="T7" fmla="*/ 0 h 1994"/>
                  <a:gd name="T8" fmla="*/ 0 60000 65536"/>
                  <a:gd name="T9" fmla="*/ 0 60000 65536"/>
                  <a:gd name="T10" fmla="*/ 0 60000 65536"/>
                  <a:gd name="T11" fmla="*/ 0 60000 65536"/>
                  <a:gd name="T12" fmla="*/ 0 w 1983"/>
                  <a:gd name="T13" fmla="*/ 0 h 1994"/>
                  <a:gd name="T14" fmla="*/ 1983 w 1983"/>
                  <a:gd name="T15" fmla="*/ 1994 h 1994"/>
                </a:gdLst>
                <a:ahLst/>
                <a:cxnLst>
                  <a:cxn ang="T8">
                    <a:pos x="T0" y="T1"/>
                  </a:cxn>
                  <a:cxn ang="T9">
                    <a:pos x="T2" y="T3"/>
                  </a:cxn>
                  <a:cxn ang="T10">
                    <a:pos x="T4" y="T5"/>
                  </a:cxn>
                  <a:cxn ang="T11">
                    <a:pos x="T6" y="T7"/>
                  </a:cxn>
                </a:cxnLst>
                <a:rect l="T12" t="T13" r="T14" b="T15"/>
                <a:pathLst>
                  <a:path w="1983" h="1994">
                    <a:moveTo>
                      <a:pt x="1983" y="0"/>
                    </a:moveTo>
                    <a:lnTo>
                      <a:pt x="0" y="1994"/>
                    </a:lnTo>
                    <a:lnTo>
                      <a:pt x="1983" y="1994"/>
                    </a:lnTo>
                    <a:lnTo>
                      <a:pt x="198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 name="Freeform 847">
                <a:extLst>
                  <a:ext uri="{FF2B5EF4-FFF2-40B4-BE49-F238E27FC236}">
                    <a16:creationId xmlns:a16="http://schemas.microsoft.com/office/drawing/2014/main" id="{F8B090D1-49E5-F0C1-BDC0-EEF523279235}"/>
                  </a:ext>
                </a:extLst>
              </p:cNvPr>
              <p:cNvSpPr>
                <a:spLocks/>
              </p:cNvSpPr>
              <p:nvPr/>
            </p:nvSpPr>
            <p:spPr bwMode="auto">
              <a:xfrm>
                <a:off x="1962" y="2167"/>
                <a:ext cx="248" cy="249"/>
              </a:xfrm>
              <a:custGeom>
                <a:avLst/>
                <a:gdLst>
                  <a:gd name="T0" fmla="*/ 0 w 1983"/>
                  <a:gd name="T1" fmla="*/ 0 h 1994"/>
                  <a:gd name="T2" fmla="*/ 0 w 1983"/>
                  <a:gd name="T3" fmla="*/ 0 h 1994"/>
                  <a:gd name="T4" fmla="*/ 0 w 1983"/>
                  <a:gd name="T5" fmla="*/ 0 h 1994"/>
                  <a:gd name="T6" fmla="*/ 0 w 1983"/>
                  <a:gd name="T7" fmla="*/ 0 h 1994"/>
                  <a:gd name="T8" fmla="*/ 0 60000 65536"/>
                  <a:gd name="T9" fmla="*/ 0 60000 65536"/>
                  <a:gd name="T10" fmla="*/ 0 60000 65536"/>
                  <a:gd name="T11" fmla="*/ 0 60000 65536"/>
                  <a:gd name="T12" fmla="*/ 0 w 1983"/>
                  <a:gd name="T13" fmla="*/ 0 h 1994"/>
                  <a:gd name="T14" fmla="*/ 1983 w 1983"/>
                  <a:gd name="T15" fmla="*/ 1994 h 1994"/>
                </a:gdLst>
                <a:ahLst/>
                <a:cxnLst>
                  <a:cxn ang="T8">
                    <a:pos x="T0" y="T1"/>
                  </a:cxn>
                  <a:cxn ang="T9">
                    <a:pos x="T2" y="T3"/>
                  </a:cxn>
                  <a:cxn ang="T10">
                    <a:pos x="T4" y="T5"/>
                  </a:cxn>
                  <a:cxn ang="T11">
                    <a:pos x="T6" y="T7"/>
                  </a:cxn>
                </a:cxnLst>
                <a:rect l="T12" t="T13" r="T14" b="T15"/>
                <a:pathLst>
                  <a:path w="1983" h="1994">
                    <a:moveTo>
                      <a:pt x="1983" y="0"/>
                    </a:moveTo>
                    <a:lnTo>
                      <a:pt x="0" y="0"/>
                    </a:lnTo>
                    <a:lnTo>
                      <a:pt x="0" y="1994"/>
                    </a:lnTo>
                    <a:lnTo>
                      <a:pt x="1983" y="0"/>
                    </a:lnTo>
                    <a:close/>
                  </a:path>
                </a:pathLst>
              </a:custGeom>
              <a:solidFill>
                <a:srgbClr val="FFFFFF"/>
              </a:solidFill>
              <a:ln w="0">
                <a:solidFill>
                  <a:srgbClr val="000000"/>
                </a:solidFill>
                <a:round/>
                <a:headEnd/>
                <a:tailEnd/>
              </a:ln>
            </p:spPr>
            <p:txBody>
              <a:bodyPr/>
              <a:lstStyle/>
              <a:p>
                <a:endParaRPr lang="pt-BR"/>
              </a:p>
            </p:txBody>
          </p:sp>
          <p:sp>
            <p:nvSpPr>
              <p:cNvPr id="52" name="Rectangle 848">
                <a:extLst>
                  <a:ext uri="{FF2B5EF4-FFF2-40B4-BE49-F238E27FC236}">
                    <a16:creationId xmlns:a16="http://schemas.microsoft.com/office/drawing/2014/main" id="{9AD7BF01-8DFE-4279-C025-5F3881C315C4}"/>
                  </a:ext>
                </a:extLst>
              </p:cNvPr>
              <p:cNvSpPr>
                <a:spLocks noChangeArrowheads="1"/>
              </p:cNvSpPr>
              <p:nvPr/>
            </p:nvSpPr>
            <p:spPr bwMode="auto">
              <a:xfrm>
                <a:off x="2006" y="2211"/>
                <a:ext cx="153" cy="159"/>
              </a:xfrm>
              <a:prstGeom prst="rect">
                <a:avLst/>
              </a:prstGeom>
              <a:solidFill>
                <a:srgbClr val="FF0000"/>
              </a:solidFill>
              <a:ln w="0">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53" name="Freeform 849">
                <a:extLst>
                  <a:ext uri="{FF2B5EF4-FFF2-40B4-BE49-F238E27FC236}">
                    <a16:creationId xmlns:a16="http://schemas.microsoft.com/office/drawing/2014/main" id="{E0BF8D59-8DA8-E129-D739-A354E3CA3FFE}"/>
                  </a:ext>
                </a:extLst>
              </p:cNvPr>
              <p:cNvSpPr>
                <a:spLocks/>
              </p:cNvSpPr>
              <p:nvPr/>
            </p:nvSpPr>
            <p:spPr bwMode="auto">
              <a:xfrm>
                <a:off x="1963" y="2502"/>
                <a:ext cx="77" cy="81"/>
              </a:xfrm>
              <a:custGeom>
                <a:avLst/>
                <a:gdLst>
                  <a:gd name="T0" fmla="*/ 0 w 621"/>
                  <a:gd name="T1" fmla="*/ 0 h 646"/>
                  <a:gd name="T2" fmla="*/ 0 w 621"/>
                  <a:gd name="T3" fmla="*/ 0 h 646"/>
                  <a:gd name="T4" fmla="*/ 0 w 621"/>
                  <a:gd name="T5" fmla="*/ 0 h 646"/>
                  <a:gd name="T6" fmla="*/ 0 w 621"/>
                  <a:gd name="T7" fmla="*/ 0 h 646"/>
                  <a:gd name="T8" fmla="*/ 0 w 621"/>
                  <a:gd name="T9" fmla="*/ 0 h 646"/>
                  <a:gd name="T10" fmla="*/ 0 w 621"/>
                  <a:gd name="T11" fmla="*/ 0 h 646"/>
                  <a:gd name="T12" fmla="*/ 0 w 621"/>
                  <a:gd name="T13" fmla="*/ 0 h 646"/>
                  <a:gd name="T14" fmla="*/ 0 w 621"/>
                  <a:gd name="T15" fmla="*/ 0 h 646"/>
                  <a:gd name="T16" fmla="*/ 0 w 621"/>
                  <a:gd name="T17" fmla="*/ 0 h 646"/>
                  <a:gd name="T18" fmla="*/ 0 w 621"/>
                  <a:gd name="T19" fmla="*/ 0 h 646"/>
                  <a:gd name="T20" fmla="*/ 0 w 621"/>
                  <a:gd name="T21" fmla="*/ 0 h 646"/>
                  <a:gd name="T22" fmla="*/ 0 w 621"/>
                  <a:gd name="T23" fmla="*/ 0 h 6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1"/>
                  <a:gd name="T37" fmla="*/ 0 h 646"/>
                  <a:gd name="T38" fmla="*/ 621 w 621"/>
                  <a:gd name="T39" fmla="*/ 646 h 6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1" h="646">
                    <a:moveTo>
                      <a:pt x="307" y="0"/>
                    </a:moveTo>
                    <a:lnTo>
                      <a:pt x="485" y="62"/>
                    </a:lnTo>
                    <a:lnTo>
                      <a:pt x="614" y="220"/>
                    </a:lnTo>
                    <a:lnTo>
                      <a:pt x="621" y="353"/>
                    </a:lnTo>
                    <a:lnTo>
                      <a:pt x="570" y="524"/>
                    </a:lnTo>
                    <a:lnTo>
                      <a:pt x="395" y="646"/>
                    </a:lnTo>
                    <a:lnTo>
                      <a:pt x="228" y="646"/>
                    </a:lnTo>
                    <a:lnTo>
                      <a:pt x="49" y="524"/>
                    </a:lnTo>
                    <a:lnTo>
                      <a:pt x="0" y="317"/>
                    </a:lnTo>
                    <a:lnTo>
                      <a:pt x="49" y="141"/>
                    </a:lnTo>
                    <a:lnTo>
                      <a:pt x="228" y="16"/>
                    </a:lnTo>
                    <a:lnTo>
                      <a:pt x="30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 name="Freeform 850">
                <a:extLst>
                  <a:ext uri="{FF2B5EF4-FFF2-40B4-BE49-F238E27FC236}">
                    <a16:creationId xmlns:a16="http://schemas.microsoft.com/office/drawing/2014/main" id="{242D0FC6-7082-538C-8F56-8AA1E425CA78}"/>
                  </a:ext>
                </a:extLst>
              </p:cNvPr>
              <p:cNvSpPr>
                <a:spLocks/>
              </p:cNvSpPr>
              <p:nvPr/>
            </p:nvSpPr>
            <p:spPr bwMode="auto">
              <a:xfrm>
                <a:off x="1973" y="2514"/>
                <a:ext cx="39" cy="42"/>
              </a:xfrm>
              <a:custGeom>
                <a:avLst/>
                <a:gdLst>
                  <a:gd name="T0" fmla="*/ 0 w 314"/>
                  <a:gd name="T1" fmla="*/ 0 h 337"/>
                  <a:gd name="T2" fmla="*/ 0 w 314"/>
                  <a:gd name="T3" fmla="*/ 0 h 337"/>
                  <a:gd name="T4" fmla="*/ 0 w 314"/>
                  <a:gd name="T5" fmla="*/ 0 h 337"/>
                  <a:gd name="T6" fmla="*/ 0 w 314"/>
                  <a:gd name="T7" fmla="*/ 0 h 337"/>
                  <a:gd name="T8" fmla="*/ 0 w 314"/>
                  <a:gd name="T9" fmla="*/ 0 h 337"/>
                  <a:gd name="T10" fmla="*/ 0 w 314"/>
                  <a:gd name="T11" fmla="*/ 0 h 337"/>
                  <a:gd name="T12" fmla="*/ 0 60000 65536"/>
                  <a:gd name="T13" fmla="*/ 0 60000 65536"/>
                  <a:gd name="T14" fmla="*/ 0 60000 65536"/>
                  <a:gd name="T15" fmla="*/ 0 60000 65536"/>
                  <a:gd name="T16" fmla="*/ 0 60000 65536"/>
                  <a:gd name="T17" fmla="*/ 0 60000 65536"/>
                  <a:gd name="T18" fmla="*/ 0 w 314"/>
                  <a:gd name="T19" fmla="*/ 0 h 337"/>
                  <a:gd name="T20" fmla="*/ 314 w 314"/>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314" h="337">
                    <a:moveTo>
                      <a:pt x="154" y="0"/>
                    </a:moveTo>
                    <a:lnTo>
                      <a:pt x="314" y="155"/>
                    </a:lnTo>
                    <a:lnTo>
                      <a:pt x="203" y="337"/>
                    </a:lnTo>
                    <a:lnTo>
                      <a:pt x="37" y="286"/>
                    </a:lnTo>
                    <a:lnTo>
                      <a:pt x="0" y="155"/>
                    </a:lnTo>
                    <a:lnTo>
                      <a:pt x="154" y="0"/>
                    </a:lnTo>
                    <a:close/>
                  </a:path>
                </a:pathLst>
              </a:custGeom>
              <a:solidFill>
                <a:srgbClr val="FFFFFF"/>
              </a:solidFill>
              <a:ln w="0">
                <a:solidFill>
                  <a:srgbClr val="000000"/>
                </a:solidFill>
                <a:round/>
                <a:headEnd/>
                <a:tailEnd/>
              </a:ln>
            </p:spPr>
            <p:txBody>
              <a:bodyPr/>
              <a:lstStyle/>
              <a:p>
                <a:endParaRPr lang="pt-BR"/>
              </a:p>
            </p:txBody>
          </p:sp>
          <p:sp>
            <p:nvSpPr>
              <p:cNvPr id="55" name="Freeform 851">
                <a:extLst>
                  <a:ext uri="{FF2B5EF4-FFF2-40B4-BE49-F238E27FC236}">
                    <a16:creationId xmlns:a16="http://schemas.microsoft.com/office/drawing/2014/main" id="{3D3C4D6D-135B-BA4E-1689-2C889E583FAB}"/>
                  </a:ext>
                </a:extLst>
              </p:cNvPr>
              <p:cNvSpPr>
                <a:spLocks/>
              </p:cNvSpPr>
              <p:nvPr/>
            </p:nvSpPr>
            <p:spPr bwMode="auto">
              <a:xfrm>
                <a:off x="2128" y="2502"/>
                <a:ext cx="79" cy="81"/>
              </a:xfrm>
              <a:custGeom>
                <a:avLst/>
                <a:gdLst>
                  <a:gd name="T0" fmla="*/ 0 w 631"/>
                  <a:gd name="T1" fmla="*/ 0 h 646"/>
                  <a:gd name="T2" fmla="*/ 0 w 631"/>
                  <a:gd name="T3" fmla="*/ 0 h 646"/>
                  <a:gd name="T4" fmla="*/ 0 w 631"/>
                  <a:gd name="T5" fmla="*/ 0 h 646"/>
                  <a:gd name="T6" fmla="*/ 0 w 631"/>
                  <a:gd name="T7" fmla="*/ 0 h 646"/>
                  <a:gd name="T8" fmla="*/ 0 w 631"/>
                  <a:gd name="T9" fmla="*/ 0 h 646"/>
                  <a:gd name="T10" fmla="*/ 0 w 631"/>
                  <a:gd name="T11" fmla="*/ 0 h 646"/>
                  <a:gd name="T12" fmla="*/ 0 w 631"/>
                  <a:gd name="T13" fmla="*/ 0 h 646"/>
                  <a:gd name="T14" fmla="*/ 0 w 631"/>
                  <a:gd name="T15" fmla="*/ 0 h 646"/>
                  <a:gd name="T16" fmla="*/ 0 w 631"/>
                  <a:gd name="T17" fmla="*/ 0 h 646"/>
                  <a:gd name="T18" fmla="*/ 0 w 631"/>
                  <a:gd name="T19" fmla="*/ 0 h 646"/>
                  <a:gd name="T20" fmla="*/ 0 w 631"/>
                  <a:gd name="T21" fmla="*/ 0 h 646"/>
                  <a:gd name="T22" fmla="*/ 0 w 631"/>
                  <a:gd name="T23" fmla="*/ 0 h 6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1"/>
                  <a:gd name="T37" fmla="*/ 0 h 646"/>
                  <a:gd name="T38" fmla="*/ 631 w 631"/>
                  <a:gd name="T39" fmla="*/ 646 h 6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1" h="646">
                    <a:moveTo>
                      <a:pt x="317" y="0"/>
                    </a:moveTo>
                    <a:lnTo>
                      <a:pt x="493" y="62"/>
                    </a:lnTo>
                    <a:lnTo>
                      <a:pt x="617" y="220"/>
                    </a:lnTo>
                    <a:lnTo>
                      <a:pt x="631" y="353"/>
                    </a:lnTo>
                    <a:lnTo>
                      <a:pt x="580" y="524"/>
                    </a:lnTo>
                    <a:lnTo>
                      <a:pt x="405" y="646"/>
                    </a:lnTo>
                    <a:lnTo>
                      <a:pt x="216" y="646"/>
                    </a:lnTo>
                    <a:lnTo>
                      <a:pt x="59" y="524"/>
                    </a:lnTo>
                    <a:lnTo>
                      <a:pt x="0" y="317"/>
                    </a:lnTo>
                    <a:lnTo>
                      <a:pt x="59" y="141"/>
                    </a:lnTo>
                    <a:lnTo>
                      <a:pt x="216" y="16"/>
                    </a:lnTo>
                    <a:lnTo>
                      <a:pt x="3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 name="Freeform 852">
                <a:extLst>
                  <a:ext uri="{FF2B5EF4-FFF2-40B4-BE49-F238E27FC236}">
                    <a16:creationId xmlns:a16="http://schemas.microsoft.com/office/drawing/2014/main" id="{909AB90F-486D-CCC5-7CA8-7AFA612D9B0D}"/>
                  </a:ext>
                </a:extLst>
              </p:cNvPr>
              <p:cNvSpPr>
                <a:spLocks/>
              </p:cNvSpPr>
              <p:nvPr/>
            </p:nvSpPr>
            <p:spPr bwMode="auto">
              <a:xfrm>
                <a:off x="2139" y="2514"/>
                <a:ext cx="40" cy="42"/>
              </a:xfrm>
              <a:custGeom>
                <a:avLst/>
                <a:gdLst>
                  <a:gd name="T0" fmla="*/ 0 w 321"/>
                  <a:gd name="T1" fmla="*/ 0 h 337"/>
                  <a:gd name="T2" fmla="*/ 0 w 321"/>
                  <a:gd name="T3" fmla="*/ 0 h 337"/>
                  <a:gd name="T4" fmla="*/ 0 w 321"/>
                  <a:gd name="T5" fmla="*/ 0 h 337"/>
                  <a:gd name="T6" fmla="*/ 0 w 321"/>
                  <a:gd name="T7" fmla="*/ 0 h 337"/>
                  <a:gd name="T8" fmla="*/ 0 w 321"/>
                  <a:gd name="T9" fmla="*/ 0 h 337"/>
                  <a:gd name="T10" fmla="*/ 0 w 321"/>
                  <a:gd name="T11" fmla="*/ 0 h 337"/>
                  <a:gd name="T12" fmla="*/ 0 60000 65536"/>
                  <a:gd name="T13" fmla="*/ 0 60000 65536"/>
                  <a:gd name="T14" fmla="*/ 0 60000 65536"/>
                  <a:gd name="T15" fmla="*/ 0 60000 65536"/>
                  <a:gd name="T16" fmla="*/ 0 60000 65536"/>
                  <a:gd name="T17" fmla="*/ 0 60000 65536"/>
                  <a:gd name="T18" fmla="*/ 0 w 321"/>
                  <a:gd name="T19" fmla="*/ 0 h 337"/>
                  <a:gd name="T20" fmla="*/ 321 w 321"/>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321" h="337">
                    <a:moveTo>
                      <a:pt x="158" y="0"/>
                    </a:moveTo>
                    <a:lnTo>
                      <a:pt x="321" y="155"/>
                    </a:lnTo>
                    <a:lnTo>
                      <a:pt x="204" y="337"/>
                    </a:lnTo>
                    <a:lnTo>
                      <a:pt x="35" y="286"/>
                    </a:lnTo>
                    <a:lnTo>
                      <a:pt x="0" y="155"/>
                    </a:lnTo>
                    <a:lnTo>
                      <a:pt x="158" y="0"/>
                    </a:lnTo>
                    <a:close/>
                  </a:path>
                </a:pathLst>
              </a:custGeom>
              <a:solidFill>
                <a:srgbClr val="FFFFFF"/>
              </a:solidFill>
              <a:ln w="0">
                <a:solidFill>
                  <a:srgbClr val="000000"/>
                </a:solidFill>
                <a:round/>
                <a:headEnd/>
                <a:tailEnd/>
              </a:ln>
            </p:spPr>
            <p:txBody>
              <a:bodyPr/>
              <a:lstStyle/>
              <a:p>
                <a:endParaRPr lang="pt-BR"/>
              </a:p>
            </p:txBody>
          </p:sp>
          <p:sp>
            <p:nvSpPr>
              <p:cNvPr id="57" name="Freeform 853">
                <a:extLst>
                  <a:ext uri="{FF2B5EF4-FFF2-40B4-BE49-F238E27FC236}">
                    <a16:creationId xmlns:a16="http://schemas.microsoft.com/office/drawing/2014/main" id="{D91C35B2-2B18-B554-976F-78B91329F0AD}"/>
                  </a:ext>
                </a:extLst>
              </p:cNvPr>
              <p:cNvSpPr>
                <a:spLocks/>
              </p:cNvSpPr>
              <p:nvPr/>
            </p:nvSpPr>
            <p:spPr bwMode="auto">
              <a:xfrm>
                <a:off x="2251" y="1835"/>
                <a:ext cx="912" cy="336"/>
              </a:xfrm>
              <a:custGeom>
                <a:avLst/>
                <a:gdLst>
                  <a:gd name="T0" fmla="*/ 0 w 7298"/>
                  <a:gd name="T1" fmla="*/ 0 h 2689"/>
                  <a:gd name="T2" fmla="*/ 0 w 7298"/>
                  <a:gd name="T3" fmla="*/ 0 h 2689"/>
                  <a:gd name="T4" fmla="*/ 0 w 7298"/>
                  <a:gd name="T5" fmla="*/ 0 h 2689"/>
                  <a:gd name="T6" fmla="*/ 0 w 7298"/>
                  <a:gd name="T7" fmla="*/ 0 h 2689"/>
                  <a:gd name="T8" fmla="*/ 0 w 7298"/>
                  <a:gd name="T9" fmla="*/ 0 h 2689"/>
                  <a:gd name="T10" fmla="*/ 0 w 7298"/>
                  <a:gd name="T11" fmla="*/ 0 h 2689"/>
                  <a:gd name="T12" fmla="*/ 0 w 7298"/>
                  <a:gd name="T13" fmla="*/ 0 h 2689"/>
                  <a:gd name="T14" fmla="*/ 0 w 7298"/>
                  <a:gd name="T15" fmla="*/ 0 h 2689"/>
                  <a:gd name="T16" fmla="*/ 0 w 7298"/>
                  <a:gd name="T17" fmla="*/ 0 h 2689"/>
                  <a:gd name="T18" fmla="*/ 0 w 7298"/>
                  <a:gd name="T19" fmla="*/ 0 h 2689"/>
                  <a:gd name="T20" fmla="*/ 0 w 7298"/>
                  <a:gd name="T21" fmla="*/ 0 h 2689"/>
                  <a:gd name="T22" fmla="*/ 0 w 7298"/>
                  <a:gd name="T23" fmla="*/ 0 h 26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298"/>
                  <a:gd name="T37" fmla="*/ 0 h 2689"/>
                  <a:gd name="T38" fmla="*/ 7298 w 7298"/>
                  <a:gd name="T39" fmla="*/ 2689 h 268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298" h="2689">
                    <a:moveTo>
                      <a:pt x="0" y="1347"/>
                    </a:moveTo>
                    <a:lnTo>
                      <a:pt x="668" y="1347"/>
                    </a:lnTo>
                    <a:lnTo>
                      <a:pt x="668" y="2689"/>
                    </a:lnTo>
                    <a:lnTo>
                      <a:pt x="1994" y="2689"/>
                    </a:lnTo>
                    <a:lnTo>
                      <a:pt x="1994" y="1347"/>
                    </a:lnTo>
                    <a:lnTo>
                      <a:pt x="3305" y="1347"/>
                    </a:lnTo>
                    <a:lnTo>
                      <a:pt x="3305" y="2689"/>
                    </a:lnTo>
                    <a:lnTo>
                      <a:pt x="4633" y="2689"/>
                    </a:lnTo>
                    <a:lnTo>
                      <a:pt x="4633" y="1347"/>
                    </a:lnTo>
                    <a:lnTo>
                      <a:pt x="5973" y="1347"/>
                    </a:lnTo>
                    <a:lnTo>
                      <a:pt x="5973" y="0"/>
                    </a:lnTo>
                    <a:lnTo>
                      <a:pt x="7298"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grpSp>
    </p:spTree>
    <p:extLst>
      <p:ext uri="{BB962C8B-B14F-4D97-AF65-F5344CB8AC3E}">
        <p14:creationId xmlns:p14="http://schemas.microsoft.com/office/powerpoint/2010/main" val="4189863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8E5C0E72-2B56-FD47-B152-9E954D25CBBF}"/>
              </a:ext>
            </a:extLst>
          </p:cNvPr>
          <p:cNvSpPr>
            <a:spLocks noChangeArrowheads="1"/>
          </p:cNvSpPr>
          <p:nvPr/>
        </p:nvSpPr>
        <p:spPr bwMode="auto">
          <a:xfrm>
            <a:off x="2707196" y="4361942"/>
            <a:ext cx="1944687" cy="21590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5" name="Rectangle 8">
            <a:extLst>
              <a:ext uri="{FF2B5EF4-FFF2-40B4-BE49-F238E27FC236}">
                <a16:creationId xmlns:a16="http://schemas.microsoft.com/office/drawing/2014/main" id="{B6DC85CB-1D42-7942-982F-6B86449691D2}"/>
              </a:ext>
            </a:extLst>
          </p:cNvPr>
          <p:cNvSpPr>
            <a:spLocks noChangeArrowheads="1"/>
          </p:cNvSpPr>
          <p:nvPr/>
        </p:nvSpPr>
        <p:spPr bwMode="auto">
          <a:xfrm>
            <a:off x="2707196" y="4001580"/>
            <a:ext cx="1944687" cy="21590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6" name="Rectangle 9">
            <a:extLst>
              <a:ext uri="{FF2B5EF4-FFF2-40B4-BE49-F238E27FC236}">
                <a16:creationId xmlns:a16="http://schemas.microsoft.com/office/drawing/2014/main" id="{BA348CE0-9898-EF4E-9242-4CE982CE76C1}"/>
              </a:ext>
            </a:extLst>
          </p:cNvPr>
          <p:cNvSpPr>
            <a:spLocks noChangeArrowheads="1"/>
          </p:cNvSpPr>
          <p:nvPr/>
        </p:nvSpPr>
        <p:spPr bwMode="auto">
          <a:xfrm>
            <a:off x="2707196" y="3641217"/>
            <a:ext cx="1944687" cy="21590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7" name="Rectangle 10">
            <a:extLst>
              <a:ext uri="{FF2B5EF4-FFF2-40B4-BE49-F238E27FC236}">
                <a16:creationId xmlns:a16="http://schemas.microsoft.com/office/drawing/2014/main" id="{4F43046F-ED56-3643-9F38-963775CDFC0E}"/>
              </a:ext>
            </a:extLst>
          </p:cNvPr>
          <p:cNvSpPr>
            <a:spLocks noChangeArrowheads="1"/>
          </p:cNvSpPr>
          <p:nvPr/>
        </p:nvSpPr>
        <p:spPr bwMode="auto">
          <a:xfrm>
            <a:off x="2707196" y="3280855"/>
            <a:ext cx="1944687" cy="21590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8" name="Rectangle 11">
            <a:extLst>
              <a:ext uri="{FF2B5EF4-FFF2-40B4-BE49-F238E27FC236}">
                <a16:creationId xmlns:a16="http://schemas.microsoft.com/office/drawing/2014/main" id="{71FEC461-B2E3-0946-86F2-F59BB5995BB8}"/>
              </a:ext>
            </a:extLst>
          </p:cNvPr>
          <p:cNvSpPr>
            <a:spLocks noChangeArrowheads="1"/>
          </p:cNvSpPr>
          <p:nvPr/>
        </p:nvSpPr>
        <p:spPr bwMode="auto">
          <a:xfrm>
            <a:off x="2707196" y="2920492"/>
            <a:ext cx="1944687" cy="21590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9" name="AutoShape 12">
            <a:extLst>
              <a:ext uri="{FF2B5EF4-FFF2-40B4-BE49-F238E27FC236}">
                <a16:creationId xmlns:a16="http://schemas.microsoft.com/office/drawing/2014/main" id="{8B4D2E65-97D5-6941-80AF-CB2895CAD522}"/>
              </a:ext>
            </a:extLst>
          </p:cNvPr>
          <p:cNvSpPr>
            <a:spLocks noChangeArrowheads="1"/>
          </p:cNvSpPr>
          <p:nvPr/>
        </p:nvSpPr>
        <p:spPr bwMode="auto">
          <a:xfrm>
            <a:off x="4651883" y="5081080"/>
            <a:ext cx="5256213" cy="244475"/>
          </a:xfrm>
          <a:prstGeom prst="homePlate">
            <a:avLst>
              <a:gd name="adj" fmla="val 38919"/>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1000"/>
              <a:t>Processo  de Desenvolvimento de Produtos</a:t>
            </a:r>
          </a:p>
        </p:txBody>
      </p:sp>
      <p:sp>
        <p:nvSpPr>
          <p:cNvPr id="10" name="AutoShape 13">
            <a:extLst>
              <a:ext uri="{FF2B5EF4-FFF2-40B4-BE49-F238E27FC236}">
                <a16:creationId xmlns:a16="http://schemas.microsoft.com/office/drawing/2014/main" id="{41C87D55-C123-2D40-B946-E0EC972802CB}"/>
              </a:ext>
            </a:extLst>
          </p:cNvPr>
          <p:cNvSpPr>
            <a:spLocks noChangeArrowheads="1"/>
          </p:cNvSpPr>
          <p:nvPr/>
        </p:nvSpPr>
        <p:spPr bwMode="auto">
          <a:xfrm>
            <a:off x="4651883" y="5441442"/>
            <a:ext cx="5256213" cy="244475"/>
          </a:xfrm>
          <a:prstGeom prst="homePlate">
            <a:avLst>
              <a:gd name="adj" fmla="val 38919"/>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1000"/>
              <a:t>Processo  de comercialização</a:t>
            </a:r>
          </a:p>
        </p:txBody>
      </p:sp>
      <p:sp>
        <p:nvSpPr>
          <p:cNvPr id="11" name="AutoShape 14">
            <a:extLst>
              <a:ext uri="{FF2B5EF4-FFF2-40B4-BE49-F238E27FC236}">
                <a16:creationId xmlns:a16="http://schemas.microsoft.com/office/drawing/2014/main" id="{ABD84066-DEE1-684A-9B44-635DAE02681A}"/>
              </a:ext>
            </a:extLst>
          </p:cNvPr>
          <p:cNvSpPr>
            <a:spLocks noChangeArrowheads="1"/>
          </p:cNvSpPr>
          <p:nvPr/>
        </p:nvSpPr>
        <p:spPr bwMode="auto">
          <a:xfrm>
            <a:off x="4651883" y="4720717"/>
            <a:ext cx="5256213" cy="244475"/>
          </a:xfrm>
          <a:prstGeom prst="homePlate">
            <a:avLst>
              <a:gd name="adj" fmla="val 38919"/>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1000"/>
              <a:t>Processo  de gestão dos retornos</a:t>
            </a:r>
          </a:p>
        </p:txBody>
      </p:sp>
      <p:sp>
        <p:nvSpPr>
          <p:cNvPr id="12" name="AutoShape 15">
            <a:extLst>
              <a:ext uri="{FF2B5EF4-FFF2-40B4-BE49-F238E27FC236}">
                <a16:creationId xmlns:a16="http://schemas.microsoft.com/office/drawing/2014/main" id="{7E62BFDD-7E41-1246-9336-222CAF04F180}"/>
              </a:ext>
            </a:extLst>
          </p:cNvPr>
          <p:cNvSpPr>
            <a:spLocks noChangeArrowheads="1"/>
          </p:cNvSpPr>
          <p:nvPr/>
        </p:nvSpPr>
        <p:spPr bwMode="auto">
          <a:xfrm>
            <a:off x="4651883" y="4361942"/>
            <a:ext cx="5256213" cy="244475"/>
          </a:xfrm>
          <a:prstGeom prst="homePlate">
            <a:avLst>
              <a:gd name="adj" fmla="val 38919"/>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1000"/>
              <a:t>Processo  de relações com fornecedores</a:t>
            </a:r>
          </a:p>
        </p:txBody>
      </p:sp>
      <p:sp>
        <p:nvSpPr>
          <p:cNvPr id="13" name="AutoShape 16">
            <a:extLst>
              <a:ext uri="{FF2B5EF4-FFF2-40B4-BE49-F238E27FC236}">
                <a16:creationId xmlns:a16="http://schemas.microsoft.com/office/drawing/2014/main" id="{C027CD5E-2F48-3645-9C17-CE4DF26A501E}"/>
              </a:ext>
            </a:extLst>
          </p:cNvPr>
          <p:cNvSpPr>
            <a:spLocks noChangeArrowheads="1"/>
          </p:cNvSpPr>
          <p:nvPr/>
        </p:nvSpPr>
        <p:spPr bwMode="auto">
          <a:xfrm>
            <a:off x="4651883" y="4001580"/>
            <a:ext cx="5256213" cy="244475"/>
          </a:xfrm>
          <a:prstGeom prst="homePlate">
            <a:avLst>
              <a:gd name="adj" fmla="val 38919"/>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1000"/>
              <a:t>Processo  de manufatura</a:t>
            </a:r>
          </a:p>
        </p:txBody>
      </p:sp>
      <p:sp>
        <p:nvSpPr>
          <p:cNvPr id="14" name="AutoShape 17">
            <a:extLst>
              <a:ext uri="{FF2B5EF4-FFF2-40B4-BE49-F238E27FC236}">
                <a16:creationId xmlns:a16="http://schemas.microsoft.com/office/drawing/2014/main" id="{46D236DF-E6FD-484F-AFC5-A6751E114AC1}"/>
              </a:ext>
            </a:extLst>
          </p:cNvPr>
          <p:cNvSpPr>
            <a:spLocks noChangeArrowheads="1"/>
          </p:cNvSpPr>
          <p:nvPr/>
        </p:nvSpPr>
        <p:spPr bwMode="auto">
          <a:xfrm>
            <a:off x="4651883" y="3641217"/>
            <a:ext cx="5256213" cy="244475"/>
          </a:xfrm>
          <a:prstGeom prst="homePlate">
            <a:avLst>
              <a:gd name="adj" fmla="val 38919"/>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1000"/>
              <a:t>Processo de atendimento de pedidos</a:t>
            </a:r>
          </a:p>
        </p:txBody>
      </p:sp>
      <p:sp>
        <p:nvSpPr>
          <p:cNvPr id="15" name="AutoShape 18">
            <a:extLst>
              <a:ext uri="{FF2B5EF4-FFF2-40B4-BE49-F238E27FC236}">
                <a16:creationId xmlns:a16="http://schemas.microsoft.com/office/drawing/2014/main" id="{F0710658-6F20-2848-882F-61AF10EE6A37}"/>
              </a:ext>
            </a:extLst>
          </p:cNvPr>
          <p:cNvSpPr>
            <a:spLocks noChangeArrowheads="1"/>
          </p:cNvSpPr>
          <p:nvPr/>
        </p:nvSpPr>
        <p:spPr bwMode="auto">
          <a:xfrm>
            <a:off x="4651883" y="3280855"/>
            <a:ext cx="5256213" cy="244475"/>
          </a:xfrm>
          <a:prstGeom prst="homePlate">
            <a:avLst>
              <a:gd name="adj" fmla="val 38919"/>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1000"/>
              <a:t>Processo  de gestão da demanda</a:t>
            </a:r>
          </a:p>
        </p:txBody>
      </p:sp>
      <p:sp>
        <p:nvSpPr>
          <p:cNvPr id="16" name="AutoShape 19">
            <a:extLst>
              <a:ext uri="{FF2B5EF4-FFF2-40B4-BE49-F238E27FC236}">
                <a16:creationId xmlns:a16="http://schemas.microsoft.com/office/drawing/2014/main" id="{B9E95309-08F1-4A4A-9A84-5468F9C69DB8}"/>
              </a:ext>
            </a:extLst>
          </p:cNvPr>
          <p:cNvSpPr>
            <a:spLocks noChangeArrowheads="1"/>
          </p:cNvSpPr>
          <p:nvPr/>
        </p:nvSpPr>
        <p:spPr bwMode="auto">
          <a:xfrm>
            <a:off x="4651883" y="2920492"/>
            <a:ext cx="5256213" cy="244475"/>
          </a:xfrm>
          <a:prstGeom prst="homePlate">
            <a:avLst>
              <a:gd name="adj" fmla="val 38919"/>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1000"/>
              <a:t>Processo  de serviços aos clientes</a:t>
            </a:r>
          </a:p>
        </p:txBody>
      </p:sp>
      <p:sp>
        <p:nvSpPr>
          <p:cNvPr id="17" name="AutoShape 20">
            <a:extLst>
              <a:ext uri="{FF2B5EF4-FFF2-40B4-BE49-F238E27FC236}">
                <a16:creationId xmlns:a16="http://schemas.microsoft.com/office/drawing/2014/main" id="{23101263-91E0-3C49-809B-F77858C2AF43}"/>
              </a:ext>
            </a:extLst>
          </p:cNvPr>
          <p:cNvSpPr>
            <a:spLocks noChangeArrowheads="1"/>
          </p:cNvSpPr>
          <p:nvPr/>
        </p:nvSpPr>
        <p:spPr bwMode="auto">
          <a:xfrm>
            <a:off x="4651883" y="2561717"/>
            <a:ext cx="5256213" cy="244475"/>
          </a:xfrm>
          <a:prstGeom prst="homePlate">
            <a:avLst>
              <a:gd name="adj" fmla="val 38919"/>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1000"/>
              <a:t>Processo  de relações com os clientes</a:t>
            </a:r>
          </a:p>
        </p:txBody>
      </p:sp>
      <p:sp>
        <p:nvSpPr>
          <p:cNvPr id="18" name="AutoShape 21">
            <a:extLst>
              <a:ext uri="{FF2B5EF4-FFF2-40B4-BE49-F238E27FC236}">
                <a16:creationId xmlns:a16="http://schemas.microsoft.com/office/drawing/2014/main" id="{DFFC1621-3274-C44E-9602-641A416C8D19}"/>
              </a:ext>
            </a:extLst>
          </p:cNvPr>
          <p:cNvSpPr>
            <a:spLocks noChangeArrowheads="1"/>
          </p:cNvSpPr>
          <p:nvPr/>
        </p:nvSpPr>
        <p:spPr bwMode="auto">
          <a:xfrm>
            <a:off x="4721733" y="2993517"/>
            <a:ext cx="360363" cy="360363"/>
          </a:xfrm>
          <a:prstGeom prst="octagon">
            <a:avLst>
              <a:gd name="adj" fmla="val 29287"/>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19" name="AutoShape 22">
            <a:extLst>
              <a:ext uri="{FF2B5EF4-FFF2-40B4-BE49-F238E27FC236}">
                <a16:creationId xmlns:a16="http://schemas.microsoft.com/office/drawing/2014/main" id="{E45976F1-D020-5F4D-B07D-1A88A6A35350}"/>
              </a:ext>
            </a:extLst>
          </p:cNvPr>
          <p:cNvSpPr>
            <a:spLocks noChangeArrowheads="1"/>
          </p:cNvSpPr>
          <p:nvPr/>
        </p:nvSpPr>
        <p:spPr bwMode="auto">
          <a:xfrm>
            <a:off x="5082096" y="3498342"/>
            <a:ext cx="360362" cy="360363"/>
          </a:xfrm>
          <a:prstGeom prst="octagon">
            <a:avLst>
              <a:gd name="adj" fmla="val 29287"/>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20" name="AutoShape 23">
            <a:extLst>
              <a:ext uri="{FF2B5EF4-FFF2-40B4-BE49-F238E27FC236}">
                <a16:creationId xmlns:a16="http://schemas.microsoft.com/office/drawing/2014/main" id="{52FCB474-EFD7-A443-BFEB-7AC2D3DE0ED9}"/>
              </a:ext>
            </a:extLst>
          </p:cNvPr>
          <p:cNvSpPr>
            <a:spLocks noChangeArrowheads="1"/>
          </p:cNvSpPr>
          <p:nvPr/>
        </p:nvSpPr>
        <p:spPr bwMode="auto">
          <a:xfrm>
            <a:off x="4721733" y="3930142"/>
            <a:ext cx="360363" cy="360363"/>
          </a:xfrm>
          <a:prstGeom prst="octagon">
            <a:avLst>
              <a:gd name="adj" fmla="val 29287"/>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21" name="AutoShape 24">
            <a:extLst>
              <a:ext uri="{FF2B5EF4-FFF2-40B4-BE49-F238E27FC236}">
                <a16:creationId xmlns:a16="http://schemas.microsoft.com/office/drawing/2014/main" id="{CD73E1CC-8352-DB49-B280-AF430F22A720}"/>
              </a:ext>
            </a:extLst>
          </p:cNvPr>
          <p:cNvSpPr>
            <a:spLocks noChangeArrowheads="1"/>
          </p:cNvSpPr>
          <p:nvPr/>
        </p:nvSpPr>
        <p:spPr bwMode="auto">
          <a:xfrm>
            <a:off x="5153533" y="4290505"/>
            <a:ext cx="360363" cy="360362"/>
          </a:xfrm>
          <a:prstGeom prst="octagon">
            <a:avLst>
              <a:gd name="adj" fmla="val 29287"/>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22" name="AutoShape 25">
            <a:extLst>
              <a:ext uri="{FF2B5EF4-FFF2-40B4-BE49-F238E27FC236}">
                <a16:creationId xmlns:a16="http://schemas.microsoft.com/office/drawing/2014/main" id="{2038D4B1-D7B6-EE4E-93B4-67C56DDAD05E}"/>
              </a:ext>
            </a:extLst>
          </p:cNvPr>
          <p:cNvSpPr>
            <a:spLocks noChangeArrowheads="1"/>
          </p:cNvSpPr>
          <p:nvPr/>
        </p:nvSpPr>
        <p:spPr bwMode="auto">
          <a:xfrm>
            <a:off x="4866196" y="2706180"/>
            <a:ext cx="144462" cy="144462"/>
          </a:xfrm>
          <a:prstGeom prst="octagon">
            <a:avLst>
              <a:gd name="adj" fmla="val 29287"/>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23" name="AutoShape 26">
            <a:extLst>
              <a:ext uri="{FF2B5EF4-FFF2-40B4-BE49-F238E27FC236}">
                <a16:creationId xmlns:a16="http://schemas.microsoft.com/office/drawing/2014/main" id="{8AAC1F5B-189B-A14A-BCB6-1660525DDA35}"/>
              </a:ext>
            </a:extLst>
          </p:cNvPr>
          <p:cNvSpPr>
            <a:spLocks noChangeArrowheads="1"/>
          </p:cNvSpPr>
          <p:nvPr/>
        </p:nvSpPr>
        <p:spPr bwMode="auto">
          <a:xfrm>
            <a:off x="5082096" y="2561717"/>
            <a:ext cx="144462" cy="144463"/>
          </a:xfrm>
          <a:prstGeom prst="octagon">
            <a:avLst>
              <a:gd name="adj" fmla="val 29287"/>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24" name="AutoShape 27">
            <a:extLst>
              <a:ext uri="{FF2B5EF4-FFF2-40B4-BE49-F238E27FC236}">
                <a16:creationId xmlns:a16="http://schemas.microsoft.com/office/drawing/2014/main" id="{98B4131D-739C-8941-9B9D-9D37D7CF6865}"/>
              </a:ext>
            </a:extLst>
          </p:cNvPr>
          <p:cNvSpPr>
            <a:spLocks noChangeArrowheads="1"/>
          </p:cNvSpPr>
          <p:nvPr/>
        </p:nvSpPr>
        <p:spPr bwMode="auto">
          <a:xfrm>
            <a:off x="5224971" y="2706180"/>
            <a:ext cx="144462" cy="144462"/>
          </a:xfrm>
          <a:prstGeom prst="octagon">
            <a:avLst>
              <a:gd name="adj" fmla="val 29287"/>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25" name="AutoShape 28">
            <a:extLst>
              <a:ext uri="{FF2B5EF4-FFF2-40B4-BE49-F238E27FC236}">
                <a16:creationId xmlns:a16="http://schemas.microsoft.com/office/drawing/2014/main" id="{ED1E477F-5125-5A4B-B3C2-1186D07D0C74}"/>
              </a:ext>
            </a:extLst>
          </p:cNvPr>
          <p:cNvSpPr>
            <a:spLocks noChangeArrowheads="1"/>
          </p:cNvSpPr>
          <p:nvPr/>
        </p:nvSpPr>
        <p:spPr bwMode="auto">
          <a:xfrm>
            <a:off x="5082096" y="2922080"/>
            <a:ext cx="144462" cy="144462"/>
          </a:xfrm>
          <a:prstGeom prst="octagon">
            <a:avLst>
              <a:gd name="adj" fmla="val 29287"/>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26" name="Line 29">
            <a:extLst>
              <a:ext uri="{FF2B5EF4-FFF2-40B4-BE49-F238E27FC236}">
                <a16:creationId xmlns:a16="http://schemas.microsoft.com/office/drawing/2014/main" id="{03600DF8-9B28-364C-B05F-001CA09767CE}"/>
              </a:ext>
            </a:extLst>
          </p:cNvPr>
          <p:cNvSpPr>
            <a:spLocks noChangeShapeType="1"/>
          </p:cNvSpPr>
          <p:nvPr/>
        </p:nvSpPr>
        <p:spPr bwMode="auto">
          <a:xfrm flipV="1">
            <a:off x="4937633" y="2850642"/>
            <a:ext cx="0" cy="142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7" name="Line 30">
            <a:extLst>
              <a:ext uri="{FF2B5EF4-FFF2-40B4-BE49-F238E27FC236}">
                <a16:creationId xmlns:a16="http://schemas.microsoft.com/office/drawing/2014/main" id="{C7D1EE7B-6980-214B-A6A8-A9DB54480D91}"/>
              </a:ext>
            </a:extLst>
          </p:cNvPr>
          <p:cNvSpPr>
            <a:spLocks noChangeShapeType="1"/>
          </p:cNvSpPr>
          <p:nvPr/>
        </p:nvSpPr>
        <p:spPr bwMode="auto">
          <a:xfrm flipV="1">
            <a:off x="5009071" y="2634742"/>
            <a:ext cx="73025" cy="714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8" name="Line 31">
            <a:extLst>
              <a:ext uri="{FF2B5EF4-FFF2-40B4-BE49-F238E27FC236}">
                <a16:creationId xmlns:a16="http://schemas.microsoft.com/office/drawing/2014/main" id="{6F0C5B46-577D-AE47-8BE1-5612D3E00ED1}"/>
              </a:ext>
            </a:extLst>
          </p:cNvPr>
          <p:cNvSpPr>
            <a:spLocks noChangeShapeType="1"/>
          </p:cNvSpPr>
          <p:nvPr/>
        </p:nvSpPr>
        <p:spPr bwMode="auto">
          <a:xfrm>
            <a:off x="5224971" y="270618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9" name="Line 32">
            <a:extLst>
              <a:ext uri="{FF2B5EF4-FFF2-40B4-BE49-F238E27FC236}">
                <a16:creationId xmlns:a16="http://schemas.microsoft.com/office/drawing/2014/main" id="{36D7659E-8F32-EC44-9B40-87CF20695BB5}"/>
              </a:ext>
            </a:extLst>
          </p:cNvPr>
          <p:cNvSpPr>
            <a:spLocks noChangeShapeType="1"/>
          </p:cNvSpPr>
          <p:nvPr/>
        </p:nvSpPr>
        <p:spPr bwMode="auto">
          <a:xfrm>
            <a:off x="5224971" y="2634742"/>
            <a:ext cx="73025" cy="714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0" name="Line 33">
            <a:extLst>
              <a:ext uri="{FF2B5EF4-FFF2-40B4-BE49-F238E27FC236}">
                <a16:creationId xmlns:a16="http://schemas.microsoft.com/office/drawing/2014/main" id="{463CAF5F-96B5-8B48-A4C8-0E1422989D28}"/>
              </a:ext>
            </a:extLst>
          </p:cNvPr>
          <p:cNvSpPr>
            <a:spLocks noChangeShapeType="1"/>
          </p:cNvSpPr>
          <p:nvPr/>
        </p:nvSpPr>
        <p:spPr bwMode="auto">
          <a:xfrm flipH="1">
            <a:off x="5224971" y="2850642"/>
            <a:ext cx="73025" cy="142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1" name="Line 34">
            <a:extLst>
              <a:ext uri="{FF2B5EF4-FFF2-40B4-BE49-F238E27FC236}">
                <a16:creationId xmlns:a16="http://schemas.microsoft.com/office/drawing/2014/main" id="{DCAD00F4-BEE2-594E-A436-1CB770989E66}"/>
              </a:ext>
            </a:extLst>
          </p:cNvPr>
          <p:cNvSpPr>
            <a:spLocks noChangeShapeType="1"/>
          </p:cNvSpPr>
          <p:nvPr/>
        </p:nvSpPr>
        <p:spPr bwMode="auto">
          <a:xfrm flipH="1">
            <a:off x="5082096" y="3066542"/>
            <a:ext cx="71437" cy="714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 name="Line 35">
            <a:extLst>
              <a:ext uri="{FF2B5EF4-FFF2-40B4-BE49-F238E27FC236}">
                <a16:creationId xmlns:a16="http://schemas.microsoft.com/office/drawing/2014/main" id="{2C3481CD-E526-064A-92C9-FC18C06C53DC}"/>
              </a:ext>
            </a:extLst>
          </p:cNvPr>
          <p:cNvSpPr>
            <a:spLocks noChangeShapeType="1"/>
          </p:cNvSpPr>
          <p:nvPr/>
        </p:nvSpPr>
        <p:spPr bwMode="auto">
          <a:xfrm>
            <a:off x="5009071" y="3353880"/>
            <a:ext cx="144462" cy="1444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33" name="Line 36">
            <a:extLst>
              <a:ext uri="{FF2B5EF4-FFF2-40B4-BE49-F238E27FC236}">
                <a16:creationId xmlns:a16="http://schemas.microsoft.com/office/drawing/2014/main" id="{CE4E0D4A-6B79-6748-AA1A-A918A434CFD9}"/>
              </a:ext>
            </a:extLst>
          </p:cNvPr>
          <p:cNvSpPr>
            <a:spLocks noChangeShapeType="1"/>
          </p:cNvSpPr>
          <p:nvPr/>
        </p:nvSpPr>
        <p:spPr bwMode="auto">
          <a:xfrm flipH="1">
            <a:off x="5082096" y="3858705"/>
            <a:ext cx="142875"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34" name="Line 37">
            <a:extLst>
              <a:ext uri="{FF2B5EF4-FFF2-40B4-BE49-F238E27FC236}">
                <a16:creationId xmlns:a16="http://schemas.microsoft.com/office/drawing/2014/main" id="{6CFCD187-B132-0046-B1CA-FC46172D8AB1}"/>
              </a:ext>
            </a:extLst>
          </p:cNvPr>
          <p:cNvSpPr>
            <a:spLocks noChangeShapeType="1"/>
          </p:cNvSpPr>
          <p:nvPr/>
        </p:nvSpPr>
        <p:spPr bwMode="auto">
          <a:xfrm>
            <a:off x="5082096" y="4146042"/>
            <a:ext cx="144462" cy="1444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35" name="Line 38">
            <a:extLst>
              <a:ext uri="{FF2B5EF4-FFF2-40B4-BE49-F238E27FC236}">
                <a16:creationId xmlns:a16="http://schemas.microsoft.com/office/drawing/2014/main" id="{B82BE137-F935-F14A-9743-CD31A59FE58B}"/>
              </a:ext>
            </a:extLst>
          </p:cNvPr>
          <p:cNvSpPr>
            <a:spLocks noChangeShapeType="1"/>
          </p:cNvSpPr>
          <p:nvPr/>
        </p:nvSpPr>
        <p:spPr bwMode="auto">
          <a:xfrm>
            <a:off x="4866196" y="3353880"/>
            <a:ext cx="215900" cy="217487"/>
          </a:xfrm>
          <a:prstGeom prst="line">
            <a:avLst/>
          </a:prstGeom>
          <a:noFill/>
          <a:ln w="9525">
            <a:solidFill>
              <a:schemeClr val="tx1"/>
            </a:solidFill>
            <a:prstDash val="sysDot"/>
            <a:round/>
            <a:headEnd type="triangle" w="med" len="med"/>
            <a:tailEnd/>
          </a:ln>
          <a:extLst>
            <a:ext uri="{909E8E84-426E-40DD-AFC4-6F175D3DCCD1}">
              <a14:hiddenFill xmlns:a14="http://schemas.microsoft.com/office/drawing/2010/main">
                <a:noFill/>
              </a14:hiddenFill>
            </a:ext>
          </a:extLst>
        </p:spPr>
        <p:txBody>
          <a:bodyPr/>
          <a:lstStyle/>
          <a:p>
            <a:endParaRPr lang="pt-BR"/>
          </a:p>
        </p:txBody>
      </p:sp>
      <p:sp>
        <p:nvSpPr>
          <p:cNvPr id="36" name="Line 39">
            <a:extLst>
              <a:ext uri="{FF2B5EF4-FFF2-40B4-BE49-F238E27FC236}">
                <a16:creationId xmlns:a16="http://schemas.microsoft.com/office/drawing/2014/main" id="{8AC117BB-D19E-054C-983D-8C526ECC4CEF}"/>
              </a:ext>
            </a:extLst>
          </p:cNvPr>
          <p:cNvSpPr>
            <a:spLocks noChangeShapeType="1"/>
          </p:cNvSpPr>
          <p:nvPr/>
        </p:nvSpPr>
        <p:spPr bwMode="auto">
          <a:xfrm flipH="1">
            <a:off x="5009071" y="3785680"/>
            <a:ext cx="142875" cy="215900"/>
          </a:xfrm>
          <a:prstGeom prst="line">
            <a:avLst/>
          </a:prstGeom>
          <a:noFill/>
          <a:ln w="9525">
            <a:solidFill>
              <a:schemeClr val="tx1"/>
            </a:solidFill>
            <a:prstDash val="sysDot"/>
            <a:round/>
            <a:headEnd type="triangle" w="med" len="med"/>
            <a:tailEnd/>
          </a:ln>
          <a:extLst>
            <a:ext uri="{909E8E84-426E-40DD-AFC4-6F175D3DCCD1}">
              <a14:hiddenFill xmlns:a14="http://schemas.microsoft.com/office/drawing/2010/main">
                <a:noFill/>
              </a14:hiddenFill>
            </a:ext>
          </a:extLst>
        </p:spPr>
        <p:txBody>
          <a:bodyPr/>
          <a:lstStyle/>
          <a:p>
            <a:endParaRPr lang="pt-BR"/>
          </a:p>
        </p:txBody>
      </p:sp>
      <p:sp>
        <p:nvSpPr>
          <p:cNvPr id="37" name="Line 40">
            <a:extLst>
              <a:ext uri="{FF2B5EF4-FFF2-40B4-BE49-F238E27FC236}">
                <a16:creationId xmlns:a16="http://schemas.microsoft.com/office/drawing/2014/main" id="{349F28CC-75E6-9E45-885E-EFD6CAEA9BC7}"/>
              </a:ext>
            </a:extLst>
          </p:cNvPr>
          <p:cNvSpPr>
            <a:spLocks noChangeShapeType="1"/>
          </p:cNvSpPr>
          <p:nvPr/>
        </p:nvSpPr>
        <p:spPr bwMode="auto">
          <a:xfrm>
            <a:off x="5009071" y="4290505"/>
            <a:ext cx="144462" cy="144462"/>
          </a:xfrm>
          <a:prstGeom prst="line">
            <a:avLst/>
          </a:prstGeom>
          <a:noFill/>
          <a:ln w="9525">
            <a:solidFill>
              <a:schemeClr val="tx1"/>
            </a:solidFill>
            <a:prstDash val="sysDot"/>
            <a:round/>
            <a:headEnd type="triangle" w="med" len="med"/>
            <a:tailEnd/>
          </a:ln>
          <a:extLst>
            <a:ext uri="{909E8E84-426E-40DD-AFC4-6F175D3DCCD1}">
              <a14:hiddenFill xmlns:a14="http://schemas.microsoft.com/office/drawing/2010/main">
                <a:noFill/>
              </a14:hiddenFill>
            </a:ext>
          </a:extLst>
        </p:spPr>
        <p:txBody>
          <a:bodyPr/>
          <a:lstStyle/>
          <a:p>
            <a:endParaRPr lang="pt-BR"/>
          </a:p>
        </p:txBody>
      </p:sp>
      <p:sp>
        <p:nvSpPr>
          <p:cNvPr id="38" name="Rectangle 41">
            <a:extLst>
              <a:ext uri="{FF2B5EF4-FFF2-40B4-BE49-F238E27FC236}">
                <a16:creationId xmlns:a16="http://schemas.microsoft.com/office/drawing/2014/main" id="{814DF347-A49A-F740-A9C3-8AE9A0BB6F9D}"/>
              </a:ext>
            </a:extLst>
          </p:cNvPr>
          <p:cNvSpPr>
            <a:spLocks noChangeArrowheads="1"/>
          </p:cNvSpPr>
          <p:nvPr/>
        </p:nvSpPr>
        <p:spPr bwMode="auto">
          <a:xfrm>
            <a:off x="4650296" y="1983867"/>
            <a:ext cx="1223962" cy="3817938"/>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39" name="Rectangle 42">
            <a:extLst>
              <a:ext uri="{FF2B5EF4-FFF2-40B4-BE49-F238E27FC236}">
                <a16:creationId xmlns:a16="http://schemas.microsoft.com/office/drawing/2014/main" id="{D8624F9F-1C2D-F94D-8C23-92649994267C}"/>
              </a:ext>
            </a:extLst>
          </p:cNvPr>
          <p:cNvSpPr>
            <a:spLocks noChangeArrowheads="1"/>
          </p:cNvSpPr>
          <p:nvPr/>
        </p:nvSpPr>
        <p:spPr bwMode="auto">
          <a:xfrm>
            <a:off x="8682546" y="1983867"/>
            <a:ext cx="1223962" cy="3817938"/>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40" name="Oval 43">
            <a:extLst>
              <a:ext uri="{FF2B5EF4-FFF2-40B4-BE49-F238E27FC236}">
                <a16:creationId xmlns:a16="http://schemas.microsoft.com/office/drawing/2014/main" id="{0C69CF72-9E83-E04A-9BEE-CF7FA75A4DAA}"/>
              </a:ext>
            </a:extLst>
          </p:cNvPr>
          <p:cNvSpPr>
            <a:spLocks noChangeArrowheads="1"/>
          </p:cNvSpPr>
          <p:nvPr/>
        </p:nvSpPr>
        <p:spPr bwMode="auto">
          <a:xfrm>
            <a:off x="8898446" y="2991930"/>
            <a:ext cx="433387" cy="4318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41" name="Oval 44">
            <a:extLst>
              <a:ext uri="{FF2B5EF4-FFF2-40B4-BE49-F238E27FC236}">
                <a16:creationId xmlns:a16="http://schemas.microsoft.com/office/drawing/2014/main" id="{B98B9999-DC60-D341-975B-CD6BCB4BE3DA}"/>
              </a:ext>
            </a:extLst>
          </p:cNvPr>
          <p:cNvSpPr>
            <a:spLocks noChangeArrowheads="1"/>
          </p:cNvSpPr>
          <p:nvPr/>
        </p:nvSpPr>
        <p:spPr bwMode="auto">
          <a:xfrm>
            <a:off x="8898446" y="3784092"/>
            <a:ext cx="433387" cy="4318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42" name="Oval 45">
            <a:extLst>
              <a:ext uri="{FF2B5EF4-FFF2-40B4-BE49-F238E27FC236}">
                <a16:creationId xmlns:a16="http://schemas.microsoft.com/office/drawing/2014/main" id="{460562DB-697C-764B-80AB-18E750924FB2}"/>
              </a:ext>
            </a:extLst>
          </p:cNvPr>
          <p:cNvSpPr>
            <a:spLocks noChangeArrowheads="1"/>
          </p:cNvSpPr>
          <p:nvPr/>
        </p:nvSpPr>
        <p:spPr bwMode="auto">
          <a:xfrm>
            <a:off x="9474708" y="2776030"/>
            <a:ext cx="215900" cy="2159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43" name="Oval 46">
            <a:extLst>
              <a:ext uri="{FF2B5EF4-FFF2-40B4-BE49-F238E27FC236}">
                <a16:creationId xmlns:a16="http://schemas.microsoft.com/office/drawing/2014/main" id="{D9843ECB-AF7C-B24D-B110-6E6C1DD9E9C2}"/>
              </a:ext>
            </a:extLst>
          </p:cNvPr>
          <p:cNvSpPr>
            <a:spLocks noChangeArrowheads="1"/>
          </p:cNvSpPr>
          <p:nvPr/>
        </p:nvSpPr>
        <p:spPr bwMode="auto">
          <a:xfrm>
            <a:off x="9474708" y="3495167"/>
            <a:ext cx="215900" cy="2159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44" name="Oval 47">
            <a:extLst>
              <a:ext uri="{FF2B5EF4-FFF2-40B4-BE49-F238E27FC236}">
                <a16:creationId xmlns:a16="http://schemas.microsoft.com/office/drawing/2014/main" id="{6E798A64-EC1E-724B-B9BE-BB4BC251B2B7}"/>
              </a:ext>
            </a:extLst>
          </p:cNvPr>
          <p:cNvSpPr>
            <a:spLocks noChangeArrowheads="1"/>
          </p:cNvSpPr>
          <p:nvPr/>
        </p:nvSpPr>
        <p:spPr bwMode="auto">
          <a:xfrm>
            <a:off x="9474708" y="4144455"/>
            <a:ext cx="215900" cy="2159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45" name="Line 48">
            <a:extLst>
              <a:ext uri="{FF2B5EF4-FFF2-40B4-BE49-F238E27FC236}">
                <a16:creationId xmlns:a16="http://schemas.microsoft.com/office/drawing/2014/main" id="{C4E0E2C9-AC25-C145-BCFA-958DB147F849}"/>
              </a:ext>
            </a:extLst>
          </p:cNvPr>
          <p:cNvSpPr>
            <a:spLocks noChangeShapeType="1"/>
          </p:cNvSpPr>
          <p:nvPr/>
        </p:nvSpPr>
        <p:spPr bwMode="auto">
          <a:xfrm flipV="1">
            <a:off x="9257221" y="2918905"/>
            <a:ext cx="217487" cy="1444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46" name="Line 49">
            <a:extLst>
              <a:ext uri="{FF2B5EF4-FFF2-40B4-BE49-F238E27FC236}">
                <a16:creationId xmlns:a16="http://schemas.microsoft.com/office/drawing/2014/main" id="{B38B8285-73CC-2544-A5A8-00570902DFDA}"/>
              </a:ext>
            </a:extLst>
          </p:cNvPr>
          <p:cNvSpPr>
            <a:spLocks noChangeShapeType="1"/>
          </p:cNvSpPr>
          <p:nvPr/>
        </p:nvSpPr>
        <p:spPr bwMode="auto">
          <a:xfrm flipV="1">
            <a:off x="9330246" y="2991930"/>
            <a:ext cx="217487" cy="144462"/>
          </a:xfrm>
          <a:prstGeom prst="line">
            <a:avLst/>
          </a:prstGeom>
          <a:noFill/>
          <a:ln w="9525">
            <a:solidFill>
              <a:schemeClr val="tx1"/>
            </a:solidFill>
            <a:prstDash val="sysDot"/>
            <a:round/>
            <a:headEnd type="triangle" w="med" len="med"/>
            <a:tailEnd/>
          </a:ln>
          <a:extLst>
            <a:ext uri="{909E8E84-426E-40DD-AFC4-6F175D3DCCD1}">
              <a14:hiddenFill xmlns:a14="http://schemas.microsoft.com/office/drawing/2010/main">
                <a:noFill/>
              </a14:hiddenFill>
            </a:ext>
          </a:extLst>
        </p:spPr>
        <p:txBody>
          <a:bodyPr/>
          <a:lstStyle/>
          <a:p>
            <a:endParaRPr lang="pt-BR"/>
          </a:p>
        </p:txBody>
      </p:sp>
      <p:sp>
        <p:nvSpPr>
          <p:cNvPr id="47" name="Line 50">
            <a:extLst>
              <a:ext uri="{FF2B5EF4-FFF2-40B4-BE49-F238E27FC236}">
                <a16:creationId xmlns:a16="http://schemas.microsoft.com/office/drawing/2014/main" id="{514488CB-8B9C-6C4F-A4D8-EF0736119CAA}"/>
              </a:ext>
            </a:extLst>
          </p:cNvPr>
          <p:cNvSpPr>
            <a:spLocks noChangeShapeType="1"/>
          </p:cNvSpPr>
          <p:nvPr/>
        </p:nvSpPr>
        <p:spPr bwMode="auto">
          <a:xfrm>
            <a:off x="9330246" y="3279267"/>
            <a:ext cx="215900"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48" name="Line 51">
            <a:extLst>
              <a:ext uri="{FF2B5EF4-FFF2-40B4-BE49-F238E27FC236}">
                <a16:creationId xmlns:a16="http://schemas.microsoft.com/office/drawing/2014/main" id="{69705A07-5FB4-C74B-8B26-7A1972382536}"/>
              </a:ext>
            </a:extLst>
          </p:cNvPr>
          <p:cNvSpPr>
            <a:spLocks noChangeShapeType="1"/>
          </p:cNvSpPr>
          <p:nvPr/>
        </p:nvSpPr>
        <p:spPr bwMode="auto">
          <a:xfrm>
            <a:off x="9257221" y="3352292"/>
            <a:ext cx="215900" cy="215900"/>
          </a:xfrm>
          <a:prstGeom prst="line">
            <a:avLst/>
          </a:prstGeom>
          <a:noFill/>
          <a:ln w="9525">
            <a:solidFill>
              <a:schemeClr val="tx1"/>
            </a:solidFill>
            <a:prstDash val="sysDot"/>
            <a:round/>
            <a:headEnd type="triangle" w="med" len="med"/>
            <a:tailEnd/>
          </a:ln>
          <a:extLst>
            <a:ext uri="{909E8E84-426E-40DD-AFC4-6F175D3DCCD1}">
              <a14:hiddenFill xmlns:a14="http://schemas.microsoft.com/office/drawing/2010/main">
                <a:noFill/>
              </a14:hiddenFill>
            </a:ext>
          </a:extLst>
        </p:spPr>
        <p:txBody>
          <a:bodyPr/>
          <a:lstStyle/>
          <a:p>
            <a:endParaRPr lang="pt-BR"/>
          </a:p>
        </p:txBody>
      </p:sp>
      <p:sp>
        <p:nvSpPr>
          <p:cNvPr id="49" name="Line 52">
            <a:extLst>
              <a:ext uri="{FF2B5EF4-FFF2-40B4-BE49-F238E27FC236}">
                <a16:creationId xmlns:a16="http://schemas.microsoft.com/office/drawing/2014/main" id="{71316A75-D7A8-574F-BDE7-81DF00100E56}"/>
              </a:ext>
            </a:extLst>
          </p:cNvPr>
          <p:cNvSpPr>
            <a:spLocks noChangeShapeType="1"/>
          </p:cNvSpPr>
          <p:nvPr/>
        </p:nvSpPr>
        <p:spPr bwMode="auto">
          <a:xfrm>
            <a:off x="9330246" y="4071430"/>
            <a:ext cx="215900" cy="730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50" name="Line 53">
            <a:extLst>
              <a:ext uri="{FF2B5EF4-FFF2-40B4-BE49-F238E27FC236}">
                <a16:creationId xmlns:a16="http://schemas.microsoft.com/office/drawing/2014/main" id="{49BF4735-0841-8A4C-B313-95B65D98E7F6}"/>
              </a:ext>
            </a:extLst>
          </p:cNvPr>
          <p:cNvSpPr>
            <a:spLocks noChangeShapeType="1"/>
          </p:cNvSpPr>
          <p:nvPr/>
        </p:nvSpPr>
        <p:spPr bwMode="auto">
          <a:xfrm>
            <a:off x="9257221" y="4144455"/>
            <a:ext cx="215900" cy="73025"/>
          </a:xfrm>
          <a:prstGeom prst="line">
            <a:avLst/>
          </a:prstGeom>
          <a:noFill/>
          <a:ln w="9525">
            <a:solidFill>
              <a:schemeClr val="tx1"/>
            </a:solidFill>
            <a:prstDash val="sysDot"/>
            <a:round/>
            <a:headEnd type="triangle" w="med" len="med"/>
            <a:tailEnd/>
          </a:ln>
          <a:extLst>
            <a:ext uri="{909E8E84-426E-40DD-AFC4-6F175D3DCCD1}">
              <a14:hiddenFill xmlns:a14="http://schemas.microsoft.com/office/drawing/2010/main">
                <a:noFill/>
              </a14:hiddenFill>
            </a:ext>
          </a:extLst>
        </p:spPr>
        <p:txBody>
          <a:bodyPr/>
          <a:lstStyle/>
          <a:p>
            <a:endParaRPr lang="pt-BR"/>
          </a:p>
        </p:txBody>
      </p:sp>
      <p:sp>
        <p:nvSpPr>
          <p:cNvPr id="51" name="Line 54">
            <a:extLst>
              <a:ext uri="{FF2B5EF4-FFF2-40B4-BE49-F238E27FC236}">
                <a16:creationId xmlns:a16="http://schemas.microsoft.com/office/drawing/2014/main" id="{7114FB45-25E3-7146-80DA-3CD904FD3CBC}"/>
              </a:ext>
            </a:extLst>
          </p:cNvPr>
          <p:cNvSpPr>
            <a:spLocks noChangeShapeType="1"/>
          </p:cNvSpPr>
          <p:nvPr/>
        </p:nvSpPr>
        <p:spPr bwMode="auto">
          <a:xfrm flipV="1">
            <a:off x="9330246" y="3711067"/>
            <a:ext cx="215900"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52" name="Line 55">
            <a:extLst>
              <a:ext uri="{FF2B5EF4-FFF2-40B4-BE49-F238E27FC236}">
                <a16:creationId xmlns:a16="http://schemas.microsoft.com/office/drawing/2014/main" id="{881F1FC2-070A-784A-B94C-58EE418FE830}"/>
              </a:ext>
            </a:extLst>
          </p:cNvPr>
          <p:cNvSpPr>
            <a:spLocks noChangeShapeType="1"/>
          </p:cNvSpPr>
          <p:nvPr/>
        </p:nvSpPr>
        <p:spPr bwMode="auto">
          <a:xfrm flipV="1">
            <a:off x="9257221" y="3639630"/>
            <a:ext cx="215900" cy="215900"/>
          </a:xfrm>
          <a:prstGeom prst="line">
            <a:avLst/>
          </a:prstGeom>
          <a:noFill/>
          <a:ln w="9525">
            <a:solidFill>
              <a:schemeClr val="tx1"/>
            </a:solidFill>
            <a:prstDash val="sysDot"/>
            <a:round/>
            <a:headEnd type="triangle" w="med" len="med"/>
            <a:tailEnd/>
          </a:ln>
          <a:extLst>
            <a:ext uri="{909E8E84-426E-40DD-AFC4-6F175D3DCCD1}">
              <a14:hiddenFill xmlns:a14="http://schemas.microsoft.com/office/drawing/2010/main">
                <a:noFill/>
              </a14:hiddenFill>
            </a:ext>
          </a:extLst>
        </p:spPr>
        <p:txBody>
          <a:bodyPr/>
          <a:lstStyle/>
          <a:p>
            <a:endParaRPr lang="pt-BR"/>
          </a:p>
        </p:txBody>
      </p:sp>
      <p:sp>
        <p:nvSpPr>
          <p:cNvPr id="53" name="Rectangle 56">
            <a:extLst>
              <a:ext uri="{FF2B5EF4-FFF2-40B4-BE49-F238E27FC236}">
                <a16:creationId xmlns:a16="http://schemas.microsoft.com/office/drawing/2014/main" id="{FEF769FC-D225-9F49-82A2-0F1C6D86A89E}"/>
              </a:ext>
            </a:extLst>
          </p:cNvPr>
          <p:cNvSpPr>
            <a:spLocks noChangeArrowheads="1"/>
          </p:cNvSpPr>
          <p:nvPr/>
        </p:nvSpPr>
        <p:spPr bwMode="auto">
          <a:xfrm>
            <a:off x="5947283" y="1983867"/>
            <a:ext cx="2663825" cy="3817938"/>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54" name="Text Box 57">
            <a:extLst>
              <a:ext uri="{FF2B5EF4-FFF2-40B4-BE49-F238E27FC236}">
                <a16:creationId xmlns:a16="http://schemas.microsoft.com/office/drawing/2014/main" id="{91C1C62A-09E4-014E-93BA-9DDD4D4F24A1}"/>
              </a:ext>
            </a:extLst>
          </p:cNvPr>
          <p:cNvSpPr txBox="1">
            <a:spLocks noChangeArrowheads="1"/>
          </p:cNvSpPr>
          <p:nvPr/>
        </p:nvSpPr>
        <p:spPr bwMode="auto">
          <a:xfrm>
            <a:off x="6882321" y="2128330"/>
            <a:ext cx="1079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1200"/>
              <a:t>Empresa</a:t>
            </a:r>
          </a:p>
        </p:txBody>
      </p:sp>
      <p:sp>
        <p:nvSpPr>
          <p:cNvPr id="55" name="Line 58">
            <a:extLst>
              <a:ext uri="{FF2B5EF4-FFF2-40B4-BE49-F238E27FC236}">
                <a16:creationId xmlns:a16="http://schemas.microsoft.com/office/drawing/2014/main" id="{DC90C84D-643F-1E4A-9525-BBA3420E6B17}"/>
              </a:ext>
            </a:extLst>
          </p:cNvPr>
          <p:cNvSpPr>
            <a:spLocks noChangeShapeType="1"/>
          </p:cNvSpPr>
          <p:nvPr/>
        </p:nvSpPr>
        <p:spPr bwMode="auto">
          <a:xfrm>
            <a:off x="5371021" y="2776030"/>
            <a:ext cx="863600" cy="2889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56" name="Line 59">
            <a:extLst>
              <a:ext uri="{FF2B5EF4-FFF2-40B4-BE49-F238E27FC236}">
                <a16:creationId xmlns:a16="http://schemas.microsoft.com/office/drawing/2014/main" id="{FCAA01B8-D0DD-8F46-81A4-802C5963E0A8}"/>
              </a:ext>
            </a:extLst>
          </p:cNvPr>
          <p:cNvSpPr>
            <a:spLocks noChangeShapeType="1"/>
          </p:cNvSpPr>
          <p:nvPr/>
        </p:nvSpPr>
        <p:spPr bwMode="auto">
          <a:xfrm>
            <a:off x="5082096" y="3280855"/>
            <a:ext cx="11525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57" name="Line 60">
            <a:extLst>
              <a:ext uri="{FF2B5EF4-FFF2-40B4-BE49-F238E27FC236}">
                <a16:creationId xmlns:a16="http://schemas.microsoft.com/office/drawing/2014/main" id="{3BDBA785-C5EE-B64C-AC8F-94D543FB9E7D}"/>
              </a:ext>
            </a:extLst>
          </p:cNvPr>
          <p:cNvSpPr>
            <a:spLocks noChangeShapeType="1"/>
          </p:cNvSpPr>
          <p:nvPr/>
        </p:nvSpPr>
        <p:spPr bwMode="auto">
          <a:xfrm flipH="1">
            <a:off x="5082096" y="3207830"/>
            <a:ext cx="1152525" cy="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58" name="Line 61">
            <a:extLst>
              <a:ext uri="{FF2B5EF4-FFF2-40B4-BE49-F238E27FC236}">
                <a16:creationId xmlns:a16="http://schemas.microsoft.com/office/drawing/2014/main" id="{4402ADB9-23B7-BE44-8D2C-273E32C247F5}"/>
              </a:ext>
            </a:extLst>
          </p:cNvPr>
          <p:cNvSpPr>
            <a:spLocks noChangeShapeType="1"/>
          </p:cNvSpPr>
          <p:nvPr/>
        </p:nvSpPr>
        <p:spPr bwMode="auto">
          <a:xfrm>
            <a:off x="5442458" y="3639630"/>
            <a:ext cx="7207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59" name="Line 62">
            <a:extLst>
              <a:ext uri="{FF2B5EF4-FFF2-40B4-BE49-F238E27FC236}">
                <a16:creationId xmlns:a16="http://schemas.microsoft.com/office/drawing/2014/main" id="{D4D47982-D935-A349-A387-6F4B32F06219}"/>
              </a:ext>
            </a:extLst>
          </p:cNvPr>
          <p:cNvSpPr>
            <a:spLocks noChangeShapeType="1"/>
          </p:cNvSpPr>
          <p:nvPr/>
        </p:nvSpPr>
        <p:spPr bwMode="auto">
          <a:xfrm flipH="1">
            <a:off x="5371021" y="3784092"/>
            <a:ext cx="792162" cy="0"/>
          </a:xfrm>
          <a:prstGeom prst="line">
            <a:avLst/>
          </a:prstGeom>
          <a:noFill/>
          <a:ln w="9525">
            <a:solidFill>
              <a:schemeClr val="tx1"/>
            </a:solidFill>
            <a:prstDash val="dashDot"/>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60" name="Line 63">
            <a:extLst>
              <a:ext uri="{FF2B5EF4-FFF2-40B4-BE49-F238E27FC236}">
                <a16:creationId xmlns:a16="http://schemas.microsoft.com/office/drawing/2014/main" id="{3F5E93D3-A93E-2B4F-B35E-A645CFC6358C}"/>
              </a:ext>
            </a:extLst>
          </p:cNvPr>
          <p:cNvSpPr>
            <a:spLocks noChangeShapeType="1"/>
          </p:cNvSpPr>
          <p:nvPr/>
        </p:nvSpPr>
        <p:spPr bwMode="auto">
          <a:xfrm>
            <a:off x="5515483" y="4431792"/>
            <a:ext cx="5746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61" name="Line 64">
            <a:extLst>
              <a:ext uri="{FF2B5EF4-FFF2-40B4-BE49-F238E27FC236}">
                <a16:creationId xmlns:a16="http://schemas.microsoft.com/office/drawing/2014/main" id="{ACC0DA84-3E99-DD4F-A6E6-50695B88D229}"/>
              </a:ext>
            </a:extLst>
          </p:cNvPr>
          <p:cNvSpPr>
            <a:spLocks noChangeShapeType="1"/>
          </p:cNvSpPr>
          <p:nvPr/>
        </p:nvSpPr>
        <p:spPr bwMode="auto">
          <a:xfrm flipH="1">
            <a:off x="5442458" y="4576255"/>
            <a:ext cx="720725" cy="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62" name="Text Box 65">
            <a:extLst>
              <a:ext uri="{FF2B5EF4-FFF2-40B4-BE49-F238E27FC236}">
                <a16:creationId xmlns:a16="http://schemas.microsoft.com/office/drawing/2014/main" id="{9296F9AE-44D7-0147-AE74-28CE73822F74}"/>
              </a:ext>
            </a:extLst>
          </p:cNvPr>
          <p:cNvSpPr txBox="1">
            <a:spLocks noChangeArrowheads="1"/>
          </p:cNvSpPr>
          <p:nvPr/>
        </p:nvSpPr>
        <p:spPr bwMode="auto">
          <a:xfrm>
            <a:off x="4723321" y="2056892"/>
            <a:ext cx="1150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1200"/>
              <a:t>Rede de Fornecedores</a:t>
            </a:r>
          </a:p>
        </p:txBody>
      </p:sp>
      <p:sp>
        <p:nvSpPr>
          <p:cNvPr id="63" name="Text Box 66">
            <a:extLst>
              <a:ext uri="{FF2B5EF4-FFF2-40B4-BE49-F238E27FC236}">
                <a16:creationId xmlns:a16="http://schemas.microsoft.com/office/drawing/2014/main" id="{C3DCAA9B-FB20-F045-BCC2-79EAA7B4FF49}"/>
              </a:ext>
            </a:extLst>
          </p:cNvPr>
          <p:cNvSpPr txBox="1">
            <a:spLocks noChangeArrowheads="1"/>
          </p:cNvSpPr>
          <p:nvPr/>
        </p:nvSpPr>
        <p:spPr bwMode="auto">
          <a:xfrm>
            <a:off x="8682546" y="2056892"/>
            <a:ext cx="1150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1200"/>
              <a:t>Rede de Distribuidores</a:t>
            </a:r>
          </a:p>
        </p:txBody>
      </p:sp>
      <p:sp>
        <p:nvSpPr>
          <p:cNvPr id="64" name="Line 67">
            <a:extLst>
              <a:ext uri="{FF2B5EF4-FFF2-40B4-BE49-F238E27FC236}">
                <a16:creationId xmlns:a16="http://schemas.microsoft.com/office/drawing/2014/main" id="{9C5CB670-7450-4E43-AF03-8DCAEB43C54F}"/>
              </a:ext>
            </a:extLst>
          </p:cNvPr>
          <p:cNvSpPr>
            <a:spLocks noChangeShapeType="1"/>
          </p:cNvSpPr>
          <p:nvPr/>
        </p:nvSpPr>
        <p:spPr bwMode="auto">
          <a:xfrm>
            <a:off x="8395208" y="3280855"/>
            <a:ext cx="50323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65" name="Line 68">
            <a:extLst>
              <a:ext uri="{FF2B5EF4-FFF2-40B4-BE49-F238E27FC236}">
                <a16:creationId xmlns:a16="http://schemas.microsoft.com/office/drawing/2014/main" id="{E6CEEB1B-54F6-A44B-9117-BA095D7738D8}"/>
              </a:ext>
            </a:extLst>
          </p:cNvPr>
          <p:cNvSpPr>
            <a:spLocks noChangeShapeType="1"/>
          </p:cNvSpPr>
          <p:nvPr/>
        </p:nvSpPr>
        <p:spPr bwMode="auto">
          <a:xfrm>
            <a:off x="8395208" y="3999992"/>
            <a:ext cx="50323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66" name="Line 69">
            <a:extLst>
              <a:ext uri="{FF2B5EF4-FFF2-40B4-BE49-F238E27FC236}">
                <a16:creationId xmlns:a16="http://schemas.microsoft.com/office/drawing/2014/main" id="{9FC9B8AA-1F17-AA47-B3ED-44C958795619}"/>
              </a:ext>
            </a:extLst>
          </p:cNvPr>
          <p:cNvSpPr>
            <a:spLocks noChangeShapeType="1"/>
          </p:cNvSpPr>
          <p:nvPr/>
        </p:nvSpPr>
        <p:spPr bwMode="auto">
          <a:xfrm>
            <a:off x="8395208" y="3136392"/>
            <a:ext cx="503238" cy="0"/>
          </a:xfrm>
          <a:prstGeom prst="line">
            <a:avLst/>
          </a:prstGeom>
          <a:noFill/>
          <a:ln w="9525">
            <a:solidFill>
              <a:schemeClr val="tx1"/>
            </a:solidFill>
            <a:prstDash val="dash"/>
            <a:round/>
            <a:headEnd type="triangle" w="med" len="med"/>
            <a:tailEnd/>
          </a:ln>
          <a:extLst>
            <a:ext uri="{909E8E84-426E-40DD-AFC4-6F175D3DCCD1}">
              <a14:hiddenFill xmlns:a14="http://schemas.microsoft.com/office/drawing/2010/main">
                <a:noFill/>
              </a14:hiddenFill>
            </a:ext>
          </a:extLst>
        </p:spPr>
        <p:txBody>
          <a:bodyPr/>
          <a:lstStyle/>
          <a:p>
            <a:endParaRPr lang="pt-BR"/>
          </a:p>
        </p:txBody>
      </p:sp>
      <p:sp>
        <p:nvSpPr>
          <p:cNvPr id="67" name="Line 70">
            <a:extLst>
              <a:ext uri="{FF2B5EF4-FFF2-40B4-BE49-F238E27FC236}">
                <a16:creationId xmlns:a16="http://schemas.microsoft.com/office/drawing/2014/main" id="{3904F997-CF88-0E42-AE79-80519E572C4C}"/>
              </a:ext>
            </a:extLst>
          </p:cNvPr>
          <p:cNvSpPr>
            <a:spLocks noChangeShapeType="1"/>
          </p:cNvSpPr>
          <p:nvPr/>
        </p:nvSpPr>
        <p:spPr bwMode="auto">
          <a:xfrm>
            <a:off x="8466646" y="3857117"/>
            <a:ext cx="503237" cy="0"/>
          </a:xfrm>
          <a:prstGeom prst="line">
            <a:avLst/>
          </a:prstGeom>
          <a:noFill/>
          <a:ln w="9525">
            <a:solidFill>
              <a:schemeClr val="tx1"/>
            </a:solidFill>
            <a:prstDash val="dash"/>
            <a:round/>
            <a:headEnd type="triangle" w="med" len="med"/>
            <a:tailEnd/>
          </a:ln>
          <a:extLst>
            <a:ext uri="{909E8E84-426E-40DD-AFC4-6F175D3DCCD1}">
              <a14:hiddenFill xmlns:a14="http://schemas.microsoft.com/office/drawing/2010/main">
                <a:noFill/>
              </a14:hiddenFill>
            </a:ext>
          </a:extLst>
        </p:spPr>
        <p:txBody>
          <a:bodyPr/>
          <a:lstStyle/>
          <a:p>
            <a:endParaRPr lang="pt-BR"/>
          </a:p>
        </p:txBody>
      </p:sp>
      <p:sp>
        <p:nvSpPr>
          <p:cNvPr id="68" name="Rectangle 71">
            <a:extLst>
              <a:ext uri="{FF2B5EF4-FFF2-40B4-BE49-F238E27FC236}">
                <a16:creationId xmlns:a16="http://schemas.microsoft.com/office/drawing/2014/main" id="{A09C3901-C7CC-C24F-861B-7796322F8320}"/>
              </a:ext>
            </a:extLst>
          </p:cNvPr>
          <p:cNvSpPr>
            <a:spLocks noChangeArrowheads="1"/>
          </p:cNvSpPr>
          <p:nvPr/>
        </p:nvSpPr>
        <p:spPr bwMode="auto">
          <a:xfrm>
            <a:off x="9979533" y="1552067"/>
            <a:ext cx="360363" cy="4249738"/>
          </a:xfrm>
          <a:prstGeom prst="rect">
            <a:avLst/>
          </a:prstGeom>
          <a:solidFill>
            <a:srgbClr val="DDDDDD"/>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69" name="Text Box 72">
            <a:extLst>
              <a:ext uri="{FF2B5EF4-FFF2-40B4-BE49-F238E27FC236}">
                <a16:creationId xmlns:a16="http://schemas.microsoft.com/office/drawing/2014/main" id="{34F437D1-AA73-D648-A064-EF23A83FB218}"/>
              </a:ext>
            </a:extLst>
          </p:cNvPr>
          <p:cNvSpPr txBox="1">
            <a:spLocks noChangeArrowheads="1"/>
          </p:cNvSpPr>
          <p:nvPr/>
        </p:nvSpPr>
        <p:spPr bwMode="auto">
          <a:xfrm rot="16200000">
            <a:off x="8275351" y="3761074"/>
            <a:ext cx="37449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1600"/>
              <a:t>Consumidor Final</a:t>
            </a:r>
          </a:p>
        </p:txBody>
      </p:sp>
      <p:sp>
        <p:nvSpPr>
          <p:cNvPr id="70" name="AutoShape 73">
            <a:extLst>
              <a:ext uri="{FF2B5EF4-FFF2-40B4-BE49-F238E27FC236}">
                <a16:creationId xmlns:a16="http://schemas.microsoft.com/office/drawing/2014/main" id="{4272F958-93DA-C041-B746-6D830AC8DF25}"/>
              </a:ext>
            </a:extLst>
          </p:cNvPr>
          <p:cNvSpPr>
            <a:spLocks noChangeArrowheads="1"/>
          </p:cNvSpPr>
          <p:nvPr/>
        </p:nvSpPr>
        <p:spPr bwMode="auto">
          <a:xfrm>
            <a:off x="2562733" y="1480630"/>
            <a:ext cx="7416800" cy="433387"/>
          </a:xfrm>
          <a:prstGeom prst="leftRightArrow">
            <a:avLst>
              <a:gd name="adj1" fmla="val 76556"/>
              <a:gd name="adj2" fmla="val 42467"/>
            </a:avLst>
          </a:prstGeom>
          <a:solidFill>
            <a:srgbClr val="DDDDDD"/>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pt-BR" altLang="pt-BR" sz="1200"/>
          </a:p>
        </p:txBody>
      </p:sp>
      <p:sp>
        <p:nvSpPr>
          <p:cNvPr id="71" name="Text Box 74">
            <a:extLst>
              <a:ext uri="{FF2B5EF4-FFF2-40B4-BE49-F238E27FC236}">
                <a16:creationId xmlns:a16="http://schemas.microsoft.com/office/drawing/2014/main" id="{C36DE4B8-6F26-0640-8F53-657AD54599E9}"/>
              </a:ext>
            </a:extLst>
          </p:cNvPr>
          <p:cNvSpPr txBox="1">
            <a:spLocks noChangeArrowheads="1"/>
          </p:cNvSpPr>
          <p:nvPr/>
        </p:nvSpPr>
        <p:spPr bwMode="auto">
          <a:xfrm>
            <a:off x="4578858" y="1553655"/>
            <a:ext cx="4967288" cy="274637"/>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1200" b="1"/>
              <a:t>Fluxo de informações, produto, serviços e conhecimento </a:t>
            </a:r>
          </a:p>
        </p:txBody>
      </p:sp>
      <p:sp>
        <p:nvSpPr>
          <p:cNvPr id="72" name="Text Box 75">
            <a:extLst>
              <a:ext uri="{FF2B5EF4-FFF2-40B4-BE49-F238E27FC236}">
                <a16:creationId xmlns:a16="http://schemas.microsoft.com/office/drawing/2014/main" id="{DCEA6AE3-6F73-8349-A3C5-ADF58181B3B6}"/>
              </a:ext>
            </a:extLst>
          </p:cNvPr>
          <p:cNvSpPr txBox="1">
            <a:spLocks noChangeArrowheads="1"/>
          </p:cNvSpPr>
          <p:nvPr/>
        </p:nvSpPr>
        <p:spPr bwMode="auto">
          <a:xfrm>
            <a:off x="4218496" y="1193292"/>
            <a:ext cx="48974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1400" b="1"/>
              <a:t>Gerenciamento da Cadeia de Suprimentos</a:t>
            </a:r>
          </a:p>
        </p:txBody>
      </p:sp>
      <p:sp>
        <p:nvSpPr>
          <p:cNvPr id="73" name="AutoShape 76">
            <a:extLst>
              <a:ext uri="{FF2B5EF4-FFF2-40B4-BE49-F238E27FC236}">
                <a16:creationId xmlns:a16="http://schemas.microsoft.com/office/drawing/2014/main" id="{9ADB55E8-53D8-184D-B384-0987E2086250}"/>
              </a:ext>
            </a:extLst>
          </p:cNvPr>
          <p:cNvSpPr>
            <a:spLocks noChangeArrowheads="1"/>
          </p:cNvSpPr>
          <p:nvPr/>
        </p:nvSpPr>
        <p:spPr bwMode="auto">
          <a:xfrm>
            <a:off x="4794758" y="4720717"/>
            <a:ext cx="360363" cy="360363"/>
          </a:xfrm>
          <a:prstGeom prst="octagon">
            <a:avLst>
              <a:gd name="adj" fmla="val 29287"/>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74" name="AutoShape 77">
            <a:extLst>
              <a:ext uri="{FF2B5EF4-FFF2-40B4-BE49-F238E27FC236}">
                <a16:creationId xmlns:a16="http://schemas.microsoft.com/office/drawing/2014/main" id="{A72B14A3-7724-6846-B668-61045A5447DA}"/>
              </a:ext>
            </a:extLst>
          </p:cNvPr>
          <p:cNvSpPr>
            <a:spLocks noChangeArrowheads="1"/>
          </p:cNvSpPr>
          <p:nvPr/>
        </p:nvSpPr>
        <p:spPr bwMode="auto">
          <a:xfrm>
            <a:off x="5226558" y="5081080"/>
            <a:ext cx="360363" cy="360362"/>
          </a:xfrm>
          <a:prstGeom prst="octagon">
            <a:avLst>
              <a:gd name="adj" fmla="val 29287"/>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75" name="Line 78">
            <a:extLst>
              <a:ext uri="{FF2B5EF4-FFF2-40B4-BE49-F238E27FC236}">
                <a16:creationId xmlns:a16="http://schemas.microsoft.com/office/drawing/2014/main" id="{1DEDE0AA-8741-0549-A16C-A0884CB20018}"/>
              </a:ext>
            </a:extLst>
          </p:cNvPr>
          <p:cNvSpPr>
            <a:spLocks noChangeShapeType="1"/>
          </p:cNvSpPr>
          <p:nvPr/>
        </p:nvSpPr>
        <p:spPr bwMode="auto">
          <a:xfrm flipH="1">
            <a:off x="5155121" y="4649280"/>
            <a:ext cx="142875"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76" name="Line 79">
            <a:extLst>
              <a:ext uri="{FF2B5EF4-FFF2-40B4-BE49-F238E27FC236}">
                <a16:creationId xmlns:a16="http://schemas.microsoft.com/office/drawing/2014/main" id="{6867C688-8C59-BD48-B661-D06BCAABC92E}"/>
              </a:ext>
            </a:extLst>
          </p:cNvPr>
          <p:cNvSpPr>
            <a:spLocks noChangeShapeType="1"/>
          </p:cNvSpPr>
          <p:nvPr/>
        </p:nvSpPr>
        <p:spPr bwMode="auto">
          <a:xfrm>
            <a:off x="5155121" y="4936617"/>
            <a:ext cx="144462" cy="1444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77" name="Line 80">
            <a:extLst>
              <a:ext uri="{FF2B5EF4-FFF2-40B4-BE49-F238E27FC236}">
                <a16:creationId xmlns:a16="http://schemas.microsoft.com/office/drawing/2014/main" id="{2B9630C1-08B9-A845-80EB-FDBBBDD60D39}"/>
              </a:ext>
            </a:extLst>
          </p:cNvPr>
          <p:cNvSpPr>
            <a:spLocks noChangeShapeType="1"/>
          </p:cNvSpPr>
          <p:nvPr/>
        </p:nvSpPr>
        <p:spPr bwMode="auto">
          <a:xfrm flipH="1">
            <a:off x="5082096" y="4576255"/>
            <a:ext cx="142875" cy="215900"/>
          </a:xfrm>
          <a:prstGeom prst="line">
            <a:avLst/>
          </a:prstGeom>
          <a:noFill/>
          <a:ln w="9525">
            <a:solidFill>
              <a:schemeClr val="tx1"/>
            </a:solidFill>
            <a:prstDash val="sysDot"/>
            <a:round/>
            <a:headEnd type="triangle" w="med" len="med"/>
            <a:tailEnd/>
          </a:ln>
          <a:extLst>
            <a:ext uri="{909E8E84-426E-40DD-AFC4-6F175D3DCCD1}">
              <a14:hiddenFill xmlns:a14="http://schemas.microsoft.com/office/drawing/2010/main">
                <a:noFill/>
              </a14:hiddenFill>
            </a:ext>
          </a:extLst>
        </p:spPr>
        <p:txBody>
          <a:bodyPr/>
          <a:lstStyle/>
          <a:p>
            <a:endParaRPr lang="pt-BR"/>
          </a:p>
        </p:txBody>
      </p:sp>
      <p:sp>
        <p:nvSpPr>
          <p:cNvPr id="78" name="Line 81">
            <a:extLst>
              <a:ext uri="{FF2B5EF4-FFF2-40B4-BE49-F238E27FC236}">
                <a16:creationId xmlns:a16="http://schemas.microsoft.com/office/drawing/2014/main" id="{E8E29906-D7BC-1940-826B-21356C21C753}"/>
              </a:ext>
            </a:extLst>
          </p:cNvPr>
          <p:cNvSpPr>
            <a:spLocks noChangeShapeType="1"/>
          </p:cNvSpPr>
          <p:nvPr/>
        </p:nvSpPr>
        <p:spPr bwMode="auto">
          <a:xfrm>
            <a:off x="5082096" y="5081080"/>
            <a:ext cx="144462" cy="144462"/>
          </a:xfrm>
          <a:prstGeom prst="line">
            <a:avLst/>
          </a:prstGeom>
          <a:noFill/>
          <a:ln w="9525">
            <a:solidFill>
              <a:schemeClr val="tx1"/>
            </a:solidFill>
            <a:prstDash val="sysDot"/>
            <a:round/>
            <a:headEnd type="triangle" w="med" len="med"/>
            <a:tailEnd/>
          </a:ln>
          <a:extLst>
            <a:ext uri="{909E8E84-426E-40DD-AFC4-6F175D3DCCD1}">
              <a14:hiddenFill xmlns:a14="http://schemas.microsoft.com/office/drawing/2010/main">
                <a:noFill/>
              </a14:hiddenFill>
            </a:ext>
          </a:extLst>
        </p:spPr>
        <p:txBody>
          <a:bodyPr/>
          <a:lstStyle/>
          <a:p>
            <a:endParaRPr lang="pt-BR"/>
          </a:p>
        </p:txBody>
      </p:sp>
      <p:sp>
        <p:nvSpPr>
          <p:cNvPr id="79" name="Line 82">
            <a:extLst>
              <a:ext uri="{FF2B5EF4-FFF2-40B4-BE49-F238E27FC236}">
                <a16:creationId xmlns:a16="http://schemas.microsoft.com/office/drawing/2014/main" id="{6394F847-1684-0B48-8F51-2D5606B15C95}"/>
              </a:ext>
            </a:extLst>
          </p:cNvPr>
          <p:cNvSpPr>
            <a:spLocks noChangeShapeType="1"/>
          </p:cNvSpPr>
          <p:nvPr/>
        </p:nvSpPr>
        <p:spPr bwMode="auto">
          <a:xfrm>
            <a:off x="5588508" y="5222367"/>
            <a:ext cx="360363" cy="31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80" name="Line 83">
            <a:extLst>
              <a:ext uri="{FF2B5EF4-FFF2-40B4-BE49-F238E27FC236}">
                <a16:creationId xmlns:a16="http://schemas.microsoft.com/office/drawing/2014/main" id="{C772677E-526A-FA48-ABF7-007CF8320F17}"/>
              </a:ext>
            </a:extLst>
          </p:cNvPr>
          <p:cNvSpPr>
            <a:spLocks noChangeShapeType="1"/>
          </p:cNvSpPr>
          <p:nvPr/>
        </p:nvSpPr>
        <p:spPr bwMode="auto">
          <a:xfrm flipH="1">
            <a:off x="5515483" y="5366830"/>
            <a:ext cx="720725" cy="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81" name="Oval 84">
            <a:extLst>
              <a:ext uri="{FF2B5EF4-FFF2-40B4-BE49-F238E27FC236}">
                <a16:creationId xmlns:a16="http://schemas.microsoft.com/office/drawing/2014/main" id="{5A88CF25-274A-4C4C-BBCD-910E93EF2E1B}"/>
              </a:ext>
            </a:extLst>
          </p:cNvPr>
          <p:cNvSpPr>
            <a:spLocks noChangeArrowheads="1"/>
          </p:cNvSpPr>
          <p:nvPr/>
        </p:nvSpPr>
        <p:spPr bwMode="auto">
          <a:xfrm>
            <a:off x="8971471" y="4433380"/>
            <a:ext cx="433387" cy="4318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82" name="Oval 85">
            <a:extLst>
              <a:ext uri="{FF2B5EF4-FFF2-40B4-BE49-F238E27FC236}">
                <a16:creationId xmlns:a16="http://schemas.microsoft.com/office/drawing/2014/main" id="{2324F81E-B50D-A546-9B89-7E7948FB5BF4}"/>
              </a:ext>
            </a:extLst>
          </p:cNvPr>
          <p:cNvSpPr>
            <a:spLocks noChangeArrowheads="1"/>
          </p:cNvSpPr>
          <p:nvPr/>
        </p:nvSpPr>
        <p:spPr bwMode="auto">
          <a:xfrm>
            <a:off x="9547733" y="4793742"/>
            <a:ext cx="215900" cy="2159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83" name="Line 86">
            <a:extLst>
              <a:ext uri="{FF2B5EF4-FFF2-40B4-BE49-F238E27FC236}">
                <a16:creationId xmlns:a16="http://schemas.microsoft.com/office/drawing/2014/main" id="{20473323-8EB8-D542-95FF-86E30EE10412}"/>
              </a:ext>
            </a:extLst>
          </p:cNvPr>
          <p:cNvSpPr>
            <a:spLocks noChangeShapeType="1"/>
          </p:cNvSpPr>
          <p:nvPr/>
        </p:nvSpPr>
        <p:spPr bwMode="auto">
          <a:xfrm>
            <a:off x="9403271" y="4720717"/>
            <a:ext cx="215900" cy="730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84" name="Line 87">
            <a:extLst>
              <a:ext uri="{FF2B5EF4-FFF2-40B4-BE49-F238E27FC236}">
                <a16:creationId xmlns:a16="http://schemas.microsoft.com/office/drawing/2014/main" id="{AC93047D-5526-8B40-A6C7-3088DCFABEB5}"/>
              </a:ext>
            </a:extLst>
          </p:cNvPr>
          <p:cNvSpPr>
            <a:spLocks noChangeShapeType="1"/>
          </p:cNvSpPr>
          <p:nvPr/>
        </p:nvSpPr>
        <p:spPr bwMode="auto">
          <a:xfrm>
            <a:off x="9330246" y="4793742"/>
            <a:ext cx="215900" cy="73025"/>
          </a:xfrm>
          <a:prstGeom prst="line">
            <a:avLst/>
          </a:prstGeom>
          <a:noFill/>
          <a:ln w="9525">
            <a:solidFill>
              <a:schemeClr val="tx1"/>
            </a:solidFill>
            <a:prstDash val="sysDot"/>
            <a:round/>
            <a:headEnd type="triangle" w="med" len="med"/>
            <a:tailEnd/>
          </a:ln>
          <a:extLst>
            <a:ext uri="{909E8E84-426E-40DD-AFC4-6F175D3DCCD1}">
              <a14:hiddenFill xmlns:a14="http://schemas.microsoft.com/office/drawing/2010/main">
                <a:noFill/>
              </a14:hiddenFill>
            </a:ext>
          </a:extLst>
        </p:spPr>
        <p:txBody>
          <a:bodyPr/>
          <a:lstStyle/>
          <a:p>
            <a:endParaRPr lang="pt-BR"/>
          </a:p>
        </p:txBody>
      </p:sp>
      <p:sp>
        <p:nvSpPr>
          <p:cNvPr id="85" name="Line 88">
            <a:extLst>
              <a:ext uri="{FF2B5EF4-FFF2-40B4-BE49-F238E27FC236}">
                <a16:creationId xmlns:a16="http://schemas.microsoft.com/office/drawing/2014/main" id="{D47FB1F0-F61C-F345-ADC1-136EB8507209}"/>
              </a:ext>
            </a:extLst>
          </p:cNvPr>
          <p:cNvSpPr>
            <a:spLocks noChangeShapeType="1"/>
          </p:cNvSpPr>
          <p:nvPr/>
        </p:nvSpPr>
        <p:spPr bwMode="auto">
          <a:xfrm flipV="1">
            <a:off x="9403271" y="4360355"/>
            <a:ext cx="215900"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86" name="Line 89">
            <a:extLst>
              <a:ext uri="{FF2B5EF4-FFF2-40B4-BE49-F238E27FC236}">
                <a16:creationId xmlns:a16="http://schemas.microsoft.com/office/drawing/2014/main" id="{DC3C0D35-FD39-164C-82F9-A292F5E61861}"/>
              </a:ext>
            </a:extLst>
          </p:cNvPr>
          <p:cNvSpPr>
            <a:spLocks noChangeShapeType="1"/>
          </p:cNvSpPr>
          <p:nvPr/>
        </p:nvSpPr>
        <p:spPr bwMode="auto">
          <a:xfrm flipV="1">
            <a:off x="9330246" y="4361942"/>
            <a:ext cx="146050" cy="142875"/>
          </a:xfrm>
          <a:prstGeom prst="line">
            <a:avLst/>
          </a:prstGeom>
          <a:noFill/>
          <a:ln w="9525">
            <a:solidFill>
              <a:schemeClr val="tx1"/>
            </a:solidFill>
            <a:prstDash val="sysDot"/>
            <a:round/>
            <a:headEnd type="triangle" w="med" len="med"/>
            <a:tailEnd/>
          </a:ln>
          <a:extLst>
            <a:ext uri="{909E8E84-426E-40DD-AFC4-6F175D3DCCD1}">
              <a14:hiddenFill xmlns:a14="http://schemas.microsoft.com/office/drawing/2010/main">
                <a:noFill/>
              </a14:hiddenFill>
            </a:ext>
          </a:extLst>
        </p:spPr>
        <p:txBody>
          <a:bodyPr/>
          <a:lstStyle/>
          <a:p>
            <a:endParaRPr lang="pt-BR"/>
          </a:p>
        </p:txBody>
      </p:sp>
      <p:sp>
        <p:nvSpPr>
          <p:cNvPr id="87" name="Line 90">
            <a:extLst>
              <a:ext uri="{FF2B5EF4-FFF2-40B4-BE49-F238E27FC236}">
                <a16:creationId xmlns:a16="http://schemas.microsoft.com/office/drawing/2014/main" id="{9C01AFFA-E2C5-294E-BFB2-82036A67AD31}"/>
              </a:ext>
            </a:extLst>
          </p:cNvPr>
          <p:cNvSpPr>
            <a:spLocks noChangeShapeType="1"/>
          </p:cNvSpPr>
          <p:nvPr/>
        </p:nvSpPr>
        <p:spPr bwMode="auto">
          <a:xfrm>
            <a:off x="8468233" y="4649280"/>
            <a:ext cx="50323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88" name="Line 91">
            <a:extLst>
              <a:ext uri="{FF2B5EF4-FFF2-40B4-BE49-F238E27FC236}">
                <a16:creationId xmlns:a16="http://schemas.microsoft.com/office/drawing/2014/main" id="{6B726378-0BC1-3240-8A30-D3F149621BC0}"/>
              </a:ext>
            </a:extLst>
          </p:cNvPr>
          <p:cNvSpPr>
            <a:spLocks noChangeShapeType="1"/>
          </p:cNvSpPr>
          <p:nvPr/>
        </p:nvSpPr>
        <p:spPr bwMode="auto">
          <a:xfrm>
            <a:off x="8539671" y="4506405"/>
            <a:ext cx="503237" cy="0"/>
          </a:xfrm>
          <a:prstGeom prst="line">
            <a:avLst/>
          </a:prstGeom>
          <a:noFill/>
          <a:ln w="9525">
            <a:solidFill>
              <a:schemeClr val="tx1"/>
            </a:solidFill>
            <a:prstDash val="dash"/>
            <a:round/>
            <a:headEnd type="triangle" w="med" len="med"/>
            <a:tailEnd/>
          </a:ln>
          <a:extLst>
            <a:ext uri="{909E8E84-426E-40DD-AFC4-6F175D3DCCD1}">
              <a14:hiddenFill xmlns:a14="http://schemas.microsoft.com/office/drawing/2010/main">
                <a:noFill/>
              </a14:hiddenFill>
            </a:ext>
          </a:extLst>
        </p:spPr>
        <p:txBody>
          <a:bodyPr/>
          <a:lstStyle/>
          <a:p>
            <a:endParaRPr lang="pt-BR"/>
          </a:p>
        </p:txBody>
      </p:sp>
      <p:sp>
        <p:nvSpPr>
          <p:cNvPr id="89" name="Oval 92">
            <a:extLst>
              <a:ext uri="{FF2B5EF4-FFF2-40B4-BE49-F238E27FC236}">
                <a16:creationId xmlns:a16="http://schemas.microsoft.com/office/drawing/2014/main" id="{8ACCA644-4D62-DE41-B286-A97D69CD8EB7}"/>
              </a:ext>
            </a:extLst>
          </p:cNvPr>
          <p:cNvSpPr>
            <a:spLocks noChangeArrowheads="1"/>
          </p:cNvSpPr>
          <p:nvPr/>
        </p:nvSpPr>
        <p:spPr bwMode="auto">
          <a:xfrm>
            <a:off x="9260396" y="5152517"/>
            <a:ext cx="215900" cy="2159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90" name="Line 93">
            <a:extLst>
              <a:ext uri="{FF2B5EF4-FFF2-40B4-BE49-F238E27FC236}">
                <a16:creationId xmlns:a16="http://schemas.microsoft.com/office/drawing/2014/main" id="{AA69A62C-9B44-B543-B476-B483A4C8D9A3}"/>
              </a:ext>
            </a:extLst>
          </p:cNvPr>
          <p:cNvSpPr>
            <a:spLocks noChangeShapeType="1"/>
          </p:cNvSpPr>
          <p:nvPr/>
        </p:nvSpPr>
        <p:spPr bwMode="auto">
          <a:xfrm>
            <a:off x="9187371" y="4865180"/>
            <a:ext cx="144462" cy="2873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91" name="Line 94">
            <a:extLst>
              <a:ext uri="{FF2B5EF4-FFF2-40B4-BE49-F238E27FC236}">
                <a16:creationId xmlns:a16="http://schemas.microsoft.com/office/drawing/2014/main" id="{AEA49132-727B-FA44-884E-633C3A6ED540}"/>
              </a:ext>
            </a:extLst>
          </p:cNvPr>
          <p:cNvSpPr>
            <a:spLocks noChangeShapeType="1"/>
          </p:cNvSpPr>
          <p:nvPr/>
        </p:nvSpPr>
        <p:spPr bwMode="auto">
          <a:xfrm>
            <a:off x="9260396" y="4865180"/>
            <a:ext cx="142875" cy="287337"/>
          </a:xfrm>
          <a:prstGeom prst="line">
            <a:avLst/>
          </a:prstGeom>
          <a:noFill/>
          <a:ln w="9525">
            <a:solidFill>
              <a:schemeClr val="tx1"/>
            </a:solidFill>
            <a:prstDash val="sysDot"/>
            <a:round/>
            <a:headEnd type="triangle" w="med" len="med"/>
            <a:tailEnd/>
          </a:ln>
          <a:extLst>
            <a:ext uri="{909E8E84-426E-40DD-AFC4-6F175D3DCCD1}">
              <a14:hiddenFill xmlns:a14="http://schemas.microsoft.com/office/drawing/2010/main">
                <a:noFill/>
              </a14:hiddenFill>
            </a:ext>
          </a:extLst>
        </p:spPr>
        <p:txBody>
          <a:bodyPr/>
          <a:lstStyle/>
          <a:p>
            <a:endParaRPr lang="pt-BR"/>
          </a:p>
        </p:txBody>
      </p:sp>
      <p:grpSp>
        <p:nvGrpSpPr>
          <p:cNvPr id="92" name="Group 95">
            <a:extLst>
              <a:ext uri="{FF2B5EF4-FFF2-40B4-BE49-F238E27FC236}">
                <a16:creationId xmlns:a16="http://schemas.microsoft.com/office/drawing/2014/main" id="{320AA4E8-E055-FD46-890F-E28FC5796C19}"/>
              </a:ext>
            </a:extLst>
          </p:cNvPr>
          <p:cNvGrpSpPr>
            <a:grpSpLocks/>
          </p:cNvGrpSpPr>
          <p:nvPr/>
        </p:nvGrpSpPr>
        <p:grpSpPr bwMode="auto">
          <a:xfrm>
            <a:off x="4435983" y="1840992"/>
            <a:ext cx="244475" cy="3997325"/>
            <a:chOff x="1429" y="890"/>
            <a:chExt cx="154" cy="2518"/>
          </a:xfrm>
        </p:grpSpPr>
        <p:sp>
          <p:nvSpPr>
            <p:cNvPr id="93" name="AutoShape 96">
              <a:extLst>
                <a:ext uri="{FF2B5EF4-FFF2-40B4-BE49-F238E27FC236}">
                  <a16:creationId xmlns:a16="http://schemas.microsoft.com/office/drawing/2014/main" id="{9571CCF8-204E-EA40-BB3B-F00975D2C487}"/>
                </a:ext>
              </a:extLst>
            </p:cNvPr>
            <p:cNvSpPr>
              <a:spLocks noChangeArrowheads="1"/>
            </p:cNvSpPr>
            <p:nvPr/>
          </p:nvSpPr>
          <p:spPr bwMode="auto">
            <a:xfrm rot="5400000">
              <a:off x="283" y="2127"/>
              <a:ext cx="2427" cy="136"/>
            </a:xfrm>
            <a:prstGeom prst="homePlate">
              <a:avLst>
                <a:gd name="adj" fmla="val 5742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94" name="AutoShape 97">
              <a:extLst>
                <a:ext uri="{FF2B5EF4-FFF2-40B4-BE49-F238E27FC236}">
                  <a16:creationId xmlns:a16="http://schemas.microsoft.com/office/drawing/2014/main" id="{5470E220-C7D3-6B42-93A2-A13C6B01F59E}"/>
                </a:ext>
              </a:extLst>
            </p:cNvPr>
            <p:cNvSpPr>
              <a:spLocks noChangeArrowheads="1"/>
            </p:cNvSpPr>
            <p:nvPr/>
          </p:nvSpPr>
          <p:spPr bwMode="auto">
            <a:xfrm rot="-5400000">
              <a:off x="281" y="2038"/>
              <a:ext cx="2450" cy="154"/>
            </a:xfrm>
            <a:prstGeom prst="homePlate">
              <a:avLst>
                <a:gd name="adj" fmla="val 3380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1000"/>
                <a:t>Produção</a:t>
              </a:r>
            </a:p>
          </p:txBody>
        </p:sp>
      </p:grpSp>
      <p:grpSp>
        <p:nvGrpSpPr>
          <p:cNvPr id="95" name="Group 98">
            <a:extLst>
              <a:ext uri="{FF2B5EF4-FFF2-40B4-BE49-F238E27FC236}">
                <a16:creationId xmlns:a16="http://schemas.microsoft.com/office/drawing/2014/main" id="{B193FC0A-1DB4-B942-9315-5BF804A92BC5}"/>
              </a:ext>
            </a:extLst>
          </p:cNvPr>
          <p:cNvGrpSpPr>
            <a:grpSpLocks/>
          </p:cNvGrpSpPr>
          <p:nvPr/>
        </p:nvGrpSpPr>
        <p:grpSpPr bwMode="auto">
          <a:xfrm>
            <a:off x="4147058" y="1840992"/>
            <a:ext cx="244475" cy="3997325"/>
            <a:chOff x="1429" y="890"/>
            <a:chExt cx="154" cy="2518"/>
          </a:xfrm>
        </p:grpSpPr>
        <p:sp>
          <p:nvSpPr>
            <p:cNvPr id="96" name="AutoShape 99">
              <a:extLst>
                <a:ext uri="{FF2B5EF4-FFF2-40B4-BE49-F238E27FC236}">
                  <a16:creationId xmlns:a16="http://schemas.microsoft.com/office/drawing/2014/main" id="{FA813859-A728-6045-A091-834F36E7E0C6}"/>
                </a:ext>
              </a:extLst>
            </p:cNvPr>
            <p:cNvSpPr>
              <a:spLocks noChangeArrowheads="1"/>
            </p:cNvSpPr>
            <p:nvPr/>
          </p:nvSpPr>
          <p:spPr bwMode="auto">
            <a:xfrm rot="5400000">
              <a:off x="283" y="2127"/>
              <a:ext cx="2427" cy="136"/>
            </a:xfrm>
            <a:prstGeom prst="homePlate">
              <a:avLst>
                <a:gd name="adj" fmla="val 5742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97" name="AutoShape 100">
              <a:extLst>
                <a:ext uri="{FF2B5EF4-FFF2-40B4-BE49-F238E27FC236}">
                  <a16:creationId xmlns:a16="http://schemas.microsoft.com/office/drawing/2014/main" id="{DC0109E8-43D3-FB4C-AF2E-B7DE0AC190BF}"/>
                </a:ext>
              </a:extLst>
            </p:cNvPr>
            <p:cNvSpPr>
              <a:spLocks noChangeArrowheads="1"/>
            </p:cNvSpPr>
            <p:nvPr/>
          </p:nvSpPr>
          <p:spPr bwMode="auto">
            <a:xfrm rot="-5400000">
              <a:off x="281" y="2038"/>
              <a:ext cx="2450" cy="154"/>
            </a:xfrm>
            <a:prstGeom prst="homePlate">
              <a:avLst>
                <a:gd name="adj" fmla="val 3380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1000"/>
                <a:t>Administrativo financeiro</a:t>
              </a:r>
            </a:p>
          </p:txBody>
        </p:sp>
      </p:grpSp>
      <p:grpSp>
        <p:nvGrpSpPr>
          <p:cNvPr id="98" name="Group 101">
            <a:extLst>
              <a:ext uri="{FF2B5EF4-FFF2-40B4-BE49-F238E27FC236}">
                <a16:creationId xmlns:a16="http://schemas.microsoft.com/office/drawing/2014/main" id="{B3CD56BE-9154-474D-B1F3-6A2D2350DCB7}"/>
              </a:ext>
            </a:extLst>
          </p:cNvPr>
          <p:cNvGrpSpPr>
            <a:grpSpLocks/>
          </p:cNvGrpSpPr>
          <p:nvPr/>
        </p:nvGrpSpPr>
        <p:grpSpPr bwMode="auto">
          <a:xfrm>
            <a:off x="3859721" y="1840992"/>
            <a:ext cx="244475" cy="3997325"/>
            <a:chOff x="1429" y="890"/>
            <a:chExt cx="154" cy="2518"/>
          </a:xfrm>
        </p:grpSpPr>
        <p:sp>
          <p:nvSpPr>
            <p:cNvPr id="99" name="AutoShape 102">
              <a:extLst>
                <a:ext uri="{FF2B5EF4-FFF2-40B4-BE49-F238E27FC236}">
                  <a16:creationId xmlns:a16="http://schemas.microsoft.com/office/drawing/2014/main" id="{155F1CBB-5F1C-F544-9032-25D4B79A534D}"/>
                </a:ext>
              </a:extLst>
            </p:cNvPr>
            <p:cNvSpPr>
              <a:spLocks noChangeArrowheads="1"/>
            </p:cNvSpPr>
            <p:nvPr/>
          </p:nvSpPr>
          <p:spPr bwMode="auto">
            <a:xfrm rot="5400000">
              <a:off x="283" y="2127"/>
              <a:ext cx="2427" cy="136"/>
            </a:xfrm>
            <a:prstGeom prst="homePlate">
              <a:avLst>
                <a:gd name="adj" fmla="val 5742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100" name="AutoShape 103">
              <a:extLst>
                <a:ext uri="{FF2B5EF4-FFF2-40B4-BE49-F238E27FC236}">
                  <a16:creationId xmlns:a16="http://schemas.microsoft.com/office/drawing/2014/main" id="{1E40EFCA-0098-4847-BA79-8F89C0E9D884}"/>
                </a:ext>
              </a:extLst>
            </p:cNvPr>
            <p:cNvSpPr>
              <a:spLocks noChangeArrowheads="1"/>
            </p:cNvSpPr>
            <p:nvPr/>
          </p:nvSpPr>
          <p:spPr bwMode="auto">
            <a:xfrm rot="-5400000">
              <a:off x="281" y="2038"/>
              <a:ext cx="2450" cy="154"/>
            </a:xfrm>
            <a:prstGeom prst="homePlate">
              <a:avLst>
                <a:gd name="adj" fmla="val 3380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1000"/>
                <a:t>Segurança</a:t>
              </a:r>
            </a:p>
          </p:txBody>
        </p:sp>
      </p:grpSp>
      <p:grpSp>
        <p:nvGrpSpPr>
          <p:cNvPr id="101" name="Group 104">
            <a:extLst>
              <a:ext uri="{FF2B5EF4-FFF2-40B4-BE49-F238E27FC236}">
                <a16:creationId xmlns:a16="http://schemas.microsoft.com/office/drawing/2014/main" id="{BF822972-0EF5-EE4D-BB49-EB8F41CA766D}"/>
              </a:ext>
            </a:extLst>
          </p:cNvPr>
          <p:cNvGrpSpPr>
            <a:grpSpLocks/>
          </p:cNvGrpSpPr>
          <p:nvPr/>
        </p:nvGrpSpPr>
        <p:grpSpPr bwMode="auto">
          <a:xfrm>
            <a:off x="3570796" y="1840992"/>
            <a:ext cx="244475" cy="3997325"/>
            <a:chOff x="1429" y="890"/>
            <a:chExt cx="154" cy="2518"/>
          </a:xfrm>
        </p:grpSpPr>
        <p:sp>
          <p:nvSpPr>
            <p:cNvPr id="102" name="AutoShape 105">
              <a:extLst>
                <a:ext uri="{FF2B5EF4-FFF2-40B4-BE49-F238E27FC236}">
                  <a16:creationId xmlns:a16="http://schemas.microsoft.com/office/drawing/2014/main" id="{27A151AB-158B-A248-95EB-5F878EA6D1DA}"/>
                </a:ext>
              </a:extLst>
            </p:cNvPr>
            <p:cNvSpPr>
              <a:spLocks noChangeArrowheads="1"/>
            </p:cNvSpPr>
            <p:nvPr/>
          </p:nvSpPr>
          <p:spPr bwMode="auto">
            <a:xfrm rot="5400000">
              <a:off x="283" y="2127"/>
              <a:ext cx="2427" cy="136"/>
            </a:xfrm>
            <a:prstGeom prst="homePlate">
              <a:avLst>
                <a:gd name="adj" fmla="val 5742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103" name="AutoShape 106">
              <a:extLst>
                <a:ext uri="{FF2B5EF4-FFF2-40B4-BE49-F238E27FC236}">
                  <a16:creationId xmlns:a16="http://schemas.microsoft.com/office/drawing/2014/main" id="{2063FE46-B231-7A4F-86F3-30B13F23D6C6}"/>
                </a:ext>
              </a:extLst>
            </p:cNvPr>
            <p:cNvSpPr>
              <a:spLocks noChangeArrowheads="1"/>
            </p:cNvSpPr>
            <p:nvPr/>
          </p:nvSpPr>
          <p:spPr bwMode="auto">
            <a:xfrm rot="-5400000">
              <a:off x="281" y="2038"/>
              <a:ext cx="2450" cy="154"/>
            </a:xfrm>
            <a:prstGeom prst="homePlate">
              <a:avLst>
                <a:gd name="adj" fmla="val 3380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1000"/>
                <a:t>Ambiental e Social</a:t>
              </a:r>
            </a:p>
          </p:txBody>
        </p:sp>
      </p:grpSp>
      <p:grpSp>
        <p:nvGrpSpPr>
          <p:cNvPr id="104" name="Group 107">
            <a:extLst>
              <a:ext uri="{FF2B5EF4-FFF2-40B4-BE49-F238E27FC236}">
                <a16:creationId xmlns:a16="http://schemas.microsoft.com/office/drawing/2014/main" id="{3D56A478-DE8E-7C43-BEDF-3BB7554E407E}"/>
              </a:ext>
            </a:extLst>
          </p:cNvPr>
          <p:cNvGrpSpPr>
            <a:grpSpLocks/>
          </p:cNvGrpSpPr>
          <p:nvPr/>
        </p:nvGrpSpPr>
        <p:grpSpPr bwMode="auto">
          <a:xfrm>
            <a:off x="3283458" y="1840992"/>
            <a:ext cx="244475" cy="3997325"/>
            <a:chOff x="1429" y="890"/>
            <a:chExt cx="154" cy="2518"/>
          </a:xfrm>
        </p:grpSpPr>
        <p:sp>
          <p:nvSpPr>
            <p:cNvPr id="105" name="AutoShape 108">
              <a:extLst>
                <a:ext uri="{FF2B5EF4-FFF2-40B4-BE49-F238E27FC236}">
                  <a16:creationId xmlns:a16="http://schemas.microsoft.com/office/drawing/2014/main" id="{00662E0E-5D4C-EB46-B640-A42F5BFE9CEC}"/>
                </a:ext>
              </a:extLst>
            </p:cNvPr>
            <p:cNvSpPr>
              <a:spLocks noChangeArrowheads="1"/>
            </p:cNvSpPr>
            <p:nvPr/>
          </p:nvSpPr>
          <p:spPr bwMode="auto">
            <a:xfrm rot="5400000">
              <a:off x="283" y="2127"/>
              <a:ext cx="2427" cy="136"/>
            </a:xfrm>
            <a:prstGeom prst="homePlate">
              <a:avLst>
                <a:gd name="adj" fmla="val 5742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106" name="AutoShape 109">
              <a:extLst>
                <a:ext uri="{FF2B5EF4-FFF2-40B4-BE49-F238E27FC236}">
                  <a16:creationId xmlns:a16="http://schemas.microsoft.com/office/drawing/2014/main" id="{60378B58-D133-CD45-B560-FD7A441769A3}"/>
                </a:ext>
              </a:extLst>
            </p:cNvPr>
            <p:cNvSpPr>
              <a:spLocks noChangeArrowheads="1"/>
            </p:cNvSpPr>
            <p:nvPr/>
          </p:nvSpPr>
          <p:spPr bwMode="auto">
            <a:xfrm rot="-5400000">
              <a:off x="281" y="2038"/>
              <a:ext cx="2450" cy="154"/>
            </a:xfrm>
            <a:prstGeom prst="homePlate">
              <a:avLst>
                <a:gd name="adj" fmla="val 3380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1000"/>
                <a:t>Compras e logística</a:t>
              </a:r>
            </a:p>
          </p:txBody>
        </p:sp>
      </p:grpSp>
      <p:grpSp>
        <p:nvGrpSpPr>
          <p:cNvPr id="107" name="Group 110">
            <a:extLst>
              <a:ext uri="{FF2B5EF4-FFF2-40B4-BE49-F238E27FC236}">
                <a16:creationId xmlns:a16="http://schemas.microsoft.com/office/drawing/2014/main" id="{402D2141-2FF7-6648-9E9D-8364518708B2}"/>
              </a:ext>
            </a:extLst>
          </p:cNvPr>
          <p:cNvGrpSpPr>
            <a:grpSpLocks/>
          </p:cNvGrpSpPr>
          <p:nvPr/>
        </p:nvGrpSpPr>
        <p:grpSpPr bwMode="auto">
          <a:xfrm>
            <a:off x="2994533" y="1840992"/>
            <a:ext cx="244475" cy="3997325"/>
            <a:chOff x="1429" y="890"/>
            <a:chExt cx="154" cy="2518"/>
          </a:xfrm>
        </p:grpSpPr>
        <p:sp>
          <p:nvSpPr>
            <p:cNvPr id="108" name="AutoShape 111">
              <a:extLst>
                <a:ext uri="{FF2B5EF4-FFF2-40B4-BE49-F238E27FC236}">
                  <a16:creationId xmlns:a16="http://schemas.microsoft.com/office/drawing/2014/main" id="{BA0B73D3-5D95-CA4C-AD15-C7F655970D76}"/>
                </a:ext>
              </a:extLst>
            </p:cNvPr>
            <p:cNvSpPr>
              <a:spLocks noChangeArrowheads="1"/>
            </p:cNvSpPr>
            <p:nvPr/>
          </p:nvSpPr>
          <p:spPr bwMode="auto">
            <a:xfrm rot="5400000">
              <a:off x="283" y="2127"/>
              <a:ext cx="2427" cy="136"/>
            </a:xfrm>
            <a:prstGeom prst="homePlate">
              <a:avLst>
                <a:gd name="adj" fmla="val 5742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109" name="AutoShape 112">
              <a:extLst>
                <a:ext uri="{FF2B5EF4-FFF2-40B4-BE49-F238E27FC236}">
                  <a16:creationId xmlns:a16="http://schemas.microsoft.com/office/drawing/2014/main" id="{5BC247E6-3964-8B4C-AE57-884BE388C8B0}"/>
                </a:ext>
              </a:extLst>
            </p:cNvPr>
            <p:cNvSpPr>
              <a:spLocks noChangeArrowheads="1"/>
            </p:cNvSpPr>
            <p:nvPr/>
          </p:nvSpPr>
          <p:spPr bwMode="auto">
            <a:xfrm rot="-5400000">
              <a:off x="281" y="2038"/>
              <a:ext cx="2450" cy="154"/>
            </a:xfrm>
            <a:prstGeom prst="homePlate">
              <a:avLst>
                <a:gd name="adj" fmla="val 3380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1000"/>
                <a:t>Marketing</a:t>
              </a:r>
            </a:p>
          </p:txBody>
        </p:sp>
      </p:grpSp>
      <p:grpSp>
        <p:nvGrpSpPr>
          <p:cNvPr id="110" name="Group 113">
            <a:extLst>
              <a:ext uri="{FF2B5EF4-FFF2-40B4-BE49-F238E27FC236}">
                <a16:creationId xmlns:a16="http://schemas.microsoft.com/office/drawing/2014/main" id="{12797837-8ADA-CF4A-B1B5-2E07CDF210AA}"/>
              </a:ext>
            </a:extLst>
          </p:cNvPr>
          <p:cNvGrpSpPr>
            <a:grpSpLocks/>
          </p:cNvGrpSpPr>
          <p:nvPr/>
        </p:nvGrpSpPr>
        <p:grpSpPr bwMode="auto">
          <a:xfrm>
            <a:off x="2707196" y="1840992"/>
            <a:ext cx="244475" cy="3997325"/>
            <a:chOff x="1429" y="890"/>
            <a:chExt cx="154" cy="2518"/>
          </a:xfrm>
        </p:grpSpPr>
        <p:sp>
          <p:nvSpPr>
            <p:cNvPr id="111" name="AutoShape 114">
              <a:extLst>
                <a:ext uri="{FF2B5EF4-FFF2-40B4-BE49-F238E27FC236}">
                  <a16:creationId xmlns:a16="http://schemas.microsoft.com/office/drawing/2014/main" id="{17097701-182B-0649-A1F9-83BD4776D6FB}"/>
                </a:ext>
              </a:extLst>
            </p:cNvPr>
            <p:cNvSpPr>
              <a:spLocks noChangeArrowheads="1"/>
            </p:cNvSpPr>
            <p:nvPr/>
          </p:nvSpPr>
          <p:spPr bwMode="auto">
            <a:xfrm rot="5400000">
              <a:off x="283" y="2127"/>
              <a:ext cx="2427" cy="136"/>
            </a:xfrm>
            <a:prstGeom prst="homePlate">
              <a:avLst>
                <a:gd name="adj" fmla="val 5742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112" name="AutoShape 115">
              <a:extLst>
                <a:ext uri="{FF2B5EF4-FFF2-40B4-BE49-F238E27FC236}">
                  <a16:creationId xmlns:a16="http://schemas.microsoft.com/office/drawing/2014/main" id="{DAE0E0DA-E62D-0640-9F0B-848C3194E549}"/>
                </a:ext>
              </a:extLst>
            </p:cNvPr>
            <p:cNvSpPr>
              <a:spLocks noChangeArrowheads="1"/>
            </p:cNvSpPr>
            <p:nvPr/>
          </p:nvSpPr>
          <p:spPr bwMode="auto">
            <a:xfrm rot="-5400000">
              <a:off x="281" y="2038"/>
              <a:ext cx="2450" cy="154"/>
            </a:xfrm>
            <a:prstGeom prst="homePlate">
              <a:avLst>
                <a:gd name="adj" fmla="val 3380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1000"/>
                <a:t>Produto e Processo</a:t>
              </a:r>
            </a:p>
          </p:txBody>
        </p:sp>
      </p:grpSp>
      <p:sp>
        <p:nvSpPr>
          <p:cNvPr id="113" name="Rectangle 116">
            <a:extLst>
              <a:ext uri="{FF2B5EF4-FFF2-40B4-BE49-F238E27FC236}">
                <a16:creationId xmlns:a16="http://schemas.microsoft.com/office/drawing/2014/main" id="{CC84973D-DCB9-074C-B1B5-2D6302E1A961}"/>
              </a:ext>
            </a:extLst>
          </p:cNvPr>
          <p:cNvSpPr>
            <a:spLocks noChangeArrowheads="1"/>
          </p:cNvSpPr>
          <p:nvPr/>
        </p:nvSpPr>
        <p:spPr bwMode="auto">
          <a:xfrm>
            <a:off x="2707196" y="2561717"/>
            <a:ext cx="1944687" cy="21590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114" name="Rectangle 117">
            <a:extLst>
              <a:ext uri="{FF2B5EF4-FFF2-40B4-BE49-F238E27FC236}">
                <a16:creationId xmlns:a16="http://schemas.microsoft.com/office/drawing/2014/main" id="{E7E5B6A9-AC42-9749-96FE-2B9455DB32E7}"/>
              </a:ext>
            </a:extLst>
          </p:cNvPr>
          <p:cNvSpPr>
            <a:spLocks noChangeArrowheads="1"/>
          </p:cNvSpPr>
          <p:nvPr/>
        </p:nvSpPr>
        <p:spPr bwMode="auto">
          <a:xfrm>
            <a:off x="2707196" y="4720717"/>
            <a:ext cx="1944687" cy="21590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115" name="Rectangle 118">
            <a:extLst>
              <a:ext uri="{FF2B5EF4-FFF2-40B4-BE49-F238E27FC236}">
                <a16:creationId xmlns:a16="http://schemas.microsoft.com/office/drawing/2014/main" id="{20ED6C8C-54C5-0048-AE78-38C433BC5391}"/>
              </a:ext>
            </a:extLst>
          </p:cNvPr>
          <p:cNvSpPr>
            <a:spLocks noChangeArrowheads="1"/>
          </p:cNvSpPr>
          <p:nvPr/>
        </p:nvSpPr>
        <p:spPr bwMode="auto">
          <a:xfrm>
            <a:off x="2707196" y="5081080"/>
            <a:ext cx="1944687" cy="21590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116" name="Rectangle 119">
            <a:extLst>
              <a:ext uri="{FF2B5EF4-FFF2-40B4-BE49-F238E27FC236}">
                <a16:creationId xmlns:a16="http://schemas.microsoft.com/office/drawing/2014/main" id="{D88271F9-915E-D249-BBA2-450DCBA044DA}"/>
              </a:ext>
            </a:extLst>
          </p:cNvPr>
          <p:cNvSpPr>
            <a:spLocks noChangeArrowheads="1"/>
          </p:cNvSpPr>
          <p:nvPr/>
        </p:nvSpPr>
        <p:spPr bwMode="auto">
          <a:xfrm>
            <a:off x="2707196" y="5441442"/>
            <a:ext cx="1944687" cy="21590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pt-BR" altLang="pt-BR"/>
          </a:p>
        </p:txBody>
      </p:sp>
      <p:sp>
        <p:nvSpPr>
          <p:cNvPr id="117" name="Oval 120">
            <a:extLst>
              <a:ext uri="{FF2B5EF4-FFF2-40B4-BE49-F238E27FC236}">
                <a16:creationId xmlns:a16="http://schemas.microsoft.com/office/drawing/2014/main" id="{AD9F96D4-C234-494B-9DC5-4C2B5A63821E}"/>
              </a:ext>
            </a:extLst>
          </p:cNvPr>
          <p:cNvSpPr>
            <a:spLocks noChangeArrowheads="1"/>
          </p:cNvSpPr>
          <p:nvPr/>
        </p:nvSpPr>
        <p:spPr bwMode="auto">
          <a:xfrm>
            <a:off x="5948871" y="5009642"/>
            <a:ext cx="2735262" cy="431800"/>
          </a:xfrm>
          <a:prstGeom prst="ellipse">
            <a:avLst/>
          </a:prstGeom>
          <a:noFill/>
          <a:ln w="28575">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pt-BR" altLang="pt-BR" b="1">
              <a:solidFill>
                <a:srgbClr val="CC3300"/>
              </a:solidFill>
            </a:endParaRPr>
          </a:p>
        </p:txBody>
      </p:sp>
      <p:sp>
        <p:nvSpPr>
          <p:cNvPr id="118" name="AutoShape 122">
            <a:extLst>
              <a:ext uri="{FF2B5EF4-FFF2-40B4-BE49-F238E27FC236}">
                <a16:creationId xmlns:a16="http://schemas.microsoft.com/office/drawing/2014/main" id="{760EF7CA-B677-8342-9A91-DE65EEF55986}"/>
              </a:ext>
            </a:extLst>
          </p:cNvPr>
          <p:cNvSpPr>
            <a:spLocks noGrp="1" noChangeArrowheads="1"/>
          </p:cNvSpPr>
          <p:nvPr>
            <p:ph type="title"/>
          </p:nvPr>
        </p:nvSpPr>
        <p:spPr>
          <a:xfrm>
            <a:off x="2851658" y="474155"/>
            <a:ext cx="7493000" cy="636587"/>
          </a:xfrm>
          <a:noFill/>
        </p:spPr>
        <p:txBody>
          <a:bodyPr/>
          <a:lstStyle/>
          <a:p>
            <a:pPr algn="ctr" eaLnBrk="1" hangingPunct="1"/>
            <a:r>
              <a:rPr lang="pt-BR" altLang="pt-BR" sz="2400"/>
              <a:t>ONDE ESTÁ O PDP </a:t>
            </a:r>
          </a:p>
        </p:txBody>
      </p:sp>
    </p:spTree>
    <p:extLst>
      <p:ext uri="{BB962C8B-B14F-4D97-AF65-F5344CB8AC3E}">
        <p14:creationId xmlns:p14="http://schemas.microsoft.com/office/powerpoint/2010/main" val="18745226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54">
            <a:extLst>
              <a:ext uri="{FF2B5EF4-FFF2-40B4-BE49-F238E27FC236}">
                <a16:creationId xmlns:a16="http://schemas.microsoft.com/office/drawing/2014/main" id="{70232F13-144D-CC40-8E44-76DC090082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2366" y="840677"/>
            <a:ext cx="9387268" cy="4883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6">
            <a:extLst>
              <a:ext uri="{FF2B5EF4-FFF2-40B4-BE49-F238E27FC236}">
                <a16:creationId xmlns:a16="http://schemas.microsoft.com/office/drawing/2014/main" id="{6FD44A06-C5B2-AB44-929C-E5E5BC4BCF36}"/>
              </a:ext>
            </a:extLst>
          </p:cNvPr>
          <p:cNvSpPr txBox="1">
            <a:spLocks noChangeArrowheads="1"/>
          </p:cNvSpPr>
          <p:nvPr/>
        </p:nvSpPr>
        <p:spPr bwMode="auto">
          <a:xfrm>
            <a:off x="2932557" y="5797867"/>
            <a:ext cx="7296150" cy="904875"/>
          </a:xfrm>
          <a:prstGeom prst="rect">
            <a:avLst/>
          </a:prstGeom>
          <a:noFill/>
          <a:ln>
            <a:noFill/>
          </a:ln>
        </p:spPr>
        <p:txBody>
          <a:bodyPr wrap="square" anchor="ctr">
            <a:no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pt-BR" altLang="pt-BR" sz="1300" dirty="0">
                <a:solidFill>
                  <a:srgbClr val="FFFFFF"/>
                </a:solidFill>
              </a:rPr>
              <a:t>Fonte</a:t>
            </a:r>
            <a:r>
              <a:rPr lang="pt-BR" altLang="pt-BR" sz="1300" dirty="0"/>
              <a:t>: </a:t>
            </a:r>
            <a:r>
              <a:rPr lang="pt-BR" altLang="pt-BR" sz="1300" dirty="0" err="1"/>
              <a:t>Rozenfeld</a:t>
            </a:r>
            <a:r>
              <a:rPr lang="pt-BR" altLang="pt-BR" sz="1300" dirty="0"/>
              <a:t> et al (2006) </a:t>
            </a:r>
          </a:p>
        </p:txBody>
      </p:sp>
    </p:spTree>
    <p:extLst>
      <p:ext uri="{BB962C8B-B14F-4D97-AF65-F5344CB8AC3E}">
        <p14:creationId xmlns:p14="http://schemas.microsoft.com/office/powerpoint/2010/main" val="1224231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CaixaDeTexto 1">
            <a:extLst>
              <a:ext uri="{FF2B5EF4-FFF2-40B4-BE49-F238E27FC236}">
                <a16:creationId xmlns:a16="http://schemas.microsoft.com/office/drawing/2014/main" id="{21C9F837-AEE4-FD41-A96E-A9F15BE04368}"/>
              </a:ext>
            </a:extLst>
          </p:cNvPr>
          <p:cNvSpPr txBox="1">
            <a:spLocks noChangeArrowheads="1"/>
          </p:cNvSpPr>
          <p:nvPr/>
        </p:nvSpPr>
        <p:spPr bwMode="auto">
          <a:xfrm>
            <a:off x="1447800" y="1244600"/>
            <a:ext cx="7010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r>
              <a:rPr lang="pt-BR" altLang="pt-BR" sz="2400" b="1" dirty="0"/>
              <a:t>MODELO DO DIAMANTE DUPLO</a:t>
            </a:r>
          </a:p>
        </p:txBody>
      </p:sp>
      <p:sp>
        <p:nvSpPr>
          <p:cNvPr id="25602" name="Retângulo 3">
            <a:extLst>
              <a:ext uri="{FF2B5EF4-FFF2-40B4-BE49-F238E27FC236}">
                <a16:creationId xmlns:a16="http://schemas.microsoft.com/office/drawing/2014/main" id="{C6FE0480-F5B8-934C-A192-FE48D4DEFDC4}"/>
              </a:ext>
            </a:extLst>
          </p:cNvPr>
          <p:cNvSpPr>
            <a:spLocks noChangeArrowheads="1"/>
          </p:cNvSpPr>
          <p:nvPr/>
        </p:nvSpPr>
        <p:spPr bwMode="auto">
          <a:xfrm>
            <a:off x="1104900" y="1990726"/>
            <a:ext cx="76962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r>
              <a:rPr lang="pt-BR" altLang="pt-BR" sz="1800" dirty="0"/>
              <a:t>O diagrama do diamante duplo foi desenvolvido através de uma pesquisa interna no Design </a:t>
            </a:r>
            <a:r>
              <a:rPr lang="pt-BR" altLang="pt-BR" sz="1800" dirty="0" err="1"/>
              <a:t>Council</a:t>
            </a:r>
            <a:r>
              <a:rPr lang="pt-BR" altLang="pt-BR" sz="1800" dirty="0"/>
              <a:t> em 2005 como uma maneira gráfica simples de descrever o processo de design.</a:t>
            </a:r>
          </a:p>
        </p:txBody>
      </p:sp>
      <p:sp>
        <p:nvSpPr>
          <p:cNvPr id="25603" name="Retângulo 4">
            <a:extLst>
              <a:ext uri="{FF2B5EF4-FFF2-40B4-BE49-F238E27FC236}">
                <a16:creationId xmlns:a16="http://schemas.microsoft.com/office/drawing/2014/main" id="{2DAFD92A-7485-0947-8611-08426AF20413}"/>
              </a:ext>
            </a:extLst>
          </p:cNvPr>
          <p:cNvSpPr>
            <a:spLocks noChangeArrowheads="1"/>
          </p:cNvSpPr>
          <p:nvPr/>
        </p:nvSpPr>
        <p:spPr bwMode="auto">
          <a:xfrm>
            <a:off x="521044" y="3177533"/>
            <a:ext cx="2286000"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algn="just">
              <a:spcBef>
                <a:spcPct val="0"/>
              </a:spcBef>
              <a:buClrTx/>
              <a:buSzTx/>
              <a:buFontTx/>
              <a:buNone/>
            </a:pPr>
            <a:r>
              <a:rPr lang="pt-BR" altLang="pt-BR" sz="1400" dirty="0"/>
              <a:t>Dividido em quatro fases distintas, descobrir, definir, desenvolver e entregar, ele mapeia estágios convergentes e divergentes </a:t>
            </a:r>
            <a:r>
              <a:rPr lang="pt-BR" altLang="pt-BR" sz="1200" dirty="0"/>
              <a:t>do</a:t>
            </a:r>
            <a:r>
              <a:rPr lang="pt-BR" altLang="pt-BR" sz="1400" dirty="0"/>
              <a:t> processo de design, mostrando os diferentes modos de pensamento dos designers.</a:t>
            </a:r>
          </a:p>
        </p:txBody>
      </p:sp>
      <p:pic>
        <p:nvPicPr>
          <p:cNvPr id="25604" name="Picture 2">
            <a:extLst>
              <a:ext uri="{FF2B5EF4-FFF2-40B4-BE49-F238E27FC236}">
                <a16:creationId xmlns:a16="http://schemas.microsoft.com/office/drawing/2014/main" id="{33B1E869-72D9-E340-A2AC-C0FEBC3990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199" y="2811829"/>
            <a:ext cx="5496697" cy="3477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5605" name="Conector reto 7">
            <a:extLst>
              <a:ext uri="{FF2B5EF4-FFF2-40B4-BE49-F238E27FC236}">
                <a16:creationId xmlns:a16="http://schemas.microsoft.com/office/drawing/2014/main" id="{9B79CAEF-AC6A-434C-94ED-A67974419B67}"/>
              </a:ext>
            </a:extLst>
          </p:cNvPr>
          <p:cNvCxnSpPr>
            <a:cxnSpLocks noChangeShapeType="1"/>
          </p:cNvCxnSpPr>
          <p:nvPr/>
        </p:nvCxnSpPr>
        <p:spPr bwMode="auto">
          <a:xfrm>
            <a:off x="6019800" y="3276600"/>
            <a:ext cx="0" cy="2743200"/>
          </a:xfrm>
          <a:prstGeom prst="line">
            <a:avLst/>
          </a:prstGeom>
          <a:noFill/>
          <a:ln w="12700">
            <a:solidFill>
              <a:srgbClr val="FF0000"/>
            </a:solidFill>
            <a:prstDash val="lgDash"/>
            <a:round/>
            <a:headEnd type="none" w="sm" len="sm"/>
            <a:tailEnd type="none" w="sm" len="sm"/>
          </a:ln>
          <a:extLst>
            <a:ext uri="{909E8E84-426E-40DD-AFC4-6F175D3DCCD1}">
              <a14:hiddenFill xmlns:a14="http://schemas.microsoft.com/office/drawing/2010/main">
                <a:noFill/>
              </a14:hiddenFill>
            </a:ext>
          </a:extLst>
        </p:spPr>
      </p:cxnSp>
      <p:cxnSp>
        <p:nvCxnSpPr>
          <p:cNvPr id="25606" name="Conector reto 8">
            <a:extLst>
              <a:ext uri="{FF2B5EF4-FFF2-40B4-BE49-F238E27FC236}">
                <a16:creationId xmlns:a16="http://schemas.microsoft.com/office/drawing/2014/main" id="{EC448C16-E2D4-BC48-BB71-107019836EDF}"/>
              </a:ext>
            </a:extLst>
          </p:cNvPr>
          <p:cNvCxnSpPr>
            <a:cxnSpLocks noChangeShapeType="1"/>
          </p:cNvCxnSpPr>
          <p:nvPr/>
        </p:nvCxnSpPr>
        <p:spPr bwMode="auto">
          <a:xfrm>
            <a:off x="8458200" y="3200400"/>
            <a:ext cx="0" cy="2743200"/>
          </a:xfrm>
          <a:prstGeom prst="line">
            <a:avLst/>
          </a:prstGeom>
          <a:noFill/>
          <a:ln w="12700">
            <a:solidFill>
              <a:srgbClr val="FF0000"/>
            </a:solidFill>
            <a:prstDash val="lgDash"/>
            <a:round/>
            <a:headEnd type="none" w="sm" len="sm"/>
            <a:tailEnd type="none" w="sm" len="sm"/>
          </a:ln>
          <a:extLst>
            <a:ext uri="{909E8E84-426E-40DD-AFC4-6F175D3DCCD1}">
              <a14:hiddenFill xmlns:a14="http://schemas.microsoft.com/office/drawing/2010/main">
                <a:noFill/>
              </a14:hiddenFill>
            </a:ext>
          </a:extLst>
        </p:spPr>
      </p:cxnSp>
      <p:sp>
        <p:nvSpPr>
          <p:cNvPr id="25607" name="Rectangle 1">
            <a:extLst>
              <a:ext uri="{FF2B5EF4-FFF2-40B4-BE49-F238E27FC236}">
                <a16:creationId xmlns:a16="http://schemas.microsoft.com/office/drawing/2014/main" id="{C12071C6-3E70-9546-97A4-DF89C945C757}"/>
              </a:ext>
            </a:extLst>
          </p:cNvPr>
          <p:cNvSpPr>
            <a:spLocks noChangeArrowheads="1"/>
          </p:cNvSpPr>
          <p:nvPr/>
        </p:nvSpPr>
        <p:spPr bwMode="auto">
          <a:xfrm>
            <a:off x="5027140" y="227012"/>
            <a:ext cx="7924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r>
              <a:rPr lang="en-US" altLang="pt-BR" sz="1800" dirty="0"/>
              <a:t>http://</a:t>
            </a:r>
            <a:r>
              <a:rPr lang="en-US" altLang="pt-BR" sz="1800" dirty="0" err="1"/>
              <a:t>www.designcouncil.org.uk</a:t>
            </a:r>
            <a:r>
              <a:rPr lang="en-US" altLang="pt-BR" sz="1800" dirty="0"/>
              <a:t>/knowledge-resources/guide/design-methods-developing-services</a:t>
            </a:r>
          </a:p>
        </p:txBody>
      </p:sp>
    </p:spTree>
    <p:extLst>
      <p:ext uri="{BB962C8B-B14F-4D97-AF65-F5344CB8AC3E}">
        <p14:creationId xmlns:p14="http://schemas.microsoft.com/office/powerpoint/2010/main" val="3346776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2">
            <a:extLst>
              <a:ext uri="{FF2B5EF4-FFF2-40B4-BE49-F238E27FC236}">
                <a16:creationId xmlns:a16="http://schemas.microsoft.com/office/drawing/2014/main" id="{84DA9BE1-DCFB-EA45-B75B-B373D614149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9" name="Imagem 8">
            <a:extLst>
              <a:ext uri="{FF2B5EF4-FFF2-40B4-BE49-F238E27FC236}">
                <a16:creationId xmlns:a16="http://schemas.microsoft.com/office/drawing/2014/main" id="{4EF0C1B5-5F8F-1140-BB4C-E71C2DC6BC0E}"/>
              </a:ext>
            </a:extLst>
          </p:cNvPr>
          <p:cNvPicPr>
            <a:picLocks noChangeAspect="1"/>
          </p:cNvPicPr>
          <p:nvPr/>
        </p:nvPicPr>
        <p:blipFill>
          <a:blip r:embed="rId2"/>
          <a:stretch>
            <a:fillRect/>
          </a:stretch>
        </p:blipFill>
        <p:spPr>
          <a:xfrm>
            <a:off x="873285" y="316276"/>
            <a:ext cx="7832327" cy="5874245"/>
          </a:xfrm>
          <a:prstGeom prst="rect">
            <a:avLst/>
          </a:prstGeom>
          <a:ln w="57150">
            <a:solidFill>
              <a:srgbClr val="FFC000"/>
            </a:solidFill>
          </a:ln>
        </p:spPr>
      </p:pic>
      <p:sp>
        <p:nvSpPr>
          <p:cNvPr id="14" name="CaixaDeTexto 13">
            <a:extLst>
              <a:ext uri="{FF2B5EF4-FFF2-40B4-BE49-F238E27FC236}">
                <a16:creationId xmlns:a16="http://schemas.microsoft.com/office/drawing/2014/main" id="{B6C86ACF-78A9-264F-B1F8-F3CF36894AF9}"/>
              </a:ext>
            </a:extLst>
          </p:cNvPr>
          <p:cNvSpPr txBox="1"/>
          <p:nvPr/>
        </p:nvSpPr>
        <p:spPr>
          <a:xfrm>
            <a:off x="2743200" y="5835115"/>
            <a:ext cx="3759200" cy="369332"/>
          </a:xfrm>
          <a:prstGeom prst="rect">
            <a:avLst/>
          </a:prstGeom>
          <a:noFill/>
        </p:spPr>
        <p:txBody>
          <a:bodyPr wrap="square" rtlCol="0">
            <a:spAutoFit/>
          </a:bodyPr>
          <a:lstStyle/>
          <a:p>
            <a:r>
              <a:rPr lang="pt-BR" b="1" dirty="0"/>
              <a:t>MODELO EM “V” </a:t>
            </a:r>
          </a:p>
        </p:txBody>
      </p:sp>
      <p:sp>
        <p:nvSpPr>
          <p:cNvPr id="16" name="CaixaDeTexto 15">
            <a:extLst>
              <a:ext uri="{FF2B5EF4-FFF2-40B4-BE49-F238E27FC236}">
                <a16:creationId xmlns:a16="http://schemas.microsoft.com/office/drawing/2014/main" id="{77D88E8B-D53F-1540-B23F-34CFAD152F3F}"/>
              </a:ext>
            </a:extLst>
          </p:cNvPr>
          <p:cNvSpPr txBox="1"/>
          <p:nvPr/>
        </p:nvSpPr>
        <p:spPr>
          <a:xfrm>
            <a:off x="7390289" y="6357058"/>
            <a:ext cx="5347595" cy="369332"/>
          </a:xfrm>
          <a:prstGeom prst="rect">
            <a:avLst/>
          </a:prstGeom>
          <a:noFill/>
        </p:spPr>
        <p:txBody>
          <a:bodyPr wrap="square" rtlCol="0">
            <a:spAutoFit/>
          </a:bodyPr>
          <a:lstStyle/>
          <a:p>
            <a:r>
              <a:rPr lang="pt-BR" dirty="0"/>
              <a:t>FONTE: BRUSA, CALÁ, FERRETO (2018).</a:t>
            </a:r>
          </a:p>
        </p:txBody>
      </p:sp>
    </p:spTree>
    <p:extLst>
      <p:ext uri="{BB962C8B-B14F-4D97-AF65-F5344CB8AC3E}">
        <p14:creationId xmlns:p14="http://schemas.microsoft.com/office/powerpoint/2010/main" val="23075490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a:extLst>
              <a:ext uri="{FF2B5EF4-FFF2-40B4-BE49-F238E27FC236}">
                <a16:creationId xmlns:a16="http://schemas.microsoft.com/office/drawing/2014/main" id="{DC5DF6F3-C698-1B31-891D-9CBE808B4458}"/>
              </a:ext>
            </a:extLst>
          </p:cNvPr>
          <p:cNvPicPr>
            <a:picLocks noChangeAspect="1"/>
          </p:cNvPicPr>
          <p:nvPr/>
        </p:nvPicPr>
        <p:blipFill>
          <a:blip r:embed="rId2"/>
          <a:stretch>
            <a:fillRect/>
          </a:stretch>
        </p:blipFill>
        <p:spPr>
          <a:xfrm>
            <a:off x="3406785" y="1309178"/>
            <a:ext cx="6155669" cy="4616752"/>
          </a:xfrm>
          <a:prstGeom prst="rect">
            <a:avLst/>
          </a:prstGeom>
          <a:ln w="57150">
            <a:solidFill>
              <a:srgbClr val="FFC000"/>
            </a:solidFill>
          </a:ln>
        </p:spPr>
      </p:pic>
    </p:spTree>
    <p:extLst>
      <p:ext uri="{BB962C8B-B14F-4D97-AF65-F5344CB8AC3E}">
        <p14:creationId xmlns:p14="http://schemas.microsoft.com/office/powerpoint/2010/main" val="14760042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7" name="Picture 2">
            <a:extLst>
              <a:ext uri="{FF2B5EF4-FFF2-40B4-BE49-F238E27FC236}">
                <a16:creationId xmlns:a16="http://schemas.microsoft.com/office/drawing/2014/main" id="{BF2C9E90-FBFD-6F47-8910-FB0A3930F7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496" y="1261872"/>
            <a:ext cx="71247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3" name="Texto explicativo retangular com cantos arredondados 2">
            <a:extLst>
              <a:ext uri="{FF2B5EF4-FFF2-40B4-BE49-F238E27FC236}">
                <a16:creationId xmlns:a16="http://schemas.microsoft.com/office/drawing/2014/main" id="{0F1B568A-141D-CB45-A743-227128FE0B93}"/>
              </a:ext>
            </a:extLst>
          </p:cNvPr>
          <p:cNvSpPr/>
          <p:nvPr/>
        </p:nvSpPr>
        <p:spPr bwMode="auto">
          <a:xfrm>
            <a:off x="6254496" y="423672"/>
            <a:ext cx="4114800" cy="2362200"/>
          </a:xfrm>
          <a:prstGeom prst="wedgeRoundRectCallout">
            <a:avLst>
              <a:gd name="adj1" fmla="val -118068"/>
              <a:gd name="adj2" fmla="val 51226"/>
              <a:gd name="adj3" fmla="val 16667"/>
            </a:avLst>
          </a:prstGeom>
          <a:solidFill>
            <a:schemeClr val="accent2">
              <a:lumMod val="20000"/>
              <a:lumOff val="80000"/>
            </a:schemeClr>
          </a:solidFill>
          <a:ln w="12700" cap="flat" cmpd="sng" algn="ctr">
            <a:solidFill>
              <a:schemeClr val="tx1"/>
            </a:solidFill>
            <a:prstDash val="solid"/>
            <a:round/>
            <a:headEnd type="none" w="sm" len="sm"/>
            <a:tailEnd type="none" w="sm" len="sm"/>
          </a:ln>
          <a:effectLst/>
        </p:spPr>
        <p:txBody>
          <a:bodyPr/>
          <a:lstStyle>
            <a:lvl1pPr>
              <a:defRPr sz="2400">
                <a:solidFill>
                  <a:schemeClr val="tx1"/>
                </a:solidFill>
                <a:latin typeface="Tahoma" panose="020B0604030504040204" pitchFamily="34" charset="0"/>
                <a:ea typeface="ＭＳ Ｐゴシック" panose="020B0600070205080204" pitchFamily="34" charset="-128"/>
              </a:defRPr>
            </a:lvl1pPr>
            <a:lvl2pPr marL="742950" indent="-285750">
              <a:defRPr sz="2400">
                <a:solidFill>
                  <a:schemeClr val="tx1"/>
                </a:solidFill>
                <a:latin typeface="Tahoma" panose="020B0604030504040204" pitchFamily="34" charset="0"/>
                <a:ea typeface="ＭＳ Ｐゴシック" panose="020B0600070205080204" pitchFamily="34" charset="-128"/>
              </a:defRPr>
            </a:lvl2pPr>
            <a:lvl3pPr marL="1143000" indent="-228600">
              <a:defRPr sz="2400">
                <a:solidFill>
                  <a:schemeClr val="tx1"/>
                </a:solidFill>
                <a:latin typeface="Tahoma" panose="020B0604030504040204" pitchFamily="34" charset="0"/>
                <a:ea typeface="ＭＳ Ｐゴシック" panose="020B0600070205080204" pitchFamily="34" charset="-128"/>
              </a:defRPr>
            </a:lvl3pPr>
            <a:lvl4pPr marL="1600200" indent="-228600">
              <a:defRPr sz="2400">
                <a:solidFill>
                  <a:schemeClr val="tx1"/>
                </a:solidFill>
                <a:latin typeface="Tahoma" panose="020B0604030504040204" pitchFamily="34" charset="0"/>
                <a:ea typeface="ＭＳ Ｐゴシック" panose="020B0600070205080204" pitchFamily="34" charset="-128"/>
              </a:defRPr>
            </a:lvl4pPr>
            <a:lvl5pPr marL="2057400" indent="-22860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defRPr/>
            </a:pPr>
            <a:r>
              <a:rPr lang="pt-BR" altLang="pt-BR" sz="2000"/>
              <a:t>Objetivos </a:t>
            </a:r>
          </a:p>
          <a:p>
            <a:pPr>
              <a:defRPr/>
            </a:pPr>
            <a:r>
              <a:rPr lang="pt-BR" altLang="pt-BR" sz="2000"/>
              <a:t>- Identificar o problema, oportunidade ou necessidades</a:t>
            </a:r>
          </a:p>
          <a:p>
            <a:pPr>
              <a:buFontTx/>
              <a:buChar char="-"/>
              <a:defRPr/>
            </a:pPr>
            <a:r>
              <a:rPr lang="pt-BR" altLang="pt-BR" sz="2000"/>
              <a:t>Definir o espaço de solução</a:t>
            </a:r>
          </a:p>
          <a:p>
            <a:pPr>
              <a:buFontTx/>
              <a:buChar char="-"/>
              <a:defRPr/>
            </a:pPr>
            <a:r>
              <a:rPr lang="pt-BR" altLang="pt-BR" sz="2000"/>
              <a:t> Construir um rico espaço de conhecimento para inspiração e insights</a:t>
            </a:r>
          </a:p>
          <a:p>
            <a:pPr>
              <a:buFontTx/>
              <a:buChar char="-"/>
              <a:defRPr/>
            </a:pPr>
            <a:endParaRPr lang="pt-BR" altLang="pt-BR" sz="2000"/>
          </a:p>
          <a:p>
            <a:pPr>
              <a:defRPr/>
            </a:pPr>
            <a:r>
              <a:rPr lang="pt-BR" altLang="pt-BR" sz="2000"/>
              <a:t>  </a:t>
            </a:r>
          </a:p>
        </p:txBody>
      </p:sp>
      <p:sp>
        <p:nvSpPr>
          <p:cNvPr id="4" name="Texto explicativo retangular com cantos arredondados 3">
            <a:extLst>
              <a:ext uri="{FF2B5EF4-FFF2-40B4-BE49-F238E27FC236}">
                <a16:creationId xmlns:a16="http://schemas.microsoft.com/office/drawing/2014/main" id="{58D5413F-8686-904A-8787-A064937E53DB}"/>
              </a:ext>
            </a:extLst>
          </p:cNvPr>
          <p:cNvSpPr>
            <a:spLocks noChangeArrowheads="1"/>
          </p:cNvSpPr>
          <p:nvPr/>
        </p:nvSpPr>
        <p:spPr bwMode="auto">
          <a:xfrm>
            <a:off x="5873496" y="3243072"/>
            <a:ext cx="4114800" cy="2362200"/>
          </a:xfrm>
          <a:prstGeom prst="wedgeRoundRectCallout">
            <a:avLst>
              <a:gd name="adj1" fmla="val -112644"/>
              <a:gd name="adj2" fmla="val -45097"/>
              <a:gd name="adj3" fmla="val 16667"/>
            </a:avLst>
          </a:prstGeom>
          <a:solidFill>
            <a:srgbClr val="00FFFF"/>
          </a:solidFill>
          <a:ln w="12700">
            <a:solidFill>
              <a:schemeClr val="tx1"/>
            </a:solidFill>
            <a:round/>
            <a:headEnd type="none" w="sm" len="sm"/>
            <a:tailEnd type="none" w="sm" len="sm"/>
          </a:ln>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r>
              <a:rPr lang="pt-BR" altLang="pt-BR" sz="2000" u="sng"/>
              <a:t>Métodos e ferramentas:</a:t>
            </a:r>
          </a:p>
          <a:p>
            <a:pPr>
              <a:spcBef>
                <a:spcPct val="0"/>
              </a:spcBef>
              <a:buClrTx/>
              <a:buSzTx/>
              <a:buFontTx/>
              <a:buNone/>
            </a:pPr>
            <a:r>
              <a:rPr lang="pt-BR" altLang="pt-BR" sz="2000"/>
              <a:t>A exploração qualitativa quanto quantitativa métodos de pesquisa que podem promover melhor envolvimento do usuário e análise social e tendências econômicas sobre o projeto.</a:t>
            </a:r>
          </a:p>
          <a:p>
            <a:pPr>
              <a:spcBef>
                <a:spcPct val="0"/>
              </a:spcBef>
              <a:buClrTx/>
              <a:buSzTx/>
              <a:buFontTx/>
              <a:buChar char="-"/>
            </a:pPr>
            <a:endParaRPr lang="pt-BR" altLang="pt-BR" sz="2000"/>
          </a:p>
          <a:p>
            <a:pPr>
              <a:spcBef>
                <a:spcPct val="0"/>
              </a:spcBef>
              <a:buClrTx/>
              <a:buSzTx/>
              <a:buFontTx/>
              <a:buNone/>
            </a:pPr>
            <a:r>
              <a:rPr lang="pt-BR" altLang="pt-BR" sz="2000"/>
              <a:t>  </a:t>
            </a:r>
          </a:p>
        </p:txBody>
      </p:sp>
      <p:pic>
        <p:nvPicPr>
          <p:cNvPr id="6" name="Picture 2">
            <a:extLst>
              <a:ext uri="{FF2B5EF4-FFF2-40B4-BE49-F238E27FC236}">
                <a16:creationId xmlns:a16="http://schemas.microsoft.com/office/drawing/2014/main" id="{8E3DBEBA-55AF-7B4C-8FC0-83A6A64A1C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0696" y="3852672"/>
            <a:ext cx="2209800" cy="22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Tree>
    <p:extLst>
      <p:ext uri="{BB962C8B-B14F-4D97-AF65-F5344CB8AC3E}">
        <p14:creationId xmlns:p14="http://schemas.microsoft.com/office/powerpoint/2010/main" val="34145733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ox(in)">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riângulo 10">
            <a:extLst>
              <a:ext uri="{FF2B5EF4-FFF2-40B4-BE49-F238E27FC236}">
                <a16:creationId xmlns:a16="http://schemas.microsoft.com/office/drawing/2014/main" id="{F073C78F-0B7C-E449-84D0-B63AB1BCE5C6}"/>
              </a:ext>
            </a:extLst>
          </p:cNvPr>
          <p:cNvSpPr/>
          <p:nvPr/>
        </p:nvSpPr>
        <p:spPr>
          <a:xfrm rot="18574956">
            <a:off x="1110474" y="1966523"/>
            <a:ext cx="4029088" cy="2106953"/>
          </a:xfrm>
          <a:prstGeom prst="triangle">
            <a:avLst>
              <a:gd name="adj" fmla="val 55591"/>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Triângulo 7">
            <a:extLst>
              <a:ext uri="{FF2B5EF4-FFF2-40B4-BE49-F238E27FC236}">
                <a16:creationId xmlns:a16="http://schemas.microsoft.com/office/drawing/2014/main" id="{628D8690-3353-0844-9409-689C931992A7}"/>
              </a:ext>
            </a:extLst>
          </p:cNvPr>
          <p:cNvSpPr/>
          <p:nvPr/>
        </p:nvSpPr>
        <p:spPr>
          <a:xfrm>
            <a:off x="2687586" y="2138643"/>
            <a:ext cx="5009412" cy="2986250"/>
          </a:xfrm>
          <a:prstGeom prst="triangle">
            <a:avLst>
              <a:gd name="adj" fmla="val 50643"/>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9">
            <a:extLst>
              <a:ext uri="{FF2B5EF4-FFF2-40B4-BE49-F238E27FC236}">
                <a16:creationId xmlns:a16="http://schemas.microsoft.com/office/drawing/2014/main" id="{9FBFE7D8-A831-004D-84A2-4BC1BFFF13A5}"/>
              </a:ext>
            </a:extLst>
          </p:cNvPr>
          <p:cNvSpPr/>
          <p:nvPr/>
        </p:nvSpPr>
        <p:spPr>
          <a:xfrm>
            <a:off x="7631277" y="1949091"/>
            <a:ext cx="528202" cy="30196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13">
            <a:extLst>
              <a:ext uri="{FF2B5EF4-FFF2-40B4-BE49-F238E27FC236}">
                <a16:creationId xmlns:a16="http://schemas.microsoft.com/office/drawing/2014/main" id="{BC46E787-8204-2642-9B79-E8195D849E22}"/>
              </a:ext>
            </a:extLst>
          </p:cNvPr>
          <p:cNvSpPr/>
          <p:nvPr/>
        </p:nvSpPr>
        <p:spPr>
          <a:xfrm>
            <a:off x="2229899" y="2094965"/>
            <a:ext cx="669868" cy="31489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Triângulo 15">
            <a:extLst>
              <a:ext uri="{FF2B5EF4-FFF2-40B4-BE49-F238E27FC236}">
                <a16:creationId xmlns:a16="http://schemas.microsoft.com/office/drawing/2014/main" id="{25BA43F9-1047-7D47-BBB2-A541258211A5}"/>
              </a:ext>
            </a:extLst>
          </p:cNvPr>
          <p:cNvSpPr/>
          <p:nvPr/>
        </p:nvSpPr>
        <p:spPr>
          <a:xfrm rot="18407637">
            <a:off x="1091674" y="1682091"/>
            <a:ext cx="3986549" cy="2513013"/>
          </a:xfrm>
          <a:prstGeom prst="triangle">
            <a:avLst>
              <a:gd name="adj" fmla="val 5512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Título 1">
            <a:extLst>
              <a:ext uri="{FF2B5EF4-FFF2-40B4-BE49-F238E27FC236}">
                <a16:creationId xmlns:a16="http://schemas.microsoft.com/office/drawing/2014/main" id="{6A341C78-F376-1744-8531-3B8273D0FDDD}"/>
              </a:ext>
            </a:extLst>
          </p:cNvPr>
          <p:cNvSpPr>
            <a:spLocks noGrp="1"/>
          </p:cNvSpPr>
          <p:nvPr>
            <p:ph type="title"/>
          </p:nvPr>
        </p:nvSpPr>
        <p:spPr/>
        <p:txBody>
          <a:bodyPr/>
          <a:lstStyle/>
          <a:p>
            <a:r>
              <a:rPr lang="pt-BR" sz="2800" b="1" dirty="0"/>
              <a:t>PRINCÍPIOS</a:t>
            </a:r>
            <a:br>
              <a:rPr lang="pt-BR" sz="2800" b="1" dirty="0"/>
            </a:br>
            <a:endParaRPr lang="es-ES" sz="2800" dirty="0"/>
          </a:p>
        </p:txBody>
      </p:sp>
      <p:pic>
        <p:nvPicPr>
          <p:cNvPr id="21" name="Imagem 20">
            <a:extLst>
              <a:ext uri="{FF2B5EF4-FFF2-40B4-BE49-F238E27FC236}">
                <a16:creationId xmlns:a16="http://schemas.microsoft.com/office/drawing/2014/main" id="{853E0BB2-0BC8-7D4C-B6E1-4C06D9C94EA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7022" y="316276"/>
            <a:ext cx="1635529" cy="944492"/>
          </a:xfrm>
          <a:prstGeom prst="rect">
            <a:avLst/>
          </a:prstGeom>
        </p:spPr>
      </p:pic>
      <p:sp>
        <p:nvSpPr>
          <p:cNvPr id="23" name="CaixaDeTexto 22">
            <a:extLst>
              <a:ext uri="{FF2B5EF4-FFF2-40B4-BE49-F238E27FC236}">
                <a16:creationId xmlns:a16="http://schemas.microsoft.com/office/drawing/2014/main" id="{E44F8AE0-DD32-1344-9FF7-B405FB231E4C}"/>
              </a:ext>
            </a:extLst>
          </p:cNvPr>
          <p:cNvSpPr txBox="1"/>
          <p:nvPr/>
        </p:nvSpPr>
        <p:spPr>
          <a:xfrm>
            <a:off x="5169374" y="1263449"/>
            <a:ext cx="5967884" cy="461665"/>
          </a:xfrm>
          <a:prstGeom prst="rect">
            <a:avLst/>
          </a:prstGeom>
          <a:noFill/>
        </p:spPr>
        <p:txBody>
          <a:bodyPr wrap="square" rtlCol="0">
            <a:spAutoFit/>
          </a:bodyPr>
          <a:lstStyle/>
          <a:p>
            <a:pPr algn="ctr"/>
            <a:r>
              <a:rPr lang="pt-BR" sz="2400" b="1" dirty="0"/>
              <a:t>CENTRADA EM FATORES HUMANOS</a:t>
            </a:r>
          </a:p>
        </p:txBody>
      </p:sp>
      <p:pic>
        <p:nvPicPr>
          <p:cNvPr id="2050" name="Picture 2" descr="Alterando A Sua Perspectiva de Realidade - CJ Comunicação e Consultoria">
            <a:extLst>
              <a:ext uri="{FF2B5EF4-FFF2-40B4-BE49-F238E27FC236}">
                <a16:creationId xmlns:a16="http://schemas.microsoft.com/office/drawing/2014/main" id="{1C9A6E98-AEA4-784D-B239-AE849A8E7E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4847" y="2653746"/>
            <a:ext cx="2830450" cy="2521241"/>
          </a:xfrm>
          <a:prstGeom prst="rect">
            <a:avLst/>
          </a:prstGeom>
          <a:noFill/>
          <a:extLst>
            <a:ext uri="{909E8E84-426E-40DD-AFC4-6F175D3DCCD1}">
              <a14:hiddenFill xmlns:a14="http://schemas.microsoft.com/office/drawing/2010/main">
                <a:solidFill>
                  <a:srgbClr val="FFFFFF"/>
                </a:solidFill>
              </a14:hiddenFill>
            </a:ext>
          </a:extLst>
        </p:spPr>
      </p:pic>
      <p:sp>
        <p:nvSpPr>
          <p:cNvPr id="30" name="CaixaDeTexto 29">
            <a:extLst>
              <a:ext uri="{FF2B5EF4-FFF2-40B4-BE49-F238E27FC236}">
                <a16:creationId xmlns:a16="http://schemas.microsoft.com/office/drawing/2014/main" id="{6DADDFF4-347A-A243-8BFC-D7584F96C539}"/>
              </a:ext>
            </a:extLst>
          </p:cNvPr>
          <p:cNvSpPr txBox="1"/>
          <p:nvPr/>
        </p:nvSpPr>
        <p:spPr>
          <a:xfrm>
            <a:off x="7776203" y="2742709"/>
            <a:ext cx="1162036" cy="646331"/>
          </a:xfrm>
          <a:prstGeom prst="rect">
            <a:avLst/>
          </a:prstGeom>
          <a:noFill/>
        </p:spPr>
        <p:txBody>
          <a:bodyPr wrap="square" rtlCol="0">
            <a:spAutoFit/>
          </a:bodyPr>
          <a:lstStyle/>
          <a:p>
            <a:r>
              <a:rPr lang="pt-BR" dirty="0">
                <a:solidFill>
                  <a:schemeClr val="bg1"/>
                </a:solidFill>
              </a:rPr>
              <a:t>Design de interação</a:t>
            </a:r>
          </a:p>
        </p:txBody>
      </p:sp>
      <p:sp>
        <p:nvSpPr>
          <p:cNvPr id="31" name="Retângulo 30">
            <a:extLst>
              <a:ext uri="{FF2B5EF4-FFF2-40B4-BE49-F238E27FC236}">
                <a16:creationId xmlns:a16="http://schemas.microsoft.com/office/drawing/2014/main" id="{8B692259-9724-F143-A6AF-60F13139B556}"/>
              </a:ext>
            </a:extLst>
          </p:cNvPr>
          <p:cNvSpPr/>
          <p:nvPr/>
        </p:nvSpPr>
        <p:spPr>
          <a:xfrm>
            <a:off x="7185742" y="2666930"/>
            <a:ext cx="1982287" cy="774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Práticas em projeto (Design) </a:t>
            </a:r>
          </a:p>
        </p:txBody>
      </p:sp>
      <p:sp>
        <p:nvSpPr>
          <p:cNvPr id="33" name="Retângulo 32">
            <a:extLst>
              <a:ext uri="{FF2B5EF4-FFF2-40B4-BE49-F238E27FC236}">
                <a16:creationId xmlns:a16="http://schemas.microsoft.com/office/drawing/2014/main" id="{E00A3BC8-F2DF-7E4D-A761-7E70670FE82D}"/>
              </a:ext>
            </a:extLst>
          </p:cNvPr>
          <p:cNvSpPr/>
          <p:nvPr/>
        </p:nvSpPr>
        <p:spPr>
          <a:xfrm>
            <a:off x="9297994" y="1838768"/>
            <a:ext cx="1982287" cy="774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Sistemas de informação</a:t>
            </a:r>
          </a:p>
        </p:txBody>
      </p:sp>
      <p:sp>
        <p:nvSpPr>
          <p:cNvPr id="34" name="Retângulo 33">
            <a:extLst>
              <a:ext uri="{FF2B5EF4-FFF2-40B4-BE49-F238E27FC236}">
                <a16:creationId xmlns:a16="http://schemas.microsoft.com/office/drawing/2014/main" id="{1BFDFBDB-8A06-D641-B075-92A52C675063}"/>
              </a:ext>
            </a:extLst>
          </p:cNvPr>
          <p:cNvSpPr/>
          <p:nvPr/>
        </p:nvSpPr>
        <p:spPr>
          <a:xfrm>
            <a:off x="9310697" y="2705217"/>
            <a:ext cx="1956892" cy="11401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Trabalho cooperativo suportado por computador</a:t>
            </a:r>
          </a:p>
        </p:txBody>
      </p:sp>
      <p:sp>
        <p:nvSpPr>
          <p:cNvPr id="35" name="Retângulo 34">
            <a:extLst>
              <a:ext uri="{FF2B5EF4-FFF2-40B4-BE49-F238E27FC236}">
                <a16:creationId xmlns:a16="http://schemas.microsoft.com/office/drawing/2014/main" id="{384AE346-33B3-B14E-91A4-E22D2B4B1F1D}"/>
              </a:ext>
            </a:extLst>
          </p:cNvPr>
          <p:cNvSpPr/>
          <p:nvPr/>
        </p:nvSpPr>
        <p:spPr>
          <a:xfrm>
            <a:off x="7162173" y="1844108"/>
            <a:ext cx="1982287" cy="7182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Engenharia cognitiva</a:t>
            </a:r>
          </a:p>
        </p:txBody>
      </p:sp>
      <p:sp>
        <p:nvSpPr>
          <p:cNvPr id="36" name="Retângulo 35">
            <a:extLst>
              <a:ext uri="{FF2B5EF4-FFF2-40B4-BE49-F238E27FC236}">
                <a16:creationId xmlns:a16="http://schemas.microsoft.com/office/drawing/2014/main" id="{21823BAE-49CA-2841-9216-55BC061411B0}"/>
              </a:ext>
            </a:extLst>
          </p:cNvPr>
          <p:cNvSpPr/>
          <p:nvPr/>
        </p:nvSpPr>
        <p:spPr>
          <a:xfrm>
            <a:off x="7185742" y="3565720"/>
            <a:ext cx="1982287" cy="5276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Ergonomia</a:t>
            </a:r>
          </a:p>
        </p:txBody>
      </p:sp>
      <p:sp>
        <p:nvSpPr>
          <p:cNvPr id="38" name="Retângulo 37">
            <a:extLst>
              <a:ext uri="{FF2B5EF4-FFF2-40B4-BE49-F238E27FC236}">
                <a16:creationId xmlns:a16="http://schemas.microsoft.com/office/drawing/2014/main" id="{676BFECD-9AB0-894A-8109-F480F6ACD219}"/>
              </a:ext>
            </a:extLst>
          </p:cNvPr>
          <p:cNvSpPr/>
          <p:nvPr/>
        </p:nvSpPr>
        <p:spPr>
          <a:xfrm>
            <a:off x="5213664" y="1844108"/>
            <a:ext cx="1885480" cy="537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Psicologia </a:t>
            </a:r>
          </a:p>
        </p:txBody>
      </p:sp>
      <p:sp>
        <p:nvSpPr>
          <p:cNvPr id="39" name="Retângulo 38">
            <a:extLst>
              <a:ext uri="{FF2B5EF4-FFF2-40B4-BE49-F238E27FC236}">
                <a16:creationId xmlns:a16="http://schemas.microsoft.com/office/drawing/2014/main" id="{9C284435-D3AE-F24B-ABBB-5D15ED3717D6}"/>
              </a:ext>
            </a:extLst>
          </p:cNvPr>
          <p:cNvSpPr/>
          <p:nvPr/>
        </p:nvSpPr>
        <p:spPr>
          <a:xfrm>
            <a:off x="5214759" y="2486902"/>
            <a:ext cx="1885480" cy="537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Ciências sociais </a:t>
            </a:r>
          </a:p>
        </p:txBody>
      </p:sp>
      <p:sp>
        <p:nvSpPr>
          <p:cNvPr id="40" name="Retângulo 39">
            <a:extLst>
              <a:ext uri="{FF2B5EF4-FFF2-40B4-BE49-F238E27FC236}">
                <a16:creationId xmlns:a16="http://schemas.microsoft.com/office/drawing/2014/main" id="{6741C686-FC80-2846-8A50-1677BCE5ACD0}"/>
              </a:ext>
            </a:extLst>
          </p:cNvPr>
          <p:cNvSpPr/>
          <p:nvPr/>
        </p:nvSpPr>
        <p:spPr>
          <a:xfrm>
            <a:off x="5233937" y="3183739"/>
            <a:ext cx="1885480" cy="537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Computação</a:t>
            </a:r>
          </a:p>
        </p:txBody>
      </p:sp>
      <p:sp>
        <p:nvSpPr>
          <p:cNvPr id="41" name="Retângulo 40">
            <a:extLst>
              <a:ext uri="{FF2B5EF4-FFF2-40B4-BE49-F238E27FC236}">
                <a16:creationId xmlns:a16="http://schemas.microsoft.com/office/drawing/2014/main" id="{89C12CE5-7C47-1B49-96E7-07192958E086}"/>
              </a:ext>
            </a:extLst>
          </p:cNvPr>
          <p:cNvSpPr/>
          <p:nvPr/>
        </p:nvSpPr>
        <p:spPr>
          <a:xfrm>
            <a:off x="5213664" y="3845334"/>
            <a:ext cx="1885480" cy="537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Saúde</a:t>
            </a:r>
          </a:p>
        </p:txBody>
      </p:sp>
      <p:sp>
        <p:nvSpPr>
          <p:cNvPr id="42" name="Retângulo 41">
            <a:extLst>
              <a:ext uri="{FF2B5EF4-FFF2-40B4-BE49-F238E27FC236}">
                <a16:creationId xmlns:a16="http://schemas.microsoft.com/office/drawing/2014/main" id="{1627992D-C3C9-2F4A-B70E-FA1F8CA221DF}"/>
              </a:ext>
            </a:extLst>
          </p:cNvPr>
          <p:cNvSpPr/>
          <p:nvPr/>
        </p:nvSpPr>
        <p:spPr>
          <a:xfrm>
            <a:off x="5190191" y="4591024"/>
            <a:ext cx="1885480" cy="537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Engenharias</a:t>
            </a:r>
          </a:p>
        </p:txBody>
      </p:sp>
      <p:sp>
        <p:nvSpPr>
          <p:cNvPr id="43" name="Retângulo 42">
            <a:extLst>
              <a:ext uri="{FF2B5EF4-FFF2-40B4-BE49-F238E27FC236}">
                <a16:creationId xmlns:a16="http://schemas.microsoft.com/office/drawing/2014/main" id="{C5354DB2-30C9-DC49-8AF8-4E02DDCF2987}"/>
              </a:ext>
            </a:extLst>
          </p:cNvPr>
          <p:cNvSpPr/>
          <p:nvPr/>
        </p:nvSpPr>
        <p:spPr>
          <a:xfrm>
            <a:off x="7185742" y="4210667"/>
            <a:ext cx="1982287" cy="5276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Econômicos</a:t>
            </a:r>
          </a:p>
        </p:txBody>
      </p:sp>
      <p:sp>
        <p:nvSpPr>
          <p:cNvPr id="45" name="Retângulo 44">
            <a:extLst>
              <a:ext uri="{FF2B5EF4-FFF2-40B4-BE49-F238E27FC236}">
                <a16:creationId xmlns:a16="http://schemas.microsoft.com/office/drawing/2014/main" id="{E7E3989E-3B03-C64D-B405-1F39CCE3B9E1}"/>
              </a:ext>
            </a:extLst>
          </p:cNvPr>
          <p:cNvSpPr/>
          <p:nvPr/>
        </p:nvSpPr>
        <p:spPr>
          <a:xfrm>
            <a:off x="7214493" y="4864410"/>
            <a:ext cx="1982287" cy="5276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Física</a:t>
            </a:r>
          </a:p>
        </p:txBody>
      </p:sp>
      <p:sp>
        <p:nvSpPr>
          <p:cNvPr id="46" name="Retângulo 45">
            <a:extLst>
              <a:ext uri="{FF2B5EF4-FFF2-40B4-BE49-F238E27FC236}">
                <a16:creationId xmlns:a16="http://schemas.microsoft.com/office/drawing/2014/main" id="{2221640F-83B9-984C-BDE1-4301956E0649}"/>
              </a:ext>
            </a:extLst>
          </p:cNvPr>
          <p:cNvSpPr/>
          <p:nvPr/>
        </p:nvSpPr>
        <p:spPr>
          <a:xfrm>
            <a:off x="9330699" y="3992477"/>
            <a:ext cx="1982287" cy="5276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Química </a:t>
            </a:r>
          </a:p>
        </p:txBody>
      </p:sp>
      <p:sp>
        <p:nvSpPr>
          <p:cNvPr id="48" name="Retângulo 47">
            <a:extLst>
              <a:ext uri="{FF2B5EF4-FFF2-40B4-BE49-F238E27FC236}">
                <a16:creationId xmlns:a16="http://schemas.microsoft.com/office/drawing/2014/main" id="{AC3ED6CF-001B-B444-BBAD-A87D29D55AD1}"/>
              </a:ext>
            </a:extLst>
          </p:cNvPr>
          <p:cNvSpPr/>
          <p:nvPr/>
        </p:nvSpPr>
        <p:spPr>
          <a:xfrm>
            <a:off x="9372008" y="4643185"/>
            <a:ext cx="1982287" cy="5276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Biologia</a:t>
            </a:r>
          </a:p>
        </p:txBody>
      </p:sp>
      <p:sp>
        <p:nvSpPr>
          <p:cNvPr id="49" name="Retângulo 48">
            <a:extLst>
              <a:ext uri="{FF2B5EF4-FFF2-40B4-BE49-F238E27FC236}">
                <a16:creationId xmlns:a16="http://schemas.microsoft.com/office/drawing/2014/main" id="{BBD350D9-1F32-5F4C-BBFC-4EFD751D2468}"/>
              </a:ext>
            </a:extLst>
          </p:cNvPr>
          <p:cNvSpPr/>
          <p:nvPr/>
        </p:nvSpPr>
        <p:spPr>
          <a:xfrm>
            <a:off x="9297994" y="5293893"/>
            <a:ext cx="1982287" cy="5276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Matemática</a:t>
            </a:r>
          </a:p>
        </p:txBody>
      </p:sp>
      <p:sp>
        <p:nvSpPr>
          <p:cNvPr id="50" name="Retângulo 49">
            <a:extLst>
              <a:ext uri="{FF2B5EF4-FFF2-40B4-BE49-F238E27FC236}">
                <a16:creationId xmlns:a16="http://schemas.microsoft.com/office/drawing/2014/main" id="{EF95ECA8-933A-1641-AA57-F8FA45CE24D2}"/>
              </a:ext>
            </a:extLst>
          </p:cNvPr>
          <p:cNvSpPr/>
          <p:nvPr/>
        </p:nvSpPr>
        <p:spPr>
          <a:xfrm>
            <a:off x="5165260" y="5323599"/>
            <a:ext cx="1982287" cy="5276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Ambiente</a:t>
            </a:r>
          </a:p>
        </p:txBody>
      </p:sp>
      <p:sp>
        <p:nvSpPr>
          <p:cNvPr id="54" name="CaixaDeTexto 53">
            <a:extLst>
              <a:ext uri="{FF2B5EF4-FFF2-40B4-BE49-F238E27FC236}">
                <a16:creationId xmlns:a16="http://schemas.microsoft.com/office/drawing/2014/main" id="{6F17BFE9-8E53-9746-98D4-79DF82EA2E48}"/>
              </a:ext>
            </a:extLst>
          </p:cNvPr>
          <p:cNvSpPr txBox="1"/>
          <p:nvPr/>
        </p:nvSpPr>
        <p:spPr>
          <a:xfrm>
            <a:off x="5924426" y="6032067"/>
            <a:ext cx="4470105" cy="461665"/>
          </a:xfrm>
          <a:prstGeom prst="rect">
            <a:avLst/>
          </a:prstGeom>
          <a:solidFill>
            <a:schemeClr val="tx1"/>
          </a:solidFill>
        </p:spPr>
        <p:txBody>
          <a:bodyPr wrap="square" rtlCol="0">
            <a:spAutoFit/>
          </a:bodyPr>
          <a:lstStyle/>
          <a:p>
            <a:pPr algn="ctr"/>
            <a:r>
              <a:rPr lang="pt-BR" sz="2400" dirty="0">
                <a:solidFill>
                  <a:schemeClr val="bg1"/>
                </a:solidFill>
              </a:rPr>
              <a:t>MULTIDISCIPLINAR</a:t>
            </a:r>
          </a:p>
        </p:txBody>
      </p:sp>
      <p:sp>
        <p:nvSpPr>
          <p:cNvPr id="56" name="Retângulo 55">
            <a:extLst>
              <a:ext uri="{FF2B5EF4-FFF2-40B4-BE49-F238E27FC236}">
                <a16:creationId xmlns:a16="http://schemas.microsoft.com/office/drawing/2014/main" id="{9309E56F-095D-FB4D-ABFF-4D38E6201278}"/>
              </a:ext>
            </a:extLst>
          </p:cNvPr>
          <p:cNvSpPr/>
          <p:nvPr/>
        </p:nvSpPr>
        <p:spPr>
          <a:xfrm>
            <a:off x="7214493" y="5439275"/>
            <a:ext cx="1982287" cy="527698"/>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Artes/Criatividade</a:t>
            </a:r>
          </a:p>
        </p:txBody>
      </p:sp>
    </p:spTree>
    <p:extLst>
      <p:ext uri="{BB962C8B-B14F-4D97-AF65-F5344CB8AC3E}">
        <p14:creationId xmlns:p14="http://schemas.microsoft.com/office/powerpoint/2010/main" val="9822014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014651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p:cNvPicPr>
            <a:picLocks noChangeAspect="1" noChangeArrowheads="1"/>
          </p:cNvPicPr>
          <p:nvPr/>
        </p:nvPicPr>
        <p:blipFill>
          <a:blip r:embed="rId3" cstate="print"/>
          <a:srcRect/>
          <a:stretch>
            <a:fillRect/>
          </a:stretch>
        </p:blipFill>
        <p:spPr bwMode="auto">
          <a:xfrm>
            <a:off x="6652935" y="4115856"/>
            <a:ext cx="4243600" cy="2193465"/>
          </a:xfrm>
          <a:prstGeom prst="rect">
            <a:avLst/>
          </a:prstGeom>
          <a:noFill/>
          <a:ln w="19050" algn="ctr">
            <a:noFill/>
            <a:miter lim="800000"/>
            <a:headEnd/>
            <a:tailEnd/>
          </a:ln>
        </p:spPr>
      </p:pic>
      <p:pic>
        <p:nvPicPr>
          <p:cNvPr id="5" name="Picture 9" descr="Gestão de Desenvolvimento de Produtos"/>
          <p:cNvPicPr>
            <a:picLocks noChangeAspect="1" noChangeArrowheads="1"/>
          </p:cNvPicPr>
          <p:nvPr/>
        </p:nvPicPr>
        <p:blipFill>
          <a:blip r:embed="rId4" cstate="print"/>
          <a:srcRect/>
          <a:stretch>
            <a:fillRect/>
          </a:stretch>
        </p:blipFill>
        <p:spPr bwMode="auto">
          <a:xfrm>
            <a:off x="1295467" y="164637"/>
            <a:ext cx="4244440" cy="6144683"/>
          </a:xfrm>
          <a:prstGeom prst="rect">
            <a:avLst/>
          </a:prstGeom>
          <a:noFill/>
          <a:ln w="9525">
            <a:noFill/>
            <a:miter lim="800000"/>
            <a:headEnd/>
            <a:tailEnd/>
          </a:ln>
        </p:spPr>
      </p:pic>
      <p:sp>
        <p:nvSpPr>
          <p:cNvPr id="6" name="Text Box 10"/>
          <p:cNvSpPr txBox="1">
            <a:spLocks noChangeArrowheads="1"/>
          </p:cNvSpPr>
          <p:nvPr/>
        </p:nvSpPr>
        <p:spPr bwMode="auto">
          <a:xfrm>
            <a:off x="6713658" y="1044567"/>
            <a:ext cx="4350037" cy="2965364"/>
          </a:xfrm>
          <a:prstGeom prst="rect">
            <a:avLst/>
          </a:prstGeom>
          <a:noFill/>
          <a:ln w="9525">
            <a:noFill/>
            <a:miter lim="800000"/>
            <a:headEnd/>
            <a:tailEnd/>
          </a:ln>
        </p:spPr>
        <p:txBody>
          <a:bodyPr wrap="none">
            <a:spAutoFit/>
          </a:bodyPr>
          <a:lstStyle/>
          <a:p>
            <a:r>
              <a:rPr lang="pt-BR" sz="2667" dirty="0">
                <a:solidFill>
                  <a:srgbClr val="FF3300"/>
                </a:solidFill>
                <a:latin typeface="Lato regular" panose="020F0502020204030203" pitchFamily="34" charset="0"/>
              </a:rPr>
              <a:t>Henrique </a:t>
            </a:r>
            <a:r>
              <a:rPr lang="pt-BR" sz="2667" dirty="0" err="1">
                <a:solidFill>
                  <a:srgbClr val="FF3300"/>
                </a:solidFill>
                <a:latin typeface="Lato regular" panose="020F0502020204030203" pitchFamily="34" charset="0"/>
              </a:rPr>
              <a:t>Rozenfeld</a:t>
            </a:r>
            <a:endParaRPr lang="pt-BR" sz="2667" dirty="0">
              <a:solidFill>
                <a:srgbClr val="FF3300"/>
              </a:solidFill>
              <a:latin typeface="Lato regular" panose="020F0502020204030203" pitchFamily="34" charset="0"/>
            </a:endParaRPr>
          </a:p>
          <a:p>
            <a:r>
              <a:rPr lang="pt-BR" sz="2667" dirty="0">
                <a:solidFill>
                  <a:srgbClr val="FF3300"/>
                </a:solidFill>
                <a:latin typeface="Lato regular" panose="020F0502020204030203" pitchFamily="34" charset="0"/>
              </a:rPr>
              <a:t>Fernando Antônio </a:t>
            </a:r>
            <a:r>
              <a:rPr lang="pt-BR" sz="2667" dirty="0" err="1">
                <a:solidFill>
                  <a:srgbClr val="FF3300"/>
                </a:solidFill>
                <a:latin typeface="Lato regular" panose="020F0502020204030203" pitchFamily="34" charset="0"/>
              </a:rPr>
              <a:t>Forcellini</a:t>
            </a:r>
            <a:endParaRPr lang="pt-BR" sz="2667" dirty="0">
              <a:solidFill>
                <a:srgbClr val="FF3300"/>
              </a:solidFill>
              <a:latin typeface="Lato regular" panose="020F0502020204030203" pitchFamily="34" charset="0"/>
            </a:endParaRPr>
          </a:p>
          <a:p>
            <a:r>
              <a:rPr lang="pt-BR" sz="2667" dirty="0">
                <a:solidFill>
                  <a:srgbClr val="FF3300"/>
                </a:solidFill>
                <a:latin typeface="Lato regular" panose="020F0502020204030203" pitchFamily="34" charset="0"/>
              </a:rPr>
              <a:t>Daniel </a:t>
            </a:r>
            <a:r>
              <a:rPr lang="pt-BR" sz="2667" dirty="0" err="1">
                <a:solidFill>
                  <a:srgbClr val="FF3300"/>
                </a:solidFill>
                <a:latin typeface="Lato regular" panose="020F0502020204030203" pitchFamily="34" charset="0"/>
              </a:rPr>
              <a:t>Capaldo</a:t>
            </a:r>
            <a:r>
              <a:rPr lang="pt-BR" sz="2667" dirty="0">
                <a:solidFill>
                  <a:srgbClr val="FF3300"/>
                </a:solidFill>
                <a:latin typeface="Lato regular" panose="020F0502020204030203" pitchFamily="34" charset="0"/>
              </a:rPr>
              <a:t> Amaral</a:t>
            </a:r>
          </a:p>
          <a:p>
            <a:r>
              <a:rPr lang="pt-BR" sz="2667" dirty="0">
                <a:solidFill>
                  <a:srgbClr val="FF3300"/>
                </a:solidFill>
                <a:latin typeface="Lato regular" panose="020F0502020204030203" pitchFamily="34" charset="0"/>
              </a:rPr>
              <a:t>José Carlos Toledo</a:t>
            </a:r>
          </a:p>
          <a:p>
            <a:r>
              <a:rPr lang="pt-BR" sz="2667" dirty="0">
                <a:solidFill>
                  <a:srgbClr val="FF3300"/>
                </a:solidFill>
                <a:latin typeface="Lato regular" panose="020F0502020204030203" pitchFamily="34" charset="0"/>
              </a:rPr>
              <a:t>Sergio </a:t>
            </a:r>
            <a:r>
              <a:rPr lang="pt-BR" sz="2667" dirty="0" err="1">
                <a:solidFill>
                  <a:srgbClr val="FF3300"/>
                </a:solidFill>
                <a:latin typeface="Lato regular" panose="020F0502020204030203" pitchFamily="34" charset="0"/>
              </a:rPr>
              <a:t>Luis</a:t>
            </a:r>
            <a:r>
              <a:rPr lang="pt-BR" sz="2667" dirty="0">
                <a:solidFill>
                  <a:srgbClr val="FF3300"/>
                </a:solidFill>
                <a:latin typeface="Lato regular" panose="020F0502020204030203" pitchFamily="34" charset="0"/>
              </a:rPr>
              <a:t> da Silva</a:t>
            </a:r>
          </a:p>
          <a:p>
            <a:r>
              <a:rPr lang="pt-BR" sz="2667" dirty="0">
                <a:solidFill>
                  <a:srgbClr val="FF3300"/>
                </a:solidFill>
                <a:latin typeface="Lato regular" panose="020F0502020204030203" pitchFamily="34" charset="0"/>
              </a:rPr>
              <a:t>Dário Henrique </a:t>
            </a:r>
            <a:r>
              <a:rPr lang="pt-BR" sz="2667" dirty="0" err="1">
                <a:solidFill>
                  <a:srgbClr val="FF3300"/>
                </a:solidFill>
                <a:latin typeface="Lato regular" panose="020F0502020204030203" pitchFamily="34" charset="0"/>
              </a:rPr>
              <a:t>Alliprandini</a:t>
            </a:r>
            <a:endParaRPr lang="pt-BR" sz="2667" dirty="0">
              <a:solidFill>
                <a:srgbClr val="FF3300"/>
              </a:solidFill>
              <a:latin typeface="Lato regular" panose="020F0502020204030203" pitchFamily="34" charset="0"/>
            </a:endParaRPr>
          </a:p>
          <a:p>
            <a:r>
              <a:rPr lang="pt-BR" sz="2667" dirty="0">
                <a:solidFill>
                  <a:srgbClr val="FF3300"/>
                </a:solidFill>
                <a:latin typeface="Lato regular" panose="020F0502020204030203" pitchFamily="34" charset="0"/>
              </a:rPr>
              <a:t>Régis </a:t>
            </a:r>
            <a:r>
              <a:rPr lang="pt-BR" sz="2667" dirty="0" err="1">
                <a:solidFill>
                  <a:srgbClr val="FF3300"/>
                </a:solidFill>
                <a:latin typeface="Lato regular" panose="020F0502020204030203" pitchFamily="34" charset="0"/>
              </a:rPr>
              <a:t>Kovacs</a:t>
            </a:r>
            <a:r>
              <a:rPr lang="pt-BR" sz="2667" dirty="0">
                <a:solidFill>
                  <a:srgbClr val="FF3300"/>
                </a:solidFill>
                <a:latin typeface="Lato regular" panose="020F0502020204030203" pitchFamily="34" charset="0"/>
              </a:rPr>
              <a:t> </a:t>
            </a:r>
            <a:r>
              <a:rPr lang="pt-BR" sz="2667" dirty="0" err="1">
                <a:solidFill>
                  <a:srgbClr val="FF3300"/>
                </a:solidFill>
                <a:latin typeface="Lato regular" panose="020F0502020204030203" pitchFamily="34" charset="0"/>
              </a:rPr>
              <a:t>Scalice</a:t>
            </a:r>
            <a:endParaRPr lang="pt-BR" sz="2667" dirty="0">
              <a:solidFill>
                <a:srgbClr val="FF3300"/>
              </a:solidFill>
              <a:latin typeface="Lato regular" panose="020F0502020204030203" pitchFamily="34" charset="0"/>
            </a:endParaRPr>
          </a:p>
        </p:txBody>
      </p:sp>
      <p:sp>
        <p:nvSpPr>
          <p:cNvPr id="7" name="Text Box 11"/>
          <p:cNvSpPr txBox="1">
            <a:spLocks noChangeArrowheads="1"/>
          </p:cNvSpPr>
          <p:nvPr/>
        </p:nvSpPr>
        <p:spPr bwMode="auto">
          <a:xfrm>
            <a:off x="6713657" y="164638"/>
            <a:ext cx="5526616" cy="913199"/>
          </a:xfrm>
          <a:prstGeom prst="rect">
            <a:avLst/>
          </a:prstGeom>
          <a:noFill/>
          <a:ln w="9525" algn="ctr">
            <a:noFill/>
            <a:miter lim="800000"/>
            <a:headEnd/>
            <a:tailEnd/>
          </a:ln>
        </p:spPr>
        <p:txBody>
          <a:bodyPr>
            <a:spAutoFit/>
          </a:bodyPr>
          <a:lstStyle/>
          <a:p>
            <a:r>
              <a:rPr lang="pt-BR" sz="2667" dirty="0">
                <a:solidFill>
                  <a:srgbClr val="595959"/>
                </a:solidFill>
                <a:latin typeface="Lato regular" panose="020F0502020204030203" pitchFamily="34" charset="0"/>
              </a:rPr>
              <a:t>O livro apresenta um </a:t>
            </a:r>
            <a:br>
              <a:rPr lang="pt-BR" sz="2667" dirty="0">
                <a:solidFill>
                  <a:srgbClr val="595959"/>
                </a:solidFill>
                <a:latin typeface="Lato regular" panose="020F0502020204030203" pitchFamily="34" charset="0"/>
              </a:rPr>
            </a:br>
            <a:r>
              <a:rPr lang="pt-BR" sz="2667" dirty="0">
                <a:solidFill>
                  <a:srgbClr val="595959"/>
                </a:solidFill>
                <a:latin typeface="Lato regular" panose="020F0502020204030203" pitchFamily="34" charset="0"/>
              </a:rPr>
              <a:t>modelo de referência</a:t>
            </a:r>
          </a:p>
        </p:txBody>
      </p:sp>
    </p:spTree>
    <p:extLst>
      <p:ext uri="{BB962C8B-B14F-4D97-AF65-F5344CB8AC3E}">
        <p14:creationId xmlns:p14="http://schemas.microsoft.com/office/powerpoint/2010/main" val="3901231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2" presetClass="entr" presetSubtype="2"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righ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4987249" y="536542"/>
            <a:ext cx="6659990" cy="576064"/>
          </a:xfrm>
        </p:spPr>
        <p:txBody>
          <a:bodyPr>
            <a:normAutofit fontScale="90000"/>
          </a:bodyPr>
          <a:lstStyle/>
          <a:p>
            <a:br>
              <a:rPr lang="pt-BR" b="1" dirty="0"/>
            </a:br>
            <a:r>
              <a:rPr lang="pt-BR" b="1" dirty="0"/>
              <a:t>Complemento do livro na internet (</a:t>
            </a:r>
            <a:r>
              <a:rPr lang="pt-BR" b="1" dirty="0" err="1"/>
              <a:t>PDPNet</a:t>
            </a:r>
            <a:r>
              <a:rPr lang="pt-BR" b="1" dirty="0"/>
              <a:t>)</a:t>
            </a:r>
            <a:br>
              <a:rPr lang="en-US" b="1" dirty="0"/>
            </a:br>
            <a:endParaRPr lang="pt-BR" b="1" dirty="0"/>
          </a:p>
        </p:txBody>
      </p:sp>
      <p:sp>
        <p:nvSpPr>
          <p:cNvPr id="5" name="Text Box 6"/>
          <p:cNvSpPr txBox="1">
            <a:spLocks noChangeArrowheads="1"/>
          </p:cNvSpPr>
          <p:nvPr/>
        </p:nvSpPr>
        <p:spPr bwMode="auto">
          <a:xfrm>
            <a:off x="431371" y="4485117"/>
            <a:ext cx="4320480" cy="584775"/>
          </a:xfrm>
          <a:prstGeom prst="rect">
            <a:avLst/>
          </a:prstGeom>
          <a:noFill/>
          <a:ln w="9525">
            <a:noFill/>
            <a:miter lim="800000"/>
            <a:headEnd/>
            <a:tailEnd/>
          </a:ln>
        </p:spPr>
        <p:txBody>
          <a:bodyPr wrap="square">
            <a:spAutoFit/>
          </a:bodyPr>
          <a:lstStyle/>
          <a:p>
            <a:r>
              <a:rPr lang="pt-BR" sz="3200" dirty="0">
                <a:solidFill>
                  <a:srgbClr val="595959"/>
                </a:solidFill>
                <a:latin typeface="Lato" pitchFamily="34" charset="0"/>
              </a:rPr>
              <a:t>http://www.pdp.org.br</a:t>
            </a:r>
            <a:endParaRPr lang="en-US" sz="3200" dirty="0">
              <a:solidFill>
                <a:srgbClr val="595959"/>
              </a:solidFill>
              <a:latin typeface="Lato" pitchFamily="34" charset="0"/>
            </a:endParaRPr>
          </a:p>
        </p:txBody>
      </p:sp>
      <p:pic>
        <p:nvPicPr>
          <p:cNvPr id="6" name="Picture 8" descr="PDPNet_paginaprincipal"/>
          <p:cNvPicPr>
            <a:picLocks noChangeAspect="1" noChangeArrowheads="1"/>
          </p:cNvPicPr>
          <p:nvPr/>
        </p:nvPicPr>
        <p:blipFill>
          <a:blip r:embed="rId3" cstate="print"/>
          <a:srcRect/>
          <a:stretch>
            <a:fillRect/>
          </a:stretch>
        </p:blipFill>
        <p:spPr bwMode="auto">
          <a:xfrm>
            <a:off x="431371" y="644692"/>
            <a:ext cx="4310464" cy="3851905"/>
          </a:xfrm>
          <a:prstGeom prst="rect">
            <a:avLst/>
          </a:prstGeom>
          <a:noFill/>
          <a:ln w="9525">
            <a:noFill/>
            <a:miter lim="800000"/>
            <a:headEnd/>
            <a:tailEnd/>
          </a:ln>
        </p:spPr>
      </p:pic>
      <p:sp>
        <p:nvSpPr>
          <p:cNvPr id="8" name="Text Box 70"/>
          <p:cNvSpPr txBox="1">
            <a:spLocks noChangeArrowheads="1"/>
          </p:cNvSpPr>
          <p:nvPr/>
        </p:nvSpPr>
        <p:spPr bwMode="auto">
          <a:xfrm>
            <a:off x="4367809" y="6219099"/>
            <a:ext cx="7898871" cy="584775"/>
          </a:xfrm>
          <a:prstGeom prst="rect">
            <a:avLst/>
          </a:prstGeom>
          <a:noFill/>
          <a:ln w="28575" algn="ctr">
            <a:noFill/>
            <a:miter lim="800000"/>
            <a:headEnd/>
            <a:tailEnd/>
          </a:ln>
        </p:spPr>
        <p:txBody>
          <a:bodyPr wrap="square">
            <a:spAutoFit/>
          </a:bodyPr>
          <a:lstStyle/>
          <a:p>
            <a:pPr>
              <a:defRPr/>
            </a:pPr>
            <a:r>
              <a:rPr lang="en-US" sz="3200" dirty="0">
                <a:solidFill>
                  <a:srgbClr val="595959"/>
                </a:solidFill>
                <a:latin typeface="Lato" pitchFamily="34" charset="0"/>
              </a:rPr>
              <a:t>http://www.portaldeconhecimentos.org.br</a:t>
            </a:r>
          </a:p>
        </p:txBody>
      </p:sp>
      <p:sp>
        <p:nvSpPr>
          <p:cNvPr id="9" name="Seta dobrada para cima 8"/>
          <p:cNvSpPr/>
          <p:nvPr/>
        </p:nvSpPr>
        <p:spPr bwMode="auto">
          <a:xfrm rot="5400000">
            <a:off x="3167675" y="4341102"/>
            <a:ext cx="1056117" cy="2496277"/>
          </a:xfrm>
          <a:prstGeom prst="bentUpArrow">
            <a:avLst/>
          </a:prstGeom>
          <a:solidFill>
            <a:srgbClr val="FF3300"/>
          </a:solidFill>
          <a:ln w="9525" cap="flat" cmpd="sng" algn="ctr">
            <a:noFill/>
            <a:prstDash val="solid"/>
            <a:round/>
            <a:headEnd type="none" w="med" len="med"/>
            <a:tailEnd type="none" w="med" len="med"/>
          </a:ln>
          <a:effectLst/>
        </p:spPr>
        <p:txBody>
          <a:bodyPr wrap="none" anchor="ctr"/>
          <a:lstStyle/>
          <a:p>
            <a:pPr algn="ctr">
              <a:defRPr/>
            </a:pPr>
            <a:endParaRPr lang="pt-BR" sz="2400"/>
          </a:p>
        </p:txBody>
      </p:sp>
      <p:pic>
        <p:nvPicPr>
          <p:cNvPr id="10" name="Imagem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78592" y="1604798"/>
            <a:ext cx="6077305" cy="4593164"/>
          </a:xfrm>
          <a:prstGeom prst="rect">
            <a:avLst/>
          </a:prstGeom>
        </p:spPr>
      </p:pic>
    </p:spTree>
    <p:extLst>
      <p:ext uri="{BB962C8B-B14F-4D97-AF65-F5344CB8AC3E}">
        <p14:creationId xmlns:p14="http://schemas.microsoft.com/office/powerpoint/2010/main" val="25021650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Retângulo 301"/>
          <p:cNvSpPr/>
          <p:nvPr/>
        </p:nvSpPr>
        <p:spPr>
          <a:xfrm>
            <a:off x="239349" y="3236979"/>
            <a:ext cx="10945216" cy="1632181"/>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sz="2400">
              <a:latin typeface="Lato" pitchFamily="34" charset="0"/>
            </a:endParaRPr>
          </a:p>
        </p:txBody>
      </p:sp>
      <p:sp>
        <p:nvSpPr>
          <p:cNvPr id="446" name="Forma livre 445"/>
          <p:cNvSpPr/>
          <p:nvPr/>
        </p:nvSpPr>
        <p:spPr>
          <a:xfrm>
            <a:off x="427513" y="4528458"/>
            <a:ext cx="11273641" cy="1836717"/>
          </a:xfrm>
          <a:custGeom>
            <a:avLst/>
            <a:gdLst>
              <a:gd name="connsiteX0" fmla="*/ 0 w 8455231"/>
              <a:gd name="connsiteY0" fmla="*/ 0 h 1377538"/>
              <a:gd name="connsiteX1" fmla="*/ 0 w 8455231"/>
              <a:gd name="connsiteY1" fmla="*/ 1365662 h 1377538"/>
              <a:gd name="connsiteX2" fmla="*/ 8455231 w 8455231"/>
              <a:gd name="connsiteY2" fmla="*/ 1377538 h 1377538"/>
              <a:gd name="connsiteX3" fmla="*/ 8431480 w 8455231"/>
              <a:gd name="connsiteY3" fmla="*/ 427512 h 1377538"/>
              <a:gd name="connsiteX4" fmla="*/ 1389413 w 8455231"/>
              <a:gd name="connsiteY4" fmla="*/ 11875 h 1377538"/>
              <a:gd name="connsiteX5" fmla="*/ 0 w 8455231"/>
              <a:gd name="connsiteY5" fmla="*/ 0 h 137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55231" h="1377538">
                <a:moveTo>
                  <a:pt x="0" y="0"/>
                </a:moveTo>
                <a:lnTo>
                  <a:pt x="0" y="1365662"/>
                </a:lnTo>
                <a:lnTo>
                  <a:pt x="8455231" y="1377538"/>
                </a:lnTo>
                <a:lnTo>
                  <a:pt x="8431480" y="427512"/>
                </a:lnTo>
                <a:lnTo>
                  <a:pt x="1389413" y="11875"/>
                </a:lnTo>
                <a:lnTo>
                  <a:pt x="0" y="0"/>
                </a:lnTo>
                <a:close/>
              </a:path>
            </a:pathLst>
          </a:custGeom>
          <a:solidFill>
            <a:schemeClr val="accent6">
              <a:lumMod val="60000"/>
              <a:lumOff val="40000"/>
            </a:schemeClr>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sz="2400"/>
          </a:p>
        </p:txBody>
      </p:sp>
      <p:sp>
        <p:nvSpPr>
          <p:cNvPr id="384" name="Retângulo 383"/>
          <p:cNvSpPr/>
          <p:nvPr/>
        </p:nvSpPr>
        <p:spPr>
          <a:xfrm>
            <a:off x="239349" y="1035692"/>
            <a:ext cx="10945216" cy="1632181"/>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sz="2400">
              <a:latin typeface="Lato" pitchFamily="34" charset="0"/>
            </a:endParaRPr>
          </a:p>
        </p:txBody>
      </p:sp>
      <p:sp>
        <p:nvSpPr>
          <p:cNvPr id="445" name="Forma livre 444"/>
          <p:cNvSpPr/>
          <p:nvPr/>
        </p:nvSpPr>
        <p:spPr>
          <a:xfrm>
            <a:off x="431372" y="2116945"/>
            <a:ext cx="4329217" cy="1791244"/>
          </a:xfrm>
          <a:custGeom>
            <a:avLst/>
            <a:gdLst>
              <a:gd name="connsiteX0" fmla="*/ 11875 w 3265714"/>
              <a:gd name="connsiteY0" fmla="*/ 0 h 1520042"/>
              <a:gd name="connsiteX1" fmla="*/ 0 w 3265714"/>
              <a:gd name="connsiteY1" fmla="*/ 1520042 h 1520042"/>
              <a:gd name="connsiteX2" fmla="*/ 3265714 w 3265714"/>
              <a:gd name="connsiteY2" fmla="*/ 1520042 h 1520042"/>
              <a:gd name="connsiteX3" fmla="*/ 2624446 w 3265714"/>
              <a:gd name="connsiteY3" fmla="*/ 11876 h 1520042"/>
              <a:gd name="connsiteX4" fmla="*/ 11875 w 3265714"/>
              <a:gd name="connsiteY4" fmla="*/ 0 h 1520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5714" h="1520042">
                <a:moveTo>
                  <a:pt x="11875" y="0"/>
                </a:moveTo>
                <a:cubicBezTo>
                  <a:pt x="7917" y="506681"/>
                  <a:pt x="3958" y="1013361"/>
                  <a:pt x="0" y="1520042"/>
                </a:cubicBezTo>
                <a:lnTo>
                  <a:pt x="3265714" y="1520042"/>
                </a:lnTo>
                <a:lnTo>
                  <a:pt x="2624446" y="11876"/>
                </a:lnTo>
                <a:lnTo>
                  <a:pt x="11875" y="0"/>
                </a:lnTo>
                <a:close/>
              </a:path>
            </a:pathLst>
          </a:custGeom>
          <a:solidFill>
            <a:schemeClr val="accent6">
              <a:lumMod val="60000"/>
              <a:lumOff val="40000"/>
            </a:schemeClr>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sz="2400"/>
          </a:p>
        </p:txBody>
      </p:sp>
      <p:sp>
        <p:nvSpPr>
          <p:cNvPr id="443" name="Forma livre 442"/>
          <p:cNvSpPr/>
          <p:nvPr/>
        </p:nvSpPr>
        <p:spPr>
          <a:xfrm>
            <a:off x="4781798" y="2330089"/>
            <a:ext cx="5145975" cy="1868587"/>
          </a:xfrm>
          <a:custGeom>
            <a:avLst/>
            <a:gdLst>
              <a:gd name="connsiteX0" fmla="*/ 0 w 3859481"/>
              <a:gd name="connsiteY0" fmla="*/ 0 h 1496290"/>
              <a:gd name="connsiteX1" fmla="*/ 712520 w 3859481"/>
              <a:gd name="connsiteY1" fmla="*/ 1436914 h 1496290"/>
              <a:gd name="connsiteX2" fmla="*/ 3859481 w 3859481"/>
              <a:gd name="connsiteY2" fmla="*/ 1496290 h 1496290"/>
              <a:gd name="connsiteX3" fmla="*/ 1116281 w 3859481"/>
              <a:gd name="connsiteY3" fmla="*/ 11875 h 1496290"/>
              <a:gd name="connsiteX4" fmla="*/ 0 w 3859481"/>
              <a:gd name="connsiteY4" fmla="*/ 0 h 1496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9481" h="1496290">
                <a:moveTo>
                  <a:pt x="0" y="0"/>
                </a:moveTo>
                <a:lnTo>
                  <a:pt x="712520" y="1436914"/>
                </a:lnTo>
                <a:lnTo>
                  <a:pt x="3859481" y="1496290"/>
                </a:lnTo>
                <a:lnTo>
                  <a:pt x="1116281" y="11875"/>
                </a:lnTo>
                <a:lnTo>
                  <a:pt x="0" y="0"/>
                </a:lnTo>
                <a:close/>
              </a:path>
            </a:pathLst>
          </a:custGeom>
          <a:solidFill>
            <a:schemeClr val="bg1">
              <a:lumMod val="50000"/>
            </a:schemeClr>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sz="2400"/>
          </a:p>
        </p:txBody>
      </p:sp>
      <p:sp>
        <p:nvSpPr>
          <p:cNvPr id="3" name="Título 2"/>
          <p:cNvSpPr>
            <a:spLocks noGrp="1"/>
          </p:cNvSpPr>
          <p:nvPr>
            <p:ph type="title"/>
          </p:nvPr>
        </p:nvSpPr>
        <p:spPr>
          <a:solidFill>
            <a:schemeClr val="bg1"/>
          </a:solidFill>
        </p:spPr>
        <p:txBody>
          <a:bodyPr>
            <a:normAutofit fontScale="90000"/>
          </a:bodyPr>
          <a:lstStyle/>
          <a:p>
            <a:r>
              <a:rPr lang="pt-BR" dirty="0"/>
              <a:t>Ilustração sobre os tipos de modelos de referência</a:t>
            </a:r>
          </a:p>
        </p:txBody>
      </p:sp>
      <p:grpSp>
        <p:nvGrpSpPr>
          <p:cNvPr id="2" name="Group 63"/>
          <p:cNvGrpSpPr>
            <a:grpSpLocks/>
          </p:cNvGrpSpPr>
          <p:nvPr/>
        </p:nvGrpSpPr>
        <p:grpSpPr bwMode="auto">
          <a:xfrm>
            <a:off x="2927648" y="5195546"/>
            <a:ext cx="2650579" cy="1196703"/>
            <a:chOff x="1440" y="3364"/>
            <a:chExt cx="2997" cy="860"/>
          </a:xfrm>
        </p:grpSpPr>
        <p:sp>
          <p:nvSpPr>
            <p:cNvPr id="5" name="AutoShape 64"/>
            <p:cNvSpPr>
              <a:spLocks noChangeArrowheads="1"/>
            </p:cNvSpPr>
            <p:nvPr/>
          </p:nvSpPr>
          <p:spPr bwMode="auto">
            <a:xfrm>
              <a:off x="1440" y="3364"/>
              <a:ext cx="2997" cy="860"/>
            </a:xfrm>
            <a:prstGeom prst="homePlate">
              <a:avLst>
                <a:gd name="adj" fmla="val 88301"/>
              </a:avLst>
            </a:prstGeom>
            <a:solidFill>
              <a:srgbClr val="C00000"/>
            </a:solidFill>
            <a:ln w="9525">
              <a:noFill/>
              <a:miter lim="800000"/>
              <a:headEnd/>
              <a:tailEnd/>
            </a:ln>
            <a:effectLst/>
          </p:spPr>
          <p:txBody>
            <a:bodyPr wrap="none" anchor="ctr"/>
            <a:lstStyle/>
            <a:p>
              <a:endParaRPr lang="pt-BR" sz="2400">
                <a:latin typeface="Lato" pitchFamily="34" charset="0"/>
              </a:endParaRPr>
            </a:p>
          </p:txBody>
        </p:sp>
        <p:grpSp>
          <p:nvGrpSpPr>
            <p:cNvPr id="4" name="Group 65"/>
            <p:cNvGrpSpPr>
              <a:grpSpLocks/>
            </p:cNvGrpSpPr>
            <p:nvPr/>
          </p:nvGrpSpPr>
          <p:grpSpPr bwMode="auto">
            <a:xfrm>
              <a:off x="1632" y="3504"/>
              <a:ext cx="2160" cy="528"/>
              <a:chOff x="1632" y="3504"/>
              <a:chExt cx="2160" cy="528"/>
            </a:xfrm>
          </p:grpSpPr>
          <p:sp>
            <p:nvSpPr>
              <p:cNvPr id="7" name="Rectangle 66"/>
              <p:cNvSpPr>
                <a:spLocks noChangeArrowheads="1"/>
              </p:cNvSpPr>
              <p:nvPr/>
            </p:nvSpPr>
            <p:spPr bwMode="auto">
              <a:xfrm>
                <a:off x="1632" y="3504"/>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 name="Rectangle 67"/>
              <p:cNvSpPr>
                <a:spLocks noChangeArrowheads="1"/>
              </p:cNvSpPr>
              <p:nvPr/>
            </p:nvSpPr>
            <p:spPr bwMode="auto">
              <a:xfrm>
                <a:off x="1792" y="3504"/>
                <a:ext cx="100" cy="93"/>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 name="Rectangle 68"/>
              <p:cNvSpPr>
                <a:spLocks noChangeArrowheads="1"/>
              </p:cNvSpPr>
              <p:nvPr/>
            </p:nvSpPr>
            <p:spPr bwMode="auto">
              <a:xfrm>
                <a:off x="1972" y="3597"/>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0" name="Rectangle 69"/>
              <p:cNvSpPr>
                <a:spLocks noChangeArrowheads="1"/>
              </p:cNvSpPr>
              <p:nvPr/>
            </p:nvSpPr>
            <p:spPr bwMode="auto">
              <a:xfrm>
                <a:off x="2132" y="3597"/>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1" name="Rectangle 70"/>
              <p:cNvSpPr>
                <a:spLocks noChangeArrowheads="1"/>
              </p:cNvSpPr>
              <p:nvPr/>
            </p:nvSpPr>
            <p:spPr bwMode="auto">
              <a:xfrm>
                <a:off x="2312" y="3597"/>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2" name="Rectangle 71"/>
              <p:cNvSpPr>
                <a:spLocks noChangeArrowheads="1"/>
              </p:cNvSpPr>
              <p:nvPr/>
            </p:nvSpPr>
            <p:spPr bwMode="auto">
              <a:xfrm>
                <a:off x="2552" y="3566"/>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3" name="Rectangle 72"/>
              <p:cNvSpPr>
                <a:spLocks noChangeArrowheads="1"/>
              </p:cNvSpPr>
              <p:nvPr/>
            </p:nvSpPr>
            <p:spPr bwMode="auto">
              <a:xfrm>
                <a:off x="2872" y="3566"/>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 name="Rectangle 73"/>
              <p:cNvSpPr>
                <a:spLocks noChangeArrowheads="1"/>
              </p:cNvSpPr>
              <p:nvPr/>
            </p:nvSpPr>
            <p:spPr bwMode="auto">
              <a:xfrm>
                <a:off x="3072" y="3566"/>
                <a:ext cx="100" cy="93"/>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 name="Rectangle 74"/>
              <p:cNvSpPr>
                <a:spLocks noChangeArrowheads="1"/>
              </p:cNvSpPr>
              <p:nvPr/>
            </p:nvSpPr>
            <p:spPr bwMode="auto">
              <a:xfrm>
                <a:off x="3232" y="3566"/>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6" name="Rectangle 75"/>
              <p:cNvSpPr>
                <a:spLocks noChangeArrowheads="1"/>
              </p:cNvSpPr>
              <p:nvPr/>
            </p:nvSpPr>
            <p:spPr bwMode="auto">
              <a:xfrm>
                <a:off x="3432" y="3566"/>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7" name="Rectangle 76"/>
              <p:cNvSpPr>
                <a:spLocks noChangeArrowheads="1"/>
              </p:cNvSpPr>
              <p:nvPr/>
            </p:nvSpPr>
            <p:spPr bwMode="auto">
              <a:xfrm>
                <a:off x="3612" y="3566"/>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8" name="Rectangle 77"/>
              <p:cNvSpPr>
                <a:spLocks noChangeArrowheads="1"/>
              </p:cNvSpPr>
              <p:nvPr/>
            </p:nvSpPr>
            <p:spPr bwMode="auto">
              <a:xfrm>
                <a:off x="3692" y="3721"/>
                <a:ext cx="100" cy="94"/>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9" name="Rectangle 78"/>
              <p:cNvSpPr>
                <a:spLocks noChangeArrowheads="1"/>
              </p:cNvSpPr>
              <p:nvPr/>
            </p:nvSpPr>
            <p:spPr bwMode="auto">
              <a:xfrm>
                <a:off x="3352" y="3815"/>
                <a:ext cx="100" cy="93"/>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0" name="Rectangle 79"/>
              <p:cNvSpPr>
                <a:spLocks noChangeArrowheads="1"/>
              </p:cNvSpPr>
              <p:nvPr/>
            </p:nvSpPr>
            <p:spPr bwMode="auto">
              <a:xfrm>
                <a:off x="3152" y="3752"/>
                <a:ext cx="100" cy="94"/>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1" name="Rectangle 80"/>
              <p:cNvSpPr>
                <a:spLocks noChangeArrowheads="1"/>
              </p:cNvSpPr>
              <p:nvPr/>
            </p:nvSpPr>
            <p:spPr bwMode="auto">
              <a:xfrm>
                <a:off x="2992" y="3752"/>
                <a:ext cx="100" cy="94"/>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2" name="Rectangle 81"/>
              <p:cNvSpPr>
                <a:spLocks noChangeArrowheads="1"/>
              </p:cNvSpPr>
              <p:nvPr/>
            </p:nvSpPr>
            <p:spPr bwMode="auto">
              <a:xfrm>
                <a:off x="2832" y="3752"/>
                <a:ext cx="100" cy="94"/>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3" name="Rectangle 82"/>
              <p:cNvSpPr>
                <a:spLocks noChangeArrowheads="1"/>
              </p:cNvSpPr>
              <p:nvPr/>
            </p:nvSpPr>
            <p:spPr bwMode="auto">
              <a:xfrm>
                <a:off x="2632" y="3752"/>
                <a:ext cx="100" cy="94"/>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4" name="Rectangle 83"/>
              <p:cNvSpPr>
                <a:spLocks noChangeArrowheads="1"/>
              </p:cNvSpPr>
              <p:nvPr/>
            </p:nvSpPr>
            <p:spPr bwMode="auto">
              <a:xfrm>
                <a:off x="2472" y="3752"/>
                <a:ext cx="100" cy="94"/>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5" name="Rectangle 84"/>
              <p:cNvSpPr>
                <a:spLocks noChangeArrowheads="1"/>
              </p:cNvSpPr>
              <p:nvPr/>
            </p:nvSpPr>
            <p:spPr bwMode="auto">
              <a:xfrm>
                <a:off x="231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6" name="Rectangle 85"/>
              <p:cNvSpPr>
                <a:spLocks noChangeArrowheads="1"/>
              </p:cNvSpPr>
              <p:nvPr/>
            </p:nvSpPr>
            <p:spPr bwMode="auto">
              <a:xfrm>
                <a:off x="2152" y="3815"/>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7" name="Rectangle 86"/>
              <p:cNvSpPr>
                <a:spLocks noChangeArrowheads="1"/>
              </p:cNvSpPr>
              <p:nvPr/>
            </p:nvSpPr>
            <p:spPr bwMode="auto">
              <a:xfrm>
                <a:off x="1972" y="3784"/>
                <a:ext cx="100" cy="93"/>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8" name="Rectangle 87"/>
              <p:cNvSpPr>
                <a:spLocks noChangeArrowheads="1"/>
              </p:cNvSpPr>
              <p:nvPr/>
            </p:nvSpPr>
            <p:spPr bwMode="auto">
              <a:xfrm>
                <a:off x="1792" y="3784"/>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29" name="Rectangle 88"/>
              <p:cNvSpPr>
                <a:spLocks noChangeArrowheads="1"/>
              </p:cNvSpPr>
              <p:nvPr/>
            </p:nvSpPr>
            <p:spPr bwMode="auto">
              <a:xfrm>
                <a:off x="1792" y="365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0" name="Rectangle 89"/>
              <p:cNvSpPr>
                <a:spLocks noChangeArrowheads="1"/>
              </p:cNvSpPr>
              <p:nvPr/>
            </p:nvSpPr>
            <p:spPr bwMode="auto">
              <a:xfrm>
                <a:off x="179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1" name="Rectangle 90"/>
              <p:cNvSpPr>
                <a:spLocks noChangeArrowheads="1"/>
              </p:cNvSpPr>
              <p:nvPr/>
            </p:nvSpPr>
            <p:spPr bwMode="auto">
              <a:xfrm>
                <a:off x="199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2" name="Rectangle 91"/>
              <p:cNvSpPr>
                <a:spLocks noChangeArrowheads="1"/>
              </p:cNvSpPr>
              <p:nvPr/>
            </p:nvSpPr>
            <p:spPr bwMode="auto">
              <a:xfrm>
                <a:off x="249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3" name="Rectangle 92"/>
              <p:cNvSpPr>
                <a:spLocks noChangeArrowheads="1"/>
              </p:cNvSpPr>
              <p:nvPr/>
            </p:nvSpPr>
            <p:spPr bwMode="auto">
              <a:xfrm>
                <a:off x="267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4" name="Rectangle 93"/>
              <p:cNvSpPr>
                <a:spLocks noChangeArrowheads="1"/>
              </p:cNvSpPr>
              <p:nvPr/>
            </p:nvSpPr>
            <p:spPr bwMode="auto">
              <a:xfrm>
                <a:off x="299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5" name="Rectangle 94"/>
              <p:cNvSpPr>
                <a:spLocks noChangeArrowheads="1"/>
              </p:cNvSpPr>
              <p:nvPr/>
            </p:nvSpPr>
            <p:spPr bwMode="auto">
              <a:xfrm>
                <a:off x="315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6" name="Rectangle 95"/>
              <p:cNvSpPr>
                <a:spLocks noChangeArrowheads="1"/>
              </p:cNvSpPr>
              <p:nvPr/>
            </p:nvSpPr>
            <p:spPr bwMode="auto">
              <a:xfrm>
                <a:off x="3352" y="3939"/>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7" name="Rectangle 96"/>
              <p:cNvSpPr>
                <a:spLocks noChangeArrowheads="1"/>
              </p:cNvSpPr>
              <p:nvPr/>
            </p:nvSpPr>
            <p:spPr bwMode="auto">
              <a:xfrm>
                <a:off x="3532" y="3877"/>
                <a:ext cx="100" cy="93"/>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38" name="Freeform 97"/>
              <p:cNvSpPr>
                <a:spLocks/>
              </p:cNvSpPr>
              <p:nvPr/>
            </p:nvSpPr>
            <p:spPr bwMode="auto">
              <a:xfrm>
                <a:off x="1732" y="3551"/>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39" name="Freeform 98"/>
              <p:cNvSpPr>
                <a:spLocks/>
              </p:cNvSpPr>
              <p:nvPr/>
            </p:nvSpPr>
            <p:spPr bwMode="auto">
              <a:xfrm>
                <a:off x="1892" y="3551"/>
                <a:ext cx="81" cy="94"/>
              </a:xfrm>
              <a:custGeom>
                <a:avLst/>
                <a:gdLst/>
                <a:ahLst/>
                <a:cxnLst>
                  <a:cxn ang="0">
                    <a:pos x="0" y="0"/>
                  </a:cxn>
                  <a:cxn ang="0">
                    <a:pos x="40" y="0"/>
                  </a:cxn>
                  <a:cxn ang="0">
                    <a:pos x="40" y="93"/>
                  </a:cxn>
                  <a:cxn ang="0">
                    <a:pos x="80" y="93"/>
                  </a:cxn>
                </a:cxnLst>
                <a:rect l="0" t="0" r="r" b="b"/>
                <a:pathLst>
                  <a:path w="81" h="94">
                    <a:moveTo>
                      <a:pt x="0" y="0"/>
                    </a:moveTo>
                    <a:lnTo>
                      <a:pt x="40" y="0"/>
                    </a:lnTo>
                    <a:lnTo>
                      <a:pt x="40" y="93"/>
                    </a:lnTo>
                    <a:lnTo>
                      <a:pt x="80" y="93"/>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0" name="Freeform 99"/>
              <p:cNvSpPr>
                <a:spLocks/>
              </p:cNvSpPr>
              <p:nvPr/>
            </p:nvSpPr>
            <p:spPr bwMode="auto">
              <a:xfrm>
                <a:off x="2072" y="3644"/>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1" name="Freeform 100"/>
              <p:cNvSpPr>
                <a:spLocks/>
              </p:cNvSpPr>
              <p:nvPr/>
            </p:nvSpPr>
            <p:spPr bwMode="auto">
              <a:xfrm>
                <a:off x="2232" y="3644"/>
                <a:ext cx="81" cy="1"/>
              </a:xfrm>
              <a:custGeom>
                <a:avLst/>
                <a:gdLst/>
                <a:ahLst/>
                <a:cxnLst>
                  <a:cxn ang="0">
                    <a:pos x="0" y="0"/>
                  </a:cxn>
                  <a:cxn ang="0">
                    <a:pos x="80" y="0"/>
                  </a:cxn>
                </a:cxnLst>
                <a:rect l="0" t="0" r="r" b="b"/>
                <a:pathLst>
                  <a:path w="81" h="1">
                    <a:moveTo>
                      <a:pt x="0" y="0"/>
                    </a:move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2" name="Freeform 101"/>
              <p:cNvSpPr>
                <a:spLocks/>
              </p:cNvSpPr>
              <p:nvPr/>
            </p:nvSpPr>
            <p:spPr bwMode="auto">
              <a:xfrm>
                <a:off x="2412" y="3644"/>
                <a:ext cx="61" cy="156"/>
              </a:xfrm>
              <a:custGeom>
                <a:avLst/>
                <a:gdLst/>
                <a:ahLst/>
                <a:cxnLst>
                  <a:cxn ang="0">
                    <a:pos x="0" y="0"/>
                  </a:cxn>
                  <a:cxn ang="0">
                    <a:pos x="30" y="0"/>
                  </a:cxn>
                  <a:cxn ang="0">
                    <a:pos x="30" y="155"/>
                  </a:cxn>
                  <a:cxn ang="0">
                    <a:pos x="60" y="155"/>
                  </a:cxn>
                </a:cxnLst>
                <a:rect l="0" t="0" r="r" b="b"/>
                <a:pathLst>
                  <a:path w="61" h="156">
                    <a:moveTo>
                      <a:pt x="0" y="0"/>
                    </a:moveTo>
                    <a:lnTo>
                      <a:pt x="30" y="0"/>
                    </a:lnTo>
                    <a:lnTo>
                      <a:pt x="30" y="155"/>
                    </a:lnTo>
                    <a:lnTo>
                      <a:pt x="60" y="155"/>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3" name="Freeform 102"/>
              <p:cNvSpPr>
                <a:spLocks/>
              </p:cNvSpPr>
              <p:nvPr/>
            </p:nvSpPr>
            <p:spPr bwMode="auto">
              <a:xfrm>
                <a:off x="2412" y="3613"/>
                <a:ext cx="141" cy="32"/>
              </a:xfrm>
              <a:custGeom>
                <a:avLst/>
                <a:gdLst/>
                <a:ahLst/>
                <a:cxnLst>
                  <a:cxn ang="0">
                    <a:pos x="0" y="31"/>
                  </a:cxn>
                  <a:cxn ang="0">
                    <a:pos x="70" y="31"/>
                  </a:cxn>
                  <a:cxn ang="0">
                    <a:pos x="70" y="0"/>
                  </a:cxn>
                  <a:cxn ang="0">
                    <a:pos x="140" y="0"/>
                  </a:cxn>
                </a:cxnLst>
                <a:rect l="0" t="0" r="r" b="b"/>
                <a:pathLst>
                  <a:path w="141" h="32">
                    <a:moveTo>
                      <a:pt x="0" y="31"/>
                    </a:moveTo>
                    <a:lnTo>
                      <a:pt x="70" y="31"/>
                    </a:lnTo>
                    <a:lnTo>
                      <a:pt x="70" y="0"/>
                    </a:lnTo>
                    <a:lnTo>
                      <a:pt x="14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4" name="Freeform 103"/>
              <p:cNvSpPr>
                <a:spLocks/>
              </p:cNvSpPr>
              <p:nvPr/>
            </p:nvSpPr>
            <p:spPr bwMode="auto">
              <a:xfrm>
                <a:off x="2572" y="3799"/>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5" name="Freeform 104"/>
              <p:cNvSpPr>
                <a:spLocks/>
              </p:cNvSpPr>
              <p:nvPr/>
            </p:nvSpPr>
            <p:spPr bwMode="auto">
              <a:xfrm>
                <a:off x="2732" y="3799"/>
                <a:ext cx="101" cy="1"/>
              </a:xfrm>
              <a:custGeom>
                <a:avLst/>
                <a:gdLst/>
                <a:ahLst/>
                <a:cxnLst>
                  <a:cxn ang="0">
                    <a:pos x="0" y="0"/>
                  </a:cxn>
                  <a:cxn ang="0">
                    <a:pos x="100" y="0"/>
                  </a:cxn>
                </a:cxnLst>
                <a:rect l="0" t="0" r="r" b="b"/>
                <a:pathLst>
                  <a:path w="101" h="1">
                    <a:moveTo>
                      <a:pt x="0" y="0"/>
                    </a:moveTo>
                    <a:lnTo>
                      <a:pt x="10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6" name="Freeform 105"/>
              <p:cNvSpPr>
                <a:spLocks/>
              </p:cNvSpPr>
              <p:nvPr/>
            </p:nvSpPr>
            <p:spPr bwMode="auto">
              <a:xfrm>
                <a:off x="2652" y="3613"/>
                <a:ext cx="221" cy="1"/>
              </a:xfrm>
              <a:custGeom>
                <a:avLst/>
                <a:gdLst/>
                <a:ahLst/>
                <a:cxnLst>
                  <a:cxn ang="0">
                    <a:pos x="0" y="0"/>
                  </a:cxn>
                  <a:cxn ang="0">
                    <a:pos x="220" y="0"/>
                  </a:cxn>
                </a:cxnLst>
                <a:rect l="0" t="0" r="r" b="b"/>
                <a:pathLst>
                  <a:path w="221" h="1">
                    <a:moveTo>
                      <a:pt x="0" y="0"/>
                    </a:moveTo>
                    <a:lnTo>
                      <a:pt x="22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7" name="Freeform 106"/>
              <p:cNvSpPr>
                <a:spLocks/>
              </p:cNvSpPr>
              <p:nvPr/>
            </p:nvSpPr>
            <p:spPr bwMode="auto">
              <a:xfrm>
                <a:off x="2972" y="3613"/>
                <a:ext cx="101" cy="1"/>
              </a:xfrm>
              <a:custGeom>
                <a:avLst/>
                <a:gdLst/>
                <a:ahLst/>
                <a:cxnLst>
                  <a:cxn ang="0">
                    <a:pos x="0" y="0"/>
                  </a:cxn>
                  <a:cxn ang="0">
                    <a:pos x="100" y="0"/>
                  </a:cxn>
                </a:cxnLst>
                <a:rect l="0" t="0" r="r" b="b"/>
                <a:pathLst>
                  <a:path w="101" h="1">
                    <a:moveTo>
                      <a:pt x="0" y="0"/>
                    </a:moveTo>
                    <a:lnTo>
                      <a:pt x="10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8" name="Freeform 107"/>
              <p:cNvSpPr>
                <a:spLocks/>
              </p:cNvSpPr>
              <p:nvPr/>
            </p:nvSpPr>
            <p:spPr bwMode="auto">
              <a:xfrm>
                <a:off x="1892" y="3644"/>
                <a:ext cx="81" cy="63"/>
              </a:xfrm>
              <a:custGeom>
                <a:avLst/>
                <a:gdLst/>
                <a:ahLst/>
                <a:cxnLst>
                  <a:cxn ang="0">
                    <a:pos x="0" y="62"/>
                  </a:cxn>
                  <a:cxn ang="0">
                    <a:pos x="40" y="62"/>
                  </a:cxn>
                  <a:cxn ang="0">
                    <a:pos x="40" y="0"/>
                  </a:cxn>
                  <a:cxn ang="0">
                    <a:pos x="80" y="0"/>
                  </a:cxn>
                </a:cxnLst>
                <a:rect l="0" t="0" r="r" b="b"/>
                <a:pathLst>
                  <a:path w="81" h="63">
                    <a:moveTo>
                      <a:pt x="0" y="62"/>
                    </a:moveTo>
                    <a:lnTo>
                      <a:pt x="40" y="62"/>
                    </a:lnTo>
                    <a:lnTo>
                      <a:pt x="40" y="0"/>
                    </a:ln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49" name="Freeform 108"/>
              <p:cNvSpPr>
                <a:spLocks/>
              </p:cNvSpPr>
              <p:nvPr/>
            </p:nvSpPr>
            <p:spPr bwMode="auto">
              <a:xfrm>
                <a:off x="1892" y="3830"/>
                <a:ext cx="81" cy="1"/>
              </a:xfrm>
              <a:custGeom>
                <a:avLst/>
                <a:gdLst/>
                <a:ahLst/>
                <a:cxnLst>
                  <a:cxn ang="0">
                    <a:pos x="0" y="0"/>
                  </a:cxn>
                  <a:cxn ang="0">
                    <a:pos x="80" y="0"/>
                  </a:cxn>
                </a:cxnLst>
                <a:rect l="0" t="0" r="r" b="b"/>
                <a:pathLst>
                  <a:path w="81" h="1">
                    <a:moveTo>
                      <a:pt x="0" y="0"/>
                    </a:move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0" name="Freeform 109"/>
              <p:cNvSpPr>
                <a:spLocks/>
              </p:cNvSpPr>
              <p:nvPr/>
            </p:nvSpPr>
            <p:spPr bwMode="auto">
              <a:xfrm>
                <a:off x="2072" y="3644"/>
                <a:ext cx="61" cy="187"/>
              </a:xfrm>
              <a:custGeom>
                <a:avLst/>
                <a:gdLst/>
                <a:ahLst/>
                <a:cxnLst>
                  <a:cxn ang="0">
                    <a:pos x="0" y="186"/>
                  </a:cxn>
                  <a:cxn ang="0">
                    <a:pos x="30" y="186"/>
                  </a:cxn>
                  <a:cxn ang="0">
                    <a:pos x="30" y="0"/>
                  </a:cxn>
                  <a:cxn ang="0">
                    <a:pos x="60" y="0"/>
                  </a:cxn>
                </a:cxnLst>
                <a:rect l="0" t="0" r="r" b="b"/>
                <a:pathLst>
                  <a:path w="61" h="187">
                    <a:moveTo>
                      <a:pt x="0" y="186"/>
                    </a:moveTo>
                    <a:lnTo>
                      <a:pt x="30" y="186"/>
                    </a:lnTo>
                    <a:lnTo>
                      <a:pt x="30" y="0"/>
                    </a:ln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1" name="Freeform 110"/>
              <p:cNvSpPr>
                <a:spLocks/>
              </p:cNvSpPr>
              <p:nvPr/>
            </p:nvSpPr>
            <p:spPr bwMode="auto">
              <a:xfrm>
                <a:off x="2732" y="3613"/>
                <a:ext cx="141" cy="187"/>
              </a:xfrm>
              <a:custGeom>
                <a:avLst/>
                <a:gdLst/>
                <a:ahLst/>
                <a:cxnLst>
                  <a:cxn ang="0">
                    <a:pos x="0" y="186"/>
                  </a:cxn>
                  <a:cxn ang="0">
                    <a:pos x="70" y="186"/>
                  </a:cxn>
                  <a:cxn ang="0">
                    <a:pos x="70" y="0"/>
                  </a:cxn>
                  <a:cxn ang="0">
                    <a:pos x="140" y="0"/>
                  </a:cxn>
                </a:cxnLst>
                <a:rect l="0" t="0" r="r" b="b"/>
                <a:pathLst>
                  <a:path w="141" h="187">
                    <a:moveTo>
                      <a:pt x="0" y="186"/>
                    </a:moveTo>
                    <a:lnTo>
                      <a:pt x="70" y="186"/>
                    </a:lnTo>
                    <a:lnTo>
                      <a:pt x="70" y="0"/>
                    </a:lnTo>
                    <a:lnTo>
                      <a:pt x="14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2" name="Freeform 111"/>
              <p:cNvSpPr>
                <a:spLocks/>
              </p:cNvSpPr>
              <p:nvPr/>
            </p:nvSpPr>
            <p:spPr bwMode="auto">
              <a:xfrm>
                <a:off x="2932" y="3799"/>
                <a:ext cx="61" cy="187"/>
              </a:xfrm>
              <a:custGeom>
                <a:avLst/>
                <a:gdLst/>
                <a:ahLst/>
                <a:cxnLst>
                  <a:cxn ang="0">
                    <a:pos x="0" y="0"/>
                  </a:cxn>
                  <a:cxn ang="0">
                    <a:pos x="30" y="0"/>
                  </a:cxn>
                  <a:cxn ang="0">
                    <a:pos x="30" y="186"/>
                  </a:cxn>
                  <a:cxn ang="0">
                    <a:pos x="60" y="186"/>
                  </a:cxn>
                </a:cxnLst>
                <a:rect l="0" t="0" r="r" b="b"/>
                <a:pathLst>
                  <a:path w="61" h="187">
                    <a:moveTo>
                      <a:pt x="0" y="0"/>
                    </a:moveTo>
                    <a:lnTo>
                      <a:pt x="30" y="0"/>
                    </a:lnTo>
                    <a:lnTo>
                      <a:pt x="30" y="186"/>
                    </a:lnTo>
                    <a:lnTo>
                      <a:pt x="60" y="186"/>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3" name="Freeform 112"/>
              <p:cNvSpPr>
                <a:spLocks/>
              </p:cNvSpPr>
              <p:nvPr/>
            </p:nvSpPr>
            <p:spPr bwMode="auto">
              <a:xfrm>
                <a:off x="2932" y="3799"/>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4" name="Freeform 113"/>
              <p:cNvSpPr>
                <a:spLocks/>
              </p:cNvSpPr>
              <p:nvPr/>
            </p:nvSpPr>
            <p:spPr bwMode="auto">
              <a:xfrm>
                <a:off x="3172" y="3613"/>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5" name="Freeform 114"/>
              <p:cNvSpPr>
                <a:spLocks/>
              </p:cNvSpPr>
              <p:nvPr/>
            </p:nvSpPr>
            <p:spPr bwMode="auto">
              <a:xfrm>
                <a:off x="3332" y="3613"/>
                <a:ext cx="101" cy="1"/>
              </a:xfrm>
              <a:custGeom>
                <a:avLst/>
                <a:gdLst/>
                <a:ahLst/>
                <a:cxnLst>
                  <a:cxn ang="0">
                    <a:pos x="0" y="0"/>
                  </a:cxn>
                  <a:cxn ang="0">
                    <a:pos x="100" y="0"/>
                  </a:cxn>
                </a:cxnLst>
                <a:rect l="0" t="0" r="r" b="b"/>
                <a:pathLst>
                  <a:path w="101" h="1">
                    <a:moveTo>
                      <a:pt x="0" y="0"/>
                    </a:moveTo>
                    <a:lnTo>
                      <a:pt x="10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6" name="Freeform 115"/>
              <p:cNvSpPr>
                <a:spLocks/>
              </p:cNvSpPr>
              <p:nvPr/>
            </p:nvSpPr>
            <p:spPr bwMode="auto">
              <a:xfrm>
                <a:off x="3532" y="3613"/>
                <a:ext cx="81" cy="1"/>
              </a:xfrm>
              <a:custGeom>
                <a:avLst/>
                <a:gdLst/>
                <a:ahLst/>
                <a:cxnLst>
                  <a:cxn ang="0">
                    <a:pos x="0" y="0"/>
                  </a:cxn>
                  <a:cxn ang="0">
                    <a:pos x="80" y="0"/>
                  </a:cxn>
                </a:cxnLst>
                <a:rect l="0" t="0" r="r" b="b"/>
                <a:pathLst>
                  <a:path w="81" h="1">
                    <a:moveTo>
                      <a:pt x="0" y="0"/>
                    </a:move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7" name="Freeform 116"/>
              <p:cNvSpPr>
                <a:spLocks/>
              </p:cNvSpPr>
              <p:nvPr/>
            </p:nvSpPr>
            <p:spPr bwMode="auto">
              <a:xfrm>
                <a:off x="3332" y="3613"/>
                <a:ext cx="361" cy="156"/>
              </a:xfrm>
              <a:custGeom>
                <a:avLst/>
                <a:gdLst/>
                <a:ahLst/>
                <a:cxnLst>
                  <a:cxn ang="0">
                    <a:pos x="0" y="0"/>
                  </a:cxn>
                  <a:cxn ang="0">
                    <a:pos x="50" y="0"/>
                  </a:cxn>
                  <a:cxn ang="0">
                    <a:pos x="50" y="155"/>
                  </a:cxn>
                  <a:cxn ang="0">
                    <a:pos x="360" y="155"/>
                  </a:cxn>
                </a:cxnLst>
                <a:rect l="0" t="0" r="r" b="b"/>
                <a:pathLst>
                  <a:path w="361" h="156">
                    <a:moveTo>
                      <a:pt x="0" y="0"/>
                    </a:moveTo>
                    <a:lnTo>
                      <a:pt x="50" y="0"/>
                    </a:lnTo>
                    <a:lnTo>
                      <a:pt x="50" y="155"/>
                    </a:lnTo>
                    <a:lnTo>
                      <a:pt x="360" y="155"/>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8" name="Freeform 117"/>
              <p:cNvSpPr>
                <a:spLocks/>
              </p:cNvSpPr>
              <p:nvPr/>
            </p:nvSpPr>
            <p:spPr bwMode="auto">
              <a:xfrm>
                <a:off x="1892" y="3830"/>
                <a:ext cx="81" cy="156"/>
              </a:xfrm>
              <a:custGeom>
                <a:avLst/>
                <a:gdLst/>
                <a:ahLst/>
                <a:cxnLst>
                  <a:cxn ang="0">
                    <a:pos x="0" y="155"/>
                  </a:cxn>
                  <a:cxn ang="0">
                    <a:pos x="40" y="155"/>
                  </a:cxn>
                  <a:cxn ang="0">
                    <a:pos x="40" y="0"/>
                  </a:cxn>
                  <a:cxn ang="0">
                    <a:pos x="80" y="0"/>
                  </a:cxn>
                </a:cxnLst>
                <a:rect l="0" t="0" r="r" b="b"/>
                <a:pathLst>
                  <a:path w="81" h="156">
                    <a:moveTo>
                      <a:pt x="0" y="155"/>
                    </a:moveTo>
                    <a:lnTo>
                      <a:pt x="40" y="155"/>
                    </a:lnTo>
                    <a:lnTo>
                      <a:pt x="40" y="0"/>
                    </a:ln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59" name="Freeform 118"/>
              <p:cNvSpPr>
                <a:spLocks/>
              </p:cNvSpPr>
              <p:nvPr/>
            </p:nvSpPr>
            <p:spPr bwMode="auto">
              <a:xfrm>
                <a:off x="1732" y="3551"/>
                <a:ext cx="61" cy="280"/>
              </a:xfrm>
              <a:custGeom>
                <a:avLst/>
                <a:gdLst/>
                <a:ahLst/>
                <a:cxnLst>
                  <a:cxn ang="0">
                    <a:pos x="0" y="0"/>
                  </a:cxn>
                  <a:cxn ang="0">
                    <a:pos x="30" y="0"/>
                  </a:cxn>
                  <a:cxn ang="0">
                    <a:pos x="30" y="279"/>
                  </a:cxn>
                  <a:cxn ang="0">
                    <a:pos x="60" y="279"/>
                  </a:cxn>
                </a:cxnLst>
                <a:rect l="0" t="0" r="r" b="b"/>
                <a:pathLst>
                  <a:path w="61" h="280">
                    <a:moveTo>
                      <a:pt x="0" y="0"/>
                    </a:moveTo>
                    <a:lnTo>
                      <a:pt x="30" y="0"/>
                    </a:lnTo>
                    <a:lnTo>
                      <a:pt x="30" y="279"/>
                    </a:lnTo>
                    <a:lnTo>
                      <a:pt x="60" y="279"/>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0" name="Freeform 119"/>
              <p:cNvSpPr>
                <a:spLocks/>
              </p:cNvSpPr>
              <p:nvPr/>
            </p:nvSpPr>
            <p:spPr bwMode="auto">
              <a:xfrm>
                <a:off x="1732" y="3551"/>
                <a:ext cx="61" cy="156"/>
              </a:xfrm>
              <a:custGeom>
                <a:avLst/>
                <a:gdLst/>
                <a:ahLst/>
                <a:cxnLst>
                  <a:cxn ang="0">
                    <a:pos x="0" y="0"/>
                  </a:cxn>
                  <a:cxn ang="0">
                    <a:pos x="30" y="0"/>
                  </a:cxn>
                  <a:cxn ang="0">
                    <a:pos x="30" y="155"/>
                  </a:cxn>
                  <a:cxn ang="0">
                    <a:pos x="60" y="155"/>
                  </a:cxn>
                </a:cxnLst>
                <a:rect l="0" t="0" r="r" b="b"/>
                <a:pathLst>
                  <a:path w="61" h="156">
                    <a:moveTo>
                      <a:pt x="0" y="0"/>
                    </a:moveTo>
                    <a:lnTo>
                      <a:pt x="30" y="0"/>
                    </a:lnTo>
                    <a:lnTo>
                      <a:pt x="30" y="155"/>
                    </a:lnTo>
                    <a:lnTo>
                      <a:pt x="60" y="155"/>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1" name="Freeform 120"/>
              <p:cNvSpPr>
                <a:spLocks/>
              </p:cNvSpPr>
              <p:nvPr/>
            </p:nvSpPr>
            <p:spPr bwMode="auto">
              <a:xfrm>
                <a:off x="1892" y="3985"/>
                <a:ext cx="101" cy="1"/>
              </a:xfrm>
              <a:custGeom>
                <a:avLst/>
                <a:gdLst/>
                <a:ahLst/>
                <a:cxnLst>
                  <a:cxn ang="0">
                    <a:pos x="0" y="0"/>
                  </a:cxn>
                  <a:cxn ang="0">
                    <a:pos x="100" y="0"/>
                  </a:cxn>
                </a:cxnLst>
                <a:rect l="0" t="0" r="r" b="b"/>
                <a:pathLst>
                  <a:path w="101" h="1">
                    <a:moveTo>
                      <a:pt x="0" y="0"/>
                    </a:moveTo>
                    <a:lnTo>
                      <a:pt x="10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2" name="Freeform 121"/>
              <p:cNvSpPr>
                <a:spLocks/>
              </p:cNvSpPr>
              <p:nvPr/>
            </p:nvSpPr>
            <p:spPr bwMode="auto">
              <a:xfrm>
                <a:off x="2092" y="3861"/>
                <a:ext cx="61" cy="125"/>
              </a:xfrm>
              <a:custGeom>
                <a:avLst/>
                <a:gdLst/>
                <a:ahLst/>
                <a:cxnLst>
                  <a:cxn ang="0">
                    <a:pos x="0" y="124"/>
                  </a:cxn>
                  <a:cxn ang="0">
                    <a:pos x="30" y="124"/>
                  </a:cxn>
                  <a:cxn ang="0">
                    <a:pos x="30" y="0"/>
                  </a:cxn>
                  <a:cxn ang="0">
                    <a:pos x="60" y="0"/>
                  </a:cxn>
                </a:cxnLst>
                <a:rect l="0" t="0" r="r" b="b"/>
                <a:pathLst>
                  <a:path w="61" h="125">
                    <a:moveTo>
                      <a:pt x="0" y="124"/>
                    </a:moveTo>
                    <a:lnTo>
                      <a:pt x="30" y="124"/>
                    </a:lnTo>
                    <a:lnTo>
                      <a:pt x="30" y="0"/>
                    </a:ln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3" name="Freeform 122"/>
              <p:cNvSpPr>
                <a:spLocks/>
              </p:cNvSpPr>
              <p:nvPr/>
            </p:nvSpPr>
            <p:spPr bwMode="auto">
              <a:xfrm>
                <a:off x="2252" y="3644"/>
                <a:ext cx="61" cy="218"/>
              </a:xfrm>
              <a:custGeom>
                <a:avLst/>
                <a:gdLst/>
                <a:ahLst/>
                <a:cxnLst>
                  <a:cxn ang="0">
                    <a:pos x="0" y="217"/>
                  </a:cxn>
                  <a:cxn ang="0">
                    <a:pos x="30" y="217"/>
                  </a:cxn>
                  <a:cxn ang="0">
                    <a:pos x="30" y="0"/>
                  </a:cxn>
                  <a:cxn ang="0">
                    <a:pos x="60" y="0"/>
                  </a:cxn>
                </a:cxnLst>
                <a:rect l="0" t="0" r="r" b="b"/>
                <a:pathLst>
                  <a:path w="61" h="218">
                    <a:moveTo>
                      <a:pt x="0" y="217"/>
                    </a:moveTo>
                    <a:lnTo>
                      <a:pt x="30" y="217"/>
                    </a:lnTo>
                    <a:lnTo>
                      <a:pt x="30" y="0"/>
                    </a:ln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4" name="Freeform 123"/>
              <p:cNvSpPr>
                <a:spLocks/>
              </p:cNvSpPr>
              <p:nvPr/>
            </p:nvSpPr>
            <p:spPr bwMode="auto">
              <a:xfrm>
                <a:off x="2092" y="3985"/>
                <a:ext cx="221" cy="1"/>
              </a:xfrm>
              <a:custGeom>
                <a:avLst/>
                <a:gdLst/>
                <a:ahLst/>
                <a:cxnLst>
                  <a:cxn ang="0">
                    <a:pos x="0" y="0"/>
                  </a:cxn>
                  <a:cxn ang="0">
                    <a:pos x="220" y="0"/>
                  </a:cxn>
                </a:cxnLst>
                <a:rect l="0" t="0" r="r" b="b"/>
                <a:pathLst>
                  <a:path w="221" h="1">
                    <a:moveTo>
                      <a:pt x="0" y="0"/>
                    </a:moveTo>
                    <a:lnTo>
                      <a:pt x="22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5" name="Freeform 124"/>
              <p:cNvSpPr>
                <a:spLocks/>
              </p:cNvSpPr>
              <p:nvPr/>
            </p:nvSpPr>
            <p:spPr bwMode="auto">
              <a:xfrm>
                <a:off x="2412" y="3985"/>
                <a:ext cx="81" cy="1"/>
              </a:xfrm>
              <a:custGeom>
                <a:avLst/>
                <a:gdLst/>
                <a:ahLst/>
                <a:cxnLst>
                  <a:cxn ang="0">
                    <a:pos x="0" y="0"/>
                  </a:cxn>
                  <a:cxn ang="0">
                    <a:pos x="80" y="0"/>
                  </a:cxn>
                </a:cxnLst>
                <a:rect l="0" t="0" r="r" b="b"/>
                <a:pathLst>
                  <a:path w="81" h="1">
                    <a:moveTo>
                      <a:pt x="0" y="0"/>
                    </a:move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6" name="Freeform 125"/>
              <p:cNvSpPr>
                <a:spLocks/>
              </p:cNvSpPr>
              <p:nvPr/>
            </p:nvSpPr>
            <p:spPr bwMode="auto">
              <a:xfrm>
                <a:off x="2592" y="3799"/>
                <a:ext cx="41" cy="187"/>
              </a:xfrm>
              <a:custGeom>
                <a:avLst/>
                <a:gdLst/>
                <a:ahLst/>
                <a:cxnLst>
                  <a:cxn ang="0">
                    <a:pos x="0" y="186"/>
                  </a:cxn>
                  <a:cxn ang="0">
                    <a:pos x="20" y="186"/>
                  </a:cxn>
                  <a:cxn ang="0">
                    <a:pos x="20" y="0"/>
                  </a:cxn>
                  <a:cxn ang="0">
                    <a:pos x="40" y="0"/>
                  </a:cxn>
                </a:cxnLst>
                <a:rect l="0" t="0" r="r" b="b"/>
                <a:pathLst>
                  <a:path w="41" h="187">
                    <a:moveTo>
                      <a:pt x="0" y="186"/>
                    </a:moveTo>
                    <a:lnTo>
                      <a:pt x="20" y="186"/>
                    </a:lnTo>
                    <a:lnTo>
                      <a:pt x="20" y="0"/>
                    </a:lnTo>
                    <a:lnTo>
                      <a:pt x="4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7" name="Freeform 126"/>
              <p:cNvSpPr>
                <a:spLocks/>
              </p:cNvSpPr>
              <p:nvPr/>
            </p:nvSpPr>
            <p:spPr bwMode="auto">
              <a:xfrm>
                <a:off x="2592" y="3985"/>
                <a:ext cx="81" cy="1"/>
              </a:xfrm>
              <a:custGeom>
                <a:avLst/>
                <a:gdLst/>
                <a:ahLst/>
                <a:cxnLst>
                  <a:cxn ang="0">
                    <a:pos x="0" y="0"/>
                  </a:cxn>
                  <a:cxn ang="0">
                    <a:pos x="80" y="0"/>
                  </a:cxn>
                </a:cxnLst>
                <a:rect l="0" t="0" r="r" b="b"/>
                <a:pathLst>
                  <a:path w="81" h="1">
                    <a:moveTo>
                      <a:pt x="0" y="0"/>
                    </a:move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8" name="Freeform 127"/>
              <p:cNvSpPr>
                <a:spLocks/>
              </p:cNvSpPr>
              <p:nvPr/>
            </p:nvSpPr>
            <p:spPr bwMode="auto">
              <a:xfrm>
                <a:off x="2772" y="3799"/>
                <a:ext cx="61" cy="187"/>
              </a:xfrm>
              <a:custGeom>
                <a:avLst/>
                <a:gdLst/>
                <a:ahLst/>
                <a:cxnLst>
                  <a:cxn ang="0">
                    <a:pos x="0" y="186"/>
                  </a:cxn>
                  <a:cxn ang="0">
                    <a:pos x="30" y="186"/>
                  </a:cxn>
                  <a:cxn ang="0">
                    <a:pos x="30" y="0"/>
                  </a:cxn>
                  <a:cxn ang="0">
                    <a:pos x="60" y="0"/>
                  </a:cxn>
                </a:cxnLst>
                <a:rect l="0" t="0" r="r" b="b"/>
                <a:pathLst>
                  <a:path w="61" h="187">
                    <a:moveTo>
                      <a:pt x="0" y="186"/>
                    </a:moveTo>
                    <a:lnTo>
                      <a:pt x="30" y="186"/>
                    </a:lnTo>
                    <a:lnTo>
                      <a:pt x="30" y="0"/>
                    </a:ln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69" name="Freeform 128"/>
              <p:cNvSpPr>
                <a:spLocks/>
              </p:cNvSpPr>
              <p:nvPr/>
            </p:nvSpPr>
            <p:spPr bwMode="auto">
              <a:xfrm>
                <a:off x="3092" y="3799"/>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70" name="Freeform 129"/>
              <p:cNvSpPr>
                <a:spLocks/>
              </p:cNvSpPr>
              <p:nvPr/>
            </p:nvSpPr>
            <p:spPr bwMode="auto">
              <a:xfrm>
                <a:off x="3252" y="3799"/>
                <a:ext cx="101" cy="63"/>
              </a:xfrm>
              <a:custGeom>
                <a:avLst/>
                <a:gdLst/>
                <a:ahLst/>
                <a:cxnLst>
                  <a:cxn ang="0">
                    <a:pos x="0" y="0"/>
                  </a:cxn>
                  <a:cxn ang="0">
                    <a:pos x="50" y="0"/>
                  </a:cxn>
                  <a:cxn ang="0">
                    <a:pos x="50" y="62"/>
                  </a:cxn>
                  <a:cxn ang="0">
                    <a:pos x="100" y="62"/>
                  </a:cxn>
                </a:cxnLst>
                <a:rect l="0" t="0" r="r" b="b"/>
                <a:pathLst>
                  <a:path w="101" h="63">
                    <a:moveTo>
                      <a:pt x="0" y="0"/>
                    </a:moveTo>
                    <a:lnTo>
                      <a:pt x="50" y="0"/>
                    </a:lnTo>
                    <a:lnTo>
                      <a:pt x="50" y="62"/>
                    </a:lnTo>
                    <a:lnTo>
                      <a:pt x="100" y="62"/>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71" name="Freeform 130"/>
              <p:cNvSpPr>
                <a:spLocks/>
              </p:cNvSpPr>
              <p:nvPr/>
            </p:nvSpPr>
            <p:spPr bwMode="auto">
              <a:xfrm>
                <a:off x="3092" y="3799"/>
                <a:ext cx="61" cy="187"/>
              </a:xfrm>
              <a:custGeom>
                <a:avLst/>
                <a:gdLst/>
                <a:ahLst/>
                <a:cxnLst>
                  <a:cxn ang="0">
                    <a:pos x="0" y="186"/>
                  </a:cxn>
                  <a:cxn ang="0">
                    <a:pos x="30" y="186"/>
                  </a:cxn>
                  <a:cxn ang="0">
                    <a:pos x="30" y="0"/>
                  </a:cxn>
                  <a:cxn ang="0">
                    <a:pos x="60" y="0"/>
                  </a:cxn>
                </a:cxnLst>
                <a:rect l="0" t="0" r="r" b="b"/>
                <a:pathLst>
                  <a:path w="61" h="187">
                    <a:moveTo>
                      <a:pt x="0" y="186"/>
                    </a:moveTo>
                    <a:lnTo>
                      <a:pt x="30" y="186"/>
                    </a:lnTo>
                    <a:lnTo>
                      <a:pt x="30" y="0"/>
                    </a:ln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72" name="Freeform 131"/>
              <p:cNvSpPr>
                <a:spLocks/>
              </p:cNvSpPr>
              <p:nvPr/>
            </p:nvSpPr>
            <p:spPr bwMode="auto">
              <a:xfrm>
                <a:off x="3452" y="3861"/>
                <a:ext cx="81" cy="63"/>
              </a:xfrm>
              <a:custGeom>
                <a:avLst/>
                <a:gdLst/>
                <a:ahLst/>
                <a:cxnLst>
                  <a:cxn ang="0">
                    <a:pos x="0" y="0"/>
                  </a:cxn>
                  <a:cxn ang="0">
                    <a:pos x="40" y="0"/>
                  </a:cxn>
                  <a:cxn ang="0">
                    <a:pos x="40" y="62"/>
                  </a:cxn>
                  <a:cxn ang="0">
                    <a:pos x="80" y="62"/>
                  </a:cxn>
                </a:cxnLst>
                <a:rect l="0" t="0" r="r" b="b"/>
                <a:pathLst>
                  <a:path w="81" h="63">
                    <a:moveTo>
                      <a:pt x="0" y="0"/>
                    </a:moveTo>
                    <a:lnTo>
                      <a:pt x="40" y="0"/>
                    </a:lnTo>
                    <a:lnTo>
                      <a:pt x="40" y="62"/>
                    </a:lnTo>
                    <a:lnTo>
                      <a:pt x="80" y="62"/>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73" name="Freeform 132"/>
              <p:cNvSpPr>
                <a:spLocks/>
              </p:cNvSpPr>
              <p:nvPr/>
            </p:nvSpPr>
            <p:spPr bwMode="auto">
              <a:xfrm>
                <a:off x="3092" y="3985"/>
                <a:ext cx="61" cy="1"/>
              </a:xfrm>
              <a:custGeom>
                <a:avLst/>
                <a:gdLst/>
                <a:ahLst/>
                <a:cxnLst>
                  <a:cxn ang="0">
                    <a:pos x="0" y="0"/>
                  </a:cxn>
                  <a:cxn ang="0">
                    <a:pos x="60" y="0"/>
                  </a:cxn>
                </a:cxnLst>
                <a:rect l="0" t="0" r="r" b="b"/>
                <a:pathLst>
                  <a:path w="61" h="1">
                    <a:moveTo>
                      <a:pt x="0" y="0"/>
                    </a:move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74" name="Freeform 133"/>
              <p:cNvSpPr>
                <a:spLocks/>
              </p:cNvSpPr>
              <p:nvPr/>
            </p:nvSpPr>
            <p:spPr bwMode="auto">
              <a:xfrm>
                <a:off x="3252" y="3985"/>
                <a:ext cx="101" cy="1"/>
              </a:xfrm>
              <a:custGeom>
                <a:avLst/>
                <a:gdLst/>
                <a:ahLst/>
                <a:cxnLst>
                  <a:cxn ang="0">
                    <a:pos x="0" y="0"/>
                  </a:cxn>
                  <a:cxn ang="0">
                    <a:pos x="100" y="0"/>
                  </a:cxn>
                </a:cxnLst>
                <a:rect l="0" t="0" r="r" b="b"/>
                <a:pathLst>
                  <a:path w="101" h="1">
                    <a:moveTo>
                      <a:pt x="0" y="0"/>
                    </a:moveTo>
                    <a:lnTo>
                      <a:pt x="10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75" name="Freeform 134"/>
              <p:cNvSpPr>
                <a:spLocks/>
              </p:cNvSpPr>
              <p:nvPr/>
            </p:nvSpPr>
            <p:spPr bwMode="auto">
              <a:xfrm>
                <a:off x="3452" y="3923"/>
                <a:ext cx="81" cy="63"/>
              </a:xfrm>
              <a:custGeom>
                <a:avLst/>
                <a:gdLst/>
                <a:ahLst/>
                <a:cxnLst>
                  <a:cxn ang="0">
                    <a:pos x="0" y="62"/>
                  </a:cxn>
                  <a:cxn ang="0">
                    <a:pos x="40" y="62"/>
                  </a:cxn>
                  <a:cxn ang="0">
                    <a:pos x="40" y="0"/>
                  </a:cxn>
                  <a:cxn ang="0">
                    <a:pos x="80" y="0"/>
                  </a:cxn>
                </a:cxnLst>
                <a:rect l="0" t="0" r="r" b="b"/>
                <a:pathLst>
                  <a:path w="81" h="63">
                    <a:moveTo>
                      <a:pt x="0" y="62"/>
                    </a:moveTo>
                    <a:lnTo>
                      <a:pt x="40" y="62"/>
                    </a:lnTo>
                    <a:lnTo>
                      <a:pt x="40" y="0"/>
                    </a:lnTo>
                    <a:lnTo>
                      <a:pt x="8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76" name="Freeform 135"/>
              <p:cNvSpPr>
                <a:spLocks/>
              </p:cNvSpPr>
              <p:nvPr/>
            </p:nvSpPr>
            <p:spPr bwMode="auto">
              <a:xfrm>
                <a:off x="3632" y="3768"/>
                <a:ext cx="61" cy="156"/>
              </a:xfrm>
              <a:custGeom>
                <a:avLst/>
                <a:gdLst/>
                <a:ahLst/>
                <a:cxnLst>
                  <a:cxn ang="0">
                    <a:pos x="0" y="155"/>
                  </a:cxn>
                  <a:cxn ang="0">
                    <a:pos x="30" y="155"/>
                  </a:cxn>
                  <a:cxn ang="0">
                    <a:pos x="30" y="0"/>
                  </a:cxn>
                  <a:cxn ang="0">
                    <a:pos x="60" y="0"/>
                  </a:cxn>
                </a:cxnLst>
                <a:rect l="0" t="0" r="r" b="b"/>
                <a:pathLst>
                  <a:path w="61" h="156">
                    <a:moveTo>
                      <a:pt x="0" y="155"/>
                    </a:moveTo>
                    <a:lnTo>
                      <a:pt x="30" y="155"/>
                    </a:lnTo>
                    <a:lnTo>
                      <a:pt x="30" y="0"/>
                    </a:lnTo>
                    <a:lnTo>
                      <a:pt x="60"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grpSp>
      </p:grpSp>
      <p:grpSp>
        <p:nvGrpSpPr>
          <p:cNvPr id="6" name="Group 182"/>
          <p:cNvGrpSpPr>
            <a:grpSpLocks/>
          </p:cNvGrpSpPr>
          <p:nvPr/>
        </p:nvGrpSpPr>
        <p:grpSpPr bwMode="auto">
          <a:xfrm>
            <a:off x="415537" y="5285977"/>
            <a:ext cx="2477907" cy="1015841"/>
            <a:chOff x="526" y="2209"/>
            <a:chExt cx="2209" cy="913"/>
          </a:xfrm>
        </p:grpSpPr>
        <p:sp>
          <p:nvSpPr>
            <p:cNvPr id="78" name="Freeform 183"/>
            <p:cNvSpPr>
              <a:spLocks/>
            </p:cNvSpPr>
            <p:nvPr/>
          </p:nvSpPr>
          <p:spPr bwMode="auto">
            <a:xfrm>
              <a:off x="526" y="2209"/>
              <a:ext cx="2209" cy="913"/>
            </a:xfrm>
            <a:custGeom>
              <a:avLst/>
              <a:gdLst/>
              <a:ahLst/>
              <a:cxnLst>
                <a:cxn ang="0">
                  <a:pos x="1968" y="0"/>
                </a:cxn>
                <a:cxn ang="0">
                  <a:pos x="0" y="0"/>
                </a:cxn>
                <a:cxn ang="0">
                  <a:pos x="240" y="456"/>
                </a:cxn>
                <a:cxn ang="0">
                  <a:pos x="0" y="912"/>
                </a:cxn>
                <a:cxn ang="0">
                  <a:pos x="1968" y="912"/>
                </a:cxn>
                <a:cxn ang="0">
                  <a:pos x="2208" y="456"/>
                </a:cxn>
                <a:cxn ang="0">
                  <a:pos x="1968" y="0"/>
                </a:cxn>
              </a:cxnLst>
              <a:rect l="0" t="0" r="r" b="b"/>
              <a:pathLst>
                <a:path w="2209" h="913">
                  <a:moveTo>
                    <a:pt x="1968" y="0"/>
                  </a:moveTo>
                  <a:lnTo>
                    <a:pt x="0" y="0"/>
                  </a:lnTo>
                  <a:lnTo>
                    <a:pt x="240" y="456"/>
                  </a:lnTo>
                  <a:lnTo>
                    <a:pt x="0" y="912"/>
                  </a:lnTo>
                  <a:lnTo>
                    <a:pt x="1968" y="912"/>
                  </a:lnTo>
                  <a:lnTo>
                    <a:pt x="2208" y="456"/>
                  </a:lnTo>
                  <a:lnTo>
                    <a:pt x="1968" y="0"/>
                  </a:lnTo>
                </a:path>
              </a:pathLst>
            </a:custGeom>
            <a:solidFill>
              <a:srgbClr val="00B050"/>
            </a:solidFill>
            <a:ln w="9525" cap="rnd">
              <a:noFill/>
              <a:round/>
              <a:headEnd type="none" w="sm" len="sm"/>
              <a:tailEnd type="none" w="sm" len="sm"/>
            </a:ln>
            <a:effectLst/>
          </p:spPr>
          <p:txBody>
            <a:bodyPr/>
            <a:lstStyle/>
            <a:p>
              <a:endParaRPr lang="pt-BR" sz="2400">
                <a:latin typeface="Lato" pitchFamily="34" charset="0"/>
              </a:endParaRPr>
            </a:p>
          </p:txBody>
        </p:sp>
        <p:grpSp>
          <p:nvGrpSpPr>
            <p:cNvPr id="77" name="Group 184"/>
            <p:cNvGrpSpPr>
              <a:grpSpLocks/>
            </p:cNvGrpSpPr>
            <p:nvPr/>
          </p:nvGrpSpPr>
          <p:grpSpPr bwMode="auto">
            <a:xfrm>
              <a:off x="862" y="2336"/>
              <a:ext cx="1660" cy="593"/>
              <a:chOff x="862" y="2336"/>
              <a:chExt cx="1660" cy="593"/>
            </a:xfrm>
          </p:grpSpPr>
          <p:sp>
            <p:nvSpPr>
              <p:cNvPr id="80" name="Rectangle 185"/>
              <p:cNvSpPr>
                <a:spLocks noChangeArrowheads="1"/>
              </p:cNvSpPr>
              <p:nvPr/>
            </p:nvSpPr>
            <p:spPr bwMode="auto">
              <a:xfrm>
                <a:off x="862" y="2427"/>
                <a:ext cx="77"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1" name="Rectangle 186"/>
              <p:cNvSpPr>
                <a:spLocks noChangeArrowheads="1"/>
              </p:cNvSpPr>
              <p:nvPr/>
            </p:nvSpPr>
            <p:spPr bwMode="auto">
              <a:xfrm>
                <a:off x="985" y="2427"/>
                <a:ext cx="77" cy="89"/>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2" name="Rectangle 187"/>
              <p:cNvSpPr>
                <a:spLocks noChangeArrowheads="1"/>
              </p:cNvSpPr>
              <p:nvPr/>
            </p:nvSpPr>
            <p:spPr bwMode="auto">
              <a:xfrm>
                <a:off x="1246" y="2516"/>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3" name="Rectangle 188"/>
              <p:cNvSpPr>
                <a:spLocks noChangeArrowheads="1"/>
              </p:cNvSpPr>
              <p:nvPr/>
            </p:nvSpPr>
            <p:spPr bwMode="auto">
              <a:xfrm>
                <a:off x="1385" y="2516"/>
                <a:ext cx="76"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4" name="Rectangle 189"/>
              <p:cNvSpPr>
                <a:spLocks noChangeArrowheads="1"/>
              </p:cNvSpPr>
              <p:nvPr/>
            </p:nvSpPr>
            <p:spPr bwMode="auto">
              <a:xfrm>
                <a:off x="1563" y="2336"/>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5" name="Rectangle 190"/>
              <p:cNvSpPr>
                <a:spLocks noChangeArrowheads="1"/>
              </p:cNvSpPr>
              <p:nvPr/>
            </p:nvSpPr>
            <p:spPr bwMode="auto">
              <a:xfrm>
                <a:off x="1969" y="2486"/>
                <a:ext cx="77" cy="89"/>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6" name="Rectangle 191"/>
              <p:cNvSpPr>
                <a:spLocks noChangeArrowheads="1"/>
              </p:cNvSpPr>
              <p:nvPr/>
            </p:nvSpPr>
            <p:spPr bwMode="auto">
              <a:xfrm>
                <a:off x="2092" y="2486"/>
                <a:ext cx="76"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7" name="Rectangle 192"/>
              <p:cNvSpPr>
                <a:spLocks noChangeArrowheads="1"/>
              </p:cNvSpPr>
              <p:nvPr/>
            </p:nvSpPr>
            <p:spPr bwMode="auto">
              <a:xfrm>
                <a:off x="2245" y="2486"/>
                <a:ext cx="77"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8" name="Rectangle 193"/>
              <p:cNvSpPr>
                <a:spLocks noChangeArrowheads="1"/>
              </p:cNvSpPr>
              <p:nvPr/>
            </p:nvSpPr>
            <p:spPr bwMode="auto">
              <a:xfrm>
                <a:off x="2445" y="2633"/>
                <a:ext cx="77" cy="90"/>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89" name="Rectangle 194"/>
              <p:cNvSpPr>
                <a:spLocks noChangeArrowheads="1"/>
              </p:cNvSpPr>
              <p:nvPr/>
            </p:nvSpPr>
            <p:spPr bwMode="auto">
              <a:xfrm>
                <a:off x="2184" y="2723"/>
                <a:ext cx="77" cy="88"/>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0" name="Rectangle 195"/>
              <p:cNvSpPr>
                <a:spLocks noChangeArrowheads="1"/>
              </p:cNvSpPr>
              <p:nvPr/>
            </p:nvSpPr>
            <p:spPr bwMode="auto">
              <a:xfrm>
                <a:off x="2030" y="2663"/>
                <a:ext cx="77"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1" name="Rectangle 196"/>
              <p:cNvSpPr>
                <a:spLocks noChangeArrowheads="1"/>
              </p:cNvSpPr>
              <p:nvPr/>
            </p:nvSpPr>
            <p:spPr bwMode="auto">
              <a:xfrm>
                <a:off x="1907" y="2663"/>
                <a:ext cx="77"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2" name="Rectangle 197"/>
              <p:cNvSpPr>
                <a:spLocks noChangeArrowheads="1"/>
              </p:cNvSpPr>
              <p:nvPr/>
            </p:nvSpPr>
            <p:spPr bwMode="auto">
              <a:xfrm>
                <a:off x="1784" y="2663"/>
                <a:ext cx="77"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3" name="Rectangle 198"/>
              <p:cNvSpPr>
                <a:spLocks noChangeArrowheads="1"/>
              </p:cNvSpPr>
              <p:nvPr/>
            </p:nvSpPr>
            <p:spPr bwMode="auto">
              <a:xfrm>
                <a:off x="1631" y="2663"/>
                <a:ext cx="76"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4" name="Rectangle 199"/>
              <p:cNvSpPr>
                <a:spLocks noChangeArrowheads="1"/>
              </p:cNvSpPr>
              <p:nvPr/>
            </p:nvSpPr>
            <p:spPr bwMode="auto">
              <a:xfrm>
                <a:off x="1508" y="2663"/>
                <a:ext cx="76" cy="89"/>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5" name="Rectangle 200"/>
              <p:cNvSpPr>
                <a:spLocks noChangeArrowheads="1"/>
              </p:cNvSpPr>
              <p:nvPr/>
            </p:nvSpPr>
            <p:spPr bwMode="auto">
              <a:xfrm>
                <a:off x="1385" y="2841"/>
                <a:ext cx="76"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6" name="Rectangle 201"/>
              <p:cNvSpPr>
                <a:spLocks noChangeArrowheads="1"/>
              </p:cNvSpPr>
              <p:nvPr/>
            </p:nvSpPr>
            <p:spPr bwMode="auto">
              <a:xfrm>
                <a:off x="1123" y="2693"/>
                <a:ext cx="77" cy="89"/>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7" name="Rectangle 202"/>
              <p:cNvSpPr>
                <a:spLocks noChangeArrowheads="1"/>
              </p:cNvSpPr>
              <p:nvPr/>
            </p:nvSpPr>
            <p:spPr bwMode="auto">
              <a:xfrm>
                <a:off x="985" y="2693"/>
                <a:ext cx="77" cy="89"/>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8" name="Rectangle 203"/>
              <p:cNvSpPr>
                <a:spLocks noChangeArrowheads="1"/>
              </p:cNvSpPr>
              <p:nvPr/>
            </p:nvSpPr>
            <p:spPr bwMode="auto">
              <a:xfrm>
                <a:off x="985" y="2575"/>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99" name="Rectangle 204"/>
              <p:cNvSpPr>
                <a:spLocks noChangeArrowheads="1"/>
              </p:cNvSpPr>
              <p:nvPr/>
            </p:nvSpPr>
            <p:spPr bwMode="auto">
              <a:xfrm>
                <a:off x="985" y="2841"/>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00" name="Rectangle 205"/>
              <p:cNvSpPr>
                <a:spLocks noChangeArrowheads="1"/>
              </p:cNvSpPr>
              <p:nvPr/>
            </p:nvSpPr>
            <p:spPr bwMode="auto">
              <a:xfrm>
                <a:off x="1139" y="2841"/>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01" name="Rectangle 206"/>
              <p:cNvSpPr>
                <a:spLocks noChangeArrowheads="1"/>
              </p:cNvSpPr>
              <p:nvPr/>
            </p:nvSpPr>
            <p:spPr bwMode="auto">
              <a:xfrm>
                <a:off x="1523" y="2841"/>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02" name="Rectangle 207"/>
              <p:cNvSpPr>
                <a:spLocks noChangeArrowheads="1"/>
              </p:cNvSpPr>
              <p:nvPr/>
            </p:nvSpPr>
            <p:spPr bwMode="auto">
              <a:xfrm>
                <a:off x="1907" y="2841"/>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03" name="Rectangle 208"/>
              <p:cNvSpPr>
                <a:spLocks noChangeArrowheads="1"/>
              </p:cNvSpPr>
              <p:nvPr/>
            </p:nvSpPr>
            <p:spPr bwMode="auto">
              <a:xfrm>
                <a:off x="2322" y="2782"/>
                <a:ext cx="77" cy="88"/>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04" name="Freeform 209"/>
              <p:cNvSpPr>
                <a:spLocks/>
              </p:cNvSpPr>
              <p:nvPr/>
            </p:nvSpPr>
            <p:spPr bwMode="auto">
              <a:xfrm>
                <a:off x="939" y="2472"/>
                <a:ext cx="47" cy="1"/>
              </a:xfrm>
              <a:custGeom>
                <a:avLst/>
                <a:gdLst/>
                <a:ahLst/>
                <a:cxnLst>
                  <a:cxn ang="0">
                    <a:pos x="0" y="0"/>
                  </a:cxn>
                  <a:cxn ang="0">
                    <a:pos x="46" y="0"/>
                  </a:cxn>
                </a:cxnLst>
                <a:rect l="0" t="0" r="r" b="b"/>
                <a:pathLst>
                  <a:path w="47" h="1">
                    <a:moveTo>
                      <a:pt x="0" y="0"/>
                    </a:move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05" name="Freeform 210"/>
              <p:cNvSpPr>
                <a:spLocks/>
              </p:cNvSpPr>
              <p:nvPr/>
            </p:nvSpPr>
            <p:spPr bwMode="auto">
              <a:xfrm>
                <a:off x="1046" y="2473"/>
                <a:ext cx="201" cy="88"/>
              </a:xfrm>
              <a:custGeom>
                <a:avLst/>
                <a:gdLst/>
                <a:ahLst/>
                <a:cxnLst>
                  <a:cxn ang="0">
                    <a:pos x="0" y="0"/>
                  </a:cxn>
                  <a:cxn ang="0">
                    <a:pos x="100" y="0"/>
                  </a:cxn>
                  <a:cxn ang="0">
                    <a:pos x="100" y="87"/>
                  </a:cxn>
                  <a:cxn ang="0">
                    <a:pos x="200" y="87"/>
                  </a:cxn>
                </a:cxnLst>
                <a:rect l="0" t="0" r="r" b="b"/>
                <a:pathLst>
                  <a:path w="201" h="88">
                    <a:moveTo>
                      <a:pt x="0" y="0"/>
                    </a:moveTo>
                    <a:lnTo>
                      <a:pt x="100" y="0"/>
                    </a:lnTo>
                    <a:lnTo>
                      <a:pt x="100" y="87"/>
                    </a:lnTo>
                    <a:lnTo>
                      <a:pt x="200" y="87"/>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06" name="Freeform 211"/>
              <p:cNvSpPr>
                <a:spLocks/>
              </p:cNvSpPr>
              <p:nvPr/>
            </p:nvSpPr>
            <p:spPr bwMode="auto">
              <a:xfrm>
                <a:off x="1200" y="2560"/>
                <a:ext cx="47" cy="1"/>
              </a:xfrm>
              <a:custGeom>
                <a:avLst/>
                <a:gdLst/>
                <a:ahLst/>
                <a:cxnLst>
                  <a:cxn ang="0">
                    <a:pos x="0" y="0"/>
                  </a:cxn>
                  <a:cxn ang="0">
                    <a:pos x="46" y="0"/>
                  </a:cxn>
                </a:cxnLst>
                <a:rect l="0" t="0" r="r" b="b"/>
                <a:pathLst>
                  <a:path w="47" h="1">
                    <a:moveTo>
                      <a:pt x="0" y="0"/>
                    </a:move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07" name="Freeform 212"/>
              <p:cNvSpPr>
                <a:spLocks/>
              </p:cNvSpPr>
              <p:nvPr/>
            </p:nvSpPr>
            <p:spPr bwMode="auto">
              <a:xfrm>
                <a:off x="1323" y="2560"/>
                <a:ext cx="63" cy="1"/>
              </a:xfrm>
              <a:custGeom>
                <a:avLst/>
                <a:gdLst/>
                <a:ahLst/>
                <a:cxnLst>
                  <a:cxn ang="0">
                    <a:pos x="0" y="0"/>
                  </a:cxn>
                  <a:cxn ang="0">
                    <a:pos x="62" y="0"/>
                  </a:cxn>
                </a:cxnLst>
                <a:rect l="0" t="0" r="r" b="b"/>
                <a:pathLst>
                  <a:path w="63" h="1">
                    <a:moveTo>
                      <a:pt x="0" y="0"/>
                    </a:moveTo>
                    <a:lnTo>
                      <a:pt x="62"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08" name="Freeform 213"/>
              <p:cNvSpPr>
                <a:spLocks/>
              </p:cNvSpPr>
              <p:nvPr/>
            </p:nvSpPr>
            <p:spPr bwMode="auto">
              <a:xfrm>
                <a:off x="1461" y="2560"/>
                <a:ext cx="48" cy="149"/>
              </a:xfrm>
              <a:custGeom>
                <a:avLst/>
                <a:gdLst/>
                <a:ahLst/>
                <a:cxnLst>
                  <a:cxn ang="0">
                    <a:pos x="0" y="0"/>
                  </a:cxn>
                  <a:cxn ang="0">
                    <a:pos x="23" y="0"/>
                  </a:cxn>
                  <a:cxn ang="0">
                    <a:pos x="23" y="148"/>
                  </a:cxn>
                  <a:cxn ang="0">
                    <a:pos x="47" y="148"/>
                  </a:cxn>
                </a:cxnLst>
                <a:rect l="0" t="0" r="r" b="b"/>
                <a:pathLst>
                  <a:path w="48" h="149">
                    <a:moveTo>
                      <a:pt x="0" y="0"/>
                    </a:moveTo>
                    <a:lnTo>
                      <a:pt x="23" y="0"/>
                    </a:lnTo>
                    <a:lnTo>
                      <a:pt x="23" y="148"/>
                    </a:lnTo>
                    <a:lnTo>
                      <a:pt x="47" y="148"/>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09" name="Freeform 214"/>
              <p:cNvSpPr>
                <a:spLocks/>
              </p:cNvSpPr>
              <p:nvPr/>
            </p:nvSpPr>
            <p:spPr bwMode="auto">
              <a:xfrm>
                <a:off x="1461" y="2381"/>
                <a:ext cx="103" cy="180"/>
              </a:xfrm>
              <a:custGeom>
                <a:avLst/>
                <a:gdLst/>
                <a:ahLst/>
                <a:cxnLst>
                  <a:cxn ang="0">
                    <a:pos x="0" y="179"/>
                  </a:cxn>
                  <a:cxn ang="0">
                    <a:pos x="51" y="179"/>
                  </a:cxn>
                  <a:cxn ang="0">
                    <a:pos x="51" y="0"/>
                  </a:cxn>
                  <a:cxn ang="0">
                    <a:pos x="102" y="0"/>
                  </a:cxn>
                </a:cxnLst>
                <a:rect l="0" t="0" r="r" b="b"/>
                <a:pathLst>
                  <a:path w="103" h="180">
                    <a:moveTo>
                      <a:pt x="0" y="179"/>
                    </a:moveTo>
                    <a:lnTo>
                      <a:pt x="51" y="179"/>
                    </a:lnTo>
                    <a:lnTo>
                      <a:pt x="51" y="0"/>
                    </a:lnTo>
                    <a:lnTo>
                      <a:pt x="102"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0" name="Freeform 215"/>
              <p:cNvSpPr>
                <a:spLocks/>
              </p:cNvSpPr>
              <p:nvPr/>
            </p:nvSpPr>
            <p:spPr bwMode="auto">
              <a:xfrm>
                <a:off x="1584" y="2708"/>
                <a:ext cx="48" cy="1"/>
              </a:xfrm>
              <a:custGeom>
                <a:avLst/>
                <a:gdLst/>
                <a:ahLst/>
                <a:cxnLst>
                  <a:cxn ang="0">
                    <a:pos x="0" y="0"/>
                  </a:cxn>
                  <a:cxn ang="0">
                    <a:pos x="47" y="0"/>
                  </a:cxn>
                </a:cxnLst>
                <a:rect l="0" t="0" r="r" b="b"/>
                <a:pathLst>
                  <a:path w="48" h="1">
                    <a:moveTo>
                      <a:pt x="0" y="0"/>
                    </a:moveTo>
                    <a:lnTo>
                      <a:pt x="47"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1" name="Freeform 216"/>
              <p:cNvSpPr>
                <a:spLocks/>
              </p:cNvSpPr>
              <p:nvPr/>
            </p:nvSpPr>
            <p:spPr bwMode="auto">
              <a:xfrm>
                <a:off x="1707" y="2708"/>
                <a:ext cx="78" cy="1"/>
              </a:xfrm>
              <a:custGeom>
                <a:avLst/>
                <a:gdLst/>
                <a:ahLst/>
                <a:cxnLst>
                  <a:cxn ang="0">
                    <a:pos x="0" y="0"/>
                  </a:cxn>
                  <a:cxn ang="0">
                    <a:pos x="77" y="0"/>
                  </a:cxn>
                </a:cxnLst>
                <a:rect l="0" t="0" r="r" b="b"/>
                <a:pathLst>
                  <a:path w="78" h="1">
                    <a:moveTo>
                      <a:pt x="0" y="0"/>
                    </a:moveTo>
                    <a:lnTo>
                      <a:pt x="77"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2" name="Freeform 217"/>
              <p:cNvSpPr>
                <a:spLocks/>
              </p:cNvSpPr>
              <p:nvPr/>
            </p:nvSpPr>
            <p:spPr bwMode="auto">
              <a:xfrm>
                <a:off x="1640" y="2381"/>
                <a:ext cx="184" cy="283"/>
              </a:xfrm>
              <a:custGeom>
                <a:avLst/>
                <a:gdLst/>
                <a:ahLst/>
                <a:cxnLst>
                  <a:cxn ang="0">
                    <a:pos x="0" y="0"/>
                  </a:cxn>
                  <a:cxn ang="0">
                    <a:pos x="183" y="0"/>
                  </a:cxn>
                  <a:cxn ang="0">
                    <a:pos x="183" y="282"/>
                  </a:cxn>
                </a:cxnLst>
                <a:rect l="0" t="0" r="r" b="b"/>
                <a:pathLst>
                  <a:path w="184" h="283">
                    <a:moveTo>
                      <a:pt x="0" y="0"/>
                    </a:moveTo>
                    <a:lnTo>
                      <a:pt x="183" y="0"/>
                    </a:lnTo>
                    <a:lnTo>
                      <a:pt x="183" y="282"/>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3" name="Freeform 218"/>
              <p:cNvSpPr>
                <a:spLocks/>
              </p:cNvSpPr>
              <p:nvPr/>
            </p:nvSpPr>
            <p:spPr bwMode="auto">
              <a:xfrm>
                <a:off x="1062" y="2560"/>
                <a:ext cx="185" cy="60"/>
              </a:xfrm>
              <a:custGeom>
                <a:avLst/>
                <a:gdLst/>
                <a:ahLst/>
                <a:cxnLst>
                  <a:cxn ang="0">
                    <a:pos x="0" y="59"/>
                  </a:cxn>
                  <a:cxn ang="0">
                    <a:pos x="92" y="59"/>
                  </a:cxn>
                  <a:cxn ang="0">
                    <a:pos x="92" y="0"/>
                  </a:cxn>
                  <a:cxn ang="0">
                    <a:pos x="184" y="0"/>
                  </a:cxn>
                </a:cxnLst>
                <a:rect l="0" t="0" r="r" b="b"/>
                <a:pathLst>
                  <a:path w="185" h="60">
                    <a:moveTo>
                      <a:pt x="0" y="59"/>
                    </a:moveTo>
                    <a:lnTo>
                      <a:pt x="92" y="59"/>
                    </a:lnTo>
                    <a:lnTo>
                      <a:pt x="92" y="0"/>
                    </a:lnTo>
                    <a:lnTo>
                      <a:pt x="184"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4" name="Freeform 219"/>
              <p:cNvSpPr>
                <a:spLocks/>
              </p:cNvSpPr>
              <p:nvPr/>
            </p:nvSpPr>
            <p:spPr bwMode="auto">
              <a:xfrm>
                <a:off x="1062" y="2737"/>
                <a:ext cx="62" cy="1"/>
              </a:xfrm>
              <a:custGeom>
                <a:avLst/>
                <a:gdLst/>
                <a:ahLst/>
                <a:cxnLst>
                  <a:cxn ang="0">
                    <a:pos x="0" y="0"/>
                  </a:cxn>
                  <a:cxn ang="0">
                    <a:pos x="61" y="0"/>
                  </a:cxn>
                </a:cxnLst>
                <a:rect l="0" t="0" r="r" b="b"/>
                <a:pathLst>
                  <a:path w="62" h="1">
                    <a:moveTo>
                      <a:pt x="0" y="0"/>
                    </a:moveTo>
                    <a:lnTo>
                      <a:pt x="6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5" name="Freeform 220"/>
              <p:cNvSpPr>
                <a:spLocks/>
              </p:cNvSpPr>
              <p:nvPr/>
            </p:nvSpPr>
            <p:spPr bwMode="auto">
              <a:xfrm>
                <a:off x="1200" y="2560"/>
                <a:ext cx="47" cy="178"/>
              </a:xfrm>
              <a:custGeom>
                <a:avLst/>
                <a:gdLst/>
                <a:ahLst/>
                <a:cxnLst>
                  <a:cxn ang="0">
                    <a:pos x="0" y="177"/>
                  </a:cxn>
                  <a:cxn ang="0">
                    <a:pos x="23" y="177"/>
                  </a:cxn>
                  <a:cxn ang="0">
                    <a:pos x="23" y="0"/>
                  </a:cxn>
                  <a:cxn ang="0">
                    <a:pos x="46" y="0"/>
                  </a:cxn>
                </a:cxnLst>
                <a:rect l="0" t="0" r="r" b="b"/>
                <a:pathLst>
                  <a:path w="47" h="178">
                    <a:moveTo>
                      <a:pt x="0" y="177"/>
                    </a:moveTo>
                    <a:lnTo>
                      <a:pt x="23" y="177"/>
                    </a:lnTo>
                    <a:lnTo>
                      <a:pt x="23" y="0"/>
                    </a:ln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6" name="Freeform 221"/>
              <p:cNvSpPr>
                <a:spLocks/>
              </p:cNvSpPr>
              <p:nvPr/>
            </p:nvSpPr>
            <p:spPr bwMode="auto">
              <a:xfrm>
                <a:off x="1707" y="2531"/>
                <a:ext cx="263" cy="178"/>
              </a:xfrm>
              <a:custGeom>
                <a:avLst/>
                <a:gdLst/>
                <a:ahLst/>
                <a:cxnLst>
                  <a:cxn ang="0">
                    <a:pos x="0" y="177"/>
                  </a:cxn>
                  <a:cxn ang="0">
                    <a:pos x="131" y="177"/>
                  </a:cxn>
                  <a:cxn ang="0">
                    <a:pos x="131" y="0"/>
                  </a:cxn>
                  <a:cxn ang="0">
                    <a:pos x="262" y="0"/>
                  </a:cxn>
                </a:cxnLst>
                <a:rect l="0" t="0" r="r" b="b"/>
                <a:pathLst>
                  <a:path w="263" h="178">
                    <a:moveTo>
                      <a:pt x="0" y="177"/>
                    </a:moveTo>
                    <a:lnTo>
                      <a:pt x="131" y="177"/>
                    </a:lnTo>
                    <a:lnTo>
                      <a:pt x="131" y="0"/>
                    </a:lnTo>
                    <a:lnTo>
                      <a:pt x="262"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7" name="Freeform 222"/>
              <p:cNvSpPr>
                <a:spLocks/>
              </p:cNvSpPr>
              <p:nvPr/>
            </p:nvSpPr>
            <p:spPr bwMode="auto">
              <a:xfrm>
                <a:off x="1861" y="2708"/>
                <a:ext cx="47" cy="177"/>
              </a:xfrm>
              <a:custGeom>
                <a:avLst/>
                <a:gdLst/>
                <a:ahLst/>
                <a:cxnLst>
                  <a:cxn ang="0">
                    <a:pos x="0" y="0"/>
                  </a:cxn>
                  <a:cxn ang="0">
                    <a:pos x="23" y="0"/>
                  </a:cxn>
                  <a:cxn ang="0">
                    <a:pos x="23" y="176"/>
                  </a:cxn>
                  <a:cxn ang="0">
                    <a:pos x="46" y="176"/>
                  </a:cxn>
                </a:cxnLst>
                <a:rect l="0" t="0" r="r" b="b"/>
                <a:pathLst>
                  <a:path w="47" h="177">
                    <a:moveTo>
                      <a:pt x="0" y="0"/>
                    </a:moveTo>
                    <a:lnTo>
                      <a:pt x="23" y="0"/>
                    </a:lnTo>
                    <a:lnTo>
                      <a:pt x="23" y="176"/>
                    </a:lnTo>
                    <a:lnTo>
                      <a:pt x="46" y="176"/>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8" name="Freeform 223"/>
              <p:cNvSpPr>
                <a:spLocks/>
              </p:cNvSpPr>
              <p:nvPr/>
            </p:nvSpPr>
            <p:spPr bwMode="auto">
              <a:xfrm>
                <a:off x="1861" y="2708"/>
                <a:ext cx="47" cy="1"/>
              </a:xfrm>
              <a:custGeom>
                <a:avLst/>
                <a:gdLst/>
                <a:ahLst/>
                <a:cxnLst>
                  <a:cxn ang="0">
                    <a:pos x="0" y="0"/>
                  </a:cxn>
                  <a:cxn ang="0">
                    <a:pos x="46" y="0"/>
                  </a:cxn>
                </a:cxnLst>
                <a:rect l="0" t="0" r="r" b="b"/>
                <a:pathLst>
                  <a:path w="47" h="1">
                    <a:moveTo>
                      <a:pt x="0" y="0"/>
                    </a:move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19" name="Freeform 224"/>
              <p:cNvSpPr>
                <a:spLocks/>
              </p:cNvSpPr>
              <p:nvPr/>
            </p:nvSpPr>
            <p:spPr bwMode="auto">
              <a:xfrm>
                <a:off x="2046" y="2531"/>
                <a:ext cx="47" cy="1"/>
              </a:xfrm>
              <a:custGeom>
                <a:avLst/>
                <a:gdLst/>
                <a:ahLst/>
                <a:cxnLst>
                  <a:cxn ang="0">
                    <a:pos x="0" y="0"/>
                  </a:cxn>
                  <a:cxn ang="0">
                    <a:pos x="46" y="0"/>
                  </a:cxn>
                </a:cxnLst>
                <a:rect l="0" t="0" r="r" b="b"/>
                <a:pathLst>
                  <a:path w="47" h="1">
                    <a:moveTo>
                      <a:pt x="0" y="0"/>
                    </a:move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0" name="Freeform 225"/>
              <p:cNvSpPr>
                <a:spLocks/>
              </p:cNvSpPr>
              <p:nvPr/>
            </p:nvSpPr>
            <p:spPr bwMode="auto">
              <a:xfrm>
                <a:off x="2168" y="2531"/>
                <a:ext cx="78" cy="1"/>
              </a:xfrm>
              <a:custGeom>
                <a:avLst/>
                <a:gdLst/>
                <a:ahLst/>
                <a:cxnLst>
                  <a:cxn ang="0">
                    <a:pos x="0" y="0"/>
                  </a:cxn>
                  <a:cxn ang="0">
                    <a:pos x="77" y="0"/>
                  </a:cxn>
                </a:cxnLst>
                <a:rect l="0" t="0" r="r" b="b"/>
                <a:pathLst>
                  <a:path w="78" h="1">
                    <a:moveTo>
                      <a:pt x="0" y="0"/>
                    </a:moveTo>
                    <a:lnTo>
                      <a:pt x="77"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1" name="Freeform 226"/>
              <p:cNvSpPr>
                <a:spLocks/>
              </p:cNvSpPr>
              <p:nvPr/>
            </p:nvSpPr>
            <p:spPr bwMode="auto">
              <a:xfrm>
                <a:off x="2168" y="2531"/>
                <a:ext cx="278" cy="148"/>
              </a:xfrm>
              <a:custGeom>
                <a:avLst/>
                <a:gdLst/>
                <a:ahLst/>
                <a:cxnLst>
                  <a:cxn ang="0">
                    <a:pos x="0" y="0"/>
                  </a:cxn>
                  <a:cxn ang="0">
                    <a:pos x="38" y="0"/>
                  </a:cxn>
                  <a:cxn ang="0">
                    <a:pos x="38" y="147"/>
                  </a:cxn>
                  <a:cxn ang="0">
                    <a:pos x="277" y="147"/>
                  </a:cxn>
                </a:cxnLst>
                <a:rect l="0" t="0" r="r" b="b"/>
                <a:pathLst>
                  <a:path w="278" h="148">
                    <a:moveTo>
                      <a:pt x="0" y="0"/>
                    </a:moveTo>
                    <a:lnTo>
                      <a:pt x="38" y="0"/>
                    </a:lnTo>
                    <a:lnTo>
                      <a:pt x="38" y="147"/>
                    </a:lnTo>
                    <a:lnTo>
                      <a:pt x="277" y="147"/>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2" name="Freeform 227"/>
              <p:cNvSpPr>
                <a:spLocks/>
              </p:cNvSpPr>
              <p:nvPr/>
            </p:nvSpPr>
            <p:spPr bwMode="auto">
              <a:xfrm>
                <a:off x="1062" y="2737"/>
                <a:ext cx="62" cy="148"/>
              </a:xfrm>
              <a:custGeom>
                <a:avLst/>
                <a:gdLst/>
                <a:ahLst/>
                <a:cxnLst>
                  <a:cxn ang="0">
                    <a:pos x="0" y="147"/>
                  </a:cxn>
                  <a:cxn ang="0">
                    <a:pos x="30" y="147"/>
                  </a:cxn>
                  <a:cxn ang="0">
                    <a:pos x="30" y="0"/>
                  </a:cxn>
                  <a:cxn ang="0">
                    <a:pos x="61" y="0"/>
                  </a:cxn>
                </a:cxnLst>
                <a:rect l="0" t="0" r="r" b="b"/>
                <a:pathLst>
                  <a:path w="62" h="148">
                    <a:moveTo>
                      <a:pt x="0" y="147"/>
                    </a:moveTo>
                    <a:lnTo>
                      <a:pt x="30" y="147"/>
                    </a:lnTo>
                    <a:lnTo>
                      <a:pt x="30" y="0"/>
                    </a:lnTo>
                    <a:lnTo>
                      <a:pt x="6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3" name="Freeform 228"/>
              <p:cNvSpPr>
                <a:spLocks/>
              </p:cNvSpPr>
              <p:nvPr/>
            </p:nvSpPr>
            <p:spPr bwMode="auto">
              <a:xfrm>
                <a:off x="939" y="2472"/>
                <a:ext cx="47" cy="266"/>
              </a:xfrm>
              <a:custGeom>
                <a:avLst/>
                <a:gdLst/>
                <a:ahLst/>
                <a:cxnLst>
                  <a:cxn ang="0">
                    <a:pos x="0" y="0"/>
                  </a:cxn>
                  <a:cxn ang="0">
                    <a:pos x="23" y="0"/>
                  </a:cxn>
                  <a:cxn ang="0">
                    <a:pos x="23" y="265"/>
                  </a:cxn>
                  <a:cxn ang="0">
                    <a:pos x="46" y="265"/>
                  </a:cxn>
                </a:cxnLst>
                <a:rect l="0" t="0" r="r" b="b"/>
                <a:pathLst>
                  <a:path w="47" h="266">
                    <a:moveTo>
                      <a:pt x="0" y="0"/>
                    </a:moveTo>
                    <a:lnTo>
                      <a:pt x="23" y="0"/>
                    </a:lnTo>
                    <a:lnTo>
                      <a:pt x="23" y="265"/>
                    </a:lnTo>
                    <a:lnTo>
                      <a:pt x="46" y="265"/>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4" name="Freeform 229"/>
              <p:cNvSpPr>
                <a:spLocks/>
              </p:cNvSpPr>
              <p:nvPr/>
            </p:nvSpPr>
            <p:spPr bwMode="auto">
              <a:xfrm>
                <a:off x="939" y="2472"/>
                <a:ext cx="47" cy="148"/>
              </a:xfrm>
              <a:custGeom>
                <a:avLst/>
                <a:gdLst/>
                <a:ahLst/>
                <a:cxnLst>
                  <a:cxn ang="0">
                    <a:pos x="0" y="0"/>
                  </a:cxn>
                  <a:cxn ang="0">
                    <a:pos x="23" y="0"/>
                  </a:cxn>
                  <a:cxn ang="0">
                    <a:pos x="23" y="147"/>
                  </a:cxn>
                  <a:cxn ang="0">
                    <a:pos x="46" y="147"/>
                  </a:cxn>
                </a:cxnLst>
                <a:rect l="0" t="0" r="r" b="b"/>
                <a:pathLst>
                  <a:path w="47" h="148">
                    <a:moveTo>
                      <a:pt x="0" y="0"/>
                    </a:moveTo>
                    <a:lnTo>
                      <a:pt x="23" y="0"/>
                    </a:lnTo>
                    <a:lnTo>
                      <a:pt x="23" y="147"/>
                    </a:lnTo>
                    <a:lnTo>
                      <a:pt x="46" y="147"/>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5" name="Freeform 230"/>
              <p:cNvSpPr>
                <a:spLocks/>
              </p:cNvSpPr>
              <p:nvPr/>
            </p:nvSpPr>
            <p:spPr bwMode="auto">
              <a:xfrm>
                <a:off x="1062" y="2884"/>
                <a:ext cx="78" cy="1"/>
              </a:xfrm>
              <a:custGeom>
                <a:avLst/>
                <a:gdLst/>
                <a:ahLst/>
                <a:cxnLst>
                  <a:cxn ang="0">
                    <a:pos x="0" y="0"/>
                  </a:cxn>
                  <a:cxn ang="0">
                    <a:pos x="77" y="0"/>
                  </a:cxn>
                </a:cxnLst>
                <a:rect l="0" t="0" r="r" b="b"/>
                <a:pathLst>
                  <a:path w="78" h="1">
                    <a:moveTo>
                      <a:pt x="0" y="0"/>
                    </a:moveTo>
                    <a:lnTo>
                      <a:pt x="77"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6" name="Freeform 231"/>
              <p:cNvSpPr>
                <a:spLocks/>
              </p:cNvSpPr>
              <p:nvPr/>
            </p:nvSpPr>
            <p:spPr bwMode="auto">
              <a:xfrm>
                <a:off x="1216" y="2708"/>
                <a:ext cx="293" cy="178"/>
              </a:xfrm>
              <a:custGeom>
                <a:avLst/>
                <a:gdLst/>
                <a:ahLst/>
                <a:cxnLst>
                  <a:cxn ang="0">
                    <a:pos x="0" y="177"/>
                  </a:cxn>
                  <a:cxn ang="0">
                    <a:pos x="146" y="177"/>
                  </a:cxn>
                  <a:cxn ang="0">
                    <a:pos x="146" y="0"/>
                  </a:cxn>
                  <a:cxn ang="0">
                    <a:pos x="292" y="0"/>
                  </a:cxn>
                </a:cxnLst>
                <a:rect l="0" t="0" r="r" b="b"/>
                <a:pathLst>
                  <a:path w="293" h="178">
                    <a:moveTo>
                      <a:pt x="0" y="177"/>
                    </a:moveTo>
                    <a:lnTo>
                      <a:pt x="146" y="177"/>
                    </a:lnTo>
                    <a:lnTo>
                      <a:pt x="146" y="0"/>
                    </a:lnTo>
                    <a:lnTo>
                      <a:pt x="292"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7" name="Freeform 232"/>
              <p:cNvSpPr>
                <a:spLocks/>
              </p:cNvSpPr>
              <p:nvPr/>
            </p:nvSpPr>
            <p:spPr bwMode="auto">
              <a:xfrm>
                <a:off x="1216" y="2884"/>
                <a:ext cx="170" cy="1"/>
              </a:xfrm>
              <a:custGeom>
                <a:avLst/>
                <a:gdLst/>
                <a:ahLst/>
                <a:cxnLst>
                  <a:cxn ang="0">
                    <a:pos x="0" y="0"/>
                  </a:cxn>
                  <a:cxn ang="0">
                    <a:pos x="169" y="0"/>
                  </a:cxn>
                </a:cxnLst>
                <a:rect l="0" t="0" r="r" b="b"/>
                <a:pathLst>
                  <a:path w="170" h="1">
                    <a:moveTo>
                      <a:pt x="0" y="0"/>
                    </a:moveTo>
                    <a:lnTo>
                      <a:pt x="169"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8" name="Freeform 233"/>
              <p:cNvSpPr>
                <a:spLocks/>
              </p:cNvSpPr>
              <p:nvPr/>
            </p:nvSpPr>
            <p:spPr bwMode="auto">
              <a:xfrm>
                <a:off x="1461" y="2884"/>
                <a:ext cx="63" cy="1"/>
              </a:xfrm>
              <a:custGeom>
                <a:avLst/>
                <a:gdLst/>
                <a:ahLst/>
                <a:cxnLst>
                  <a:cxn ang="0">
                    <a:pos x="0" y="0"/>
                  </a:cxn>
                  <a:cxn ang="0">
                    <a:pos x="62" y="0"/>
                  </a:cxn>
                </a:cxnLst>
                <a:rect l="0" t="0" r="r" b="b"/>
                <a:pathLst>
                  <a:path w="63" h="1">
                    <a:moveTo>
                      <a:pt x="0" y="0"/>
                    </a:moveTo>
                    <a:lnTo>
                      <a:pt x="62"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29" name="Freeform 234"/>
              <p:cNvSpPr>
                <a:spLocks/>
              </p:cNvSpPr>
              <p:nvPr/>
            </p:nvSpPr>
            <p:spPr bwMode="auto">
              <a:xfrm>
                <a:off x="1600" y="2708"/>
                <a:ext cx="32" cy="177"/>
              </a:xfrm>
              <a:custGeom>
                <a:avLst/>
                <a:gdLst/>
                <a:ahLst/>
                <a:cxnLst>
                  <a:cxn ang="0">
                    <a:pos x="0" y="176"/>
                  </a:cxn>
                  <a:cxn ang="0">
                    <a:pos x="15" y="176"/>
                  </a:cxn>
                  <a:cxn ang="0">
                    <a:pos x="15" y="0"/>
                  </a:cxn>
                  <a:cxn ang="0">
                    <a:pos x="31" y="0"/>
                  </a:cxn>
                </a:cxnLst>
                <a:rect l="0" t="0" r="r" b="b"/>
                <a:pathLst>
                  <a:path w="32" h="177">
                    <a:moveTo>
                      <a:pt x="0" y="176"/>
                    </a:moveTo>
                    <a:lnTo>
                      <a:pt x="15" y="176"/>
                    </a:lnTo>
                    <a:lnTo>
                      <a:pt x="15" y="0"/>
                    </a:lnTo>
                    <a:lnTo>
                      <a:pt x="3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30" name="Freeform 235"/>
              <p:cNvSpPr>
                <a:spLocks/>
              </p:cNvSpPr>
              <p:nvPr/>
            </p:nvSpPr>
            <p:spPr bwMode="auto">
              <a:xfrm>
                <a:off x="1984" y="2708"/>
                <a:ext cx="47" cy="1"/>
              </a:xfrm>
              <a:custGeom>
                <a:avLst/>
                <a:gdLst/>
                <a:ahLst/>
                <a:cxnLst>
                  <a:cxn ang="0">
                    <a:pos x="0" y="0"/>
                  </a:cxn>
                  <a:cxn ang="0">
                    <a:pos x="46" y="0"/>
                  </a:cxn>
                </a:cxnLst>
                <a:rect l="0" t="0" r="r" b="b"/>
                <a:pathLst>
                  <a:path w="47" h="1">
                    <a:moveTo>
                      <a:pt x="0" y="0"/>
                    </a:move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31" name="Freeform 236"/>
              <p:cNvSpPr>
                <a:spLocks/>
              </p:cNvSpPr>
              <p:nvPr/>
            </p:nvSpPr>
            <p:spPr bwMode="auto">
              <a:xfrm>
                <a:off x="2107" y="2708"/>
                <a:ext cx="78" cy="59"/>
              </a:xfrm>
              <a:custGeom>
                <a:avLst/>
                <a:gdLst/>
                <a:ahLst/>
                <a:cxnLst>
                  <a:cxn ang="0">
                    <a:pos x="0" y="0"/>
                  </a:cxn>
                  <a:cxn ang="0">
                    <a:pos x="38" y="0"/>
                  </a:cxn>
                  <a:cxn ang="0">
                    <a:pos x="38" y="58"/>
                  </a:cxn>
                  <a:cxn ang="0">
                    <a:pos x="77" y="58"/>
                  </a:cxn>
                </a:cxnLst>
                <a:rect l="0" t="0" r="r" b="b"/>
                <a:pathLst>
                  <a:path w="78" h="59">
                    <a:moveTo>
                      <a:pt x="0" y="0"/>
                    </a:moveTo>
                    <a:lnTo>
                      <a:pt x="38" y="0"/>
                    </a:lnTo>
                    <a:lnTo>
                      <a:pt x="38" y="58"/>
                    </a:lnTo>
                    <a:lnTo>
                      <a:pt x="77" y="58"/>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32" name="Freeform 237"/>
              <p:cNvSpPr>
                <a:spLocks/>
              </p:cNvSpPr>
              <p:nvPr/>
            </p:nvSpPr>
            <p:spPr bwMode="auto">
              <a:xfrm>
                <a:off x="1984" y="2708"/>
                <a:ext cx="47" cy="177"/>
              </a:xfrm>
              <a:custGeom>
                <a:avLst/>
                <a:gdLst/>
                <a:ahLst/>
                <a:cxnLst>
                  <a:cxn ang="0">
                    <a:pos x="0" y="176"/>
                  </a:cxn>
                  <a:cxn ang="0">
                    <a:pos x="23" y="176"/>
                  </a:cxn>
                  <a:cxn ang="0">
                    <a:pos x="23" y="0"/>
                  </a:cxn>
                  <a:cxn ang="0">
                    <a:pos x="46" y="0"/>
                  </a:cxn>
                </a:cxnLst>
                <a:rect l="0" t="0" r="r" b="b"/>
                <a:pathLst>
                  <a:path w="47" h="177">
                    <a:moveTo>
                      <a:pt x="0" y="176"/>
                    </a:moveTo>
                    <a:lnTo>
                      <a:pt x="23" y="176"/>
                    </a:lnTo>
                    <a:lnTo>
                      <a:pt x="23" y="0"/>
                    </a:ln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33" name="Freeform 238"/>
              <p:cNvSpPr>
                <a:spLocks/>
              </p:cNvSpPr>
              <p:nvPr/>
            </p:nvSpPr>
            <p:spPr bwMode="auto">
              <a:xfrm>
                <a:off x="2261" y="2766"/>
                <a:ext cx="62" cy="60"/>
              </a:xfrm>
              <a:custGeom>
                <a:avLst/>
                <a:gdLst/>
                <a:ahLst/>
                <a:cxnLst>
                  <a:cxn ang="0">
                    <a:pos x="0" y="0"/>
                  </a:cxn>
                  <a:cxn ang="0">
                    <a:pos x="30" y="0"/>
                  </a:cxn>
                  <a:cxn ang="0">
                    <a:pos x="30" y="59"/>
                  </a:cxn>
                  <a:cxn ang="0">
                    <a:pos x="61" y="59"/>
                  </a:cxn>
                </a:cxnLst>
                <a:rect l="0" t="0" r="r" b="b"/>
                <a:pathLst>
                  <a:path w="62" h="60">
                    <a:moveTo>
                      <a:pt x="0" y="0"/>
                    </a:moveTo>
                    <a:lnTo>
                      <a:pt x="30" y="0"/>
                    </a:lnTo>
                    <a:lnTo>
                      <a:pt x="30" y="59"/>
                    </a:lnTo>
                    <a:lnTo>
                      <a:pt x="61" y="59"/>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34" name="Freeform 239"/>
              <p:cNvSpPr>
                <a:spLocks/>
              </p:cNvSpPr>
              <p:nvPr/>
            </p:nvSpPr>
            <p:spPr bwMode="auto">
              <a:xfrm>
                <a:off x="2399" y="2678"/>
                <a:ext cx="47" cy="148"/>
              </a:xfrm>
              <a:custGeom>
                <a:avLst/>
                <a:gdLst/>
                <a:ahLst/>
                <a:cxnLst>
                  <a:cxn ang="0">
                    <a:pos x="0" y="147"/>
                  </a:cxn>
                  <a:cxn ang="0">
                    <a:pos x="23" y="147"/>
                  </a:cxn>
                  <a:cxn ang="0">
                    <a:pos x="23" y="0"/>
                  </a:cxn>
                  <a:cxn ang="0">
                    <a:pos x="46" y="0"/>
                  </a:cxn>
                </a:cxnLst>
                <a:rect l="0" t="0" r="r" b="b"/>
                <a:pathLst>
                  <a:path w="47" h="148">
                    <a:moveTo>
                      <a:pt x="0" y="147"/>
                    </a:moveTo>
                    <a:lnTo>
                      <a:pt x="23" y="147"/>
                    </a:lnTo>
                    <a:lnTo>
                      <a:pt x="23" y="0"/>
                    </a:lnTo>
                    <a:lnTo>
                      <a:pt x="46"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grpSp>
      </p:grpSp>
      <p:grpSp>
        <p:nvGrpSpPr>
          <p:cNvPr id="79" name="Group 136"/>
          <p:cNvGrpSpPr>
            <a:grpSpLocks/>
          </p:cNvGrpSpPr>
          <p:nvPr/>
        </p:nvGrpSpPr>
        <p:grpSpPr bwMode="auto">
          <a:xfrm>
            <a:off x="5423926" y="4965171"/>
            <a:ext cx="2467545" cy="1657452"/>
            <a:chOff x="3408" y="2112"/>
            <a:chExt cx="1969" cy="1297"/>
          </a:xfrm>
        </p:grpSpPr>
        <p:sp>
          <p:nvSpPr>
            <p:cNvPr id="136" name="Freeform 137"/>
            <p:cNvSpPr>
              <a:spLocks/>
            </p:cNvSpPr>
            <p:nvPr/>
          </p:nvSpPr>
          <p:spPr bwMode="auto">
            <a:xfrm>
              <a:off x="3408" y="2112"/>
              <a:ext cx="1969" cy="1297"/>
            </a:xfrm>
            <a:custGeom>
              <a:avLst/>
              <a:gdLst/>
              <a:ahLst/>
              <a:cxnLst>
                <a:cxn ang="0">
                  <a:pos x="1476" y="0"/>
                </a:cxn>
                <a:cxn ang="0">
                  <a:pos x="1476" y="324"/>
                </a:cxn>
                <a:cxn ang="0">
                  <a:pos x="0" y="324"/>
                </a:cxn>
                <a:cxn ang="0">
                  <a:pos x="246" y="648"/>
                </a:cxn>
                <a:cxn ang="0">
                  <a:pos x="0" y="972"/>
                </a:cxn>
                <a:cxn ang="0">
                  <a:pos x="1476" y="972"/>
                </a:cxn>
                <a:cxn ang="0">
                  <a:pos x="1476" y="1296"/>
                </a:cxn>
                <a:cxn ang="0">
                  <a:pos x="1968" y="648"/>
                </a:cxn>
                <a:cxn ang="0">
                  <a:pos x="1476" y="0"/>
                </a:cxn>
              </a:cxnLst>
              <a:rect l="0" t="0" r="r" b="b"/>
              <a:pathLst>
                <a:path w="1969" h="1297">
                  <a:moveTo>
                    <a:pt x="1476" y="0"/>
                  </a:moveTo>
                  <a:lnTo>
                    <a:pt x="1476" y="324"/>
                  </a:lnTo>
                  <a:lnTo>
                    <a:pt x="0" y="324"/>
                  </a:lnTo>
                  <a:lnTo>
                    <a:pt x="246" y="648"/>
                  </a:lnTo>
                  <a:lnTo>
                    <a:pt x="0" y="972"/>
                  </a:lnTo>
                  <a:lnTo>
                    <a:pt x="1476" y="972"/>
                  </a:lnTo>
                  <a:lnTo>
                    <a:pt x="1476" y="1296"/>
                  </a:lnTo>
                  <a:lnTo>
                    <a:pt x="1968" y="648"/>
                  </a:lnTo>
                  <a:lnTo>
                    <a:pt x="1476" y="0"/>
                  </a:lnTo>
                </a:path>
              </a:pathLst>
            </a:custGeom>
            <a:solidFill>
              <a:srgbClr val="0070C0"/>
            </a:solidFill>
            <a:ln w="9525" cap="rnd">
              <a:noFill/>
              <a:round/>
              <a:headEnd type="none" w="sm" len="sm"/>
              <a:tailEnd type="none" w="sm" len="sm"/>
            </a:ln>
            <a:effectLst/>
          </p:spPr>
          <p:txBody>
            <a:bodyPr/>
            <a:lstStyle/>
            <a:p>
              <a:endParaRPr lang="pt-BR" sz="2400">
                <a:latin typeface="Lato" pitchFamily="34" charset="0"/>
              </a:endParaRPr>
            </a:p>
          </p:txBody>
        </p:sp>
        <p:grpSp>
          <p:nvGrpSpPr>
            <p:cNvPr id="135" name="Group 138"/>
            <p:cNvGrpSpPr>
              <a:grpSpLocks/>
            </p:cNvGrpSpPr>
            <p:nvPr/>
          </p:nvGrpSpPr>
          <p:grpSpPr bwMode="auto">
            <a:xfrm>
              <a:off x="3648" y="2544"/>
              <a:ext cx="1488" cy="432"/>
              <a:chOff x="3648" y="2544"/>
              <a:chExt cx="1488" cy="432"/>
            </a:xfrm>
          </p:grpSpPr>
          <p:sp>
            <p:nvSpPr>
              <p:cNvPr id="138" name="Rectangle 139"/>
              <p:cNvSpPr>
                <a:spLocks noChangeArrowheads="1"/>
              </p:cNvSpPr>
              <p:nvPr/>
            </p:nvSpPr>
            <p:spPr bwMode="auto">
              <a:xfrm>
                <a:off x="3648" y="2570"/>
                <a:ext cx="69" cy="71"/>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39" name="Rectangle 140"/>
              <p:cNvSpPr>
                <a:spLocks noChangeArrowheads="1"/>
              </p:cNvSpPr>
              <p:nvPr/>
            </p:nvSpPr>
            <p:spPr bwMode="auto">
              <a:xfrm>
                <a:off x="3758" y="2570"/>
                <a:ext cx="69" cy="71"/>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0" name="Rectangle 141"/>
              <p:cNvSpPr>
                <a:spLocks noChangeArrowheads="1"/>
              </p:cNvSpPr>
              <p:nvPr/>
            </p:nvSpPr>
            <p:spPr bwMode="auto">
              <a:xfrm>
                <a:off x="3984" y="2544"/>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1" name="Rectangle 142"/>
              <p:cNvSpPr>
                <a:spLocks noChangeArrowheads="1"/>
              </p:cNvSpPr>
              <p:nvPr/>
            </p:nvSpPr>
            <p:spPr bwMode="auto">
              <a:xfrm>
                <a:off x="4116" y="2641"/>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2" name="Rectangle 143"/>
              <p:cNvSpPr>
                <a:spLocks noChangeArrowheads="1"/>
              </p:cNvSpPr>
              <p:nvPr/>
            </p:nvSpPr>
            <p:spPr bwMode="auto">
              <a:xfrm>
                <a:off x="4368" y="2640"/>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3" name="Rectangle 144"/>
              <p:cNvSpPr>
                <a:spLocks noChangeArrowheads="1"/>
              </p:cNvSpPr>
              <p:nvPr/>
            </p:nvSpPr>
            <p:spPr bwMode="auto">
              <a:xfrm>
                <a:off x="5067" y="2737"/>
                <a:ext cx="69" cy="72"/>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4" name="Rectangle 145"/>
              <p:cNvSpPr>
                <a:spLocks noChangeArrowheads="1"/>
              </p:cNvSpPr>
              <p:nvPr/>
            </p:nvSpPr>
            <p:spPr bwMode="auto">
              <a:xfrm>
                <a:off x="4833" y="2809"/>
                <a:ext cx="69" cy="72"/>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5" name="Rectangle 146"/>
              <p:cNvSpPr>
                <a:spLocks noChangeArrowheads="1"/>
              </p:cNvSpPr>
              <p:nvPr/>
            </p:nvSpPr>
            <p:spPr bwMode="auto">
              <a:xfrm>
                <a:off x="4695" y="2761"/>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6" name="Rectangle 147"/>
              <p:cNvSpPr>
                <a:spLocks noChangeArrowheads="1"/>
              </p:cNvSpPr>
              <p:nvPr/>
            </p:nvSpPr>
            <p:spPr bwMode="auto">
              <a:xfrm>
                <a:off x="4585" y="2761"/>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7" name="Rectangle 148"/>
              <p:cNvSpPr>
                <a:spLocks noChangeArrowheads="1"/>
              </p:cNvSpPr>
              <p:nvPr/>
            </p:nvSpPr>
            <p:spPr bwMode="auto">
              <a:xfrm>
                <a:off x="4475" y="2761"/>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8" name="Rectangle 149"/>
              <p:cNvSpPr>
                <a:spLocks noChangeArrowheads="1"/>
              </p:cNvSpPr>
              <p:nvPr/>
            </p:nvSpPr>
            <p:spPr bwMode="auto">
              <a:xfrm>
                <a:off x="4337" y="2761"/>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49" name="Rectangle 150"/>
              <p:cNvSpPr>
                <a:spLocks noChangeArrowheads="1"/>
              </p:cNvSpPr>
              <p:nvPr/>
            </p:nvSpPr>
            <p:spPr bwMode="auto">
              <a:xfrm>
                <a:off x="4227" y="2761"/>
                <a:ext cx="69" cy="72"/>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0" name="Rectangle 151"/>
              <p:cNvSpPr>
                <a:spLocks noChangeArrowheads="1"/>
              </p:cNvSpPr>
              <p:nvPr/>
            </p:nvSpPr>
            <p:spPr bwMode="auto">
              <a:xfrm>
                <a:off x="4116" y="2904"/>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1" name="Rectangle 152"/>
              <p:cNvSpPr>
                <a:spLocks noChangeArrowheads="1"/>
              </p:cNvSpPr>
              <p:nvPr/>
            </p:nvSpPr>
            <p:spPr bwMode="auto">
              <a:xfrm>
                <a:off x="3936" y="2736"/>
                <a:ext cx="69" cy="72"/>
              </a:xfrm>
              <a:prstGeom prst="rect">
                <a:avLst/>
              </a:prstGeom>
              <a:solidFill>
                <a:srgbClr val="FF3300"/>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2" name="Rectangle 153"/>
              <p:cNvSpPr>
                <a:spLocks noChangeArrowheads="1"/>
              </p:cNvSpPr>
              <p:nvPr/>
            </p:nvSpPr>
            <p:spPr bwMode="auto">
              <a:xfrm>
                <a:off x="3758" y="2785"/>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3" name="Rectangle 154"/>
              <p:cNvSpPr>
                <a:spLocks noChangeArrowheads="1"/>
              </p:cNvSpPr>
              <p:nvPr/>
            </p:nvSpPr>
            <p:spPr bwMode="auto">
              <a:xfrm>
                <a:off x="3758" y="2689"/>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4" name="Rectangle 155"/>
              <p:cNvSpPr>
                <a:spLocks noChangeArrowheads="1"/>
              </p:cNvSpPr>
              <p:nvPr/>
            </p:nvSpPr>
            <p:spPr bwMode="auto">
              <a:xfrm>
                <a:off x="4240" y="2904"/>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5" name="Rectangle 156"/>
              <p:cNvSpPr>
                <a:spLocks noChangeArrowheads="1"/>
              </p:cNvSpPr>
              <p:nvPr/>
            </p:nvSpPr>
            <p:spPr bwMode="auto">
              <a:xfrm>
                <a:off x="4585" y="2904"/>
                <a:ext cx="69" cy="72"/>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6" name="Rectangle 157"/>
              <p:cNvSpPr>
                <a:spLocks noChangeArrowheads="1"/>
              </p:cNvSpPr>
              <p:nvPr/>
            </p:nvSpPr>
            <p:spPr bwMode="auto">
              <a:xfrm>
                <a:off x="4957" y="2857"/>
                <a:ext cx="69" cy="71"/>
              </a:xfrm>
              <a:prstGeom prst="rect">
                <a:avLst/>
              </a:prstGeom>
              <a:solidFill>
                <a:srgbClr val="595959"/>
              </a:solidFill>
              <a:ln w="12700">
                <a:solidFill>
                  <a:srgbClr val="000000"/>
                </a:solidFill>
                <a:miter lim="800000"/>
                <a:headEnd/>
                <a:tailEnd/>
              </a:ln>
              <a:effectLst/>
            </p:spPr>
            <p:txBody>
              <a:bodyPr wrap="none" anchor="ctr"/>
              <a:lstStyle/>
              <a:p>
                <a:endParaRPr lang="pt-BR" sz="2400">
                  <a:latin typeface="Lato" pitchFamily="34" charset="0"/>
                </a:endParaRPr>
              </a:p>
            </p:txBody>
          </p:sp>
          <p:sp>
            <p:nvSpPr>
              <p:cNvPr id="157" name="Freeform 158"/>
              <p:cNvSpPr>
                <a:spLocks/>
              </p:cNvSpPr>
              <p:nvPr/>
            </p:nvSpPr>
            <p:spPr bwMode="auto">
              <a:xfrm>
                <a:off x="3717" y="2606"/>
                <a:ext cx="42" cy="1"/>
              </a:xfrm>
              <a:custGeom>
                <a:avLst/>
                <a:gdLst/>
                <a:ahLst/>
                <a:cxnLst>
                  <a:cxn ang="0">
                    <a:pos x="0" y="0"/>
                  </a:cxn>
                  <a:cxn ang="0">
                    <a:pos x="41" y="0"/>
                  </a:cxn>
                </a:cxnLst>
                <a:rect l="0" t="0" r="r" b="b"/>
                <a:pathLst>
                  <a:path w="42" h="1">
                    <a:moveTo>
                      <a:pt x="0" y="0"/>
                    </a:move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58" name="Freeform 159"/>
              <p:cNvSpPr>
                <a:spLocks/>
              </p:cNvSpPr>
              <p:nvPr/>
            </p:nvSpPr>
            <p:spPr bwMode="auto">
              <a:xfrm>
                <a:off x="3943" y="2580"/>
                <a:ext cx="42" cy="1"/>
              </a:xfrm>
              <a:custGeom>
                <a:avLst/>
                <a:gdLst/>
                <a:ahLst/>
                <a:cxnLst>
                  <a:cxn ang="0">
                    <a:pos x="0" y="0"/>
                  </a:cxn>
                  <a:cxn ang="0">
                    <a:pos x="41" y="0"/>
                  </a:cxn>
                </a:cxnLst>
                <a:rect l="0" t="0" r="r" b="b"/>
                <a:pathLst>
                  <a:path w="42" h="1">
                    <a:moveTo>
                      <a:pt x="0" y="0"/>
                    </a:move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59" name="Freeform 160"/>
              <p:cNvSpPr>
                <a:spLocks/>
              </p:cNvSpPr>
              <p:nvPr/>
            </p:nvSpPr>
            <p:spPr bwMode="auto">
              <a:xfrm>
                <a:off x="4053" y="2580"/>
                <a:ext cx="64" cy="98"/>
              </a:xfrm>
              <a:custGeom>
                <a:avLst/>
                <a:gdLst/>
                <a:ahLst/>
                <a:cxnLst>
                  <a:cxn ang="0">
                    <a:pos x="0" y="0"/>
                  </a:cxn>
                  <a:cxn ang="0">
                    <a:pos x="31" y="0"/>
                  </a:cxn>
                  <a:cxn ang="0">
                    <a:pos x="31" y="97"/>
                  </a:cxn>
                  <a:cxn ang="0">
                    <a:pos x="63" y="97"/>
                  </a:cxn>
                </a:cxnLst>
                <a:rect l="0" t="0" r="r" b="b"/>
                <a:pathLst>
                  <a:path w="64" h="98">
                    <a:moveTo>
                      <a:pt x="0" y="0"/>
                    </a:moveTo>
                    <a:lnTo>
                      <a:pt x="31" y="0"/>
                    </a:lnTo>
                    <a:lnTo>
                      <a:pt x="31" y="97"/>
                    </a:lnTo>
                    <a:lnTo>
                      <a:pt x="63" y="97"/>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0" name="Freeform 161"/>
              <p:cNvSpPr>
                <a:spLocks/>
              </p:cNvSpPr>
              <p:nvPr/>
            </p:nvSpPr>
            <p:spPr bwMode="auto">
              <a:xfrm>
                <a:off x="4185" y="2678"/>
                <a:ext cx="43" cy="120"/>
              </a:xfrm>
              <a:custGeom>
                <a:avLst/>
                <a:gdLst/>
                <a:ahLst/>
                <a:cxnLst>
                  <a:cxn ang="0">
                    <a:pos x="0" y="0"/>
                  </a:cxn>
                  <a:cxn ang="0">
                    <a:pos x="21" y="0"/>
                  </a:cxn>
                  <a:cxn ang="0">
                    <a:pos x="21" y="119"/>
                  </a:cxn>
                  <a:cxn ang="0">
                    <a:pos x="42" y="119"/>
                  </a:cxn>
                </a:cxnLst>
                <a:rect l="0" t="0" r="r" b="b"/>
                <a:pathLst>
                  <a:path w="43" h="120">
                    <a:moveTo>
                      <a:pt x="0" y="0"/>
                    </a:moveTo>
                    <a:lnTo>
                      <a:pt x="21" y="0"/>
                    </a:lnTo>
                    <a:lnTo>
                      <a:pt x="21" y="119"/>
                    </a:lnTo>
                    <a:lnTo>
                      <a:pt x="42" y="119"/>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1" name="Freeform 162"/>
              <p:cNvSpPr>
                <a:spLocks/>
              </p:cNvSpPr>
              <p:nvPr/>
            </p:nvSpPr>
            <p:spPr bwMode="auto">
              <a:xfrm>
                <a:off x="4185" y="2676"/>
                <a:ext cx="184" cy="2"/>
              </a:xfrm>
              <a:custGeom>
                <a:avLst/>
                <a:gdLst/>
                <a:ahLst/>
                <a:cxnLst>
                  <a:cxn ang="0">
                    <a:pos x="0" y="1"/>
                  </a:cxn>
                  <a:cxn ang="0">
                    <a:pos x="91" y="1"/>
                  </a:cxn>
                  <a:cxn ang="0">
                    <a:pos x="91" y="0"/>
                  </a:cxn>
                  <a:cxn ang="0">
                    <a:pos x="183" y="0"/>
                  </a:cxn>
                </a:cxnLst>
                <a:rect l="0" t="0" r="r" b="b"/>
                <a:pathLst>
                  <a:path w="184" h="2">
                    <a:moveTo>
                      <a:pt x="0" y="1"/>
                    </a:moveTo>
                    <a:lnTo>
                      <a:pt x="91" y="1"/>
                    </a:lnTo>
                    <a:lnTo>
                      <a:pt x="91" y="0"/>
                    </a:lnTo>
                    <a:lnTo>
                      <a:pt x="183"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2" name="Freeform 163"/>
              <p:cNvSpPr>
                <a:spLocks/>
              </p:cNvSpPr>
              <p:nvPr/>
            </p:nvSpPr>
            <p:spPr bwMode="auto">
              <a:xfrm>
                <a:off x="4296" y="2797"/>
                <a:ext cx="42" cy="1"/>
              </a:xfrm>
              <a:custGeom>
                <a:avLst/>
                <a:gdLst/>
                <a:ahLst/>
                <a:cxnLst>
                  <a:cxn ang="0">
                    <a:pos x="0" y="0"/>
                  </a:cxn>
                  <a:cxn ang="0">
                    <a:pos x="41" y="0"/>
                  </a:cxn>
                </a:cxnLst>
                <a:rect l="0" t="0" r="r" b="b"/>
                <a:pathLst>
                  <a:path w="42" h="1">
                    <a:moveTo>
                      <a:pt x="0" y="0"/>
                    </a:move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3" name="Freeform 164"/>
              <p:cNvSpPr>
                <a:spLocks/>
              </p:cNvSpPr>
              <p:nvPr/>
            </p:nvSpPr>
            <p:spPr bwMode="auto">
              <a:xfrm>
                <a:off x="4406" y="2797"/>
                <a:ext cx="70" cy="1"/>
              </a:xfrm>
              <a:custGeom>
                <a:avLst/>
                <a:gdLst/>
                <a:ahLst/>
                <a:cxnLst>
                  <a:cxn ang="0">
                    <a:pos x="0" y="0"/>
                  </a:cxn>
                  <a:cxn ang="0">
                    <a:pos x="69" y="0"/>
                  </a:cxn>
                </a:cxnLst>
                <a:rect l="0" t="0" r="r" b="b"/>
                <a:pathLst>
                  <a:path w="70" h="1">
                    <a:moveTo>
                      <a:pt x="0" y="0"/>
                    </a:moveTo>
                    <a:lnTo>
                      <a:pt x="69"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4" name="Freeform 165"/>
              <p:cNvSpPr>
                <a:spLocks/>
              </p:cNvSpPr>
              <p:nvPr/>
            </p:nvSpPr>
            <p:spPr bwMode="auto">
              <a:xfrm>
                <a:off x="4437" y="2676"/>
                <a:ext cx="74" cy="86"/>
              </a:xfrm>
              <a:custGeom>
                <a:avLst/>
                <a:gdLst/>
                <a:ahLst/>
                <a:cxnLst>
                  <a:cxn ang="0">
                    <a:pos x="0" y="0"/>
                  </a:cxn>
                  <a:cxn ang="0">
                    <a:pos x="73" y="0"/>
                  </a:cxn>
                  <a:cxn ang="0">
                    <a:pos x="73" y="85"/>
                  </a:cxn>
                </a:cxnLst>
                <a:rect l="0" t="0" r="r" b="b"/>
                <a:pathLst>
                  <a:path w="74" h="86">
                    <a:moveTo>
                      <a:pt x="0" y="0"/>
                    </a:moveTo>
                    <a:lnTo>
                      <a:pt x="73" y="0"/>
                    </a:lnTo>
                    <a:lnTo>
                      <a:pt x="73" y="85"/>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5" name="Freeform 166"/>
              <p:cNvSpPr>
                <a:spLocks/>
              </p:cNvSpPr>
              <p:nvPr/>
            </p:nvSpPr>
            <p:spPr bwMode="auto">
              <a:xfrm>
                <a:off x="3827" y="2580"/>
                <a:ext cx="158" cy="146"/>
              </a:xfrm>
              <a:custGeom>
                <a:avLst/>
                <a:gdLst/>
                <a:ahLst/>
                <a:cxnLst>
                  <a:cxn ang="0">
                    <a:pos x="0" y="145"/>
                  </a:cxn>
                  <a:cxn ang="0">
                    <a:pos x="78" y="145"/>
                  </a:cxn>
                  <a:cxn ang="0">
                    <a:pos x="78" y="0"/>
                  </a:cxn>
                  <a:cxn ang="0">
                    <a:pos x="157" y="0"/>
                  </a:cxn>
                </a:cxnLst>
                <a:rect l="0" t="0" r="r" b="b"/>
                <a:pathLst>
                  <a:path w="158" h="146">
                    <a:moveTo>
                      <a:pt x="0" y="145"/>
                    </a:moveTo>
                    <a:lnTo>
                      <a:pt x="78" y="145"/>
                    </a:lnTo>
                    <a:lnTo>
                      <a:pt x="78" y="0"/>
                    </a:lnTo>
                    <a:lnTo>
                      <a:pt x="157"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6" name="Freeform 167"/>
              <p:cNvSpPr>
                <a:spLocks/>
              </p:cNvSpPr>
              <p:nvPr/>
            </p:nvSpPr>
            <p:spPr bwMode="auto">
              <a:xfrm>
                <a:off x="3827" y="2772"/>
                <a:ext cx="110" cy="50"/>
              </a:xfrm>
              <a:custGeom>
                <a:avLst/>
                <a:gdLst/>
                <a:ahLst/>
                <a:cxnLst>
                  <a:cxn ang="0">
                    <a:pos x="0" y="49"/>
                  </a:cxn>
                  <a:cxn ang="0">
                    <a:pos x="54" y="49"/>
                  </a:cxn>
                  <a:cxn ang="0">
                    <a:pos x="54" y="0"/>
                  </a:cxn>
                  <a:cxn ang="0">
                    <a:pos x="109" y="0"/>
                  </a:cxn>
                </a:cxnLst>
                <a:rect l="0" t="0" r="r" b="b"/>
                <a:pathLst>
                  <a:path w="110" h="50">
                    <a:moveTo>
                      <a:pt x="0" y="49"/>
                    </a:moveTo>
                    <a:lnTo>
                      <a:pt x="54" y="49"/>
                    </a:lnTo>
                    <a:lnTo>
                      <a:pt x="54" y="0"/>
                    </a:lnTo>
                    <a:lnTo>
                      <a:pt x="109"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7" name="Freeform 168"/>
              <p:cNvSpPr>
                <a:spLocks/>
              </p:cNvSpPr>
              <p:nvPr/>
            </p:nvSpPr>
            <p:spPr bwMode="auto">
              <a:xfrm>
                <a:off x="3840" y="2580"/>
                <a:ext cx="310" cy="193"/>
              </a:xfrm>
              <a:custGeom>
                <a:avLst/>
                <a:gdLst/>
                <a:ahLst/>
                <a:cxnLst>
                  <a:cxn ang="0">
                    <a:pos x="165" y="192"/>
                  </a:cxn>
                  <a:cxn ang="0">
                    <a:pos x="309" y="192"/>
                  </a:cxn>
                  <a:cxn ang="0">
                    <a:pos x="309" y="96"/>
                  </a:cxn>
                  <a:cxn ang="0">
                    <a:pos x="0" y="96"/>
                  </a:cxn>
                  <a:cxn ang="0">
                    <a:pos x="0" y="0"/>
                  </a:cxn>
                  <a:cxn ang="0">
                    <a:pos x="144" y="0"/>
                  </a:cxn>
                </a:cxnLst>
                <a:rect l="0" t="0" r="r" b="b"/>
                <a:pathLst>
                  <a:path w="310" h="193">
                    <a:moveTo>
                      <a:pt x="165" y="192"/>
                    </a:moveTo>
                    <a:lnTo>
                      <a:pt x="309" y="192"/>
                    </a:lnTo>
                    <a:lnTo>
                      <a:pt x="309" y="96"/>
                    </a:lnTo>
                    <a:lnTo>
                      <a:pt x="0" y="96"/>
                    </a:lnTo>
                    <a:lnTo>
                      <a:pt x="0" y="0"/>
                    </a:lnTo>
                    <a:lnTo>
                      <a:pt x="144"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8" name="Freeform 169"/>
              <p:cNvSpPr>
                <a:spLocks/>
              </p:cNvSpPr>
              <p:nvPr/>
            </p:nvSpPr>
            <p:spPr bwMode="auto">
              <a:xfrm>
                <a:off x="4544" y="2797"/>
                <a:ext cx="42" cy="144"/>
              </a:xfrm>
              <a:custGeom>
                <a:avLst/>
                <a:gdLst/>
                <a:ahLst/>
                <a:cxnLst>
                  <a:cxn ang="0">
                    <a:pos x="0" y="0"/>
                  </a:cxn>
                  <a:cxn ang="0">
                    <a:pos x="20" y="0"/>
                  </a:cxn>
                  <a:cxn ang="0">
                    <a:pos x="20" y="143"/>
                  </a:cxn>
                  <a:cxn ang="0">
                    <a:pos x="41" y="143"/>
                  </a:cxn>
                </a:cxnLst>
                <a:rect l="0" t="0" r="r" b="b"/>
                <a:pathLst>
                  <a:path w="42" h="144">
                    <a:moveTo>
                      <a:pt x="0" y="0"/>
                    </a:moveTo>
                    <a:lnTo>
                      <a:pt x="20" y="0"/>
                    </a:lnTo>
                    <a:lnTo>
                      <a:pt x="20" y="143"/>
                    </a:lnTo>
                    <a:lnTo>
                      <a:pt x="41" y="143"/>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69" name="Freeform 170"/>
              <p:cNvSpPr>
                <a:spLocks/>
              </p:cNvSpPr>
              <p:nvPr/>
            </p:nvSpPr>
            <p:spPr bwMode="auto">
              <a:xfrm>
                <a:off x="4544" y="2797"/>
                <a:ext cx="42" cy="1"/>
              </a:xfrm>
              <a:custGeom>
                <a:avLst/>
                <a:gdLst/>
                <a:ahLst/>
                <a:cxnLst>
                  <a:cxn ang="0">
                    <a:pos x="0" y="0"/>
                  </a:cxn>
                  <a:cxn ang="0">
                    <a:pos x="41" y="0"/>
                  </a:cxn>
                </a:cxnLst>
                <a:rect l="0" t="0" r="r" b="b"/>
                <a:pathLst>
                  <a:path w="42" h="1">
                    <a:moveTo>
                      <a:pt x="0" y="0"/>
                    </a:move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0" name="Freeform 171"/>
              <p:cNvSpPr>
                <a:spLocks/>
              </p:cNvSpPr>
              <p:nvPr/>
            </p:nvSpPr>
            <p:spPr bwMode="auto">
              <a:xfrm>
                <a:off x="3717" y="2606"/>
                <a:ext cx="42" cy="216"/>
              </a:xfrm>
              <a:custGeom>
                <a:avLst/>
                <a:gdLst/>
                <a:ahLst/>
                <a:cxnLst>
                  <a:cxn ang="0">
                    <a:pos x="0" y="0"/>
                  </a:cxn>
                  <a:cxn ang="0">
                    <a:pos x="20" y="0"/>
                  </a:cxn>
                  <a:cxn ang="0">
                    <a:pos x="20" y="215"/>
                  </a:cxn>
                  <a:cxn ang="0">
                    <a:pos x="41" y="215"/>
                  </a:cxn>
                </a:cxnLst>
                <a:rect l="0" t="0" r="r" b="b"/>
                <a:pathLst>
                  <a:path w="42" h="216">
                    <a:moveTo>
                      <a:pt x="0" y="0"/>
                    </a:moveTo>
                    <a:lnTo>
                      <a:pt x="20" y="0"/>
                    </a:lnTo>
                    <a:lnTo>
                      <a:pt x="20" y="215"/>
                    </a:lnTo>
                    <a:lnTo>
                      <a:pt x="41" y="215"/>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1" name="Freeform 172"/>
              <p:cNvSpPr>
                <a:spLocks/>
              </p:cNvSpPr>
              <p:nvPr/>
            </p:nvSpPr>
            <p:spPr bwMode="auto">
              <a:xfrm>
                <a:off x="3717" y="2606"/>
                <a:ext cx="42" cy="120"/>
              </a:xfrm>
              <a:custGeom>
                <a:avLst/>
                <a:gdLst/>
                <a:ahLst/>
                <a:cxnLst>
                  <a:cxn ang="0">
                    <a:pos x="0" y="0"/>
                  </a:cxn>
                  <a:cxn ang="0">
                    <a:pos x="20" y="0"/>
                  </a:cxn>
                  <a:cxn ang="0">
                    <a:pos x="20" y="119"/>
                  </a:cxn>
                  <a:cxn ang="0">
                    <a:pos x="41" y="119"/>
                  </a:cxn>
                </a:cxnLst>
                <a:rect l="0" t="0" r="r" b="b"/>
                <a:pathLst>
                  <a:path w="42" h="120">
                    <a:moveTo>
                      <a:pt x="0" y="0"/>
                    </a:moveTo>
                    <a:lnTo>
                      <a:pt x="20" y="0"/>
                    </a:lnTo>
                    <a:lnTo>
                      <a:pt x="20" y="119"/>
                    </a:lnTo>
                    <a:lnTo>
                      <a:pt x="41" y="119"/>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2" name="Freeform 173"/>
              <p:cNvSpPr>
                <a:spLocks/>
              </p:cNvSpPr>
              <p:nvPr/>
            </p:nvSpPr>
            <p:spPr bwMode="auto">
              <a:xfrm>
                <a:off x="3965" y="2797"/>
                <a:ext cx="263" cy="145"/>
              </a:xfrm>
              <a:custGeom>
                <a:avLst/>
                <a:gdLst/>
                <a:ahLst/>
                <a:cxnLst>
                  <a:cxn ang="0">
                    <a:pos x="0" y="144"/>
                  </a:cxn>
                  <a:cxn ang="0">
                    <a:pos x="131" y="144"/>
                  </a:cxn>
                  <a:cxn ang="0">
                    <a:pos x="131" y="0"/>
                  </a:cxn>
                  <a:cxn ang="0">
                    <a:pos x="262" y="0"/>
                  </a:cxn>
                </a:cxnLst>
                <a:rect l="0" t="0" r="r" b="b"/>
                <a:pathLst>
                  <a:path w="263" h="145">
                    <a:moveTo>
                      <a:pt x="0" y="144"/>
                    </a:moveTo>
                    <a:lnTo>
                      <a:pt x="131" y="144"/>
                    </a:lnTo>
                    <a:lnTo>
                      <a:pt x="131" y="0"/>
                    </a:lnTo>
                    <a:lnTo>
                      <a:pt x="262"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3" name="Freeform 174"/>
              <p:cNvSpPr>
                <a:spLocks/>
              </p:cNvSpPr>
              <p:nvPr/>
            </p:nvSpPr>
            <p:spPr bwMode="auto">
              <a:xfrm>
                <a:off x="4185" y="2940"/>
                <a:ext cx="56" cy="1"/>
              </a:xfrm>
              <a:custGeom>
                <a:avLst/>
                <a:gdLst/>
                <a:ahLst/>
                <a:cxnLst>
                  <a:cxn ang="0">
                    <a:pos x="0" y="0"/>
                  </a:cxn>
                  <a:cxn ang="0">
                    <a:pos x="55" y="0"/>
                  </a:cxn>
                </a:cxnLst>
                <a:rect l="0" t="0" r="r" b="b"/>
                <a:pathLst>
                  <a:path w="56" h="1">
                    <a:moveTo>
                      <a:pt x="0" y="0"/>
                    </a:moveTo>
                    <a:lnTo>
                      <a:pt x="55"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4" name="Freeform 175"/>
              <p:cNvSpPr>
                <a:spLocks/>
              </p:cNvSpPr>
              <p:nvPr/>
            </p:nvSpPr>
            <p:spPr bwMode="auto">
              <a:xfrm>
                <a:off x="4309" y="2797"/>
                <a:ext cx="29" cy="144"/>
              </a:xfrm>
              <a:custGeom>
                <a:avLst/>
                <a:gdLst/>
                <a:ahLst/>
                <a:cxnLst>
                  <a:cxn ang="0">
                    <a:pos x="0" y="143"/>
                  </a:cxn>
                  <a:cxn ang="0">
                    <a:pos x="14" y="143"/>
                  </a:cxn>
                  <a:cxn ang="0">
                    <a:pos x="14" y="0"/>
                  </a:cxn>
                  <a:cxn ang="0">
                    <a:pos x="28" y="0"/>
                  </a:cxn>
                </a:cxnLst>
                <a:rect l="0" t="0" r="r" b="b"/>
                <a:pathLst>
                  <a:path w="29" h="144">
                    <a:moveTo>
                      <a:pt x="0" y="143"/>
                    </a:moveTo>
                    <a:lnTo>
                      <a:pt x="14" y="143"/>
                    </a:lnTo>
                    <a:lnTo>
                      <a:pt x="14" y="0"/>
                    </a:lnTo>
                    <a:lnTo>
                      <a:pt x="28"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5" name="Freeform 176"/>
              <p:cNvSpPr>
                <a:spLocks/>
              </p:cNvSpPr>
              <p:nvPr/>
            </p:nvSpPr>
            <p:spPr bwMode="auto">
              <a:xfrm>
                <a:off x="4654" y="2797"/>
                <a:ext cx="42" cy="1"/>
              </a:xfrm>
              <a:custGeom>
                <a:avLst/>
                <a:gdLst/>
                <a:ahLst/>
                <a:cxnLst>
                  <a:cxn ang="0">
                    <a:pos x="0" y="0"/>
                  </a:cxn>
                  <a:cxn ang="0">
                    <a:pos x="41" y="0"/>
                  </a:cxn>
                </a:cxnLst>
                <a:rect l="0" t="0" r="r" b="b"/>
                <a:pathLst>
                  <a:path w="42" h="1">
                    <a:moveTo>
                      <a:pt x="0" y="0"/>
                    </a:move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6" name="Freeform 177"/>
              <p:cNvSpPr>
                <a:spLocks/>
              </p:cNvSpPr>
              <p:nvPr/>
            </p:nvSpPr>
            <p:spPr bwMode="auto">
              <a:xfrm>
                <a:off x="4764" y="2797"/>
                <a:ext cx="70" cy="48"/>
              </a:xfrm>
              <a:custGeom>
                <a:avLst/>
                <a:gdLst/>
                <a:ahLst/>
                <a:cxnLst>
                  <a:cxn ang="0">
                    <a:pos x="0" y="0"/>
                  </a:cxn>
                  <a:cxn ang="0">
                    <a:pos x="34" y="0"/>
                  </a:cxn>
                  <a:cxn ang="0">
                    <a:pos x="34" y="47"/>
                  </a:cxn>
                  <a:cxn ang="0">
                    <a:pos x="69" y="47"/>
                  </a:cxn>
                </a:cxnLst>
                <a:rect l="0" t="0" r="r" b="b"/>
                <a:pathLst>
                  <a:path w="70" h="48">
                    <a:moveTo>
                      <a:pt x="0" y="0"/>
                    </a:moveTo>
                    <a:lnTo>
                      <a:pt x="34" y="0"/>
                    </a:lnTo>
                    <a:lnTo>
                      <a:pt x="34" y="47"/>
                    </a:lnTo>
                    <a:lnTo>
                      <a:pt x="69" y="47"/>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7" name="Freeform 178"/>
              <p:cNvSpPr>
                <a:spLocks/>
              </p:cNvSpPr>
              <p:nvPr/>
            </p:nvSpPr>
            <p:spPr bwMode="auto">
              <a:xfrm>
                <a:off x="4654" y="2797"/>
                <a:ext cx="42" cy="144"/>
              </a:xfrm>
              <a:custGeom>
                <a:avLst/>
                <a:gdLst/>
                <a:ahLst/>
                <a:cxnLst>
                  <a:cxn ang="0">
                    <a:pos x="0" y="143"/>
                  </a:cxn>
                  <a:cxn ang="0">
                    <a:pos x="20" y="143"/>
                  </a:cxn>
                  <a:cxn ang="0">
                    <a:pos x="20" y="0"/>
                  </a:cxn>
                  <a:cxn ang="0">
                    <a:pos x="41" y="0"/>
                  </a:cxn>
                </a:cxnLst>
                <a:rect l="0" t="0" r="r" b="b"/>
                <a:pathLst>
                  <a:path w="42" h="144">
                    <a:moveTo>
                      <a:pt x="0" y="143"/>
                    </a:moveTo>
                    <a:lnTo>
                      <a:pt x="20" y="143"/>
                    </a:lnTo>
                    <a:lnTo>
                      <a:pt x="20" y="0"/>
                    </a:ln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8" name="Freeform 179"/>
              <p:cNvSpPr>
                <a:spLocks/>
              </p:cNvSpPr>
              <p:nvPr/>
            </p:nvSpPr>
            <p:spPr bwMode="auto">
              <a:xfrm>
                <a:off x="4902" y="2844"/>
                <a:ext cx="56" cy="49"/>
              </a:xfrm>
              <a:custGeom>
                <a:avLst/>
                <a:gdLst/>
                <a:ahLst/>
                <a:cxnLst>
                  <a:cxn ang="0">
                    <a:pos x="0" y="0"/>
                  </a:cxn>
                  <a:cxn ang="0">
                    <a:pos x="27" y="0"/>
                  </a:cxn>
                  <a:cxn ang="0">
                    <a:pos x="27" y="48"/>
                  </a:cxn>
                  <a:cxn ang="0">
                    <a:pos x="55" y="48"/>
                  </a:cxn>
                </a:cxnLst>
                <a:rect l="0" t="0" r="r" b="b"/>
                <a:pathLst>
                  <a:path w="56" h="49">
                    <a:moveTo>
                      <a:pt x="0" y="0"/>
                    </a:moveTo>
                    <a:lnTo>
                      <a:pt x="27" y="0"/>
                    </a:lnTo>
                    <a:lnTo>
                      <a:pt x="27" y="48"/>
                    </a:lnTo>
                    <a:lnTo>
                      <a:pt x="55" y="48"/>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79" name="Freeform 180"/>
              <p:cNvSpPr>
                <a:spLocks/>
              </p:cNvSpPr>
              <p:nvPr/>
            </p:nvSpPr>
            <p:spPr bwMode="auto">
              <a:xfrm>
                <a:off x="5026" y="2773"/>
                <a:ext cx="42" cy="120"/>
              </a:xfrm>
              <a:custGeom>
                <a:avLst/>
                <a:gdLst/>
                <a:ahLst/>
                <a:cxnLst>
                  <a:cxn ang="0">
                    <a:pos x="0" y="119"/>
                  </a:cxn>
                  <a:cxn ang="0">
                    <a:pos x="20" y="119"/>
                  </a:cxn>
                  <a:cxn ang="0">
                    <a:pos x="20" y="0"/>
                  </a:cxn>
                  <a:cxn ang="0">
                    <a:pos x="41" y="0"/>
                  </a:cxn>
                </a:cxnLst>
                <a:rect l="0" t="0" r="r" b="b"/>
                <a:pathLst>
                  <a:path w="42" h="120">
                    <a:moveTo>
                      <a:pt x="0" y="119"/>
                    </a:moveTo>
                    <a:lnTo>
                      <a:pt x="20" y="119"/>
                    </a:lnTo>
                    <a:lnTo>
                      <a:pt x="20" y="0"/>
                    </a:lnTo>
                    <a:lnTo>
                      <a:pt x="41" y="0"/>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sp>
            <p:nvSpPr>
              <p:cNvPr id="180" name="Freeform 181"/>
              <p:cNvSpPr>
                <a:spLocks/>
              </p:cNvSpPr>
              <p:nvPr/>
            </p:nvSpPr>
            <p:spPr bwMode="auto">
              <a:xfrm>
                <a:off x="3827" y="2821"/>
                <a:ext cx="290" cy="120"/>
              </a:xfrm>
              <a:custGeom>
                <a:avLst/>
                <a:gdLst/>
                <a:ahLst/>
                <a:cxnLst>
                  <a:cxn ang="0">
                    <a:pos x="0" y="0"/>
                  </a:cxn>
                  <a:cxn ang="0">
                    <a:pos x="144" y="0"/>
                  </a:cxn>
                  <a:cxn ang="0">
                    <a:pos x="144" y="119"/>
                  </a:cxn>
                  <a:cxn ang="0">
                    <a:pos x="289" y="119"/>
                  </a:cxn>
                </a:cxnLst>
                <a:rect l="0" t="0" r="r" b="b"/>
                <a:pathLst>
                  <a:path w="290" h="120">
                    <a:moveTo>
                      <a:pt x="0" y="0"/>
                    </a:moveTo>
                    <a:lnTo>
                      <a:pt x="144" y="0"/>
                    </a:lnTo>
                    <a:lnTo>
                      <a:pt x="144" y="119"/>
                    </a:lnTo>
                    <a:lnTo>
                      <a:pt x="289" y="119"/>
                    </a:lnTo>
                  </a:path>
                </a:pathLst>
              </a:custGeom>
              <a:noFill/>
              <a:ln w="12700" cap="rnd" cmpd="sng">
                <a:solidFill>
                  <a:schemeClr val="tx1"/>
                </a:solidFill>
                <a:prstDash val="solid"/>
                <a:round/>
                <a:headEnd type="none" w="sm" len="sm"/>
                <a:tailEnd type="none" w="sm" len="sm"/>
              </a:ln>
              <a:effectLst/>
            </p:spPr>
            <p:txBody>
              <a:bodyPr/>
              <a:lstStyle/>
              <a:p>
                <a:endParaRPr lang="pt-BR" sz="2400">
                  <a:latin typeface="Lato" pitchFamily="34" charset="0"/>
                </a:endParaRPr>
              </a:p>
            </p:txBody>
          </p:sp>
        </p:grpSp>
      </p:grpSp>
      <p:sp>
        <p:nvSpPr>
          <p:cNvPr id="181" name="Retângulo 180"/>
          <p:cNvSpPr/>
          <p:nvPr/>
        </p:nvSpPr>
        <p:spPr>
          <a:xfrm>
            <a:off x="431371" y="3428135"/>
            <a:ext cx="1854424" cy="480052"/>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a:latin typeface="Lato" pitchFamily="34" charset="0"/>
              </a:rPr>
              <a:t>Empresa 1</a:t>
            </a:r>
          </a:p>
        </p:txBody>
      </p:sp>
      <p:sp>
        <p:nvSpPr>
          <p:cNvPr id="182" name="Retângulo 181"/>
          <p:cNvSpPr/>
          <p:nvPr/>
        </p:nvSpPr>
        <p:spPr>
          <a:xfrm>
            <a:off x="2927647" y="4911694"/>
            <a:ext cx="1647215" cy="480052"/>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a:latin typeface="Lato" pitchFamily="34" charset="0"/>
              </a:rPr>
              <a:t>Projeto B</a:t>
            </a:r>
          </a:p>
        </p:txBody>
      </p:sp>
      <p:sp>
        <p:nvSpPr>
          <p:cNvPr id="183" name="Retângulo 182"/>
          <p:cNvSpPr/>
          <p:nvPr/>
        </p:nvSpPr>
        <p:spPr>
          <a:xfrm>
            <a:off x="5423925" y="4911694"/>
            <a:ext cx="1656100" cy="480052"/>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a:latin typeface="Lato" pitchFamily="34" charset="0"/>
              </a:rPr>
              <a:t>Projeto C</a:t>
            </a:r>
          </a:p>
        </p:txBody>
      </p:sp>
      <p:sp>
        <p:nvSpPr>
          <p:cNvPr id="237" name="Retângulo 236"/>
          <p:cNvSpPr/>
          <p:nvPr/>
        </p:nvSpPr>
        <p:spPr>
          <a:xfrm>
            <a:off x="431371" y="4911694"/>
            <a:ext cx="1712360" cy="480052"/>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a:latin typeface="Lato" pitchFamily="34" charset="0"/>
              </a:rPr>
              <a:t>Projeto A</a:t>
            </a:r>
          </a:p>
        </p:txBody>
      </p:sp>
      <p:grpSp>
        <p:nvGrpSpPr>
          <p:cNvPr id="137" name="Group 4"/>
          <p:cNvGrpSpPr>
            <a:grpSpLocks/>
          </p:cNvGrpSpPr>
          <p:nvPr/>
        </p:nvGrpSpPr>
        <p:grpSpPr bwMode="auto">
          <a:xfrm>
            <a:off x="415538" y="3854480"/>
            <a:ext cx="2208245" cy="784784"/>
            <a:chOff x="288" y="816"/>
            <a:chExt cx="2633" cy="1038"/>
          </a:xfrm>
          <a:solidFill>
            <a:srgbClr val="FF3300"/>
          </a:solidFill>
        </p:grpSpPr>
        <p:sp>
          <p:nvSpPr>
            <p:cNvPr id="185" name="AutoShape 5"/>
            <p:cNvSpPr>
              <a:spLocks noChangeArrowheads="1"/>
            </p:cNvSpPr>
            <p:nvPr/>
          </p:nvSpPr>
          <p:spPr bwMode="auto">
            <a:xfrm>
              <a:off x="288" y="816"/>
              <a:ext cx="2633" cy="1038"/>
            </a:xfrm>
            <a:prstGeom prst="rightArrow">
              <a:avLst>
                <a:gd name="adj1" fmla="val 77731"/>
                <a:gd name="adj2" fmla="val 32800"/>
              </a:avLst>
            </a:prstGeom>
            <a:solidFill>
              <a:schemeClr val="bg1">
                <a:lumMod val="50000"/>
              </a:schemeClr>
            </a:solidFill>
            <a:ln w="12700">
              <a:solidFill>
                <a:schemeClr val="bg1">
                  <a:lumMod val="95000"/>
                </a:schemeClr>
              </a:solidFill>
              <a:miter lim="800000"/>
              <a:headEnd/>
              <a:tailEnd/>
            </a:ln>
          </p:spPr>
          <p:txBody>
            <a:bodyPr wrap="none" anchor="ctr"/>
            <a:lstStyle/>
            <a:p>
              <a:pPr algn="ctr" eaLnBrk="0" hangingPunct="0"/>
              <a:endParaRPr lang="en-US" sz="2400">
                <a:latin typeface="Lato" pitchFamily="34" charset="0"/>
              </a:endParaRPr>
            </a:p>
          </p:txBody>
        </p:sp>
        <p:sp>
          <p:nvSpPr>
            <p:cNvPr id="186" name="Rectangle 6"/>
            <p:cNvSpPr>
              <a:spLocks noChangeArrowheads="1"/>
            </p:cNvSpPr>
            <p:nvPr/>
          </p:nvSpPr>
          <p:spPr bwMode="auto">
            <a:xfrm>
              <a:off x="1545" y="1532"/>
              <a:ext cx="143" cy="147"/>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187" name="Rectangle 7"/>
            <p:cNvSpPr>
              <a:spLocks noChangeArrowheads="1"/>
            </p:cNvSpPr>
            <p:nvPr/>
          </p:nvSpPr>
          <p:spPr bwMode="auto">
            <a:xfrm>
              <a:off x="1047" y="1210"/>
              <a:ext cx="142" cy="147"/>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188" name="Rectangle 8"/>
            <p:cNvSpPr>
              <a:spLocks noChangeArrowheads="1"/>
            </p:cNvSpPr>
            <p:nvPr/>
          </p:nvSpPr>
          <p:spPr bwMode="auto">
            <a:xfrm>
              <a:off x="1759" y="1067"/>
              <a:ext cx="213" cy="146"/>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189" name="Rectangle 9"/>
            <p:cNvSpPr>
              <a:spLocks noChangeArrowheads="1"/>
            </p:cNvSpPr>
            <p:nvPr/>
          </p:nvSpPr>
          <p:spPr bwMode="auto">
            <a:xfrm>
              <a:off x="2281" y="1389"/>
              <a:ext cx="118" cy="122"/>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190" name="Rectangle 10"/>
            <p:cNvSpPr>
              <a:spLocks noChangeArrowheads="1"/>
            </p:cNvSpPr>
            <p:nvPr/>
          </p:nvSpPr>
          <p:spPr bwMode="auto">
            <a:xfrm>
              <a:off x="715" y="1353"/>
              <a:ext cx="95" cy="74"/>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191" name="Rectangle 11"/>
            <p:cNvSpPr>
              <a:spLocks noChangeArrowheads="1"/>
            </p:cNvSpPr>
            <p:nvPr/>
          </p:nvSpPr>
          <p:spPr bwMode="auto">
            <a:xfrm>
              <a:off x="430" y="1496"/>
              <a:ext cx="95" cy="75"/>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192" name="Rectangle 12"/>
            <p:cNvSpPr>
              <a:spLocks noChangeArrowheads="1"/>
            </p:cNvSpPr>
            <p:nvPr/>
          </p:nvSpPr>
          <p:spPr bwMode="auto">
            <a:xfrm>
              <a:off x="335" y="1067"/>
              <a:ext cx="143" cy="146"/>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193" name="Rectangle 13"/>
            <p:cNvSpPr>
              <a:spLocks noChangeArrowheads="1"/>
            </p:cNvSpPr>
            <p:nvPr/>
          </p:nvSpPr>
          <p:spPr bwMode="auto">
            <a:xfrm>
              <a:off x="1759" y="1389"/>
              <a:ext cx="95" cy="146"/>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194" name="Rectangle 14"/>
            <p:cNvSpPr>
              <a:spLocks noChangeArrowheads="1"/>
            </p:cNvSpPr>
            <p:nvPr/>
          </p:nvSpPr>
          <p:spPr bwMode="auto">
            <a:xfrm>
              <a:off x="881" y="1496"/>
              <a:ext cx="214" cy="147"/>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195" name="Rectangle 15"/>
            <p:cNvSpPr>
              <a:spLocks noChangeArrowheads="1"/>
            </p:cNvSpPr>
            <p:nvPr/>
          </p:nvSpPr>
          <p:spPr bwMode="auto">
            <a:xfrm>
              <a:off x="1450" y="1031"/>
              <a:ext cx="95" cy="146"/>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196" name="Rectangle 16"/>
            <p:cNvSpPr>
              <a:spLocks noChangeArrowheads="1"/>
            </p:cNvSpPr>
            <p:nvPr/>
          </p:nvSpPr>
          <p:spPr bwMode="auto">
            <a:xfrm>
              <a:off x="2375" y="1067"/>
              <a:ext cx="143" cy="146"/>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197" name="Rectangle 17"/>
            <p:cNvSpPr>
              <a:spLocks noChangeArrowheads="1"/>
            </p:cNvSpPr>
            <p:nvPr/>
          </p:nvSpPr>
          <p:spPr bwMode="auto">
            <a:xfrm>
              <a:off x="810" y="995"/>
              <a:ext cx="95" cy="146"/>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198" name="Rectangle 18"/>
            <p:cNvSpPr>
              <a:spLocks noChangeArrowheads="1"/>
            </p:cNvSpPr>
            <p:nvPr/>
          </p:nvSpPr>
          <p:spPr bwMode="auto">
            <a:xfrm>
              <a:off x="1901" y="1568"/>
              <a:ext cx="95" cy="146"/>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199" name="Rectangle 19"/>
            <p:cNvSpPr>
              <a:spLocks noChangeArrowheads="1"/>
            </p:cNvSpPr>
            <p:nvPr/>
          </p:nvSpPr>
          <p:spPr bwMode="auto">
            <a:xfrm>
              <a:off x="1379" y="1317"/>
              <a:ext cx="95" cy="146"/>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200" name="Rectangle 20"/>
            <p:cNvSpPr>
              <a:spLocks noChangeArrowheads="1"/>
            </p:cNvSpPr>
            <p:nvPr/>
          </p:nvSpPr>
          <p:spPr bwMode="auto">
            <a:xfrm>
              <a:off x="1118" y="1031"/>
              <a:ext cx="95" cy="74"/>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201" name="Rectangle 21"/>
            <p:cNvSpPr>
              <a:spLocks noChangeArrowheads="1"/>
            </p:cNvSpPr>
            <p:nvPr/>
          </p:nvSpPr>
          <p:spPr bwMode="auto">
            <a:xfrm>
              <a:off x="1261" y="1603"/>
              <a:ext cx="94" cy="75"/>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202" name="Rectangle 22"/>
            <p:cNvSpPr>
              <a:spLocks noChangeArrowheads="1"/>
            </p:cNvSpPr>
            <p:nvPr/>
          </p:nvSpPr>
          <p:spPr bwMode="auto">
            <a:xfrm>
              <a:off x="2067" y="1317"/>
              <a:ext cx="95" cy="75"/>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203" name="Rectangle 23"/>
            <p:cNvSpPr>
              <a:spLocks noChangeArrowheads="1"/>
            </p:cNvSpPr>
            <p:nvPr/>
          </p:nvSpPr>
          <p:spPr bwMode="auto">
            <a:xfrm>
              <a:off x="2091" y="995"/>
              <a:ext cx="95" cy="75"/>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sp>
          <p:nvSpPr>
            <p:cNvPr id="204" name="Rectangle 24"/>
            <p:cNvSpPr>
              <a:spLocks noChangeArrowheads="1"/>
            </p:cNvSpPr>
            <p:nvPr/>
          </p:nvSpPr>
          <p:spPr bwMode="auto">
            <a:xfrm>
              <a:off x="2209" y="1603"/>
              <a:ext cx="95" cy="75"/>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cxnSp>
          <p:nvCxnSpPr>
            <p:cNvPr id="205" name="AutoShape 25"/>
            <p:cNvCxnSpPr>
              <a:cxnSpLocks noChangeShapeType="1"/>
              <a:stCxn id="192" idx="3"/>
              <a:endCxn id="197" idx="1"/>
            </p:cNvCxnSpPr>
            <p:nvPr/>
          </p:nvCxnSpPr>
          <p:spPr bwMode="auto">
            <a:xfrm flipV="1">
              <a:off x="478" y="1068"/>
              <a:ext cx="332" cy="72"/>
            </a:xfrm>
            <a:prstGeom prst="straightConnector1">
              <a:avLst/>
            </a:prstGeom>
            <a:grpFill/>
            <a:ln w="12700">
              <a:solidFill>
                <a:schemeClr val="bg1">
                  <a:lumMod val="95000"/>
                </a:schemeClr>
              </a:solidFill>
              <a:round/>
              <a:headEnd/>
              <a:tailEnd type="triangle" w="sm" len="lg"/>
            </a:ln>
          </p:spPr>
        </p:cxnSp>
        <p:cxnSp>
          <p:nvCxnSpPr>
            <p:cNvPr id="206" name="AutoShape 26"/>
            <p:cNvCxnSpPr>
              <a:cxnSpLocks noChangeShapeType="1"/>
              <a:stCxn id="191" idx="3"/>
              <a:endCxn id="190" idx="1"/>
            </p:cNvCxnSpPr>
            <p:nvPr/>
          </p:nvCxnSpPr>
          <p:spPr bwMode="auto">
            <a:xfrm flipV="1">
              <a:off x="525" y="1390"/>
              <a:ext cx="190" cy="143"/>
            </a:xfrm>
            <a:prstGeom prst="straightConnector1">
              <a:avLst/>
            </a:prstGeom>
            <a:grpFill/>
            <a:ln w="12700">
              <a:solidFill>
                <a:schemeClr val="bg1">
                  <a:lumMod val="95000"/>
                </a:schemeClr>
              </a:solidFill>
              <a:round/>
              <a:headEnd/>
              <a:tailEnd type="triangle" w="sm" len="lg"/>
            </a:ln>
          </p:spPr>
        </p:cxnSp>
        <p:cxnSp>
          <p:nvCxnSpPr>
            <p:cNvPr id="207" name="AutoShape 27"/>
            <p:cNvCxnSpPr>
              <a:cxnSpLocks noChangeShapeType="1"/>
              <a:stCxn id="190" idx="2"/>
              <a:endCxn id="194" idx="1"/>
            </p:cNvCxnSpPr>
            <p:nvPr/>
          </p:nvCxnSpPr>
          <p:spPr bwMode="auto">
            <a:xfrm>
              <a:off x="762" y="1427"/>
              <a:ext cx="119" cy="143"/>
            </a:xfrm>
            <a:prstGeom prst="straightConnector1">
              <a:avLst/>
            </a:prstGeom>
            <a:grpFill/>
            <a:ln w="12700">
              <a:solidFill>
                <a:schemeClr val="bg1">
                  <a:lumMod val="95000"/>
                </a:schemeClr>
              </a:solidFill>
              <a:round/>
              <a:headEnd/>
              <a:tailEnd type="triangle" w="sm" len="lg"/>
            </a:ln>
          </p:spPr>
        </p:cxnSp>
        <p:cxnSp>
          <p:nvCxnSpPr>
            <p:cNvPr id="208" name="AutoShape 28"/>
            <p:cNvCxnSpPr>
              <a:cxnSpLocks noChangeShapeType="1"/>
              <a:stCxn id="190" idx="0"/>
              <a:endCxn id="197" idx="2"/>
            </p:cNvCxnSpPr>
            <p:nvPr/>
          </p:nvCxnSpPr>
          <p:spPr bwMode="auto">
            <a:xfrm flipV="1">
              <a:off x="762" y="1141"/>
              <a:ext cx="95" cy="212"/>
            </a:xfrm>
            <a:prstGeom prst="straightConnector1">
              <a:avLst/>
            </a:prstGeom>
            <a:grpFill/>
            <a:ln w="12700">
              <a:solidFill>
                <a:schemeClr val="bg1">
                  <a:lumMod val="95000"/>
                </a:schemeClr>
              </a:solidFill>
              <a:round/>
              <a:headEnd/>
              <a:tailEnd type="triangle" w="sm" len="lg"/>
            </a:ln>
          </p:spPr>
        </p:cxnSp>
        <p:cxnSp>
          <p:nvCxnSpPr>
            <p:cNvPr id="209" name="AutoShape 29"/>
            <p:cNvCxnSpPr>
              <a:cxnSpLocks noChangeShapeType="1"/>
              <a:stCxn id="197" idx="3"/>
              <a:endCxn id="200" idx="1"/>
            </p:cNvCxnSpPr>
            <p:nvPr/>
          </p:nvCxnSpPr>
          <p:spPr bwMode="auto">
            <a:xfrm>
              <a:off x="905" y="1068"/>
              <a:ext cx="213" cy="0"/>
            </a:xfrm>
            <a:prstGeom prst="straightConnector1">
              <a:avLst/>
            </a:prstGeom>
            <a:grpFill/>
            <a:ln w="12700">
              <a:solidFill>
                <a:schemeClr val="bg1">
                  <a:lumMod val="95000"/>
                </a:schemeClr>
              </a:solidFill>
              <a:round/>
              <a:headEnd/>
              <a:tailEnd type="triangle" w="sm" len="lg"/>
            </a:ln>
          </p:spPr>
        </p:cxnSp>
        <p:cxnSp>
          <p:nvCxnSpPr>
            <p:cNvPr id="210" name="AutoShape 30"/>
            <p:cNvCxnSpPr>
              <a:cxnSpLocks noChangeShapeType="1"/>
              <a:stCxn id="194" idx="0"/>
              <a:endCxn id="187" idx="2"/>
            </p:cNvCxnSpPr>
            <p:nvPr/>
          </p:nvCxnSpPr>
          <p:spPr bwMode="auto">
            <a:xfrm flipV="1">
              <a:off x="988" y="1357"/>
              <a:ext cx="130" cy="139"/>
            </a:xfrm>
            <a:prstGeom prst="straightConnector1">
              <a:avLst/>
            </a:prstGeom>
            <a:grpFill/>
            <a:ln w="12700">
              <a:solidFill>
                <a:schemeClr val="bg1">
                  <a:lumMod val="95000"/>
                </a:schemeClr>
              </a:solidFill>
              <a:round/>
              <a:headEnd/>
              <a:tailEnd type="triangle" w="sm" len="lg"/>
            </a:ln>
          </p:spPr>
        </p:cxnSp>
        <p:cxnSp>
          <p:nvCxnSpPr>
            <p:cNvPr id="211" name="AutoShape 31"/>
            <p:cNvCxnSpPr>
              <a:cxnSpLocks noChangeShapeType="1"/>
              <a:stCxn id="187" idx="0"/>
              <a:endCxn id="200" idx="2"/>
            </p:cNvCxnSpPr>
            <p:nvPr/>
          </p:nvCxnSpPr>
          <p:spPr bwMode="auto">
            <a:xfrm flipV="1">
              <a:off x="1118" y="1105"/>
              <a:ext cx="48" cy="105"/>
            </a:xfrm>
            <a:prstGeom prst="straightConnector1">
              <a:avLst/>
            </a:prstGeom>
            <a:grpFill/>
            <a:ln w="12700">
              <a:solidFill>
                <a:schemeClr val="bg1">
                  <a:lumMod val="95000"/>
                </a:schemeClr>
              </a:solidFill>
              <a:round/>
              <a:headEnd/>
              <a:tailEnd type="triangle" w="sm" len="lg"/>
            </a:ln>
          </p:spPr>
        </p:cxnSp>
        <p:cxnSp>
          <p:nvCxnSpPr>
            <p:cNvPr id="212" name="AutoShape 32"/>
            <p:cNvCxnSpPr>
              <a:cxnSpLocks noChangeShapeType="1"/>
              <a:stCxn id="187" idx="3"/>
              <a:endCxn id="199" idx="1"/>
            </p:cNvCxnSpPr>
            <p:nvPr/>
          </p:nvCxnSpPr>
          <p:spPr bwMode="auto">
            <a:xfrm>
              <a:off x="1189" y="1284"/>
              <a:ext cx="190" cy="106"/>
            </a:xfrm>
            <a:prstGeom prst="straightConnector1">
              <a:avLst/>
            </a:prstGeom>
            <a:grpFill/>
            <a:ln w="12700">
              <a:solidFill>
                <a:schemeClr val="bg1">
                  <a:lumMod val="95000"/>
                </a:schemeClr>
              </a:solidFill>
              <a:round/>
              <a:headEnd/>
              <a:tailEnd type="triangle" w="sm" len="lg"/>
            </a:ln>
          </p:spPr>
        </p:cxnSp>
        <p:cxnSp>
          <p:nvCxnSpPr>
            <p:cNvPr id="213" name="AutoShape 33"/>
            <p:cNvCxnSpPr>
              <a:cxnSpLocks noChangeShapeType="1"/>
              <a:stCxn id="194" idx="3"/>
              <a:endCxn id="201" idx="1"/>
            </p:cNvCxnSpPr>
            <p:nvPr/>
          </p:nvCxnSpPr>
          <p:spPr bwMode="auto">
            <a:xfrm>
              <a:off x="1095" y="1570"/>
              <a:ext cx="166" cy="71"/>
            </a:xfrm>
            <a:prstGeom prst="straightConnector1">
              <a:avLst/>
            </a:prstGeom>
            <a:grpFill/>
            <a:ln w="12700">
              <a:solidFill>
                <a:schemeClr val="bg1">
                  <a:lumMod val="95000"/>
                </a:schemeClr>
              </a:solidFill>
              <a:round/>
              <a:headEnd/>
              <a:tailEnd type="triangle" w="sm" len="lg"/>
            </a:ln>
          </p:spPr>
        </p:cxnSp>
        <p:cxnSp>
          <p:nvCxnSpPr>
            <p:cNvPr id="214" name="AutoShape 34"/>
            <p:cNvCxnSpPr>
              <a:cxnSpLocks noChangeShapeType="1"/>
              <a:stCxn id="201" idx="3"/>
              <a:endCxn id="186" idx="1"/>
            </p:cNvCxnSpPr>
            <p:nvPr/>
          </p:nvCxnSpPr>
          <p:spPr bwMode="auto">
            <a:xfrm flipV="1">
              <a:off x="1355" y="1606"/>
              <a:ext cx="190" cy="35"/>
            </a:xfrm>
            <a:prstGeom prst="straightConnector1">
              <a:avLst/>
            </a:prstGeom>
            <a:grpFill/>
            <a:ln w="12700">
              <a:solidFill>
                <a:schemeClr val="bg1">
                  <a:lumMod val="95000"/>
                </a:schemeClr>
              </a:solidFill>
              <a:round/>
              <a:headEnd/>
              <a:tailEnd type="triangle" w="sm" len="lg"/>
            </a:ln>
          </p:spPr>
        </p:cxnSp>
        <p:cxnSp>
          <p:nvCxnSpPr>
            <p:cNvPr id="215" name="AutoShape 35"/>
            <p:cNvCxnSpPr>
              <a:cxnSpLocks noChangeShapeType="1"/>
              <a:stCxn id="199" idx="2"/>
              <a:endCxn id="186" idx="0"/>
            </p:cNvCxnSpPr>
            <p:nvPr/>
          </p:nvCxnSpPr>
          <p:spPr bwMode="auto">
            <a:xfrm>
              <a:off x="1427" y="1463"/>
              <a:ext cx="189" cy="69"/>
            </a:xfrm>
            <a:prstGeom prst="straightConnector1">
              <a:avLst/>
            </a:prstGeom>
            <a:grpFill/>
            <a:ln w="12700">
              <a:solidFill>
                <a:schemeClr val="bg1">
                  <a:lumMod val="95000"/>
                </a:schemeClr>
              </a:solidFill>
              <a:round/>
              <a:headEnd/>
              <a:tailEnd type="triangle" w="sm" len="lg"/>
            </a:ln>
          </p:spPr>
        </p:cxnSp>
        <p:cxnSp>
          <p:nvCxnSpPr>
            <p:cNvPr id="216" name="AutoShape 36"/>
            <p:cNvCxnSpPr>
              <a:cxnSpLocks noChangeShapeType="1"/>
              <a:stCxn id="199" idx="0"/>
              <a:endCxn id="195" idx="2"/>
            </p:cNvCxnSpPr>
            <p:nvPr/>
          </p:nvCxnSpPr>
          <p:spPr bwMode="auto">
            <a:xfrm flipV="1">
              <a:off x="1427" y="1177"/>
              <a:ext cx="71" cy="140"/>
            </a:xfrm>
            <a:prstGeom prst="straightConnector1">
              <a:avLst/>
            </a:prstGeom>
            <a:grpFill/>
            <a:ln w="12700">
              <a:solidFill>
                <a:schemeClr val="bg1">
                  <a:lumMod val="95000"/>
                </a:schemeClr>
              </a:solidFill>
              <a:round/>
              <a:headEnd/>
              <a:tailEnd type="triangle" w="sm" len="lg"/>
            </a:ln>
          </p:spPr>
        </p:cxnSp>
        <p:cxnSp>
          <p:nvCxnSpPr>
            <p:cNvPr id="217" name="AutoShape 37"/>
            <p:cNvCxnSpPr>
              <a:cxnSpLocks noChangeShapeType="1"/>
              <a:stCxn id="200" idx="3"/>
              <a:endCxn id="195" idx="1"/>
            </p:cNvCxnSpPr>
            <p:nvPr/>
          </p:nvCxnSpPr>
          <p:spPr bwMode="auto">
            <a:xfrm>
              <a:off x="1213" y="1068"/>
              <a:ext cx="237" cy="36"/>
            </a:xfrm>
            <a:prstGeom prst="straightConnector1">
              <a:avLst/>
            </a:prstGeom>
            <a:grpFill/>
            <a:ln w="12700">
              <a:solidFill>
                <a:schemeClr val="bg1">
                  <a:lumMod val="95000"/>
                </a:schemeClr>
              </a:solidFill>
              <a:round/>
              <a:headEnd/>
              <a:tailEnd type="triangle" w="sm" len="lg"/>
            </a:ln>
          </p:spPr>
        </p:cxnSp>
        <p:cxnSp>
          <p:nvCxnSpPr>
            <p:cNvPr id="218" name="AutoShape 38"/>
            <p:cNvCxnSpPr>
              <a:cxnSpLocks noChangeShapeType="1"/>
              <a:stCxn id="195" idx="3"/>
              <a:endCxn id="188" idx="1"/>
            </p:cNvCxnSpPr>
            <p:nvPr/>
          </p:nvCxnSpPr>
          <p:spPr bwMode="auto">
            <a:xfrm>
              <a:off x="1545" y="1104"/>
              <a:ext cx="214" cy="36"/>
            </a:xfrm>
            <a:prstGeom prst="straightConnector1">
              <a:avLst/>
            </a:prstGeom>
            <a:grpFill/>
            <a:ln w="12700">
              <a:solidFill>
                <a:schemeClr val="bg1">
                  <a:lumMod val="95000"/>
                </a:schemeClr>
              </a:solidFill>
              <a:round/>
              <a:headEnd/>
              <a:tailEnd type="triangle" w="sm" len="lg"/>
            </a:ln>
          </p:spPr>
        </p:cxnSp>
        <p:cxnSp>
          <p:nvCxnSpPr>
            <p:cNvPr id="219" name="AutoShape 39"/>
            <p:cNvCxnSpPr>
              <a:cxnSpLocks noChangeShapeType="1"/>
              <a:stCxn id="236" idx="3"/>
              <a:endCxn id="188" idx="1"/>
            </p:cNvCxnSpPr>
            <p:nvPr/>
          </p:nvCxnSpPr>
          <p:spPr bwMode="auto">
            <a:xfrm flipV="1">
              <a:off x="1688" y="1140"/>
              <a:ext cx="71" cy="186"/>
            </a:xfrm>
            <a:prstGeom prst="straightConnector1">
              <a:avLst/>
            </a:prstGeom>
            <a:grpFill/>
            <a:ln w="12700">
              <a:solidFill>
                <a:schemeClr val="bg1">
                  <a:lumMod val="95000"/>
                </a:schemeClr>
              </a:solidFill>
              <a:round/>
              <a:headEnd/>
              <a:tailEnd type="triangle" w="sm" len="lg"/>
            </a:ln>
          </p:spPr>
        </p:cxnSp>
        <p:cxnSp>
          <p:nvCxnSpPr>
            <p:cNvPr id="220" name="AutoShape 40"/>
            <p:cNvCxnSpPr>
              <a:cxnSpLocks noChangeShapeType="1"/>
              <a:stCxn id="186" idx="3"/>
              <a:endCxn id="198" idx="1"/>
            </p:cNvCxnSpPr>
            <p:nvPr/>
          </p:nvCxnSpPr>
          <p:spPr bwMode="auto">
            <a:xfrm>
              <a:off x="1688" y="1606"/>
              <a:ext cx="213" cy="35"/>
            </a:xfrm>
            <a:prstGeom prst="straightConnector1">
              <a:avLst/>
            </a:prstGeom>
            <a:grpFill/>
            <a:ln w="12700">
              <a:solidFill>
                <a:schemeClr val="bg1">
                  <a:lumMod val="95000"/>
                </a:schemeClr>
              </a:solidFill>
              <a:round/>
              <a:headEnd/>
              <a:tailEnd type="triangle" w="sm" len="lg"/>
            </a:ln>
          </p:spPr>
        </p:cxnSp>
        <p:cxnSp>
          <p:nvCxnSpPr>
            <p:cNvPr id="221" name="AutoShape 41"/>
            <p:cNvCxnSpPr>
              <a:cxnSpLocks noChangeShapeType="1"/>
              <a:stCxn id="188" idx="2"/>
              <a:endCxn id="193" idx="0"/>
            </p:cNvCxnSpPr>
            <p:nvPr/>
          </p:nvCxnSpPr>
          <p:spPr bwMode="auto">
            <a:xfrm flipH="1">
              <a:off x="1806" y="1213"/>
              <a:ext cx="59" cy="176"/>
            </a:xfrm>
            <a:prstGeom prst="straightConnector1">
              <a:avLst/>
            </a:prstGeom>
            <a:grpFill/>
            <a:ln w="12700">
              <a:solidFill>
                <a:schemeClr val="bg1">
                  <a:lumMod val="95000"/>
                </a:schemeClr>
              </a:solidFill>
              <a:round/>
              <a:headEnd/>
              <a:tailEnd type="triangle" w="sm" len="lg"/>
            </a:ln>
          </p:spPr>
        </p:cxnSp>
        <p:cxnSp>
          <p:nvCxnSpPr>
            <p:cNvPr id="222" name="AutoShape 42"/>
            <p:cNvCxnSpPr>
              <a:cxnSpLocks noChangeShapeType="1"/>
              <a:stCxn id="188" idx="3"/>
              <a:endCxn id="203" idx="1"/>
            </p:cNvCxnSpPr>
            <p:nvPr/>
          </p:nvCxnSpPr>
          <p:spPr bwMode="auto">
            <a:xfrm flipV="1">
              <a:off x="1972" y="1032"/>
              <a:ext cx="119" cy="108"/>
            </a:xfrm>
            <a:prstGeom prst="straightConnector1">
              <a:avLst/>
            </a:prstGeom>
            <a:grpFill/>
            <a:ln w="12700">
              <a:solidFill>
                <a:schemeClr val="bg1">
                  <a:lumMod val="95000"/>
                </a:schemeClr>
              </a:solidFill>
              <a:round/>
              <a:headEnd/>
              <a:tailEnd type="triangle" w="sm" len="lg"/>
            </a:ln>
          </p:spPr>
        </p:cxnSp>
        <p:cxnSp>
          <p:nvCxnSpPr>
            <p:cNvPr id="223" name="AutoShape 43"/>
            <p:cNvCxnSpPr>
              <a:cxnSpLocks noChangeShapeType="1"/>
              <a:stCxn id="203" idx="3"/>
              <a:endCxn id="196" idx="0"/>
            </p:cNvCxnSpPr>
            <p:nvPr/>
          </p:nvCxnSpPr>
          <p:spPr bwMode="auto">
            <a:xfrm>
              <a:off x="2186" y="1032"/>
              <a:ext cx="261" cy="35"/>
            </a:xfrm>
            <a:prstGeom prst="straightConnector1">
              <a:avLst/>
            </a:prstGeom>
            <a:grpFill/>
            <a:ln w="12700">
              <a:solidFill>
                <a:schemeClr val="bg1">
                  <a:lumMod val="95000"/>
                </a:schemeClr>
              </a:solidFill>
              <a:round/>
              <a:headEnd/>
              <a:tailEnd type="triangle" w="sm" len="lg"/>
            </a:ln>
          </p:spPr>
        </p:cxnSp>
        <p:cxnSp>
          <p:nvCxnSpPr>
            <p:cNvPr id="224" name="AutoShape 44"/>
            <p:cNvCxnSpPr>
              <a:cxnSpLocks noChangeShapeType="1"/>
              <a:stCxn id="202" idx="3"/>
              <a:endCxn id="189" idx="1"/>
            </p:cNvCxnSpPr>
            <p:nvPr/>
          </p:nvCxnSpPr>
          <p:spPr bwMode="auto">
            <a:xfrm>
              <a:off x="2162" y="1354"/>
              <a:ext cx="119" cy="96"/>
            </a:xfrm>
            <a:prstGeom prst="straightConnector1">
              <a:avLst/>
            </a:prstGeom>
            <a:grpFill/>
            <a:ln w="12700">
              <a:solidFill>
                <a:schemeClr val="bg1">
                  <a:lumMod val="95000"/>
                </a:schemeClr>
              </a:solidFill>
              <a:round/>
              <a:headEnd/>
              <a:tailEnd type="triangle" w="sm" len="lg"/>
            </a:ln>
          </p:spPr>
        </p:cxnSp>
        <p:cxnSp>
          <p:nvCxnSpPr>
            <p:cNvPr id="225" name="AutoShape 45"/>
            <p:cNvCxnSpPr>
              <a:cxnSpLocks noChangeShapeType="1"/>
              <a:stCxn id="198" idx="3"/>
              <a:endCxn id="202" idx="2"/>
            </p:cNvCxnSpPr>
            <p:nvPr/>
          </p:nvCxnSpPr>
          <p:spPr bwMode="auto">
            <a:xfrm flipV="1">
              <a:off x="1996" y="1392"/>
              <a:ext cx="118" cy="249"/>
            </a:xfrm>
            <a:prstGeom prst="straightConnector1">
              <a:avLst/>
            </a:prstGeom>
            <a:grpFill/>
            <a:ln w="12700">
              <a:solidFill>
                <a:schemeClr val="bg1">
                  <a:lumMod val="95000"/>
                </a:schemeClr>
              </a:solidFill>
              <a:round/>
              <a:headEnd/>
              <a:tailEnd type="triangle" w="sm" len="lg"/>
            </a:ln>
          </p:spPr>
        </p:cxnSp>
        <p:cxnSp>
          <p:nvCxnSpPr>
            <p:cNvPr id="226" name="AutoShape 46"/>
            <p:cNvCxnSpPr>
              <a:cxnSpLocks noChangeShapeType="1"/>
              <a:stCxn id="196" idx="2"/>
              <a:endCxn id="189" idx="0"/>
            </p:cNvCxnSpPr>
            <p:nvPr/>
          </p:nvCxnSpPr>
          <p:spPr bwMode="auto">
            <a:xfrm flipH="1">
              <a:off x="2340" y="1213"/>
              <a:ext cx="107" cy="176"/>
            </a:xfrm>
            <a:prstGeom prst="straightConnector1">
              <a:avLst/>
            </a:prstGeom>
            <a:grpFill/>
            <a:ln w="12700">
              <a:solidFill>
                <a:schemeClr val="bg1">
                  <a:lumMod val="95000"/>
                </a:schemeClr>
              </a:solidFill>
              <a:round/>
              <a:headEnd/>
              <a:tailEnd type="triangle" w="sm" len="lg"/>
            </a:ln>
          </p:spPr>
        </p:cxnSp>
        <p:cxnSp>
          <p:nvCxnSpPr>
            <p:cNvPr id="227" name="AutoShape 47"/>
            <p:cNvCxnSpPr>
              <a:cxnSpLocks noChangeShapeType="1"/>
              <a:stCxn id="204" idx="0"/>
              <a:endCxn id="189" idx="2"/>
            </p:cNvCxnSpPr>
            <p:nvPr/>
          </p:nvCxnSpPr>
          <p:spPr bwMode="auto">
            <a:xfrm flipV="1">
              <a:off x="2257" y="1511"/>
              <a:ext cx="83" cy="92"/>
            </a:xfrm>
            <a:prstGeom prst="straightConnector1">
              <a:avLst/>
            </a:prstGeom>
            <a:grpFill/>
            <a:ln w="12700">
              <a:solidFill>
                <a:schemeClr val="bg1">
                  <a:lumMod val="95000"/>
                </a:schemeClr>
              </a:solidFill>
              <a:round/>
              <a:headEnd/>
              <a:tailEnd type="triangle" w="sm" len="lg"/>
            </a:ln>
          </p:spPr>
        </p:cxnSp>
        <p:sp>
          <p:nvSpPr>
            <p:cNvPr id="228" name="Rectangle 48"/>
            <p:cNvSpPr>
              <a:spLocks noChangeArrowheads="1"/>
            </p:cNvSpPr>
            <p:nvPr/>
          </p:nvSpPr>
          <p:spPr bwMode="auto">
            <a:xfrm>
              <a:off x="2541" y="1389"/>
              <a:ext cx="119" cy="122"/>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cxnSp>
          <p:nvCxnSpPr>
            <p:cNvPr id="229" name="AutoShape 49"/>
            <p:cNvCxnSpPr>
              <a:cxnSpLocks noChangeShapeType="1"/>
              <a:stCxn id="189" idx="3"/>
              <a:endCxn id="228" idx="1"/>
            </p:cNvCxnSpPr>
            <p:nvPr/>
          </p:nvCxnSpPr>
          <p:spPr bwMode="auto">
            <a:xfrm>
              <a:off x="2399" y="1450"/>
              <a:ext cx="142" cy="0"/>
            </a:xfrm>
            <a:prstGeom prst="straightConnector1">
              <a:avLst/>
            </a:prstGeom>
            <a:grpFill/>
            <a:ln w="12700">
              <a:solidFill>
                <a:schemeClr val="bg1">
                  <a:lumMod val="95000"/>
                </a:schemeClr>
              </a:solidFill>
              <a:round/>
              <a:headEnd/>
              <a:tailEnd type="triangle" w="sm" len="lg"/>
            </a:ln>
          </p:spPr>
        </p:cxnSp>
        <p:cxnSp>
          <p:nvCxnSpPr>
            <p:cNvPr id="230" name="AutoShape 50"/>
            <p:cNvCxnSpPr>
              <a:cxnSpLocks noChangeShapeType="1"/>
              <a:stCxn id="196" idx="3"/>
              <a:endCxn id="228" idx="0"/>
            </p:cNvCxnSpPr>
            <p:nvPr/>
          </p:nvCxnSpPr>
          <p:spPr bwMode="auto">
            <a:xfrm>
              <a:off x="2518" y="1140"/>
              <a:ext cx="83" cy="249"/>
            </a:xfrm>
            <a:prstGeom prst="straightConnector1">
              <a:avLst/>
            </a:prstGeom>
            <a:grpFill/>
            <a:ln w="12700">
              <a:solidFill>
                <a:schemeClr val="bg1">
                  <a:lumMod val="95000"/>
                </a:schemeClr>
              </a:solidFill>
              <a:round/>
              <a:headEnd/>
              <a:tailEnd type="triangle" w="sm" len="lg"/>
            </a:ln>
          </p:spPr>
        </p:cxnSp>
        <p:cxnSp>
          <p:nvCxnSpPr>
            <p:cNvPr id="231" name="AutoShape 51"/>
            <p:cNvCxnSpPr>
              <a:cxnSpLocks noChangeShapeType="1"/>
              <a:stCxn id="204" idx="3"/>
              <a:endCxn id="228" idx="2"/>
            </p:cNvCxnSpPr>
            <p:nvPr/>
          </p:nvCxnSpPr>
          <p:spPr bwMode="auto">
            <a:xfrm flipV="1">
              <a:off x="2304" y="1511"/>
              <a:ext cx="297" cy="130"/>
            </a:xfrm>
            <a:prstGeom prst="straightConnector1">
              <a:avLst/>
            </a:prstGeom>
            <a:grpFill/>
            <a:ln w="12700">
              <a:solidFill>
                <a:schemeClr val="bg1">
                  <a:lumMod val="95000"/>
                </a:schemeClr>
              </a:solidFill>
              <a:round/>
              <a:headEnd/>
              <a:tailEnd type="triangle" w="sm" len="lg"/>
            </a:ln>
          </p:spPr>
        </p:cxnSp>
        <p:cxnSp>
          <p:nvCxnSpPr>
            <p:cNvPr id="232" name="AutoShape 52"/>
            <p:cNvCxnSpPr>
              <a:cxnSpLocks noChangeShapeType="1"/>
              <a:stCxn id="190" idx="3"/>
              <a:endCxn id="187" idx="1"/>
            </p:cNvCxnSpPr>
            <p:nvPr/>
          </p:nvCxnSpPr>
          <p:spPr bwMode="auto">
            <a:xfrm flipV="1">
              <a:off x="810" y="1284"/>
              <a:ext cx="237" cy="106"/>
            </a:xfrm>
            <a:prstGeom prst="straightConnector1">
              <a:avLst/>
            </a:prstGeom>
            <a:grpFill/>
            <a:ln w="12700">
              <a:solidFill>
                <a:schemeClr val="bg1">
                  <a:lumMod val="95000"/>
                </a:schemeClr>
              </a:solidFill>
              <a:round/>
              <a:headEnd/>
              <a:tailEnd type="triangle" w="sm" len="lg"/>
            </a:ln>
          </p:spPr>
        </p:cxnSp>
        <p:cxnSp>
          <p:nvCxnSpPr>
            <p:cNvPr id="233" name="AutoShape 53"/>
            <p:cNvCxnSpPr>
              <a:cxnSpLocks noChangeShapeType="1"/>
              <a:stCxn id="199" idx="3"/>
              <a:endCxn id="236" idx="1"/>
            </p:cNvCxnSpPr>
            <p:nvPr/>
          </p:nvCxnSpPr>
          <p:spPr bwMode="auto">
            <a:xfrm flipV="1">
              <a:off x="1474" y="1326"/>
              <a:ext cx="119" cy="64"/>
            </a:xfrm>
            <a:prstGeom prst="straightConnector1">
              <a:avLst/>
            </a:prstGeom>
            <a:grpFill/>
            <a:ln w="12700">
              <a:solidFill>
                <a:schemeClr val="bg1">
                  <a:lumMod val="95000"/>
                </a:schemeClr>
              </a:solidFill>
              <a:round/>
              <a:headEnd/>
              <a:tailEnd type="triangle" w="sm" len="lg"/>
            </a:ln>
          </p:spPr>
        </p:cxnSp>
        <p:cxnSp>
          <p:nvCxnSpPr>
            <p:cNvPr id="234" name="AutoShape 54"/>
            <p:cNvCxnSpPr>
              <a:cxnSpLocks noChangeShapeType="1"/>
              <a:stCxn id="193" idx="3"/>
              <a:endCxn id="202" idx="1"/>
            </p:cNvCxnSpPr>
            <p:nvPr/>
          </p:nvCxnSpPr>
          <p:spPr bwMode="auto">
            <a:xfrm flipV="1">
              <a:off x="1854" y="1354"/>
              <a:ext cx="213" cy="108"/>
            </a:xfrm>
            <a:prstGeom prst="straightConnector1">
              <a:avLst/>
            </a:prstGeom>
            <a:grpFill/>
            <a:ln w="12700">
              <a:solidFill>
                <a:schemeClr val="bg1">
                  <a:lumMod val="95000"/>
                </a:schemeClr>
              </a:solidFill>
              <a:round/>
              <a:headEnd/>
              <a:tailEnd type="triangle" w="sm" len="lg"/>
            </a:ln>
          </p:spPr>
        </p:cxnSp>
        <p:cxnSp>
          <p:nvCxnSpPr>
            <p:cNvPr id="235" name="AutoShape 55"/>
            <p:cNvCxnSpPr>
              <a:cxnSpLocks noChangeShapeType="1"/>
              <a:stCxn id="236" idx="2"/>
              <a:endCxn id="193" idx="1"/>
            </p:cNvCxnSpPr>
            <p:nvPr/>
          </p:nvCxnSpPr>
          <p:spPr bwMode="auto">
            <a:xfrm>
              <a:off x="1640" y="1371"/>
              <a:ext cx="119" cy="91"/>
            </a:xfrm>
            <a:prstGeom prst="straightConnector1">
              <a:avLst/>
            </a:prstGeom>
            <a:grpFill/>
            <a:ln w="12700">
              <a:solidFill>
                <a:schemeClr val="bg1">
                  <a:lumMod val="95000"/>
                </a:schemeClr>
              </a:solidFill>
              <a:round/>
              <a:headEnd/>
              <a:tailEnd type="triangle" w="sm" len="lg"/>
            </a:ln>
          </p:spPr>
        </p:cxnSp>
        <p:sp>
          <p:nvSpPr>
            <p:cNvPr id="236" name="Rectangle 56"/>
            <p:cNvSpPr>
              <a:spLocks noChangeArrowheads="1"/>
            </p:cNvSpPr>
            <p:nvPr/>
          </p:nvSpPr>
          <p:spPr bwMode="auto">
            <a:xfrm>
              <a:off x="1593" y="1281"/>
              <a:ext cx="95" cy="90"/>
            </a:xfrm>
            <a:prstGeom prst="rect">
              <a:avLst/>
            </a:prstGeom>
            <a:grpFill/>
            <a:ln w="12700">
              <a:solidFill>
                <a:schemeClr val="bg1">
                  <a:lumMod val="95000"/>
                </a:schemeClr>
              </a:solidFill>
              <a:miter lim="800000"/>
              <a:headEnd/>
              <a:tailEnd/>
            </a:ln>
          </p:spPr>
          <p:txBody>
            <a:bodyPr wrap="none" anchor="ctr"/>
            <a:lstStyle/>
            <a:p>
              <a:pPr algn="ctr"/>
              <a:endParaRPr lang="pt-BR" sz="2400">
                <a:latin typeface="Lato" pitchFamily="34" charset="0"/>
              </a:endParaRPr>
            </a:p>
          </p:txBody>
        </p:sp>
      </p:grpSp>
      <p:sp>
        <p:nvSpPr>
          <p:cNvPr id="239" name="Text Box 223"/>
          <p:cNvSpPr txBox="1">
            <a:spLocks noChangeArrowheads="1"/>
          </p:cNvSpPr>
          <p:nvPr/>
        </p:nvSpPr>
        <p:spPr bwMode="auto">
          <a:xfrm>
            <a:off x="7536160" y="5061182"/>
            <a:ext cx="4128459" cy="1231299"/>
          </a:xfrm>
          <a:prstGeom prst="rect">
            <a:avLst/>
          </a:prstGeom>
          <a:noFill/>
          <a:ln w="3175">
            <a:noFill/>
            <a:miter lim="800000"/>
            <a:headEnd/>
            <a:tailEnd/>
          </a:ln>
        </p:spPr>
        <p:txBody>
          <a:bodyPr wrap="square" lIns="96000" tIns="0" rIns="96000" bIns="0">
            <a:spAutoFit/>
          </a:bodyPr>
          <a:lstStyle/>
          <a:p>
            <a:pPr algn="ctr"/>
            <a:r>
              <a:rPr lang="pt-BR" sz="2667" dirty="0">
                <a:solidFill>
                  <a:srgbClr val="595959"/>
                </a:solidFill>
                <a:latin typeface="Lato" pitchFamily="34" charset="0"/>
              </a:rPr>
              <a:t>Projetos derivados de um modelo de referência específico da empresa 1</a:t>
            </a:r>
          </a:p>
        </p:txBody>
      </p:sp>
      <p:sp>
        <p:nvSpPr>
          <p:cNvPr id="298" name="Retângulo 297"/>
          <p:cNvSpPr/>
          <p:nvPr/>
        </p:nvSpPr>
        <p:spPr>
          <a:xfrm>
            <a:off x="3442375" y="3534358"/>
            <a:ext cx="1885540" cy="480052"/>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a:latin typeface="Lato" pitchFamily="34" charset="0"/>
              </a:rPr>
              <a:t>Empresa 2</a:t>
            </a:r>
          </a:p>
        </p:txBody>
      </p:sp>
      <p:sp>
        <p:nvSpPr>
          <p:cNvPr id="299" name="Retângulo 298"/>
          <p:cNvSpPr/>
          <p:nvPr/>
        </p:nvSpPr>
        <p:spPr>
          <a:xfrm>
            <a:off x="5711957" y="3540845"/>
            <a:ext cx="1916473" cy="480052"/>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a:latin typeface="Lato" pitchFamily="34" charset="0"/>
              </a:rPr>
              <a:t>Empresa 3</a:t>
            </a:r>
          </a:p>
        </p:txBody>
      </p:sp>
      <p:sp>
        <p:nvSpPr>
          <p:cNvPr id="300" name="Retângulo 299"/>
          <p:cNvSpPr/>
          <p:nvPr/>
        </p:nvSpPr>
        <p:spPr>
          <a:xfrm>
            <a:off x="8306323" y="3525011"/>
            <a:ext cx="1998315" cy="480052"/>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a:latin typeface="Lato" pitchFamily="34" charset="0"/>
              </a:rPr>
              <a:t>Empresa 4</a:t>
            </a:r>
          </a:p>
        </p:txBody>
      </p:sp>
      <p:sp>
        <p:nvSpPr>
          <p:cNvPr id="303" name="Text Box 359"/>
          <p:cNvSpPr txBox="1">
            <a:spLocks noChangeArrowheads="1"/>
          </p:cNvSpPr>
          <p:nvPr/>
        </p:nvSpPr>
        <p:spPr bwMode="auto">
          <a:xfrm>
            <a:off x="3109036" y="3044958"/>
            <a:ext cx="5390810" cy="410433"/>
          </a:xfrm>
          <a:prstGeom prst="rect">
            <a:avLst/>
          </a:prstGeom>
          <a:solidFill>
            <a:srgbClr val="4D4D4D"/>
          </a:solidFill>
          <a:ln w="3175">
            <a:noFill/>
            <a:miter lim="800000"/>
            <a:headEnd/>
            <a:tailEnd/>
          </a:ln>
        </p:spPr>
        <p:txBody>
          <a:bodyPr wrap="none" lIns="96000" tIns="0" rIns="96000" bIns="0">
            <a:spAutoFit/>
          </a:bodyPr>
          <a:lstStyle/>
          <a:p>
            <a:pPr algn="ctr"/>
            <a:r>
              <a:rPr lang="pt-BR" sz="2667" dirty="0">
                <a:solidFill>
                  <a:schemeClr val="bg1"/>
                </a:solidFill>
                <a:latin typeface="Lato" pitchFamily="34" charset="0"/>
              </a:rPr>
              <a:t>Modelos de referência específicos</a:t>
            </a:r>
          </a:p>
        </p:txBody>
      </p:sp>
      <p:grpSp>
        <p:nvGrpSpPr>
          <p:cNvPr id="184" name="Group 339"/>
          <p:cNvGrpSpPr>
            <a:grpSpLocks/>
          </p:cNvGrpSpPr>
          <p:nvPr/>
        </p:nvGrpSpPr>
        <p:grpSpPr bwMode="auto">
          <a:xfrm>
            <a:off x="8592278" y="4008507"/>
            <a:ext cx="1344149" cy="698656"/>
            <a:chOff x="4388" y="3656"/>
            <a:chExt cx="815" cy="444"/>
          </a:xfrm>
          <a:solidFill>
            <a:schemeClr val="accent3">
              <a:lumMod val="75000"/>
            </a:schemeClr>
          </a:solidFill>
        </p:grpSpPr>
        <p:sp>
          <p:nvSpPr>
            <p:cNvPr id="305" name="Rectangle 340"/>
            <p:cNvSpPr>
              <a:spLocks noChangeArrowheads="1"/>
            </p:cNvSpPr>
            <p:nvPr/>
          </p:nvSpPr>
          <p:spPr bwMode="auto">
            <a:xfrm>
              <a:off x="4388" y="3751"/>
              <a:ext cx="815" cy="235"/>
            </a:xfrm>
            <a:prstGeom prst="rect">
              <a:avLst/>
            </a:prstGeom>
            <a:solidFill>
              <a:srgbClr val="990000"/>
            </a:solidFill>
            <a:ln w="3175">
              <a:solidFill>
                <a:schemeClr val="bg1">
                  <a:lumMod val="95000"/>
                </a:schemeClr>
              </a:solidFill>
              <a:miter lim="800000"/>
              <a:headEnd/>
              <a:tailEnd/>
            </a:ln>
          </p:spPr>
          <p:txBody>
            <a:bodyPr lIns="96000" tIns="0" rIns="96000" bIns="0" anchor="ctr">
              <a:spAutoFit/>
            </a:bodyPr>
            <a:lstStyle/>
            <a:p>
              <a:pPr algn="ctr"/>
              <a:endParaRPr lang="pt-BR" sz="2400"/>
            </a:p>
          </p:txBody>
        </p:sp>
        <p:sp>
          <p:nvSpPr>
            <p:cNvPr id="306" name="Rectangle 341"/>
            <p:cNvSpPr>
              <a:spLocks noChangeArrowheads="1"/>
            </p:cNvSpPr>
            <p:nvPr/>
          </p:nvSpPr>
          <p:spPr bwMode="auto">
            <a:xfrm>
              <a:off x="5038" y="3801"/>
              <a:ext cx="122" cy="94"/>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07" name="Rectangle 342"/>
            <p:cNvSpPr>
              <a:spLocks noChangeArrowheads="1"/>
            </p:cNvSpPr>
            <p:nvPr/>
          </p:nvSpPr>
          <p:spPr bwMode="auto">
            <a:xfrm>
              <a:off x="4752" y="3892"/>
              <a:ext cx="82" cy="48"/>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08" name="Rectangle 343"/>
            <p:cNvSpPr>
              <a:spLocks noChangeArrowheads="1"/>
            </p:cNvSpPr>
            <p:nvPr/>
          </p:nvSpPr>
          <p:spPr bwMode="auto">
            <a:xfrm>
              <a:off x="4426" y="3710"/>
              <a:ext cx="122" cy="94"/>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09" name="Rectangle 344"/>
            <p:cNvSpPr>
              <a:spLocks noChangeArrowheads="1"/>
            </p:cNvSpPr>
            <p:nvPr/>
          </p:nvSpPr>
          <p:spPr bwMode="auto">
            <a:xfrm>
              <a:off x="4895" y="3984"/>
              <a:ext cx="184" cy="94"/>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10" name="Rectangle 345"/>
            <p:cNvSpPr>
              <a:spLocks noChangeArrowheads="1"/>
            </p:cNvSpPr>
            <p:nvPr/>
          </p:nvSpPr>
          <p:spPr bwMode="auto">
            <a:xfrm>
              <a:off x="4834" y="3665"/>
              <a:ext cx="119" cy="18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11" name="Rectangle 346"/>
            <p:cNvSpPr>
              <a:spLocks noChangeArrowheads="1"/>
            </p:cNvSpPr>
            <p:nvPr/>
          </p:nvSpPr>
          <p:spPr bwMode="auto">
            <a:xfrm>
              <a:off x="5099" y="3688"/>
              <a:ext cx="82" cy="47"/>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cxnSp>
          <p:nvCxnSpPr>
            <p:cNvPr id="312" name="AutoShape 347"/>
            <p:cNvCxnSpPr>
              <a:cxnSpLocks noChangeShapeType="1"/>
              <a:stCxn id="308" idx="3"/>
              <a:endCxn id="310" idx="1"/>
            </p:cNvCxnSpPr>
            <p:nvPr/>
          </p:nvCxnSpPr>
          <p:spPr bwMode="auto">
            <a:xfrm>
              <a:off x="4548" y="3757"/>
              <a:ext cx="286" cy="0"/>
            </a:xfrm>
            <a:prstGeom prst="straightConnector1">
              <a:avLst/>
            </a:prstGeom>
            <a:grpFill/>
            <a:ln w="12700">
              <a:solidFill>
                <a:schemeClr val="bg1">
                  <a:lumMod val="95000"/>
                </a:schemeClr>
              </a:solidFill>
              <a:round/>
              <a:headEnd/>
              <a:tailEnd type="triangle" w="sm" len="lg"/>
            </a:ln>
          </p:spPr>
        </p:cxnSp>
        <p:cxnSp>
          <p:nvCxnSpPr>
            <p:cNvPr id="313" name="AutoShape 348"/>
            <p:cNvCxnSpPr>
              <a:cxnSpLocks noChangeShapeType="1"/>
              <a:endCxn id="307" idx="1"/>
            </p:cNvCxnSpPr>
            <p:nvPr/>
          </p:nvCxnSpPr>
          <p:spPr bwMode="auto">
            <a:xfrm flipV="1">
              <a:off x="4589" y="3917"/>
              <a:ext cx="163" cy="91"/>
            </a:xfrm>
            <a:prstGeom prst="straightConnector1">
              <a:avLst/>
            </a:prstGeom>
            <a:grpFill/>
            <a:ln w="12700">
              <a:solidFill>
                <a:schemeClr val="bg1">
                  <a:lumMod val="95000"/>
                </a:schemeClr>
              </a:solidFill>
              <a:round/>
              <a:headEnd/>
              <a:tailEnd type="triangle" w="sm" len="lg"/>
            </a:ln>
          </p:spPr>
        </p:cxnSp>
        <p:cxnSp>
          <p:nvCxnSpPr>
            <p:cNvPr id="314" name="AutoShape 349"/>
            <p:cNvCxnSpPr>
              <a:cxnSpLocks noChangeShapeType="1"/>
              <a:stCxn id="307" idx="2"/>
              <a:endCxn id="309" idx="1"/>
            </p:cNvCxnSpPr>
            <p:nvPr/>
          </p:nvCxnSpPr>
          <p:spPr bwMode="auto">
            <a:xfrm>
              <a:off x="4793" y="3940"/>
              <a:ext cx="102" cy="91"/>
            </a:xfrm>
            <a:prstGeom prst="straightConnector1">
              <a:avLst/>
            </a:prstGeom>
            <a:grpFill/>
            <a:ln w="12700">
              <a:solidFill>
                <a:schemeClr val="bg1">
                  <a:lumMod val="95000"/>
                </a:schemeClr>
              </a:solidFill>
              <a:round/>
              <a:headEnd/>
              <a:tailEnd type="triangle" w="sm" len="lg"/>
            </a:ln>
          </p:spPr>
        </p:cxnSp>
        <p:cxnSp>
          <p:nvCxnSpPr>
            <p:cNvPr id="315" name="AutoShape 350"/>
            <p:cNvCxnSpPr>
              <a:cxnSpLocks noChangeShapeType="1"/>
              <a:stCxn id="307" idx="0"/>
              <a:endCxn id="310" idx="2"/>
            </p:cNvCxnSpPr>
            <p:nvPr/>
          </p:nvCxnSpPr>
          <p:spPr bwMode="auto">
            <a:xfrm flipV="1">
              <a:off x="4793" y="3848"/>
              <a:ext cx="101" cy="44"/>
            </a:xfrm>
            <a:prstGeom prst="straightConnector1">
              <a:avLst/>
            </a:prstGeom>
            <a:grpFill/>
            <a:ln w="12700">
              <a:solidFill>
                <a:schemeClr val="bg1">
                  <a:lumMod val="95000"/>
                </a:schemeClr>
              </a:solidFill>
              <a:round/>
              <a:headEnd/>
              <a:tailEnd type="triangle" w="sm" len="lg"/>
            </a:ln>
          </p:spPr>
        </p:cxnSp>
        <p:cxnSp>
          <p:nvCxnSpPr>
            <p:cNvPr id="316" name="AutoShape 351"/>
            <p:cNvCxnSpPr>
              <a:cxnSpLocks noChangeShapeType="1"/>
              <a:stCxn id="309" idx="0"/>
              <a:endCxn id="306" idx="2"/>
            </p:cNvCxnSpPr>
            <p:nvPr/>
          </p:nvCxnSpPr>
          <p:spPr bwMode="auto">
            <a:xfrm flipV="1">
              <a:off x="4987" y="3895"/>
              <a:ext cx="112" cy="89"/>
            </a:xfrm>
            <a:prstGeom prst="straightConnector1">
              <a:avLst/>
            </a:prstGeom>
            <a:grpFill/>
            <a:ln w="12700">
              <a:solidFill>
                <a:schemeClr val="bg1">
                  <a:lumMod val="95000"/>
                </a:schemeClr>
              </a:solidFill>
              <a:round/>
              <a:headEnd/>
              <a:tailEnd type="triangle" w="sm" len="lg"/>
            </a:ln>
          </p:spPr>
        </p:cxnSp>
        <p:cxnSp>
          <p:nvCxnSpPr>
            <p:cNvPr id="317" name="AutoShape 352"/>
            <p:cNvCxnSpPr>
              <a:cxnSpLocks noChangeShapeType="1"/>
              <a:stCxn id="307" idx="3"/>
              <a:endCxn id="306" idx="1"/>
            </p:cNvCxnSpPr>
            <p:nvPr/>
          </p:nvCxnSpPr>
          <p:spPr bwMode="auto">
            <a:xfrm flipV="1">
              <a:off x="4834" y="3848"/>
              <a:ext cx="204" cy="69"/>
            </a:xfrm>
            <a:prstGeom prst="straightConnector1">
              <a:avLst/>
            </a:prstGeom>
            <a:grpFill/>
            <a:ln w="12700">
              <a:solidFill>
                <a:schemeClr val="bg1">
                  <a:lumMod val="95000"/>
                </a:schemeClr>
              </a:solidFill>
              <a:round/>
              <a:headEnd/>
              <a:tailEnd type="triangle" w="sm" len="lg"/>
            </a:ln>
          </p:spPr>
        </p:cxnSp>
        <p:sp>
          <p:nvSpPr>
            <p:cNvPr id="318" name="Rectangle 353"/>
            <p:cNvSpPr>
              <a:spLocks noChangeArrowheads="1"/>
            </p:cNvSpPr>
            <p:nvPr/>
          </p:nvSpPr>
          <p:spPr bwMode="auto">
            <a:xfrm>
              <a:off x="4930" y="3761"/>
              <a:ext cx="119" cy="18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19" name="Rectangle 354"/>
            <p:cNvSpPr>
              <a:spLocks noChangeArrowheads="1"/>
            </p:cNvSpPr>
            <p:nvPr/>
          </p:nvSpPr>
          <p:spPr bwMode="auto">
            <a:xfrm>
              <a:off x="4435" y="3917"/>
              <a:ext cx="119" cy="18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20" name="Rectangle 355"/>
            <p:cNvSpPr>
              <a:spLocks noChangeArrowheads="1"/>
            </p:cNvSpPr>
            <p:nvPr/>
          </p:nvSpPr>
          <p:spPr bwMode="auto">
            <a:xfrm>
              <a:off x="4522" y="3806"/>
              <a:ext cx="122" cy="94"/>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21" name="Rectangle 356"/>
            <p:cNvSpPr>
              <a:spLocks noChangeArrowheads="1"/>
            </p:cNvSpPr>
            <p:nvPr/>
          </p:nvSpPr>
          <p:spPr bwMode="auto">
            <a:xfrm>
              <a:off x="4618" y="3902"/>
              <a:ext cx="122" cy="94"/>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22" name="Rectangle 357"/>
            <p:cNvSpPr>
              <a:spLocks noChangeArrowheads="1"/>
            </p:cNvSpPr>
            <p:nvPr/>
          </p:nvSpPr>
          <p:spPr bwMode="auto">
            <a:xfrm>
              <a:off x="4683" y="3656"/>
              <a:ext cx="119" cy="18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23" name="Rectangle 358"/>
            <p:cNvSpPr>
              <a:spLocks noChangeArrowheads="1"/>
            </p:cNvSpPr>
            <p:nvPr/>
          </p:nvSpPr>
          <p:spPr bwMode="auto">
            <a:xfrm>
              <a:off x="4714" y="3998"/>
              <a:ext cx="122" cy="94"/>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grpSp>
      <p:grpSp>
        <p:nvGrpSpPr>
          <p:cNvPr id="238" name="Group 318"/>
          <p:cNvGrpSpPr>
            <a:grpSpLocks/>
          </p:cNvGrpSpPr>
          <p:nvPr/>
        </p:nvGrpSpPr>
        <p:grpSpPr bwMode="auto">
          <a:xfrm>
            <a:off x="5711957" y="4060505"/>
            <a:ext cx="1872827" cy="563416"/>
            <a:chOff x="4245" y="3748"/>
            <a:chExt cx="942" cy="420"/>
          </a:xfrm>
          <a:solidFill>
            <a:schemeClr val="accent3">
              <a:lumMod val="75000"/>
            </a:schemeClr>
          </a:solidFill>
        </p:grpSpPr>
        <p:sp>
          <p:nvSpPr>
            <p:cNvPr id="346" name="Rectangle 319"/>
            <p:cNvSpPr>
              <a:spLocks noChangeArrowheads="1"/>
            </p:cNvSpPr>
            <p:nvPr/>
          </p:nvSpPr>
          <p:spPr bwMode="auto">
            <a:xfrm>
              <a:off x="4245" y="3821"/>
              <a:ext cx="942" cy="275"/>
            </a:xfrm>
            <a:prstGeom prst="rect">
              <a:avLst/>
            </a:prstGeom>
            <a:solidFill>
              <a:srgbClr val="990000"/>
            </a:solidFill>
            <a:ln w="3175">
              <a:solidFill>
                <a:schemeClr val="bg1">
                  <a:lumMod val="95000"/>
                </a:schemeClr>
              </a:solidFill>
              <a:miter lim="800000"/>
              <a:headEnd/>
              <a:tailEnd/>
            </a:ln>
          </p:spPr>
          <p:txBody>
            <a:bodyPr lIns="96000" tIns="0" rIns="96000" bIns="0" anchor="ctr">
              <a:spAutoFit/>
            </a:bodyPr>
            <a:lstStyle/>
            <a:p>
              <a:pPr algn="ctr"/>
              <a:endParaRPr lang="pt-BR" sz="2400"/>
            </a:p>
          </p:txBody>
        </p:sp>
        <p:sp>
          <p:nvSpPr>
            <p:cNvPr id="347" name="Rectangle 320"/>
            <p:cNvSpPr>
              <a:spLocks noChangeArrowheads="1"/>
            </p:cNvSpPr>
            <p:nvPr/>
          </p:nvSpPr>
          <p:spPr bwMode="auto">
            <a:xfrm>
              <a:off x="4895" y="3891"/>
              <a:ext cx="122" cy="94"/>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48" name="Rectangle 321"/>
            <p:cNvSpPr>
              <a:spLocks noChangeArrowheads="1"/>
            </p:cNvSpPr>
            <p:nvPr/>
          </p:nvSpPr>
          <p:spPr bwMode="auto">
            <a:xfrm>
              <a:off x="4609" y="3982"/>
              <a:ext cx="82" cy="48"/>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49" name="Rectangle 322"/>
            <p:cNvSpPr>
              <a:spLocks noChangeArrowheads="1"/>
            </p:cNvSpPr>
            <p:nvPr/>
          </p:nvSpPr>
          <p:spPr bwMode="auto">
            <a:xfrm>
              <a:off x="4274" y="4022"/>
              <a:ext cx="172" cy="138"/>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50" name="Rectangle 323"/>
            <p:cNvSpPr>
              <a:spLocks noChangeArrowheads="1"/>
            </p:cNvSpPr>
            <p:nvPr/>
          </p:nvSpPr>
          <p:spPr bwMode="auto">
            <a:xfrm>
              <a:off x="4283" y="3800"/>
              <a:ext cx="122" cy="94"/>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51" name="Rectangle 324"/>
            <p:cNvSpPr>
              <a:spLocks noChangeArrowheads="1"/>
            </p:cNvSpPr>
            <p:nvPr/>
          </p:nvSpPr>
          <p:spPr bwMode="auto">
            <a:xfrm>
              <a:off x="4752" y="4074"/>
              <a:ext cx="184" cy="94"/>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52" name="Rectangle 325"/>
            <p:cNvSpPr>
              <a:spLocks noChangeArrowheads="1"/>
            </p:cNvSpPr>
            <p:nvPr/>
          </p:nvSpPr>
          <p:spPr bwMode="auto">
            <a:xfrm>
              <a:off x="4489" y="3748"/>
              <a:ext cx="283" cy="100"/>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53" name="Rectangle 326"/>
            <p:cNvSpPr>
              <a:spLocks noChangeArrowheads="1"/>
            </p:cNvSpPr>
            <p:nvPr/>
          </p:nvSpPr>
          <p:spPr bwMode="auto">
            <a:xfrm>
              <a:off x="4956" y="3778"/>
              <a:ext cx="150" cy="92"/>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cxnSp>
          <p:nvCxnSpPr>
            <p:cNvPr id="354" name="AutoShape 327"/>
            <p:cNvCxnSpPr>
              <a:cxnSpLocks noChangeShapeType="1"/>
              <a:stCxn id="350" idx="3"/>
              <a:endCxn id="352" idx="1"/>
            </p:cNvCxnSpPr>
            <p:nvPr/>
          </p:nvCxnSpPr>
          <p:spPr bwMode="auto">
            <a:xfrm flipV="1">
              <a:off x="4405" y="3798"/>
              <a:ext cx="84" cy="49"/>
            </a:xfrm>
            <a:prstGeom prst="straightConnector1">
              <a:avLst/>
            </a:prstGeom>
            <a:grpFill/>
            <a:ln w="12700">
              <a:solidFill>
                <a:schemeClr val="bg1">
                  <a:lumMod val="95000"/>
                </a:schemeClr>
              </a:solidFill>
              <a:round/>
              <a:headEnd/>
              <a:tailEnd type="triangle" w="sm" len="lg"/>
            </a:ln>
          </p:spPr>
        </p:cxnSp>
        <p:cxnSp>
          <p:nvCxnSpPr>
            <p:cNvPr id="355" name="AutoShape 328"/>
            <p:cNvCxnSpPr>
              <a:cxnSpLocks noChangeShapeType="1"/>
              <a:stCxn id="349" idx="3"/>
              <a:endCxn id="348" idx="1"/>
            </p:cNvCxnSpPr>
            <p:nvPr/>
          </p:nvCxnSpPr>
          <p:spPr bwMode="auto">
            <a:xfrm flipV="1">
              <a:off x="4446" y="4006"/>
              <a:ext cx="163" cy="85"/>
            </a:xfrm>
            <a:prstGeom prst="straightConnector1">
              <a:avLst/>
            </a:prstGeom>
            <a:grpFill/>
            <a:ln w="12700">
              <a:solidFill>
                <a:schemeClr val="bg1">
                  <a:lumMod val="95000"/>
                </a:schemeClr>
              </a:solidFill>
              <a:round/>
              <a:headEnd/>
              <a:tailEnd type="triangle" w="sm" len="lg"/>
            </a:ln>
          </p:spPr>
        </p:cxnSp>
        <p:cxnSp>
          <p:nvCxnSpPr>
            <p:cNvPr id="356" name="AutoShape 329"/>
            <p:cNvCxnSpPr>
              <a:cxnSpLocks noChangeShapeType="1"/>
              <a:stCxn id="348" idx="2"/>
              <a:endCxn id="351" idx="1"/>
            </p:cNvCxnSpPr>
            <p:nvPr/>
          </p:nvCxnSpPr>
          <p:spPr bwMode="auto">
            <a:xfrm>
              <a:off x="4650" y="4030"/>
              <a:ext cx="102" cy="91"/>
            </a:xfrm>
            <a:prstGeom prst="straightConnector1">
              <a:avLst/>
            </a:prstGeom>
            <a:grpFill/>
            <a:ln w="12700">
              <a:solidFill>
                <a:schemeClr val="bg1">
                  <a:lumMod val="95000"/>
                </a:schemeClr>
              </a:solidFill>
              <a:round/>
              <a:headEnd/>
              <a:tailEnd type="triangle" w="sm" len="lg"/>
            </a:ln>
          </p:spPr>
        </p:cxnSp>
        <p:cxnSp>
          <p:nvCxnSpPr>
            <p:cNvPr id="357" name="AutoShape 330"/>
            <p:cNvCxnSpPr>
              <a:cxnSpLocks noChangeShapeType="1"/>
              <a:stCxn id="348" idx="0"/>
              <a:endCxn id="352" idx="2"/>
            </p:cNvCxnSpPr>
            <p:nvPr/>
          </p:nvCxnSpPr>
          <p:spPr bwMode="auto">
            <a:xfrm flipH="1" flipV="1">
              <a:off x="4631" y="3848"/>
              <a:ext cx="19" cy="134"/>
            </a:xfrm>
            <a:prstGeom prst="straightConnector1">
              <a:avLst/>
            </a:prstGeom>
            <a:grpFill/>
            <a:ln w="12700">
              <a:solidFill>
                <a:schemeClr val="bg1">
                  <a:lumMod val="95000"/>
                </a:schemeClr>
              </a:solidFill>
              <a:round/>
              <a:headEnd/>
              <a:tailEnd type="triangle" w="sm" len="lg"/>
            </a:ln>
          </p:spPr>
        </p:cxnSp>
        <p:cxnSp>
          <p:nvCxnSpPr>
            <p:cNvPr id="358" name="AutoShape 331"/>
            <p:cNvCxnSpPr>
              <a:cxnSpLocks noChangeShapeType="1"/>
              <a:stCxn id="352" idx="3"/>
              <a:endCxn id="353" idx="1"/>
            </p:cNvCxnSpPr>
            <p:nvPr/>
          </p:nvCxnSpPr>
          <p:spPr bwMode="auto">
            <a:xfrm>
              <a:off x="4772" y="3798"/>
              <a:ext cx="184" cy="26"/>
            </a:xfrm>
            <a:prstGeom prst="straightConnector1">
              <a:avLst/>
            </a:prstGeom>
            <a:grpFill/>
            <a:ln w="12700">
              <a:solidFill>
                <a:schemeClr val="bg1">
                  <a:lumMod val="95000"/>
                </a:schemeClr>
              </a:solidFill>
              <a:round/>
              <a:headEnd/>
              <a:tailEnd type="triangle" w="sm" len="lg"/>
            </a:ln>
          </p:spPr>
        </p:cxnSp>
        <p:cxnSp>
          <p:nvCxnSpPr>
            <p:cNvPr id="359" name="AutoShape 332"/>
            <p:cNvCxnSpPr>
              <a:cxnSpLocks noChangeShapeType="1"/>
              <a:stCxn id="351" idx="0"/>
              <a:endCxn id="347" idx="2"/>
            </p:cNvCxnSpPr>
            <p:nvPr/>
          </p:nvCxnSpPr>
          <p:spPr bwMode="auto">
            <a:xfrm flipV="1">
              <a:off x="4844" y="3985"/>
              <a:ext cx="112" cy="89"/>
            </a:xfrm>
            <a:prstGeom prst="straightConnector1">
              <a:avLst/>
            </a:prstGeom>
            <a:grpFill/>
            <a:ln w="12700">
              <a:solidFill>
                <a:schemeClr val="bg1">
                  <a:lumMod val="95000"/>
                </a:schemeClr>
              </a:solidFill>
              <a:round/>
              <a:headEnd/>
              <a:tailEnd type="triangle" w="sm" len="lg"/>
            </a:ln>
          </p:spPr>
        </p:cxnSp>
        <p:cxnSp>
          <p:nvCxnSpPr>
            <p:cNvPr id="360" name="AutoShape 333"/>
            <p:cNvCxnSpPr>
              <a:cxnSpLocks noChangeShapeType="1"/>
              <a:stCxn id="351" idx="3"/>
            </p:cNvCxnSpPr>
            <p:nvPr/>
          </p:nvCxnSpPr>
          <p:spPr bwMode="auto">
            <a:xfrm>
              <a:off x="4936" y="4121"/>
              <a:ext cx="143" cy="45"/>
            </a:xfrm>
            <a:prstGeom prst="straightConnector1">
              <a:avLst/>
            </a:prstGeom>
            <a:grpFill/>
            <a:ln w="12700">
              <a:solidFill>
                <a:schemeClr val="bg1">
                  <a:lumMod val="95000"/>
                </a:schemeClr>
              </a:solidFill>
              <a:round/>
              <a:headEnd/>
              <a:tailEnd type="triangle" w="sm" len="lg"/>
            </a:ln>
          </p:spPr>
        </p:cxnSp>
        <p:cxnSp>
          <p:nvCxnSpPr>
            <p:cNvPr id="361" name="AutoShape 334"/>
            <p:cNvCxnSpPr>
              <a:cxnSpLocks noChangeShapeType="1"/>
              <a:stCxn id="348" idx="3"/>
              <a:endCxn id="347" idx="1"/>
            </p:cNvCxnSpPr>
            <p:nvPr/>
          </p:nvCxnSpPr>
          <p:spPr bwMode="auto">
            <a:xfrm flipV="1">
              <a:off x="4691" y="3938"/>
              <a:ext cx="204" cy="69"/>
            </a:xfrm>
            <a:prstGeom prst="straightConnector1">
              <a:avLst/>
            </a:prstGeom>
            <a:grpFill/>
            <a:ln w="12700">
              <a:solidFill>
                <a:schemeClr val="bg1">
                  <a:lumMod val="95000"/>
                </a:schemeClr>
              </a:solidFill>
              <a:round/>
              <a:headEnd/>
              <a:tailEnd type="triangle" w="sm" len="lg"/>
            </a:ln>
          </p:spPr>
        </p:cxnSp>
        <p:sp>
          <p:nvSpPr>
            <p:cNvPr id="362" name="Rectangle 335"/>
            <p:cNvSpPr>
              <a:spLocks noChangeArrowheads="1"/>
            </p:cNvSpPr>
            <p:nvPr/>
          </p:nvSpPr>
          <p:spPr bwMode="auto">
            <a:xfrm>
              <a:off x="4991" y="3987"/>
              <a:ext cx="122" cy="94"/>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63" name="Rectangle 336"/>
            <p:cNvSpPr>
              <a:spLocks noChangeArrowheads="1"/>
            </p:cNvSpPr>
            <p:nvPr/>
          </p:nvSpPr>
          <p:spPr bwMode="auto">
            <a:xfrm>
              <a:off x="4379" y="3896"/>
              <a:ext cx="122" cy="94"/>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64" name="Rectangle 337"/>
            <p:cNvSpPr>
              <a:spLocks noChangeArrowheads="1"/>
            </p:cNvSpPr>
            <p:nvPr/>
          </p:nvSpPr>
          <p:spPr bwMode="auto">
            <a:xfrm>
              <a:off x="4787" y="3851"/>
              <a:ext cx="81" cy="9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65" name="Rectangle 338"/>
            <p:cNvSpPr>
              <a:spLocks noChangeArrowheads="1"/>
            </p:cNvSpPr>
            <p:nvPr/>
          </p:nvSpPr>
          <p:spPr bwMode="auto">
            <a:xfrm>
              <a:off x="4883" y="3947"/>
              <a:ext cx="81" cy="9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grpSp>
      <p:grpSp>
        <p:nvGrpSpPr>
          <p:cNvPr id="240" name="Group 302"/>
          <p:cNvGrpSpPr>
            <a:grpSpLocks/>
          </p:cNvGrpSpPr>
          <p:nvPr/>
        </p:nvGrpSpPr>
        <p:grpSpPr bwMode="auto">
          <a:xfrm>
            <a:off x="3615555" y="4088707"/>
            <a:ext cx="1439333" cy="535517"/>
            <a:chOff x="1716" y="3059"/>
            <a:chExt cx="680" cy="253"/>
          </a:xfrm>
          <a:solidFill>
            <a:schemeClr val="accent3">
              <a:lumMod val="75000"/>
            </a:schemeClr>
          </a:solidFill>
        </p:grpSpPr>
        <p:sp>
          <p:nvSpPr>
            <p:cNvPr id="368" name="Rectangle 303"/>
            <p:cNvSpPr>
              <a:spLocks noChangeArrowheads="1"/>
            </p:cNvSpPr>
            <p:nvPr/>
          </p:nvSpPr>
          <p:spPr bwMode="auto">
            <a:xfrm>
              <a:off x="1716" y="3096"/>
              <a:ext cx="680" cy="174"/>
            </a:xfrm>
            <a:prstGeom prst="rect">
              <a:avLst/>
            </a:prstGeom>
            <a:solidFill>
              <a:srgbClr val="FF7400"/>
            </a:solidFill>
            <a:ln w="3175">
              <a:solidFill>
                <a:schemeClr val="bg1">
                  <a:lumMod val="95000"/>
                </a:schemeClr>
              </a:solidFill>
              <a:miter lim="800000"/>
              <a:headEnd/>
              <a:tailEnd/>
            </a:ln>
          </p:spPr>
          <p:txBody>
            <a:bodyPr lIns="96000" tIns="0" rIns="96000" bIns="0" anchor="ctr">
              <a:spAutoFit/>
            </a:bodyPr>
            <a:lstStyle/>
            <a:p>
              <a:pPr algn="ctr"/>
              <a:endParaRPr lang="pt-BR" sz="2400"/>
            </a:p>
          </p:txBody>
        </p:sp>
        <p:sp>
          <p:nvSpPr>
            <p:cNvPr id="369" name="Rectangle 304"/>
            <p:cNvSpPr>
              <a:spLocks noChangeArrowheads="1"/>
            </p:cNvSpPr>
            <p:nvPr/>
          </p:nvSpPr>
          <p:spPr bwMode="auto">
            <a:xfrm>
              <a:off x="1979" y="3198"/>
              <a:ext cx="59" cy="29"/>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70" name="Rectangle 305"/>
            <p:cNvSpPr>
              <a:spLocks noChangeArrowheads="1"/>
            </p:cNvSpPr>
            <p:nvPr/>
          </p:nvSpPr>
          <p:spPr bwMode="auto">
            <a:xfrm>
              <a:off x="1759" y="3199"/>
              <a:ext cx="102" cy="85"/>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71" name="Rectangle 306"/>
            <p:cNvSpPr>
              <a:spLocks noChangeArrowheads="1"/>
            </p:cNvSpPr>
            <p:nvPr/>
          </p:nvSpPr>
          <p:spPr bwMode="auto">
            <a:xfrm>
              <a:off x="1743" y="3086"/>
              <a:ext cx="88" cy="58"/>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72" name="Rectangle 307"/>
            <p:cNvSpPr>
              <a:spLocks noChangeArrowheads="1"/>
            </p:cNvSpPr>
            <p:nvPr/>
          </p:nvSpPr>
          <p:spPr bwMode="auto">
            <a:xfrm>
              <a:off x="2082" y="3254"/>
              <a:ext cx="133" cy="58"/>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73" name="Rectangle 308"/>
            <p:cNvSpPr>
              <a:spLocks noChangeArrowheads="1"/>
            </p:cNvSpPr>
            <p:nvPr/>
          </p:nvSpPr>
          <p:spPr bwMode="auto">
            <a:xfrm>
              <a:off x="2038" y="3059"/>
              <a:ext cx="58" cy="57"/>
            </a:xfrm>
            <a:prstGeom prst="rect">
              <a:avLst/>
            </a:prstGeom>
            <a:solidFill>
              <a:srgbClr val="FF0000"/>
            </a:solidFill>
            <a:ln w="12700">
              <a:solidFill>
                <a:schemeClr val="bg1">
                  <a:lumMod val="95000"/>
                </a:schemeClr>
              </a:solidFill>
              <a:miter lim="800000"/>
              <a:headEnd/>
              <a:tailEnd/>
            </a:ln>
          </p:spPr>
          <p:txBody>
            <a:bodyPr wrap="none" anchor="ctr"/>
            <a:lstStyle/>
            <a:p>
              <a:pPr algn="ctr"/>
              <a:endParaRPr lang="pt-BR" sz="2400"/>
            </a:p>
          </p:txBody>
        </p:sp>
        <p:sp>
          <p:nvSpPr>
            <p:cNvPr id="374" name="Rectangle 309"/>
            <p:cNvSpPr>
              <a:spLocks noChangeArrowheads="1"/>
            </p:cNvSpPr>
            <p:nvPr/>
          </p:nvSpPr>
          <p:spPr bwMode="auto">
            <a:xfrm>
              <a:off x="2229" y="3073"/>
              <a:ext cx="59" cy="29"/>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cxnSp>
          <p:nvCxnSpPr>
            <p:cNvPr id="375" name="AutoShape 310"/>
            <p:cNvCxnSpPr>
              <a:cxnSpLocks noChangeShapeType="1"/>
              <a:stCxn id="371" idx="3"/>
              <a:endCxn id="373" idx="1"/>
            </p:cNvCxnSpPr>
            <p:nvPr/>
          </p:nvCxnSpPr>
          <p:spPr bwMode="auto">
            <a:xfrm flipV="1">
              <a:off x="1831" y="3087"/>
              <a:ext cx="207" cy="28"/>
            </a:xfrm>
            <a:prstGeom prst="straightConnector1">
              <a:avLst/>
            </a:prstGeom>
            <a:grpFill/>
            <a:ln w="12700">
              <a:solidFill>
                <a:schemeClr val="bg1">
                  <a:lumMod val="95000"/>
                </a:schemeClr>
              </a:solidFill>
              <a:round/>
              <a:headEnd/>
              <a:tailEnd type="triangle" w="sm" len="lg"/>
            </a:ln>
          </p:spPr>
        </p:cxnSp>
        <p:cxnSp>
          <p:nvCxnSpPr>
            <p:cNvPr id="376" name="AutoShape 311"/>
            <p:cNvCxnSpPr>
              <a:cxnSpLocks noChangeShapeType="1"/>
              <a:stCxn id="370" idx="3"/>
              <a:endCxn id="369" idx="1"/>
            </p:cNvCxnSpPr>
            <p:nvPr/>
          </p:nvCxnSpPr>
          <p:spPr bwMode="auto">
            <a:xfrm flipV="1">
              <a:off x="1861" y="3213"/>
              <a:ext cx="118" cy="28"/>
            </a:xfrm>
            <a:prstGeom prst="straightConnector1">
              <a:avLst/>
            </a:prstGeom>
            <a:grpFill/>
            <a:ln w="12700">
              <a:solidFill>
                <a:schemeClr val="bg1">
                  <a:lumMod val="95000"/>
                </a:schemeClr>
              </a:solidFill>
              <a:round/>
              <a:headEnd/>
              <a:tailEnd type="triangle" w="sm" len="lg"/>
            </a:ln>
          </p:spPr>
        </p:cxnSp>
        <p:cxnSp>
          <p:nvCxnSpPr>
            <p:cNvPr id="377" name="AutoShape 312"/>
            <p:cNvCxnSpPr>
              <a:cxnSpLocks noChangeShapeType="1"/>
              <a:stCxn id="369" idx="2"/>
              <a:endCxn id="372" idx="1"/>
            </p:cNvCxnSpPr>
            <p:nvPr/>
          </p:nvCxnSpPr>
          <p:spPr bwMode="auto">
            <a:xfrm>
              <a:off x="2008" y="3227"/>
              <a:ext cx="74" cy="56"/>
            </a:xfrm>
            <a:prstGeom prst="straightConnector1">
              <a:avLst/>
            </a:prstGeom>
            <a:grpFill/>
            <a:ln w="12700">
              <a:solidFill>
                <a:schemeClr val="bg1">
                  <a:lumMod val="95000"/>
                </a:schemeClr>
              </a:solidFill>
              <a:round/>
              <a:headEnd/>
              <a:tailEnd type="triangle" w="sm" len="lg"/>
            </a:ln>
          </p:spPr>
        </p:cxnSp>
        <p:cxnSp>
          <p:nvCxnSpPr>
            <p:cNvPr id="378" name="AutoShape 313"/>
            <p:cNvCxnSpPr>
              <a:cxnSpLocks noChangeShapeType="1"/>
              <a:stCxn id="369" idx="0"/>
              <a:endCxn id="373" idx="2"/>
            </p:cNvCxnSpPr>
            <p:nvPr/>
          </p:nvCxnSpPr>
          <p:spPr bwMode="auto">
            <a:xfrm flipV="1">
              <a:off x="2008" y="3116"/>
              <a:ext cx="60" cy="82"/>
            </a:xfrm>
            <a:prstGeom prst="straightConnector1">
              <a:avLst/>
            </a:prstGeom>
            <a:grpFill/>
            <a:ln w="12700">
              <a:solidFill>
                <a:schemeClr val="bg1">
                  <a:lumMod val="95000"/>
                </a:schemeClr>
              </a:solidFill>
              <a:round/>
              <a:headEnd/>
              <a:tailEnd type="triangle" w="sm" len="lg"/>
            </a:ln>
          </p:spPr>
        </p:cxnSp>
        <p:cxnSp>
          <p:nvCxnSpPr>
            <p:cNvPr id="379" name="AutoShape 314"/>
            <p:cNvCxnSpPr>
              <a:cxnSpLocks noChangeShapeType="1"/>
              <a:stCxn id="373" idx="3"/>
              <a:endCxn id="374" idx="1"/>
            </p:cNvCxnSpPr>
            <p:nvPr/>
          </p:nvCxnSpPr>
          <p:spPr bwMode="auto">
            <a:xfrm>
              <a:off x="2096" y="3087"/>
              <a:ext cx="133" cy="0"/>
            </a:xfrm>
            <a:prstGeom prst="straightConnector1">
              <a:avLst/>
            </a:prstGeom>
            <a:grpFill/>
            <a:ln w="12700">
              <a:solidFill>
                <a:schemeClr val="bg1">
                  <a:lumMod val="95000"/>
                </a:schemeClr>
              </a:solidFill>
              <a:round/>
              <a:headEnd/>
              <a:tailEnd type="triangle" w="sm" len="lg"/>
            </a:ln>
          </p:spPr>
        </p:cxnSp>
        <p:cxnSp>
          <p:nvCxnSpPr>
            <p:cNvPr id="380" name="AutoShape 315"/>
            <p:cNvCxnSpPr>
              <a:cxnSpLocks noChangeShapeType="1"/>
              <a:stCxn id="372" idx="0"/>
            </p:cNvCxnSpPr>
            <p:nvPr/>
          </p:nvCxnSpPr>
          <p:spPr bwMode="auto">
            <a:xfrm flipV="1">
              <a:off x="2149" y="3200"/>
              <a:ext cx="81" cy="54"/>
            </a:xfrm>
            <a:prstGeom prst="straightConnector1">
              <a:avLst/>
            </a:prstGeom>
            <a:grpFill/>
            <a:ln w="12700">
              <a:solidFill>
                <a:schemeClr val="bg1">
                  <a:lumMod val="95000"/>
                </a:schemeClr>
              </a:solidFill>
              <a:round/>
              <a:headEnd/>
              <a:tailEnd type="triangle" w="sm" len="lg"/>
            </a:ln>
          </p:spPr>
        </p:cxnSp>
        <p:cxnSp>
          <p:nvCxnSpPr>
            <p:cNvPr id="381" name="AutoShape 316"/>
            <p:cNvCxnSpPr>
              <a:cxnSpLocks noChangeShapeType="1"/>
              <a:stCxn id="372" idx="3"/>
            </p:cNvCxnSpPr>
            <p:nvPr/>
          </p:nvCxnSpPr>
          <p:spPr bwMode="auto">
            <a:xfrm>
              <a:off x="2215" y="3283"/>
              <a:ext cx="103" cy="28"/>
            </a:xfrm>
            <a:prstGeom prst="straightConnector1">
              <a:avLst/>
            </a:prstGeom>
            <a:grpFill/>
            <a:ln w="12700">
              <a:solidFill>
                <a:schemeClr val="bg1">
                  <a:lumMod val="95000"/>
                </a:schemeClr>
              </a:solidFill>
              <a:round/>
              <a:headEnd/>
              <a:tailEnd type="triangle" w="sm" len="lg"/>
            </a:ln>
          </p:spPr>
        </p:cxnSp>
        <p:cxnSp>
          <p:nvCxnSpPr>
            <p:cNvPr id="382" name="AutoShape 317"/>
            <p:cNvCxnSpPr>
              <a:cxnSpLocks noChangeShapeType="1"/>
              <a:stCxn id="369" idx="3"/>
            </p:cNvCxnSpPr>
            <p:nvPr/>
          </p:nvCxnSpPr>
          <p:spPr bwMode="auto">
            <a:xfrm flipV="1">
              <a:off x="2038" y="3171"/>
              <a:ext cx="147" cy="42"/>
            </a:xfrm>
            <a:prstGeom prst="straightConnector1">
              <a:avLst/>
            </a:prstGeom>
            <a:grpFill/>
            <a:ln w="12700">
              <a:solidFill>
                <a:schemeClr val="bg1">
                  <a:lumMod val="95000"/>
                </a:schemeClr>
              </a:solidFill>
              <a:round/>
              <a:headEnd/>
              <a:tailEnd type="triangle" w="sm" len="lg"/>
            </a:ln>
          </p:spPr>
        </p:cxnSp>
      </p:grpSp>
      <p:grpSp>
        <p:nvGrpSpPr>
          <p:cNvPr id="241" name="Group 5"/>
          <p:cNvGrpSpPr>
            <a:grpSpLocks/>
          </p:cNvGrpSpPr>
          <p:nvPr/>
        </p:nvGrpSpPr>
        <p:grpSpPr bwMode="auto">
          <a:xfrm>
            <a:off x="9041989" y="1477343"/>
            <a:ext cx="1203665" cy="936103"/>
            <a:chOff x="4699" y="3405"/>
            <a:chExt cx="724" cy="663"/>
          </a:xfrm>
          <a:solidFill>
            <a:schemeClr val="accent3">
              <a:lumMod val="75000"/>
            </a:schemeClr>
          </a:solidFill>
        </p:grpSpPr>
        <p:sp>
          <p:nvSpPr>
            <p:cNvPr id="386" name="Rectangle 6"/>
            <p:cNvSpPr>
              <a:spLocks noChangeArrowheads="1"/>
            </p:cNvSpPr>
            <p:nvPr/>
          </p:nvSpPr>
          <p:spPr bwMode="auto">
            <a:xfrm>
              <a:off x="5010" y="3584"/>
              <a:ext cx="117" cy="262"/>
            </a:xfrm>
            <a:prstGeom prst="rect">
              <a:avLst/>
            </a:prstGeom>
            <a:solidFill>
              <a:srgbClr val="00B050"/>
            </a:solidFill>
            <a:ln w="3175">
              <a:solidFill>
                <a:schemeClr val="bg1">
                  <a:lumMod val="95000"/>
                </a:schemeClr>
              </a:solidFill>
              <a:miter lim="800000"/>
              <a:headEnd/>
              <a:tailEnd/>
            </a:ln>
          </p:spPr>
          <p:txBody>
            <a:bodyPr wrap="none" lIns="96000" tIns="0" rIns="96000" bIns="0" anchor="ctr">
              <a:spAutoFit/>
            </a:bodyPr>
            <a:lstStyle/>
            <a:p>
              <a:pPr algn="ctr"/>
              <a:endParaRPr lang="pt-BR" sz="2400"/>
            </a:p>
          </p:txBody>
        </p:sp>
        <p:sp>
          <p:nvSpPr>
            <p:cNvPr id="387" name="Rectangle 7"/>
            <p:cNvSpPr>
              <a:spLocks noChangeArrowheads="1"/>
            </p:cNvSpPr>
            <p:nvPr/>
          </p:nvSpPr>
          <p:spPr bwMode="auto">
            <a:xfrm>
              <a:off x="4886" y="3891"/>
              <a:ext cx="140" cy="14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88" name="Rectangle 8"/>
            <p:cNvSpPr>
              <a:spLocks noChangeArrowheads="1"/>
            </p:cNvSpPr>
            <p:nvPr/>
          </p:nvSpPr>
          <p:spPr bwMode="auto">
            <a:xfrm>
              <a:off x="5096" y="3439"/>
              <a:ext cx="210" cy="14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89" name="Rectangle 9"/>
            <p:cNvSpPr>
              <a:spLocks noChangeArrowheads="1"/>
            </p:cNvSpPr>
            <p:nvPr/>
          </p:nvSpPr>
          <p:spPr bwMode="auto">
            <a:xfrm>
              <a:off x="5096" y="3752"/>
              <a:ext cx="93" cy="142"/>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90" name="Rectangle 10"/>
            <p:cNvSpPr>
              <a:spLocks noChangeArrowheads="1"/>
            </p:cNvSpPr>
            <p:nvPr/>
          </p:nvSpPr>
          <p:spPr bwMode="auto">
            <a:xfrm>
              <a:off x="4792" y="3405"/>
              <a:ext cx="94" cy="141"/>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91" name="Rectangle 11"/>
            <p:cNvSpPr>
              <a:spLocks noChangeArrowheads="1"/>
            </p:cNvSpPr>
            <p:nvPr/>
          </p:nvSpPr>
          <p:spPr bwMode="auto">
            <a:xfrm>
              <a:off x="5236" y="3926"/>
              <a:ext cx="93" cy="142"/>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392" name="Rectangle 12"/>
            <p:cNvSpPr>
              <a:spLocks noChangeArrowheads="1"/>
            </p:cNvSpPr>
            <p:nvPr/>
          </p:nvSpPr>
          <p:spPr bwMode="auto">
            <a:xfrm>
              <a:off x="4722" y="3683"/>
              <a:ext cx="94" cy="142"/>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cxnSp>
          <p:nvCxnSpPr>
            <p:cNvPr id="393" name="AutoShape 13"/>
            <p:cNvCxnSpPr>
              <a:cxnSpLocks noChangeShapeType="1"/>
              <a:endCxn id="387" idx="1"/>
            </p:cNvCxnSpPr>
            <p:nvPr/>
          </p:nvCxnSpPr>
          <p:spPr bwMode="auto">
            <a:xfrm flipV="1">
              <a:off x="4699" y="3963"/>
              <a:ext cx="187" cy="34"/>
            </a:xfrm>
            <a:prstGeom prst="straightConnector1">
              <a:avLst/>
            </a:prstGeom>
            <a:grpFill/>
            <a:ln w="12700">
              <a:solidFill>
                <a:schemeClr val="bg1">
                  <a:lumMod val="95000"/>
                </a:schemeClr>
              </a:solidFill>
              <a:round/>
              <a:headEnd/>
              <a:tailEnd type="triangle" w="sm" len="lg"/>
            </a:ln>
          </p:spPr>
        </p:cxnSp>
        <p:cxnSp>
          <p:nvCxnSpPr>
            <p:cNvPr id="394" name="AutoShape 14"/>
            <p:cNvCxnSpPr>
              <a:cxnSpLocks noChangeShapeType="1"/>
              <a:stCxn id="392" idx="2"/>
              <a:endCxn id="387" idx="0"/>
            </p:cNvCxnSpPr>
            <p:nvPr/>
          </p:nvCxnSpPr>
          <p:spPr bwMode="auto">
            <a:xfrm>
              <a:off x="4769" y="3825"/>
              <a:ext cx="187" cy="66"/>
            </a:xfrm>
            <a:prstGeom prst="straightConnector1">
              <a:avLst/>
            </a:prstGeom>
            <a:grpFill/>
            <a:ln w="12700">
              <a:solidFill>
                <a:schemeClr val="bg1">
                  <a:lumMod val="95000"/>
                </a:schemeClr>
              </a:solidFill>
              <a:round/>
              <a:headEnd/>
              <a:tailEnd type="triangle" w="sm" len="lg"/>
            </a:ln>
          </p:spPr>
        </p:cxnSp>
        <p:cxnSp>
          <p:nvCxnSpPr>
            <p:cNvPr id="395" name="AutoShape 15"/>
            <p:cNvCxnSpPr>
              <a:cxnSpLocks noChangeShapeType="1"/>
              <a:stCxn id="392" idx="0"/>
              <a:endCxn id="390" idx="2"/>
            </p:cNvCxnSpPr>
            <p:nvPr/>
          </p:nvCxnSpPr>
          <p:spPr bwMode="auto">
            <a:xfrm flipV="1">
              <a:off x="4769" y="3546"/>
              <a:ext cx="70" cy="137"/>
            </a:xfrm>
            <a:prstGeom prst="straightConnector1">
              <a:avLst/>
            </a:prstGeom>
            <a:grpFill/>
            <a:ln w="12700">
              <a:solidFill>
                <a:schemeClr val="bg1">
                  <a:lumMod val="95000"/>
                </a:schemeClr>
              </a:solidFill>
              <a:round/>
              <a:headEnd/>
              <a:tailEnd type="triangle" w="sm" len="lg"/>
            </a:ln>
          </p:spPr>
        </p:cxnSp>
        <p:cxnSp>
          <p:nvCxnSpPr>
            <p:cNvPr id="396" name="AutoShape 16"/>
            <p:cNvCxnSpPr>
              <a:cxnSpLocks noChangeShapeType="1"/>
              <a:stCxn id="390" idx="3"/>
              <a:endCxn id="388" idx="1"/>
            </p:cNvCxnSpPr>
            <p:nvPr/>
          </p:nvCxnSpPr>
          <p:spPr bwMode="auto">
            <a:xfrm>
              <a:off x="4886" y="3476"/>
              <a:ext cx="210" cy="35"/>
            </a:xfrm>
            <a:prstGeom prst="straightConnector1">
              <a:avLst/>
            </a:prstGeom>
            <a:grpFill/>
            <a:ln w="12700">
              <a:solidFill>
                <a:schemeClr val="bg1">
                  <a:lumMod val="95000"/>
                </a:schemeClr>
              </a:solidFill>
              <a:round/>
              <a:headEnd/>
              <a:tailEnd type="triangle" w="sm" len="lg"/>
            </a:ln>
          </p:spPr>
        </p:cxnSp>
        <p:cxnSp>
          <p:nvCxnSpPr>
            <p:cNvPr id="397" name="AutoShape 17"/>
            <p:cNvCxnSpPr>
              <a:cxnSpLocks noChangeShapeType="1"/>
              <a:stCxn id="404" idx="3"/>
              <a:endCxn id="388" idx="1"/>
            </p:cNvCxnSpPr>
            <p:nvPr/>
          </p:nvCxnSpPr>
          <p:spPr bwMode="auto">
            <a:xfrm flipV="1">
              <a:off x="5026" y="3511"/>
              <a:ext cx="70" cy="181"/>
            </a:xfrm>
            <a:prstGeom prst="straightConnector1">
              <a:avLst/>
            </a:prstGeom>
            <a:grpFill/>
            <a:ln w="12700">
              <a:solidFill>
                <a:schemeClr val="bg1">
                  <a:lumMod val="95000"/>
                </a:schemeClr>
              </a:solidFill>
              <a:round/>
              <a:headEnd/>
              <a:tailEnd type="triangle" w="sm" len="lg"/>
            </a:ln>
          </p:spPr>
        </p:cxnSp>
        <p:cxnSp>
          <p:nvCxnSpPr>
            <p:cNvPr id="398" name="AutoShape 18"/>
            <p:cNvCxnSpPr>
              <a:cxnSpLocks noChangeShapeType="1"/>
              <a:stCxn id="387" idx="3"/>
              <a:endCxn id="391" idx="1"/>
            </p:cNvCxnSpPr>
            <p:nvPr/>
          </p:nvCxnSpPr>
          <p:spPr bwMode="auto">
            <a:xfrm>
              <a:off x="5026" y="3963"/>
              <a:ext cx="210" cy="34"/>
            </a:xfrm>
            <a:prstGeom prst="straightConnector1">
              <a:avLst/>
            </a:prstGeom>
            <a:grpFill/>
            <a:ln w="12700">
              <a:solidFill>
                <a:schemeClr val="bg1">
                  <a:lumMod val="95000"/>
                </a:schemeClr>
              </a:solidFill>
              <a:round/>
              <a:headEnd/>
              <a:tailEnd type="triangle" w="sm" len="lg"/>
            </a:ln>
          </p:spPr>
        </p:cxnSp>
        <p:cxnSp>
          <p:nvCxnSpPr>
            <p:cNvPr id="399" name="AutoShape 19"/>
            <p:cNvCxnSpPr>
              <a:cxnSpLocks noChangeShapeType="1"/>
              <a:stCxn id="388" idx="2"/>
              <a:endCxn id="389" idx="0"/>
            </p:cNvCxnSpPr>
            <p:nvPr/>
          </p:nvCxnSpPr>
          <p:spPr bwMode="auto">
            <a:xfrm flipH="1">
              <a:off x="5143" y="3582"/>
              <a:ext cx="58" cy="170"/>
            </a:xfrm>
            <a:prstGeom prst="straightConnector1">
              <a:avLst/>
            </a:prstGeom>
            <a:grpFill/>
            <a:ln w="12700">
              <a:solidFill>
                <a:schemeClr val="bg1">
                  <a:lumMod val="95000"/>
                </a:schemeClr>
              </a:solidFill>
              <a:round/>
              <a:headEnd/>
              <a:tailEnd type="triangle" w="sm" len="lg"/>
            </a:ln>
          </p:spPr>
        </p:cxnSp>
        <p:cxnSp>
          <p:nvCxnSpPr>
            <p:cNvPr id="400" name="AutoShape 20"/>
            <p:cNvCxnSpPr>
              <a:cxnSpLocks noChangeShapeType="1"/>
              <a:stCxn id="388" idx="3"/>
            </p:cNvCxnSpPr>
            <p:nvPr/>
          </p:nvCxnSpPr>
          <p:spPr bwMode="auto">
            <a:xfrm flipV="1">
              <a:off x="5306" y="3406"/>
              <a:ext cx="117" cy="105"/>
            </a:xfrm>
            <a:prstGeom prst="straightConnector1">
              <a:avLst/>
            </a:prstGeom>
            <a:grpFill/>
            <a:ln w="12700">
              <a:solidFill>
                <a:schemeClr val="bg1">
                  <a:lumMod val="95000"/>
                </a:schemeClr>
              </a:solidFill>
              <a:round/>
              <a:headEnd/>
              <a:tailEnd type="triangle" w="sm" len="lg"/>
            </a:ln>
          </p:spPr>
        </p:cxnSp>
        <p:cxnSp>
          <p:nvCxnSpPr>
            <p:cNvPr id="401" name="AutoShape 21"/>
            <p:cNvCxnSpPr>
              <a:cxnSpLocks noChangeShapeType="1"/>
              <a:stCxn id="392" idx="3"/>
              <a:endCxn id="404" idx="1"/>
            </p:cNvCxnSpPr>
            <p:nvPr/>
          </p:nvCxnSpPr>
          <p:spPr bwMode="auto">
            <a:xfrm flipV="1">
              <a:off x="4816" y="3692"/>
              <a:ext cx="116" cy="62"/>
            </a:xfrm>
            <a:prstGeom prst="straightConnector1">
              <a:avLst/>
            </a:prstGeom>
            <a:grpFill/>
            <a:ln w="12700">
              <a:solidFill>
                <a:schemeClr val="bg1">
                  <a:lumMod val="95000"/>
                </a:schemeClr>
              </a:solidFill>
              <a:round/>
              <a:headEnd/>
              <a:tailEnd type="triangle" w="sm" len="lg"/>
            </a:ln>
          </p:spPr>
        </p:cxnSp>
        <p:cxnSp>
          <p:nvCxnSpPr>
            <p:cNvPr id="402" name="AutoShape 22"/>
            <p:cNvCxnSpPr>
              <a:cxnSpLocks noChangeShapeType="1"/>
              <a:stCxn id="389" idx="3"/>
            </p:cNvCxnSpPr>
            <p:nvPr/>
          </p:nvCxnSpPr>
          <p:spPr bwMode="auto">
            <a:xfrm flipV="1">
              <a:off x="5189" y="3719"/>
              <a:ext cx="210" cy="104"/>
            </a:xfrm>
            <a:prstGeom prst="straightConnector1">
              <a:avLst/>
            </a:prstGeom>
            <a:grpFill/>
            <a:ln w="12700">
              <a:solidFill>
                <a:schemeClr val="bg1">
                  <a:lumMod val="95000"/>
                </a:schemeClr>
              </a:solidFill>
              <a:round/>
              <a:headEnd/>
              <a:tailEnd type="triangle" w="sm" len="lg"/>
            </a:ln>
          </p:spPr>
        </p:cxnSp>
        <p:cxnSp>
          <p:nvCxnSpPr>
            <p:cNvPr id="403" name="AutoShape 23"/>
            <p:cNvCxnSpPr>
              <a:cxnSpLocks noChangeShapeType="1"/>
              <a:stCxn id="404" idx="2"/>
              <a:endCxn id="389" idx="1"/>
            </p:cNvCxnSpPr>
            <p:nvPr/>
          </p:nvCxnSpPr>
          <p:spPr bwMode="auto">
            <a:xfrm>
              <a:off x="4979" y="3735"/>
              <a:ext cx="117" cy="88"/>
            </a:xfrm>
            <a:prstGeom prst="straightConnector1">
              <a:avLst/>
            </a:prstGeom>
            <a:grpFill/>
            <a:ln w="12700">
              <a:solidFill>
                <a:schemeClr val="bg1">
                  <a:lumMod val="95000"/>
                </a:schemeClr>
              </a:solidFill>
              <a:round/>
              <a:headEnd/>
              <a:tailEnd type="triangle" w="sm" len="lg"/>
            </a:ln>
          </p:spPr>
        </p:cxnSp>
        <p:sp>
          <p:nvSpPr>
            <p:cNvPr id="404" name="Rectangle 24"/>
            <p:cNvSpPr>
              <a:spLocks noChangeArrowheads="1"/>
            </p:cNvSpPr>
            <p:nvPr/>
          </p:nvSpPr>
          <p:spPr bwMode="auto">
            <a:xfrm>
              <a:off x="4932" y="3648"/>
              <a:ext cx="94" cy="87"/>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grpSp>
      <p:grpSp>
        <p:nvGrpSpPr>
          <p:cNvPr id="242" name="Group 25"/>
          <p:cNvGrpSpPr>
            <a:grpSpLocks/>
          </p:cNvGrpSpPr>
          <p:nvPr/>
        </p:nvGrpSpPr>
        <p:grpSpPr bwMode="auto">
          <a:xfrm>
            <a:off x="7012467" y="1461177"/>
            <a:ext cx="1291779" cy="843809"/>
            <a:chOff x="2753" y="1993"/>
            <a:chExt cx="777" cy="663"/>
          </a:xfrm>
          <a:solidFill>
            <a:schemeClr val="accent3">
              <a:lumMod val="75000"/>
            </a:schemeClr>
          </a:solidFill>
        </p:grpSpPr>
        <p:sp>
          <p:nvSpPr>
            <p:cNvPr id="406" name="Rectangle 26"/>
            <p:cNvSpPr>
              <a:spLocks noChangeArrowheads="1"/>
            </p:cNvSpPr>
            <p:nvPr/>
          </p:nvSpPr>
          <p:spPr bwMode="auto">
            <a:xfrm>
              <a:off x="2753" y="2203"/>
              <a:ext cx="777" cy="290"/>
            </a:xfrm>
            <a:prstGeom prst="rect">
              <a:avLst/>
            </a:prstGeom>
            <a:solidFill>
              <a:srgbClr val="C00000"/>
            </a:solidFill>
            <a:ln w="3175">
              <a:solidFill>
                <a:schemeClr val="bg1">
                  <a:lumMod val="95000"/>
                </a:schemeClr>
              </a:solidFill>
              <a:miter lim="800000"/>
              <a:headEnd/>
              <a:tailEnd/>
            </a:ln>
          </p:spPr>
          <p:txBody>
            <a:bodyPr lIns="96000" tIns="0" rIns="96000" bIns="0" anchor="ctr">
              <a:spAutoFit/>
            </a:bodyPr>
            <a:lstStyle/>
            <a:p>
              <a:pPr algn="ctr"/>
              <a:endParaRPr lang="pt-BR" sz="2400"/>
            </a:p>
          </p:txBody>
        </p:sp>
        <p:sp>
          <p:nvSpPr>
            <p:cNvPr id="407" name="Rectangle 27"/>
            <p:cNvSpPr>
              <a:spLocks noChangeArrowheads="1"/>
            </p:cNvSpPr>
            <p:nvPr/>
          </p:nvSpPr>
          <p:spPr bwMode="auto">
            <a:xfrm>
              <a:off x="3089" y="2375"/>
              <a:ext cx="116" cy="119"/>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408" name="Rectangle 28"/>
            <p:cNvSpPr>
              <a:spLocks noChangeArrowheads="1"/>
            </p:cNvSpPr>
            <p:nvPr/>
          </p:nvSpPr>
          <p:spPr bwMode="auto">
            <a:xfrm>
              <a:off x="3182" y="2062"/>
              <a:ext cx="140" cy="14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409" name="Rectangle 29"/>
            <p:cNvSpPr>
              <a:spLocks noChangeArrowheads="1"/>
            </p:cNvSpPr>
            <p:nvPr/>
          </p:nvSpPr>
          <p:spPr bwMode="auto">
            <a:xfrm>
              <a:off x="2878" y="2306"/>
              <a:ext cx="94" cy="72"/>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410" name="Rectangle 30"/>
            <p:cNvSpPr>
              <a:spLocks noChangeArrowheads="1"/>
            </p:cNvSpPr>
            <p:nvPr/>
          </p:nvSpPr>
          <p:spPr bwMode="auto">
            <a:xfrm>
              <a:off x="2902" y="1993"/>
              <a:ext cx="93" cy="72"/>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411" name="Rectangle 31"/>
            <p:cNvSpPr>
              <a:spLocks noChangeArrowheads="1"/>
            </p:cNvSpPr>
            <p:nvPr/>
          </p:nvSpPr>
          <p:spPr bwMode="auto">
            <a:xfrm>
              <a:off x="3018" y="2584"/>
              <a:ext cx="94" cy="72"/>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cxnSp>
          <p:nvCxnSpPr>
            <p:cNvPr id="412" name="AutoShape 32"/>
            <p:cNvCxnSpPr>
              <a:cxnSpLocks noChangeShapeType="1"/>
              <a:stCxn id="410" idx="3"/>
              <a:endCxn id="408" idx="0"/>
            </p:cNvCxnSpPr>
            <p:nvPr/>
          </p:nvCxnSpPr>
          <p:spPr bwMode="auto">
            <a:xfrm>
              <a:off x="2995" y="2029"/>
              <a:ext cx="257" cy="33"/>
            </a:xfrm>
            <a:prstGeom prst="straightConnector1">
              <a:avLst/>
            </a:prstGeom>
            <a:grpFill/>
            <a:ln w="12700">
              <a:solidFill>
                <a:schemeClr val="bg1">
                  <a:lumMod val="95000"/>
                </a:schemeClr>
              </a:solidFill>
              <a:round/>
              <a:headEnd/>
              <a:tailEnd type="triangle" w="sm" len="lg"/>
            </a:ln>
          </p:spPr>
        </p:cxnSp>
        <p:cxnSp>
          <p:nvCxnSpPr>
            <p:cNvPr id="413" name="AutoShape 33"/>
            <p:cNvCxnSpPr>
              <a:cxnSpLocks noChangeShapeType="1"/>
              <a:stCxn id="409" idx="3"/>
              <a:endCxn id="407" idx="1"/>
            </p:cNvCxnSpPr>
            <p:nvPr/>
          </p:nvCxnSpPr>
          <p:spPr bwMode="auto">
            <a:xfrm>
              <a:off x="2972" y="2342"/>
              <a:ext cx="117" cy="93"/>
            </a:xfrm>
            <a:prstGeom prst="straightConnector1">
              <a:avLst/>
            </a:prstGeom>
            <a:grpFill/>
            <a:ln w="12700">
              <a:solidFill>
                <a:schemeClr val="bg1">
                  <a:lumMod val="95000"/>
                </a:schemeClr>
              </a:solidFill>
              <a:round/>
              <a:headEnd/>
              <a:tailEnd type="triangle" w="sm" len="lg"/>
            </a:ln>
          </p:spPr>
        </p:cxnSp>
        <p:cxnSp>
          <p:nvCxnSpPr>
            <p:cNvPr id="414" name="AutoShape 34"/>
            <p:cNvCxnSpPr>
              <a:cxnSpLocks noChangeShapeType="1"/>
              <a:endCxn id="409" idx="2"/>
            </p:cNvCxnSpPr>
            <p:nvPr/>
          </p:nvCxnSpPr>
          <p:spPr bwMode="auto">
            <a:xfrm flipV="1">
              <a:off x="2808" y="2378"/>
              <a:ext cx="117" cy="242"/>
            </a:xfrm>
            <a:prstGeom prst="straightConnector1">
              <a:avLst/>
            </a:prstGeom>
            <a:grpFill/>
            <a:ln w="12700">
              <a:solidFill>
                <a:schemeClr val="bg1">
                  <a:lumMod val="95000"/>
                </a:schemeClr>
              </a:solidFill>
              <a:round/>
              <a:headEnd/>
              <a:tailEnd type="triangle" w="sm" len="lg"/>
            </a:ln>
          </p:spPr>
        </p:cxnSp>
        <p:cxnSp>
          <p:nvCxnSpPr>
            <p:cNvPr id="415" name="AutoShape 35"/>
            <p:cNvCxnSpPr>
              <a:cxnSpLocks noChangeShapeType="1"/>
              <a:stCxn id="408" idx="2"/>
              <a:endCxn id="407" idx="0"/>
            </p:cNvCxnSpPr>
            <p:nvPr/>
          </p:nvCxnSpPr>
          <p:spPr bwMode="auto">
            <a:xfrm flipH="1">
              <a:off x="3147" y="2205"/>
              <a:ext cx="105" cy="170"/>
            </a:xfrm>
            <a:prstGeom prst="straightConnector1">
              <a:avLst/>
            </a:prstGeom>
            <a:grpFill/>
            <a:ln w="12700">
              <a:solidFill>
                <a:schemeClr val="bg1">
                  <a:lumMod val="95000"/>
                </a:schemeClr>
              </a:solidFill>
              <a:round/>
              <a:headEnd/>
              <a:tailEnd type="triangle" w="sm" len="lg"/>
            </a:ln>
          </p:spPr>
        </p:cxnSp>
        <p:cxnSp>
          <p:nvCxnSpPr>
            <p:cNvPr id="416" name="AutoShape 36"/>
            <p:cNvCxnSpPr>
              <a:cxnSpLocks noChangeShapeType="1"/>
              <a:stCxn id="411" idx="0"/>
              <a:endCxn id="407" idx="2"/>
            </p:cNvCxnSpPr>
            <p:nvPr/>
          </p:nvCxnSpPr>
          <p:spPr bwMode="auto">
            <a:xfrm flipV="1">
              <a:off x="3065" y="2494"/>
              <a:ext cx="82" cy="90"/>
            </a:xfrm>
            <a:prstGeom prst="straightConnector1">
              <a:avLst/>
            </a:prstGeom>
            <a:grpFill/>
            <a:ln w="12700">
              <a:solidFill>
                <a:schemeClr val="bg1">
                  <a:lumMod val="95000"/>
                </a:schemeClr>
              </a:solidFill>
              <a:round/>
              <a:headEnd/>
              <a:tailEnd type="triangle" w="sm" len="lg"/>
            </a:ln>
          </p:spPr>
        </p:cxnSp>
        <p:sp>
          <p:nvSpPr>
            <p:cNvPr id="417" name="Rectangle 37"/>
            <p:cNvSpPr>
              <a:spLocks noChangeArrowheads="1"/>
            </p:cNvSpPr>
            <p:nvPr/>
          </p:nvSpPr>
          <p:spPr bwMode="auto">
            <a:xfrm>
              <a:off x="3345" y="2375"/>
              <a:ext cx="117" cy="119"/>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cxnSp>
          <p:nvCxnSpPr>
            <p:cNvPr id="418" name="AutoShape 38"/>
            <p:cNvCxnSpPr>
              <a:cxnSpLocks noChangeShapeType="1"/>
              <a:stCxn id="407" idx="3"/>
              <a:endCxn id="417" idx="1"/>
            </p:cNvCxnSpPr>
            <p:nvPr/>
          </p:nvCxnSpPr>
          <p:spPr bwMode="auto">
            <a:xfrm>
              <a:off x="3205" y="2435"/>
              <a:ext cx="140" cy="0"/>
            </a:xfrm>
            <a:prstGeom prst="straightConnector1">
              <a:avLst/>
            </a:prstGeom>
            <a:grpFill/>
            <a:ln w="12700">
              <a:solidFill>
                <a:schemeClr val="bg1">
                  <a:lumMod val="95000"/>
                </a:schemeClr>
              </a:solidFill>
              <a:round/>
              <a:headEnd/>
              <a:tailEnd type="triangle" w="sm" len="lg"/>
            </a:ln>
          </p:spPr>
        </p:cxnSp>
        <p:cxnSp>
          <p:nvCxnSpPr>
            <p:cNvPr id="419" name="AutoShape 39"/>
            <p:cNvCxnSpPr>
              <a:cxnSpLocks noChangeShapeType="1"/>
              <a:stCxn id="408" idx="3"/>
              <a:endCxn id="417" idx="0"/>
            </p:cNvCxnSpPr>
            <p:nvPr/>
          </p:nvCxnSpPr>
          <p:spPr bwMode="auto">
            <a:xfrm>
              <a:off x="3322" y="2134"/>
              <a:ext cx="82" cy="241"/>
            </a:xfrm>
            <a:prstGeom prst="straightConnector1">
              <a:avLst/>
            </a:prstGeom>
            <a:grpFill/>
            <a:ln w="12700">
              <a:solidFill>
                <a:schemeClr val="bg1">
                  <a:lumMod val="95000"/>
                </a:schemeClr>
              </a:solidFill>
              <a:round/>
              <a:headEnd/>
              <a:tailEnd type="triangle" w="sm" len="lg"/>
            </a:ln>
          </p:spPr>
        </p:cxnSp>
        <p:cxnSp>
          <p:nvCxnSpPr>
            <p:cNvPr id="420" name="AutoShape 40"/>
            <p:cNvCxnSpPr>
              <a:cxnSpLocks noChangeShapeType="1"/>
              <a:stCxn id="411" idx="3"/>
              <a:endCxn id="417" idx="2"/>
            </p:cNvCxnSpPr>
            <p:nvPr/>
          </p:nvCxnSpPr>
          <p:spPr bwMode="auto">
            <a:xfrm flipV="1">
              <a:off x="3112" y="2494"/>
              <a:ext cx="292" cy="126"/>
            </a:xfrm>
            <a:prstGeom prst="straightConnector1">
              <a:avLst/>
            </a:prstGeom>
            <a:grpFill/>
            <a:ln w="12700">
              <a:solidFill>
                <a:schemeClr val="bg1">
                  <a:lumMod val="95000"/>
                </a:schemeClr>
              </a:solidFill>
              <a:round/>
              <a:headEnd/>
              <a:tailEnd type="triangle" w="sm" len="lg"/>
            </a:ln>
          </p:spPr>
        </p:cxnSp>
      </p:grpSp>
      <p:grpSp>
        <p:nvGrpSpPr>
          <p:cNvPr id="243" name="Group 279"/>
          <p:cNvGrpSpPr>
            <a:grpSpLocks/>
          </p:cNvGrpSpPr>
          <p:nvPr/>
        </p:nvGrpSpPr>
        <p:grpSpPr bwMode="auto">
          <a:xfrm>
            <a:off x="4751851" y="1574672"/>
            <a:ext cx="1566095" cy="686643"/>
            <a:chOff x="3793" y="617"/>
            <a:chExt cx="1077" cy="629"/>
          </a:xfrm>
          <a:solidFill>
            <a:schemeClr val="accent3">
              <a:lumMod val="75000"/>
            </a:schemeClr>
          </a:solidFill>
        </p:grpSpPr>
        <p:sp>
          <p:nvSpPr>
            <p:cNvPr id="422" name="Rectangle 280"/>
            <p:cNvSpPr>
              <a:spLocks noChangeArrowheads="1"/>
            </p:cNvSpPr>
            <p:nvPr/>
          </p:nvSpPr>
          <p:spPr bwMode="auto">
            <a:xfrm>
              <a:off x="3793" y="758"/>
              <a:ext cx="1077" cy="338"/>
            </a:xfrm>
            <a:prstGeom prst="rect">
              <a:avLst/>
            </a:prstGeom>
            <a:solidFill>
              <a:schemeClr val="accent6">
                <a:lumMod val="75000"/>
              </a:schemeClr>
            </a:solidFill>
            <a:ln w="3175">
              <a:solidFill>
                <a:schemeClr val="bg1">
                  <a:lumMod val="95000"/>
                </a:schemeClr>
              </a:solidFill>
              <a:miter lim="800000"/>
              <a:headEnd/>
              <a:tailEnd/>
            </a:ln>
          </p:spPr>
          <p:txBody>
            <a:bodyPr lIns="96000" tIns="0" rIns="96000" bIns="0" anchor="ctr">
              <a:spAutoFit/>
            </a:bodyPr>
            <a:lstStyle/>
            <a:p>
              <a:pPr algn="ctr"/>
              <a:endParaRPr lang="pt-BR" sz="2400"/>
            </a:p>
          </p:txBody>
        </p:sp>
        <p:sp>
          <p:nvSpPr>
            <p:cNvPr id="423" name="Rectangle 281"/>
            <p:cNvSpPr>
              <a:spLocks noChangeArrowheads="1"/>
            </p:cNvSpPr>
            <p:nvPr/>
          </p:nvSpPr>
          <p:spPr bwMode="auto">
            <a:xfrm>
              <a:off x="4536" y="825"/>
              <a:ext cx="140" cy="14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424" name="Rectangle 282"/>
            <p:cNvSpPr>
              <a:spLocks noChangeArrowheads="1"/>
            </p:cNvSpPr>
            <p:nvPr/>
          </p:nvSpPr>
          <p:spPr bwMode="auto">
            <a:xfrm>
              <a:off x="4209" y="964"/>
              <a:ext cx="94" cy="7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425" name="Rectangle 283"/>
            <p:cNvSpPr>
              <a:spLocks noChangeArrowheads="1"/>
            </p:cNvSpPr>
            <p:nvPr/>
          </p:nvSpPr>
          <p:spPr bwMode="auto">
            <a:xfrm>
              <a:off x="3929" y="1103"/>
              <a:ext cx="94" cy="7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426" name="Rectangle 284"/>
            <p:cNvSpPr>
              <a:spLocks noChangeArrowheads="1"/>
            </p:cNvSpPr>
            <p:nvPr/>
          </p:nvSpPr>
          <p:spPr bwMode="auto">
            <a:xfrm>
              <a:off x="3836" y="686"/>
              <a:ext cx="140" cy="14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427" name="Rectangle 285"/>
            <p:cNvSpPr>
              <a:spLocks noChangeArrowheads="1"/>
            </p:cNvSpPr>
            <p:nvPr/>
          </p:nvSpPr>
          <p:spPr bwMode="auto">
            <a:xfrm>
              <a:off x="4373" y="1103"/>
              <a:ext cx="210" cy="143"/>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428" name="Rectangle 286"/>
            <p:cNvSpPr>
              <a:spLocks noChangeArrowheads="1"/>
            </p:cNvSpPr>
            <p:nvPr/>
          </p:nvSpPr>
          <p:spPr bwMode="auto">
            <a:xfrm>
              <a:off x="4303" y="617"/>
              <a:ext cx="93" cy="142"/>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sp>
          <p:nvSpPr>
            <p:cNvPr id="429" name="Rectangle 287"/>
            <p:cNvSpPr>
              <a:spLocks noChangeArrowheads="1"/>
            </p:cNvSpPr>
            <p:nvPr/>
          </p:nvSpPr>
          <p:spPr bwMode="auto">
            <a:xfrm>
              <a:off x="4606" y="652"/>
              <a:ext cx="94" cy="72"/>
            </a:xfrm>
            <a:prstGeom prst="rect">
              <a:avLst/>
            </a:prstGeom>
            <a:grpFill/>
            <a:ln w="12700">
              <a:solidFill>
                <a:schemeClr val="bg1">
                  <a:lumMod val="95000"/>
                </a:schemeClr>
              </a:solidFill>
              <a:miter lim="800000"/>
              <a:headEnd/>
              <a:tailEnd/>
            </a:ln>
          </p:spPr>
          <p:txBody>
            <a:bodyPr wrap="none" anchor="ctr"/>
            <a:lstStyle/>
            <a:p>
              <a:pPr algn="ctr"/>
              <a:endParaRPr lang="pt-BR" sz="2400"/>
            </a:p>
          </p:txBody>
        </p:sp>
        <p:cxnSp>
          <p:nvCxnSpPr>
            <p:cNvPr id="430" name="AutoShape 288"/>
            <p:cNvCxnSpPr>
              <a:cxnSpLocks noChangeShapeType="1"/>
              <a:stCxn id="426" idx="3"/>
              <a:endCxn id="428" idx="1"/>
            </p:cNvCxnSpPr>
            <p:nvPr/>
          </p:nvCxnSpPr>
          <p:spPr bwMode="auto">
            <a:xfrm flipV="1">
              <a:off x="3976" y="688"/>
              <a:ext cx="327" cy="70"/>
            </a:xfrm>
            <a:prstGeom prst="straightConnector1">
              <a:avLst/>
            </a:prstGeom>
            <a:grpFill/>
            <a:ln w="12700">
              <a:solidFill>
                <a:schemeClr val="bg1">
                  <a:lumMod val="95000"/>
                </a:schemeClr>
              </a:solidFill>
              <a:round/>
              <a:headEnd/>
              <a:tailEnd type="triangle" w="sm" len="lg"/>
            </a:ln>
          </p:spPr>
        </p:cxnSp>
        <p:cxnSp>
          <p:nvCxnSpPr>
            <p:cNvPr id="431" name="AutoShape 289"/>
            <p:cNvCxnSpPr>
              <a:cxnSpLocks noChangeShapeType="1"/>
              <a:stCxn id="425" idx="3"/>
              <a:endCxn id="424" idx="1"/>
            </p:cNvCxnSpPr>
            <p:nvPr/>
          </p:nvCxnSpPr>
          <p:spPr bwMode="auto">
            <a:xfrm flipV="1">
              <a:off x="4023" y="1001"/>
              <a:ext cx="186" cy="139"/>
            </a:xfrm>
            <a:prstGeom prst="straightConnector1">
              <a:avLst/>
            </a:prstGeom>
            <a:grpFill/>
            <a:ln w="12700">
              <a:solidFill>
                <a:schemeClr val="bg1">
                  <a:lumMod val="95000"/>
                </a:schemeClr>
              </a:solidFill>
              <a:round/>
              <a:headEnd/>
              <a:tailEnd type="triangle" w="sm" len="lg"/>
            </a:ln>
          </p:spPr>
        </p:cxnSp>
        <p:cxnSp>
          <p:nvCxnSpPr>
            <p:cNvPr id="432" name="AutoShape 290"/>
            <p:cNvCxnSpPr>
              <a:cxnSpLocks noChangeShapeType="1"/>
              <a:stCxn id="424" idx="2"/>
              <a:endCxn id="427" idx="1"/>
            </p:cNvCxnSpPr>
            <p:nvPr/>
          </p:nvCxnSpPr>
          <p:spPr bwMode="auto">
            <a:xfrm>
              <a:off x="4256" y="1037"/>
              <a:ext cx="117" cy="138"/>
            </a:xfrm>
            <a:prstGeom prst="straightConnector1">
              <a:avLst/>
            </a:prstGeom>
            <a:grpFill/>
            <a:ln w="12700">
              <a:solidFill>
                <a:schemeClr val="bg1">
                  <a:lumMod val="95000"/>
                </a:schemeClr>
              </a:solidFill>
              <a:round/>
              <a:headEnd/>
              <a:tailEnd type="triangle" w="sm" len="lg"/>
            </a:ln>
          </p:spPr>
        </p:cxnSp>
        <p:cxnSp>
          <p:nvCxnSpPr>
            <p:cNvPr id="433" name="AutoShape 291"/>
            <p:cNvCxnSpPr>
              <a:cxnSpLocks noChangeShapeType="1"/>
              <a:stCxn id="424" idx="0"/>
              <a:endCxn id="428" idx="2"/>
            </p:cNvCxnSpPr>
            <p:nvPr/>
          </p:nvCxnSpPr>
          <p:spPr bwMode="auto">
            <a:xfrm flipV="1">
              <a:off x="4256" y="759"/>
              <a:ext cx="94" cy="205"/>
            </a:xfrm>
            <a:prstGeom prst="straightConnector1">
              <a:avLst/>
            </a:prstGeom>
            <a:grpFill/>
            <a:ln w="12700">
              <a:solidFill>
                <a:schemeClr val="bg1">
                  <a:lumMod val="95000"/>
                </a:schemeClr>
              </a:solidFill>
              <a:round/>
              <a:headEnd/>
              <a:tailEnd type="triangle" w="sm" len="lg"/>
            </a:ln>
          </p:spPr>
        </p:cxnSp>
        <p:cxnSp>
          <p:nvCxnSpPr>
            <p:cNvPr id="434" name="AutoShape 292"/>
            <p:cNvCxnSpPr>
              <a:cxnSpLocks noChangeShapeType="1"/>
              <a:stCxn id="428" idx="3"/>
              <a:endCxn id="429" idx="1"/>
            </p:cNvCxnSpPr>
            <p:nvPr/>
          </p:nvCxnSpPr>
          <p:spPr bwMode="auto">
            <a:xfrm>
              <a:off x="4396" y="688"/>
              <a:ext cx="210" cy="0"/>
            </a:xfrm>
            <a:prstGeom prst="straightConnector1">
              <a:avLst/>
            </a:prstGeom>
            <a:grpFill/>
            <a:ln w="12700">
              <a:solidFill>
                <a:schemeClr val="bg1">
                  <a:lumMod val="95000"/>
                </a:schemeClr>
              </a:solidFill>
              <a:round/>
              <a:headEnd/>
              <a:tailEnd type="triangle" w="sm" len="lg"/>
            </a:ln>
          </p:spPr>
        </p:cxnSp>
        <p:cxnSp>
          <p:nvCxnSpPr>
            <p:cNvPr id="435" name="AutoShape 293"/>
            <p:cNvCxnSpPr>
              <a:cxnSpLocks noChangeShapeType="1"/>
              <a:stCxn id="427" idx="0"/>
              <a:endCxn id="423" idx="2"/>
            </p:cNvCxnSpPr>
            <p:nvPr/>
          </p:nvCxnSpPr>
          <p:spPr bwMode="auto">
            <a:xfrm flipV="1">
              <a:off x="4478" y="968"/>
              <a:ext cx="128" cy="135"/>
            </a:xfrm>
            <a:prstGeom prst="straightConnector1">
              <a:avLst/>
            </a:prstGeom>
            <a:grpFill/>
            <a:ln w="12700">
              <a:solidFill>
                <a:schemeClr val="bg1">
                  <a:lumMod val="95000"/>
                </a:schemeClr>
              </a:solidFill>
              <a:round/>
              <a:headEnd/>
              <a:tailEnd type="triangle" w="sm" len="lg"/>
            </a:ln>
          </p:spPr>
        </p:cxnSp>
        <p:cxnSp>
          <p:nvCxnSpPr>
            <p:cNvPr id="436" name="AutoShape 294"/>
            <p:cNvCxnSpPr>
              <a:cxnSpLocks noChangeShapeType="1"/>
              <a:stCxn id="423" idx="0"/>
              <a:endCxn id="429" idx="2"/>
            </p:cNvCxnSpPr>
            <p:nvPr/>
          </p:nvCxnSpPr>
          <p:spPr bwMode="auto">
            <a:xfrm flipV="1">
              <a:off x="4606" y="724"/>
              <a:ext cx="47" cy="101"/>
            </a:xfrm>
            <a:prstGeom prst="straightConnector1">
              <a:avLst/>
            </a:prstGeom>
            <a:grpFill/>
            <a:ln w="12700">
              <a:solidFill>
                <a:schemeClr val="bg1">
                  <a:lumMod val="95000"/>
                </a:schemeClr>
              </a:solidFill>
              <a:round/>
              <a:headEnd/>
              <a:tailEnd type="triangle" w="sm" len="lg"/>
            </a:ln>
          </p:spPr>
        </p:cxnSp>
        <p:cxnSp>
          <p:nvCxnSpPr>
            <p:cNvPr id="437" name="AutoShape 295"/>
            <p:cNvCxnSpPr>
              <a:cxnSpLocks noChangeShapeType="1"/>
              <a:stCxn id="427" idx="3"/>
            </p:cNvCxnSpPr>
            <p:nvPr/>
          </p:nvCxnSpPr>
          <p:spPr bwMode="auto">
            <a:xfrm>
              <a:off x="4583" y="1175"/>
              <a:ext cx="163" cy="69"/>
            </a:xfrm>
            <a:prstGeom prst="straightConnector1">
              <a:avLst/>
            </a:prstGeom>
            <a:grpFill/>
            <a:ln w="12700">
              <a:solidFill>
                <a:schemeClr val="bg1">
                  <a:lumMod val="95000"/>
                </a:schemeClr>
              </a:solidFill>
              <a:round/>
              <a:headEnd/>
              <a:tailEnd type="triangle" w="sm" len="lg"/>
            </a:ln>
          </p:spPr>
        </p:cxnSp>
        <p:cxnSp>
          <p:nvCxnSpPr>
            <p:cNvPr id="438" name="AutoShape 296"/>
            <p:cNvCxnSpPr>
              <a:cxnSpLocks noChangeShapeType="1"/>
              <a:stCxn id="424" idx="3"/>
              <a:endCxn id="423" idx="1"/>
            </p:cNvCxnSpPr>
            <p:nvPr/>
          </p:nvCxnSpPr>
          <p:spPr bwMode="auto">
            <a:xfrm flipV="1">
              <a:off x="4303" y="897"/>
              <a:ext cx="233" cy="104"/>
            </a:xfrm>
            <a:prstGeom prst="straightConnector1">
              <a:avLst/>
            </a:prstGeom>
            <a:grpFill/>
            <a:ln w="12700">
              <a:solidFill>
                <a:schemeClr val="bg1">
                  <a:lumMod val="95000"/>
                </a:schemeClr>
              </a:solidFill>
              <a:round/>
              <a:headEnd/>
              <a:tailEnd type="triangle" w="sm" len="lg"/>
            </a:ln>
          </p:spPr>
        </p:cxnSp>
      </p:grpSp>
      <p:sp>
        <p:nvSpPr>
          <p:cNvPr id="383" name="Text Box 361"/>
          <p:cNvSpPr txBox="1">
            <a:spLocks noChangeArrowheads="1"/>
          </p:cNvSpPr>
          <p:nvPr/>
        </p:nvSpPr>
        <p:spPr bwMode="auto">
          <a:xfrm rot="21383165">
            <a:off x="8800785" y="2803002"/>
            <a:ext cx="2775119" cy="502766"/>
          </a:xfrm>
          <a:prstGeom prst="rect">
            <a:avLst/>
          </a:prstGeom>
          <a:solidFill>
            <a:srgbClr val="FF7400"/>
          </a:solidFill>
          <a:ln w="9525" algn="ctr">
            <a:noFill/>
            <a:miter lim="800000"/>
            <a:headEnd/>
            <a:tailEnd/>
          </a:ln>
        </p:spPr>
        <p:txBody>
          <a:bodyPr wrap="none">
            <a:spAutoFit/>
          </a:bodyPr>
          <a:lstStyle>
            <a:defPPr>
              <a:defRPr lang="pt-BR"/>
            </a:defPPr>
            <a:lvl1pPr algn="ctr">
              <a:defRPr sz="2000"/>
            </a:lvl1pPr>
          </a:lstStyle>
          <a:p>
            <a:r>
              <a:rPr lang="pt-BR" sz="2667" dirty="0">
                <a:solidFill>
                  <a:schemeClr val="bg1"/>
                </a:solidFill>
                <a:latin typeface="Lato" pitchFamily="34" charset="0"/>
              </a:rPr>
              <a:t>Processo padrão</a:t>
            </a:r>
          </a:p>
        </p:txBody>
      </p:sp>
      <p:sp>
        <p:nvSpPr>
          <p:cNvPr id="439" name="Text Box 361"/>
          <p:cNvSpPr txBox="1">
            <a:spLocks noChangeArrowheads="1"/>
          </p:cNvSpPr>
          <p:nvPr/>
        </p:nvSpPr>
        <p:spPr bwMode="auto">
          <a:xfrm rot="21383165">
            <a:off x="8397094" y="674531"/>
            <a:ext cx="3534942" cy="502766"/>
          </a:xfrm>
          <a:prstGeom prst="rect">
            <a:avLst/>
          </a:prstGeom>
          <a:solidFill>
            <a:srgbClr val="FF7400"/>
          </a:solidFill>
          <a:ln w="9525" algn="ctr">
            <a:noFill/>
            <a:miter lim="800000"/>
            <a:headEnd/>
            <a:tailEnd/>
          </a:ln>
        </p:spPr>
        <p:txBody>
          <a:bodyPr wrap="none">
            <a:spAutoFit/>
          </a:bodyPr>
          <a:lstStyle>
            <a:defPPr>
              <a:defRPr lang="pt-BR"/>
            </a:defPPr>
            <a:lvl1pPr algn="ctr">
              <a:defRPr sz="2000"/>
            </a:lvl1pPr>
          </a:lstStyle>
          <a:p>
            <a:r>
              <a:rPr lang="pt-BR" sz="2667" dirty="0">
                <a:solidFill>
                  <a:schemeClr val="bg1"/>
                </a:solidFill>
                <a:latin typeface="Lato" pitchFamily="34" charset="0"/>
              </a:rPr>
              <a:t>Modelo de Referência</a:t>
            </a:r>
          </a:p>
        </p:txBody>
      </p:sp>
      <p:sp>
        <p:nvSpPr>
          <p:cNvPr id="440" name="Text Box 359"/>
          <p:cNvSpPr txBox="1">
            <a:spLocks noChangeArrowheads="1"/>
          </p:cNvSpPr>
          <p:nvPr/>
        </p:nvSpPr>
        <p:spPr bwMode="auto">
          <a:xfrm>
            <a:off x="3200846" y="747661"/>
            <a:ext cx="5163184" cy="410433"/>
          </a:xfrm>
          <a:prstGeom prst="rect">
            <a:avLst/>
          </a:prstGeom>
          <a:solidFill>
            <a:srgbClr val="4D4D4D"/>
          </a:solidFill>
          <a:ln w="3175">
            <a:noFill/>
            <a:miter lim="800000"/>
            <a:headEnd/>
            <a:tailEnd/>
          </a:ln>
        </p:spPr>
        <p:txBody>
          <a:bodyPr wrap="none" lIns="96000" tIns="0" rIns="96000" bIns="0">
            <a:spAutoFit/>
          </a:bodyPr>
          <a:lstStyle/>
          <a:p>
            <a:pPr algn="ctr"/>
            <a:r>
              <a:rPr lang="pt-BR" sz="2667" dirty="0">
                <a:solidFill>
                  <a:schemeClr val="bg1"/>
                </a:solidFill>
                <a:latin typeface="Lato" pitchFamily="34" charset="0"/>
              </a:rPr>
              <a:t>Modelos de referência genéricos</a:t>
            </a:r>
          </a:p>
        </p:txBody>
      </p:sp>
      <p:pic>
        <p:nvPicPr>
          <p:cNvPr id="441" name="Picture 363"/>
          <p:cNvPicPr>
            <a:picLocks noChangeAspect="1" noChangeArrowheads="1"/>
          </p:cNvPicPr>
          <p:nvPr/>
        </p:nvPicPr>
        <p:blipFill>
          <a:blip r:embed="rId2" cstate="print"/>
          <a:srcRect/>
          <a:stretch>
            <a:fillRect/>
          </a:stretch>
        </p:blipFill>
        <p:spPr bwMode="auto">
          <a:xfrm>
            <a:off x="431372" y="1299724"/>
            <a:ext cx="3650945" cy="1227809"/>
          </a:xfrm>
          <a:prstGeom prst="rect">
            <a:avLst/>
          </a:prstGeom>
          <a:noFill/>
          <a:ln w="38100">
            <a:noFill/>
            <a:miter lim="800000"/>
            <a:headEnd/>
            <a:tailEnd/>
          </a:ln>
        </p:spPr>
      </p:pic>
    </p:spTree>
    <p:extLst>
      <p:ext uri="{BB962C8B-B14F-4D97-AF65-F5344CB8AC3E}">
        <p14:creationId xmlns:p14="http://schemas.microsoft.com/office/powerpoint/2010/main" val="3803901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ço Reservado para Número de Slide 17"/>
          <p:cNvSpPr txBox="1">
            <a:spLocks/>
          </p:cNvSpPr>
          <p:nvPr/>
        </p:nvSpPr>
        <p:spPr>
          <a:xfrm>
            <a:off x="11376587" y="8657167"/>
            <a:ext cx="589856" cy="486833"/>
          </a:xfrm>
          <a:prstGeom prst="rect">
            <a:avLst/>
          </a:prstGeom>
        </p:spPr>
        <p:txBody>
          <a:bodyPr/>
          <a:lstStyle/>
          <a:p>
            <a:pPr defTabSz="609585">
              <a:defRPr/>
            </a:pPr>
            <a:fld id="{2119D8CF-8DEC-4D9F-84EE-ADF04DFF3391}" type="slidenum">
              <a:rPr lang="pt-BR" sz="2400"/>
              <a:pPr defTabSz="609585">
                <a:defRPr/>
              </a:pPr>
              <a:t>23</a:t>
            </a:fld>
            <a:endParaRPr lang="pt-BR" sz="2400"/>
          </a:p>
        </p:txBody>
      </p:sp>
      <p:sp>
        <p:nvSpPr>
          <p:cNvPr id="30" name="Retângulo de cantos arredondados 29"/>
          <p:cNvSpPr/>
          <p:nvPr/>
        </p:nvSpPr>
        <p:spPr>
          <a:xfrm>
            <a:off x="527382" y="418533"/>
            <a:ext cx="11312332" cy="2724137"/>
          </a:xfrm>
          <a:prstGeom prst="roundRect">
            <a:avLst>
              <a:gd name="adj" fmla="val 10814"/>
            </a:avLst>
          </a:prstGeom>
          <a:solidFill>
            <a:schemeClr val="bg1">
              <a:lumMod val="95000"/>
            </a:schemeClr>
          </a:solid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dirty="0">
              <a:latin typeface="Lato" pitchFamily="34" charset="0"/>
            </a:endParaRPr>
          </a:p>
        </p:txBody>
      </p:sp>
      <p:sp>
        <p:nvSpPr>
          <p:cNvPr id="32" name="Retângulo de cantos arredondados 31"/>
          <p:cNvSpPr/>
          <p:nvPr/>
        </p:nvSpPr>
        <p:spPr>
          <a:xfrm>
            <a:off x="527382" y="3355228"/>
            <a:ext cx="11312332" cy="2758971"/>
          </a:xfrm>
          <a:prstGeom prst="roundRect">
            <a:avLst>
              <a:gd name="adj" fmla="val 10814"/>
            </a:avLst>
          </a:prstGeom>
          <a:solidFill>
            <a:schemeClr val="bg1">
              <a:lumMod val="95000"/>
            </a:schemeClr>
          </a:solid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a:latin typeface="Lato" pitchFamily="34" charset="0"/>
            </a:endParaRPr>
          </a:p>
        </p:txBody>
      </p:sp>
      <p:sp>
        <p:nvSpPr>
          <p:cNvPr id="33" name="CaixaDeTexto 32"/>
          <p:cNvSpPr txBox="1"/>
          <p:nvPr/>
        </p:nvSpPr>
        <p:spPr>
          <a:xfrm>
            <a:off x="1007435" y="84047"/>
            <a:ext cx="10261142" cy="666786"/>
          </a:xfrm>
          <a:prstGeom prst="rect">
            <a:avLst/>
          </a:prstGeom>
          <a:solidFill>
            <a:schemeClr val="bg1">
              <a:lumMod val="95000"/>
            </a:schemeClr>
          </a:solidFill>
          <a:ln>
            <a:noFill/>
          </a:ln>
        </p:spPr>
        <p:txBody>
          <a:bodyPr wrap="none" rtlCol="0" anchor="ctr" anchorCtr="0">
            <a:spAutoFit/>
          </a:bodyPr>
          <a:lstStyle/>
          <a:p>
            <a:r>
              <a:rPr lang="pt-BR" sz="3733" dirty="0">
                <a:solidFill>
                  <a:srgbClr val="595959"/>
                </a:solidFill>
                <a:latin typeface="Lato" pitchFamily="34" charset="0"/>
              </a:rPr>
              <a:t>Gestão do desenvolvimento de produtos (GDP)</a:t>
            </a:r>
          </a:p>
        </p:txBody>
      </p:sp>
      <p:sp>
        <p:nvSpPr>
          <p:cNvPr id="31" name="CaixaDeTexto 30"/>
          <p:cNvSpPr txBox="1"/>
          <p:nvPr/>
        </p:nvSpPr>
        <p:spPr>
          <a:xfrm>
            <a:off x="904751" y="5754791"/>
            <a:ext cx="10658687" cy="666786"/>
          </a:xfrm>
          <a:prstGeom prst="rect">
            <a:avLst/>
          </a:prstGeom>
          <a:solidFill>
            <a:schemeClr val="bg1">
              <a:lumMod val="95000"/>
            </a:schemeClr>
          </a:solidFill>
          <a:ln>
            <a:noFill/>
          </a:ln>
        </p:spPr>
        <p:txBody>
          <a:bodyPr wrap="none" rtlCol="0" anchor="ctr" anchorCtr="0">
            <a:spAutoFit/>
          </a:bodyPr>
          <a:lstStyle/>
          <a:p>
            <a:r>
              <a:rPr lang="pt-BR" sz="3733" dirty="0">
                <a:solidFill>
                  <a:srgbClr val="595959"/>
                </a:solidFill>
                <a:latin typeface="Lato" pitchFamily="34" charset="0"/>
              </a:rPr>
              <a:t>Processo de desenvolvimento de produtos (PDP)</a:t>
            </a:r>
          </a:p>
        </p:txBody>
      </p:sp>
      <p:cxnSp>
        <p:nvCxnSpPr>
          <p:cNvPr id="55" name="Conector de seta reta 54"/>
          <p:cNvCxnSpPr>
            <a:stCxn id="67" idx="3"/>
            <a:endCxn id="82" idx="1"/>
          </p:cNvCxnSpPr>
          <p:nvPr/>
        </p:nvCxnSpPr>
        <p:spPr>
          <a:xfrm>
            <a:off x="3695734" y="2180861"/>
            <a:ext cx="912101" cy="0"/>
          </a:xfrm>
          <a:prstGeom prst="straightConnector1">
            <a:avLst/>
          </a:prstGeom>
          <a:ln w="38100">
            <a:solidFill>
              <a:srgbClr val="595959"/>
            </a:solidFill>
            <a:tailEnd type="arrow"/>
          </a:ln>
        </p:spPr>
        <p:style>
          <a:lnRef idx="1">
            <a:schemeClr val="accent1"/>
          </a:lnRef>
          <a:fillRef idx="0">
            <a:schemeClr val="accent1"/>
          </a:fillRef>
          <a:effectRef idx="0">
            <a:schemeClr val="accent1"/>
          </a:effectRef>
          <a:fontRef idx="minor">
            <a:schemeClr val="tx1"/>
          </a:fontRef>
        </p:style>
      </p:cxnSp>
      <p:cxnSp>
        <p:nvCxnSpPr>
          <p:cNvPr id="56" name="Conector de seta reta 55"/>
          <p:cNvCxnSpPr>
            <a:stCxn id="82" idx="3"/>
            <a:endCxn id="84" idx="1"/>
          </p:cNvCxnSpPr>
          <p:nvPr/>
        </p:nvCxnSpPr>
        <p:spPr>
          <a:xfrm>
            <a:off x="7584165" y="2180861"/>
            <a:ext cx="1039779" cy="0"/>
          </a:xfrm>
          <a:prstGeom prst="straightConnector1">
            <a:avLst/>
          </a:prstGeom>
          <a:ln w="38100">
            <a:solidFill>
              <a:srgbClr val="595959"/>
            </a:solidFill>
            <a:tailEnd type="arrow"/>
          </a:ln>
        </p:spPr>
        <p:style>
          <a:lnRef idx="1">
            <a:schemeClr val="accent1"/>
          </a:lnRef>
          <a:fillRef idx="0">
            <a:schemeClr val="accent1"/>
          </a:fillRef>
          <a:effectRef idx="0">
            <a:schemeClr val="accent1"/>
          </a:effectRef>
          <a:fontRef idx="minor">
            <a:schemeClr val="tx1"/>
          </a:fontRef>
        </p:style>
      </p:cxnSp>
      <p:cxnSp>
        <p:nvCxnSpPr>
          <p:cNvPr id="57" name="Conector angulado 56"/>
          <p:cNvCxnSpPr/>
          <p:nvPr/>
        </p:nvCxnSpPr>
        <p:spPr>
          <a:xfrm rot="16200000" flipV="1">
            <a:off x="6183360" y="-2387333"/>
            <a:ext cx="31952" cy="7824192"/>
          </a:xfrm>
          <a:prstGeom prst="bentConnector3">
            <a:avLst>
              <a:gd name="adj1" fmla="val 1053931"/>
            </a:avLst>
          </a:prstGeom>
          <a:ln w="38100">
            <a:solidFill>
              <a:srgbClr val="595959"/>
            </a:solidFill>
            <a:tailEnd type="arrow"/>
          </a:ln>
        </p:spPr>
        <p:style>
          <a:lnRef idx="1">
            <a:schemeClr val="accent1"/>
          </a:lnRef>
          <a:fillRef idx="0">
            <a:schemeClr val="accent1"/>
          </a:fillRef>
          <a:effectRef idx="0">
            <a:schemeClr val="accent1"/>
          </a:effectRef>
          <a:fontRef idx="minor">
            <a:schemeClr val="tx1"/>
          </a:fontRef>
        </p:style>
      </p:cxnSp>
      <p:sp>
        <p:nvSpPr>
          <p:cNvPr id="67" name="Retângulo 66"/>
          <p:cNvSpPr/>
          <p:nvPr/>
        </p:nvSpPr>
        <p:spPr>
          <a:xfrm>
            <a:off x="719403" y="1508787"/>
            <a:ext cx="2976331" cy="134414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007508">
              <a:lnSpc>
                <a:spcPct val="90000"/>
              </a:lnSpc>
              <a:spcBef>
                <a:spcPct val="0"/>
              </a:spcBef>
              <a:spcAft>
                <a:spcPct val="35000"/>
              </a:spcAft>
            </a:pPr>
            <a:r>
              <a:rPr lang="pt-BR" sz="2667" dirty="0">
                <a:latin typeface="Lato" pitchFamily="34" charset="0"/>
              </a:rPr>
              <a:t>Analisar, modelar e otimizar o PDP</a:t>
            </a:r>
          </a:p>
        </p:txBody>
      </p:sp>
      <p:sp>
        <p:nvSpPr>
          <p:cNvPr id="82" name="Retângulo 81"/>
          <p:cNvSpPr/>
          <p:nvPr/>
        </p:nvSpPr>
        <p:spPr>
          <a:xfrm>
            <a:off x="4607835" y="1508787"/>
            <a:ext cx="2976331" cy="134414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007508">
              <a:lnSpc>
                <a:spcPct val="90000"/>
              </a:lnSpc>
              <a:spcBef>
                <a:spcPct val="0"/>
              </a:spcBef>
              <a:spcAft>
                <a:spcPct val="35000"/>
              </a:spcAft>
            </a:pPr>
            <a:r>
              <a:rPr lang="pt-BR" sz="2667" dirty="0">
                <a:latin typeface="Lato" pitchFamily="34" charset="0"/>
              </a:rPr>
              <a:t>Implantar / </a:t>
            </a:r>
            <a:br>
              <a:rPr lang="pt-BR" sz="2667" dirty="0">
                <a:latin typeface="Lato" pitchFamily="34" charset="0"/>
              </a:rPr>
            </a:br>
            <a:r>
              <a:rPr lang="pt-BR" sz="2667" dirty="0">
                <a:latin typeface="Lato" pitchFamily="34" charset="0"/>
              </a:rPr>
              <a:t>Melhorar o PDP</a:t>
            </a:r>
          </a:p>
        </p:txBody>
      </p:sp>
      <p:sp>
        <p:nvSpPr>
          <p:cNvPr id="84" name="Retângulo 83"/>
          <p:cNvSpPr/>
          <p:nvPr/>
        </p:nvSpPr>
        <p:spPr>
          <a:xfrm>
            <a:off x="8623944" y="1508787"/>
            <a:ext cx="2976331" cy="134414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007508">
              <a:lnSpc>
                <a:spcPct val="90000"/>
              </a:lnSpc>
              <a:spcBef>
                <a:spcPct val="0"/>
              </a:spcBef>
              <a:spcAft>
                <a:spcPct val="35000"/>
              </a:spcAft>
            </a:pPr>
            <a:r>
              <a:rPr lang="pt-BR" sz="2667" dirty="0">
                <a:latin typeface="Lato" pitchFamily="34" charset="0"/>
              </a:rPr>
              <a:t>Monitorar o desempenho do PDP</a:t>
            </a:r>
          </a:p>
        </p:txBody>
      </p:sp>
      <p:sp>
        <p:nvSpPr>
          <p:cNvPr id="85" name="Triângulo isósceles 84"/>
          <p:cNvSpPr/>
          <p:nvPr/>
        </p:nvSpPr>
        <p:spPr>
          <a:xfrm>
            <a:off x="2831638" y="2948947"/>
            <a:ext cx="6528725" cy="576064"/>
          </a:xfrm>
          <a:prstGeom prst="triangl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b"/>
          <a:lstStyle/>
          <a:p>
            <a:pPr algn="ctr" defTabSz="1007508">
              <a:lnSpc>
                <a:spcPct val="90000"/>
              </a:lnSpc>
              <a:spcBef>
                <a:spcPct val="0"/>
              </a:spcBef>
              <a:spcAft>
                <a:spcPct val="35000"/>
              </a:spcAft>
            </a:pPr>
            <a:r>
              <a:rPr lang="pt-BR" sz="2667" dirty="0">
                <a:latin typeface="Lato" pitchFamily="34" charset="0"/>
              </a:rPr>
              <a:t>Referência </a:t>
            </a:r>
          </a:p>
        </p:txBody>
      </p:sp>
      <p:sp>
        <p:nvSpPr>
          <p:cNvPr id="86" name="Retângulo 85"/>
          <p:cNvSpPr/>
          <p:nvPr/>
        </p:nvSpPr>
        <p:spPr>
          <a:xfrm>
            <a:off x="4630517" y="3717032"/>
            <a:ext cx="3193675" cy="768085"/>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007508">
              <a:lnSpc>
                <a:spcPct val="90000"/>
              </a:lnSpc>
              <a:spcBef>
                <a:spcPct val="0"/>
              </a:spcBef>
              <a:spcAft>
                <a:spcPct val="35000"/>
              </a:spcAft>
            </a:pPr>
            <a:r>
              <a:rPr lang="pt-BR" sz="2667" dirty="0">
                <a:latin typeface="Lato" pitchFamily="34" charset="0"/>
              </a:rPr>
              <a:t>Práticas de gestão de projetos !!!</a:t>
            </a:r>
          </a:p>
        </p:txBody>
      </p:sp>
      <p:sp>
        <p:nvSpPr>
          <p:cNvPr id="87" name="Retângulo 86"/>
          <p:cNvSpPr/>
          <p:nvPr/>
        </p:nvSpPr>
        <p:spPr>
          <a:xfrm>
            <a:off x="799580" y="3717032"/>
            <a:ext cx="3446853" cy="768085"/>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007508">
              <a:lnSpc>
                <a:spcPct val="90000"/>
              </a:lnSpc>
              <a:spcBef>
                <a:spcPct val="0"/>
              </a:spcBef>
              <a:spcAft>
                <a:spcPct val="35000"/>
              </a:spcAft>
            </a:pPr>
            <a:r>
              <a:rPr lang="pt-BR" sz="2667" dirty="0">
                <a:latin typeface="Lato" pitchFamily="34" charset="0"/>
              </a:rPr>
              <a:t>Modelo de referência (fases </a:t>
            </a:r>
            <a:r>
              <a:rPr lang="pt-BR" sz="2667" dirty="0" err="1">
                <a:latin typeface="Lato" pitchFamily="34" charset="0"/>
              </a:rPr>
              <a:t>etc</a:t>
            </a:r>
            <a:r>
              <a:rPr lang="pt-BR" sz="2667" dirty="0">
                <a:latin typeface="Lato" pitchFamily="34" charset="0"/>
              </a:rPr>
              <a:t>)</a:t>
            </a:r>
          </a:p>
        </p:txBody>
      </p:sp>
      <p:sp>
        <p:nvSpPr>
          <p:cNvPr id="88" name="Retângulo 87"/>
          <p:cNvSpPr/>
          <p:nvPr/>
        </p:nvSpPr>
        <p:spPr>
          <a:xfrm>
            <a:off x="8153422" y="3717032"/>
            <a:ext cx="3446853" cy="768085"/>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007508">
              <a:lnSpc>
                <a:spcPct val="90000"/>
              </a:lnSpc>
              <a:spcBef>
                <a:spcPct val="0"/>
              </a:spcBef>
              <a:spcAft>
                <a:spcPct val="35000"/>
              </a:spcAft>
            </a:pPr>
            <a:r>
              <a:rPr lang="pt-BR" sz="2667" dirty="0">
                <a:latin typeface="Lato" pitchFamily="34" charset="0"/>
              </a:rPr>
              <a:t>Disciplinas (áreas de conhecimento)</a:t>
            </a:r>
          </a:p>
        </p:txBody>
      </p:sp>
      <p:pic>
        <p:nvPicPr>
          <p:cNvPr id="8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3446" y="4775441"/>
            <a:ext cx="3068257" cy="84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92277" y="4629313"/>
            <a:ext cx="2112235" cy="1134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 name="Retângulo 90"/>
          <p:cNvSpPr/>
          <p:nvPr/>
        </p:nvSpPr>
        <p:spPr>
          <a:xfrm>
            <a:off x="4079776" y="4516785"/>
            <a:ext cx="3936437" cy="1374735"/>
          </a:xfrm>
          <a:prstGeom prst="rect">
            <a:avLst/>
          </a:prstGeom>
        </p:spPr>
        <p:txBody>
          <a:bodyPr wrap="square">
            <a:spAutoFit/>
          </a:bodyPr>
          <a:lstStyle/>
          <a:p>
            <a:pPr algn="ctr">
              <a:lnSpc>
                <a:spcPts val="2533"/>
              </a:lnSpc>
            </a:pPr>
            <a:r>
              <a:rPr lang="pt-BR" sz="2667" dirty="0">
                <a:solidFill>
                  <a:srgbClr val="595959"/>
                </a:solidFill>
                <a:latin typeface="Lato" pitchFamily="34" charset="0"/>
              </a:rPr>
              <a:t>Práticas </a:t>
            </a:r>
            <a:br>
              <a:rPr lang="pt-BR" sz="2667" dirty="0">
                <a:solidFill>
                  <a:srgbClr val="595959"/>
                </a:solidFill>
                <a:latin typeface="Lato" pitchFamily="34" charset="0"/>
              </a:rPr>
            </a:br>
            <a:r>
              <a:rPr lang="pt-BR" sz="2667" dirty="0">
                <a:solidFill>
                  <a:srgbClr val="595959"/>
                </a:solidFill>
                <a:latin typeface="Lato" pitchFamily="34" charset="0"/>
              </a:rPr>
              <a:t>Métodos</a:t>
            </a:r>
          </a:p>
          <a:p>
            <a:pPr algn="ctr">
              <a:lnSpc>
                <a:spcPts val="2533"/>
              </a:lnSpc>
            </a:pPr>
            <a:r>
              <a:rPr lang="pt-BR" sz="2667" dirty="0">
                <a:solidFill>
                  <a:srgbClr val="595959"/>
                </a:solidFill>
                <a:latin typeface="Lato" pitchFamily="34" charset="0"/>
              </a:rPr>
              <a:t>Diretrizes</a:t>
            </a:r>
            <a:br>
              <a:rPr lang="pt-BR" sz="2667" dirty="0">
                <a:solidFill>
                  <a:srgbClr val="595959"/>
                </a:solidFill>
                <a:latin typeface="Lato" pitchFamily="34" charset="0"/>
              </a:rPr>
            </a:br>
            <a:r>
              <a:rPr lang="pt-BR" sz="2667" dirty="0">
                <a:solidFill>
                  <a:srgbClr val="595959"/>
                </a:solidFill>
                <a:latin typeface="Lato" pitchFamily="34" charset="0"/>
              </a:rPr>
              <a:t>Ferramentas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7" descr="Gestão de Desenvolvimento de Produto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2438" y="257175"/>
            <a:ext cx="4386262" cy="635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Text Box 8"/>
          <p:cNvSpPr txBox="1">
            <a:spLocks noChangeArrowheads="1"/>
          </p:cNvSpPr>
          <p:nvPr/>
        </p:nvSpPr>
        <p:spPr bwMode="auto">
          <a:xfrm>
            <a:off x="6530976" y="217488"/>
            <a:ext cx="3203575"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3600">
                <a:solidFill>
                  <a:schemeClr val="accent2"/>
                </a:solidFill>
              </a:rPr>
              <a:t>Atividades genéricas </a:t>
            </a:r>
          </a:p>
          <a:p>
            <a:pPr eaLnBrk="1" hangingPunct="1"/>
            <a:r>
              <a:rPr lang="pt-BR" altLang="pt-BR" sz="1800">
                <a:solidFill>
                  <a:schemeClr val="accent2"/>
                </a:solidFill>
              </a:rPr>
              <a:t>(Capítulo 3)</a:t>
            </a:r>
            <a:endParaRPr lang="pt-BR" altLang="pt-BR" sz="1800"/>
          </a:p>
        </p:txBody>
      </p:sp>
      <p:sp>
        <p:nvSpPr>
          <p:cNvPr id="35844" name="Text Box 9"/>
          <p:cNvSpPr txBox="1">
            <a:spLocks noChangeArrowheads="1"/>
          </p:cNvSpPr>
          <p:nvPr/>
        </p:nvSpPr>
        <p:spPr bwMode="auto">
          <a:xfrm>
            <a:off x="6938964" y="4183064"/>
            <a:ext cx="3292475"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eaLnBrk="1" hangingPunct="1"/>
            <a:r>
              <a:rPr lang="pt-BR" altLang="pt-BR" sz="2000">
                <a:solidFill>
                  <a:schemeClr val="accent2"/>
                </a:solidFill>
              </a:rPr>
              <a:t>Henrique Rozenfeld</a:t>
            </a:r>
          </a:p>
          <a:p>
            <a:pPr algn="l" eaLnBrk="1" hangingPunct="1"/>
            <a:r>
              <a:rPr lang="pt-BR" altLang="pt-BR" sz="2000">
                <a:solidFill>
                  <a:schemeClr val="accent2"/>
                </a:solidFill>
              </a:rPr>
              <a:t>Fernando Antônio Forcellini</a:t>
            </a:r>
          </a:p>
          <a:p>
            <a:pPr algn="l" eaLnBrk="1" hangingPunct="1"/>
            <a:r>
              <a:rPr lang="pt-BR" altLang="pt-BR" sz="2000">
                <a:solidFill>
                  <a:schemeClr val="accent2"/>
                </a:solidFill>
              </a:rPr>
              <a:t>Daniel Capaldo Amaral</a:t>
            </a:r>
          </a:p>
          <a:p>
            <a:pPr algn="l" eaLnBrk="1" hangingPunct="1"/>
            <a:r>
              <a:rPr lang="pt-BR" altLang="pt-BR" sz="2000">
                <a:solidFill>
                  <a:schemeClr val="accent2"/>
                </a:solidFill>
              </a:rPr>
              <a:t>José Carlos Toledo</a:t>
            </a:r>
          </a:p>
          <a:p>
            <a:pPr algn="l" eaLnBrk="1" hangingPunct="1"/>
            <a:r>
              <a:rPr lang="pt-BR" altLang="pt-BR" sz="2000">
                <a:solidFill>
                  <a:schemeClr val="accent2"/>
                </a:solidFill>
              </a:rPr>
              <a:t>Sergio Luis da Silva</a:t>
            </a:r>
          </a:p>
          <a:p>
            <a:pPr algn="l" eaLnBrk="1" hangingPunct="1"/>
            <a:r>
              <a:rPr lang="pt-BR" altLang="pt-BR" sz="2000">
                <a:solidFill>
                  <a:schemeClr val="accent2"/>
                </a:solidFill>
              </a:rPr>
              <a:t>Dário Henrique Alliprandini</a:t>
            </a:r>
          </a:p>
          <a:p>
            <a:pPr algn="l" eaLnBrk="1" hangingPunct="1"/>
            <a:r>
              <a:rPr lang="pt-BR" altLang="pt-BR" sz="2000">
                <a:solidFill>
                  <a:schemeClr val="accent2"/>
                </a:solidFill>
              </a:rPr>
              <a:t>Régis Kovacs Scalice</a:t>
            </a:r>
          </a:p>
        </p:txBody>
      </p:sp>
      <p:grpSp>
        <p:nvGrpSpPr>
          <p:cNvPr id="35845" name="Group 251"/>
          <p:cNvGrpSpPr>
            <a:grpSpLocks/>
          </p:cNvGrpSpPr>
          <p:nvPr/>
        </p:nvGrpSpPr>
        <p:grpSpPr bwMode="auto">
          <a:xfrm>
            <a:off x="6170614" y="2067834"/>
            <a:ext cx="4371975" cy="1659617"/>
            <a:chOff x="618" y="2815"/>
            <a:chExt cx="3002" cy="1140"/>
          </a:xfrm>
        </p:grpSpPr>
        <p:sp>
          <p:nvSpPr>
            <p:cNvPr id="35846" name="Rectangle 252"/>
            <p:cNvSpPr>
              <a:spLocks noChangeArrowheads="1"/>
            </p:cNvSpPr>
            <p:nvPr/>
          </p:nvSpPr>
          <p:spPr bwMode="auto">
            <a:xfrm>
              <a:off x="988" y="3760"/>
              <a:ext cx="2595" cy="195"/>
            </a:xfrm>
            <a:prstGeom prst="rect">
              <a:avLst/>
            </a:prstGeom>
            <a:solidFill>
              <a:srgbClr val="FFFF00"/>
            </a:solidFill>
            <a:ln w="9525">
              <a:solidFill>
                <a:schemeClr val="tx1"/>
              </a:solidFill>
              <a:miter lim="800000"/>
              <a:headEnd/>
              <a:tailEnd/>
            </a:ln>
          </p:spPr>
          <p:txBody>
            <a:bodyPr lIns="72000" tIns="0" rIns="72000" bIns="0" anchor="ctr" anchorCtr="1">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800" b="1" i="1">
                <a:solidFill>
                  <a:srgbClr val="000000"/>
                </a:solidFill>
              </a:endParaRPr>
            </a:p>
          </p:txBody>
        </p:sp>
        <p:sp>
          <p:nvSpPr>
            <p:cNvPr id="35847" name="Rectangle 253"/>
            <p:cNvSpPr>
              <a:spLocks noChangeArrowheads="1"/>
            </p:cNvSpPr>
            <p:nvPr/>
          </p:nvSpPr>
          <p:spPr bwMode="auto">
            <a:xfrm>
              <a:off x="1498" y="3640"/>
              <a:ext cx="2005" cy="195"/>
            </a:xfrm>
            <a:prstGeom prst="rect">
              <a:avLst/>
            </a:prstGeom>
            <a:solidFill>
              <a:srgbClr val="EAEAEA"/>
            </a:solidFill>
            <a:ln w="9525">
              <a:solidFill>
                <a:schemeClr val="tx1"/>
              </a:solidFill>
              <a:miter lim="800000"/>
              <a:headEnd/>
              <a:tailEnd/>
            </a:ln>
          </p:spPr>
          <p:txBody>
            <a:bodyPr lIns="72000" tIns="0" rIns="72000" bIns="0" anchor="ctr" anchorCtr="1">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800" b="1" i="1">
                <a:solidFill>
                  <a:srgbClr val="000000"/>
                </a:solidFill>
              </a:endParaRPr>
            </a:p>
          </p:txBody>
        </p:sp>
        <p:sp>
          <p:nvSpPr>
            <p:cNvPr id="35848" name="AutoShape 254"/>
            <p:cNvSpPr>
              <a:spLocks noChangeArrowheads="1"/>
            </p:cNvSpPr>
            <p:nvPr/>
          </p:nvSpPr>
          <p:spPr bwMode="auto">
            <a:xfrm>
              <a:off x="1164" y="3374"/>
              <a:ext cx="365" cy="504"/>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849" name="AutoShape 255"/>
            <p:cNvSpPr>
              <a:spLocks noChangeArrowheads="1"/>
            </p:cNvSpPr>
            <p:nvPr/>
          </p:nvSpPr>
          <p:spPr bwMode="auto">
            <a:xfrm>
              <a:off x="1818" y="3374"/>
              <a:ext cx="366" cy="504"/>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850" name="AutoShape 256"/>
            <p:cNvSpPr>
              <a:spLocks noChangeArrowheads="1"/>
            </p:cNvSpPr>
            <p:nvPr/>
          </p:nvSpPr>
          <p:spPr bwMode="auto">
            <a:xfrm>
              <a:off x="2473" y="3374"/>
              <a:ext cx="366" cy="504"/>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851" name="AutoShape 257"/>
            <p:cNvSpPr>
              <a:spLocks noChangeArrowheads="1"/>
            </p:cNvSpPr>
            <p:nvPr/>
          </p:nvSpPr>
          <p:spPr bwMode="auto">
            <a:xfrm>
              <a:off x="3128" y="3374"/>
              <a:ext cx="366" cy="504"/>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852" name="Rectangle 258"/>
            <p:cNvSpPr>
              <a:spLocks noChangeArrowheads="1"/>
            </p:cNvSpPr>
            <p:nvPr/>
          </p:nvSpPr>
          <p:spPr bwMode="auto">
            <a:xfrm>
              <a:off x="638" y="2846"/>
              <a:ext cx="2959" cy="735"/>
            </a:xfrm>
            <a:prstGeom prst="rect">
              <a:avLst/>
            </a:prstGeom>
            <a:solidFill>
              <a:srgbClr val="CCFFCC"/>
            </a:solidFill>
            <a:ln w="9525">
              <a:solidFill>
                <a:schemeClr val="tx1"/>
              </a:solidFill>
              <a:miter lim="800000"/>
              <a:headEnd/>
              <a:tailEnd/>
            </a:ln>
          </p:spPr>
          <p:txBody>
            <a:bodyPr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853" name="AutoShape 259"/>
            <p:cNvSpPr>
              <a:spLocks noChangeArrowheads="1"/>
            </p:cNvSpPr>
            <p:nvPr/>
          </p:nvSpPr>
          <p:spPr bwMode="auto">
            <a:xfrm>
              <a:off x="1350" y="2895"/>
              <a:ext cx="1365" cy="98"/>
            </a:xfrm>
            <a:prstGeom prst="chevron">
              <a:avLst>
                <a:gd name="adj" fmla="val 43785"/>
              </a:avLst>
            </a:prstGeom>
            <a:solidFill>
              <a:srgbClr val="FFFF00"/>
            </a:solidFill>
            <a:ln w="11113">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854" name="AutoShape 260"/>
            <p:cNvSpPr>
              <a:spLocks noChangeArrowheads="1"/>
            </p:cNvSpPr>
            <p:nvPr/>
          </p:nvSpPr>
          <p:spPr bwMode="auto">
            <a:xfrm>
              <a:off x="2707" y="2895"/>
              <a:ext cx="873" cy="98"/>
            </a:xfrm>
            <a:prstGeom prst="chevron">
              <a:avLst>
                <a:gd name="adj" fmla="val 39509"/>
              </a:avLst>
            </a:prstGeom>
            <a:solidFill>
              <a:srgbClr val="FFCC99"/>
            </a:solidFill>
            <a:ln w="11113">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855" name="Text Box 261"/>
            <p:cNvSpPr txBox="1">
              <a:spLocks noChangeArrowheads="1"/>
            </p:cNvSpPr>
            <p:nvPr/>
          </p:nvSpPr>
          <p:spPr bwMode="auto">
            <a:xfrm>
              <a:off x="3094" y="2907"/>
              <a:ext cx="100"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600" b="1">
                <a:solidFill>
                  <a:srgbClr val="000000"/>
                </a:solidFill>
              </a:endParaRPr>
            </a:p>
          </p:txBody>
        </p:sp>
        <p:sp>
          <p:nvSpPr>
            <p:cNvPr id="35856" name="Rectangle 262"/>
            <p:cNvSpPr>
              <a:spLocks noChangeArrowheads="1"/>
            </p:cNvSpPr>
            <p:nvPr/>
          </p:nvSpPr>
          <p:spPr bwMode="auto">
            <a:xfrm>
              <a:off x="3319" y="2815"/>
              <a:ext cx="100"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857" name="AutoShape 263"/>
            <p:cNvSpPr>
              <a:spLocks noChangeArrowheads="1"/>
            </p:cNvSpPr>
            <p:nvPr/>
          </p:nvSpPr>
          <p:spPr bwMode="auto">
            <a:xfrm>
              <a:off x="669" y="2817"/>
              <a:ext cx="699" cy="254"/>
            </a:xfrm>
            <a:prstGeom prst="homePlate">
              <a:avLst>
                <a:gd name="adj" fmla="val 38074"/>
              </a:avLst>
            </a:prstGeom>
            <a:solidFill>
              <a:srgbClr val="99CCFF"/>
            </a:solidFill>
            <a:ln w="12700">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858" name="Text Box 264"/>
            <p:cNvSpPr txBox="1">
              <a:spLocks noChangeArrowheads="1"/>
            </p:cNvSpPr>
            <p:nvPr/>
          </p:nvSpPr>
          <p:spPr bwMode="auto">
            <a:xfrm>
              <a:off x="969" y="2907"/>
              <a:ext cx="100"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600" b="1">
                <a:solidFill>
                  <a:srgbClr val="000000"/>
                </a:solidFill>
              </a:endParaRPr>
            </a:p>
          </p:txBody>
        </p:sp>
        <p:sp>
          <p:nvSpPr>
            <p:cNvPr id="35859" name="AutoShape 265"/>
            <p:cNvSpPr>
              <a:spLocks noChangeArrowheads="1"/>
            </p:cNvSpPr>
            <p:nvPr/>
          </p:nvSpPr>
          <p:spPr bwMode="auto">
            <a:xfrm>
              <a:off x="674" y="3017"/>
              <a:ext cx="439" cy="259"/>
            </a:xfrm>
            <a:prstGeom prst="chevron">
              <a:avLst>
                <a:gd name="adj" fmla="val 16102"/>
              </a:avLst>
            </a:prstGeom>
            <a:solidFill>
              <a:srgbClr val="99CCFF"/>
            </a:solidFill>
            <a:ln w="11176">
              <a:solidFill>
                <a:srgbClr val="000000"/>
              </a:solidFill>
              <a:miter lim="800000"/>
              <a:headEnd/>
              <a:tailEnd/>
            </a:ln>
          </p:spPr>
          <p:txBody>
            <a:bodyPr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5860" name="AutoShape 266"/>
            <p:cNvSpPr>
              <a:spLocks noChangeArrowheads="1"/>
            </p:cNvSpPr>
            <p:nvPr/>
          </p:nvSpPr>
          <p:spPr bwMode="auto">
            <a:xfrm>
              <a:off x="2641" y="3011"/>
              <a:ext cx="414" cy="273"/>
            </a:xfrm>
            <a:prstGeom prst="chevron">
              <a:avLst>
                <a:gd name="adj" fmla="val 18247"/>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861" name="AutoShape 267"/>
            <p:cNvSpPr>
              <a:spLocks noChangeArrowheads="1"/>
            </p:cNvSpPr>
            <p:nvPr/>
          </p:nvSpPr>
          <p:spPr bwMode="auto">
            <a:xfrm>
              <a:off x="3055" y="3011"/>
              <a:ext cx="419" cy="273"/>
            </a:xfrm>
            <a:prstGeom prst="chevron">
              <a:avLst>
                <a:gd name="adj" fmla="val 18467"/>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862" name="AutoShape 268"/>
            <p:cNvSpPr>
              <a:spLocks noChangeArrowheads="1"/>
            </p:cNvSpPr>
            <p:nvPr/>
          </p:nvSpPr>
          <p:spPr bwMode="auto">
            <a:xfrm>
              <a:off x="2669" y="3032"/>
              <a:ext cx="418" cy="273"/>
            </a:xfrm>
            <a:prstGeom prst="chevron">
              <a:avLst>
                <a:gd name="adj" fmla="val 18423"/>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863" name="AutoShape 269"/>
            <p:cNvSpPr>
              <a:spLocks noChangeArrowheads="1"/>
            </p:cNvSpPr>
            <p:nvPr/>
          </p:nvSpPr>
          <p:spPr bwMode="auto">
            <a:xfrm>
              <a:off x="3093" y="3032"/>
              <a:ext cx="418" cy="273"/>
            </a:xfrm>
            <a:prstGeom prst="chevron">
              <a:avLst>
                <a:gd name="adj" fmla="val 18423"/>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864" name="AutoShape 270"/>
            <p:cNvSpPr>
              <a:spLocks noChangeArrowheads="1"/>
            </p:cNvSpPr>
            <p:nvPr/>
          </p:nvSpPr>
          <p:spPr bwMode="auto">
            <a:xfrm>
              <a:off x="3145" y="3045"/>
              <a:ext cx="442" cy="273"/>
            </a:xfrm>
            <a:prstGeom prst="chevron">
              <a:avLst>
                <a:gd name="adj" fmla="val 14976"/>
              </a:avLst>
            </a:prstGeom>
            <a:solidFill>
              <a:srgbClr val="FFCC99"/>
            </a:solidFill>
            <a:ln w="9525">
              <a:solidFill>
                <a:schemeClr val="tx1"/>
              </a:solidFill>
              <a:miter lim="800000"/>
              <a:headEnd/>
              <a:tailEnd/>
            </a:ln>
          </p:spPr>
          <p:txBody>
            <a:bodyPr lIns="144000" tIns="0" rIns="72000" bIns="0"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5865" name="AutoShape 271"/>
            <p:cNvSpPr>
              <a:spLocks noChangeArrowheads="1"/>
            </p:cNvSpPr>
            <p:nvPr/>
          </p:nvSpPr>
          <p:spPr bwMode="auto">
            <a:xfrm>
              <a:off x="2702" y="3045"/>
              <a:ext cx="461" cy="273"/>
            </a:xfrm>
            <a:prstGeom prst="chevron">
              <a:avLst>
                <a:gd name="adj" fmla="val 14549"/>
              </a:avLst>
            </a:prstGeom>
            <a:solidFill>
              <a:srgbClr val="FFCC99"/>
            </a:solidFill>
            <a:ln w="9525">
              <a:solidFill>
                <a:schemeClr val="tx1"/>
              </a:solidFill>
              <a:miter lim="800000"/>
              <a:headEnd/>
              <a:tailEnd/>
            </a:ln>
          </p:spPr>
          <p:txBody>
            <a:bodyPr wrap="none" lIns="72000" tIns="0" rIns="72000" bIns="0"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600">
                <a:solidFill>
                  <a:srgbClr val="000000"/>
                </a:solidFill>
              </a:endParaRPr>
            </a:p>
          </p:txBody>
        </p:sp>
        <p:sp>
          <p:nvSpPr>
            <p:cNvPr id="35866" name="AutoShape 272"/>
            <p:cNvSpPr>
              <a:spLocks noChangeArrowheads="1"/>
            </p:cNvSpPr>
            <p:nvPr/>
          </p:nvSpPr>
          <p:spPr bwMode="auto">
            <a:xfrm flipV="1">
              <a:off x="1407" y="3006"/>
              <a:ext cx="235" cy="135"/>
            </a:xfrm>
            <a:prstGeom prst="chevron">
              <a:avLst>
                <a:gd name="adj" fmla="val 21671"/>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5867" name="AutoShape 273"/>
            <p:cNvSpPr>
              <a:spLocks noChangeArrowheads="1"/>
            </p:cNvSpPr>
            <p:nvPr/>
          </p:nvSpPr>
          <p:spPr bwMode="auto">
            <a:xfrm flipV="1">
              <a:off x="1644" y="3006"/>
              <a:ext cx="235" cy="135"/>
            </a:xfrm>
            <a:prstGeom prst="chevron">
              <a:avLst>
                <a:gd name="adj" fmla="val 21671"/>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5868" name="AutoShape 274"/>
            <p:cNvSpPr>
              <a:spLocks noChangeArrowheads="1"/>
            </p:cNvSpPr>
            <p:nvPr/>
          </p:nvSpPr>
          <p:spPr bwMode="auto">
            <a:xfrm flipV="1">
              <a:off x="1882" y="3006"/>
              <a:ext cx="235" cy="135"/>
            </a:xfrm>
            <a:prstGeom prst="chevron">
              <a:avLst>
                <a:gd name="adj" fmla="val 21671"/>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5869" name="AutoShape 275"/>
            <p:cNvSpPr>
              <a:spLocks noChangeArrowheads="1"/>
            </p:cNvSpPr>
            <p:nvPr/>
          </p:nvSpPr>
          <p:spPr bwMode="auto">
            <a:xfrm flipV="1">
              <a:off x="2119" y="3006"/>
              <a:ext cx="235" cy="135"/>
            </a:xfrm>
            <a:prstGeom prst="chevron">
              <a:avLst>
                <a:gd name="adj" fmla="val 21671"/>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5870" name="AutoShape 276"/>
            <p:cNvSpPr>
              <a:spLocks noChangeArrowheads="1"/>
            </p:cNvSpPr>
            <p:nvPr/>
          </p:nvSpPr>
          <p:spPr bwMode="auto">
            <a:xfrm flipV="1">
              <a:off x="2357" y="3006"/>
              <a:ext cx="235" cy="135"/>
            </a:xfrm>
            <a:prstGeom prst="chevron">
              <a:avLst>
                <a:gd name="adj" fmla="val 21671"/>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5871" name="AutoShape 277"/>
            <p:cNvSpPr>
              <a:spLocks noChangeArrowheads="1"/>
            </p:cNvSpPr>
            <p:nvPr/>
          </p:nvSpPr>
          <p:spPr bwMode="auto">
            <a:xfrm flipV="1">
              <a:off x="1457" y="3057"/>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5872" name="AutoShape 278"/>
            <p:cNvSpPr>
              <a:spLocks noChangeArrowheads="1"/>
            </p:cNvSpPr>
            <p:nvPr/>
          </p:nvSpPr>
          <p:spPr bwMode="auto">
            <a:xfrm flipV="1">
              <a:off x="1694" y="3057"/>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5873" name="AutoShape 279"/>
            <p:cNvSpPr>
              <a:spLocks noChangeArrowheads="1"/>
            </p:cNvSpPr>
            <p:nvPr/>
          </p:nvSpPr>
          <p:spPr bwMode="auto">
            <a:xfrm flipV="1">
              <a:off x="1932" y="3057"/>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5874" name="AutoShape 280"/>
            <p:cNvSpPr>
              <a:spLocks noChangeArrowheads="1"/>
            </p:cNvSpPr>
            <p:nvPr/>
          </p:nvSpPr>
          <p:spPr bwMode="auto">
            <a:xfrm flipV="1">
              <a:off x="2169" y="3057"/>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5875" name="AutoShape 281"/>
            <p:cNvSpPr>
              <a:spLocks noChangeArrowheads="1"/>
            </p:cNvSpPr>
            <p:nvPr/>
          </p:nvSpPr>
          <p:spPr bwMode="auto">
            <a:xfrm flipV="1">
              <a:off x="2407" y="3057"/>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5876" name="AutoShape 282"/>
            <p:cNvSpPr>
              <a:spLocks noChangeArrowheads="1"/>
            </p:cNvSpPr>
            <p:nvPr/>
          </p:nvSpPr>
          <p:spPr bwMode="auto">
            <a:xfrm flipV="1">
              <a:off x="1507" y="3107"/>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5877" name="AutoShape 283"/>
            <p:cNvSpPr>
              <a:spLocks noChangeArrowheads="1"/>
            </p:cNvSpPr>
            <p:nvPr/>
          </p:nvSpPr>
          <p:spPr bwMode="auto">
            <a:xfrm flipV="1">
              <a:off x="1744" y="3107"/>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5878" name="AutoShape 284"/>
            <p:cNvSpPr>
              <a:spLocks noChangeArrowheads="1"/>
            </p:cNvSpPr>
            <p:nvPr/>
          </p:nvSpPr>
          <p:spPr bwMode="auto">
            <a:xfrm flipV="1">
              <a:off x="1982" y="3107"/>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5879" name="AutoShape 285"/>
            <p:cNvSpPr>
              <a:spLocks noChangeArrowheads="1"/>
            </p:cNvSpPr>
            <p:nvPr/>
          </p:nvSpPr>
          <p:spPr bwMode="auto">
            <a:xfrm flipV="1">
              <a:off x="2219" y="3107"/>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5880" name="AutoShape 286"/>
            <p:cNvSpPr>
              <a:spLocks noChangeArrowheads="1"/>
            </p:cNvSpPr>
            <p:nvPr/>
          </p:nvSpPr>
          <p:spPr bwMode="auto">
            <a:xfrm flipV="1">
              <a:off x="2457" y="3107"/>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5881" name="AutoShape 287"/>
            <p:cNvSpPr>
              <a:spLocks noChangeArrowheads="1"/>
            </p:cNvSpPr>
            <p:nvPr/>
          </p:nvSpPr>
          <p:spPr bwMode="auto">
            <a:xfrm>
              <a:off x="1128" y="3020"/>
              <a:ext cx="213" cy="121"/>
            </a:xfrm>
            <a:prstGeom prst="chevron">
              <a:avLst>
                <a:gd name="adj" fmla="val 16935"/>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5882" name="AutoShape 288"/>
            <p:cNvSpPr>
              <a:spLocks noChangeArrowheads="1"/>
            </p:cNvSpPr>
            <p:nvPr/>
          </p:nvSpPr>
          <p:spPr bwMode="auto">
            <a:xfrm>
              <a:off x="1178" y="3070"/>
              <a:ext cx="213" cy="121"/>
            </a:xfrm>
            <a:prstGeom prst="chevron">
              <a:avLst>
                <a:gd name="adj" fmla="val 16935"/>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5883" name="AutoShape 289"/>
            <p:cNvSpPr>
              <a:spLocks noChangeArrowheads="1"/>
            </p:cNvSpPr>
            <p:nvPr/>
          </p:nvSpPr>
          <p:spPr bwMode="auto">
            <a:xfrm>
              <a:off x="1228" y="3120"/>
              <a:ext cx="213" cy="121"/>
            </a:xfrm>
            <a:prstGeom prst="chevron">
              <a:avLst>
                <a:gd name="adj" fmla="val 16935"/>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cxnSp>
          <p:nvCxnSpPr>
            <p:cNvPr id="35884" name="AutoShape 290"/>
            <p:cNvCxnSpPr>
              <a:cxnSpLocks noChangeShapeType="1"/>
              <a:stCxn id="35891" idx="0"/>
            </p:cNvCxnSpPr>
            <p:nvPr/>
          </p:nvCxnSpPr>
          <p:spPr bwMode="auto">
            <a:xfrm flipH="1" flipV="1">
              <a:off x="1711" y="3252"/>
              <a:ext cx="326" cy="17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35885" name="AutoShape 291"/>
            <p:cNvCxnSpPr>
              <a:cxnSpLocks noChangeShapeType="1"/>
              <a:stCxn id="35891" idx="0"/>
            </p:cNvCxnSpPr>
            <p:nvPr/>
          </p:nvCxnSpPr>
          <p:spPr bwMode="auto">
            <a:xfrm flipH="1" flipV="1">
              <a:off x="1992" y="3252"/>
              <a:ext cx="45" cy="17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35886" name="AutoShape 292"/>
            <p:cNvCxnSpPr>
              <a:cxnSpLocks noChangeShapeType="1"/>
              <a:stCxn id="35891" idx="0"/>
            </p:cNvCxnSpPr>
            <p:nvPr/>
          </p:nvCxnSpPr>
          <p:spPr bwMode="auto">
            <a:xfrm flipV="1">
              <a:off x="2037" y="3252"/>
              <a:ext cx="204" cy="17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35887" name="AutoShape 293"/>
            <p:cNvCxnSpPr>
              <a:cxnSpLocks noChangeShapeType="1"/>
              <a:stCxn id="35891" idx="0"/>
            </p:cNvCxnSpPr>
            <p:nvPr/>
          </p:nvCxnSpPr>
          <p:spPr bwMode="auto">
            <a:xfrm flipV="1">
              <a:off x="2037" y="3252"/>
              <a:ext cx="459" cy="17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35888" name="AutoShape 294"/>
            <p:cNvCxnSpPr>
              <a:cxnSpLocks noChangeShapeType="1"/>
              <a:stCxn id="35891" idx="0"/>
            </p:cNvCxnSpPr>
            <p:nvPr/>
          </p:nvCxnSpPr>
          <p:spPr bwMode="auto">
            <a:xfrm flipV="1">
              <a:off x="2037" y="3252"/>
              <a:ext cx="724" cy="17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35889" name="AutoShape 295"/>
            <p:cNvCxnSpPr>
              <a:cxnSpLocks noChangeShapeType="1"/>
              <a:stCxn id="35891" idx="0"/>
            </p:cNvCxnSpPr>
            <p:nvPr/>
          </p:nvCxnSpPr>
          <p:spPr bwMode="auto">
            <a:xfrm flipH="1" flipV="1">
              <a:off x="1400" y="3247"/>
              <a:ext cx="637" cy="18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35890" name="Rectangle 296"/>
            <p:cNvSpPr>
              <a:spLocks noChangeArrowheads="1"/>
            </p:cNvSpPr>
            <p:nvPr/>
          </p:nvSpPr>
          <p:spPr bwMode="auto">
            <a:xfrm>
              <a:off x="618" y="3269"/>
              <a:ext cx="3002" cy="254"/>
            </a:xfrm>
            <a:prstGeom prst="rect">
              <a:avLst/>
            </a:prstGeom>
            <a:solidFill>
              <a:schemeClr val="bg1">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35891" name="Text Box 297"/>
            <p:cNvSpPr txBox="1">
              <a:spLocks noChangeArrowheads="1"/>
            </p:cNvSpPr>
            <p:nvPr/>
          </p:nvSpPr>
          <p:spPr bwMode="auto">
            <a:xfrm>
              <a:off x="1529" y="3427"/>
              <a:ext cx="1015" cy="125"/>
            </a:xfrm>
            <a:prstGeom prst="rect">
              <a:avLst/>
            </a:prstGeom>
            <a:solidFill>
              <a:srgbClr val="FF3300"/>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200"/>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
          <p:cNvGrpSpPr>
            <a:grpSpLocks/>
          </p:cNvGrpSpPr>
          <p:nvPr/>
        </p:nvGrpSpPr>
        <p:grpSpPr bwMode="auto">
          <a:xfrm>
            <a:off x="1354666" y="1557338"/>
            <a:ext cx="9067800" cy="4576762"/>
            <a:chOff x="0" y="573"/>
            <a:chExt cx="5712" cy="2883"/>
          </a:xfrm>
        </p:grpSpPr>
        <p:sp>
          <p:nvSpPr>
            <p:cNvPr id="3" name="Rectangle 6"/>
            <p:cNvSpPr>
              <a:spLocks noChangeArrowheads="1"/>
            </p:cNvSpPr>
            <p:nvPr/>
          </p:nvSpPr>
          <p:spPr bwMode="auto">
            <a:xfrm>
              <a:off x="498" y="3277"/>
              <a:ext cx="4968" cy="179"/>
            </a:xfrm>
            <a:prstGeom prst="rect">
              <a:avLst/>
            </a:prstGeom>
            <a:solidFill>
              <a:srgbClr val="FFFF00"/>
            </a:solidFill>
            <a:ln w="9525">
              <a:solidFill>
                <a:schemeClr val="tx1"/>
              </a:solidFill>
              <a:miter lim="800000"/>
              <a:headEnd/>
              <a:tailEnd/>
            </a:ln>
          </p:spPr>
          <p:txBody>
            <a:bodyPr lIns="72000" tIns="0" rIns="72000" bIns="0" anchor="ctr" anchorCtr="1">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800" b="1" i="1">
                  <a:solidFill>
                    <a:srgbClr val="000000"/>
                  </a:solidFill>
                </a:rPr>
                <a:t>Melhoria do processo de desenvolvimento de produtos</a:t>
              </a:r>
            </a:p>
          </p:txBody>
        </p:sp>
        <p:sp>
          <p:nvSpPr>
            <p:cNvPr id="4" name="Rectangle 7"/>
            <p:cNvSpPr>
              <a:spLocks noChangeArrowheads="1"/>
            </p:cNvSpPr>
            <p:nvPr/>
          </p:nvSpPr>
          <p:spPr bwMode="auto">
            <a:xfrm>
              <a:off x="1474" y="3048"/>
              <a:ext cx="3838" cy="179"/>
            </a:xfrm>
            <a:prstGeom prst="rect">
              <a:avLst/>
            </a:prstGeom>
            <a:solidFill>
              <a:srgbClr val="EAEAEA"/>
            </a:solidFill>
            <a:ln w="9525">
              <a:solidFill>
                <a:schemeClr val="tx1"/>
              </a:solidFill>
              <a:miter lim="800000"/>
              <a:headEnd/>
              <a:tailEnd/>
            </a:ln>
          </p:spPr>
          <p:txBody>
            <a:bodyPr lIns="72000" tIns="0" rIns="72000" bIns="0" anchor="ctr" anchorCtr="1">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800" b="1" i="1">
                  <a:solidFill>
                    <a:srgbClr val="000000"/>
                  </a:solidFill>
                </a:rPr>
                <a:t>Gerenciamento de mudanças de engenharia</a:t>
              </a:r>
            </a:p>
          </p:txBody>
        </p:sp>
        <p:sp>
          <p:nvSpPr>
            <p:cNvPr id="5" name="Rectangle 8"/>
            <p:cNvSpPr>
              <a:spLocks noChangeArrowheads="1"/>
            </p:cNvSpPr>
            <p:nvPr/>
          </p:nvSpPr>
          <p:spPr bwMode="auto">
            <a:xfrm>
              <a:off x="0" y="3014"/>
              <a:ext cx="768" cy="352"/>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lIns="72000" tIns="0" rIns="72000" bIns="0" anchor="ctr">
              <a:spAutoFit/>
            </a:bodyPr>
            <a:lstStyle/>
            <a:p>
              <a:pPr>
                <a:defRPr/>
              </a:pPr>
              <a:r>
                <a:rPr lang="pt-BR" sz="1800">
                  <a:solidFill>
                    <a:schemeClr val="accent2"/>
                  </a:solidFill>
                </a:rPr>
                <a:t>Processos</a:t>
              </a:r>
            </a:p>
            <a:p>
              <a:pPr>
                <a:defRPr/>
              </a:pPr>
              <a:r>
                <a:rPr lang="pt-BR" sz="1800">
                  <a:solidFill>
                    <a:schemeClr val="accent2"/>
                  </a:solidFill>
                </a:rPr>
                <a:t>de apoio</a:t>
              </a:r>
            </a:p>
          </p:txBody>
        </p:sp>
        <p:sp>
          <p:nvSpPr>
            <p:cNvPr id="6" name="AutoShape 9"/>
            <p:cNvSpPr>
              <a:spLocks noChangeArrowheads="1"/>
            </p:cNvSpPr>
            <p:nvPr/>
          </p:nvSpPr>
          <p:spPr bwMode="auto">
            <a:xfrm>
              <a:off x="835"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7" name="AutoShape 10"/>
            <p:cNvSpPr>
              <a:spLocks noChangeArrowheads="1"/>
            </p:cNvSpPr>
            <p:nvPr/>
          </p:nvSpPr>
          <p:spPr bwMode="auto">
            <a:xfrm>
              <a:off x="2088"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 name="AutoShape 11"/>
            <p:cNvSpPr>
              <a:spLocks noChangeArrowheads="1"/>
            </p:cNvSpPr>
            <p:nvPr/>
          </p:nvSpPr>
          <p:spPr bwMode="auto">
            <a:xfrm>
              <a:off x="3342"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9" name="AutoShape 12"/>
            <p:cNvSpPr>
              <a:spLocks noChangeArrowheads="1"/>
            </p:cNvSpPr>
            <p:nvPr/>
          </p:nvSpPr>
          <p:spPr bwMode="auto">
            <a:xfrm>
              <a:off x="4596"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10" name="Group 13"/>
            <p:cNvGrpSpPr>
              <a:grpSpLocks/>
            </p:cNvGrpSpPr>
            <p:nvPr/>
          </p:nvGrpSpPr>
          <p:grpSpPr bwMode="auto">
            <a:xfrm>
              <a:off x="48" y="573"/>
              <a:ext cx="5664" cy="2262"/>
              <a:chOff x="48" y="573"/>
              <a:chExt cx="5664" cy="2262"/>
            </a:xfrm>
          </p:grpSpPr>
          <p:grpSp>
            <p:nvGrpSpPr>
              <p:cNvPr id="11" name="Group 14"/>
              <p:cNvGrpSpPr>
                <a:grpSpLocks/>
              </p:cNvGrpSpPr>
              <p:nvPr/>
            </p:nvGrpSpPr>
            <p:grpSpPr bwMode="auto">
              <a:xfrm>
                <a:off x="48" y="673"/>
                <a:ext cx="5664" cy="2162"/>
                <a:chOff x="48" y="673"/>
                <a:chExt cx="5664" cy="2162"/>
              </a:xfrm>
            </p:grpSpPr>
            <p:sp>
              <p:nvSpPr>
                <p:cNvPr id="13" name="Rectangle 15"/>
                <p:cNvSpPr>
                  <a:spLocks noChangeArrowheads="1"/>
                </p:cNvSpPr>
                <p:nvPr/>
              </p:nvSpPr>
              <p:spPr bwMode="auto">
                <a:xfrm>
                  <a:off x="48" y="673"/>
                  <a:ext cx="5664" cy="2162"/>
                </a:xfrm>
                <a:prstGeom prst="rect">
                  <a:avLst/>
                </a:prstGeom>
                <a:solidFill>
                  <a:srgbClr val="CCFFCC"/>
                </a:solidFill>
                <a:ln w="9525">
                  <a:solidFill>
                    <a:schemeClr val="tx1"/>
                  </a:solidFill>
                  <a:miter lim="800000"/>
                  <a:headEnd/>
                  <a:tailEnd/>
                </a:ln>
              </p:spPr>
              <p:txBody>
                <a:bodyPr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4" name="Freeform 16"/>
                <p:cNvSpPr>
                  <a:spLocks/>
                </p:cNvSpPr>
                <p:nvPr/>
              </p:nvSpPr>
              <p:spPr bwMode="auto">
                <a:xfrm>
                  <a:off x="501" y="1460"/>
                  <a:ext cx="4593" cy="1046"/>
                </a:xfrm>
                <a:custGeom>
                  <a:avLst/>
                  <a:gdLst>
                    <a:gd name="T0" fmla="*/ 771 w 4593"/>
                    <a:gd name="T1" fmla="*/ 20 h 1046"/>
                    <a:gd name="T2" fmla="*/ 0 w 4593"/>
                    <a:gd name="T3" fmla="*/ 1046 h 1046"/>
                    <a:gd name="T4" fmla="*/ 4593 w 4593"/>
                    <a:gd name="T5" fmla="*/ 1016 h 1046"/>
                    <a:gd name="T6" fmla="*/ 3302 w 4593"/>
                    <a:gd name="T7" fmla="*/ 0 h 1046"/>
                    <a:gd name="T8" fmla="*/ 0 60000 65536"/>
                    <a:gd name="T9" fmla="*/ 0 60000 65536"/>
                    <a:gd name="T10" fmla="*/ 0 60000 65536"/>
                    <a:gd name="T11" fmla="*/ 0 60000 65536"/>
                    <a:gd name="T12" fmla="*/ 0 w 4593"/>
                    <a:gd name="T13" fmla="*/ 0 h 1046"/>
                    <a:gd name="T14" fmla="*/ 4593 w 4593"/>
                    <a:gd name="T15" fmla="*/ 1046 h 1046"/>
                  </a:gdLst>
                  <a:ahLst/>
                  <a:cxnLst>
                    <a:cxn ang="T8">
                      <a:pos x="T0" y="T1"/>
                    </a:cxn>
                    <a:cxn ang="T9">
                      <a:pos x="T2" y="T3"/>
                    </a:cxn>
                    <a:cxn ang="T10">
                      <a:pos x="T4" y="T5"/>
                    </a:cxn>
                    <a:cxn ang="T11">
                      <a:pos x="T6" y="T7"/>
                    </a:cxn>
                  </a:cxnLst>
                  <a:rect l="T12" t="T13" r="T14" b="T15"/>
                  <a:pathLst>
                    <a:path w="4593" h="1046">
                      <a:moveTo>
                        <a:pt x="771" y="20"/>
                      </a:moveTo>
                      <a:lnTo>
                        <a:pt x="0" y="1046"/>
                      </a:lnTo>
                      <a:lnTo>
                        <a:pt x="4593" y="1016"/>
                      </a:lnTo>
                      <a:lnTo>
                        <a:pt x="3302" y="0"/>
                      </a:lnTo>
                    </a:path>
                  </a:pathLst>
                </a:custGeom>
                <a:gradFill rotWithShape="0">
                  <a:gsLst>
                    <a:gs pos="0">
                      <a:srgbClr val="99CCFF"/>
                    </a:gs>
                    <a:gs pos="100000">
                      <a:srgbClr val="FFCC99"/>
                    </a:gs>
                  </a:gsLst>
                  <a:lin ang="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72000" tIns="0" rIns="72000" bIns="0" anchor="ctr">
                  <a:spAutoFit/>
                </a:bodyPr>
                <a:lstStyle/>
                <a:p>
                  <a:endParaRPr lang="pt-BR"/>
                </a:p>
              </p:txBody>
            </p:sp>
            <p:grpSp>
              <p:nvGrpSpPr>
                <p:cNvPr id="15" name="Group 17"/>
                <p:cNvGrpSpPr>
                  <a:grpSpLocks/>
                </p:cNvGrpSpPr>
                <p:nvPr/>
              </p:nvGrpSpPr>
              <p:grpSpPr bwMode="auto">
                <a:xfrm>
                  <a:off x="1411" y="1058"/>
                  <a:ext cx="2612" cy="188"/>
                  <a:chOff x="1411" y="1058"/>
                  <a:chExt cx="2612" cy="188"/>
                </a:xfrm>
              </p:grpSpPr>
              <p:sp>
                <p:nvSpPr>
                  <p:cNvPr id="101" name="AutoShape 18"/>
                  <p:cNvSpPr>
                    <a:spLocks noChangeArrowheads="1"/>
                  </p:cNvSpPr>
                  <p:nvPr/>
                </p:nvSpPr>
                <p:spPr bwMode="auto">
                  <a:xfrm>
                    <a:off x="1411" y="1058"/>
                    <a:ext cx="2612" cy="188"/>
                  </a:xfrm>
                  <a:prstGeom prst="chevron">
                    <a:avLst>
                      <a:gd name="adj" fmla="val 43675"/>
                    </a:avLst>
                  </a:prstGeom>
                  <a:solidFill>
                    <a:srgbClr val="FFFF00"/>
                  </a:solidFill>
                  <a:ln w="11113">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02" name="Text Box 19"/>
                  <p:cNvSpPr txBox="1">
                    <a:spLocks noChangeArrowheads="1"/>
                  </p:cNvSpPr>
                  <p:nvPr/>
                </p:nvSpPr>
                <p:spPr bwMode="auto">
                  <a:xfrm>
                    <a:off x="2074" y="1066"/>
                    <a:ext cx="1189" cy="173"/>
                  </a:xfrm>
                  <a:prstGeom prst="rect">
                    <a:avLst/>
                  </a:prstGeom>
                  <a:solidFill>
                    <a:srgbClr val="FFFF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b="1">
                        <a:solidFill>
                          <a:srgbClr val="000000"/>
                        </a:solidFill>
                      </a:rPr>
                      <a:t>Desenvolvimento</a:t>
                    </a:r>
                    <a:r>
                      <a:rPr lang="pt-BR" altLang="pt-BR" sz="1800" i="1">
                        <a:solidFill>
                          <a:srgbClr val="000000"/>
                        </a:solidFill>
                      </a:rPr>
                      <a:t> </a:t>
                    </a:r>
                  </a:p>
                </p:txBody>
              </p:sp>
            </p:grpSp>
            <p:grpSp>
              <p:nvGrpSpPr>
                <p:cNvPr id="16" name="Group 20"/>
                <p:cNvGrpSpPr>
                  <a:grpSpLocks/>
                </p:cNvGrpSpPr>
                <p:nvPr/>
              </p:nvGrpSpPr>
              <p:grpSpPr bwMode="auto">
                <a:xfrm>
                  <a:off x="586" y="2385"/>
                  <a:ext cx="4435" cy="342"/>
                  <a:chOff x="586" y="2385"/>
                  <a:chExt cx="4435" cy="342"/>
                </a:xfrm>
              </p:grpSpPr>
              <p:grpSp>
                <p:nvGrpSpPr>
                  <p:cNvPr id="94" name="Group 21"/>
                  <p:cNvGrpSpPr>
                    <a:grpSpLocks/>
                  </p:cNvGrpSpPr>
                  <p:nvPr/>
                </p:nvGrpSpPr>
                <p:grpSpPr bwMode="auto">
                  <a:xfrm>
                    <a:off x="1406" y="2394"/>
                    <a:ext cx="3615" cy="333"/>
                    <a:chOff x="1014" y="2394"/>
                    <a:chExt cx="3615" cy="333"/>
                  </a:xfrm>
                </p:grpSpPr>
                <p:sp>
                  <p:nvSpPr>
                    <p:cNvPr id="96" name="AutoShape 22"/>
                    <p:cNvSpPr>
                      <a:spLocks noChangeArrowheads="1"/>
                    </p:cNvSpPr>
                    <p:nvPr/>
                  </p:nvSpPr>
                  <p:spPr bwMode="auto">
                    <a:xfrm>
                      <a:off x="2511" y="2394"/>
                      <a:ext cx="690" cy="333"/>
                    </a:xfrm>
                    <a:prstGeom prst="chevron">
                      <a:avLst>
                        <a:gd name="adj" fmla="val 19723"/>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Detalhado </a:t>
                      </a:r>
                    </a:p>
                  </p:txBody>
                </p:sp>
                <p:sp>
                  <p:nvSpPr>
                    <p:cNvPr id="97" name="AutoShape 23"/>
                    <p:cNvSpPr>
                      <a:spLocks noChangeArrowheads="1"/>
                    </p:cNvSpPr>
                    <p:nvPr/>
                  </p:nvSpPr>
                  <p:spPr bwMode="auto">
                    <a:xfrm>
                      <a:off x="1833" y="2394"/>
                      <a:ext cx="709" cy="333"/>
                    </a:xfrm>
                    <a:prstGeom prst="chevron">
                      <a:avLst>
                        <a:gd name="adj" fmla="val 19004"/>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Conceitual </a:t>
                      </a:r>
                    </a:p>
                  </p:txBody>
                </p:sp>
                <p:sp>
                  <p:nvSpPr>
                    <p:cNvPr id="98" name="AutoShape 24"/>
                    <p:cNvSpPr>
                      <a:spLocks noChangeArrowheads="1"/>
                    </p:cNvSpPr>
                    <p:nvPr/>
                  </p:nvSpPr>
                  <p:spPr bwMode="auto">
                    <a:xfrm>
                      <a:off x="1014" y="2394"/>
                      <a:ext cx="856" cy="333"/>
                    </a:xfrm>
                    <a:prstGeom prst="chevron">
                      <a:avLst>
                        <a:gd name="adj" fmla="val 22064"/>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Informacional </a:t>
                      </a:r>
                    </a:p>
                  </p:txBody>
                </p:sp>
                <p:sp>
                  <p:nvSpPr>
                    <p:cNvPr id="99" name="AutoShape 25"/>
                    <p:cNvSpPr>
                      <a:spLocks noChangeArrowheads="1"/>
                    </p:cNvSpPr>
                    <p:nvPr/>
                  </p:nvSpPr>
                  <p:spPr bwMode="auto">
                    <a:xfrm>
                      <a:off x="3864" y="2394"/>
                      <a:ext cx="765" cy="333"/>
                    </a:xfrm>
                    <a:prstGeom prst="chevron">
                      <a:avLst>
                        <a:gd name="adj" fmla="val 19782"/>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Lançamento</a:t>
                      </a:r>
                    </a:p>
                    <a:p>
                      <a:pPr eaLnBrk="1" hangingPunct="1"/>
                      <a:r>
                        <a:rPr lang="pt-BR" altLang="pt-BR" sz="1400"/>
                        <a:t>do Produto</a:t>
                      </a:r>
                    </a:p>
                  </p:txBody>
                </p:sp>
                <p:sp>
                  <p:nvSpPr>
                    <p:cNvPr id="100" name="AutoShape 26"/>
                    <p:cNvSpPr>
                      <a:spLocks noChangeArrowheads="1"/>
                    </p:cNvSpPr>
                    <p:nvPr/>
                  </p:nvSpPr>
                  <p:spPr bwMode="auto">
                    <a:xfrm>
                      <a:off x="3170" y="2394"/>
                      <a:ext cx="723" cy="333"/>
                    </a:xfrm>
                    <a:prstGeom prst="chevron">
                      <a:avLst>
                        <a:gd name="adj" fmla="val 16213"/>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Preparação</a:t>
                      </a:r>
                    </a:p>
                    <a:p>
                      <a:pPr eaLnBrk="1" hangingPunct="1"/>
                      <a:r>
                        <a:rPr lang="pt-BR" altLang="pt-BR" sz="1400"/>
                        <a:t>Produção</a:t>
                      </a:r>
                    </a:p>
                  </p:txBody>
                </p:sp>
              </p:grpSp>
              <p:sp>
                <p:nvSpPr>
                  <p:cNvPr id="95" name="AutoShape 27"/>
                  <p:cNvSpPr>
                    <a:spLocks noChangeArrowheads="1"/>
                  </p:cNvSpPr>
                  <p:nvPr/>
                </p:nvSpPr>
                <p:spPr bwMode="auto">
                  <a:xfrm>
                    <a:off x="586" y="2385"/>
                    <a:ext cx="841" cy="333"/>
                  </a:xfrm>
                  <a:prstGeom prst="chevron">
                    <a:avLst>
                      <a:gd name="adj" fmla="val 24296"/>
                    </a:avLst>
                  </a:prstGeom>
                  <a:solidFill>
                    <a:srgbClr val="99CCFF"/>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Planejamento</a:t>
                    </a:r>
                  </a:p>
                  <a:p>
                    <a:pPr eaLnBrk="1" hangingPunct="1"/>
                    <a:r>
                      <a:rPr lang="pt-BR" altLang="pt-BR" sz="1400"/>
                      <a:t>Projeto</a:t>
                    </a:r>
                  </a:p>
                </p:txBody>
              </p:sp>
            </p:grpSp>
            <p:grpSp>
              <p:nvGrpSpPr>
                <p:cNvPr id="17" name="Group 28"/>
                <p:cNvGrpSpPr>
                  <a:grpSpLocks/>
                </p:cNvGrpSpPr>
                <p:nvPr/>
              </p:nvGrpSpPr>
              <p:grpSpPr bwMode="auto">
                <a:xfrm>
                  <a:off x="4009" y="1059"/>
                  <a:ext cx="1671" cy="188"/>
                  <a:chOff x="4009" y="1059"/>
                  <a:chExt cx="1671" cy="188"/>
                </a:xfrm>
              </p:grpSpPr>
              <p:sp>
                <p:nvSpPr>
                  <p:cNvPr id="92" name="AutoShape 29"/>
                  <p:cNvSpPr>
                    <a:spLocks noChangeArrowheads="1"/>
                  </p:cNvSpPr>
                  <p:nvPr/>
                </p:nvSpPr>
                <p:spPr bwMode="auto">
                  <a:xfrm>
                    <a:off x="4009" y="1059"/>
                    <a:ext cx="1671" cy="188"/>
                  </a:xfrm>
                  <a:prstGeom prst="chevron">
                    <a:avLst>
                      <a:gd name="adj" fmla="val 39421"/>
                    </a:avLst>
                  </a:prstGeom>
                  <a:solidFill>
                    <a:srgbClr val="FFCC99"/>
                  </a:solidFill>
                  <a:ln w="11113">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93" name="Text Box 30"/>
                  <p:cNvSpPr txBox="1">
                    <a:spLocks noChangeArrowheads="1"/>
                  </p:cNvSpPr>
                  <p:nvPr/>
                </p:nvSpPr>
                <p:spPr bwMode="auto">
                  <a:xfrm>
                    <a:off x="4682" y="1082"/>
                    <a:ext cx="3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b="1">
                        <a:solidFill>
                          <a:srgbClr val="000000"/>
                        </a:solidFill>
                      </a:rPr>
                      <a:t>Pós</a:t>
                    </a:r>
                  </a:p>
                </p:txBody>
              </p:sp>
            </p:grpSp>
            <p:sp>
              <p:nvSpPr>
                <p:cNvPr id="18" name="Rectangle 31"/>
                <p:cNvSpPr>
                  <a:spLocks noChangeArrowheads="1"/>
                </p:cNvSpPr>
                <p:nvPr/>
              </p:nvSpPr>
              <p:spPr bwMode="auto">
                <a:xfrm>
                  <a:off x="5180" y="1112"/>
                  <a:ext cx="164"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cxnSp>
              <p:nvCxnSpPr>
                <p:cNvPr id="19" name="AutoShape 32"/>
                <p:cNvCxnSpPr>
                  <a:cxnSpLocks noChangeShapeType="1"/>
                </p:cNvCxnSpPr>
                <p:nvPr/>
              </p:nvCxnSpPr>
              <p:spPr bwMode="auto">
                <a:xfrm rot="-5400000" flipH="1" flipV="1">
                  <a:off x="2773" y="-973"/>
                  <a:ext cx="1" cy="4066"/>
                </a:xfrm>
                <a:prstGeom prst="bentConnector3">
                  <a:avLst>
                    <a:gd name="adj1" fmla="val -14400005"/>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20" name="Group 33"/>
                <p:cNvGrpSpPr>
                  <a:grpSpLocks/>
                </p:cNvGrpSpPr>
                <p:nvPr/>
              </p:nvGrpSpPr>
              <p:grpSpPr bwMode="auto">
                <a:xfrm>
                  <a:off x="108" y="1059"/>
                  <a:ext cx="1338" cy="187"/>
                  <a:chOff x="108" y="1059"/>
                  <a:chExt cx="1338" cy="187"/>
                </a:xfrm>
              </p:grpSpPr>
              <p:sp>
                <p:nvSpPr>
                  <p:cNvPr id="90" name="AutoShape 34"/>
                  <p:cNvSpPr>
                    <a:spLocks noChangeArrowheads="1"/>
                  </p:cNvSpPr>
                  <p:nvPr/>
                </p:nvSpPr>
                <p:spPr bwMode="auto">
                  <a:xfrm>
                    <a:off x="108" y="1059"/>
                    <a:ext cx="1338" cy="187"/>
                  </a:xfrm>
                  <a:prstGeom prst="homePlate">
                    <a:avLst>
                      <a:gd name="adj" fmla="val 38194"/>
                    </a:avLst>
                  </a:prstGeom>
                  <a:solidFill>
                    <a:srgbClr val="99CCFF"/>
                  </a:solidFill>
                  <a:ln w="12700">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91" name="Text Box 35"/>
                  <p:cNvSpPr txBox="1">
                    <a:spLocks noChangeArrowheads="1"/>
                  </p:cNvSpPr>
                  <p:nvPr/>
                </p:nvSpPr>
                <p:spPr bwMode="auto">
                  <a:xfrm>
                    <a:off x="630" y="1082"/>
                    <a:ext cx="29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b="1">
                        <a:solidFill>
                          <a:srgbClr val="000000"/>
                        </a:solidFill>
                      </a:rPr>
                      <a:t>Pré</a:t>
                    </a:r>
                  </a:p>
                </p:txBody>
              </p:sp>
            </p:grpSp>
            <p:sp>
              <p:nvSpPr>
                <p:cNvPr id="21" name="AutoShape 36"/>
                <p:cNvSpPr>
                  <a:spLocks noChangeArrowheads="1"/>
                </p:cNvSpPr>
                <p:nvPr/>
              </p:nvSpPr>
              <p:spPr bwMode="auto">
                <a:xfrm>
                  <a:off x="117" y="1292"/>
                  <a:ext cx="841" cy="496"/>
                </a:xfrm>
                <a:prstGeom prst="chevron">
                  <a:avLst>
                    <a:gd name="adj" fmla="val 16108"/>
                  </a:avLst>
                </a:prstGeom>
                <a:solidFill>
                  <a:srgbClr val="99CCFF"/>
                </a:solidFill>
                <a:ln w="11176">
                  <a:solidFill>
                    <a:srgbClr val="000000"/>
                  </a:solidFill>
                  <a:miter lim="800000"/>
                  <a:headEnd/>
                  <a:tailEnd/>
                </a:ln>
              </p:spPr>
              <p:txBody>
                <a:bodyPr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Planejamento</a:t>
                  </a:r>
                </a:p>
                <a:p>
                  <a:pPr eaLnBrk="1" hangingPunct="1"/>
                  <a:r>
                    <a:rPr lang="pt-BR" altLang="pt-BR" sz="1400"/>
                    <a:t>Estratégico dos Produtos</a:t>
                  </a:r>
                </a:p>
              </p:txBody>
            </p:sp>
            <p:grpSp>
              <p:nvGrpSpPr>
                <p:cNvPr id="22" name="Group 37"/>
                <p:cNvGrpSpPr>
                  <a:grpSpLocks/>
                </p:cNvGrpSpPr>
                <p:nvPr/>
              </p:nvGrpSpPr>
              <p:grpSpPr bwMode="auto">
                <a:xfrm>
                  <a:off x="3883" y="1280"/>
                  <a:ext cx="1809" cy="588"/>
                  <a:chOff x="3883" y="1280"/>
                  <a:chExt cx="1809" cy="588"/>
                </a:xfrm>
              </p:grpSpPr>
              <p:sp>
                <p:nvSpPr>
                  <p:cNvPr id="84" name="AutoShape 38"/>
                  <p:cNvSpPr>
                    <a:spLocks noChangeArrowheads="1"/>
                  </p:cNvSpPr>
                  <p:nvPr/>
                </p:nvSpPr>
                <p:spPr bwMode="auto">
                  <a:xfrm>
                    <a:off x="3883" y="1280"/>
                    <a:ext cx="792" cy="523"/>
                  </a:xfrm>
                  <a:prstGeom prst="chevron">
                    <a:avLst>
                      <a:gd name="adj" fmla="val 18221"/>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5" name="AutoShape 39"/>
                  <p:cNvSpPr>
                    <a:spLocks noChangeArrowheads="1"/>
                  </p:cNvSpPr>
                  <p:nvPr/>
                </p:nvSpPr>
                <p:spPr bwMode="auto">
                  <a:xfrm>
                    <a:off x="4675" y="1280"/>
                    <a:ext cx="800" cy="523"/>
                  </a:xfrm>
                  <a:prstGeom prst="chevron">
                    <a:avLst>
                      <a:gd name="adj" fmla="val 18405"/>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6" name="AutoShape 40"/>
                  <p:cNvSpPr>
                    <a:spLocks noChangeArrowheads="1"/>
                  </p:cNvSpPr>
                  <p:nvPr/>
                </p:nvSpPr>
                <p:spPr bwMode="auto">
                  <a:xfrm>
                    <a:off x="3937" y="1320"/>
                    <a:ext cx="799" cy="523"/>
                  </a:xfrm>
                  <a:prstGeom prst="chevron">
                    <a:avLst>
                      <a:gd name="adj" fmla="val 18382"/>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7" name="AutoShape 41"/>
                  <p:cNvSpPr>
                    <a:spLocks noChangeArrowheads="1"/>
                  </p:cNvSpPr>
                  <p:nvPr/>
                </p:nvSpPr>
                <p:spPr bwMode="auto">
                  <a:xfrm>
                    <a:off x="4747" y="1320"/>
                    <a:ext cx="800" cy="523"/>
                  </a:xfrm>
                  <a:prstGeom prst="chevron">
                    <a:avLst>
                      <a:gd name="adj" fmla="val 18405"/>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8" name="AutoShape 42"/>
                  <p:cNvSpPr>
                    <a:spLocks noChangeArrowheads="1"/>
                  </p:cNvSpPr>
                  <p:nvPr/>
                </p:nvSpPr>
                <p:spPr bwMode="auto">
                  <a:xfrm>
                    <a:off x="4847" y="1345"/>
                    <a:ext cx="845" cy="523"/>
                  </a:xfrm>
                  <a:prstGeom prst="chevron">
                    <a:avLst>
                      <a:gd name="adj" fmla="val 14945"/>
                    </a:avLst>
                  </a:prstGeom>
                  <a:solidFill>
                    <a:srgbClr val="FFCC99"/>
                  </a:solidFill>
                  <a:ln w="9525">
                    <a:solidFill>
                      <a:schemeClr val="tx1"/>
                    </a:solidFill>
                    <a:miter lim="800000"/>
                    <a:headEnd/>
                    <a:tailEnd/>
                  </a:ln>
                </p:spPr>
                <p:txBody>
                  <a:bodyPr lIns="144000" tIns="0" rIns="72000" bIns="0"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Descontinuar</a:t>
                    </a:r>
                  </a:p>
                  <a:p>
                    <a:pPr eaLnBrk="1" hangingPunct="1"/>
                    <a:r>
                      <a:rPr lang="pt-BR" altLang="pt-BR" sz="1400"/>
                      <a:t>Produto</a:t>
                    </a:r>
                  </a:p>
                </p:txBody>
              </p:sp>
              <p:sp>
                <p:nvSpPr>
                  <p:cNvPr id="89" name="AutoShape 43"/>
                  <p:cNvSpPr>
                    <a:spLocks noChangeArrowheads="1"/>
                  </p:cNvSpPr>
                  <p:nvPr/>
                </p:nvSpPr>
                <p:spPr bwMode="auto">
                  <a:xfrm>
                    <a:off x="3999" y="1345"/>
                    <a:ext cx="882" cy="523"/>
                  </a:xfrm>
                  <a:prstGeom prst="chevron">
                    <a:avLst>
                      <a:gd name="adj" fmla="val 14530"/>
                    </a:avLst>
                  </a:prstGeom>
                  <a:solidFill>
                    <a:srgbClr val="FFCC99"/>
                  </a:solidFill>
                  <a:ln w="9525">
                    <a:solidFill>
                      <a:schemeClr val="tx1"/>
                    </a:solidFill>
                    <a:miter lim="800000"/>
                    <a:headEnd/>
                    <a:tailEnd/>
                  </a:ln>
                </p:spPr>
                <p:txBody>
                  <a:bodyPr wrap="none" lIns="72000" tIns="0" rIns="72000" bIns="0"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Acompanhar</a:t>
                    </a:r>
                  </a:p>
                  <a:p>
                    <a:pPr eaLnBrk="1" hangingPunct="1"/>
                    <a:r>
                      <a:rPr lang="pt-BR" altLang="pt-BR" sz="1400"/>
                      <a:t>Produto/</a:t>
                    </a:r>
                  </a:p>
                  <a:p>
                    <a:pPr eaLnBrk="1" hangingPunct="1"/>
                    <a:r>
                      <a:rPr lang="pt-BR" altLang="pt-BR" sz="1400"/>
                      <a:t>Processo</a:t>
                    </a:r>
                    <a:endParaRPr lang="pt-BR" altLang="pt-BR" sz="1600">
                      <a:solidFill>
                        <a:srgbClr val="000000"/>
                      </a:solidFill>
                    </a:endParaRPr>
                  </a:p>
                </p:txBody>
              </p:sp>
            </p:grpSp>
            <p:grpSp>
              <p:nvGrpSpPr>
                <p:cNvPr id="23" name="Group 44"/>
                <p:cNvGrpSpPr>
                  <a:grpSpLocks/>
                </p:cNvGrpSpPr>
                <p:nvPr/>
              </p:nvGrpSpPr>
              <p:grpSpPr bwMode="auto">
                <a:xfrm>
                  <a:off x="1520" y="1272"/>
                  <a:ext cx="2268" cy="257"/>
                  <a:chOff x="1520" y="1272"/>
                  <a:chExt cx="2268" cy="257"/>
                </a:xfrm>
              </p:grpSpPr>
              <p:sp>
                <p:nvSpPr>
                  <p:cNvPr id="79" name="AutoShape 45"/>
                  <p:cNvSpPr>
                    <a:spLocks noChangeArrowheads="1"/>
                  </p:cNvSpPr>
                  <p:nvPr/>
                </p:nvSpPr>
                <p:spPr bwMode="auto">
                  <a:xfrm flipV="1">
                    <a:off x="1520"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0" name="AutoShape 46"/>
                  <p:cNvSpPr>
                    <a:spLocks noChangeArrowheads="1"/>
                  </p:cNvSpPr>
                  <p:nvPr/>
                </p:nvSpPr>
                <p:spPr bwMode="auto">
                  <a:xfrm flipV="1">
                    <a:off x="1974"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1" name="AutoShape 47"/>
                  <p:cNvSpPr>
                    <a:spLocks noChangeArrowheads="1"/>
                  </p:cNvSpPr>
                  <p:nvPr/>
                </p:nvSpPr>
                <p:spPr bwMode="auto">
                  <a:xfrm flipV="1">
                    <a:off x="2429"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2" name="AutoShape 48"/>
                  <p:cNvSpPr>
                    <a:spLocks noChangeArrowheads="1"/>
                  </p:cNvSpPr>
                  <p:nvPr/>
                </p:nvSpPr>
                <p:spPr bwMode="auto">
                  <a:xfrm flipV="1">
                    <a:off x="2883"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3" name="AutoShape 49"/>
                  <p:cNvSpPr>
                    <a:spLocks noChangeArrowheads="1"/>
                  </p:cNvSpPr>
                  <p:nvPr/>
                </p:nvSpPr>
                <p:spPr bwMode="auto">
                  <a:xfrm flipV="1">
                    <a:off x="3338"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4" name="Group 50"/>
                <p:cNvGrpSpPr>
                  <a:grpSpLocks/>
                </p:cNvGrpSpPr>
                <p:nvPr/>
              </p:nvGrpSpPr>
              <p:grpSpPr bwMode="auto">
                <a:xfrm>
                  <a:off x="1616" y="1368"/>
                  <a:ext cx="2268" cy="257"/>
                  <a:chOff x="1616" y="1368"/>
                  <a:chExt cx="2268" cy="257"/>
                </a:xfrm>
              </p:grpSpPr>
              <p:sp>
                <p:nvSpPr>
                  <p:cNvPr id="74" name="AutoShape 51"/>
                  <p:cNvSpPr>
                    <a:spLocks noChangeArrowheads="1"/>
                  </p:cNvSpPr>
                  <p:nvPr/>
                </p:nvSpPr>
                <p:spPr bwMode="auto">
                  <a:xfrm flipV="1">
                    <a:off x="1616"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5" name="AutoShape 52"/>
                  <p:cNvSpPr>
                    <a:spLocks noChangeArrowheads="1"/>
                  </p:cNvSpPr>
                  <p:nvPr/>
                </p:nvSpPr>
                <p:spPr bwMode="auto">
                  <a:xfrm flipV="1">
                    <a:off x="2070"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6" name="AutoShape 53"/>
                  <p:cNvSpPr>
                    <a:spLocks noChangeArrowheads="1"/>
                  </p:cNvSpPr>
                  <p:nvPr/>
                </p:nvSpPr>
                <p:spPr bwMode="auto">
                  <a:xfrm flipV="1">
                    <a:off x="2525"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7" name="AutoShape 54"/>
                  <p:cNvSpPr>
                    <a:spLocks noChangeArrowheads="1"/>
                  </p:cNvSpPr>
                  <p:nvPr/>
                </p:nvSpPr>
                <p:spPr bwMode="auto">
                  <a:xfrm flipV="1">
                    <a:off x="2979"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8" name="AutoShape 55"/>
                  <p:cNvSpPr>
                    <a:spLocks noChangeArrowheads="1"/>
                  </p:cNvSpPr>
                  <p:nvPr/>
                </p:nvSpPr>
                <p:spPr bwMode="auto">
                  <a:xfrm flipV="1">
                    <a:off x="3434"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5" name="Group 56"/>
                <p:cNvGrpSpPr>
                  <a:grpSpLocks/>
                </p:cNvGrpSpPr>
                <p:nvPr/>
              </p:nvGrpSpPr>
              <p:grpSpPr bwMode="auto">
                <a:xfrm>
                  <a:off x="1712" y="1464"/>
                  <a:ext cx="2268" cy="257"/>
                  <a:chOff x="1712" y="1464"/>
                  <a:chExt cx="2268" cy="257"/>
                </a:xfrm>
              </p:grpSpPr>
              <p:sp>
                <p:nvSpPr>
                  <p:cNvPr id="69" name="AutoShape 57"/>
                  <p:cNvSpPr>
                    <a:spLocks noChangeArrowheads="1"/>
                  </p:cNvSpPr>
                  <p:nvPr/>
                </p:nvSpPr>
                <p:spPr bwMode="auto">
                  <a:xfrm flipV="1">
                    <a:off x="1712"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0" name="AutoShape 58"/>
                  <p:cNvSpPr>
                    <a:spLocks noChangeArrowheads="1"/>
                  </p:cNvSpPr>
                  <p:nvPr/>
                </p:nvSpPr>
                <p:spPr bwMode="auto">
                  <a:xfrm flipV="1">
                    <a:off x="2166"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1" name="AutoShape 59"/>
                  <p:cNvSpPr>
                    <a:spLocks noChangeArrowheads="1"/>
                  </p:cNvSpPr>
                  <p:nvPr/>
                </p:nvSpPr>
                <p:spPr bwMode="auto">
                  <a:xfrm flipV="1">
                    <a:off x="2621"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2" name="AutoShape 60"/>
                  <p:cNvSpPr>
                    <a:spLocks noChangeArrowheads="1"/>
                  </p:cNvSpPr>
                  <p:nvPr/>
                </p:nvSpPr>
                <p:spPr bwMode="auto">
                  <a:xfrm flipV="1">
                    <a:off x="3075"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3" name="AutoShape 61"/>
                  <p:cNvSpPr>
                    <a:spLocks noChangeArrowheads="1"/>
                  </p:cNvSpPr>
                  <p:nvPr/>
                </p:nvSpPr>
                <p:spPr bwMode="auto">
                  <a:xfrm flipV="1">
                    <a:off x="3530"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6" name="Group 62"/>
                <p:cNvGrpSpPr>
                  <a:grpSpLocks/>
                </p:cNvGrpSpPr>
                <p:nvPr/>
              </p:nvGrpSpPr>
              <p:grpSpPr bwMode="auto">
                <a:xfrm>
                  <a:off x="986" y="1298"/>
                  <a:ext cx="599" cy="423"/>
                  <a:chOff x="986" y="1298"/>
                  <a:chExt cx="599" cy="423"/>
                </a:xfrm>
              </p:grpSpPr>
              <p:sp>
                <p:nvSpPr>
                  <p:cNvPr id="66" name="AutoShape 63"/>
                  <p:cNvSpPr>
                    <a:spLocks noChangeArrowheads="1"/>
                  </p:cNvSpPr>
                  <p:nvPr/>
                </p:nvSpPr>
                <p:spPr bwMode="auto">
                  <a:xfrm>
                    <a:off x="986" y="1298"/>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67" name="AutoShape 64"/>
                  <p:cNvSpPr>
                    <a:spLocks noChangeArrowheads="1"/>
                  </p:cNvSpPr>
                  <p:nvPr/>
                </p:nvSpPr>
                <p:spPr bwMode="auto">
                  <a:xfrm>
                    <a:off x="1082" y="1394"/>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68" name="AutoShape 65"/>
                  <p:cNvSpPr>
                    <a:spLocks noChangeArrowheads="1"/>
                  </p:cNvSpPr>
                  <p:nvPr/>
                </p:nvSpPr>
                <p:spPr bwMode="auto">
                  <a:xfrm>
                    <a:off x="1178" y="1490"/>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7" name="Group 66"/>
                <p:cNvGrpSpPr>
                  <a:grpSpLocks/>
                </p:cNvGrpSpPr>
                <p:nvPr/>
              </p:nvGrpSpPr>
              <p:grpSpPr bwMode="auto">
                <a:xfrm>
                  <a:off x="176" y="1685"/>
                  <a:ext cx="3926" cy="489"/>
                  <a:chOff x="176" y="1685"/>
                  <a:chExt cx="3926" cy="489"/>
                </a:xfrm>
              </p:grpSpPr>
              <p:sp>
                <p:nvSpPr>
                  <p:cNvPr id="28" name="Text Box 67"/>
                  <p:cNvSpPr txBox="1">
                    <a:spLocks noChangeArrowheads="1"/>
                  </p:cNvSpPr>
                  <p:nvPr/>
                </p:nvSpPr>
                <p:spPr bwMode="auto">
                  <a:xfrm>
                    <a:off x="176" y="1968"/>
                    <a:ext cx="61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u="sng">
                        <a:solidFill>
                          <a:srgbClr val="000000"/>
                        </a:solidFill>
                      </a:rPr>
                      <a:t>Gates &gt;&gt;</a:t>
                    </a:r>
                  </a:p>
                </p:txBody>
              </p:sp>
              <p:grpSp>
                <p:nvGrpSpPr>
                  <p:cNvPr id="29" name="Group 68"/>
                  <p:cNvGrpSpPr>
                    <a:grpSpLocks/>
                  </p:cNvGrpSpPr>
                  <p:nvPr/>
                </p:nvGrpSpPr>
                <p:grpSpPr bwMode="auto">
                  <a:xfrm>
                    <a:off x="2091" y="1685"/>
                    <a:ext cx="117" cy="389"/>
                    <a:chOff x="2112" y="1705"/>
                    <a:chExt cx="117" cy="389"/>
                  </a:xfrm>
                </p:grpSpPr>
                <p:sp>
                  <p:nvSpPr>
                    <p:cNvPr id="64" name="AutoShape 69"/>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5" name="Line 70"/>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sp>
                <p:nvSpPr>
                  <p:cNvPr id="30" name="AutoShape 71"/>
                  <p:cNvSpPr>
                    <a:spLocks noChangeArrowheads="1"/>
                  </p:cNvSpPr>
                  <p:nvPr/>
                </p:nvSpPr>
                <p:spPr bwMode="auto">
                  <a:xfrm>
                    <a:off x="761" y="1859"/>
                    <a:ext cx="3341" cy="315"/>
                  </a:xfrm>
                  <a:prstGeom prst="roundRect">
                    <a:avLst>
                      <a:gd name="adj"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31" name="Group 72"/>
                  <p:cNvGrpSpPr>
                    <a:grpSpLocks/>
                  </p:cNvGrpSpPr>
                  <p:nvPr/>
                </p:nvGrpSpPr>
                <p:grpSpPr bwMode="auto">
                  <a:xfrm>
                    <a:off x="3918" y="1795"/>
                    <a:ext cx="117" cy="299"/>
                    <a:chOff x="2088" y="1486"/>
                    <a:chExt cx="117" cy="299"/>
                  </a:xfrm>
                </p:grpSpPr>
                <p:sp>
                  <p:nvSpPr>
                    <p:cNvPr id="62" name="AutoShape 73"/>
                    <p:cNvSpPr>
                      <a:spLocks noChangeArrowheads="1"/>
                    </p:cNvSpPr>
                    <p:nvPr/>
                  </p:nvSpPr>
                  <p:spPr bwMode="auto">
                    <a:xfrm>
                      <a:off x="2088" y="1614"/>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3" name="Line 74"/>
                    <p:cNvSpPr>
                      <a:spLocks noChangeShapeType="1"/>
                    </p:cNvSpPr>
                    <p:nvPr/>
                  </p:nvSpPr>
                  <p:spPr bwMode="auto">
                    <a:xfrm flipV="1">
                      <a:off x="2146" y="1486"/>
                      <a:ext cx="0" cy="1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32" name="Group 75"/>
                  <p:cNvGrpSpPr>
                    <a:grpSpLocks/>
                  </p:cNvGrpSpPr>
                  <p:nvPr/>
                </p:nvGrpSpPr>
                <p:grpSpPr bwMode="auto">
                  <a:xfrm>
                    <a:off x="2991" y="1685"/>
                    <a:ext cx="117" cy="389"/>
                    <a:chOff x="2112" y="1705"/>
                    <a:chExt cx="117" cy="389"/>
                  </a:xfrm>
                </p:grpSpPr>
                <p:sp>
                  <p:nvSpPr>
                    <p:cNvPr id="60" name="AutoShape 76"/>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1" name="Line 77"/>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33" name="Group 78"/>
                  <p:cNvGrpSpPr>
                    <a:grpSpLocks/>
                  </p:cNvGrpSpPr>
                  <p:nvPr/>
                </p:nvGrpSpPr>
                <p:grpSpPr bwMode="auto">
                  <a:xfrm>
                    <a:off x="3442" y="1685"/>
                    <a:ext cx="117" cy="389"/>
                    <a:chOff x="2112" y="1705"/>
                    <a:chExt cx="117" cy="389"/>
                  </a:xfrm>
                </p:grpSpPr>
                <p:sp>
                  <p:nvSpPr>
                    <p:cNvPr id="58" name="AutoShape 79"/>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59" name="Line 80"/>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34" name="Group 81"/>
                  <p:cNvGrpSpPr>
                    <a:grpSpLocks/>
                  </p:cNvGrpSpPr>
                  <p:nvPr/>
                </p:nvGrpSpPr>
                <p:grpSpPr bwMode="auto">
                  <a:xfrm>
                    <a:off x="1526" y="1705"/>
                    <a:ext cx="117" cy="369"/>
                    <a:chOff x="1526" y="1705"/>
                    <a:chExt cx="117" cy="369"/>
                  </a:xfrm>
                </p:grpSpPr>
                <p:sp>
                  <p:nvSpPr>
                    <p:cNvPr id="56" name="Line 82"/>
                    <p:cNvSpPr>
                      <a:spLocks noChangeShapeType="1"/>
                    </p:cNvSpPr>
                    <p:nvPr/>
                  </p:nvSpPr>
                  <p:spPr bwMode="auto">
                    <a:xfrm flipV="1">
                      <a:off x="1584"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57" name="AutoShape 83"/>
                    <p:cNvSpPr>
                      <a:spLocks noChangeArrowheads="1"/>
                    </p:cNvSpPr>
                    <p:nvPr/>
                  </p:nvSpPr>
                  <p:spPr bwMode="auto">
                    <a:xfrm>
                      <a:off x="1526" y="190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5" name="Group 84"/>
                  <p:cNvGrpSpPr>
                    <a:grpSpLocks/>
                  </p:cNvGrpSpPr>
                  <p:nvPr/>
                </p:nvGrpSpPr>
                <p:grpSpPr bwMode="auto">
                  <a:xfrm>
                    <a:off x="2542" y="1705"/>
                    <a:ext cx="117" cy="369"/>
                    <a:chOff x="2542" y="1705"/>
                    <a:chExt cx="117" cy="369"/>
                  </a:xfrm>
                </p:grpSpPr>
                <p:sp>
                  <p:nvSpPr>
                    <p:cNvPr id="54" name="Line 85"/>
                    <p:cNvSpPr>
                      <a:spLocks noChangeShapeType="1"/>
                    </p:cNvSpPr>
                    <p:nvPr/>
                  </p:nvSpPr>
                  <p:spPr bwMode="auto">
                    <a:xfrm flipV="1">
                      <a:off x="260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55" name="AutoShape 86"/>
                    <p:cNvSpPr>
                      <a:spLocks noChangeArrowheads="1"/>
                    </p:cNvSpPr>
                    <p:nvPr/>
                  </p:nvSpPr>
                  <p:spPr bwMode="auto">
                    <a:xfrm>
                      <a:off x="2542" y="190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6" name="Group 87"/>
                  <p:cNvGrpSpPr>
                    <a:grpSpLocks/>
                  </p:cNvGrpSpPr>
                  <p:nvPr/>
                </p:nvGrpSpPr>
                <p:grpSpPr bwMode="auto">
                  <a:xfrm>
                    <a:off x="2266" y="1721"/>
                    <a:ext cx="89" cy="298"/>
                    <a:chOff x="2266" y="1721"/>
                    <a:chExt cx="89" cy="298"/>
                  </a:xfrm>
                </p:grpSpPr>
                <p:sp>
                  <p:nvSpPr>
                    <p:cNvPr id="52" name="Line 88"/>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53" name="AutoShape 89"/>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7" name="Group 90"/>
                  <p:cNvGrpSpPr>
                    <a:grpSpLocks/>
                  </p:cNvGrpSpPr>
                  <p:nvPr/>
                </p:nvGrpSpPr>
                <p:grpSpPr bwMode="auto">
                  <a:xfrm>
                    <a:off x="2384" y="1721"/>
                    <a:ext cx="89" cy="298"/>
                    <a:chOff x="2266" y="1721"/>
                    <a:chExt cx="89" cy="298"/>
                  </a:xfrm>
                </p:grpSpPr>
                <p:sp>
                  <p:nvSpPr>
                    <p:cNvPr id="50" name="Line 91"/>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51" name="AutoShape 92"/>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8" name="Group 93"/>
                  <p:cNvGrpSpPr>
                    <a:grpSpLocks/>
                  </p:cNvGrpSpPr>
                  <p:nvPr/>
                </p:nvGrpSpPr>
                <p:grpSpPr bwMode="auto">
                  <a:xfrm>
                    <a:off x="2699" y="1721"/>
                    <a:ext cx="89" cy="298"/>
                    <a:chOff x="2266" y="1721"/>
                    <a:chExt cx="89" cy="298"/>
                  </a:xfrm>
                </p:grpSpPr>
                <p:sp>
                  <p:nvSpPr>
                    <p:cNvPr id="48" name="Line 94"/>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49" name="AutoShape 95"/>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9" name="Group 96"/>
                  <p:cNvGrpSpPr>
                    <a:grpSpLocks/>
                  </p:cNvGrpSpPr>
                  <p:nvPr/>
                </p:nvGrpSpPr>
                <p:grpSpPr bwMode="auto">
                  <a:xfrm>
                    <a:off x="2834" y="1721"/>
                    <a:ext cx="89" cy="298"/>
                    <a:chOff x="2266" y="1721"/>
                    <a:chExt cx="89" cy="298"/>
                  </a:xfrm>
                </p:grpSpPr>
                <p:sp>
                  <p:nvSpPr>
                    <p:cNvPr id="46" name="Line 97"/>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47" name="AutoShape 98"/>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40" name="Group 99"/>
                  <p:cNvGrpSpPr>
                    <a:grpSpLocks/>
                  </p:cNvGrpSpPr>
                  <p:nvPr/>
                </p:nvGrpSpPr>
                <p:grpSpPr bwMode="auto">
                  <a:xfrm>
                    <a:off x="1922" y="1721"/>
                    <a:ext cx="89" cy="298"/>
                    <a:chOff x="2266" y="1721"/>
                    <a:chExt cx="89" cy="298"/>
                  </a:xfrm>
                </p:grpSpPr>
                <p:sp>
                  <p:nvSpPr>
                    <p:cNvPr id="44" name="Line 100"/>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45" name="AutoShape 101"/>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41" name="Group 102"/>
                  <p:cNvGrpSpPr>
                    <a:grpSpLocks/>
                  </p:cNvGrpSpPr>
                  <p:nvPr/>
                </p:nvGrpSpPr>
                <p:grpSpPr bwMode="auto">
                  <a:xfrm>
                    <a:off x="3253" y="1721"/>
                    <a:ext cx="89" cy="298"/>
                    <a:chOff x="2266" y="1721"/>
                    <a:chExt cx="89" cy="298"/>
                  </a:xfrm>
                </p:grpSpPr>
                <p:sp>
                  <p:nvSpPr>
                    <p:cNvPr id="42" name="Line 103"/>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43" name="AutoShape 104"/>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grpSp>
          <p:sp>
            <p:nvSpPr>
              <p:cNvPr id="12" name="Rectangle 105"/>
              <p:cNvSpPr>
                <a:spLocks noChangeArrowheads="1"/>
              </p:cNvSpPr>
              <p:nvPr/>
            </p:nvSpPr>
            <p:spPr bwMode="auto">
              <a:xfrm>
                <a:off x="945" y="573"/>
                <a:ext cx="3912" cy="202"/>
              </a:xfrm>
              <a:prstGeom prst="rect">
                <a:avLst/>
              </a:prstGeom>
              <a:solidFill>
                <a:srgbClr val="CCFFCC"/>
              </a:solidFill>
              <a:ln w="9525">
                <a:miter lim="800000"/>
                <a:headEnd/>
                <a:tailEnd/>
              </a:ln>
              <a:scene3d>
                <a:camera prst="legacyObliqueTopRight"/>
                <a:lightRig rig="legacyFlat3" dir="b"/>
              </a:scene3d>
              <a:sp3d extrusionH="277800" contourW="12700" prstMaterial="legacyMatte">
                <a:bevelT w="13500" h="13500" prst="angle"/>
                <a:bevelB w="13500" h="13500" prst="angle"/>
                <a:extrusionClr>
                  <a:srgbClr val="CCFFCC"/>
                </a:extrusionClr>
                <a:contourClr>
                  <a:srgbClr val="CCFFCC"/>
                </a:contourClr>
              </a:sp3d>
            </p:spPr>
            <p:txBody>
              <a:bodyPr lIns="72000" tIns="0" rIns="72000" bIns="0">
                <a:flatTx/>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2000" b="1" i="1">
                    <a:solidFill>
                      <a:srgbClr val="000000"/>
                    </a:solidFill>
                  </a:rPr>
                  <a:t>Processo de Desenvolvimento de Produto</a:t>
                </a:r>
              </a:p>
              <a:p>
                <a:pPr eaLnBrk="1" hangingPunct="1"/>
                <a:endParaRPr lang="pt-BR" altLang="pt-BR" sz="1600">
                  <a:solidFill>
                    <a:srgbClr val="000000"/>
                  </a:solidFill>
                </a:endParaRPr>
              </a:p>
            </p:txBody>
          </p:sp>
        </p:grpSp>
      </p:grpSp>
      <p:sp>
        <p:nvSpPr>
          <p:cNvPr id="103" name="Rectangle 4"/>
          <p:cNvSpPr txBox="1">
            <a:spLocks noChangeArrowheads="1"/>
          </p:cNvSpPr>
          <p:nvPr/>
        </p:nvSpPr>
        <p:spPr>
          <a:xfrm>
            <a:off x="4793191" y="289710"/>
            <a:ext cx="7086706" cy="1293028"/>
          </a:xfrm>
          <a:prstGeom prst="rect">
            <a:avLst/>
          </a:prstGeom>
        </p:spPr>
        <p:txBody>
          <a:bodyPr/>
          <a:lst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a:lstStyle>
          <a:p>
            <a:r>
              <a:rPr lang="pt-BR" altLang="pt-BR" sz="3200" b="1"/>
              <a:t>Visão geral do modelo de referência </a:t>
            </a:r>
          </a:p>
        </p:txBody>
      </p:sp>
    </p:spTree>
    <p:extLst>
      <p:ext uri="{BB962C8B-B14F-4D97-AF65-F5344CB8AC3E}">
        <p14:creationId xmlns:p14="http://schemas.microsoft.com/office/powerpoint/2010/main" val="612041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838200" y="296863"/>
            <a:ext cx="11168921" cy="457200"/>
          </a:xfrm>
          <a:prstGeom prst="rect">
            <a:avLst/>
          </a:prstGeom>
          <a:solidFill>
            <a:schemeClr val="bg1">
              <a:lumMod val="85000"/>
            </a:schemeClr>
          </a:solidFill>
        </p:spPr>
        <p:txBody>
          <a:bodyPr/>
          <a:lst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a:lstStyle>
          <a:p>
            <a:r>
              <a:rPr lang="pt-BR" altLang="pt-BR" sz="2400" b="1">
                <a:solidFill>
                  <a:srgbClr val="002060"/>
                </a:solidFill>
              </a:rPr>
              <a:t>Atividades genéricas durante a realização do projeto</a:t>
            </a:r>
          </a:p>
        </p:txBody>
      </p:sp>
      <p:grpSp>
        <p:nvGrpSpPr>
          <p:cNvPr id="3" name="Group 3"/>
          <p:cNvGrpSpPr>
            <a:grpSpLocks/>
          </p:cNvGrpSpPr>
          <p:nvPr/>
        </p:nvGrpSpPr>
        <p:grpSpPr bwMode="auto">
          <a:xfrm>
            <a:off x="838200" y="1042988"/>
            <a:ext cx="8991600" cy="5815012"/>
            <a:chOff x="48" y="573"/>
            <a:chExt cx="5664" cy="3663"/>
          </a:xfrm>
        </p:grpSpPr>
        <p:sp>
          <p:nvSpPr>
            <p:cNvPr id="4" name="Rectangle 4"/>
            <p:cNvSpPr>
              <a:spLocks noChangeArrowheads="1"/>
            </p:cNvSpPr>
            <p:nvPr/>
          </p:nvSpPr>
          <p:spPr bwMode="auto">
            <a:xfrm>
              <a:off x="630" y="4057"/>
              <a:ext cx="4968" cy="179"/>
            </a:xfrm>
            <a:prstGeom prst="rect">
              <a:avLst/>
            </a:prstGeom>
            <a:solidFill>
              <a:srgbClr val="FFFF00"/>
            </a:solidFill>
            <a:ln w="9525">
              <a:solidFill>
                <a:schemeClr val="tx1"/>
              </a:solidFill>
              <a:miter lim="800000"/>
              <a:headEnd/>
              <a:tailEnd/>
            </a:ln>
          </p:spPr>
          <p:txBody>
            <a:bodyPr lIns="72000" tIns="0" rIns="72000" bIns="0" anchor="ctr" anchorCtr="1">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800" b="1" i="1">
                  <a:solidFill>
                    <a:srgbClr val="000000"/>
                  </a:solidFill>
                </a:rPr>
                <a:t>Melhoria do processo de desenvolvimento de produtos</a:t>
              </a:r>
            </a:p>
          </p:txBody>
        </p:sp>
        <p:sp>
          <p:nvSpPr>
            <p:cNvPr id="5" name="Rectangle 5"/>
            <p:cNvSpPr>
              <a:spLocks noChangeArrowheads="1"/>
            </p:cNvSpPr>
            <p:nvPr/>
          </p:nvSpPr>
          <p:spPr bwMode="auto">
            <a:xfrm>
              <a:off x="1606" y="3828"/>
              <a:ext cx="3838" cy="179"/>
            </a:xfrm>
            <a:prstGeom prst="rect">
              <a:avLst/>
            </a:prstGeom>
            <a:solidFill>
              <a:srgbClr val="EAEAEA"/>
            </a:solidFill>
            <a:ln w="9525">
              <a:solidFill>
                <a:schemeClr val="tx1"/>
              </a:solidFill>
              <a:miter lim="800000"/>
              <a:headEnd/>
              <a:tailEnd/>
            </a:ln>
          </p:spPr>
          <p:txBody>
            <a:bodyPr lIns="72000" tIns="0" rIns="72000" bIns="0" anchor="ctr" anchorCtr="1">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800" b="1" i="1">
                  <a:solidFill>
                    <a:srgbClr val="000000"/>
                  </a:solidFill>
                </a:rPr>
                <a:t>Gerenciamento de mudanças de engenharia</a:t>
              </a:r>
            </a:p>
          </p:txBody>
        </p:sp>
        <p:sp>
          <p:nvSpPr>
            <p:cNvPr id="6" name="Rectangle 6"/>
            <p:cNvSpPr>
              <a:spLocks noChangeArrowheads="1"/>
            </p:cNvSpPr>
            <p:nvPr/>
          </p:nvSpPr>
          <p:spPr bwMode="auto">
            <a:xfrm>
              <a:off x="132" y="3794"/>
              <a:ext cx="768" cy="352"/>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lIns="72000" tIns="0" rIns="72000" bIns="0" anchor="ctr">
              <a:spAutoFit/>
            </a:bodyPr>
            <a:lstStyle/>
            <a:p>
              <a:pPr>
                <a:defRPr/>
              </a:pPr>
              <a:r>
                <a:rPr lang="pt-BR" sz="1800">
                  <a:solidFill>
                    <a:schemeClr val="accent2"/>
                  </a:solidFill>
                </a:rPr>
                <a:t>Processos</a:t>
              </a:r>
            </a:p>
            <a:p>
              <a:pPr>
                <a:defRPr/>
              </a:pPr>
              <a:r>
                <a:rPr lang="pt-BR" sz="1800">
                  <a:solidFill>
                    <a:schemeClr val="accent2"/>
                  </a:solidFill>
                </a:rPr>
                <a:t>de apoio</a:t>
              </a:r>
            </a:p>
          </p:txBody>
        </p:sp>
        <p:sp>
          <p:nvSpPr>
            <p:cNvPr id="7" name="AutoShape 7"/>
            <p:cNvSpPr>
              <a:spLocks noChangeArrowheads="1"/>
            </p:cNvSpPr>
            <p:nvPr/>
          </p:nvSpPr>
          <p:spPr bwMode="auto">
            <a:xfrm>
              <a:off x="967" y="364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 name="AutoShape 8"/>
            <p:cNvSpPr>
              <a:spLocks noChangeArrowheads="1"/>
            </p:cNvSpPr>
            <p:nvPr/>
          </p:nvSpPr>
          <p:spPr bwMode="auto">
            <a:xfrm>
              <a:off x="2220" y="364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9" name="AutoShape 9"/>
            <p:cNvSpPr>
              <a:spLocks noChangeArrowheads="1"/>
            </p:cNvSpPr>
            <p:nvPr/>
          </p:nvSpPr>
          <p:spPr bwMode="auto">
            <a:xfrm>
              <a:off x="3474" y="364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0" name="AutoShape 10"/>
            <p:cNvSpPr>
              <a:spLocks noChangeArrowheads="1"/>
            </p:cNvSpPr>
            <p:nvPr/>
          </p:nvSpPr>
          <p:spPr bwMode="auto">
            <a:xfrm>
              <a:off x="4728" y="364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11" name="Group 11"/>
            <p:cNvGrpSpPr>
              <a:grpSpLocks/>
            </p:cNvGrpSpPr>
            <p:nvPr/>
          </p:nvGrpSpPr>
          <p:grpSpPr bwMode="auto">
            <a:xfrm>
              <a:off x="48" y="573"/>
              <a:ext cx="5664" cy="2019"/>
              <a:chOff x="48" y="573"/>
              <a:chExt cx="5664" cy="2019"/>
            </a:xfrm>
          </p:grpSpPr>
          <p:grpSp>
            <p:nvGrpSpPr>
              <p:cNvPr id="12" name="Group 12"/>
              <p:cNvGrpSpPr>
                <a:grpSpLocks/>
              </p:cNvGrpSpPr>
              <p:nvPr/>
            </p:nvGrpSpPr>
            <p:grpSpPr bwMode="auto">
              <a:xfrm>
                <a:off x="48" y="673"/>
                <a:ext cx="5664" cy="1919"/>
                <a:chOff x="48" y="673"/>
                <a:chExt cx="5664" cy="1919"/>
              </a:xfrm>
            </p:grpSpPr>
            <p:sp>
              <p:nvSpPr>
                <p:cNvPr id="14" name="Rectangle 13"/>
                <p:cNvSpPr>
                  <a:spLocks noChangeArrowheads="1"/>
                </p:cNvSpPr>
                <p:nvPr/>
              </p:nvSpPr>
              <p:spPr bwMode="auto">
                <a:xfrm>
                  <a:off x="48" y="673"/>
                  <a:ext cx="5664" cy="1919"/>
                </a:xfrm>
                <a:prstGeom prst="rect">
                  <a:avLst/>
                </a:prstGeom>
                <a:solidFill>
                  <a:srgbClr val="CCFFCC"/>
                </a:solidFill>
                <a:ln w="9525">
                  <a:solidFill>
                    <a:schemeClr val="tx1"/>
                  </a:solidFill>
                  <a:miter lim="800000"/>
                  <a:headEnd/>
                  <a:tailEnd/>
                </a:ln>
              </p:spPr>
              <p:txBody>
                <a:bodyPr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5" name="Freeform 14"/>
                <p:cNvSpPr>
                  <a:spLocks/>
                </p:cNvSpPr>
                <p:nvPr/>
              </p:nvSpPr>
              <p:spPr bwMode="auto">
                <a:xfrm>
                  <a:off x="501" y="1460"/>
                  <a:ext cx="4593" cy="844"/>
                </a:xfrm>
                <a:custGeom>
                  <a:avLst/>
                  <a:gdLst>
                    <a:gd name="T0" fmla="*/ 771 w 4593"/>
                    <a:gd name="T1" fmla="*/ 20 h 1046"/>
                    <a:gd name="T2" fmla="*/ 0 w 4593"/>
                    <a:gd name="T3" fmla="*/ 1046 h 1046"/>
                    <a:gd name="T4" fmla="*/ 4593 w 4593"/>
                    <a:gd name="T5" fmla="*/ 1016 h 1046"/>
                    <a:gd name="T6" fmla="*/ 3302 w 4593"/>
                    <a:gd name="T7" fmla="*/ 0 h 1046"/>
                    <a:gd name="T8" fmla="*/ 0 60000 65536"/>
                    <a:gd name="T9" fmla="*/ 0 60000 65536"/>
                    <a:gd name="T10" fmla="*/ 0 60000 65536"/>
                    <a:gd name="T11" fmla="*/ 0 60000 65536"/>
                    <a:gd name="T12" fmla="*/ 0 w 4593"/>
                    <a:gd name="T13" fmla="*/ 0 h 1046"/>
                    <a:gd name="T14" fmla="*/ 4593 w 4593"/>
                    <a:gd name="T15" fmla="*/ 1046 h 1046"/>
                  </a:gdLst>
                  <a:ahLst/>
                  <a:cxnLst>
                    <a:cxn ang="T8">
                      <a:pos x="T0" y="T1"/>
                    </a:cxn>
                    <a:cxn ang="T9">
                      <a:pos x="T2" y="T3"/>
                    </a:cxn>
                    <a:cxn ang="T10">
                      <a:pos x="T4" y="T5"/>
                    </a:cxn>
                    <a:cxn ang="T11">
                      <a:pos x="T6" y="T7"/>
                    </a:cxn>
                  </a:cxnLst>
                  <a:rect l="T12" t="T13" r="T14" b="T15"/>
                  <a:pathLst>
                    <a:path w="4593" h="1046">
                      <a:moveTo>
                        <a:pt x="771" y="20"/>
                      </a:moveTo>
                      <a:lnTo>
                        <a:pt x="0" y="1046"/>
                      </a:lnTo>
                      <a:lnTo>
                        <a:pt x="4593" y="1016"/>
                      </a:lnTo>
                      <a:lnTo>
                        <a:pt x="3302" y="0"/>
                      </a:lnTo>
                    </a:path>
                  </a:pathLst>
                </a:custGeom>
                <a:gradFill rotWithShape="0">
                  <a:gsLst>
                    <a:gs pos="0">
                      <a:srgbClr val="99CCFF"/>
                    </a:gs>
                    <a:gs pos="100000">
                      <a:srgbClr val="FFCC99"/>
                    </a:gs>
                  </a:gsLst>
                  <a:lin ang="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72000" tIns="0" rIns="72000" bIns="0" anchor="ctr">
                  <a:spAutoFit/>
                </a:bodyPr>
                <a:lstStyle/>
                <a:p>
                  <a:endParaRPr lang="pt-BR"/>
                </a:p>
              </p:txBody>
            </p:sp>
            <p:grpSp>
              <p:nvGrpSpPr>
                <p:cNvPr id="16" name="Group 15"/>
                <p:cNvGrpSpPr>
                  <a:grpSpLocks/>
                </p:cNvGrpSpPr>
                <p:nvPr/>
              </p:nvGrpSpPr>
              <p:grpSpPr bwMode="auto">
                <a:xfrm>
                  <a:off x="1411" y="1058"/>
                  <a:ext cx="2612" cy="188"/>
                  <a:chOff x="1482" y="804"/>
                  <a:chExt cx="2642" cy="188"/>
                </a:xfrm>
              </p:grpSpPr>
              <p:sp>
                <p:nvSpPr>
                  <p:cNvPr id="102" name="AutoShape 16"/>
                  <p:cNvSpPr>
                    <a:spLocks noChangeArrowheads="1"/>
                  </p:cNvSpPr>
                  <p:nvPr/>
                </p:nvSpPr>
                <p:spPr bwMode="auto">
                  <a:xfrm>
                    <a:off x="1482" y="804"/>
                    <a:ext cx="2642" cy="188"/>
                  </a:xfrm>
                  <a:prstGeom prst="chevron">
                    <a:avLst>
                      <a:gd name="adj" fmla="val 44176"/>
                    </a:avLst>
                  </a:prstGeom>
                  <a:solidFill>
                    <a:srgbClr val="FFFF00"/>
                  </a:solidFill>
                  <a:ln w="11113">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03" name="Text Box 17"/>
                  <p:cNvSpPr txBox="1">
                    <a:spLocks noChangeArrowheads="1"/>
                  </p:cNvSpPr>
                  <p:nvPr/>
                </p:nvSpPr>
                <p:spPr bwMode="auto">
                  <a:xfrm>
                    <a:off x="2153" y="812"/>
                    <a:ext cx="1202" cy="173"/>
                  </a:xfrm>
                  <a:prstGeom prst="rect">
                    <a:avLst/>
                  </a:prstGeom>
                  <a:solidFill>
                    <a:srgbClr val="FFFF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b="1">
                        <a:solidFill>
                          <a:srgbClr val="000000"/>
                        </a:solidFill>
                      </a:rPr>
                      <a:t>Desenvolvimento</a:t>
                    </a:r>
                    <a:r>
                      <a:rPr lang="pt-BR" altLang="pt-BR" sz="1800" i="1">
                        <a:solidFill>
                          <a:srgbClr val="000000"/>
                        </a:solidFill>
                      </a:rPr>
                      <a:t> </a:t>
                    </a:r>
                  </a:p>
                </p:txBody>
              </p:sp>
            </p:grpSp>
            <p:grpSp>
              <p:nvGrpSpPr>
                <p:cNvPr id="17" name="Group 18"/>
                <p:cNvGrpSpPr>
                  <a:grpSpLocks/>
                </p:cNvGrpSpPr>
                <p:nvPr/>
              </p:nvGrpSpPr>
              <p:grpSpPr bwMode="auto">
                <a:xfrm>
                  <a:off x="500" y="2198"/>
                  <a:ext cx="4521" cy="340"/>
                  <a:chOff x="108" y="2387"/>
                  <a:chExt cx="4521" cy="340"/>
                </a:xfrm>
              </p:grpSpPr>
              <p:grpSp>
                <p:nvGrpSpPr>
                  <p:cNvPr id="95" name="Group 19"/>
                  <p:cNvGrpSpPr>
                    <a:grpSpLocks/>
                  </p:cNvGrpSpPr>
                  <p:nvPr/>
                </p:nvGrpSpPr>
                <p:grpSpPr bwMode="auto">
                  <a:xfrm>
                    <a:off x="1014" y="2394"/>
                    <a:ext cx="3615" cy="333"/>
                    <a:chOff x="1014" y="2394"/>
                    <a:chExt cx="3615" cy="333"/>
                  </a:xfrm>
                </p:grpSpPr>
                <p:sp>
                  <p:nvSpPr>
                    <p:cNvPr id="97" name="AutoShape 20"/>
                    <p:cNvSpPr>
                      <a:spLocks noChangeArrowheads="1"/>
                    </p:cNvSpPr>
                    <p:nvPr/>
                  </p:nvSpPr>
                  <p:spPr bwMode="auto">
                    <a:xfrm>
                      <a:off x="2511" y="2394"/>
                      <a:ext cx="690" cy="333"/>
                    </a:xfrm>
                    <a:prstGeom prst="chevron">
                      <a:avLst>
                        <a:gd name="adj" fmla="val 19723"/>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Detalhado </a:t>
                      </a:r>
                    </a:p>
                  </p:txBody>
                </p:sp>
                <p:sp>
                  <p:nvSpPr>
                    <p:cNvPr id="98" name="AutoShape 21"/>
                    <p:cNvSpPr>
                      <a:spLocks noChangeArrowheads="1"/>
                    </p:cNvSpPr>
                    <p:nvPr/>
                  </p:nvSpPr>
                  <p:spPr bwMode="auto">
                    <a:xfrm>
                      <a:off x="1833" y="2394"/>
                      <a:ext cx="709" cy="333"/>
                    </a:xfrm>
                    <a:prstGeom prst="chevron">
                      <a:avLst>
                        <a:gd name="adj" fmla="val 19004"/>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Conceitual </a:t>
                      </a:r>
                    </a:p>
                  </p:txBody>
                </p:sp>
                <p:sp>
                  <p:nvSpPr>
                    <p:cNvPr id="99" name="AutoShape 22"/>
                    <p:cNvSpPr>
                      <a:spLocks noChangeArrowheads="1"/>
                    </p:cNvSpPr>
                    <p:nvPr/>
                  </p:nvSpPr>
                  <p:spPr bwMode="auto">
                    <a:xfrm>
                      <a:off x="1014" y="2394"/>
                      <a:ext cx="856" cy="333"/>
                    </a:xfrm>
                    <a:prstGeom prst="chevron">
                      <a:avLst>
                        <a:gd name="adj" fmla="val 22064"/>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Informacional </a:t>
                      </a:r>
                    </a:p>
                  </p:txBody>
                </p:sp>
                <p:sp>
                  <p:nvSpPr>
                    <p:cNvPr id="100" name="AutoShape 23"/>
                    <p:cNvSpPr>
                      <a:spLocks noChangeArrowheads="1"/>
                    </p:cNvSpPr>
                    <p:nvPr/>
                  </p:nvSpPr>
                  <p:spPr bwMode="auto">
                    <a:xfrm>
                      <a:off x="3864" y="2394"/>
                      <a:ext cx="765" cy="333"/>
                    </a:xfrm>
                    <a:prstGeom prst="chevron">
                      <a:avLst>
                        <a:gd name="adj" fmla="val 19782"/>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Lançamento</a:t>
                      </a:r>
                    </a:p>
                    <a:p>
                      <a:pPr eaLnBrk="1" hangingPunct="1"/>
                      <a:r>
                        <a:rPr lang="pt-BR" altLang="pt-BR" sz="1400"/>
                        <a:t>do Produto</a:t>
                      </a:r>
                    </a:p>
                  </p:txBody>
                </p:sp>
                <p:sp>
                  <p:nvSpPr>
                    <p:cNvPr id="101" name="AutoShape 24"/>
                    <p:cNvSpPr>
                      <a:spLocks noChangeArrowheads="1"/>
                    </p:cNvSpPr>
                    <p:nvPr/>
                  </p:nvSpPr>
                  <p:spPr bwMode="auto">
                    <a:xfrm>
                      <a:off x="3170" y="2394"/>
                      <a:ext cx="723" cy="333"/>
                    </a:xfrm>
                    <a:prstGeom prst="chevron">
                      <a:avLst>
                        <a:gd name="adj" fmla="val 16213"/>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Preparação</a:t>
                      </a:r>
                    </a:p>
                    <a:p>
                      <a:pPr eaLnBrk="1" hangingPunct="1"/>
                      <a:r>
                        <a:rPr lang="pt-BR" altLang="pt-BR" sz="1400"/>
                        <a:t>Produção</a:t>
                      </a:r>
                    </a:p>
                  </p:txBody>
                </p:sp>
              </p:grpSp>
              <p:sp>
                <p:nvSpPr>
                  <p:cNvPr id="96" name="AutoShape 25"/>
                  <p:cNvSpPr>
                    <a:spLocks noChangeArrowheads="1"/>
                  </p:cNvSpPr>
                  <p:nvPr/>
                </p:nvSpPr>
                <p:spPr bwMode="auto">
                  <a:xfrm>
                    <a:off x="108" y="2387"/>
                    <a:ext cx="1014" cy="330"/>
                  </a:xfrm>
                  <a:prstGeom prst="chevron">
                    <a:avLst>
                      <a:gd name="adj" fmla="val 24297"/>
                    </a:avLst>
                  </a:prstGeom>
                  <a:solidFill>
                    <a:srgbClr val="99CCFF"/>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b="1"/>
                      <a:t>Planejamento</a:t>
                    </a:r>
                  </a:p>
                  <a:p>
                    <a:pPr eaLnBrk="1" hangingPunct="1"/>
                    <a:r>
                      <a:rPr lang="pt-BR" altLang="pt-BR" sz="1400" b="1"/>
                      <a:t>Projeto</a:t>
                    </a:r>
                  </a:p>
                </p:txBody>
              </p:sp>
            </p:grpSp>
            <p:grpSp>
              <p:nvGrpSpPr>
                <p:cNvPr id="18" name="Group 26"/>
                <p:cNvGrpSpPr>
                  <a:grpSpLocks/>
                </p:cNvGrpSpPr>
                <p:nvPr/>
              </p:nvGrpSpPr>
              <p:grpSpPr bwMode="auto">
                <a:xfrm>
                  <a:off x="4009" y="1059"/>
                  <a:ext cx="1671" cy="188"/>
                  <a:chOff x="3985" y="774"/>
                  <a:chExt cx="1671" cy="188"/>
                </a:xfrm>
              </p:grpSpPr>
              <p:sp>
                <p:nvSpPr>
                  <p:cNvPr id="93" name="AutoShape 27"/>
                  <p:cNvSpPr>
                    <a:spLocks noChangeArrowheads="1"/>
                  </p:cNvSpPr>
                  <p:nvPr/>
                </p:nvSpPr>
                <p:spPr bwMode="auto">
                  <a:xfrm>
                    <a:off x="3985" y="774"/>
                    <a:ext cx="1671" cy="188"/>
                  </a:xfrm>
                  <a:prstGeom prst="chevron">
                    <a:avLst>
                      <a:gd name="adj" fmla="val 39421"/>
                    </a:avLst>
                  </a:prstGeom>
                  <a:solidFill>
                    <a:srgbClr val="FFCC99"/>
                  </a:solidFill>
                  <a:ln w="11113">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94" name="Text Box 28"/>
                  <p:cNvSpPr txBox="1">
                    <a:spLocks noChangeArrowheads="1"/>
                  </p:cNvSpPr>
                  <p:nvPr/>
                </p:nvSpPr>
                <p:spPr bwMode="auto">
                  <a:xfrm>
                    <a:off x="4658" y="797"/>
                    <a:ext cx="3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b="1">
                        <a:solidFill>
                          <a:srgbClr val="000000"/>
                        </a:solidFill>
                      </a:rPr>
                      <a:t>Pós</a:t>
                    </a:r>
                  </a:p>
                </p:txBody>
              </p:sp>
            </p:grpSp>
            <p:sp>
              <p:nvSpPr>
                <p:cNvPr id="19" name="Rectangle 29"/>
                <p:cNvSpPr>
                  <a:spLocks noChangeArrowheads="1"/>
                </p:cNvSpPr>
                <p:nvPr/>
              </p:nvSpPr>
              <p:spPr bwMode="auto">
                <a:xfrm>
                  <a:off x="5180" y="1112"/>
                  <a:ext cx="164"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cxnSp>
              <p:nvCxnSpPr>
                <p:cNvPr id="20" name="AutoShape 30"/>
                <p:cNvCxnSpPr>
                  <a:cxnSpLocks noChangeShapeType="1"/>
                </p:cNvCxnSpPr>
                <p:nvPr/>
              </p:nvCxnSpPr>
              <p:spPr bwMode="auto">
                <a:xfrm rot="-5400000" flipH="1" flipV="1">
                  <a:off x="2773" y="-973"/>
                  <a:ext cx="1" cy="4066"/>
                </a:xfrm>
                <a:prstGeom prst="bentConnector3">
                  <a:avLst>
                    <a:gd name="adj1" fmla="val -14400005"/>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21" name="Group 31"/>
                <p:cNvGrpSpPr>
                  <a:grpSpLocks/>
                </p:cNvGrpSpPr>
                <p:nvPr/>
              </p:nvGrpSpPr>
              <p:grpSpPr bwMode="auto">
                <a:xfrm>
                  <a:off x="108" y="1059"/>
                  <a:ext cx="1338" cy="187"/>
                  <a:chOff x="22" y="370"/>
                  <a:chExt cx="1398" cy="187"/>
                </a:xfrm>
              </p:grpSpPr>
              <p:sp>
                <p:nvSpPr>
                  <p:cNvPr id="91" name="AutoShape 32"/>
                  <p:cNvSpPr>
                    <a:spLocks noChangeArrowheads="1"/>
                  </p:cNvSpPr>
                  <p:nvPr/>
                </p:nvSpPr>
                <p:spPr bwMode="auto">
                  <a:xfrm>
                    <a:off x="22" y="370"/>
                    <a:ext cx="1398" cy="187"/>
                  </a:xfrm>
                  <a:prstGeom prst="homePlate">
                    <a:avLst>
                      <a:gd name="adj" fmla="val 39906"/>
                    </a:avLst>
                  </a:prstGeom>
                  <a:solidFill>
                    <a:srgbClr val="99CCFF"/>
                  </a:solidFill>
                  <a:ln w="12700">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92" name="Text Box 33"/>
                  <p:cNvSpPr txBox="1">
                    <a:spLocks noChangeArrowheads="1"/>
                  </p:cNvSpPr>
                  <p:nvPr/>
                </p:nvSpPr>
                <p:spPr bwMode="auto">
                  <a:xfrm>
                    <a:off x="567" y="393"/>
                    <a:ext cx="31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b="1">
                        <a:solidFill>
                          <a:srgbClr val="000000"/>
                        </a:solidFill>
                      </a:rPr>
                      <a:t>Pré</a:t>
                    </a:r>
                  </a:p>
                </p:txBody>
              </p:sp>
            </p:grpSp>
            <p:sp>
              <p:nvSpPr>
                <p:cNvPr id="22" name="AutoShape 34"/>
                <p:cNvSpPr>
                  <a:spLocks noChangeArrowheads="1"/>
                </p:cNvSpPr>
                <p:nvPr/>
              </p:nvSpPr>
              <p:spPr bwMode="auto">
                <a:xfrm>
                  <a:off x="117" y="1292"/>
                  <a:ext cx="1016" cy="496"/>
                </a:xfrm>
                <a:prstGeom prst="chevron">
                  <a:avLst>
                    <a:gd name="adj" fmla="val 16112"/>
                  </a:avLst>
                </a:prstGeom>
                <a:solidFill>
                  <a:srgbClr val="99CCFF"/>
                </a:solidFill>
                <a:ln w="11176">
                  <a:solidFill>
                    <a:srgbClr val="000000"/>
                  </a:solidFill>
                  <a:miter lim="800000"/>
                  <a:headEnd/>
                  <a:tailEnd/>
                </a:ln>
              </p:spPr>
              <p:txBody>
                <a:bodyPr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Planejamento</a:t>
                  </a:r>
                </a:p>
                <a:p>
                  <a:pPr eaLnBrk="1" hangingPunct="1"/>
                  <a:r>
                    <a:rPr lang="pt-BR" altLang="pt-BR" sz="1400"/>
                    <a:t>Estratégico dos Produtos</a:t>
                  </a:r>
                </a:p>
              </p:txBody>
            </p:sp>
            <p:grpSp>
              <p:nvGrpSpPr>
                <p:cNvPr id="23" name="Group 35"/>
                <p:cNvGrpSpPr>
                  <a:grpSpLocks/>
                </p:cNvGrpSpPr>
                <p:nvPr/>
              </p:nvGrpSpPr>
              <p:grpSpPr bwMode="auto">
                <a:xfrm>
                  <a:off x="3883" y="1280"/>
                  <a:ext cx="1809" cy="588"/>
                  <a:chOff x="3883" y="1280"/>
                  <a:chExt cx="1809" cy="588"/>
                </a:xfrm>
              </p:grpSpPr>
              <p:sp>
                <p:nvSpPr>
                  <p:cNvPr id="85" name="AutoShape 36"/>
                  <p:cNvSpPr>
                    <a:spLocks noChangeArrowheads="1"/>
                  </p:cNvSpPr>
                  <p:nvPr/>
                </p:nvSpPr>
                <p:spPr bwMode="auto">
                  <a:xfrm>
                    <a:off x="3883" y="1280"/>
                    <a:ext cx="792" cy="523"/>
                  </a:xfrm>
                  <a:prstGeom prst="chevron">
                    <a:avLst>
                      <a:gd name="adj" fmla="val 18221"/>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6" name="AutoShape 37"/>
                  <p:cNvSpPr>
                    <a:spLocks noChangeArrowheads="1"/>
                  </p:cNvSpPr>
                  <p:nvPr/>
                </p:nvSpPr>
                <p:spPr bwMode="auto">
                  <a:xfrm>
                    <a:off x="4675" y="1280"/>
                    <a:ext cx="800" cy="523"/>
                  </a:xfrm>
                  <a:prstGeom prst="chevron">
                    <a:avLst>
                      <a:gd name="adj" fmla="val 18405"/>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7" name="AutoShape 38"/>
                  <p:cNvSpPr>
                    <a:spLocks noChangeArrowheads="1"/>
                  </p:cNvSpPr>
                  <p:nvPr/>
                </p:nvSpPr>
                <p:spPr bwMode="auto">
                  <a:xfrm>
                    <a:off x="3937" y="1320"/>
                    <a:ext cx="799" cy="523"/>
                  </a:xfrm>
                  <a:prstGeom prst="chevron">
                    <a:avLst>
                      <a:gd name="adj" fmla="val 18382"/>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8" name="AutoShape 39"/>
                  <p:cNvSpPr>
                    <a:spLocks noChangeArrowheads="1"/>
                  </p:cNvSpPr>
                  <p:nvPr/>
                </p:nvSpPr>
                <p:spPr bwMode="auto">
                  <a:xfrm>
                    <a:off x="4747" y="1320"/>
                    <a:ext cx="800" cy="523"/>
                  </a:xfrm>
                  <a:prstGeom prst="chevron">
                    <a:avLst>
                      <a:gd name="adj" fmla="val 18405"/>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9" name="AutoShape 40"/>
                  <p:cNvSpPr>
                    <a:spLocks noChangeArrowheads="1"/>
                  </p:cNvSpPr>
                  <p:nvPr/>
                </p:nvSpPr>
                <p:spPr bwMode="auto">
                  <a:xfrm>
                    <a:off x="4847" y="1345"/>
                    <a:ext cx="845" cy="523"/>
                  </a:xfrm>
                  <a:prstGeom prst="chevron">
                    <a:avLst>
                      <a:gd name="adj" fmla="val 14945"/>
                    </a:avLst>
                  </a:prstGeom>
                  <a:solidFill>
                    <a:srgbClr val="FFCC99"/>
                  </a:solidFill>
                  <a:ln w="9525">
                    <a:solidFill>
                      <a:schemeClr val="tx1"/>
                    </a:solidFill>
                    <a:miter lim="800000"/>
                    <a:headEnd/>
                    <a:tailEnd/>
                  </a:ln>
                </p:spPr>
                <p:txBody>
                  <a:bodyPr lIns="144000" tIns="0" rIns="72000" bIns="0"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Descontinuar</a:t>
                    </a:r>
                  </a:p>
                  <a:p>
                    <a:pPr eaLnBrk="1" hangingPunct="1"/>
                    <a:r>
                      <a:rPr lang="pt-BR" altLang="pt-BR" sz="1400"/>
                      <a:t>Produto</a:t>
                    </a:r>
                  </a:p>
                </p:txBody>
              </p:sp>
              <p:sp>
                <p:nvSpPr>
                  <p:cNvPr id="90" name="AutoShape 41"/>
                  <p:cNvSpPr>
                    <a:spLocks noChangeArrowheads="1"/>
                  </p:cNvSpPr>
                  <p:nvPr/>
                </p:nvSpPr>
                <p:spPr bwMode="auto">
                  <a:xfrm>
                    <a:off x="3999" y="1345"/>
                    <a:ext cx="882" cy="523"/>
                  </a:xfrm>
                  <a:prstGeom prst="chevron">
                    <a:avLst>
                      <a:gd name="adj" fmla="val 14530"/>
                    </a:avLst>
                  </a:prstGeom>
                  <a:solidFill>
                    <a:srgbClr val="FFCC99"/>
                  </a:solidFill>
                  <a:ln w="9525">
                    <a:solidFill>
                      <a:schemeClr val="tx1"/>
                    </a:solidFill>
                    <a:miter lim="800000"/>
                    <a:headEnd/>
                    <a:tailEnd/>
                  </a:ln>
                </p:spPr>
                <p:txBody>
                  <a:bodyPr wrap="none" lIns="72000" tIns="0" rIns="72000" bIns="0"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Acompanhar</a:t>
                    </a:r>
                  </a:p>
                  <a:p>
                    <a:pPr eaLnBrk="1" hangingPunct="1"/>
                    <a:r>
                      <a:rPr lang="pt-BR" altLang="pt-BR" sz="1400"/>
                      <a:t>Produto/</a:t>
                    </a:r>
                  </a:p>
                  <a:p>
                    <a:pPr eaLnBrk="1" hangingPunct="1"/>
                    <a:r>
                      <a:rPr lang="pt-BR" altLang="pt-BR" sz="1400"/>
                      <a:t>Processo</a:t>
                    </a:r>
                    <a:endParaRPr lang="pt-BR" altLang="pt-BR" sz="1600">
                      <a:solidFill>
                        <a:srgbClr val="000000"/>
                      </a:solidFill>
                    </a:endParaRPr>
                  </a:p>
                </p:txBody>
              </p:sp>
            </p:grpSp>
            <p:grpSp>
              <p:nvGrpSpPr>
                <p:cNvPr id="24" name="Group 42"/>
                <p:cNvGrpSpPr>
                  <a:grpSpLocks/>
                </p:cNvGrpSpPr>
                <p:nvPr/>
              </p:nvGrpSpPr>
              <p:grpSpPr bwMode="auto">
                <a:xfrm>
                  <a:off x="1520" y="1272"/>
                  <a:ext cx="2268" cy="257"/>
                  <a:chOff x="1541" y="1272"/>
                  <a:chExt cx="2268" cy="257"/>
                </a:xfrm>
              </p:grpSpPr>
              <p:sp>
                <p:nvSpPr>
                  <p:cNvPr id="80" name="AutoShape 43"/>
                  <p:cNvSpPr>
                    <a:spLocks noChangeArrowheads="1"/>
                  </p:cNvSpPr>
                  <p:nvPr/>
                </p:nvSpPr>
                <p:spPr bwMode="auto">
                  <a:xfrm flipV="1">
                    <a:off x="1541"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1" name="AutoShape 44"/>
                  <p:cNvSpPr>
                    <a:spLocks noChangeArrowheads="1"/>
                  </p:cNvSpPr>
                  <p:nvPr/>
                </p:nvSpPr>
                <p:spPr bwMode="auto">
                  <a:xfrm flipV="1">
                    <a:off x="1995"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2" name="AutoShape 45"/>
                  <p:cNvSpPr>
                    <a:spLocks noChangeArrowheads="1"/>
                  </p:cNvSpPr>
                  <p:nvPr/>
                </p:nvSpPr>
                <p:spPr bwMode="auto">
                  <a:xfrm flipV="1">
                    <a:off x="2450"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3" name="AutoShape 46"/>
                  <p:cNvSpPr>
                    <a:spLocks noChangeArrowheads="1"/>
                  </p:cNvSpPr>
                  <p:nvPr/>
                </p:nvSpPr>
                <p:spPr bwMode="auto">
                  <a:xfrm flipV="1">
                    <a:off x="2904"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4" name="AutoShape 47"/>
                  <p:cNvSpPr>
                    <a:spLocks noChangeArrowheads="1"/>
                  </p:cNvSpPr>
                  <p:nvPr/>
                </p:nvSpPr>
                <p:spPr bwMode="auto">
                  <a:xfrm flipV="1">
                    <a:off x="3359"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5" name="Group 48"/>
                <p:cNvGrpSpPr>
                  <a:grpSpLocks/>
                </p:cNvGrpSpPr>
                <p:nvPr/>
              </p:nvGrpSpPr>
              <p:grpSpPr bwMode="auto">
                <a:xfrm>
                  <a:off x="1616" y="1368"/>
                  <a:ext cx="2268" cy="257"/>
                  <a:chOff x="1541" y="1272"/>
                  <a:chExt cx="2268" cy="257"/>
                </a:xfrm>
              </p:grpSpPr>
              <p:sp>
                <p:nvSpPr>
                  <p:cNvPr id="75" name="AutoShape 49"/>
                  <p:cNvSpPr>
                    <a:spLocks noChangeArrowheads="1"/>
                  </p:cNvSpPr>
                  <p:nvPr/>
                </p:nvSpPr>
                <p:spPr bwMode="auto">
                  <a:xfrm flipV="1">
                    <a:off x="1541"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6" name="AutoShape 50"/>
                  <p:cNvSpPr>
                    <a:spLocks noChangeArrowheads="1"/>
                  </p:cNvSpPr>
                  <p:nvPr/>
                </p:nvSpPr>
                <p:spPr bwMode="auto">
                  <a:xfrm flipV="1">
                    <a:off x="1995"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7" name="AutoShape 51"/>
                  <p:cNvSpPr>
                    <a:spLocks noChangeArrowheads="1"/>
                  </p:cNvSpPr>
                  <p:nvPr/>
                </p:nvSpPr>
                <p:spPr bwMode="auto">
                  <a:xfrm flipV="1">
                    <a:off x="2450"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8" name="AutoShape 52"/>
                  <p:cNvSpPr>
                    <a:spLocks noChangeArrowheads="1"/>
                  </p:cNvSpPr>
                  <p:nvPr/>
                </p:nvSpPr>
                <p:spPr bwMode="auto">
                  <a:xfrm flipV="1">
                    <a:off x="2904"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9" name="AutoShape 53"/>
                  <p:cNvSpPr>
                    <a:spLocks noChangeArrowheads="1"/>
                  </p:cNvSpPr>
                  <p:nvPr/>
                </p:nvSpPr>
                <p:spPr bwMode="auto">
                  <a:xfrm flipV="1">
                    <a:off x="3359"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6" name="Group 54"/>
                <p:cNvGrpSpPr>
                  <a:grpSpLocks/>
                </p:cNvGrpSpPr>
                <p:nvPr/>
              </p:nvGrpSpPr>
              <p:grpSpPr bwMode="auto">
                <a:xfrm>
                  <a:off x="1712" y="1464"/>
                  <a:ext cx="2268" cy="257"/>
                  <a:chOff x="1541" y="1272"/>
                  <a:chExt cx="2268" cy="257"/>
                </a:xfrm>
              </p:grpSpPr>
              <p:sp>
                <p:nvSpPr>
                  <p:cNvPr id="70" name="AutoShape 55"/>
                  <p:cNvSpPr>
                    <a:spLocks noChangeArrowheads="1"/>
                  </p:cNvSpPr>
                  <p:nvPr/>
                </p:nvSpPr>
                <p:spPr bwMode="auto">
                  <a:xfrm flipV="1">
                    <a:off x="1541"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1" name="AutoShape 56"/>
                  <p:cNvSpPr>
                    <a:spLocks noChangeArrowheads="1"/>
                  </p:cNvSpPr>
                  <p:nvPr/>
                </p:nvSpPr>
                <p:spPr bwMode="auto">
                  <a:xfrm flipV="1">
                    <a:off x="1995"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2" name="AutoShape 57"/>
                  <p:cNvSpPr>
                    <a:spLocks noChangeArrowheads="1"/>
                  </p:cNvSpPr>
                  <p:nvPr/>
                </p:nvSpPr>
                <p:spPr bwMode="auto">
                  <a:xfrm flipV="1">
                    <a:off x="2450"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3" name="AutoShape 58"/>
                  <p:cNvSpPr>
                    <a:spLocks noChangeArrowheads="1"/>
                  </p:cNvSpPr>
                  <p:nvPr/>
                </p:nvSpPr>
                <p:spPr bwMode="auto">
                  <a:xfrm flipV="1">
                    <a:off x="2904"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4" name="AutoShape 59"/>
                  <p:cNvSpPr>
                    <a:spLocks noChangeArrowheads="1"/>
                  </p:cNvSpPr>
                  <p:nvPr/>
                </p:nvSpPr>
                <p:spPr bwMode="auto">
                  <a:xfrm flipV="1">
                    <a:off x="3359"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7" name="Group 60"/>
                <p:cNvGrpSpPr>
                  <a:grpSpLocks/>
                </p:cNvGrpSpPr>
                <p:nvPr/>
              </p:nvGrpSpPr>
              <p:grpSpPr bwMode="auto">
                <a:xfrm>
                  <a:off x="986" y="1298"/>
                  <a:ext cx="599" cy="423"/>
                  <a:chOff x="986" y="1298"/>
                  <a:chExt cx="599" cy="423"/>
                </a:xfrm>
              </p:grpSpPr>
              <p:sp>
                <p:nvSpPr>
                  <p:cNvPr id="67" name="AutoShape 61"/>
                  <p:cNvSpPr>
                    <a:spLocks noChangeArrowheads="1"/>
                  </p:cNvSpPr>
                  <p:nvPr/>
                </p:nvSpPr>
                <p:spPr bwMode="auto">
                  <a:xfrm>
                    <a:off x="986" y="1298"/>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68" name="AutoShape 62"/>
                  <p:cNvSpPr>
                    <a:spLocks noChangeArrowheads="1"/>
                  </p:cNvSpPr>
                  <p:nvPr/>
                </p:nvSpPr>
                <p:spPr bwMode="auto">
                  <a:xfrm>
                    <a:off x="1082" y="1394"/>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69" name="AutoShape 63"/>
                  <p:cNvSpPr>
                    <a:spLocks noChangeArrowheads="1"/>
                  </p:cNvSpPr>
                  <p:nvPr/>
                </p:nvSpPr>
                <p:spPr bwMode="auto">
                  <a:xfrm>
                    <a:off x="1178" y="1490"/>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8" name="Group 64"/>
                <p:cNvGrpSpPr>
                  <a:grpSpLocks/>
                </p:cNvGrpSpPr>
                <p:nvPr/>
              </p:nvGrpSpPr>
              <p:grpSpPr bwMode="auto">
                <a:xfrm>
                  <a:off x="176" y="1685"/>
                  <a:ext cx="3926" cy="489"/>
                  <a:chOff x="176" y="1685"/>
                  <a:chExt cx="3926" cy="489"/>
                </a:xfrm>
              </p:grpSpPr>
              <p:sp>
                <p:nvSpPr>
                  <p:cNvPr id="29" name="Text Box 65"/>
                  <p:cNvSpPr txBox="1">
                    <a:spLocks noChangeArrowheads="1"/>
                  </p:cNvSpPr>
                  <p:nvPr/>
                </p:nvSpPr>
                <p:spPr bwMode="auto">
                  <a:xfrm>
                    <a:off x="176" y="1968"/>
                    <a:ext cx="61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u="sng">
                        <a:solidFill>
                          <a:srgbClr val="000000"/>
                        </a:solidFill>
                      </a:rPr>
                      <a:t>Gates &gt;&gt;</a:t>
                    </a:r>
                  </a:p>
                </p:txBody>
              </p:sp>
              <p:grpSp>
                <p:nvGrpSpPr>
                  <p:cNvPr id="30" name="Group 66"/>
                  <p:cNvGrpSpPr>
                    <a:grpSpLocks/>
                  </p:cNvGrpSpPr>
                  <p:nvPr/>
                </p:nvGrpSpPr>
                <p:grpSpPr bwMode="auto">
                  <a:xfrm>
                    <a:off x="2091" y="1685"/>
                    <a:ext cx="117" cy="389"/>
                    <a:chOff x="2112" y="1705"/>
                    <a:chExt cx="117" cy="389"/>
                  </a:xfrm>
                </p:grpSpPr>
                <p:sp>
                  <p:nvSpPr>
                    <p:cNvPr id="65" name="AutoShape 67"/>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6" name="Line 68"/>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sp>
                <p:nvSpPr>
                  <p:cNvPr id="31" name="AutoShape 69"/>
                  <p:cNvSpPr>
                    <a:spLocks noChangeArrowheads="1"/>
                  </p:cNvSpPr>
                  <p:nvPr/>
                </p:nvSpPr>
                <p:spPr bwMode="auto">
                  <a:xfrm>
                    <a:off x="761" y="1859"/>
                    <a:ext cx="3341" cy="315"/>
                  </a:xfrm>
                  <a:prstGeom prst="roundRect">
                    <a:avLst>
                      <a:gd name="adj"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32" name="Group 70"/>
                  <p:cNvGrpSpPr>
                    <a:grpSpLocks/>
                  </p:cNvGrpSpPr>
                  <p:nvPr/>
                </p:nvGrpSpPr>
                <p:grpSpPr bwMode="auto">
                  <a:xfrm>
                    <a:off x="3918" y="1795"/>
                    <a:ext cx="117" cy="299"/>
                    <a:chOff x="2088" y="1486"/>
                    <a:chExt cx="117" cy="299"/>
                  </a:xfrm>
                </p:grpSpPr>
                <p:sp>
                  <p:nvSpPr>
                    <p:cNvPr id="63" name="AutoShape 71"/>
                    <p:cNvSpPr>
                      <a:spLocks noChangeArrowheads="1"/>
                    </p:cNvSpPr>
                    <p:nvPr/>
                  </p:nvSpPr>
                  <p:spPr bwMode="auto">
                    <a:xfrm>
                      <a:off x="2088" y="1614"/>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4" name="Line 72"/>
                    <p:cNvSpPr>
                      <a:spLocks noChangeShapeType="1"/>
                    </p:cNvSpPr>
                    <p:nvPr/>
                  </p:nvSpPr>
                  <p:spPr bwMode="auto">
                    <a:xfrm flipV="1">
                      <a:off x="2146" y="1486"/>
                      <a:ext cx="0" cy="1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33" name="Group 73"/>
                  <p:cNvGrpSpPr>
                    <a:grpSpLocks/>
                  </p:cNvGrpSpPr>
                  <p:nvPr/>
                </p:nvGrpSpPr>
                <p:grpSpPr bwMode="auto">
                  <a:xfrm>
                    <a:off x="2991" y="1685"/>
                    <a:ext cx="117" cy="389"/>
                    <a:chOff x="2112" y="1705"/>
                    <a:chExt cx="117" cy="389"/>
                  </a:xfrm>
                </p:grpSpPr>
                <p:sp>
                  <p:nvSpPr>
                    <p:cNvPr id="61" name="AutoShape 74"/>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2" name="Line 75"/>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34" name="Group 76"/>
                  <p:cNvGrpSpPr>
                    <a:grpSpLocks/>
                  </p:cNvGrpSpPr>
                  <p:nvPr/>
                </p:nvGrpSpPr>
                <p:grpSpPr bwMode="auto">
                  <a:xfrm>
                    <a:off x="3442" y="1685"/>
                    <a:ext cx="117" cy="389"/>
                    <a:chOff x="2112" y="1705"/>
                    <a:chExt cx="117" cy="389"/>
                  </a:xfrm>
                </p:grpSpPr>
                <p:sp>
                  <p:nvSpPr>
                    <p:cNvPr id="59" name="AutoShape 77"/>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0" name="Line 78"/>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35" name="Group 79"/>
                  <p:cNvGrpSpPr>
                    <a:grpSpLocks/>
                  </p:cNvGrpSpPr>
                  <p:nvPr/>
                </p:nvGrpSpPr>
                <p:grpSpPr bwMode="auto">
                  <a:xfrm>
                    <a:off x="1526" y="1705"/>
                    <a:ext cx="117" cy="369"/>
                    <a:chOff x="1526" y="1705"/>
                    <a:chExt cx="117" cy="369"/>
                  </a:xfrm>
                </p:grpSpPr>
                <p:sp>
                  <p:nvSpPr>
                    <p:cNvPr id="57" name="Line 80"/>
                    <p:cNvSpPr>
                      <a:spLocks noChangeShapeType="1"/>
                    </p:cNvSpPr>
                    <p:nvPr/>
                  </p:nvSpPr>
                  <p:spPr bwMode="auto">
                    <a:xfrm flipV="1">
                      <a:off x="1584"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58" name="AutoShape 81"/>
                    <p:cNvSpPr>
                      <a:spLocks noChangeArrowheads="1"/>
                    </p:cNvSpPr>
                    <p:nvPr/>
                  </p:nvSpPr>
                  <p:spPr bwMode="auto">
                    <a:xfrm>
                      <a:off x="1526" y="190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6" name="Group 82"/>
                  <p:cNvGrpSpPr>
                    <a:grpSpLocks/>
                  </p:cNvGrpSpPr>
                  <p:nvPr/>
                </p:nvGrpSpPr>
                <p:grpSpPr bwMode="auto">
                  <a:xfrm>
                    <a:off x="2542" y="1705"/>
                    <a:ext cx="117" cy="369"/>
                    <a:chOff x="2542" y="1705"/>
                    <a:chExt cx="117" cy="369"/>
                  </a:xfrm>
                </p:grpSpPr>
                <p:sp>
                  <p:nvSpPr>
                    <p:cNvPr id="55" name="Line 83"/>
                    <p:cNvSpPr>
                      <a:spLocks noChangeShapeType="1"/>
                    </p:cNvSpPr>
                    <p:nvPr/>
                  </p:nvSpPr>
                  <p:spPr bwMode="auto">
                    <a:xfrm flipV="1">
                      <a:off x="260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56" name="AutoShape 84"/>
                    <p:cNvSpPr>
                      <a:spLocks noChangeArrowheads="1"/>
                    </p:cNvSpPr>
                    <p:nvPr/>
                  </p:nvSpPr>
                  <p:spPr bwMode="auto">
                    <a:xfrm>
                      <a:off x="2542" y="190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7" name="Group 85"/>
                  <p:cNvGrpSpPr>
                    <a:grpSpLocks/>
                  </p:cNvGrpSpPr>
                  <p:nvPr/>
                </p:nvGrpSpPr>
                <p:grpSpPr bwMode="auto">
                  <a:xfrm>
                    <a:off x="2266" y="1721"/>
                    <a:ext cx="89" cy="298"/>
                    <a:chOff x="2266" y="1721"/>
                    <a:chExt cx="89" cy="298"/>
                  </a:xfrm>
                </p:grpSpPr>
                <p:sp>
                  <p:nvSpPr>
                    <p:cNvPr id="53" name="Line 86"/>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54" name="AutoShape 87"/>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8" name="Group 88"/>
                  <p:cNvGrpSpPr>
                    <a:grpSpLocks/>
                  </p:cNvGrpSpPr>
                  <p:nvPr/>
                </p:nvGrpSpPr>
                <p:grpSpPr bwMode="auto">
                  <a:xfrm>
                    <a:off x="2384" y="1721"/>
                    <a:ext cx="89" cy="298"/>
                    <a:chOff x="2266" y="1721"/>
                    <a:chExt cx="89" cy="298"/>
                  </a:xfrm>
                </p:grpSpPr>
                <p:sp>
                  <p:nvSpPr>
                    <p:cNvPr id="51" name="Line 89"/>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52" name="AutoShape 90"/>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9" name="Group 91"/>
                  <p:cNvGrpSpPr>
                    <a:grpSpLocks/>
                  </p:cNvGrpSpPr>
                  <p:nvPr/>
                </p:nvGrpSpPr>
                <p:grpSpPr bwMode="auto">
                  <a:xfrm>
                    <a:off x="2699" y="1721"/>
                    <a:ext cx="89" cy="298"/>
                    <a:chOff x="2266" y="1721"/>
                    <a:chExt cx="89" cy="298"/>
                  </a:xfrm>
                </p:grpSpPr>
                <p:sp>
                  <p:nvSpPr>
                    <p:cNvPr id="49" name="Line 92"/>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50" name="AutoShape 93"/>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40" name="Group 94"/>
                  <p:cNvGrpSpPr>
                    <a:grpSpLocks/>
                  </p:cNvGrpSpPr>
                  <p:nvPr/>
                </p:nvGrpSpPr>
                <p:grpSpPr bwMode="auto">
                  <a:xfrm>
                    <a:off x="2834" y="1721"/>
                    <a:ext cx="89" cy="298"/>
                    <a:chOff x="2266" y="1721"/>
                    <a:chExt cx="89" cy="298"/>
                  </a:xfrm>
                </p:grpSpPr>
                <p:sp>
                  <p:nvSpPr>
                    <p:cNvPr id="47" name="Line 95"/>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48" name="AutoShape 96"/>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41" name="Group 97"/>
                  <p:cNvGrpSpPr>
                    <a:grpSpLocks/>
                  </p:cNvGrpSpPr>
                  <p:nvPr/>
                </p:nvGrpSpPr>
                <p:grpSpPr bwMode="auto">
                  <a:xfrm>
                    <a:off x="1922" y="1721"/>
                    <a:ext cx="89" cy="298"/>
                    <a:chOff x="2266" y="1721"/>
                    <a:chExt cx="89" cy="298"/>
                  </a:xfrm>
                </p:grpSpPr>
                <p:sp>
                  <p:nvSpPr>
                    <p:cNvPr id="45" name="Line 98"/>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46" name="AutoShape 99"/>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42" name="Group 100"/>
                  <p:cNvGrpSpPr>
                    <a:grpSpLocks/>
                  </p:cNvGrpSpPr>
                  <p:nvPr/>
                </p:nvGrpSpPr>
                <p:grpSpPr bwMode="auto">
                  <a:xfrm>
                    <a:off x="3253" y="1721"/>
                    <a:ext cx="89" cy="298"/>
                    <a:chOff x="2266" y="1721"/>
                    <a:chExt cx="89" cy="298"/>
                  </a:xfrm>
                </p:grpSpPr>
                <p:sp>
                  <p:nvSpPr>
                    <p:cNvPr id="43" name="Line 101"/>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44" name="AutoShape 102"/>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grpSp>
          <p:sp>
            <p:nvSpPr>
              <p:cNvPr id="13" name="Rectangle 103"/>
              <p:cNvSpPr>
                <a:spLocks noChangeArrowheads="1"/>
              </p:cNvSpPr>
              <p:nvPr/>
            </p:nvSpPr>
            <p:spPr bwMode="auto">
              <a:xfrm>
                <a:off x="945" y="573"/>
                <a:ext cx="3912" cy="202"/>
              </a:xfrm>
              <a:prstGeom prst="rect">
                <a:avLst/>
              </a:prstGeom>
              <a:solidFill>
                <a:srgbClr val="CCFFCC"/>
              </a:solidFill>
              <a:ln w="9525">
                <a:miter lim="800000"/>
                <a:headEnd/>
                <a:tailEnd/>
              </a:ln>
              <a:scene3d>
                <a:camera prst="legacyObliqueTopRight"/>
                <a:lightRig rig="legacyFlat3" dir="b"/>
              </a:scene3d>
              <a:sp3d extrusionH="277800" contourW="12700" prstMaterial="legacyMatte">
                <a:bevelT w="13500" h="13500" prst="angle"/>
                <a:bevelB w="13500" h="13500" prst="angle"/>
                <a:extrusionClr>
                  <a:srgbClr val="CCFFCC"/>
                </a:extrusionClr>
                <a:contourClr>
                  <a:srgbClr val="CCFFCC"/>
                </a:contourClr>
              </a:sp3d>
            </p:spPr>
            <p:txBody>
              <a:bodyPr lIns="72000" tIns="0" rIns="72000" bIns="0">
                <a:flatTx/>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2000" b="1" i="1">
                    <a:solidFill>
                      <a:srgbClr val="000000"/>
                    </a:solidFill>
                  </a:rPr>
                  <a:t>Processo de Desenvolvimento de Produto</a:t>
                </a:r>
              </a:p>
              <a:p>
                <a:pPr eaLnBrk="1" hangingPunct="1"/>
                <a:endParaRPr lang="pt-BR" altLang="pt-BR" sz="1600">
                  <a:solidFill>
                    <a:srgbClr val="000000"/>
                  </a:solidFill>
                </a:endParaRPr>
              </a:p>
            </p:txBody>
          </p:sp>
        </p:grpSp>
      </p:grpSp>
      <p:sp>
        <p:nvSpPr>
          <p:cNvPr id="104" name="Freeform 104"/>
          <p:cNvSpPr>
            <a:spLocks/>
          </p:cNvSpPr>
          <p:nvPr/>
        </p:nvSpPr>
        <p:spPr bwMode="auto">
          <a:xfrm>
            <a:off x="1027113" y="4443413"/>
            <a:ext cx="8680450" cy="1395412"/>
          </a:xfrm>
          <a:custGeom>
            <a:avLst/>
            <a:gdLst>
              <a:gd name="T0" fmla="*/ 347 w 5468"/>
              <a:gd name="T1" fmla="*/ 0 h 1388"/>
              <a:gd name="T2" fmla="*/ 0 w 5468"/>
              <a:gd name="T3" fmla="*/ 1388 h 1388"/>
              <a:gd name="T4" fmla="*/ 5468 w 5468"/>
              <a:gd name="T5" fmla="*/ 1388 h 1388"/>
              <a:gd name="T6" fmla="*/ 5022 w 5468"/>
              <a:gd name="T7" fmla="*/ 7 h 1388"/>
              <a:gd name="T8" fmla="*/ 0 60000 65536"/>
              <a:gd name="T9" fmla="*/ 0 60000 65536"/>
              <a:gd name="T10" fmla="*/ 0 60000 65536"/>
              <a:gd name="T11" fmla="*/ 0 60000 65536"/>
              <a:gd name="T12" fmla="*/ 0 w 5468"/>
              <a:gd name="T13" fmla="*/ 0 h 1388"/>
              <a:gd name="T14" fmla="*/ 5468 w 5468"/>
              <a:gd name="T15" fmla="*/ 1388 h 1388"/>
            </a:gdLst>
            <a:ahLst/>
            <a:cxnLst>
              <a:cxn ang="T8">
                <a:pos x="T0" y="T1"/>
              </a:cxn>
              <a:cxn ang="T9">
                <a:pos x="T2" y="T3"/>
              </a:cxn>
              <a:cxn ang="T10">
                <a:pos x="T4" y="T5"/>
              </a:cxn>
              <a:cxn ang="T11">
                <a:pos x="T6" y="T7"/>
              </a:cxn>
            </a:cxnLst>
            <a:rect l="T12" t="T13" r="T14" b="T15"/>
            <a:pathLst>
              <a:path w="5468" h="1388">
                <a:moveTo>
                  <a:pt x="347" y="0"/>
                </a:moveTo>
                <a:lnTo>
                  <a:pt x="0" y="1388"/>
                </a:lnTo>
                <a:lnTo>
                  <a:pt x="5468" y="1388"/>
                </a:lnTo>
                <a:lnTo>
                  <a:pt x="5022" y="7"/>
                </a:lnTo>
              </a:path>
            </a:pathLst>
          </a:custGeom>
          <a:gradFill rotWithShape="0">
            <a:gsLst>
              <a:gs pos="0">
                <a:srgbClr val="99CCFF"/>
              </a:gs>
              <a:gs pos="100000">
                <a:srgbClr val="FFFF00"/>
              </a:gs>
            </a:gsLst>
            <a:lin ang="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72000" tIns="0" rIns="72000" bIns="0" anchor="ctr">
            <a:spAutoFit/>
          </a:bodyPr>
          <a:lstStyle/>
          <a:p>
            <a:endParaRPr lang="pt-BR"/>
          </a:p>
        </p:txBody>
      </p:sp>
      <p:sp>
        <p:nvSpPr>
          <p:cNvPr id="105" name="Text Box 105"/>
          <p:cNvSpPr txBox="1">
            <a:spLocks noChangeArrowheads="1"/>
          </p:cNvSpPr>
          <p:nvPr/>
        </p:nvSpPr>
        <p:spPr bwMode="auto">
          <a:xfrm>
            <a:off x="3078163" y="4329113"/>
            <a:ext cx="2341563" cy="246221"/>
          </a:xfrm>
          <a:prstGeom prst="rect">
            <a:avLst/>
          </a:prstGeom>
          <a:solidFill>
            <a:schemeClr val="accent1">
              <a:lumMod val="60000"/>
              <a:lumOff val="40000"/>
            </a:schemeClr>
          </a:solidFill>
          <a:ln w="28575">
            <a:noFill/>
            <a:miter lim="800000"/>
            <a:headEnd/>
            <a:tailEnd/>
          </a:ln>
          <a:effectLst>
            <a:outerShdw dist="107763" dir="2700000" algn="ctr" rotWithShape="0">
              <a:schemeClr val="bg2"/>
            </a:outerShdw>
          </a:effectLst>
        </p:spPr>
        <p:txBody>
          <a:bodyPr wrap="square" lIns="72000" tIns="0" rIns="72000" bIns="0">
            <a:spAutoFit/>
          </a:bodyPr>
          <a:lstStyle/>
          <a:p>
            <a:pPr>
              <a:defRPr/>
            </a:pPr>
            <a:r>
              <a:rPr lang="pt-BR" sz="1600" b="1" i="1">
                <a:solidFill>
                  <a:srgbClr val="002060"/>
                </a:solidFill>
                <a:effectLst>
                  <a:outerShdw blurRad="38100" dist="38100" dir="2700000" algn="tl">
                    <a:srgbClr val="000000"/>
                  </a:outerShdw>
                </a:effectLst>
              </a:rPr>
              <a:t>Atividades Genéricas</a:t>
            </a:r>
          </a:p>
        </p:txBody>
      </p:sp>
      <p:grpSp>
        <p:nvGrpSpPr>
          <p:cNvPr id="106" name="Group 106"/>
          <p:cNvGrpSpPr>
            <a:grpSpLocks/>
          </p:cNvGrpSpPr>
          <p:nvPr/>
        </p:nvGrpSpPr>
        <p:grpSpPr bwMode="auto">
          <a:xfrm>
            <a:off x="1022350" y="4335463"/>
            <a:ext cx="8612188" cy="1382712"/>
            <a:chOff x="129" y="2775"/>
            <a:chExt cx="5425" cy="871"/>
          </a:xfrm>
        </p:grpSpPr>
        <p:sp>
          <p:nvSpPr>
            <p:cNvPr id="107" name="AutoShape 107"/>
            <p:cNvSpPr>
              <a:spLocks noChangeArrowheads="1"/>
            </p:cNvSpPr>
            <p:nvPr/>
          </p:nvSpPr>
          <p:spPr bwMode="auto">
            <a:xfrm>
              <a:off x="3000" y="2775"/>
              <a:ext cx="1241" cy="800"/>
            </a:xfrm>
            <a:prstGeom prst="roundRect">
              <a:avLst>
                <a:gd name="adj" fmla="val 16667"/>
              </a:avLst>
            </a:prstGeom>
            <a:solidFill>
              <a:srgbClr val="FF0000">
                <a:alpha val="50195"/>
              </a:srgbClr>
            </a:solidFill>
            <a:ln>
              <a:noFill/>
            </a:ln>
            <a:extLst>
              <a:ext uri="{91240B29-F687-4F45-9708-019B960494DF}">
                <a14:hiddenLine xmlns:a14="http://schemas.microsoft.com/office/drawing/2010/main" w="28575">
                  <a:solidFill>
                    <a:srgbClr val="000000"/>
                  </a:solidFill>
                  <a:round/>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108" name="Group 108"/>
            <p:cNvGrpSpPr>
              <a:grpSpLocks/>
            </p:cNvGrpSpPr>
            <p:nvPr/>
          </p:nvGrpSpPr>
          <p:grpSpPr bwMode="auto">
            <a:xfrm>
              <a:off x="129" y="2908"/>
              <a:ext cx="5425" cy="738"/>
              <a:chOff x="129" y="3384"/>
              <a:chExt cx="5425" cy="738"/>
            </a:xfrm>
          </p:grpSpPr>
          <p:sp>
            <p:nvSpPr>
              <p:cNvPr id="111" name="Text Box 109"/>
              <p:cNvSpPr txBox="1">
                <a:spLocks noChangeArrowheads="1"/>
              </p:cNvSpPr>
              <p:nvPr/>
            </p:nvSpPr>
            <p:spPr bwMode="auto">
              <a:xfrm>
                <a:off x="3153" y="3384"/>
                <a:ext cx="530" cy="280"/>
              </a:xfrm>
              <a:prstGeom prst="rect">
                <a:avLst/>
              </a:prstGeom>
              <a:solidFill>
                <a:schemeClr val="bg1"/>
              </a:solidFill>
              <a:ln w="19050">
                <a:solidFill>
                  <a:schemeClr val="tx1"/>
                </a:solidFill>
                <a:miter lim="800000"/>
                <a:headEnd/>
                <a:tailEnd/>
              </a:ln>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Avaliar Fase</a:t>
                </a:r>
              </a:p>
            </p:txBody>
          </p:sp>
          <p:sp>
            <p:nvSpPr>
              <p:cNvPr id="112" name="Text Box 110"/>
              <p:cNvSpPr txBox="1">
                <a:spLocks noChangeArrowheads="1"/>
              </p:cNvSpPr>
              <p:nvPr/>
            </p:nvSpPr>
            <p:spPr bwMode="auto">
              <a:xfrm>
                <a:off x="3612" y="3713"/>
                <a:ext cx="530" cy="280"/>
              </a:xfrm>
              <a:prstGeom prst="rect">
                <a:avLst/>
              </a:prstGeom>
              <a:solidFill>
                <a:schemeClr val="bg1"/>
              </a:solidFill>
              <a:ln w="19050">
                <a:solidFill>
                  <a:schemeClr val="tx1"/>
                </a:solidFill>
                <a:miter lim="800000"/>
                <a:headEnd/>
                <a:tailEnd/>
              </a:ln>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Aprovar Fase</a:t>
                </a:r>
              </a:p>
            </p:txBody>
          </p:sp>
          <p:sp>
            <p:nvSpPr>
              <p:cNvPr id="113" name="Text Box 111"/>
              <p:cNvSpPr txBox="1">
                <a:spLocks noChangeArrowheads="1"/>
              </p:cNvSpPr>
              <p:nvPr/>
            </p:nvSpPr>
            <p:spPr bwMode="auto">
              <a:xfrm>
                <a:off x="4415" y="3574"/>
                <a:ext cx="1139" cy="548"/>
              </a:xfrm>
              <a:prstGeom prst="rect">
                <a:avLst/>
              </a:prstGeom>
              <a:solidFill>
                <a:schemeClr val="bg1"/>
              </a:solidFill>
              <a:ln w="19050">
                <a:solidFill>
                  <a:schemeClr val="tx1"/>
                </a:solidFill>
                <a:miter lim="800000"/>
                <a:headEnd/>
                <a:tailEnd/>
              </a:ln>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Documentar as decisões tomadas e registrar lições aprendidas</a:t>
                </a:r>
              </a:p>
            </p:txBody>
          </p:sp>
          <p:cxnSp>
            <p:nvCxnSpPr>
              <p:cNvPr id="114" name="AutoShape 112"/>
              <p:cNvCxnSpPr>
                <a:cxnSpLocks noChangeShapeType="1"/>
              </p:cNvCxnSpPr>
              <p:nvPr/>
            </p:nvCxnSpPr>
            <p:spPr bwMode="auto">
              <a:xfrm flipV="1">
                <a:off x="4148" y="3848"/>
                <a:ext cx="261" cy="5"/>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115" name="Group 113"/>
              <p:cNvGrpSpPr>
                <a:grpSpLocks/>
              </p:cNvGrpSpPr>
              <p:nvPr/>
            </p:nvGrpSpPr>
            <p:grpSpPr bwMode="auto">
              <a:xfrm>
                <a:off x="2187" y="3708"/>
                <a:ext cx="758" cy="414"/>
                <a:chOff x="1018" y="3652"/>
                <a:chExt cx="758" cy="414"/>
              </a:xfrm>
            </p:grpSpPr>
            <p:sp>
              <p:nvSpPr>
                <p:cNvPr id="124" name="Text Box 114"/>
                <p:cNvSpPr txBox="1">
                  <a:spLocks noChangeArrowheads="1"/>
                </p:cNvSpPr>
                <p:nvPr/>
              </p:nvSpPr>
              <p:spPr bwMode="auto">
                <a:xfrm>
                  <a:off x="1018" y="3652"/>
                  <a:ext cx="758" cy="414"/>
                </a:xfrm>
                <a:prstGeom prst="rect">
                  <a:avLst/>
                </a:prstGeom>
                <a:solidFill>
                  <a:schemeClr val="bg1"/>
                </a:solidFill>
                <a:ln w="19050">
                  <a:solidFill>
                    <a:schemeClr val="tx1"/>
                  </a:solidFill>
                  <a:miter lim="800000"/>
                  <a:headEnd/>
                  <a:tailEnd/>
                </a:ln>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Monitorar viabilidade econômica</a:t>
                  </a:r>
                </a:p>
              </p:txBody>
            </p:sp>
            <p:sp>
              <p:nvSpPr>
                <p:cNvPr id="125" name="Rectangle 115"/>
                <p:cNvSpPr>
                  <a:spLocks noChangeArrowheads="1"/>
                </p:cNvSpPr>
                <p:nvPr/>
              </p:nvSpPr>
              <p:spPr bwMode="auto">
                <a:xfrm>
                  <a:off x="1660" y="3660"/>
                  <a:ext cx="108" cy="84"/>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cxnSp>
            <p:nvCxnSpPr>
              <p:cNvPr id="116" name="AutoShape 116"/>
              <p:cNvCxnSpPr>
                <a:cxnSpLocks noChangeShapeType="1"/>
              </p:cNvCxnSpPr>
              <p:nvPr/>
            </p:nvCxnSpPr>
            <p:spPr bwMode="auto">
              <a:xfrm rot="16200000" flipH="1">
                <a:off x="3420" y="3668"/>
                <a:ext cx="183" cy="188"/>
              </a:xfrm>
              <a:prstGeom prst="bentConnector2">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17" name="AutoShape 117"/>
              <p:cNvCxnSpPr>
                <a:cxnSpLocks noChangeShapeType="1"/>
              </p:cNvCxnSpPr>
              <p:nvPr/>
            </p:nvCxnSpPr>
            <p:spPr bwMode="auto">
              <a:xfrm rot="-5400000">
                <a:off x="2768" y="3322"/>
                <a:ext cx="178" cy="581"/>
              </a:xfrm>
              <a:prstGeom prst="bentConnector2">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118" name="Group 118"/>
              <p:cNvGrpSpPr>
                <a:grpSpLocks/>
              </p:cNvGrpSpPr>
              <p:nvPr/>
            </p:nvGrpSpPr>
            <p:grpSpPr bwMode="auto">
              <a:xfrm>
                <a:off x="129" y="3708"/>
                <a:ext cx="653" cy="414"/>
                <a:chOff x="1018" y="3652"/>
                <a:chExt cx="758" cy="414"/>
              </a:xfrm>
            </p:grpSpPr>
            <p:sp>
              <p:nvSpPr>
                <p:cNvPr id="122" name="Text Box 119"/>
                <p:cNvSpPr txBox="1">
                  <a:spLocks noChangeArrowheads="1"/>
                </p:cNvSpPr>
                <p:nvPr/>
              </p:nvSpPr>
              <p:spPr bwMode="auto">
                <a:xfrm>
                  <a:off x="1018" y="3652"/>
                  <a:ext cx="758" cy="414"/>
                </a:xfrm>
                <a:prstGeom prst="rect">
                  <a:avLst/>
                </a:prstGeom>
                <a:solidFill>
                  <a:schemeClr val="bg1"/>
                </a:solidFill>
                <a:ln w="19050">
                  <a:solidFill>
                    <a:schemeClr val="tx1"/>
                  </a:solidFill>
                  <a:miter lim="800000"/>
                  <a:headEnd/>
                  <a:tailEnd/>
                </a:ln>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Detalhar Plano da Fase</a:t>
                  </a:r>
                </a:p>
              </p:txBody>
            </p:sp>
            <p:sp>
              <p:nvSpPr>
                <p:cNvPr id="123" name="Rectangle 120"/>
                <p:cNvSpPr>
                  <a:spLocks noChangeArrowheads="1"/>
                </p:cNvSpPr>
                <p:nvPr/>
              </p:nvSpPr>
              <p:spPr bwMode="auto">
                <a:xfrm>
                  <a:off x="1660" y="3660"/>
                  <a:ext cx="108" cy="84"/>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sp>
            <p:nvSpPr>
              <p:cNvPr id="119" name="Text Box 121"/>
              <p:cNvSpPr txBox="1">
                <a:spLocks noChangeArrowheads="1"/>
              </p:cNvSpPr>
              <p:nvPr/>
            </p:nvSpPr>
            <p:spPr bwMode="auto">
              <a:xfrm>
                <a:off x="1064" y="3708"/>
                <a:ext cx="840" cy="414"/>
              </a:xfrm>
              <a:prstGeom prst="rect">
                <a:avLst/>
              </a:prstGeom>
              <a:solidFill>
                <a:schemeClr val="bg1"/>
              </a:solidFill>
              <a:ln w="19050">
                <a:solidFill>
                  <a:schemeClr val="tx1"/>
                </a:solidFill>
                <a:prstDash val="sysDot"/>
                <a:miter lim="800000"/>
                <a:headEnd/>
                <a:tailEnd/>
              </a:ln>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Atividades Especificas da Fase</a:t>
                </a:r>
              </a:p>
            </p:txBody>
          </p:sp>
          <p:cxnSp>
            <p:nvCxnSpPr>
              <p:cNvPr id="120" name="AutoShape 122"/>
              <p:cNvCxnSpPr>
                <a:cxnSpLocks noChangeShapeType="1"/>
              </p:cNvCxnSpPr>
              <p:nvPr/>
            </p:nvCxnSpPr>
            <p:spPr bwMode="auto">
              <a:xfrm>
                <a:off x="788" y="3915"/>
                <a:ext cx="270" cy="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21" name="AutoShape 123"/>
              <p:cNvCxnSpPr>
                <a:cxnSpLocks noChangeShapeType="1"/>
              </p:cNvCxnSpPr>
              <p:nvPr/>
            </p:nvCxnSpPr>
            <p:spPr bwMode="auto">
              <a:xfrm>
                <a:off x="1910" y="3915"/>
                <a:ext cx="271" cy="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109" name="Text Box 124"/>
            <p:cNvSpPr txBox="1">
              <a:spLocks noChangeArrowheads="1"/>
            </p:cNvSpPr>
            <p:nvPr/>
          </p:nvSpPr>
          <p:spPr bwMode="auto">
            <a:xfrm>
              <a:off x="3788" y="2815"/>
              <a:ext cx="696" cy="268"/>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Revisão de Fase “gate”</a:t>
              </a:r>
            </a:p>
          </p:txBody>
        </p:sp>
        <p:sp>
          <p:nvSpPr>
            <p:cNvPr id="110" name="AutoShape 125"/>
            <p:cNvSpPr>
              <a:spLocks noChangeArrowheads="1"/>
            </p:cNvSpPr>
            <p:nvPr/>
          </p:nvSpPr>
          <p:spPr bwMode="auto">
            <a:xfrm>
              <a:off x="3722" y="2991"/>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cxnSp>
        <p:nvCxnSpPr>
          <p:cNvPr id="126" name="Conector de seta reta 126"/>
          <p:cNvCxnSpPr>
            <a:cxnSpLocks noChangeShapeType="1"/>
          </p:cNvCxnSpPr>
          <p:nvPr/>
        </p:nvCxnSpPr>
        <p:spPr bwMode="auto">
          <a:xfrm flipH="1">
            <a:off x="1395413" y="4005263"/>
            <a:ext cx="22225" cy="438150"/>
          </a:xfrm>
          <a:prstGeom prst="straightConnector1">
            <a:avLst/>
          </a:prstGeom>
          <a:noFill/>
          <a:ln w="38100">
            <a:solidFill>
              <a:srgbClr val="FF0000"/>
            </a:solidFill>
            <a:round/>
            <a:headEnd type="none" w="med" len="med"/>
            <a:tailEnd type="triangle" w="med" len="med"/>
          </a:ln>
          <a:extLst>
            <a:ext uri="{909E8E84-426E-40DD-AFC4-6F175D3DCCD1}">
              <a14:hiddenFill xmlns:a14="http://schemas.microsoft.com/office/drawing/2010/main">
                <a:noFill/>
              </a14:hiddenFill>
            </a:ext>
          </a:extLst>
        </p:spPr>
      </p:cxnSp>
      <p:sp>
        <p:nvSpPr>
          <p:cNvPr id="127" name="CaixaDeTexto 127"/>
          <p:cNvSpPr txBox="1">
            <a:spLocks noChangeArrowheads="1"/>
          </p:cNvSpPr>
          <p:nvPr/>
        </p:nvSpPr>
        <p:spPr bwMode="auto">
          <a:xfrm>
            <a:off x="762000" y="4370388"/>
            <a:ext cx="1889125" cy="5842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a:solidFill>
                  <a:srgbClr val="C00000"/>
                </a:solidFill>
              </a:rPr>
              <a:t>Após PE inicio dos projetos</a:t>
            </a:r>
          </a:p>
        </p:txBody>
      </p:sp>
    </p:spTree>
    <p:extLst>
      <p:ext uri="{BB962C8B-B14F-4D97-AF65-F5344CB8AC3E}">
        <p14:creationId xmlns:p14="http://schemas.microsoft.com/office/powerpoint/2010/main" val="8413659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300583" y="1483638"/>
            <a:ext cx="11617377" cy="433310"/>
          </a:xfrm>
          <a:prstGeom prst="rect">
            <a:avLst/>
          </a:prstGeom>
          <a:solidFill>
            <a:schemeClr val="bg1">
              <a:lumMod val="85000"/>
            </a:schemeClr>
          </a:solidFill>
        </p:spPr>
        <p:txBody>
          <a:bodyPr/>
          <a:lst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a:lstStyle>
          <a:p>
            <a:r>
              <a:rPr lang="pt-BR" altLang="pt-BR" sz="2400" b="1">
                <a:solidFill>
                  <a:srgbClr val="002060"/>
                </a:solidFill>
              </a:rPr>
              <a:t>Atividades genéricas durante a realização do projeto</a:t>
            </a:r>
          </a:p>
        </p:txBody>
      </p:sp>
      <p:grpSp>
        <p:nvGrpSpPr>
          <p:cNvPr id="3" name="Group 3"/>
          <p:cNvGrpSpPr>
            <a:grpSpLocks/>
          </p:cNvGrpSpPr>
          <p:nvPr/>
        </p:nvGrpSpPr>
        <p:grpSpPr bwMode="auto">
          <a:xfrm>
            <a:off x="1823022" y="2452610"/>
            <a:ext cx="8685213" cy="2968625"/>
            <a:chOff x="164" y="1724"/>
            <a:chExt cx="5471" cy="1870"/>
          </a:xfrm>
        </p:grpSpPr>
        <p:sp>
          <p:nvSpPr>
            <p:cNvPr id="4" name="Freeform 4"/>
            <p:cNvSpPr>
              <a:spLocks/>
            </p:cNvSpPr>
            <p:nvPr/>
          </p:nvSpPr>
          <p:spPr bwMode="auto">
            <a:xfrm>
              <a:off x="167" y="2498"/>
              <a:ext cx="5468" cy="1096"/>
            </a:xfrm>
            <a:custGeom>
              <a:avLst/>
              <a:gdLst>
                <a:gd name="T0" fmla="*/ 347 w 5468"/>
                <a:gd name="T1" fmla="*/ 0 h 1388"/>
                <a:gd name="T2" fmla="*/ 0 w 5468"/>
                <a:gd name="T3" fmla="*/ 1388 h 1388"/>
                <a:gd name="T4" fmla="*/ 5468 w 5468"/>
                <a:gd name="T5" fmla="*/ 1388 h 1388"/>
                <a:gd name="T6" fmla="*/ 5022 w 5468"/>
                <a:gd name="T7" fmla="*/ 7 h 1388"/>
                <a:gd name="T8" fmla="*/ 0 60000 65536"/>
                <a:gd name="T9" fmla="*/ 0 60000 65536"/>
                <a:gd name="T10" fmla="*/ 0 60000 65536"/>
                <a:gd name="T11" fmla="*/ 0 60000 65536"/>
                <a:gd name="T12" fmla="*/ 0 w 5468"/>
                <a:gd name="T13" fmla="*/ 0 h 1388"/>
                <a:gd name="T14" fmla="*/ 5468 w 5468"/>
                <a:gd name="T15" fmla="*/ 1388 h 1388"/>
              </a:gdLst>
              <a:ahLst/>
              <a:cxnLst>
                <a:cxn ang="T8">
                  <a:pos x="T0" y="T1"/>
                </a:cxn>
                <a:cxn ang="T9">
                  <a:pos x="T2" y="T3"/>
                </a:cxn>
                <a:cxn ang="T10">
                  <a:pos x="T4" y="T5"/>
                </a:cxn>
                <a:cxn ang="T11">
                  <a:pos x="T6" y="T7"/>
                </a:cxn>
              </a:cxnLst>
              <a:rect l="T12" t="T13" r="T14" b="T15"/>
              <a:pathLst>
                <a:path w="5468" h="1388">
                  <a:moveTo>
                    <a:pt x="347" y="0"/>
                  </a:moveTo>
                  <a:lnTo>
                    <a:pt x="0" y="1388"/>
                  </a:lnTo>
                  <a:lnTo>
                    <a:pt x="5468" y="1388"/>
                  </a:lnTo>
                  <a:lnTo>
                    <a:pt x="5022" y="7"/>
                  </a:lnTo>
                </a:path>
              </a:pathLst>
            </a:custGeom>
            <a:gradFill rotWithShape="0">
              <a:gsLst>
                <a:gs pos="0">
                  <a:srgbClr val="99CCFF"/>
                </a:gs>
                <a:gs pos="100000">
                  <a:srgbClr val="FFFF00"/>
                </a:gs>
              </a:gsLst>
              <a:lin ang="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72000" tIns="0" rIns="72000" bIns="0" anchor="ctr">
              <a:spAutoFit/>
            </a:bodyPr>
            <a:lstStyle/>
            <a:p>
              <a:endParaRPr lang="pt-BR"/>
            </a:p>
          </p:txBody>
        </p:sp>
        <p:grpSp>
          <p:nvGrpSpPr>
            <p:cNvPr id="5" name="Group 5"/>
            <p:cNvGrpSpPr>
              <a:grpSpLocks/>
            </p:cNvGrpSpPr>
            <p:nvPr/>
          </p:nvGrpSpPr>
          <p:grpSpPr bwMode="auto">
            <a:xfrm>
              <a:off x="164" y="2647"/>
              <a:ext cx="5425" cy="871"/>
              <a:chOff x="129" y="2775"/>
              <a:chExt cx="5425" cy="871"/>
            </a:xfrm>
          </p:grpSpPr>
          <p:sp>
            <p:nvSpPr>
              <p:cNvPr id="21" name="AutoShape 6"/>
              <p:cNvSpPr>
                <a:spLocks noChangeArrowheads="1"/>
              </p:cNvSpPr>
              <p:nvPr/>
            </p:nvSpPr>
            <p:spPr bwMode="auto">
              <a:xfrm>
                <a:off x="3000" y="2775"/>
                <a:ext cx="1241" cy="800"/>
              </a:xfrm>
              <a:prstGeom prst="roundRect">
                <a:avLst>
                  <a:gd name="adj" fmla="val 16667"/>
                </a:avLst>
              </a:prstGeom>
              <a:solidFill>
                <a:srgbClr val="FF0000">
                  <a:alpha val="50195"/>
                </a:srgbClr>
              </a:solidFill>
              <a:ln>
                <a:noFill/>
              </a:ln>
              <a:extLst>
                <a:ext uri="{91240B29-F687-4F45-9708-019B960494DF}">
                  <a14:hiddenLine xmlns:a14="http://schemas.microsoft.com/office/drawing/2010/main" w="28575">
                    <a:solidFill>
                      <a:srgbClr val="000000"/>
                    </a:solidFill>
                    <a:round/>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22" name="Group 7"/>
              <p:cNvGrpSpPr>
                <a:grpSpLocks/>
              </p:cNvGrpSpPr>
              <p:nvPr/>
            </p:nvGrpSpPr>
            <p:grpSpPr bwMode="auto">
              <a:xfrm>
                <a:off x="129" y="2908"/>
                <a:ext cx="5425" cy="738"/>
                <a:chOff x="129" y="3384"/>
                <a:chExt cx="5425" cy="738"/>
              </a:xfrm>
            </p:grpSpPr>
            <p:sp>
              <p:nvSpPr>
                <p:cNvPr id="25" name="Text Box 8"/>
                <p:cNvSpPr txBox="1">
                  <a:spLocks noChangeArrowheads="1"/>
                </p:cNvSpPr>
                <p:nvPr/>
              </p:nvSpPr>
              <p:spPr bwMode="auto">
                <a:xfrm>
                  <a:off x="3153" y="3384"/>
                  <a:ext cx="530" cy="280"/>
                </a:xfrm>
                <a:prstGeom prst="rect">
                  <a:avLst/>
                </a:prstGeom>
                <a:solidFill>
                  <a:schemeClr val="bg1"/>
                </a:solidFill>
                <a:ln w="19050">
                  <a:solidFill>
                    <a:schemeClr val="tx1"/>
                  </a:solidFill>
                  <a:miter lim="800000"/>
                  <a:headEnd/>
                  <a:tailEnd/>
                </a:ln>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Avaliar Fase</a:t>
                  </a:r>
                </a:p>
              </p:txBody>
            </p:sp>
            <p:sp>
              <p:nvSpPr>
                <p:cNvPr id="26" name="Text Box 9"/>
                <p:cNvSpPr txBox="1">
                  <a:spLocks noChangeArrowheads="1"/>
                </p:cNvSpPr>
                <p:nvPr/>
              </p:nvSpPr>
              <p:spPr bwMode="auto">
                <a:xfrm>
                  <a:off x="3612" y="3713"/>
                  <a:ext cx="530" cy="280"/>
                </a:xfrm>
                <a:prstGeom prst="rect">
                  <a:avLst/>
                </a:prstGeom>
                <a:solidFill>
                  <a:schemeClr val="bg1"/>
                </a:solidFill>
                <a:ln w="19050">
                  <a:solidFill>
                    <a:schemeClr val="tx1"/>
                  </a:solidFill>
                  <a:miter lim="800000"/>
                  <a:headEnd/>
                  <a:tailEnd/>
                </a:ln>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Aprovar Fase</a:t>
                  </a:r>
                </a:p>
              </p:txBody>
            </p:sp>
            <p:sp>
              <p:nvSpPr>
                <p:cNvPr id="27" name="Text Box 10"/>
                <p:cNvSpPr txBox="1">
                  <a:spLocks noChangeArrowheads="1"/>
                </p:cNvSpPr>
                <p:nvPr/>
              </p:nvSpPr>
              <p:spPr bwMode="auto">
                <a:xfrm>
                  <a:off x="4415" y="3574"/>
                  <a:ext cx="1139" cy="548"/>
                </a:xfrm>
                <a:prstGeom prst="rect">
                  <a:avLst/>
                </a:prstGeom>
                <a:solidFill>
                  <a:schemeClr val="bg1"/>
                </a:solidFill>
                <a:ln w="19050">
                  <a:solidFill>
                    <a:schemeClr val="tx1"/>
                  </a:solidFill>
                  <a:miter lim="800000"/>
                  <a:headEnd/>
                  <a:tailEnd/>
                </a:ln>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Documentar as decisões tomadas e registrar lições aprendidas</a:t>
                  </a:r>
                </a:p>
              </p:txBody>
            </p:sp>
            <p:cxnSp>
              <p:nvCxnSpPr>
                <p:cNvPr id="28" name="AutoShape 11"/>
                <p:cNvCxnSpPr>
                  <a:cxnSpLocks noChangeShapeType="1"/>
                </p:cNvCxnSpPr>
                <p:nvPr/>
              </p:nvCxnSpPr>
              <p:spPr bwMode="auto">
                <a:xfrm flipV="1">
                  <a:off x="4148" y="3848"/>
                  <a:ext cx="261" cy="5"/>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29" name="Group 12"/>
                <p:cNvGrpSpPr>
                  <a:grpSpLocks/>
                </p:cNvGrpSpPr>
                <p:nvPr/>
              </p:nvGrpSpPr>
              <p:grpSpPr bwMode="auto">
                <a:xfrm>
                  <a:off x="2187" y="3708"/>
                  <a:ext cx="758" cy="414"/>
                  <a:chOff x="1018" y="3652"/>
                  <a:chExt cx="758" cy="414"/>
                </a:xfrm>
              </p:grpSpPr>
              <p:sp>
                <p:nvSpPr>
                  <p:cNvPr id="38" name="Text Box 13"/>
                  <p:cNvSpPr txBox="1">
                    <a:spLocks noChangeArrowheads="1"/>
                  </p:cNvSpPr>
                  <p:nvPr/>
                </p:nvSpPr>
                <p:spPr bwMode="auto">
                  <a:xfrm>
                    <a:off x="1018" y="3652"/>
                    <a:ext cx="758" cy="414"/>
                  </a:xfrm>
                  <a:prstGeom prst="rect">
                    <a:avLst/>
                  </a:prstGeom>
                  <a:solidFill>
                    <a:schemeClr val="bg1"/>
                  </a:solidFill>
                  <a:ln w="19050">
                    <a:solidFill>
                      <a:schemeClr val="tx1"/>
                    </a:solidFill>
                    <a:miter lim="800000"/>
                    <a:headEnd/>
                    <a:tailEnd/>
                  </a:ln>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Monitorar viabilidade econômica</a:t>
                    </a:r>
                  </a:p>
                </p:txBody>
              </p:sp>
              <p:sp>
                <p:nvSpPr>
                  <p:cNvPr id="39" name="Rectangle 14"/>
                  <p:cNvSpPr>
                    <a:spLocks noChangeArrowheads="1"/>
                  </p:cNvSpPr>
                  <p:nvPr/>
                </p:nvSpPr>
                <p:spPr bwMode="auto">
                  <a:xfrm>
                    <a:off x="1660" y="3660"/>
                    <a:ext cx="108" cy="84"/>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cxnSp>
              <p:nvCxnSpPr>
                <p:cNvPr id="30" name="AutoShape 15"/>
                <p:cNvCxnSpPr>
                  <a:cxnSpLocks noChangeShapeType="1"/>
                </p:cNvCxnSpPr>
                <p:nvPr/>
              </p:nvCxnSpPr>
              <p:spPr bwMode="auto">
                <a:xfrm rot="16200000" flipH="1">
                  <a:off x="3420" y="3668"/>
                  <a:ext cx="183" cy="188"/>
                </a:xfrm>
                <a:prstGeom prst="bentConnector2">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1" name="AutoShape 16"/>
                <p:cNvCxnSpPr>
                  <a:cxnSpLocks noChangeShapeType="1"/>
                </p:cNvCxnSpPr>
                <p:nvPr/>
              </p:nvCxnSpPr>
              <p:spPr bwMode="auto">
                <a:xfrm rot="-5400000">
                  <a:off x="2768" y="3322"/>
                  <a:ext cx="178" cy="581"/>
                </a:xfrm>
                <a:prstGeom prst="bentConnector2">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32" name="Group 17"/>
                <p:cNvGrpSpPr>
                  <a:grpSpLocks/>
                </p:cNvGrpSpPr>
                <p:nvPr/>
              </p:nvGrpSpPr>
              <p:grpSpPr bwMode="auto">
                <a:xfrm>
                  <a:off x="129" y="3708"/>
                  <a:ext cx="653" cy="414"/>
                  <a:chOff x="1018" y="3652"/>
                  <a:chExt cx="758" cy="414"/>
                </a:xfrm>
              </p:grpSpPr>
              <p:sp>
                <p:nvSpPr>
                  <p:cNvPr id="36" name="Text Box 18"/>
                  <p:cNvSpPr txBox="1">
                    <a:spLocks noChangeArrowheads="1"/>
                  </p:cNvSpPr>
                  <p:nvPr/>
                </p:nvSpPr>
                <p:spPr bwMode="auto">
                  <a:xfrm>
                    <a:off x="1018" y="3652"/>
                    <a:ext cx="758" cy="414"/>
                  </a:xfrm>
                  <a:prstGeom prst="rect">
                    <a:avLst/>
                  </a:prstGeom>
                  <a:solidFill>
                    <a:schemeClr val="bg1"/>
                  </a:solidFill>
                  <a:ln w="19050">
                    <a:solidFill>
                      <a:schemeClr val="tx1"/>
                    </a:solidFill>
                    <a:miter lim="800000"/>
                    <a:headEnd/>
                    <a:tailEnd/>
                  </a:ln>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Atualizar Plano da Fase</a:t>
                    </a:r>
                  </a:p>
                </p:txBody>
              </p:sp>
              <p:sp>
                <p:nvSpPr>
                  <p:cNvPr id="37" name="Rectangle 19"/>
                  <p:cNvSpPr>
                    <a:spLocks noChangeArrowheads="1"/>
                  </p:cNvSpPr>
                  <p:nvPr/>
                </p:nvSpPr>
                <p:spPr bwMode="auto">
                  <a:xfrm>
                    <a:off x="1660" y="3660"/>
                    <a:ext cx="108" cy="84"/>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sp>
              <p:nvSpPr>
                <p:cNvPr id="33" name="Text Box 20"/>
                <p:cNvSpPr txBox="1">
                  <a:spLocks noChangeArrowheads="1"/>
                </p:cNvSpPr>
                <p:nvPr/>
              </p:nvSpPr>
              <p:spPr bwMode="auto">
                <a:xfrm>
                  <a:off x="1064" y="3708"/>
                  <a:ext cx="840" cy="414"/>
                </a:xfrm>
                <a:prstGeom prst="rect">
                  <a:avLst/>
                </a:prstGeom>
                <a:solidFill>
                  <a:schemeClr val="bg1"/>
                </a:solidFill>
                <a:ln w="19050">
                  <a:solidFill>
                    <a:schemeClr val="tx1"/>
                  </a:solidFill>
                  <a:prstDash val="sysDot"/>
                  <a:miter lim="800000"/>
                  <a:headEnd/>
                  <a:tailEnd/>
                </a:ln>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Atividades Especificas da Fase</a:t>
                  </a:r>
                </a:p>
              </p:txBody>
            </p:sp>
            <p:cxnSp>
              <p:nvCxnSpPr>
                <p:cNvPr id="34" name="AutoShape 21"/>
                <p:cNvCxnSpPr>
                  <a:cxnSpLocks noChangeShapeType="1"/>
                </p:cNvCxnSpPr>
                <p:nvPr/>
              </p:nvCxnSpPr>
              <p:spPr bwMode="auto">
                <a:xfrm>
                  <a:off x="788" y="3915"/>
                  <a:ext cx="270" cy="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5" name="AutoShape 22"/>
                <p:cNvCxnSpPr>
                  <a:cxnSpLocks noChangeShapeType="1"/>
                </p:cNvCxnSpPr>
                <p:nvPr/>
              </p:nvCxnSpPr>
              <p:spPr bwMode="auto">
                <a:xfrm>
                  <a:off x="1910" y="3915"/>
                  <a:ext cx="271" cy="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23" name="Text Box 23"/>
              <p:cNvSpPr txBox="1">
                <a:spLocks noChangeArrowheads="1"/>
              </p:cNvSpPr>
              <p:nvPr/>
            </p:nvSpPr>
            <p:spPr bwMode="auto">
              <a:xfrm>
                <a:off x="3788" y="2815"/>
                <a:ext cx="696" cy="268"/>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solidFill>
                      <a:srgbClr val="000000"/>
                    </a:solidFill>
                  </a:rPr>
                  <a:t>Revisão de Fase “gate”</a:t>
                </a:r>
              </a:p>
            </p:txBody>
          </p:sp>
          <p:sp>
            <p:nvSpPr>
              <p:cNvPr id="24" name="AutoShape 24"/>
              <p:cNvSpPr>
                <a:spLocks noChangeArrowheads="1"/>
              </p:cNvSpPr>
              <p:nvPr/>
            </p:nvSpPr>
            <p:spPr bwMode="auto">
              <a:xfrm>
                <a:off x="3722" y="2991"/>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6" name="Group 25"/>
            <p:cNvGrpSpPr>
              <a:grpSpLocks/>
            </p:cNvGrpSpPr>
            <p:nvPr/>
          </p:nvGrpSpPr>
          <p:grpSpPr bwMode="auto">
            <a:xfrm>
              <a:off x="661" y="1724"/>
              <a:ext cx="4435" cy="342"/>
              <a:chOff x="194" y="2385"/>
              <a:chExt cx="4435" cy="342"/>
            </a:xfrm>
          </p:grpSpPr>
          <p:grpSp>
            <p:nvGrpSpPr>
              <p:cNvPr id="14" name="Group 26"/>
              <p:cNvGrpSpPr>
                <a:grpSpLocks/>
              </p:cNvGrpSpPr>
              <p:nvPr/>
            </p:nvGrpSpPr>
            <p:grpSpPr bwMode="auto">
              <a:xfrm>
                <a:off x="1014" y="2394"/>
                <a:ext cx="3615" cy="333"/>
                <a:chOff x="1014" y="2394"/>
                <a:chExt cx="3615" cy="333"/>
              </a:xfrm>
            </p:grpSpPr>
            <p:sp>
              <p:nvSpPr>
                <p:cNvPr id="16" name="AutoShape 27"/>
                <p:cNvSpPr>
                  <a:spLocks noChangeArrowheads="1"/>
                </p:cNvSpPr>
                <p:nvPr/>
              </p:nvSpPr>
              <p:spPr bwMode="auto">
                <a:xfrm>
                  <a:off x="2511" y="2394"/>
                  <a:ext cx="690" cy="333"/>
                </a:xfrm>
                <a:prstGeom prst="chevron">
                  <a:avLst>
                    <a:gd name="adj" fmla="val 19723"/>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Detalhado </a:t>
                  </a:r>
                </a:p>
              </p:txBody>
            </p:sp>
            <p:sp>
              <p:nvSpPr>
                <p:cNvPr id="17" name="AutoShape 28"/>
                <p:cNvSpPr>
                  <a:spLocks noChangeArrowheads="1"/>
                </p:cNvSpPr>
                <p:nvPr/>
              </p:nvSpPr>
              <p:spPr bwMode="auto">
                <a:xfrm>
                  <a:off x="1833" y="2394"/>
                  <a:ext cx="709" cy="333"/>
                </a:xfrm>
                <a:prstGeom prst="chevron">
                  <a:avLst>
                    <a:gd name="adj" fmla="val 19004"/>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Conceitual </a:t>
                  </a:r>
                </a:p>
              </p:txBody>
            </p:sp>
            <p:sp>
              <p:nvSpPr>
                <p:cNvPr id="18" name="AutoShape 29"/>
                <p:cNvSpPr>
                  <a:spLocks noChangeArrowheads="1"/>
                </p:cNvSpPr>
                <p:nvPr/>
              </p:nvSpPr>
              <p:spPr bwMode="auto">
                <a:xfrm>
                  <a:off x="1014" y="2394"/>
                  <a:ext cx="856" cy="333"/>
                </a:xfrm>
                <a:prstGeom prst="chevron">
                  <a:avLst>
                    <a:gd name="adj" fmla="val 22064"/>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Informacional </a:t>
                  </a:r>
                </a:p>
              </p:txBody>
            </p:sp>
            <p:sp>
              <p:nvSpPr>
                <p:cNvPr id="19" name="AutoShape 30"/>
                <p:cNvSpPr>
                  <a:spLocks noChangeArrowheads="1"/>
                </p:cNvSpPr>
                <p:nvPr/>
              </p:nvSpPr>
              <p:spPr bwMode="auto">
                <a:xfrm>
                  <a:off x="3864" y="2394"/>
                  <a:ext cx="765" cy="333"/>
                </a:xfrm>
                <a:prstGeom prst="chevron">
                  <a:avLst>
                    <a:gd name="adj" fmla="val 19782"/>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Lançamento</a:t>
                  </a:r>
                </a:p>
                <a:p>
                  <a:pPr eaLnBrk="1" hangingPunct="1"/>
                  <a:r>
                    <a:rPr lang="pt-BR" altLang="pt-BR" sz="1400"/>
                    <a:t>do Produto</a:t>
                  </a:r>
                </a:p>
              </p:txBody>
            </p:sp>
            <p:sp>
              <p:nvSpPr>
                <p:cNvPr id="20" name="AutoShape 31"/>
                <p:cNvSpPr>
                  <a:spLocks noChangeArrowheads="1"/>
                </p:cNvSpPr>
                <p:nvPr/>
              </p:nvSpPr>
              <p:spPr bwMode="auto">
                <a:xfrm>
                  <a:off x="3170" y="2394"/>
                  <a:ext cx="723" cy="333"/>
                </a:xfrm>
                <a:prstGeom prst="chevron">
                  <a:avLst>
                    <a:gd name="adj" fmla="val 16213"/>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Preparação</a:t>
                  </a:r>
                </a:p>
                <a:p>
                  <a:pPr eaLnBrk="1" hangingPunct="1"/>
                  <a:r>
                    <a:rPr lang="pt-BR" altLang="pt-BR" sz="1400"/>
                    <a:t>Produção</a:t>
                  </a:r>
                </a:p>
              </p:txBody>
            </p:sp>
          </p:grpSp>
          <p:sp>
            <p:nvSpPr>
              <p:cNvPr id="15" name="AutoShape 32"/>
              <p:cNvSpPr>
                <a:spLocks noChangeArrowheads="1"/>
              </p:cNvSpPr>
              <p:nvPr/>
            </p:nvSpPr>
            <p:spPr bwMode="auto">
              <a:xfrm>
                <a:off x="194" y="2385"/>
                <a:ext cx="841" cy="333"/>
              </a:xfrm>
              <a:prstGeom prst="chevron">
                <a:avLst>
                  <a:gd name="adj" fmla="val 24296"/>
                </a:avLst>
              </a:prstGeom>
              <a:solidFill>
                <a:srgbClr val="99CCFF"/>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Planejamento</a:t>
                </a:r>
              </a:p>
              <a:p>
                <a:pPr eaLnBrk="1" hangingPunct="1"/>
                <a:r>
                  <a:rPr lang="pt-BR" altLang="pt-BR" sz="1400"/>
                  <a:t>Projeto</a:t>
                </a:r>
              </a:p>
            </p:txBody>
          </p:sp>
        </p:grpSp>
        <p:sp>
          <p:nvSpPr>
            <p:cNvPr id="7" name="Text Box 33"/>
            <p:cNvSpPr txBox="1">
              <a:spLocks noChangeArrowheads="1"/>
            </p:cNvSpPr>
            <p:nvPr/>
          </p:nvSpPr>
          <p:spPr bwMode="auto">
            <a:xfrm>
              <a:off x="1778" y="2402"/>
              <a:ext cx="1931" cy="192"/>
            </a:xfrm>
            <a:prstGeom prst="rect">
              <a:avLst/>
            </a:prstGeom>
            <a:solidFill>
              <a:srgbClr val="666699"/>
            </a:solidFill>
            <a:ln w="28575">
              <a:noFill/>
              <a:miter lim="800000"/>
              <a:headEnd/>
              <a:tailEnd/>
            </a:ln>
            <a:effectLst>
              <a:outerShdw dist="107763" dir="2700000" algn="ctr" rotWithShape="0">
                <a:schemeClr val="bg2"/>
              </a:outerShdw>
            </a:effectLst>
          </p:spPr>
          <p:txBody>
            <a:bodyPr lIns="72000" tIns="0" rIns="72000" bIns="0"/>
            <a:lstStyle/>
            <a:p>
              <a:pPr>
                <a:defRPr/>
              </a:pPr>
              <a:r>
                <a:rPr lang="pt-BR" sz="2000" i="1">
                  <a:solidFill>
                    <a:srgbClr val="FFFFCC"/>
                  </a:solidFill>
                  <a:effectLst>
                    <a:outerShdw blurRad="38100" dist="38100" dir="2700000" algn="tl">
                      <a:srgbClr val="000000"/>
                    </a:outerShdw>
                  </a:effectLst>
                </a:rPr>
                <a:t>Atividades Genéricas</a:t>
              </a:r>
            </a:p>
          </p:txBody>
        </p:sp>
        <p:cxnSp>
          <p:nvCxnSpPr>
            <p:cNvPr id="8" name="AutoShape 34"/>
            <p:cNvCxnSpPr>
              <a:cxnSpLocks noChangeShapeType="1"/>
            </p:cNvCxnSpPr>
            <p:nvPr/>
          </p:nvCxnSpPr>
          <p:spPr bwMode="auto">
            <a:xfrm flipH="1" flipV="1">
              <a:off x="1872" y="2066"/>
              <a:ext cx="872" cy="336"/>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9" name="AutoShape 35"/>
            <p:cNvCxnSpPr>
              <a:cxnSpLocks noChangeShapeType="1"/>
            </p:cNvCxnSpPr>
            <p:nvPr/>
          </p:nvCxnSpPr>
          <p:spPr bwMode="auto">
            <a:xfrm flipH="1" flipV="1">
              <a:off x="2623" y="2066"/>
              <a:ext cx="121" cy="336"/>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0" name="AutoShape 36"/>
            <p:cNvCxnSpPr>
              <a:cxnSpLocks noChangeShapeType="1"/>
            </p:cNvCxnSpPr>
            <p:nvPr/>
          </p:nvCxnSpPr>
          <p:spPr bwMode="auto">
            <a:xfrm flipV="1">
              <a:off x="2744" y="2066"/>
              <a:ext cx="546" cy="336"/>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1" name="AutoShape 37"/>
            <p:cNvCxnSpPr>
              <a:cxnSpLocks noChangeShapeType="1"/>
            </p:cNvCxnSpPr>
            <p:nvPr/>
          </p:nvCxnSpPr>
          <p:spPr bwMode="auto">
            <a:xfrm flipV="1">
              <a:off x="2744" y="2066"/>
              <a:ext cx="1228" cy="336"/>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2" name="AutoShape 38"/>
            <p:cNvCxnSpPr>
              <a:cxnSpLocks noChangeShapeType="1"/>
            </p:cNvCxnSpPr>
            <p:nvPr/>
          </p:nvCxnSpPr>
          <p:spPr bwMode="auto">
            <a:xfrm flipV="1">
              <a:off x="2744" y="2066"/>
              <a:ext cx="1937" cy="336"/>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3" name="AutoShape 39"/>
            <p:cNvCxnSpPr>
              <a:cxnSpLocks noChangeShapeType="1"/>
            </p:cNvCxnSpPr>
            <p:nvPr/>
          </p:nvCxnSpPr>
          <p:spPr bwMode="auto">
            <a:xfrm flipH="1" flipV="1">
              <a:off x="1041" y="2057"/>
              <a:ext cx="1703" cy="34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930881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a:spLocks/>
          </p:cNvSpPr>
          <p:nvPr/>
        </p:nvSpPr>
        <p:spPr bwMode="auto">
          <a:xfrm>
            <a:off x="5024359" y="2122270"/>
            <a:ext cx="3360738" cy="569912"/>
          </a:xfrm>
          <a:custGeom>
            <a:avLst/>
            <a:gdLst>
              <a:gd name="T0" fmla="*/ 2147483647 w 2117"/>
              <a:gd name="T1" fmla="*/ 2147483647 h 359"/>
              <a:gd name="T2" fmla="*/ 0 w 2117"/>
              <a:gd name="T3" fmla="*/ 2147483647 h 359"/>
              <a:gd name="T4" fmla="*/ 2147483647 w 2117"/>
              <a:gd name="T5" fmla="*/ 2147483647 h 359"/>
              <a:gd name="T6" fmla="*/ 2147483647 w 2117"/>
              <a:gd name="T7" fmla="*/ 0 h 359"/>
              <a:gd name="T8" fmla="*/ 0 60000 65536"/>
              <a:gd name="T9" fmla="*/ 0 60000 65536"/>
              <a:gd name="T10" fmla="*/ 0 60000 65536"/>
              <a:gd name="T11" fmla="*/ 0 60000 65536"/>
              <a:gd name="T12" fmla="*/ 0 w 2117"/>
              <a:gd name="T13" fmla="*/ 0 h 359"/>
              <a:gd name="T14" fmla="*/ 2117 w 2117"/>
              <a:gd name="T15" fmla="*/ 359 h 359"/>
            </a:gdLst>
            <a:ahLst/>
            <a:cxnLst>
              <a:cxn ang="T8">
                <a:pos x="T0" y="T1"/>
              </a:cxn>
              <a:cxn ang="T9">
                <a:pos x="T2" y="T3"/>
              </a:cxn>
              <a:cxn ang="T10">
                <a:pos x="T4" y="T5"/>
              </a:cxn>
              <a:cxn ang="T11">
                <a:pos x="T6" y="T7"/>
              </a:cxn>
            </a:cxnLst>
            <a:rect l="T12" t="T13" r="T14" b="T15"/>
            <a:pathLst>
              <a:path w="2117" h="359">
                <a:moveTo>
                  <a:pt x="1047" y="15"/>
                </a:moveTo>
                <a:lnTo>
                  <a:pt x="0" y="359"/>
                </a:lnTo>
                <a:lnTo>
                  <a:pt x="2117" y="359"/>
                </a:lnTo>
                <a:lnTo>
                  <a:pt x="1496" y="0"/>
                </a:lnTo>
              </a:path>
            </a:pathLst>
          </a:custGeom>
          <a:solidFill>
            <a:schemeClr val="folHlink">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pt-BR"/>
          </a:p>
        </p:txBody>
      </p:sp>
      <p:sp>
        <p:nvSpPr>
          <p:cNvPr id="4" name="Freeform 4"/>
          <p:cNvSpPr>
            <a:spLocks/>
          </p:cNvSpPr>
          <p:nvPr/>
        </p:nvSpPr>
        <p:spPr bwMode="auto">
          <a:xfrm>
            <a:off x="3136822" y="3535145"/>
            <a:ext cx="1946275" cy="439737"/>
          </a:xfrm>
          <a:custGeom>
            <a:avLst/>
            <a:gdLst>
              <a:gd name="T0" fmla="*/ 2147483647 w 1226"/>
              <a:gd name="T1" fmla="*/ 0 h 277"/>
              <a:gd name="T2" fmla="*/ 2147483647 w 1226"/>
              <a:gd name="T3" fmla="*/ 2147483647 h 277"/>
              <a:gd name="T4" fmla="*/ 0 w 1226"/>
              <a:gd name="T5" fmla="*/ 2147483647 h 277"/>
              <a:gd name="T6" fmla="*/ 2147483647 w 1226"/>
              <a:gd name="T7" fmla="*/ 0 h 277"/>
              <a:gd name="T8" fmla="*/ 0 60000 65536"/>
              <a:gd name="T9" fmla="*/ 0 60000 65536"/>
              <a:gd name="T10" fmla="*/ 0 60000 65536"/>
              <a:gd name="T11" fmla="*/ 0 60000 65536"/>
              <a:gd name="T12" fmla="*/ 0 w 1226"/>
              <a:gd name="T13" fmla="*/ 0 h 277"/>
              <a:gd name="T14" fmla="*/ 1226 w 1226"/>
              <a:gd name="T15" fmla="*/ 277 h 277"/>
            </a:gdLst>
            <a:ahLst/>
            <a:cxnLst>
              <a:cxn ang="T8">
                <a:pos x="T0" y="T1"/>
              </a:cxn>
              <a:cxn ang="T9">
                <a:pos x="T2" y="T3"/>
              </a:cxn>
              <a:cxn ang="T10">
                <a:pos x="T4" y="T5"/>
              </a:cxn>
              <a:cxn ang="T11">
                <a:pos x="T6" y="T7"/>
              </a:cxn>
            </a:cxnLst>
            <a:rect l="T12" t="T13" r="T14" b="T15"/>
            <a:pathLst>
              <a:path w="1226" h="277">
                <a:moveTo>
                  <a:pt x="1174" y="0"/>
                </a:moveTo>
                <a:lnTo>
                  <a:pt x="1226" y="277"/>
                </a:lnTo>
                <a:lnTo>
                  <a:pt x="0" y="277"/>
                </a:lnTo>
                <a:lnTo>
                  <a:pt x="1174" y="0"/>
                </a:lnTo>
                <a:close/>
              </a:path>
            </a:pathLst>
          </a:custGeom>
          <a:solidFill>
            <a:srgbClr val="FF0000">
              <a:alpha val="50195"/>
            </a:srgbClr>
          </a:solidFill>
          <a:ln>
            <a:noFill/>
          </a:ln>
          <a:extLst>
            <a:ext uri="{91240B29-F687-4F45-9708-019B960494DF}">
              <a14:hiddenLine xmlns:a14="http://schemas.microsoft.com/office/drawing/2010/main" w="3175">
                <a:solidFill>
                  <a:srgbClr val="000000"/>
                </a:solidFill>
                <a:round/>
                <a:headEnd/>
                <a:tailEnd/>
              </a14:hiddenLine>
            </a:ext>
          </a:extLst>
        </p:spPr>
        <p:txBody>
          <a:bodyPr wrap="none" lIns="72000" tIns="0" rIns="72000" bIns="0" anchor="ctr">
            <a:spAutoFit/>
          </a:bodyPr>
          <a:lstStyle/>
          <a:p>
            <a:endParaRPr lang="pt-BR"/>
          </a:p>
        </p:txBody>
      </p:sp>
      <p:sp>
        <p:nvSpPr>
          <p:cNvPr id="5" name="Freeform 5"/>
          <p:cNvSpPr>
            <a:spLocks/>
          </p:cNvSpPr>
          <p:nvPr/>
        </p:nvSpPr>
        <p:spPr bwMode="auto">
          <a:xfrm>
            <a:off x="6675359" y="3546257"/>
            <a:ext cx="3360738" cy="428625"/>
          </a:xfrm>
          <a:custGeom>
            <a:avLst/>
            <a:gdLst>
              <a:gd name="T0" fmla="*/ 2147483647 w 2117"/>
              <a:gd name="T1" fmla="*/ 0 h 270"/>
              <a:gd name="T2" fmla="*/ 0 w 2117"/>
              <a:gd name="T3" fmla="*/ 2147483647 h 270"/>
              <a:gd name="T4" fmla="*/ 2147483647 w 2117"/>
              <a:gd name="T5" fmla="*/ 2147483647 h 270"/>
              <a:gd name="T6" fmla="*/ 2147483647 w 2117"/>
              <a:gd name="T7" fmla="*/ 0 h 270"/>
              <a:gd name="T8" fmla="*/ 0 60000 65536"/>
              <a:gd name="T9" fmla="*/ 0 60000 65536"/>
              <a:gd name="T10" fmla="*/ 0 60000 65536"/>
              <a:gd name="T11" fmla="*/ 0 60000 65536"/>
              <a:gd name="T12" fmla="*/ 0 w 2117"/>
              <a:gd name="T13" fmla="*/ 0 h 270"/>
              <a:gd name="T14" fmla="*/ 2117 w 2117"/>
              <a:gd name="T15" fmla="*/ 270 h 270"/>
            </a:gdLst>
            <a:ahLst/>
            <a:cxnLst>
              <a:cxn ang="T8">
                <a:pos x="T0" y="T1"/>
              </a:cxn>
              <a:cxn ang="T9">
                <a:pos x="T2" y="T3"/>
              </a:cxn>
              <a:cxn ang="T10">
                <a:pos x="T4" y="T5"/>
              </a:cxn>
              <a:cxn ang="T11">
                <a:pos x="T6" y="T7"/>
              </a:cxn>
            </a:cxnLst>
            <a:rect l="T12" t="T13" r="T14" b="T15"/>
            <a:pathLst>
              <a:path w="2117" h="270">
                <a:moveTo>
                  <a:pt x="1055" y="0"/>
                </a:moveTo>
                <a:lnTo>
                  <a:pt x="0" y="255"/>
                </a:lnTo>
                <a:lnTo>
                  <a:pt x="2117" y="270"/>
                </a:lnTo>
                <a:lnTo>
                  <a:pt x="1055" y="0"/>
                </a:lnTo>
                <a:close/>
              </a:path>
            </a:pathLst>
          </a:custGeom>
          <a:solidFill>
            <a:srgbClr val="FF0000">
              <a:alpha val="50195"/>
            </a:srgbClr>
          </a:solidFill>
          <a:ln>
            <a:noFill/>
          </a:ln>
          <a:extLst>
            <a:ext uri="{91240B29-F687-4F45-9708-019B960494DF}">
              <a14:hiddenLine xmlns:a14="http://schemas.microsoft.com/office/drawing/2010/main" w="3175">
                <a:solidFill>
                  <a:srgbClr val="000000"/>
                </a:solidFill>
                <a:round/>
                <a:headEnd/>
                <a:tailEnd/>
              </a14:hiddenLine>
            </a:ext>
          </a:extLst>
        </p:spPr>
        <p:txBody>
          <a:bodyPr wrap="none" lIns="72000" tIns="0" rIns="72000" bIns="0" anchor="ctr">
            <a:spAutoFit/>
          </a:bodyPr>
          <a:lstStyle/>
          <a:p>
            <a:endParaRPr lang="pt-BR"/>
          </a:p>
        </p:txBody>
      </p:sp>
      <p:sp>
        <p:nvSpPr>
          <p:cNvPr id="6" name="Freeform 6"/>
          <p:cNvSpPr>
            <a:spLocks/>
          </p:cNvSpPr>
          <p:nvPr/>
        </p:nvSpPr>
        <p:spPr bwMode="auto">
          <a:xfrm>
            <a:off x="7661197" y="4616232"/>
            <a:ext cx="2801937" cy="2173288"/>
          </a:xfrm>
          <a:custGeom>
            <a:avLst/>
            <a:gdLst>
              <a:gd name="T0" fmla="*/ 0 w 1765"/>
              <a:gd name="T1" fmla="*/ 2147483647 h 1369"/>
              <a:gd name="T2" fmla="*/ 0 w 1765"/>
              <a:gd name="T3" fmla="*/ 2147483647 h 1369"/>
              <a:gd name="T4" fmla="*/ 2147483647 w 1765"/>
              <a:gd name="T5" fmla="*/ 2147483647 h 1369"/>
              <a:gd name="T6" fmla="*/ 2147483647 w 1765"/>
              <a:gd name="T7" fmla="*/ 2147483647 h 1369"/>
              <a:gd name="T8" fmla="*/ 2147483647 w 1765"/>
              <a:gd name="T9" fmla="*/ 0 h 1369"/>
              <a:gd name="T10" fmla="*/ 0 60000 65536"/>
              <a:gd name="T11" fmla="*/ 0 60000 65536"/>
              <a:gd name="T12" fmla="*/ 0 60000 65536"/>
              <a:gd name="T13" fmla="*/ 0 60000 65536"/>
              <a:gd name="T14" fmla="*/ 0 60000 65536"/>
              <a:gd name="T15" fmla="*/ 0 w 1765"/>
              <a:gd name="T16" fmla="*/ 0 h 1369"/>
              <a:gd name="T17" fmla="*/ 1765 w 1765"/>
              <a:gd name="T18" fmla="*/ 1369 h 1369"/>
            </a:gdLst>
            <a:ahLst/>
            <a:cxnLst>
              <a:cxn ang="T10">
                <a:pos x="T0" y="T1"/>
              </a:cxn>
              <a:cxn ang="T11">
                <a:pos x="T2" y="T3"/>
              </a:cxn>
              <a:cxn ang="T12">
                <a:pos x="T4" y="T5"/>
              </a:cxn>
              <a:cxn ang="T13">
                <a:pos x="T6" y="T7"/>
              </a:cxn>
              <a:cxn ang="T14">
                <a:pos x="T8" y="T9"/>
              </a:cxn>
            </a:cxnLst>
            <a:rect l="T15" t="T16" r="T17" b="T18"/>
            <a:pathLst>
              <a:path w="1765" h="1369">
                <a:moveTo>
                  <a:pt x="0" y="30"/>
                </a:moveTo>
                <a:lnTo>
                  <a:pt x="0" y="1369"/>
                </a:lnTo>
                <a:lnTo>
                  <a:pt x="1765" y="1369"/>
                </a:lnTo>
                <a:lnTo>
                  <a:pt x="1765" y="224"/>
                </a:lnTo>
                <a:lnTo>
                  <a:pt x="1488" y="0"/>
                </a:lnTo>
              </a:path>
            </a:pathLst>
          </a:custGeom>
          <a:solidFill>
            <a:srgbClr val="FFCCFF"/>
          </a:solidFill>
          <a:ln>
            <a:noFill/>
          </a:ln>
          <a:extLst>
            <a:ext uri="{91240B29-F687-4F45-9708-019B960494DF}">
              <a14:hiddenLine xmlns:a14="http://schemas.microsoft.com/office/drawing/2010/main" w="3175">
                <a:solidFill>
                  <a:srgbClr val="000000"/>
                </a:solidFill>
                <a:round/>
                <a:headEnd/>
                <a:tailEnd/>
              </a14:hiddenLine>
            </a:ext>
          </a:extLst>
        </p:spPr>
        <p:txBody>
          <a:bodyPr wrap="none" lIns="72000" tIns="0" rIns="72000" bIns="0" anchor="ctr">
            <a:spAutoFit/>
          </a:bodyPr>
          <a:lstStyle/>
          <a:p>
            <a:endParaRPr lang="pt-BR"/>
          </a:p>
        </p:txBody>
      </p:sp>
      <p:sp>
        <p:nvSpPr>
          <p:cNvPr id="7" name="Freeform 7"/>
          <p:cNvSpPr>
            <a:spLocks/>
          </p:cNvSpPr>
          <p:nvPr/>
        </p:nvSpPr>
        <p:spPr bwMode="auto">
          <a:xfrm>
            <a:off x="4870372" y="4640045"/>
            <a:ext cx="2790825" cy="2149475"/>
          </a:xfrm>
          <a:custGeom>
            <a:avLst/>
            <a:gdLst>
              <a:gd name="T0" fmla="*/ 2147483647 w 1758"/>
              <a:gd name="T1" fmla="*/ 2147483647 h 1354"/>
              <a:gd name="T2" fmla="*/ 2147483647 w 1758"/>
              <a:gd name="T3" fmla="*/ 2147483647 h 1354"/>
              <a:gd name="T4" fmla="*/ 0 w 1758"/>
              <a:gd name="T5" fmla="*/ 2147483647 h 1354"/>
              <a:gd name="T6" fmla="*/ 0 w 1758"/>
              <a:gd name="T7" fmla="*/ 2147483647 h 1354"/>
              <a:gd name="T8" fmla="*/ 2147483647 w 1758"/>
              <a:gd name="T9" fmla="*/ 0 h 1354"/>
              <a:gd name="T10" fmla="*/ 0 60000 65536"/>
              <a:gd name="T11" fmla="*/ 0 60000 65536"/>
              <a:gd name="T12" fmla="*/ 0 60000 65536"/>
              <a:gd name="T13" fmla="*/ 0 60000 65536"/>
              <a:gd name="T14" fmla="*/ 0 60000 65536"/>
              <a:gd name="T15" fmla="*/ 0 w 1758"/>
              <a:gd name="T16" fmla="*/ 0 h 1354"/>
              <a:gd name="T17" fmla="*/ 1758 w 1758"/>
              <a:gd name="T18" fmla="*/ 1354 h 1354"/>
            </a:gdLst>
            <a:ahLst/>
            <a:cxnLst>
              <a:cxn ang="T10">
                <a:pos x="T0" y="T1"/>
              </a:cxn>
              <a:cxn ang="T11">
                <a:pos x="T2" y="T3"/>
              </a:cxn>
              <a:cxn ang="T12">
                <a:pos x="T4" y="T5"/>
              </a:cxn>
              <a:cxn ang="T13">
                <a:pos x="T6" y="T7"/>
              </a:cxn>
              <a:cxn ang="T14">
                <a:pos x="T8" y="T9"/>
              </a:cxn>
            </a:cxnLst>
            <a:rect l="T15" t="T16" r="T17" b="T18"/>
            <a:pathLst>
              <a:path w="1758" h="1354">
                <a:moveTo>
                  <a:pt x="1758" y="15"/>
                </a:moveTo>
                <a:lnTo>
                  <a:pt x="1758" y="1354"/>
                </a:lnTo>
                <a:lnTo>
                  <a:pt x="0" y="1354"/>
                </a:lnTo>
                <a:lnTo>
                  <a:pt x="0" y="456"/>
                </a:lnTo>
                <a:lnTo>
                  <a:pt x="1152" y="0"/>
                </a:lnTo>
              </a:path>
            </a:pathLst>
          </a:custGeom>
          <a:solidFill>
            <a:srgbClr val="EAEAEA"/>
          </a:solidFill>
          <a:ln>
            <a:noFill/>
          </a:ln>
          <a:extLst>
            <a:ext uri="{91240B29-F687-4F45-9708-019B960494DF}">
              <a14:hiddenLine xmlns:a14="http://schemas.microsoft.com/office/drawing/2010/main" w="3175">
                <a:solidFill>
                  <a:srgbClr val="000000"/>
                </a:solidFill>
                <a:round/>
                <a:headEnd/>
                <a:tailEnd/>
              </a14:hiddenLine>
            </a:ext>
          </a:extLst>
        </p:spPr>
        <p:txBody>
          <a:bodyPr wrap="none" lIns="72000" tIns="0" rIns="72000" bIns="0" anchor="ctr">
            <a:spAutoFit/>
          </a:bodyPr>
          <a:lstStyle/>
          <a:p>
            <a:endParaRPr lang="pt-BR"/>
          </a:p>
        </p:txBody>
      </p:sp>
      <p:grpSp>
        <p:nvGrpSpPr>
          <p:cNvPr id="8" name="Group 8"/>
          <p:cNvGrpSpPr>
            <a:grpSpLocks/>
          </p:cNvGrpSpPr>
          <p:nvPr/>
        </p:nvGrpSpPr>
        <p:grpSpPr bwMode="auto">
          <a:xfrm>
            <a:off x="5706984" y="1539657"/>
            <a:ext cx="2916238" cy="627063"/>
            <a:chOff x="2368" y="695"/>
            <a:chExt cx="1837" cy="395"/>
          </a:xfrm>
        </p:grpSpPr>
        <p:sp>
          <p:nvSpPr>
            <p:cNvPr id="9" name="AutoShape 9"/>
            <p:cNvSpPr>
              <a:spLocks noChangeArrowheads="1"/>
            </p:cNvSpPr>
            <p:nvPr/>
          </p:nvSpPr>
          <p:spPr bwMode="auto">
            <a:xfrm>
              <a:off x="3470" y="695"/>
              <a:ext cx="735" cy="395"/>
            </a:xfrm>
            <a:prstGeom prst="homePlate">
              <a:avLst>
                <a:gd name="adj" fmla="val 46519"/>
              </a:avLst>
            </a:prstGeom>
            <a:solidFill>
              <a:schemeClr val="tx2"/>
            </a:solidFill>
            <a:ln w="9525">
              <a:solidFill>
                <a:schemeClr val="tx1"/>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0" name="AutoShape 10"/>
            <p:cNvSpPr>
              <a:spLocks noChangeArrowheads="1"/>
            </p:cNvSpPr>
            <p:nvPr/>
          </p:nvSpPr>
          <p:spPr bwMode="auto">
            <a:xfrm>
              <a:off x="2919" y="695"/>
              <a:ext cx="735" cy="395"/>
            </a:xfrm>
            <a:prstGeom prst="homePlate">
              <a:avLst>
                <a:gd name="adj" fmla="val 46519"/>
              </a:avLst>
            </a:prstGeom>
            <a:solidFill>
              <a:schemeClr val="folHlink"/>
            </a:solidFill>
            <a:ln w="9525">
              <a:solidFill>
                <a:schemeClr val="tx1"/>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1" name="AutoShape 11"/>
            <p:cNvSpPr>
              <a:spLocks noChangeArrowheads="1"/>
            </p:cNvSpPr>
            <p:nvPr/>
          </p:nvSpPr>
          <p:spPr bwMode="auto">
            <a:xfrm>
              <a:off x="2368" y="695"/>
              <a:ext cx="735" cy="395"/>
            </a:xfrm>
            <a:prstGeom prst="homePlate">
              <a:avLst>
                <a:gd name="adj" fmla="val 46519"/>
              </a:avLst>
            </a:prstGeom>
            <a:solidFill>
              <a:srgbClr val="FFFF00"/>
            </a:solidFill>
            <a:ln w="9525">
              <a:solidFill>
                <a:schemeClr val="tx1"/>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sp>
        <p:nvSpPr>
          <p:cNvPr id="12" name="Text Box 12"/>
          <p:cNvSpPr txBox="1">
            <a:spLocks noChangeArrowheads="1"/>
          </p:cNvSpPr>
          <p:nvPr/>
        </p:nvSpPr>
        <p:spPr bwMode="auto">
          <a:xfrm>
            <a:off x="5727622" y="1230095"/>
            <a:ext cx="28241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2000">
                <a:solidFill>
                  <a:srgbClr val="000000"/>
                </a:solidFill>
              </a:rPr>
              <a:t>Projeto do produto ABC</a:t>
            </a:r>
          </a:p>
        </p:txBody>
      </p:sp>
      <p:grpSp>
        <p:nvGrpSpPr>
          <p:cNvPr id="13" name="Group 13"/>
          <p:cNvGrpSpPr>
            <a:grpSpLocks/>
          </p:cNvGrpSpPr>
          <p:nvPr/>
        </p:nvGrpSpPr>
        <p:grpSpPr bwMode="auto">
          <a:xfrm>
            <a:off x="4908472" y="2671545"/>
            <a:ext cx="3678237" cy="1239837"/>
            <a:chOff x="1820" y="1791"/>
            <a:chExt cx="3724" cy="945"/>
          </a:xfrm>
        </p:grpSpPr>
        <p:grpSp>
          <p:nvGrpSpPr>
            <p:cNvPr id="14" name="Group 14"/>
            <p:cNvGrpSpPr>
              <a:grpSpLocks/>
            </p:cNvGrpSpPr>
            <p:nvPr/>
          </p:nvGrpSpPr>
          <p:grpSpPr bwMode="auto">
            <a:xfrm>
              <a:off x="5230" y="2086"/>
              <a:ext cx="158" cy="650"/>
              <a:chOff x="2496" y="1399"/>
              <a:chExt cx="192" cy="857"/>
            </a:xfrm>
          </p:grpSpPr>
          <p:sp>
            <p:nvSpPr>
              <p:cNvPr id="19" name="Line 15"/>
              <p:cNvSpPr>
                <a:spLocks noChangeShapeType="1"/>
              </p:cNvSpPr>
              <p:nvPr/>
            </p:nvSpPr>
            <p:spPr bwMode="auto">
              <a:xfrm>
                <a:off x="2591" y="1399"/>
                <a:ext cx="0" cy="8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0" name="Rectangle 16"/>
              <p:cNvSpPr>
                <a:spLocks noChangeArrowheads="1"/>
              </p:cNvSpPr>
              <p:nvPr/>
            </p:nvSpPr>
            <p:spPr bwMode="auto">
              <a:xfrm rot="2700000">
                <a:off x="2496" y="1680"/>
                <a:ext cx="192" cy="192"/>
              </a:xfrm>
              <a:prstGeom prst="rect">
                <a:avLst/>
              </a:prstGeom>
              <a:solidFill>
                <a:srgbClr val="FF0000"/>
              </a:solidFill>
              <a:ln w="9525">
                <a:solidFill>
                  <a:schemeClr val="tx1"/>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sp>
          <p:nvSpPr>
            <p:cNvPr id="15" name="AutoShape 17"/>
            <p:cNvSpPr>
              <a:spLocks noChangeArrowheads="1"/>
            </p:cNvSpPr>
            <p:nvPr/>
          </p:nvSpPr>
          <p:spPr bwMode="auto">
            <a:xfrm>
              <a:off x="1896" y="1791"/>
              <a:ext cx="3648" cy="295"/>
            </a:xfrm>
            <a:prstGeom prst="chevron">
              <a:avLst>
                <a:gd name="adj" fmla="val 58281"/>
              </a:avLst>
            </a:prstGeom>
            <a:solidFill>
              <a:schemeClr val="folHlink"/>
            </a:solidFill>
            <a:ln w="9525">
              <a:solidFill>
                <a:schemeClr val="tx1"/>
              </a:solidFill>
              <a:miter lim="800000"/>
              <a:headEnd/>
              <a:tailEnd/>
            </a:ln>
          </p:spPr>
          <p:txBody>
            <a:bodyPr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16" name="Group 18"/>
            <p:cNvGrpSpPr>
              <a:grpSpLocks/>
            </p:cNvGrpSpPr>
            <p:nvPr/>
          </p:nvGrpSpPr>
          <p:grpSpPr bwMode="auto">
            <a:xfrm>
              <a:off x="1820" y="2082"/>
              <a:ext cx="158" cy="650"/>
              <a:chOff x="2496" y="1399"/>
              <a:chExt cx="192" cy="857"/>
            </a:xfrm>
          </p:grpSpPr>
          <p:sp>
            <p:nvSpPr>
              <p:cNvPr id="17" name="Line 19"/>
              <p:cNvSpPr>
                <a:spLocks noChangeShapeType="1"/>
              </p:cNvSpPr>
              <p:nvPr/>
            </p:nvSpPr>
            <p:spPr bwMode="auto">
              <a:xfrm>
                <a:off x="2591" y="1399"/>
                <a:ext cx="0" cy="8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8" name="Rectangle 20"/>
              <p:cNvSpPr>
                <a:spLocks noChangeArrowheads="1"/>
              </p:cNvSpPr>
              <p:nvPr/>
            </p:nvSpPr>
            <p:spPr bwMode="auto">
              <a:xfrm rot="2700000">
                <a:off x="2496" y="1680"/>
                <a:ext cx="192" cy="192"/>
              </a:xfrm>
              <a:prstGeom prst="rect">
                <a:avLst/>
              </a:prstGeom>
              <a:solidFill>
                <a:srgbClr val="FF0000"/>
              </a:solidFill>
              <a:ln w="9525">
                <a:solidFill>
                  <a:schemeClr val="tx1"/>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sp>
        <p:nvSpPr>
          <p:cNvPr id="21" name="Rectangle 21"/>
          <p:cNvSpPr>
            <a:spLocks noChangeArrowheads="1"/>
          </p:cNvSpPr>
          <p:nvPr/>
        </p:nvSpPr>
        <p:spPr bwMode="auto">
          <a:xfrm>
            <a:off x="3567034" y="3924082"/>
            <a:ext cx="1533525" cy="736600"/>
          </a:xfrm>
          <a:prstGeom prst="rect">
            <a:avLst/>
          </a:prstGeom>
          <a:solidFill>
            <a:schemeClr val="bg1"/>
          </a:solidFill>
          <a:ln w="317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a:solidFill>
                  <a:srgbClr val="000000"/>
                </a:solidFill>
              </a:rPr>
              <a:t>1.Definição de critérios para próximo gate</a:t>
            </a:r>
          </a:p>
        </p:txBody>
      </p:sp>
      <p:sp>
        <p:nvSpPr>
          <p:cNvPr id="22" name="Rectangle 22"/>
          <p:cNvSpPr>
            <a:spLocks noChangeArrowheads="1"/>
          </p:cNvSpPr>
          <p:nvPr/>
        </p:nvSpPr>
        <p:spPr bwMode="auto">
          <a:xfrm>
            <a:off x="8569247" y="3924082"/>
            <a:ext cx="1533525" cy="736600"/>
          </a:xfrm>
          <a:prstGeom prst="rect">
            <a:avLst/>
          </a:prstGeom>
          <a:solidFill>
            <a:srgbClr val="FFCCFF"/>
          </a:solidFill>
          <a:ln w="3175">
            <a:solidFill>
              <a:schemeClr val="tx1"/>
            </a:solidFill>
            <a:prstDash val="sysDot"/>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a:solidFill>
                  <a:srgbClr val="000000"/>
                </a:solidFill>
              </a:rPr>
              <a:t>Definição de critérios para próximo gate</a:t>
            </a:r>
          </a:p>
        </p:txBody>
      </p:sp>
      <p:sp>
        <p:nvSpPr>
          <p:cNvPr id="23" name="Rectangle 23"/>
          <p:cNvSpPr>
            <a:spLocks noChangeArrowheads="1"/>
          </p:cNvSpPr>
          <p:nvPr/>
        </p:nvSpPr>
        <p:spPr bwMode="auto">
          <a:xfrm>
            <a:off x="7662784" y="3924082"/>
            <a:ext cx="904875" cy="736600"/>
          </a:xfrm>
          <a:prstGeom prst="rect">
            <a:avLst/>
          </a:prstGeom>
          <a:solidFill>
            <a:srgbClr val="FFCCFF"/>
          </a:solidFill>
          <a:ln w="3175">
            <a:solidFill>
              <a:schemeClr val="tx1"/>
            </a:solidFill>
            <a:miter lim="800000"/>
            <a:headEnd/>
            <a:tailEnd/>
          </a:ln>
        </p:spPr>
        <p:txBody>
          <a:bodyPr lIns="72000" tIns="0" rIns="72000" bIns="0"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a:solidFill>
                  <a:srgbClr val="000000"/>
                </a:solidFill>
              </a:rPr>
              <a:t>Aprovar</a:t>
            </a:r>
          </a:p>
          <a:p>
            <a:pPr eaLnBrk="1" hangingPunct="1"/>
            <a:r>
              <a:rPr lang="pt-BR" altLang="pt-BR" sz="1600">
                <a:solidFill>
                  <a:srgbClr val="000000"/>
                </a:solidFill>
              </a:rPr>
              <a:t>gate</a:t>
            </a:r>
          </a:p>
        </p:txBody>
      </p:sp>
      <p:sp>
        <p:nvSpPr>
          <p:cNvPr id="24" name="Rectangle 24"/>
          <p:cNvSpPr>
            <a:spLocks noChangeArrowheads="1"/>
          </p:cNvSpPr>
          <p:nvPr/>
        </p:nvSpPr>
        <p:spPr bwMode="auto">
          <a:xfrm>
            <a:off x="6627734" y="3924082"/>
            <a:ext cx="1035050" cy="736600"/>
          </a:xfrm>
          <a:prstGeom prst="rect">
            <a:avLst/>
          </a:prstGeom>
          <a:solidFill>
            <a:srgbClr val="EAEAEA"/>
          </a:solidFill>
          <a:ln w="3175">
            <a:solidFill>
              <a:schemeClr val="tx1"/>
            </a:solidFill>
            <a:miter lim="800000"/>
            <a:headEnd/>
            <a:tailEnd/>
          </a:ln>
        </p:spPr>
        <p:txBody>
          <a:bodyPr lIns="72000" tIns="0" rIns="72000" bIns="0"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a:solidFill>
                  <a:srgbClr val="000000"/>
                </a:solidFill>
              </a:rPr>
              <a:t>Auto-avaliação </a:t>
            </a:r>
          </a:p>
        </p:txBody>
      </p:sp>
      <p:sp>
        <p:nvSpPr>
          <p:cNvPr id="25" name="Text Box 25"/>
          <p:cNvSpPr txBox="1">
            <a:spLocks noChangeArrowheads="1"/>
          </p:cNvSpPr>
          <p:nvPr/>
        </p:nvSpPr>
        <p:spPr bwMode="auto">
          <a:xfrm>
            <a:off x="5376784" y="3731995"/>
            <a:ext cx="9429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800">
                <a:solidFill>
                  <a:srgbClr val="000000"/>
                </a:solidFill>
              </a:rPr>
              <a:t>critérios</a:t>
            </a:r>
          </a:p>
        </p:txBody>
      </p:sp>
      <p:grpSp>
        <p:nvGrpSpPr>
          <p:cNvPr id="26" name="Group 26"/>
          <p:cNvGrpSpPr>
            <a:grpSpLocks/>
          </p:cNvGrpSpPr>
          <p:nvPr/>
        </p:nvGrpSpPr>
        <p:grpSpPr bwMode="auto">
          <a:xfrm>
            <a:off x="8453359" y="4770220"/>
            <a:ext cx="1371600" cy="687387"/>
            <a:chOff x="1850" y="1420"/>
            <a:chExt cx="2069" cy="811"/>
          </a:xfrm>
        </p:grpSpPr>
        <p:grpSp>
          <p:nvGrpSpPr>
            <p:cNvPr id="27" name="Group 27"/>
            <p:cNvGrpSpPr>
              <a:grpSpLocks/>
            </p:cNvGrpSpPr>
            <p:nvPr/>
          </p:nvGrpSpPr>
          <p:grpSpPr bwMode="auto">
            <a:xfrm>
              <a:off x="1850" y="1420"/>
              <a:ext cx="2069" cy="811"/>
              <a:chOff x="1850" y="1420"/>
              <a:chExt cx="2069" cy="811"/>
            </a:xfrm>
          </p:grpSpPr>
          <p:sp>
            <p:nvSpPr>
              <p:cNvPr id="34" name="Freeform 28"/>
              <p:cNvSpPr>
                <a:spLocks/>
              </p:cNvSpPr>
              <p:nvPr/>
            </p:nvSpPr>
            <p:spPr bwMode="auto">
              <a:xfrm>
                <a:off x="2319" y="1645"/>
                <a:ext cx="443" cy="344"/>
              </a:xfrm>
              <a:custGeom>
                <a:avLst/>
                <a:gdLst>
                  <a:gd name="T0" fmla="*/ 0 w 3542"/>
                  <a:gd name="T1" fmla="*/ 0 h 2755"/>
                  <a:gd name="T2" fmla="*/ 0 w 3542"/>
                  <a:gd name="T3" fmla="*/ 0 h 2755"/>
                  <a:gd name="T4" fmla="*/ 0 w 3542"/>
                  <a:gd name="T5" fmla="*/ 0 h 2755"/>
                  <a:gd name="T6" fmla="*/ 0 w 3542"/>
                  <a:gd name="T7" fmla="*/ 0 h 2755"/>
                  <a:gd name="T8" fmla="*/ 0 w 3542"/>
                  <a:gd name="T9" fmla="*/ 0 h 2755"/>
                  <a:gd name="T10" fmla="*/ 0 w 3542"/>
                  <a:gd name="T11" fmla="*/ 0 h 2755"/>
                  <a:gd name="T12" fmla="*/ 0 w 3542"/>
                  <a:gd name="T13" fmla="*/ 0 h 2755"/>
                  <a:gd name="T14" fmla="*/ 0 w 3542"/>
                  <a:gd name="T15" fmla="*/ 0 h 2755"/>
                  <a:gd name="T16" fmla="*/ 0 w 3542"/>
                  <a:gd name="T17" fmla="*/ 0 h 2755"/>
                  <a:gd name="T18" fmla="*/ 0 w 3542"/>
                  <a:gd name="T19" fmla="*/ 0 h 2755"/>
                  <a:gd name="T20" fmla="*/ 0 w 3542"/>
                  <a:gd name="T21" fmla="*/ 0 h 2755"/>
                  <a:gd name="T22" fmla="*/ 0 w 3542"/>
                  <a:gd name="T23" fmla="*/ 0 h 2755"/>
                  <a:gd name="T24" fmla="*/ 0 w 3542"/>
                  <a:gd name="T25" fmla="*/ 0 h 2755"/>
                  <a:gd name="T26" fmla="*/ 0 w 3542"/>
                  <a:gd name="T27" fmla="*/ 0 h 2755"/>
                  <a:gd name="T28" fmla="*/ 0 w 3542"/>
                  <a:gd name="T29" fmla="*/ 0 h 2755"/>
                  <a:gd name="T30" fmla="*/ 0 w 3542"/>
                  <a:gd name="T31" fmla="*/ 0 h 2755"/>
                  <a:gd name="T32" fmla="*/ 0 w 3542"/>
                  <a:gd name="T33" fmla="*/ 0 h 2755"/>
                  <a:gd name="T34" fmla="*/ 0 w 3542"/>
                  <a:gd name="T35" fmla="*/ 0 h 2755"/>
                  <a:gd name="T36" fmla="*/ 0 w 3542"/>
                  <a:gd name="T37" fmla="*/ 0 h 2755"/>
                  <a:gd name="T38" fmla="*/ 0 w 3542"/>
                  <a:gd name="T39" fmla="*/ 0 h 2755"/>
                  <a:gd name="T40" fmla="*/ 0 w 3542"/>
                  <a:gd name="T41" fmla="*/ 0 h 2755"/>
                  <a:gd name="T42" fmla="*/ 0 w 3542"/>
                  <a:gd name="T43" fmla="*/ 0 h 2755"/>
                  <a:gd name="T44" fmla="*/ 0 w 3542"/>
                  <a:gd name="T45" fmla="*/ 0 h 2755"/>
                  <a:gd name="T46" fmla="*/ 0 w 3542"/>
                  <a:gd name="T47" fmla="*/ 0 h 2755"/>
                  <a:gd name="T48" fmla="*/ 0 w 3542"/>
                  <a:gd name="T49" fmla="*/ 0 h 2755"/>
                  <a:gd name="T50" fmla="*/ 0 w 3542"/>
                  <a:gd name="T51" fmla="*/ 0 h 2755"/>
                  <a:gd name="T52" fmla="*/ 0 w 3542"/>
                  <a:gd name="T53" fmla="*/ 0 h 2755"/>
                  <a:gd name="T54" fmla="*/ 0 w 3542"/>
                  <a:gd name="T55" fmla="*/ 0 h 2755"/>
                  <a:gd name="T56" fmla="*/ 0 w 3542"/>
                  <a:gd name="T57" fmla="*/ 0 h 2755"/>
                  <a:gd name="T58" fmla="*/ 0 w 3542"/>
                  <a:gd name="T59" fmla="*/ 0 h 2755"/>
                  <a:gd name="T60" fmla="*/ 0 w 3542"/>
                  <a:gd name="T61" fmla="*/ 0 h 2755"/>
                  <a:gd name="T62" fmla="*/ 0 w 3542"/>
                  <a:gd name="T63" fmla="*/ 0 h 2755"/>
                  <a:gd name="T64" fmla="*/ 0 w 3542"/>
                  <a:gd name="T65" fmla="*/ 0 h 2755"/>
                  <a:gd name="T66" fmla="*/ 0 w 3542"/>
                  <a:gd name="T67" fmla="*/ 0 h 2755"/>
                  <a:gd name="T68" fmla="*/ 0 w 3542"/>
                  <a:gd name="T69" fmla="*/ 0 h 275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542"/>
                  <a:gd name="T106" fmla="*/ 0 h 2755"/>
                  <a:gd name="T107" fmla="*/ 3542 w 3542"/>
                  <a:gd name="T108" fmla="*/ 2755 h 275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542" h="2755">
                    <a:moveTo>
                      <a:pt x="3542" y="2755"/>
                    </a:moveTo>
                    <a:lnTo>
                      <a:pt x="3452" y="2648"/>
                    </a:lnTo>
                    <a:lnTo>
                      <a:pt x="3415" y="2476"/>
                    </a:lnTo>
                    <a:lnTo>
                      <a:pt x="3307" y="2404"/>
                    </a:lnTo>
                    <a:lnTo>
                      <a:pt x="3290" y="2296"/>
                    </a:lnTo>
                    <a:lnTo>
                      <a:pt x="3355" y="2222"/>
                    </a:lnTo>
                    <a:lnTo>
                      <a:pt x="3355" y="2141"/>
                    </a:lnTo>
                    <a:lnTo>
                      <a:pt x="3314" y="2052"/>
                    </a:lnTo>
                    <a:lnTo>
                      <a:pt x="3248" y="1954"/>
                    </a:lnTo>
                    <a:lnTo>
                      <a:pt x="3248" y="1791"/>
                    </a:lnTo>
                    <a:lnTo>
                      <a:pt x="3307" y="1724"/>
                    </a:lnTo>
                    <a:lnTo>
                      <a:pt x="3299" y="1652"/>
                    </a:lnTo>
                    <a:lnTo>
                      <a:pt x="3233" y="1604"/>
                    </a:lnTo>
                    <a:lnTo>
                      <a:pt x="3200" y="1503"/>
                    </a:lnTo>
                    <a:lnTo>
                      <a:pt x="3209" y="1417"/>
                    </a:lnTo>
                    <a:lnTo>
                      <a:pt x="3191" y="1286"/>
                    </a:lnTo>
                    <a:lnTo>
                      <a:pt x="3166" y="1114"/>
                    </a:lnTo>
                    <a:lnTo>
                      <a:pt x="3166" y="910"/>
                    </a:lnTo>
                    <a:lnTo>
                      <a:pt x="3166" y="754"/>
                    </a:lnTo>
                    <a:lnTo>
                      <a:pt x="3161" y="592"/>
                    </a:lnTo>
                    <a:lnTo>
                      <a:pt x="3125" y="451"/>
                    </a:lnTo>
                    <a:lnTo>
                      <a:pt x="3092" y="360"/>
                    </a:lnTo>
                    <a:lnTo>
                      <a:pt x="2712" y="171"/>
                    </a:lnTo>
                    <a:lnTo>
                      <a:pt x="2492" y="110"/>
                    </a:lnTo>
                    <a:lnTo>
                      <a:pt x="2279" y="68"/>
                    </a:lnTo>
                    <a:lnTo>
                      <a:pt x="2044" y="0"/>
                    </a:lnTo>
                    <a:lnTo>
                      <a:pt x="890" y="27"/>
                    </a:lnTo>
                    <a:lnTo>
                      <a:pt x="556" y="85"/>
                    </a:lnTo>
                    <a:lnTo>
                      <a:pt x="222" y="205"/>
                    </a:lnTo>
                    <a:lnTo>
                      <a:pt x="123" y="264"/>
                    </a:lnTo>
                    <a:lnTo>
                      <a:pt x="40" y="461"/>
                    </a:lnTo>
                    <a:lnTo>
                      <a:pt x="40" y="1145"/>
                    </a:lnTo>
                    <a:lnTo>
                      <a:pt x="0" y="1235"/>
                    </a:lnTo>
                    <a:lnTo>
                      <a:pt x="540" y="2755"/>
                    </a:lnTo>
                    <a:lnTo>
                      <a:pt x="3542" y="275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5" name="Freeform 29"/>
              <p:cNvSpPr>
                <a:spLocks/>
              </p:cNvSpPr>
              <p:nvPr/>
            </p:nvSpPr>
            <p:spPr bwMode="auto">
              <a:xfrm>
                <a:off x="2339" y="1653"/>
                <a:ext cx="201" cy="171"/>
              </a:xfrm>
              <a:custGeom>
                <a:avLst/>
                <a:gdLst>
                  <a:gd name="T0" fmla="*/ 0 w 1609"/>
                  <a:gd name="T1" fmla="*/ 0 h 1365"/>
                  <a:gd name="T2" fmla="*/ 0 w 1609"/>
                  <a:gd name="T3" fmla="*/ 0 h 1365"/>
                  <a:gd name="T4" fmla="*/ 0 w 1609"/>
                  <a:gd name="T5" fmla="*/ 0 h 1365"/>
                  <a:gd name="T6" fmla="*/ 0 w 1609"/>
                  <a:gd name="T7" fmla="*/ 0 h 1365"/>
                  <a:gd name="T8" fmla="*/ 0 w 1609"/>
                  <a:gd name="T9" fmla="*/ 0 h 1365"/>
                  <a:gd name="T10" fmla="*/ 0 w 1609"/>
                  <a:gd name="T11" fmla="*/ 0 h 1365"/>
                  <a:gd name="T12" fmla="*/ 0 w 1609"/>
                  <a:gd name="T13" fmla="*/ 0 h 1365"/>
                  <a:gd name="T14" fmla="*/ 0 w 1609"/>
                  <a:gd name="T15" fmla="*/ 0 h 1365"/>
                  <a:gd name="T16" fmla="*/ 0 w 1609"/>
                  <a:gd name="T17" fmla="*/ 0 h 1365"/>
                  <a:gd name="T18" fmla="*/ 0 w 1609"/>
                  <a:gd name="T19" fmla="*/ 0 h 1365"/>
                  <a:gd name="T20" fmla="*/ 0 w 1609"/>
                  <a:gd name="T21" fmla="*/ 0 h 1365"/>
                  <a:gd name="T22" fmla="*/ 0 w 1609"/>
                  <a:gd name="T23" fmla="*/ 0 h 1365"/>
                  <a:gd name="T24" fmla="*/ 0 w 1609"/>
                  <a:gd name="T25" fmla="*/ 0 h 1365"/>
                  <a:gd name="T26" fmla="*/ 0 w 1609"/>
                  <a:gd name="T27" fmla="*/ 0 h 1365"/>
                  <a:gd name="T28" fmla="*/ 0 w 1609"/>
                  <a:gd name="T29" fmla="*/ 0 h 13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09"/>
                  <a:gd name="T46" fmla="*/ 0 h 1365"/>
                  <a:gd name="T47" fmla="*/ 1609 w 1609"/>
                  <a:gd name="T48" fmla="*/ 1365 h 13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09" h="1365">
                    <a:moveTo>
                      <a:pt x="1609" y="1365"/>
                    </a:moveTo>
                    <a:lnTo>
                      <a:pt x="1148" y="499"/>
                    </a:lnTo>
                    <a:lnTo>
                      <a:pt x="1019" y="323"/>
                    </a:lnTo>
                    <a:lnTo>
                      <a:pt x="763" y="187"/>
                    </a:lnTo>
                    <a:lnTo>
                      <a:pt x="493" y="121"/>
                    </a:lnTo>
                    <a:lnTo>
                      <a:pt x="279" y="130"/>
                    </a:lnTo>
                    <a:lnTo>
                      <a:pt x="0" y="169"/>
                    </a:lnTo>
                    <a:lnTo>
                      <a:pt x="67" y="121"/>
                    </a:lnTo>
                    <a:lnTo>
                      <a:pt x="353" y="31"/>
                    </a:lnTo>
                    <a:lnTo>
                      <a:pt x="650" y="0"/>
                    </a:lnTo>
                    <a:lnTo>
                      <a:pt x="862" y="31"/>
                    </a:lnTo>
                    <a:lnTo>
                      <a:pt x="1102" y="255"/>
                    </a:lnTo>
                    <a:lnTo>
                      <a:pt x="1264" y="547"/>
                    </a:lnTo>
                    <a:lnTo>
                      <a:pt x="1346" y="767"/>
                    </a:lnTo>
                    <a:lnTo>
                      <a:pt x="1609" y="1365"/>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6" name="Freeform 30"/>
              <p:cNvSpPr>
                <a:spLocks/>
              </p:cNvSpPr>
              <p:nvPr/>
            </p:nvSpPr>
            <p:spPr bwMode="auto">
              <a:xfrm>
                <a:off x="2322" y="1699"/>
                <a:ext cx="103" cy="166"/>
              </a:xfrm>
              <a:custGeom>
                <a:avLst/>
                <a:gdLst>
                  <a:gd name="T0" fmla="*/ 0 w 829"/>
                  <a:gd name="T1" fmla="*/ 0 h 1330"/>
                  <a:gd name="T2" fmla="*/ 0 w 829"/>
                  <a:gd name="T3" fmla="*/ 0 h 1330"/>
                  <a:gd name="T4" fmla="*/ 0 w 829"/>
                  <a:gd name="T5" fmla="*/ 0 h 1330"/>
                  <a:gd name="T6" fmla="*/ 0 w 829"/>
                  <a:gd name="T7" fmla="*/ 0 h 1330"/>
                  <a:gd name="T8" fmla="*/ 0 w 829"/>
                  <a:gd name="T9" fmla="*/ 0 h 1330"/>
                  <a:gd name="T10" fmla="*/ 0 w 829"/>
                  <a:gd name="T11" fmla="*/ 0 h 1330"/>
                  <a:gd name="T12" fmla="*/ 0 w 829"/>
                  <a:gd name="T13" fmla="*/ 0 h 1330"/>
                  <a:gd name="T14" fmla="*/ 0 w 829"/>
                  <a:gd name="T15" fmla="*/ 0 h 1330"/>
                  <a:gd name="T16" fmla="*/ 0 w 829"/>
                  <a:gd name="T17" fmla="*/ 0 h 1330"/>
                  <a:gd name="T18" fmla="*/ 0 w 829"/>
                  <a:gd name="T19" fmla="*/ 0 h 1330"/>
                  <a:gd name="T20" fmla="*/ 0 w 829"/>
                  <a:gd name="T21" fmla="*/ 0 h 1330"/>
                  <a:gd name="T22" fmla="*/ 0 w 829"/>
                  <a:gd name="T23" fmla="*/ 0 h 1330"/>
                  <a:gd name="T24" fmla="*/ 0 w 829"/>
                  <a:gd name="T25" fmla="*/ 0 h 1330"/>
                  <a:gd name="T26" fmla="*/ 0 w 829"/>
                  <a:gd name="T27" fmla="*/ 0 h 1330"/>
                  <a:gd name="T28" fmla="*/ 0 w 829"/>
                  <a:gd name="T29" fmla="*/ 0 h 1330"/>
                  <a:gd name="T30" fmla="*/ 0 w 829"/>
                  <a:gd name="T31" fmla="*/ 0 h 1330"/>
                  <a:gd name="T32" fmla="*/ 0 w 829"/>
                  <a:gd name="T33" fmla="*/ 0 h 1330"/>
                  <a:gd name="T34" fmla="*/ 0 w 829"/>
                  <a:gd name="T35" fmla="*/ 0 h 1330"/>
                  <a:gd name="T36" fmla="*/ 0 w 829"/>
                  <a:gd name="T37" fmla="*/ 0 h 1330"/>
                  <a:gd name="T38" fmla="*/ 0 w 829"/>
                  <a:gd name="T39" fmla="*/ 0 h 1330"/>
                  <a:gd name="T40" fmla="*/ 0 w 829"/>
                  <a:gd name="T41" fmla="*/ 0 h 1330"/>
                  <a:gd name="T42" fmla="*/ 0 w 829"/>
                  <a:gd name="T43" fmla="*/ 0 h 1330"/>
                  <a:gd name="T44" fmla="*/ 0 w 829"/>
                  <a:gd name="T45" fmla="*/ 0 h 1330"/>
                  <a:gd name="T46" fmla="*/ 0 w 829"/>
                  <a:gd name="T47" fmla="*/ 0 h 1330"/>
                  <a:gd name="T48" fmla="*/ 0 w 829"/>
                  <a:gd name="T49" fmla="*/ 0 h 1330"/>
                  <a:gd name="T50" fmla="*/ 0 w 829"/>
                  <a:gd name="T51" fmla="*/ 0 h 1330"/>
                  <a:gd name="T52" fmla="*/ 0 w 829"/>
                  <a:gd name="T53" fmla="*/ 0 h 1330"/>
                  <a:gd name="T54" fmla="*/ 0 w 829"/>
                  <a:gd name="T55" fmla="*/ 0 h 1330"/>
                  <a:gd name="T56" fmla="*/ 0 w 829"/>
                  <a:gd name="T57" fmla="*/ 0 h 1330"/>
                  <a:gd name="T58" fmla="*/ 0 w 829"/>
                  <a:gd name="T59" fmla="*/ 0 h 1330"/>
                  <a:gd name="T60" fmla="*/ 0 w 829"/>
                  <a:gd name="T61" fmla="*/ 0 h 133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29"/>
                  <a:gd name="T94" fmla="*/ 0 h 1330"/>
                  <a:gd name="T95" fmla="*/ 829 w 829"/>
                  <a:gd name="T96" fmla="*/ 1330 h 133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29" h="1330">
                    <a:moveTo>
                      <a:pt x="548" y="586"/>
                    </a:moveTo>
                    <a:lnTo>
                      <a:pt x="484" y="464"/>
                    </a:lnTo>
                    <a:lnTo>
                      <a:pt x="394" y="360"/>
                    </a:lnTo>
                    <a:lnTo>
                      <a:pt x="304" y="286"/>
                    </a:lnTo>
                    <a:lnTo>
                      <a:pt x="205" y="235"/>
                    </a:lnTo>
                    <a:lnTo>
                      <a:pt x="156" y="226"/>
                    </a:lnTo>
                    <a:lnTo>
                      <a:pt x="221" y="374"/>
                    </a:lnTo>
                    <a:lnTo>
                      <a:pt x="359" y="554"/>
                    </a:lnTo>
                    <a:lnTo>
                      <a:pt x="516" y="694"/>
                    </a:lnTo>
                    <a:lnTo>
                      <a:pt x="714" y="835"/>
                    </a:lnTo>
                    <a:lnTo>
                      <a:pt x="745" y="851"/>
                    </a:lnTo>
                    <a:lnTo>
                      <a:pt x="829" y="1100"/>
                    </a:lnTo>
                    <a:lnTo>
                      <a:pt x="756" y="1158"/>
                    </a:lnTo>
                    <a:lnTo>
                      <a:pt x="809" y="1330"/>
                    </a:lnTo>
                    <a:lnTo>
                      <a:pt x="631" y="1305"/>
                    </a:lnTo>
                    <a:lnTo>
                      <a:pt x="703" y="1275"/>
                    </a:lnTo>
                    <a:lnTo>
                      <a:pt x="590" y="1127"/>
                    </a:lnTo>
                    <a:lnTo>
                      <a:pt x="304" y="1013"/>
                    </a:lnTo>
                    <a:lnTo>
                      <a:pt x="128" y="888"/>
                    </a:lnTo>
                    <a:lnTo>
                      <a:pt x="82" y="851"/>
                    </a:lnTo>
                    <a:lnTo>
                      <a:pt x="106" y="923"/>
                    </a:lnTo>
                    <a:lnTo>
                      <a:pt x="179" y="1028"/>
                    </a:lnTo>
                    <a:lnTo>
                      <a:pt x="39" y="906"/>
                    </a:lnTo>
                    <a:lnTo>
                      <a:pt x="7" y="791"/>
                    </a:lnTo>
                    <a:lnTo>
                      <a:pt x="0" y="743"/>
                    </a:lnTo>
                    <a:lnTo>
                      <a:pt x="48" y="586"/>
                    </a:lnTo>
                    <a:lnTo>
                      <a:pt x="64" y="0"/>
                    </a:lnTo>
                    <a:lnTo>
                      <a:pt x="286" y="148"/>
                    </a:lnTo>
                    <a:lnTo>
                      <a:pt x="431" y="307"/>
                    </a:lnTo>
                    <a:lnTo>
                      <a:pt x="509" y="448"/>
                    </a:lnTo>
                    <a:lnTo>
                      <a:pt x="548" y="586"/>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 name="Freeform 31"/>
              <p:cNvSpPr>
                <a:spLocks/>
              </p:cNvSpPr>
              <p:nvPr/>
            </p:nvSpPr>
            <p:spPr bwMode="auto">
              <a:xfrm>
                <a:off x="2350" y="1830"/>
                <a:ext cx="74" cy="89"/>
              </a:xfrm>
              <a:custGeom>
                <a:avLst/>
                <a:gdLst>
                  <a:gd name="T0" fmla="*/ 0 w 593"/>
                  <a:gd name="T1" fmla="*/ 0 h 716"/>
                  <a:gd name="T2" fmla="*/ 0 w 593"/>
                  <a:gd name="T3" fmla="*/ 0 h 716"/>
                  <a:gd name="T4" fmla="*/ 0 w 593"/>
                  <a:gd name="T5" fmla="*/ 0 h 716"/>
                  <a:gd name="T6" fmla="*/ 0 w 593"/>
                  <a:gd name="T7" fmla="*/ 0 h 716"/>
                  <a:gd name="T8" fmla="*/ 0 w 593"/>
                  <a:gd name="T9" fmla="*/ 0 h 716"/>
                  <a:gd name="T10" fmla="*/ 0 w 593"/>
                  <a:gd name="T11" fmla="*/ 0 h 716"/>
                  <a:gd name="T12" fmla="*/ 0 w 593"/>
                  <a:gd name="T13" fmla="*/ 0 h 716"/>
                  <a:gd name="T14" fmla="*/ 0 w 593"/>
                  <a:gd name="T15" fmla="*/ 0 h 716"/>
                  <a:gd name="T16" fmla="*/ 0 w 593"/>
                  <a:gd name="T17" fmla="*/ 0 h 716"/>
                  <a:gd name="T18" fmla="*/ 0 w 593"/>
                  <a:gd name="T19" fmla="*/ 0 h 716"/>
                  <a:gd name="T20" fmla="*/ 0 w 593"/>
                  <a:gd name="T21" fmla="*/ 0 h 716"/>
                  <a:gd name="T22" fmla="*/ 0 w 593"/>
                  <a:gd name="T23" fmla="*/ 0 h 716"/>
                  <a:gd name="T24" fmla="*/ 0 w 593"/>
                  <a:gd name="T25" fmla="*/ 0 h 716"/>
                  <a:gd name="T26" fmla="*/ 0 w 593"/>
                  <a:gd name="T27" fmla="*/ 0 h 716"/>
                  <a:gd name="T28" fmla="*/ 0 w 593"/>
                  <a:gd name="T29" fmla="*/ 0 h 716"/>
                  <a:gd name="T30" fmla="*/ 0 w 593"/>
                  <a:gd name="T31" fmla="*/ 0 h 716"/>
                  <a:gd name="T32" fmla="*/ 0 w 593"/>
                  <a:gd name="T33" fmla="*/ 0 h 7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93"/>
                  <a:gd name="T52" fmla="*/ 0 h 716"/>
                  <a:gd name="T53" fmla="*/ 593 w 593"/>
                  <a:gd name="T54" fmla="*/ 716 h 71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93" h="716">
                    <a:moveTo>
                      <a:pt x="19" y="0"/>
                    </a:moveTo>
                    <a:lnTo>
                      <a:pt x="132" y="54"/>
                    </a:lnTo>
                    <a:lnTo>
                      <a:pt x="190" y="187"/>
                    </a:lnTo>
                    <a:lnTo>
                      <a:pt x="331" y="268"/>
                    </a:lnTo>
                    <a:lnTo>
                      <a:pt x="222" y="259"/>
                    </a:lnTo>
                    <a:lnTo>
                      <a:pt x="289" y="310"/>
                    </a:lnTo>
                    <a:lnTo>
                      <a:pt x="455" y="358"/>
                    </a:lnTo>
                    <a:lnTo>
                      <a:pt x="534" y="448"/>
                    </a:lnTo>
                    <a:lnTo>
                      <a:pt x="492" y="538"/>
                    </a:lnTo>
                    <a:lnTo>
                      <a:pt x="388" y="473"/>
                    </a:lnTo>
                    <a:lnTo>
                      <a:pt x="354" y="529"/>
                    </a:lnTo>
                    <a:lnTo>
                      <a:pt x="503" y="587"/>
                    </a:lnTo>
                    <a:lnTo>
                      <a:pt x="593" y="554"/>
                    </a:lnTo>
                    <a:lnTo>
                      <a:pt x="518" y="716"/>
                    </a:lnTo>
                    <a:lnTo>
                      <a:pt x="275" y="554"/>
                    </a:lnTo>
                    <a:lnTo>
                      <a:pt x="0" y="220"/>
                    </a:lnTo>
                    <a:lnTo>
                      <a:pt x="19" y="0"/>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 name="Freeform 32"/>
              <p:cNvSpPr>
                <a:spLocks/>
              </p:cNvSpPr>
              <p:nvPr/>
            </p:nvSpPr>
            <p:spPr bwMode="auto">
              <a:xfrm>
                <a:off x="2432" y="1910"/>
                <a:ext cx="154" cy="100"/>
              </a:xfrm>
              <a:custGeom>
                <a:avLst/>
                <a:gdLst>
                  <a:gd name="T0" fmla="*/ 0 w 1232"/>
                  <a:gd name="T1" fmla="*/ 0 h 800"/>
                  <a:gd name="T2" fmla="*/ 0 w 1232"/>
                  <a:gd name="T3" fmla="*/ 0 h 800"/>
                  <a:gd name="T4" fmla="*/ 0 w 1232"/>
                  <a:gd name="T5" fmla="*/ 0 h 800"/>
                  <a:gd name="T6" fmla="*/ 0 w 1232"/>
                  <a:gd name="T7" fmla="*/ 0 h 800"/>
                  <a:gd name="T8" fmla="*/ 0 w 1232"/>
                  <a:gd name="T9" fmla="*/ 0 h 800"/>
                  <a:gd name="T10" fmla="*/ 0 w 1232"/>
                  <a:gd name="T11" fmla="*/ 0 h 800"/>
                  <a:gd name="T12" fmla="*/ 0 w 1232"/>
                  <a:gd name="T13" fmla="*/ 0 h 800"/>
                  <a:gd name="T14" fmla="*/ 0 w 1232"/>
                  <a:gd name="T15" fmla="*/ 0 h 800"/>
                  <a:gd name="T16" fmla="*/ 0 w 1232"/>
                  <a:gd name="T17" fmla="*/ 0 h 800"/>
                  <a:gd name="T18" fmla="*/ 0 w 1232"/>
                  <a:gd name="T19" fmla="*/ 0 h 800"/>
                  <a:gd name="T20" fmla="*/ 0 w 1232"/>
                  <a:gd name="T21" fmla="*/ 0 h 800"/>
                  <a:gd name="T22" fmla="*/ 0 w 1232"/>
                  <a:gd name="T23" fmla="*/ 0 h 8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32"/>
                  <a:gd name="T37" fmla="*/ 0 h 800"/>
                  <a:gd name="T38" fmla="*/ 1232 w 1232"/>
                  <a:gd name="T39" fmla="*/ 800 h 8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32" h="800">
                    <a:moveTo>
                      <a:pt x="141" y="141"/>
                    </a:moveTo>
                    <a:lnTo>
                      <a:pt x="188" y="171"/>
                    </a:lnTo>
                    <a:lnTo>
                      <a:pt x="215" y="0"/>
                    </a:lnTo>
                    <a:lnTo>
                      <a:pt x="282" y="254"/>
                    </a:lnTo>
                    <a:lnTo>
                      <a:pt x="248" y="325"/>
                    </a:lnTo>
                    <a:lnTo>
                      <a:pt x="575" y="435"/>
                    </a:lnTo>
                    <a:lnTo>
                      <a:pt x="764" y="595"/>
                    </a:lnTo>
                    <a:lnTo>
                      <a:pt x="1174" y="595"/>
                    </a:lnTo>
                    <a:lnTo>
                      <a:pt x="1232" y="717"/>
                    </a:lnTo>
                    <a:lnTo>
                      <a:pt x="764" y="800"/>
                    </a:lnTo>
                    <a:lnTo>
                      <a:pt x="0" y="341"/>
                    </a:lnTo>
                    <a:lnTo>
                      <a:pt x="141" y="141"/>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 name="Freeform 33"/>
              <p:cNvSpPr>
                <a:spLocks/>
              </p:cNvSpPr>
              <p:nvPr/>
            </p:nvSpPr>
            <p:spPr bwMode="auto">
              <a:xfrm>
                <a:off x="2444" y="1696"/>
                <a:ext cx="280" cy="243"/>
              </a:xfrm>
              <a:custGeom>
                <a:avLst/>
                <a:gdLst>
                  <a:gd name="T0" fmla="*/ 0 w 2241"/>
                  <a:gd name="T1" fmla="*/ 0 h 1943"/>
                  <a:gd name="T2" fmla="*/ 0 w 2241"/>
                  <a:gd name="T3" fmla="*/ 0 h 1943"/>
                  <a:gd name="T4" fmla="*/ 0 w 2241"/>
                  <a:gd name="T5" fmla="*/ 0 h 1943"/>
                  <a:gd name="T6" fmla="*/ 0 w 2241"/>
                  <a:gd name="T7" fmla="*/ 0 h 1943"/>
                  <a:gd name="T8" fmla="*/ 0 w 2241"/>
                  <a:gd name="T9" fmla="*/ 0 h 1943"/>
                  <a:gd name="T10" fmla="*/ 0 w 2241"/>
                  <a:gd name="T11" fmla="*/ 0 h 1943"/>
                  <a:gd name="T12" fmla="*/ 0 w 2241"/>
                  <a:gd name="T13" fmla="*/ 0 h 1943"/>
                  <a:gd name="T14" fmla="*/ 0 w 2241"/>
                  <a:gd name="T15" fmla="*/ 0 h 1943"/>
                  <a:gd name="T16" fmla="*/ 0 w 2241"/>
                  <a:gd name="T17" fmla="*/ 0 h 1943"/>
                  <a:gd name="T18" fmla="*/ 0 w 2241"/>
                  <a:gd name="T19" fmla="*/ 0 h 1943"/>
                  <a:gd name="T20" fmla="*/ 0 w 2241"/>
                  <a:gd name="T21" fmla="*/ 0 h 1943"/>
                  <a:gd name="T22" fmla="*/ 0 w 2241"/>
                  <a:gd name="T23" fmla="*/ 0 h 1943"/>
                  <a:gd name="T24" fmla="*/ 0 w 2241"/>
                  <a:gd name="T25" fmla="*/ 0 h 1943"/>
                  <a:gd name="T26" fmla="*/ 0 w 2241"/>
                  <a:gd name="T27" fmla="*/ 0 h 1943"/>
                  <a:gd name="T28" fmla="*/ 0 w 2241"/>
                  <a:gd name="T29" fmla="*/ 0 h 1943"/>
                  <a:gd name="T30" fmla="*/ 0 w 2241"/>
                  <a:gd name="T31" fmla="*/ 0 h 1943"/>
                  <a:gd name="T32" fmla="*/ 0 w 2241"/>
                  <a:gd name="T33" fmla="*/ 0 h 1943"/>
                  <a:gd name="T34" fmla="*/ 0 w 2241"/>
                  <a:gd name="T35" fmla="*/ 0 h 1943"/>
                  <a:gd name="T36" fmla="*/ 0 w 2241"/>
                  <a:gd name="T37" fmla="*/ 0 h 1943"/>
                  <a:gd name="T38" fmla="*/ 0 w 2241"/>
                  <a:gd name="T39" fmla="*/ 0 h 1943"/>
                  <a:gd name="T40" fmla="*/ 0 w 2241"/>
                  <a:gd name="T41" fmla="*/ 0 h 1943"/>
                  <a:gd name="T42" fmla="*/ 0 w 2241"/>
                  <a:gd name="T43" fmla="*/ 0 h 1943"/>
                  <a:gd name="T44" fmla="*/ 0 w 2241"/>
                  <a:gd name="T45" fmla="*/ 0 h 1943"/>
                  <a:gd name="T46" fmla="*/ 0 w 2241"/>
                  <a:gd name="T47" fmla="*/ 0 h 1943"/>
                  <a:gd name="T48" fmla="*/ 0 w 2241"/>
                  <a:gd name="T49" fmla="*/ 0 h 1943"/>
                  <a:gd name="T50" fmla="*/ 0 w 2241"/>
                  <a:gd name="T51" fmla="*/ 0 h 1943"/>
                  <a:gd name="T52" fmla="*/ 0 w 2241"/>
                  <a:gd name="T53" fmla="*/ 0 h 1943"/>
                  <a:gd name="T54" fmla="*/ 0 w 2241"/>
                  <a:gd name="T55" fmla="*/ 0 h 1943"/>
                  <a:gd name="T56" fmla="*/ 0 w 2241"/>
                  <a:gd name="T57" fmla="*/ 0 h 1943"/>
                  <a:gd name="T58" fmla="*/ 0 w 2241"/>
                  <a:gd name="T59" fmla="*/ 0 h 1943"/>
                  <a:gd name="T60" fmla="*/ 0 w 2241"/>
                  <a:gd name="T61" fmla="*/ 0 h 1943"/>
                  <a:gd name="T62" fmla="*/ 0 w 2241"/>
                  <a:gd name="T63" fmla="*/ 0 h 1943"/>
                  <a:gd name="T64" fmla="*/ 0 w 2241"/>
                  <a:gd name="T65" fmla="*/ 0 h 1943"/>
                  <a:gd name="T66" fmla="*/ 0 w 2241"/>
                  <a:gd name="T67" fmla="*/ 0 h 1943"/>
                  <a:gd name="T68" fmla="*/ 0 w 2241"/>
                  <a:gd name="T69" fmla="*/ 0 h 1943"/>
                  <a:gd name="T70" fmla="*/ 0 w 2241"/>
                  <a:gd name="T71" fmla="*/ 0 h 1943"/>
                  <a:gd name="T72" fmla="*/ 0 w 2241"/>
                  <a:gd name="T73" fmla="*/ 0 h 1943"/>
                  <a:gd name="T74" fmla="*/ 0 w 2241"/>
                  <a:gd name="T75" fmla="*/ 0 h 1943"/>
                  <a:gd name="T76" fmla="*/ 0 w 2241"/>
                  <a:gd name="T77" fmla="*/ 0 h 1943"/>
                  <a:gd name="T78" fmla="*/ 0 w 2241"/>
                  <a:gd name="T79" fmla="*/ 0 h 1943"/>
                  <a:gd name="T80" fmla="*/ 0 w 2241"/>
                  <a:gd name="T81" fmla="*/ 0 h 1943"/>
                  <a:gd name="T82" fmla="*/ 0 w 2241"/>
                  <a:gd name="T83" fmla="*/ 0 h 1943"/>
                  <a:gd name="T84" fmla="*/ 0 w 2241"/>
                  <a:gd name="T85" fmla="*/ 0 h 1943"/>
                  <a:gd name="T86" fmla="*/ 0 w 2241"/>
                  <a:gd name="T87" fmla="*/ 0 h 1943"/>
                  <a:gd name="T88" fmla="*/ 0 w 2241"/>
                  <a:gd name="T89" fmla="*/ 0 h 1943"/>
                  <a:gd name="T90" fmla="*/ 0 w 2241"/>
                  <a:gd name="T91" fmla="*/ 0 h 1943"/>
                  <a:gd name="T92" fmla="*/ 0 w 2241"/>
                  <a:gd name="T93" fmla="*/ 0 h 1943"/>
                  <a:gd name="T94" fmla="*/ 0 w 2241"/>
                  <a:gd name="T95" fmla="*/ 0 h 194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241"/>
                  <a:gd name="T145" fmla="*/ 0 h 1943"/>
                  <a:gd name="T146" fmla="*/ 2241 w 2241"/>
                  <a:gd name="T147" fmla="*/ 1943 h 194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241" h="1943">
                    <a:moveTo>
                      <a:pt x="1241" y="0"/>
                    </a:moveTo>
                    <a:lnTo>
                      <a:pt x="1308" y="277"/>
                    </a:lnTo>
                    <a:lnTo>
                      <a:pt x="1314" y="623"/>
                    </a:lnTo>
                    <a:lnTo>
                      <a:pt x="1250" y="1053"/>
                    </a:lnTo>
                    <a:lnTo>
                      <a:pt x="1133" y="1404"/>
                    </a:lnTo>
                    <a:lnTo>
                      <a:pt x="1232" y="1496"/>
                    </a:lnTo>
                    <a:lnTo>
                      <a:pt x="1035" y="1559"/>
                    </a:lnTo>
                    <a:lnTo>
                      <a:pt x="674" y="1519"/>
                    </a:lnTo>
                    <a:lnTo>
                      <a:pt x="248" y="1528"/>
                    </a:lnTo>
                    <a:lnTo>
                      <a:pt x="0" y="1544"/>
                    </a:lnTo>
                    <a:lnTo>
                      <a:pt x="149" y="1722"/>
                    </a:lnTo>
                    <a:lnTo>
                      <a:pt x="1133" y="1803"/>
                    </a:lnTo>
                    <a:lnTo>
                      <a:pt x="1815" y="1943"/>
                    </a:lnTo>
                    <a:lnTo>
                      <a:pt x="1898" y="1886"/>
                    </a:lnTo>
                    <a:lnTo>
                      <a:pt x="1802" y="1812"/>
                    </a:lnTo>
                    <a:lnTo>
                      <a:pt x="1872" y="1748"/>
                    </a:lnTo>
                    <a:lnTo>
                      <a:pt x="2013" y="1722"/>
                    </a:lnTo>
                    <a:lnTo>
                      <a:pt x="2241" y="1739"/>
                    </a:lnTo>
                    <a:lnTo>
                      <a:pt x="2064" y="1634"/>
                    </a:lnTo>
                    <a:lnTo>
                      <a:pt x="1956" y="1501"/>
                    </a:lnTo>
                    <a:lnTo>
                      <a:pt x="1965" y="1404"/>
                    </a:lnTo>
                    <a:lnTo>
                      <a:pt x="2151" y="1307"/>
                    </a:lnTo>
                    <a:lnTo>
                      <a:pt x="2202" y="1168"/>
                    </a:lnTo>
                    <a:lnTo>
                      <a:pt x="2103" y="1215"/>
                    </a:lnTo>
                    <a:lnTo>
                      <a:pt x="1995" y="1210"/>
                    </a:lnTo>
                    <a:lnTo>
                      <a:pt x="1971" y="1168"/>
                    </a:lnTo>
                    <a:lnTo>
                      <a:pt x="2064" y="1075"/>
                    </a:lnTo>
                    <a:lnTo>
                      <a:pt x="1979" y="1071"/>
                    </a:lnTo>
                    <a:lnTo>
                      <a:pt x="1988" y="972"/>
                    </a:lnTo>
                    <a:lnTo>
                      <a:pt x="2028" y="832"/>
                    </a:lnTo>
                    <a:lnTo>
                      <a:pt x="2120" y="876"/>
                    </a:lnTo>
                    <a:lnTo>
                      <a:pt x="2151" y="963"/>
                    </a:lnTo>
                    <a:lnTo>
                      <a:pt x="2186" y="840"/>
                    </a:lnTo>
                    <a:lnTo>
                      <a:pt x="2145" y="537"/>
                    </a:lnTo>
                    <a:lnTo>
                      <a:pt x="2168" y="311"/>
                    </a:lnTo>
                    <a:lnTo>
                      <a:pt x="2094" y="645"/>
                    </a:lnTo>
                    <a:lnTo>
                      <a:pt x="1979" y="816"/>
                    </a:lnTo>
                    <a:lnTo>
                      <a:pt x="1760" y="1134"/>
                    </a:lnTo>
                    <a:lnTo>
                      <a:pt x="1608" y="1282"/>
                    </a:lnTo>
                    <a:lnTo>
                      <a:pt x="1398" y="1422"/>
                    </a:lnTo>
                    <a:lnTo>
                      <a:pt x="1331" y="1429"/>
                    </a:lnTo>
                    <a:lnTo>
                      <a:pt x="1398" y="1307"/>
                    </a:lnTo>
                    <a:lnTo>
                      <a:pt x="1430" y="1111"/>
                    </a:lnTo>
                    <a:lnTo>
                      <a:pt x="1446" y="800"/>
                    </a:lnTo>
                    <a:lnTo>
                      <a:pt x="1430" y="521"/>
                    </a:lnTo>
                    <a:lnTo>
                      <a:pt x="1398" y="269"/>
                    </a:lnTo>
                    <a:lnTo>
                      <a:pt x="1349" y="113"/>
                    </a:lnTo>
                    <a:lnTo>
                      <a:pt x="1241" y="0"/>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 name="Freeform 34"/>
              <p:cNvSpPr>
                <a:spLocks/>
              </p:cNvSpPr>
              <p:nvPr/>
            </p:nvSpPr>
            <p:spPr bwMode="auto">
              <a:xfrm>
                <a:off x="2677" y="1945"/>
                <a:ext cx="71" cy="44"/>
              </a:xfrm>
              <a:custGeom>
                <a:avLst/>
                <a:gdLst>
                  <a:gd name="T0" fmla="*/ 0 w 567"/>
                  <a:gd name="T1" fmla="*/ 0 h 351"/>
                  <a:gd name="T2" fmla="*/ 0 w 567"/>
                  <a:gd name="T3" fmla="*/ 0 h 351"/>
                  <a:gd name="T4" fmla="*/ 0 w 567"/>
                  <a:gd name="T5" fmla="*/ 0 h 351"/>
                  <a:gd name="T6" fmla="*/ 0 w 567"/>
                  <a:gd name="T7" fmla="*/ 0 h 351"/>
                  <a:gd name="T8" fmla="*/ 0 w 567"/>
                  <a:gd name="T9" fmla="*/ 0 h 351"/>
                  <a:gd name="T10" fmla="*/ 0 w 567"/>
                  <a:gd name="T11" fmla="*/ 0 h 351"/>
                  <a:gd name="T12" fmla="*/ 0 w 567"/>
                  <a:gd name="T13" fmla="*/ 0 h 351"/>
                  <a:gd name="T14" fmla="*/ 0 w 567"/>
                  <a:gd name="T15" fmla="*/ 0 h 351"/>
                  <a:gd name="T16" fmla="*/ 0 w 567"/>
                  <a:gd name="T17" fmla="*/ 0 h 351"/>
                  <a:gd name="T18" fmla="*/ 0 w 567"/>
                  <a:gd name="T19" fmla="*/ 0 h 351"/>
                  <a:gd name="T20" fmla="*/ 0 w 567"/>
                  <a:gd name="T21" fmla="*/ 0 h 351"/>
                  <a:gd name="T22" fmla="*/ 0 w 567"/>
                  <a:gd name="T23" fmla="*/ 0 h 351"/>
                  <a:gd name="T24" fmla="*/ 0 w 567"/>
                  <a:gd name="T25" fmla="*/ 0 h 351"/>
                  <a:gd name="T26" fmla="*/ 0 w 567"/>
                  <a:gd name="T27" fmla="*/ 0 h 351"/>
                  <a:gd name="T28" fmla="*/ 0 w 567"/>
                  <a:gd name="T29" fmla="*/ 0 h 35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67"/>
                  <a:gd name="T46" fmla="*/ 0 h 351"/>
                  <a:gd name="T47" fmla="*/ 567 w 567"/>
                  <a:gd name="T48" fmla="*/ 351 h 35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67" h="351">
                    <a:moveTo>
                      <a:pt x="129" y="0"/>
                    </a:moveTo>
                    <a:lnTo>
                      <a:pt x="198" y="72"/>
                    </a:lnTo>
                    <a:lnTo>
                      <a:pt x="173" y="162"/>
                    </a:lnTo>
                    <a:lnTo>
                      <a:pt x="237" y="114"/>
                    </a:lnTo>
                    <a:lnTo>
                      <a:pt x="261" y="251"/>
                    </a:lnTo>
                    <a:lnTo>
                      <a:pt x="355" y="169"/>
                    </a:lnTo>
                    <a:lnTo>
                      <a:pt x="426" y="219"/>
                    </a:lnTo>
                    <a:lnTo>
                      <a:pt x="375" y="268"/>
                    </a:lnTo>
                    <a:lnTo>
                      <a:pt x="417" y="327"/>
                    </a:lnTo>
                    <a:lnTo>
                      <a:pt x="507" y="309"/>
                    </a:lnTo>
                    <a:lnTo>
                      <a:pt x="567" y="351"/>
                    </a:lnTo>
                    <a:lnTo>
                      <a:pt x="204" y="351"/>
                    </a:lnTo>
                    <a:lnTo>
                      <a:pt x="0" y="196"/>
                    </a:lnTo>
                    <a:lnTo>
                      <a:pt x="23" y="37"/>
                    </a:lnTo>
                    <a:lnTo>
                      <a:pt x="129" y="0"/>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1" name="Freeform 35"/>
              <p:cNvSpPr>
                <a:spLocks/>
              </p:cNvSpPr>
              <p:nvPr/>
            </p:nvSpPr>
            <p:spPr bwMode="auto">
              <a:xfrm>
                <a:off x="2705" y="1865"/>
                <a:ext cx="20" cy="25"/>
              </a:xfrm>
              <a:custGeom>
                <a:avLst/>
                <a:gdLst>
                  <a:gd name="T0" fmla="*/ 0 w 156"/>
                  <a:gd name="T1" fmla="*/ 0 h 200"/>
                  <a:gd name="T2" fmla="*/ 0 w 156"/>
                  <a:gd name="T3" fmla="*/ 0 h 200"/>
                  <a:gd name="T4" fmla="*/ 0 w 156"/>
                  <a:gd name="T5" fmla="*/ 0 h 200"/>
                  <a:gd name="T6" fmla="*/ 0 w 156"/>
                  <a:gd name="T7" fmla="*/ 0 h 200"/>
                  <a:gd name="T8" fmla="*/ 0 w 156"/>
                  <a:gd name="T9" fmla="*/ 0 h 200"/>
                  <a:gd name="T10" fmla="*/ 0 w 156"/>
                  <a:gd name="T11" fmla="*/ 0 h 200"/>
                  <a:gd name="T12" fmla="*/ 0 w 156"/>
                  <a:gd name="T13" fmla="*/ 0 h 200"/>
                  <a:gd name="T14" fmla="*/ 0 60000 65536"/>
                  <a:gd name="T15" fmla="*/ 0 60000 65536"/>
                  <a:gd name="T16" fmla="*/ 0 60000 65536"/>
                  <a:gd name="T17" fmla="*/ 0 60000 65536"/>
                  <a:gd name="T18" fmla="*/ 0 60000 65536"/>
                  <a:gd name="T19" fmla="*/ 0 60000 65536"/>
                  <a:gd name="T20" fmla="*/ 0 60000 65536"/>
                  <a:gd name="T21" fmla="*/ 0 w 156"/>
                  <a:gd name="T22" fmla="*/ 0 h 200"/>
                  <a:gd name="T23" fmla="*/ 156 w 156"/>
                  <a:gd name="T24" fmla="*/ 200 h 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6" h="200">
                    <a:moveTo>
                      <a:pt x="0" y="79"/>
                    </a:moveTo>
                    <a:lnTo>
                      <a:pt x="81" y="79"/>
                    </a:lnTo>
                    <a:lnTo>
                      <a:pt x="74" y="137"/>
                    </a:lnTo>
                    <a:lnTo>
                      <a:pt x="18" y="128"/>
                    </a:lnTo>
                    <a:lnTo>
                      <a:pt x="127" y="200"/>
                    </a:lnTo>
                    <a:lnTo>
                      <a:pt x="156" y="0"/>
                    </a:lnTo>
                    <a:lnTo>
                      <a:pt x="0" y="79"/>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2" name="Freeform 36"/>
              <p:cNvSpPr>
                <a:spLocks/>
              </p:cNvSpPr>
              <p:nvPr/>
            </p:nvSpPr>
            <p:spPr bwMode="auto">
              <a:xfrm>
                <a:off x="2559" y="1930"/>
                <a:ext cx="121" cy="78"/>
              </a:xfrm>
              <a:custGeom>
                <a:avLst/>
                <a:gdLst>
                  <a:gd name="T0" fmla="*/ 0 w 966"/>
                  <a:gd name="T1" fmla="*/ 0 h 621"/>
                  <a:gd name="T2" fmla="*/ 0 w 966"/>
                  <a:gd name="T3" fmla="*/ 0 h 621"/>
                  <a:gd name="T4" fmla="*/ 0 w 966"/>
                  <a:gd name="T5" fmla="*/ 0 h 621"/>
                  <a:gd name="T6" fmla="*/ 0 w 966"/>
                  <a:gd name="T7" fmla="*/ 0 h 621"/>
                  <a:gd name="T8" fmla="*/ 0 w 966"/>
                  <a:gd name="T9" fmla="*/ 0 h 621"/>
                  <a:gd name="T10" fmla="*/ 0 w 966"/>
                  <a:gd name="T11" fmla="*/ 0 h 621"/>
                  <a:gd name="T12" fmla="*/ 0 w 966"/>
                  <a:gd name="T13" fmla="*/ 0 h 621"/>
                  <a:gd name="T14" fmla="*/ 0 w 966"/>
                  <a:gd name="T15" fmla="*/ 0 h 621"/>
                  <a:gd name="T16" fmla="*/ 0 w 966"/>
                  <a:gd name="T17" fmla="*/ 0 h 621"/>
                  <a:gd name="T18" fmla="*/ 0 w 966"/>
                  <a:gd name="T19" fmla="*/ 0 h 621"/>
                  <a:gd name="T20" fmla="*/ 0 w 966"/>
                  <a:gd name="T21" fmla="*/ 0 h 621"/>
                  <a:gd name="T22" fmla="*/ 0 w 966"/>
                  <a:gd name="T23" fmla="*/ 0 h 621"/>
                  <a:gd name="T24" fmla="*/ 0 w 966"/>
                  <a:gd name="T25" fmla="*/ 0 h 6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66"/>
                  <a:gd name="T40" fmla="*/ 0 h 621"/>
                  <a:gd name="T41" fmla="*/ 966 w 966"/>
                  <a:gd name="T42" fmla="*/ 621 h 62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66" h="621">
                    <a:moveTo>
                      <a:pt x="0" y="237"/>
                    </a:moveTo>
                    <a:lnTo>
                      <a:pt x="70" y="310"/>
                    </a:lnTo>
                    <a:lnTo>
                      <a:pt x="138" y="432"/>
                    </a:lnTo>
                    <a:lnTo>
                      <a:pt x="171" y="545"/>
                    </a:lnTo>
                    <a:lnTo>
                      <a:pt x="303" y="621"/>
                    </a:lnTo>
                    <a:lnTo>
                      <a:pt x="484" y="596"/>
                    </a:lnTo>
                    <a:lnTo>
                      <a:pt x="681" y="561"/>
                    </a:lnTo>
                    <a:lnTo>
                      <a:pt x="966" y="450"/>
                    </a:lnTo>
                    <a:lnTo>
                      <a:pt x="966" y="220"/>
                    </a:lnTo>
                    <a:lnTo>
                      <a:pt x="910" y="81"/>
                    </a:lnTo>
                    <a:lnTo>
                      <a:pt x="562" y="0"/>
                    </a:lnTo>
                    <a:lnTo>
                      <a:pt x="244" y="160"/>
                    </a:lnTo>
                    <a:lnTo>
                      <a:pt x="0" y="237"/>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3" name="Freeform 37"/>
              <p:cNvSpPr>
                <a:spLocks/>
              </p:cNvSpPr>
              <p:nvPr/>
            </p:nvSpPr>
            <p:spPr bwMode="auto">
              <a:xfrm>
                <a:off x="2543" y="1719"/>
                <a:ext cx="16" cy="14"/>
              </a:xfrm>
              <a:custGeom>
                <a:avLst/>
                <a:gdLst>
                  <a:gd name="T0" fmla="*/ 0 w 125"/>
                  <a:gd name="T1" fmla="*/ 0 h 113"/>
                  <a:gd name="T2" fmla="*/ 0 w 125"/>
                  <a:gd name="T3" fmla="*/ 0 h 113"/>
                  <a:gd name="T4" fmla="*/ 0 w 125"/>
                  <a:gd name="T5" fmla="*/ 0 h 113"/>
                  <a:gd name="T6" fmla="*/ 0 w 125"/>
                  <a:gd name="T7" fmla="*/ 0 h 113"/>
                  <a:gd name="T8" fmla="*/ 0 w 125"/>
                  <a:gd name="T9" fmla="*/ 0 h 113"/>
                  <a:gd name="T10" fmla="*/ 0 w 125"/>
                  <a:gd name="T11" fmla="*/ 0 h 113"/>
                  <a:gd name="T12" fmla="*/ 0 w 125"/>
                  <a:gd name="T13" fmla="*/ 0 h 113"/>
                  <a:gd name="T14" fmla="*/ 0 w 125"/>
                  <a:gd name="T15" fmla="*/ 0 h 113"/>
                  <a:gd name="T16" fmla="*/ 0 60000 65536"/>
                  <a:gd name="T17" fmla="*/ 0 60000 65536"/>
                  <a:gd name="T18" fmla="*/ 0 60000 65536"/>
                  <a:gd name="T19" fmla="*/ 0 60000 65536"/>
                  <a:gd name="T20" fmla="*/ 0 60000 65536"/>
                  <a:gd name="T21" fmla="*/ 0 60000 65536"/>
                  <a:gd name="T22" fmla="*/ 0 60000 65536"/>
                  <a:gd name="T23" fmla="*/ 0 60000 65536"/>
                  <a:gd name="T24" fmla="*/ 0 w 125"/>
                  <a:gd name="T25" fmla="*/ 0 h 113"/>
                  <a:gd name="T26" fmla="*/ 125 w 125"/>
                  <a:gd name="T27" fmla="*/ 113 h 11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5" h="113">
                    <a:moveTo>
                      <a:pt x="90" y="0"/>
                    </a:moveTo>
                    <a:lnTo>
                      <a:pt x="33" y="14"/>
                    </a:lnTo>
                    <a:lnTo>
                      <a:pt x="0" y="69"/>
                    </a:lnTo>
                    <a:lnTo>
                      <a:pt x="42" y="113"/>
                    </a:lnTo>
                    <a:lnTo>
                      <a:pt x="99" y="113"/>
                    </a:lnTo>
                    <a:lnTo>
                      <a:pt x="125" y="78"/>
                    </a:lnTo>
                    <a:lnTo>
                      <a:pt x="125" y="30"/>
                    </a:lnTo>
                    <a:lnTo>
                      <a:pt x="90"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4" name="Freeform 38"/>
              <p:cNvSpPr>
                <a:spLocks/>
              </p:cNvSpPr>
              <p:nvPr/>
            </p:nvSpPr>
            <p:spPr bwMode="auto">
              <a:xfrm>
                <a:off x="2557" y="1807"/>
                <a:ext cx="11" cy="11"/>
              </a:xfrm>
              <a:custGeom>
                <a:avLst/>
                <a:gdLst>
                  <a:gd name="T0" fmla="*/ 0 w 88"/>
                  <a:gd name="T1" fmla="*/ 0 h 94"/>
                  <a:gd name="T2" fmla="*/ 0 w 88"/>
                  <a:gd name="T3" fmla="*/ 0 h 94"/>
                  <a:gd name="T4" fmla="*/ 0 w 88"/>
                  <a:gd name="T5" fmla="*/ 0 h 94"/>
                  <a:gd name="T6" fmla="*/ 0 w 88"/>
                  <a:gd name="T7" fmla="*/ 0 h 94"/>
                  <a:gd name="T8" fmla="*/ 0 w 88"/>
                  <a:gd name="T9" fmla="*/ 0 h 94"/>
                  <a:gd name="T10" fmla="*/ 0 w 88"/>
                  <a:gd name="T11" fmla="*/ 0 h 94"/>
                  <a:gd name="T12" fmla="*/ 0 w 88"/>
                  <a:gd name="T13" fmla="*/ 0 h 94"/>
                  <a:gd name="T14" fmla="*/ 0 60000 65536"/>
                  <a:gd name="T15" fmla="*/ 0 60000 65536"/>
                  <a:gd name="T16" fmla="*/ 0 60000 65536"/>
                  <a:gd name="T17" fmla="*/ 0 60000 65536"/>
                  <a:gd name="T18" fmla="*/ 0 60000 65536"/>
                  <a:gd name="T19" fmla="*/ 0 60000 65536"/>
                  <a:gd name="T20" fmla="*/ 0 60000 65536"/>
                  <a:gd name="T21" fmla="*/ 0 w 88"/>
                  <a:gd name="T22" fmla="*/ 0 h 94"/>
                  <a:gd name="T23" fmla="*/ 88 w 8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8" h="94">
                    <a:moveTo>
                      <a:pt x="82" y="21"/>
                    </a:moveTo>
                    <a:lnTo>
                      <a:pt x="55" y="0"/>
                    </a:lnTo>
                    <a:lnTo>
                      <a:pt x="7" y="12"/>
                    </a:lnTo>
                    <a:lnTo>
                      <a:pt x="0" y="69"/>
                    </a:lnTo>
                    <a:lnTo>
                      <a:pt x="42" y="94"/>
                    </a:lnTo>
                    <a:lnTo>
                      <a:pt x="88" y="69"/>
                    </a:lnTo>
                    <a:lnTo>
                      <a:pt x="82" y="21"/>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5" name="Freeform 39"/>
              <p:cNvSpPr>
                <a:spLocks/>
              </p:cNvSpPr>
              <p:nvPr/>
            </p:nvSpPr>
            <p:spPr bwMode="auto">
              <a:xfrm>
                <a:off x="2464" y="1462"/>
                <a:ext cx="144" cy="251"/>
              </a:xfrm>
              <a:custGeom>
                <a:avLst/>
                <a:gdLst>
                  <a:gd name="T0" fmla="*/ 0 w 1157"/>
                  <a:gd name="T1" fmla="*/ 0 h 2007"/>
                  <a:gd name="T2" fmla="*/ 0 w 1157"/>
                  <a:gd name="T3" fmla="*/ 0 h 2007"/>
                  <a:gd name="T4" fmla="*/ 0 w 1157"/>
                  <a:gd name="T5" fmla="*/ 0 h 2007"/>
                  <a:gd name="T6" fmla="*/ 0 w 1157"/>
                  <a:gd name="T7" fmla="*/ 0 h 2007"/>
                  <a:gd name="T8" fmla="*/ 0 w 1157"/>
                  <a:gd name="T9" fmla="*/ 0 h 2007"/>
                  <a:gd name="T10" fmla="*/ 0 w 1157"/>
                  <a:gd name="T11" fmla="*/ 0 h 2007"/>
                  <a:gd name="T12" fmla="*/ 0 w 1157"/>
                  <a:gd name="T13" fmla="*/ 0 h 2007"/>
                  <a:gd name="T14" fmla="*/ 0 w 1157"/>
                  <a:gd name="T15" fmla="*/ 0 h 2007"/>
                  <a:gd name="T16" fmla="*/ 0 w 1157"/>
                  <a:gd name="T17" fmla="*/ 0 h 2007"/>
                  <a:gd name="T18" fmla="*/ 0 w 1157"/>
                  <a:gd name="T19" fmla="*/ 0 h 2007"/>
                  <a:gd name="T20" fmla="*/ 0 w 1157"/>
                  <a:gd name="T21" fmla="*/ 0 h 2007"/>
                  <a:gd name="T22" fmla="*/ 0 w 1157"/>
                  <a:gd name="T23" fmla="*/ 0 h 2007"/>
                  <a:gd name="T24" fmla="*/ 0 w 1157"/>
                  <a:gd name="T25" fmla="*/ 0 h 2007"/>
                  <a:gd name="T26" fmla="*/ 0 w 1157"/>
                  <a:gd name="T27" fmla="*/ 0 h 2007"/>
                  <a:gd name="T28" fmla="*/ 0 w 1157"/>
                  <a:gd name="T29" fmla="*/ 0 h 2007"/>
                  <a:gd name="T30" fmla="*/ 0 w 1157"/>
                  <a:gd name="T31" fmla="*/ 0 h 2007"/>
                  <a:gd name="T32" fmla="*/ 0 w 1157"/>
                  <a:gd name="T33" fmla="*/ 0 h 2007"/>
                  <a:gd name="T34" fmla="*/ 0 w 1157"/>
                  <a:gd name="T35" fmla="*/ 0 h 2007"/>
                  <a:gd name="T36" fmla="*/ 0 w 1157"/>
                  <a:gd name="T37" fmla="*/ 0 h 2007"/>
                  <a:gd name="T38" fmla="*/ 0 w 1157"/>
                  <a:gd name="T39" fmla="*/ 0 h 2007"/>
                  <a:gd name="T40" fmla="*/ 0 w 1157"/>
                  <a:gd name="T41" fmla="*/ 0 h 2007"/>
                  <a:gd name="T42" fmla="*/ 0 w 1157"/>
                  <a:gd name="T43" fmla="*/ 0 h 2007"/>
                  <a:gd name="T44" fmla="*/ 0 w 1157"/>
                  <a:gd name="T45" fmla="*/ 0 h 2007"/>
                  <a:gd name="T46" fmla="*/ 0 w 1157"/>
                  <a:gd name="T47" fmla="*/ 0 h 2007"/>
                  <a:gd name="T48" fmla="*/ 0 w 1157"/>
                  <a:gd name="T49" fmla="*/ 0 h 2007"/>
                  <a:gd name="T50" fmla="*/ 0 w 1157"/>
                  <a:gd name="T51" fmla="*/ 0 h 200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57"/>
                  <a:gd name="T79" fmla="*/ 0 h 2007"/>
                  <a:gd name="T80" fmla="*/ 1157 w 1157"/>
                  <a:gd name="T81" fmla="*/ 2007 h 200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57" h="2007">
                    <a:moveTo>
                      <a:pt x="35" y="1688"/>
                    </a:moveTo>
                    <a:lnTo>
                      <a:pt x="95" y="1780"/>
                    </a:lnTo>
                    <a:lnTo>
                      <a:pt x="251" y="1881"/>
                    </a:lnTo>
                    <a:lnTo>
                      <a:pt x="411" y="1937"/>
                    </a:lnTo>
                    <a:lnTo>
                      <a:pt x="596" y="1976"/>
                    </a:lnTo>
                    <a:lnTo>
                      <a:pt x="789" y="2007"/>
                    </a:lnTo>
                    <a:lnTo>
                      <a:pt x="895" y="1971"/>
                    </a:lnTo>
                    <a:lnTo>
                      <a:pt x="945" y="1911"/>
                    </a:lnTo>
                    <a:lnTo>
                      <a:pt x="956" y="1766"/>
                    </a:lnTo>
                    <a:lnTo>
                      <a:pt x="915" y="1577"/>
                    </a:lnTo>
                    <a:lnTo>
                      <a:pt x="875" y="1422"/>
                    </a:lnTo>
                    <a:lnTo>
                      <a:pt x="961" y="1317"/>
                    </a:lnTo>
                    <a:lnTo>
                      <a:pt x="1055" y="1143"/>
                    </a:lnTo>
                    <a:lnTo>
                      <a:pt x="1093" y="1009"/>
                    </a:lnTo>
                    <a:lnTo>
                      <a:pt x="1148" y="772"/>
                    </a:lnTo>
                    <a:lnTo>
                      <a:pt x="1157" y="648"/>
                    </a:lnTo>
                    <a:lnTo>
                      <a:pt x="1157" y="480"/>
                    </a:lnTo>
                    <a:lnTo>
                      <a:pt x="1125" y="231"/>
                    </a:lnTo>
                    <a:lnTo>
                      <a:pt x="994" y="14"/>
                    </a:lnTo>
                    <a:lnTo>
                      <a:pt x="411" y="0"/>
                    </a:lnTo>
                    <a:lnTo>
                      <a:pt x="129" y="378"/>
                    </a:lnTo>
                    <a:lnTo>
                      <a:pt x="0" y="576"/>
                    </a:lnTo>
                    <a:lnTo>
                      <a:pt x="5" y="733"/>
                    </a:lnTo>
                    <a:lnTo>
                      <a:pt x="69" y="1056"/>
                    </a:lnTo>
                    <a:lnTo>
                      <a:pt x="23" y="1568"/>
                    </a:lnTo>
                    <a:lnTo>
                      <a:pt x="35" y="1688"/>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6" name="Freeform 40"/>
              <p:cNvSpPr>
                <a:spLocks/>
              </p:cNvSpPr>
              <p:nvPr/>
            </p:nvSpPr>
            <p:spPr bwMode="auto">
              <a:xfrm>
                <a:off x="2471" y="1569"/>
                <a:ext cx="16" cy="29"/>
              </a:xfrm>
              <a:custGeom>
                <a:avLst/>
                <a:gdLst>
                  <a:gd name="T0" fmla="*/ 0 w 129"/>
                  <a:gd name="T1" fmla="*/ 0 h 233"/>
                  <a:gd name="T2" fmla="*/ 0 w 129"/>
                  <a:gd name="T3" fmla="*/ 0 h 233"/>
                  <a:gd name="T4" fmla="*/ 0 w 129"/>
                  <a:gd name="T5" fmla="*/ 0 h 233"/>
                  <a:gd name="T6" fmla="*/ 0 w 129"/>
                  <a:gd name="T7" fmla="*/ 0 h 233"/>
                  <a:gd name="T8" fmla="*/ 0 w 129"/>
                  <a:gd name="T9" fmla="*/ 0 h 233"/>
                  <a:gd name="T10" fmla="*/ 0 w 129"/>
                  <a:gd name="T11" fmla="*/ 0 h 233"/>
                  <a:gd name="T12" fmla="*/ 0 w 129"/>
                  <a:gd name="T13" fmla="*/ 0 h 233"/>
                  <a:gd name="T14" fmla="*/ 0 w 129"/>
                  <a:gd name="T15" fmla="*/ 0 h 233"/>
                  <a:gd name="T16" fmla="*/ 0 w 129"/>
                  <a:gd name="T17" fmla="*/ 0 h 2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9"/>
                  <a:gd name="T28" fmla="*/ 0 h 233"/>
                  <a:gd name="T29" fmla="*/ 129 w 129"/>
                  <a:gd name="T30" fmla="*/ 233 h 2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9" h="233">
                    <a:moveTo>
                      <a:pt x="33" y="12"/>
                    </a:moveTo>
                    <a:lnTo>
                      <a:pt x="67" y="0"/>
                    </a:lnTo>
                    <a:lnTo>
                      <a:pt x="101" y="25"/>
                    </a:lnTo>
                    <a:lnTo>
                      <a:pt x="129" y="79"/>
                    </a:lnTo>
                    <a:lnTo>
                      <a:pt x="123" y="194"/>
                    </a:lnTo>
                    <a:lnTo>
                      <a:pt x="81" y="233"/>
                    </a:lnTo>
                    <a:lnTo>
                      <a:pt x="0" y="194"/>
                    </a:lnTo>
                    <a:lnTo>
                      <a:pt x="0" y="95"/>
                    </a:lnTo>
                    <a:lnTo>
                      <a:pt x="33" y="12"/>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 name="Freeform 41"/>
              <p:cNvSpPr>
                <a:spLocks/>
              </p:cNvSpPr>
              <p:nvPr/>
            </p:nvSpPr>
            <p:spPr bwMode="auto">
              <a:xfrm>
                <a:off x="2601" y="1577"/>
                <a:ext cx="5" cy="15"/>
              </a:xfrm>
              <a:custGeom>
                <a:avLst/>
                <a:gdLst>
                  <a:gd name="T0" fmla="*/ 0 w 44"/>
                  <a:gd name="T1" fmla="*/ 0 h 123"/>
                  <a:gd name="T2" fmla="*/ 0 w 44"/>
                  <a:gd name="T3" fmla="*/ 0 h 123"/>
                  <a:gd name="T4" fmla="*/ 0 w 44"/>
                  <a:gd name="T5" fmla="*/ 0 h 123"/>
                  <a:gd name="T6" fmla="*/ 0 w 44"/>
                  <a:gd name="T7" fmla="*/ 0 h 123"/>
                  <a:gd name="T8" fmla="*/ 0 w 44"/>
                  <a:gd name="T9" fmla="*/ 0 h 123"/>
                  <a:gd name="T10" fmla="*/ 0 w 44"/>
                  <a:gd name="T11" fmla="*/ 0 h 123"/>
                  <a:gd name="T12" fmla="*/ 0 60000 65536"/>
                  <a:gd name="T13" fmla="*/ 0 60000 65536"/>
                  <a:gd name="T14" fmla="*/ 0 60000 65536"/>
                  <a:gd name="T15" fmla="*/ 0 60000 65536"/>
                  <a:gd name="T16" fmla="*/ 0 60000 65536"/>
                  <a:gd name="T17" fmla="*/ 0 60000 65536"/>
                  <a:gd name="T18" fmla="*/ 0 w 44"/>
                  <a:gd name="T19" fmla="*/ 0 h 123"/>
                  <a:gd name="T20" fmla="*/ 44 w 44"/>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44" h="123">
                    <a:moveTo>
                      <a:pt x="24" y="0"/>
                    </a:moveTo>
                    <a:lnTo>
                      <a:pt x="0" y="123"/>
                    </a:lnTo>
                    <a:lnTo>
                      <a:pt x="28" y="121"/>
                    </a:lnTo>
                    <a:lnTo>
                      <a:pt x="44" y="88"/>
                    </a:lnTo>
                    <a:lnTo>
                      <a:pt x="39" y="42"/>
                    </a:lnTo>
                    <a:lnTo>
                      <a:pt x="24"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 name="Freeform 42"/>
              <p:cNvSpPr>
                <a:spLocks/>
              </p:cNvSpPr>
              <p:nvPr/>
            </p:nvSpPr>
            <p:spPr bwMode="auto">
              <a:xfrm>
                <a:off x="1883" y="1681"/>
                <a:ext cx="654" cy="484"/>
              </a:xfrm>
              <a:custGeom>
                <a:avLst/>
                <a:gdLst>
                  <a:gd name="T0" fmla="*/ 0 w 5233"/>
                  <a:gd name="T1" fmla="*/ 0 h 3878"/>
                  <a:gd name="T2" fmla="*/ 0 w 5233"/>
                  <a:gd name="T3" fmla="*/ 0 h 3878"/>
                  <a:gd name="T4" fmla="*/ 0 w 5233"/>
                  <a:gd name="T5" fmla="*/ 0 h 3878"/>
                  <a:gd name="T6" fmla="*/ 0 w 5233"/>
                  <a:gd name="T7" fmla="*/ 0 h 3878"/>
                  <a:gd name="T8" fmla="*/ 0 w 5233"/>
                  <a:gd name="T9" fmla="*/ 0 h 3878"/>
                  <a:gd name="T10" fmla="*/ 0 w 5233"/>
                  <a:gd name="T11" fmla="*/ 0 h 3878"/>
                  <a:gd name="T12" fmla="*/ 0 w 5233"/>
                  <a:gd name="T13" fmla="*/ 0 h 3878"/>
                  <a:gd name="T14" fmla="*/ 0 w 5233"/>
                  <a:gd name="T15" fmla="*/ 0 h 3878"/>
                  <a:gd name="T16" fmla="*/ 0 w 5233"/>
                  <a:gd name="T17" fmla="*/ 0 h 3878"/>
                  <a:gd name="T18" fmla="*/ 0 w 5233"/>
                  <a:gd name="T19" fmla="*/ 0 h 3878"/>
                  <a:gd name="T20" fmla="*/ 0 w 5233"/>
                  <a:gd name="T21" fmla="*/ 0 h 3878"/>
                  <a:gd name="T22" fmla="*/ 0 w 5233"/>
                  <a:gd name="T23" fmla="*/ 0 h 3878"/>
                  <a:gd name="T24" fmla="*/ 0 w 5233"/>
                  <a:gd name="T25" fmla="*/ 0 h 3878"/>
                  <a:gd name="T26" fmla="*/ 0 w 5233"/>
                  <a:gd name="T27" fmla="*/ 0 h 3878"/>
                  <a:gd name="T28" fmla="*/ 0 w 5233"/>
                  <a:gd name="T29" fmla="*/ 0 h 3878"/>
                  <a:gd name="T30" fmla="*/ 0 w 5233"/>
                  <a:gd name="T31" fmla="*/ 0 h 3878"/>
                  <a:gd name="T32" fmla="*/ 0 w 5233"/>
                  <a:gd name="T33" fmla="*/ 0 h 3878"/>
                  <a:gd name="T34" fmla="*/ 0 w 5233"/>
                  <a:gd name="T35" fmla="*/ 0 h 3878"/>
                  <a:gd name="T36" fmla="*/ 0 w 5233"/>
                  <a:gd name="T37" fmla="*/ 0 h 3878"/>
                  <a:gd name="T38" fmla="*/ 0 w 5233"/>
                  <a:gd name="T39" fmla="*/ 0 h 3878"/>
                  <a:gd name="T40" fmla="*/ 0 w 5233"/>
                  <a:gd name="T41" fmla="*/ 0 h 3878"/>
                  <a:gd name="T42" fmla="*/ 0 w 5233"/>
                  <a:gd name="T43" fmla="*/ 0 h 3878"/>
                  <a:gd name="T44" fmla="*/ 0 w 5233"/>
                  <a:gd name="T45" fmla="*/ 0 h 3878"/>
                  <a:gd name="T46" fmla="*/ 0 w 5233"/>
                  <a:gd name="T47" fmla="*/ 0 h 3878"/>
                  <a:gd name="T48" fmla="*/ 0 w 5233"/>
                  <a:gd name="T49" fmla="*/ 0 h 3878"/>
                  <a:gd name="T50" fmla="*/ 0 w 5233"/>
                  <a:gd name="T51" fmla="*/ 0 h 3878"/>
                  <a:gd name="T52" fmla="*/ 0 w 5233"/>
                  <a:gd name="T53" fmla="*/ 0 h 3878"/>
                  <a:gd name="T54" fmla="*/ 0 w 5233"/>
                  <a:gd name="T55" fmla="*/ 0 h 3878"/>
                  <a:gd name="T56" fmla="*/ 0 w 5233"/>
                  <a:gd name="T57" fmla="*/ 0 h 3878"/>
                  <a:gd name="T58" fmla="*/ 0 w 5233"/>
                  <a:gd name="T59" fmla="*/ 0 h 3878"/>
                  <a:gd name="T60" fmla="*/ 0 w 5233"/>
                  <a:gd name="T61" fmla="*/ 0 h 3878"/>
                  <a:gd name="T62" fmla="*/ 0 w 5233"/>
                  <a:gd name="T63" fmla="*/ 0 h 3878"/>
                  <a:gd name="T64" fmla="*/ 0 w 5233"/>
                  <a:gd name="T65" fmla="*/ 0 h 3878"/>
                  <a:gd name="T66" fmla="*/ 0 w 5233"/>
                  <a:gd name="T67" fmla="*/ 0 h 3878"/>
                  <a:gd name="T68" fmla="*/ 0 w 5233"/>
                  <a:gd name="T69" fmla="*/ 0 h 3878"/>
                  <a:gd name="T70" fmla="*/ 0 w 5233"/>
                  <a:gd name="T71" fmla="*/ 0 h 3878"/>
                  <a:gd name="T72" fmla="*/ 0 w 5233"/>
                  <a:gd name="T73" fmla="*/ 0 h 3878"/>
                  <a:gd name="T74" fmla="*/ 0 w 5233"/>
                  <a:gd name="T75" fmla="*/ 0 h 387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233"/>
                  <a:gd name="T115" fmla="*/ 0 h 3878"/>
                  <a:gd name="T116" fmla="*/ 5233 w 5233"/>
                  <a:gd name="T117" fmla="*/ 3878 h 387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233" h="3878">
                    <a:moveTo>
                      <a:pt x="4452" y="3024"/>
                    </a:moveTo>
                    <a:lnTo>
                      <a:pt x="4030" y="2787"/>
                    </a:lnTo>
                    <a:lnTo>
                      <a:pt x="3672" y="2893"/>
                    </a:lnTo>
                    <a:lnTo>
                      <a:pt x="3525" y="2812"/>
                    </a:lnTo>
                    <a:lnTo>
                      <a:pt x="3052" y="2393"/>
                    </a:lnTo>
                    <a:lnTo>
                      <a:pt x="2947" y="3010"/>
                    </a:lnTo>
                    <a:lnTo>
                      <a:pt x="3131" y="3089"/>
                    </a:lnTo>
                    <a:lnTo>
                      <a:pt x="3356" y="2999"/>
                    </a:lnTo>
                    <a:lnTo>
                      <a:pt x="3608" y="3076"/>
                    </a:lnTo>
                    <a:lnTo>
                      <a:pt x="3790" y="3063"/>
                    </a:lnTo>
                    <a:lnTo>
                      <a:pt x="4318" y="3052"/>
                    </a:lnTo>
                    <a:lnTo>
                      <a:pt x="4468" y="3234"/>
                    </a:lnTo>
                    <a:lnTo>
                      <a:pt x="4410" y="3612"/>
                    </a:lnTo>
                    <a:lnTo>
                      <a:pt x="4336" y="3681"/>
                    </a:lnTo>
                    <a:lnTo>
                      <a:pt x="3845" y="3681"/>
                    </a:lnTo>
                    <a:lnTo>
                      <a:pt x="1901" y="3878"/>
                    </a:lnTo>
                    <a:lnTo>
                      <a:pt x="11" y="3654"/>
                    </a:lnTo>
                    <a:lnTo>
                      <a:pt x="0" y="1987"/>
                    </a:lnTo>
                    <a:lnTo>
                      <a:pt x="103" y="1510"/>
                    </a:lnTo>
                    <a:lnTo>
                      <a:pt x="304" y="1037"/>
                    </a:lnTo>
                    <a:lnTo>
                      <a:pt x="408" y="892"/>
                    </a:lnTo>
                    <a:lnTo>
                      <a:pt x="685" y="590"/>
                    </a:lnTo>
                    <a:lnTo>
                      <a:pt x="975" y="394"/>
                    </a:lnTo>
                    <a:lnTo>
                      <a:pt x="1213" y="248"/>
                    </a:lnTo>
                    <a:lnTo>
                      <a:pt x="1466" y="145"/>
                    </a:lnTo>
                    <a:lnTo>
                      <a:pt x="1572" y="0"/>
                    </a:lnTo>
                    <a:lnTo>
                      <a:pt x="2604" y="343"/>
                    </a:lnTo>
                    <a:lnTo>
                      <a:pt x="2747" y="514"/>
                    </a:lnTo>
                    <a:lnTo>
                      <a:pt x="2947" y="643"/>
                    </a:lnTo>
                    <a:lnTo>
                      <a:pt x="3172" y="828"/>
                    </a:lnTo>
                    <a:lnTo>
                      <a:pt x="3474" y="1210"/>
                    </a:lnTo>
                    <a:lnTo>
                      <a:pt x="4307" y="1995"/>
                    </a:lnTo>
                    <a:lnTo>
                      <a:pt x="4491" y="2079"/>
                    </a:lnTo>
                    <a:lnTo>
                      <a:pt x="4544" y="2236"/>
                    </a:lnTo>
                    <a:lnTo>
                      <a:pt x="4956" y="2340"/>
                    </a:lnTo>
                    <a:lnTo>
                      <a:pt x="5140" y="2551"/>
                    </a:lnTo>
                    <a:lnTo>
                      <a:pt x="5233" y="2812"/>
                    </a:lnTo>
                    <a:lnTo>
                      <a:pt x="4452" y="3024"/>
                    </a:lnTo>
                    <a:close/>
                  </a:path>
                </a:pathLst>
              </a:custGeom>
              <a:solidFill>
                <a:srgbClr val="00E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 name="Freeform 43"/>
              <p:cNvSpPr>
                <a:spLocks/>
              </p:cNvSpPr>
              <p:nvPr/>
            </p:nvSpPr>
            <p:spPr bwMode="auto">
              <a:xfrm>
                <a:off x="2537" y="1950"/>
                <a:ext cx="101" cy="159"/>
              </a:xfrm>
              <a:custGeom>
                <a:avLst/>
                <a:gdLst>
                  <a:gd name="T0" fmla="*/ 0 w 803"/>
                  <a:gd name="T1" fmla="*/ 0 h 1268"/>
                  <a:gd name="T2" fmla="*/ 0 w 803"/>
                  <a:gd name="T3" fmla="*/ 0 h 1268"/>
                  <a:gd name="T4" fmla="*/ 0 w 803"/>
                  <a:gd name="T5" fmla="*/ 0 h 1268"/>
                  <a:gd name="T6" fmla="*/ 0 w 803"/>
                  <a:gd name="T7" fmla="*/ 0 h 1268"/>
                  <a:gd name="T8" fmla="*/ 0 w 803"/>
                  <a:gd name="T9" fmla="*/ 0 h 1268"/>
                  <a:gd name="T10" fmla="*/ 0 w 803"/>
                  <a:gd name="T11" fmla="*/ 0 h 1268"/>
                  <a:gd name="T12" fmla="*/ 0 w 803"/>
                  <a:gd name="T13" fmla="*/ 0 h 1268"/>
                  <a:gd name="T14" fmla="*/ 0 w 803"/>
                  <a:gd name="T15" fmla="*/ 0 h 1268"/>
                  <a:gd name="T16" fmla="*/ 0 w 803"/>
                  <a:gd name="T17" fmla="*/ 0 h 126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03"/>
                  <a:gd name="T28" fmla="*/ 0 h 1268"/>
                  <a:gd name="T29" fmla="*/ 803 w 803"/>
                  <a:gd name="T30" fmla="*/ 1268 h 126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03" h="1268">
                    <a:moveTo>
                      <a:pt x="0" y="23"/>
                    </a:moveTo>
                    <a:lnTo>
                      <a:pt x="0" y="44"/>
                    </a:lnTo>
                    <a:lnTo>
                      <a:pt x="12" y="69"/>
                    </a:lnTo>
                    <a:lnTo>
                      <a:pt x="708" y="1183"/>
                    </a:lnTo>
                    <a:lnTo>
                      <a:pt x="803" y="1268"/>
                    </a:lnTo>
                    <a:lnTo>
                      <a:pt x="759" y="1139"/>
                    </a:lnTo>
                    <a:lnTo>
                      <a:pt x="61" y="5"/>
                    </a:lnTo>
                    <a:lnTo>
                      <a:pt x="19" y="0"/>
                    </a:lnTo>
                    <a:lnTo>
                      <a:pt x="0" y="23"/>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 name="Freeform 44"/>
              <p:cNvSpPr>
                <a:spLocks/>
              </p:cNvSpPr>
              <p:nvPr/>
            </p:nvSpPr>
            <p:spPr bwMode="auto">
              <a:xfrm>
                <a:off x="2461" y="2018"/>
                <a:ext cx="151" cy="96"/>
              </a:xfrm>
              <a:custGeom>
                <a:avLst/>
                <a:gdLst>
                  <a:gd name="T0" fmla="*/ 0 w 1202"/>
                  <a:gd name="T1" fmla="*/ 0 h 775"/>
                  <a:gd name="T2" fmla="*/ 0 w 1202"/>
                  <a:gd name="T3" fmla="*/ 0 h 775"/>
                  <a:gd name="T4" fmla="*/ 0 w 1202"/>
                  <a:gd name="T5" fmla="*/ 0 h 775"/>
                  <a:gd name="T6" fmla="*/ 0 w 1202"/>
                  <a:gd name="T7" fmla="*/ 0 h 775"/>
                  <a:gd name="T8" fmla="*/ 0 w 1202"/>
                  <a:gd name="T9" fmla="*/ 0 h 775"/>
                  <a:gd name="T10" fmla="*/ 0 w 1202"/>
                  <a:gd name="T11" fmla="*/ 0 h 775"/>
                  <a:gd name="T12" fmla="*/ 0 w 1202"/>
                  <a:gd name="T13" fmla="*/ 0 h 775"/>
                  <a:gd name="T14" fmla="*/ 0 w 1202"/>
                  <a:gd name="T15" fmla="*/ 0 h 775"/>
                  <a:gd name="T16" fmla="*/ 0 w 1202"/>
                  <a:gd name="T17" fmla="*/ 0 h 775"/>
                  <a:gd name="T18" fmla="*/ 0 w 1202"/>
                  <a:gd name="T19" fmla="*/ 0 h 775"/>
                  <a:gd name="T20" fmla="*/ 0 w 1202"/>
                  <a:gd name="T21" fmla="*/ 0 h 775"/>
                  <a:gd name="T22" fmla="*/ 0 w 1202"/>
                  <a:gd name="T23" fmla="*/ 0 h 775"/>
                  <a:gd name="T24" fmla="*/ 0 w 1202"/>
                  <a:gd name="T25" fmla="*/ 0 h 775"/>
                  <a:gd name="T26" fmla="*/ 0 w 1202"/>
                  <a:gd name="T27" fmla="*/ 0 h 775"/>
                  <a:gd name="T28" fmla="*/ 0 w 1202"/>
                  <a:gd name="T29" fmla="*/ 0 h 775"/>
                  <a:gd name="T30" fmla="*/ 0 w 1202"/>
                  <a:gd name="T31" fmla="*/ 0 h 775"/>
                  <a:gd name="T32" fmla="*/ 0 w 1202"/>
                  <a:gd name="T33" fmla="*/ 0 h 775"/>
                  <a:gd name="T34" fmla="*/ 0 w 1202"/>
                  <a:gd name="T35" fmla="*/ 0 h 775"/>
                  <a:gd name="T36" fmla="*/ 0 w 1202"/>
                  <a:gd name="T37" fmla="*/ 0 h 77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02"/>
                  <a:gd name="T58" fmla="*/ 0 h 775"/>
                  <a:gd name="T59" fmla="*/ 1202 w 1202"/>
                  <a:gd name="T60" fmla="*/ 775 h 77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02" h="775">
                    <a:moveTo>
                      <a:pt x="0" y="289"/>
                    </a:moveTo>
                    <a:lnTo>
                      <a:pt x="63" y="132"/>
                    </a:lnTo>
                    <a:lnTo>
                      <a:pt x="182" y="66"/>
                    </a:lnTo>
                    <a:lnTo>
                      <a:pt x="287" y="81"/>
                    </a:lnTo>
                    <a:lnTo>
                      <a:pt x="487" y="118"/>
                    </a:lnTo>
                    <a:lnTo>
                      <a:pt x="607" y="28"/>
                    </a:lnTo>
                    <a:lnTo>
                      <a:pt x="709" y="0"/>
                    </a:lnTo>
                    <a:lnTo>
                      <a:pt x="1147" y="66"/>
                    </a:lnTo>
                    <a:lnTo>
                      <a:pt x="1188" y="171"/>
                    </a:lnTo>
                    <a:lnTo>
                      <a:pt x="1135" y="199"/>
                    </a:lnTo>
                    <a:lnTo>
                      <a:pt x="793" y="224"/>
                    </a:lnTo>
                    <a:lnTo>
                      <a:pt x="1162" y="382"/>
                    </a:lnTo>
                    <a:lnTo>
                      <a:pt x="1202" y="475"/>
                    </a:lnTo>
                    <a:lnTo>
                      <a:pt x="1174" y="552"/>
                    </a:lnTo>
                    <a:lnTo>
                      <a:pt x="1068" y="630"/>
                    </a:lnTo>
                    <a:lnTo>
                      <a:pt x="1029" y="738"/>
                    </a:lnTo>
                    <a:lnTo>
                      <a:pt x="709" y="775"/>
                    </a:lnTo>
                    <a:lnTo>
                      <a:pt x="130" y="710"/>
                    </a:lnTo>
                    <a:lnTo>
                      <a:pt x="0" y="289"/>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 name="Freeform 45"/>
              <p:cNvSpPr>
                <a:spLocks/>
              </p:cNvSpPr>
              <p:nvPr/>
            </p:nvSpPr>
            <p:spPr bwMode="auto">
              <a:xfrm>
                <a:off x="2071" y="1548"/>
                <a:ext cx="205" cy="239"/>
              </a:xfrm>
              <a:custGeom>
                <a:avLst/>
                <a:gdLst>
                  <a:gd name="T0" fmla="*/ 0 w 1639"/>
                  <a:gd name="T1" fmla="*/ 0 h 1907"/>
                  <a:gd name="T2" fmla="*/ 0 w 1639"/>
                  <a:gd name="T3" fmla="*/ 0 h 1907"/>
                  <a:gd name="T4" fmla="*/ 0 w 1639"/>
                  <a:gd name="T5" fmla="*/ 0 h 1907"/>
                  <a:gd name="T6" fmla="*/ 0 w 1639"/>
                  <a:gd name="T7" fmla="*/ 0 h 1907"/>
                  <a:gd name="T8" fmla="*/ 0 w 1639"/>
                  <a:gd name="T9" fmla="*/ 0 h 1907"/>
                  <a:gd name="T10" fmla="*/ 0 w 1639"/>
                  <a:gd name="T11" fmla="*/ 0 h 1907"/>
                  <a:gd name="T12" fmla="*/ 0 w 1639"/>
                  <a:gd name="T13" fmla="*/ 0 h 1907"/>
                  <a:gd name="T14" fmla="*/ 0 w 1639"/>
                  <a:gd name="T15" fmla="*/ 0 h 1907"/>
                  <a:gd name="T16" fmla="*/ 0 w 1639"/>
                  <a:gd name="T17" fmla="*/ 0 h 1907"/>
                  <a:gd name="T18" fmla="*/ 0 w 1639"/>
                  <a:gd name="T19" fmla="*/ 0 h 1907"/>
                  <a:gd name="T20" fmla="*/ 0 w 1639"/>
                  <a:gd name="T21" fmla="*/ 0 h 1907"/>
                  <a:gd name="T22" fmla="*/ 0 w 1639"/>
                  <a:gd name="T23" fmla="*/ 0 h 1907"/>
                  <a:gd name="T24" fmla="*/ 0 w 1639"/>
                  <a:gd name="T25" fmla="*/ 0 h 1907"/>
                  <a:gd name="T26" fmla="*/ 0 w 1639"/>
                  <a:gd name="T27" fmla="*/ 0 h 1907"/>
                  <a:gd name="T28" fmla="*/ 0 w 1639"/>
                  <a:gd name="T29" fmla="*/ 0 h 1907"/>
                  <a:gd name="T30" fmla="*/ 0 w 1639"/>
                  <a:gd name="T31" fmla="*/ 0 h 1907"/>
                  <a:gd name="T32" fmla="*/ 0 w 1639"/>
                  <a:gd name="T33" fmla="*/ 0 h 1907"/>
                  <a:gd name="T34" fmla="*/ 0 w 1639"/>
                  <a:gd name="T35" fmla="*/ 0 h 1907"/>
                  <a:gd name="T36" fmla="*/ 0 w 1639"/>
                  <a:gd name="T37" fmla="*/ 0 h 1907"/>
                  <a:gd name="T38" fmla="*/ 0 w 1639"/>
                  <a:gd name="T39" fmla="*/ 0 h 1907"/>
                  <a:gd name="T40" fmla="*/ 0 w 1639"/>
                  <a:gd name="T41" fmla="*/ 0 h 1907"/>
                  <a:gd name="T42" fmla="*/ 0 w 1639"/>
                  <a:gd name="T43" fmla="*/ 0 h 1907"/>
                  <a:gd name="T44" fmla="*/ 0 w 1639"/>
                  <a:gd name="T45" fmla="*/ 0 h 1907"/>
                  <a:gd name="T46" fmla="*/ 0 w 1639"/>
                  <a:gd name="T47" fmla="*/ 0 h 1907"/>
                  <a:gd name="T48" fmla="*/ 0 w 1639"/>
                  <a:gd name="T49" fmla="*/ 0 h 1907"/>
                  <a:gd name="T50" fmla="*/ 0 w 1639"/>
                  <a:gd name="T51" fmla="*/ 0 h 1907"/>
                  <a:gd name="T52" fmla="*/ 0 w 1639"/>
                  <a:gd name="T53" fmla="*/ 0 h 1907"/>
                  <a:gd name="T54" fmla="*/ 0 w 1639"/>
                  <a:gd name="T55" fmla="*/ 0 h 190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639"/>
                  <a:gd name="T85" fmla="*/ 0 h 1907"/>
                  <a:gd name="T86" fmla="*/ 1639 w 1639"/>
                  <a:gd name="T87" fmla="*/ 1907 h 190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639" h="1907">
                    <a:moveTo>
                      <a:pt x="0" y="538"/>
                    </a:moveTo>
                    <a:lnTo>
                      <a:pt x="53" y="850"/>
                    </a:lnTo>
                    <a:lnTo>
                      <a:pt x="73" y="949"/>
                    </a:lnTo>
                    <a:lnTo>
                      <a:pt x="127" y="1008"/>
                    </a:lnTo>
                    <a:lnTo>
                      <a:pt x="99" y="1109"/>
                    </a:lnTo>
                    <a:lnTo>
                      <a:pt x="154" y="1217"/>
                    </a:lnTo>
                    <a:lnTo>
                      <a:pt x="207" y="1305"/>
                    </a:lnTo>
                    <a:lnTo>
                      <a:pt x="272" y="1409"/>
                    </a:lnTo>
                    <a:lnTo>
                      <a:pt x="495" y="1599"/>
                    </a:lnTo>
                    <a:lnTo>
                      <a:pt x="784" y="1907"/>
                    </a:lnTo>
                    <a:lnTo>
                      <a:pt x="822" y="1859"/>
                    </a:lnTo>
                    <a:lnTo>
                      <a:pt x="881" y="1736"/>
                    </a:lnTo>
                    <a:lnTo>
                      <a:pt x="905" y="1598"/>
                    </a:lnTo>
                    <a:lnTo>
                      <a:pt x="1030" y="1630"/>
                    </a:lnTo>
                    <a:lnTo>
                      <a:pt x="1155" y="1617"/>
                    </a:lnTo>
                    <a:lnTo>
                      <a:pt x="1213" y="1584"/>
                    </a:lnTo>
                    <a:lnTo>
                      <a:pt x="1270" y="1522"/>
                    </a:lnTo>
                    <a:lnTo>
                      <a:pt x="1429" y="1179"/>
                    </a:lnTo>
                    <a:lnTo>
                      <a:pt x="1510" y="1077"/>
                    </a:lnTo>
                    <a:lnTo>
                      <a:pt x="1572" y="905"/>
                    </a:lnTo>
                    <a:lnTo>
                      <a:pt x="1586" y="718"/>
                    </a:lnTo>
                    <a:lnTo>
                      <a:pt x="1618" y="632"/>
                    </a:lnTo>
                    <a:lnTo>
                      <a:pt x="1635" y="575"/>
                    </a:lnTo>
                    <a:lnTo>
                      <a:pt x="1639" y="261"/>
                    </a:lnTo>
                    <a:lnTo>
                      <a:pt x="1609" y="118"/>
                    </a:lnTo>
                    <a:lnTo>
                      <a:pt x="1540" y="0"/>
                    </a:lnTo>
                    <a:lnTo>
                      <a:pt x="207" y="155"/>
                    </a:lnTo>
                    <a:lnTo>
                      <a:pt x="0" y="538"/>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 name="Freeform 46"/>
              <p:cNvSpPr>
                <a:spLocks/>
              </p:cNvSpPr>
              <p:nvPr/>
            </p:nvSpPr>
            <p:spPr bwMode="auto">
              <a:xfrm>
                <a:off x="2159" y="1797"/>
                <a:ext cx="46" cy="241"/>
              </a:xfrm>
              <a:custGeom>
                <a:avLst/>
                <a:gdLst>
                  <a:gd name="T0" fmla="*/ 0 w 369"/>
                  <a:gd name="T1" fmla="*/ 0 h 1920"/>
                  <a:gd name="T2" fmla="*/ 0 w 369"/>
                  <a:gd name="T3" fmla="*/ 0 h 1920"/>
                  <a:gd name="T4" fmla="*/ 0 w 369"/>
                  <a:gd name="T5" fmla="*/ 0 h 1920"/>
                  <a:gd name="T6" fmla="*/ 0 w 369"/>
                  <a:gd name="T7" fmla="*/ 0 h 1920"/>
                  <a:gd name="T8" fmla="*/ 0 w 369"/>
                  <a:gd name="T9" fmla="*/ 0 h 1920"/>
                  <a:gd name="T10" fmla="*/ 0 w 369"/>
                  <a:gd name="T11" fmla="*/ 0 h 1920"/>
                  <a:gd name="T12" fmla="*/ 0 w 369"/>
                  <a:gd name="T13" fmla="*/ 0 h 1920"/>
                  <a:gd name="T14" fmla="*/ 0 w 369"/>
                  <a:gd name="T15" fmla="*/ 0 h 1920"/>
                  <a:gd name="T16" fmla="*/ 0 w 369"/>
                  <a:gd name="T17" fmla="*/ 0 h 1920"/>
                  <a:gd name="T18" fmla="*/ 0 w 369"/>
                  <a:gd name="T19" fmla="*/ 0 h 1920"/>
                  <a:gd name="T20" fmla="*/ 0 w 369"/>
                  <a:gd name="T21" fmla="*/ 0 h 1920"/>
                  <a:gd name="T22" fmla="*/ 0 w 369"/>
                  <a:gd name="T23" fmla="*/ 0 h 1920"/>
                  <a:gd name="T24" fmla="*/ 0 w 369"/>
                  <a:gd name="T25" fmla="*/ 0 h 1920"/>
                  <a:gd name="T26" fmla="*/ 0 w 369"/>
                  <a:gd name="T27" fmla="*/ 0 h 1920"/>
                  <a:gd name="T28" fmla="*/ 0 w 369"/>
                  <a:gd name="T29" fmla="*/ 0 h 1920"/>
                  <a:gd name="T30" fmla="*/ 0 w 369"/>
                  <a:gd name="T31" fmla="*/ 0 h 1920"/>
                  <a:gd name="T32" fmla="*/ 0 w 369"/>
                  <a:gd name="T33" fmla="*/ 0 h 19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69"/>
                  <a:gd name="T52" fmla="*/ 0 h 1920"/>
                  <a:gd name="T53" fmla="*/ 369 w 369"/>
                  <a:gd name="T54" fmla="*/ 1920 h 192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69" h="1920">
                    <a:moveTo>
                      <a:pt x="92" y="0"/>
                    </a:moveTo>
                    <a:lnTo>
                      <a:pt x="40" y="52"/>
                    </a:lnTo>
                    <a:lnTo>
                      <a:pt x="0" y="142"/>
                    </a:lnTo>
                    <a:lnTo>
                      <a:pt x="27" y="313"/>
                    </a:lnTo>
                    <a:lnTo>
                      <a:pt x="14" y="973"/>
                    </a:lnTo>
                    <a:lnTo>
                      <a:pt x="40" y="1433"/>
                    </a:lnTo>
                    <a:lnTo>
                      <a:pt x="119" y="1920"/>
                    </a:lnTo>
                    <a:lnTo>
                      <a:pt x="200" y="1920"/>
                    </a:lnTo>
                    <a:lnTo>
                      <a:pt x="319" y="1920"/>
                    </a:lnTo>
                    <a:lnTo>
                      <a:pt x="369" y="1841"/>
                    </a:lnTo>
                    <a:lnTo>
                      <a:pt x="263" y="1498"/>
                    </a:lnTo>
                    <a:lnTo>
                      <a:pt x="212" y="1169"/>
                    </a:lnTo>
                    <a:lnTo>
                      <a:pt x="200" y="776"/>
                    </a:lnTo>
                    <a:lnTo>
                      <a:pt x="159" y="313"/>
                    </a:lnTo>
                    <a:lnTo>
                      <a:pt x="185" y="211"/>
                    </a:lnTo>
                    <a:lnTo>
                      <a:pt x="159" y="66"/>
                    </a:lnTo>
                    <a:lnTo>
                      <a:pt x="92"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3" name="Freeform 47"/>
              <p:cNvSpPr>
                <a:spLocks/>
              </p:cNvSpPr>
              <p:nvPr/>
            </p:nvSpPr>
            <p:spPr bwMode="auto">
              <a:xfrm>
                <a:off x="2182" y="1487"/>
                <a:ext cx="114" cy="117"/>
              </a:xfrm>
              <a:custGeom>
                <a:avLst/>
                <a:gdLst>
                  <a:gd name="T0" fmla="*/ 0 w 914"/>
                  <a:gd name="T1" fmla="*/ 0 h 936"/>
                  <a:gd name="T2" fmla="*/ 0 w 914"/>
                  <a:gd name="T3" fmla="*/ 0 h 936"/>
                  <a:gd name="T4" fmla="*/ 0 w 914"/>
                  <a:gd name="T5" fmla="*/ 0 h 936"/>
                  <a:gd name="T6" fmla="*/ 0 w 914"/>
                  <a:gd name="T7" fmla="*/ 0 h 936"/>
                  <a:gd name="T8" fmla="*/ 0 w 914"/>
                  <a:gd name="T9" fmla="*/ 0 h 936"/>
                  <a:gd name="T10" fmla="*/ 0 w 914"/>
                  <a:gd name="T11" fmla="*/ 0 h 936"/>
                  <a:gd name="T12" fmla="*/ 0 w 914"/>
                  <a:gd name="T13" fmla="*/ 0 h 936"/>
                  <a:gd name="T14" fmla="*/ 0 w 914"/>
                  <a:gd name="T15" fmla="*/ 0 h 936"/>
                  <a:gd name="T16" fmla="*/ 0 w 914"/>
                  <a:gd name="T17" fmla="*/ 0 h 936"/>
                  <a:gd name="T18" fmla="*/ 0 w 914"/>
                  <a:gd name="T19" fmla="*/ 0 h 936"/>
                  <a:gd name="T20" fmla="*/ 0 w 914"/>
                  <a:gd name="T21" fmla="*/ 0 h 936"/>
                  <a:gd name="T22" fmla="*/ 0 w 914"/>
                  <a:gd name="T23" fmla="*/ 0 h 936"/>
                  <a:gd name="T24" fmla="*/ 0 w 914"/>
                  <a:gd name="T25" fmla="*/ 0 h 936"/>
                  <a:gd name="T26" fmla="*/ 0 w 914"/>
                  <a:gd name="T27" fmla="*/ 0 h 936"/>
                  <a:gd name="T28" fmla="*/ 0 w 914"/>
                  <a:gd name="T29" fmla="*/ 0 h 9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14"/>
                  <a:gd name="T46" fmla="*/ 0 h 936"/>
                  <a:gd name="T47" fmla="*/ 914 w 914"/>
                  <a:gd name="T48" fmla="*/ 936 h 9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14" h="936">
                    <a:moveTo>
                      <a:pt x="635" y="499"/>
                    </a:moveTo>
                    <a:lnTo>
                      <a:pt x="714" y="607"/>
                    </a:lnTo>
                    <a:lnTo>
                      <a:pt x="844" y="936"/>
                    </a:lnTo>
                    <a:lnTo>
                      <a:pt x="899" y="855"/>
                    </a:lnTo>
                    <a:lnTo>
                      <a:pt x="914" y="581"/>
                    </a:lnTo>
                    <a:lnTo>
                      <a:pt x="914" y="510"/>
                    </a:lnTo>
                    <a:lnTo>
                      <a:pt x="859" y="462"/>
                    </a:lnTo>
                    <a:lnTo>
                      <a:pt x="767" y="381"/>
                    </a:lnTo>
                    <a:lnTo>
                      <a:pt x="686" y="224"/>
                    </a:lnTo>
                    <a:lnTo>
                      <a:pt x="541" y="79"/>
                    </a:lnTo>
                    <a:lnTo>
                      <a:pt x="356" y="40"/>
                    </a:lnTo>
                    <a:lnTo>
                      <a:pt x="145" y="0"/>
                    </a:lnTo>
                    <a:lnTo>
                      <a:pt x="0" y="51"/>
                    </a:lnTo>
                    <a:lnTo>
                      <a:pt x="15" y="593"/>
                    </a:lnTo>
                    <a:lnTo>
                      <a:pt x="635" y="499"/>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 name="Freeform 48"/>
              <p:cNvSpPr>
                <a:spLocks/>
              </p:cNvSpPr>
              <p:nvPr/>
            </p:nvSpPr>
            <p:spPr bwMode="auto">
              <a:xfrm>
                <a:off x="2169" y="1613"/>
                <a:ext cx="31" cy="12"/>
              </a:xfrm>
              <a:custGeom>
                <a:avLst/>
                <a:gdLst>
                  <a:gd name="T0" fmla="*/ 0 w 251"/>
                  <a:gd name="T1" fmla="*/ 0 h 93"/>
                  <a:gd name="T2" fmla="*/ 0 w 251"/>
                  <a:gd name="T3" fmla="*/ 0 h 93"/>
                  <a:gd name="T4" fmla="*/ 0 w 251"/>
                  <a:gd name="T5" fmla="*/ 0 h 93"/>
                  <a:gd name="T6" fmla="*/ 0 w 251"/>
                  <a:gd name="T7" fmla="*/ 0 h 93"/>
                  <a:gd name="T8" fmla="*/ 0 w 251"/>
                  <a:gd name="T9" fmla="*/ 0 h 93"/>
                  <a:gd name="T10" fmla="*/ 0 w 251"/>
                  <a:gd name="T11" fmla="*/ 0 h 93"/>
                  <a:gd name="T12" fmla="*/ 0 60000 65536"/>
                  <a:gd name="T13" fmla="*/ 0 60000 65536"/>
                  <a:gd name="T14" fmla="*/ 0 60000 65536"/>
                  <a:gd name="T15" fmla="*/ 0 60000 65536"/>
                  <a:gd name="T16" fmla="*/ 0 60000 65536"/>
                  <a:gd name="T17" fmla="*/ 0 60000 65536"/>
                  <a:gd name="T18" fmla="*/ 0 w 251"/>
                  <a:gd name="T19" fmla="*/ 0 h 93"/>
                  <a:gd name="T20" fmla="*/ 251 w 251"/>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251" h="93">
                    <a:moveTo>
                      <a:pt x="0" y="55"/>
                    </a:moveTo>
                    <a:lnTo>
                      <a:pt x="147" y="70"/>
                    </a:lnTo>
                    <a:lnTo>
                      <a:pt x="251" y="93"/>
                    </a:lnTo>
                    <a:lnTo>
                      <a:pt x="196" y="0"/>
                    </a:lnTo>
                    <a:lnTo>
                      <a:pt x="53" y="0"/>
                    </a:lnTo>
                    <a:lnTo>
                      <a:pt x="0" y="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 name="Freeform 49"/>
              <p:cNvSpPr>
                <a:spLocks/>
              </p:cNvSpPr>
              <p:nvPr/>
            </p:nvSpPr>
            <p:spPr bwMode="auto">
              <a:xfrm>
                <a:off x="2240" y="1627"/>
                <a:ext cx="23" cy="14"/>
              </a:xfrm>
              <a:custGeom>
                <a:avLst/>
                <a:gdLst>
                  <a:gd name="T0" fmla="*/ 0 w 183"/>
                  <a:gd name="T1" fmla="*/ 0 h 119"/>
                  <a:gd name="T2" fmla="*/ 0 w 183"/>
                  <a:gd name="T3" fmla="*/ 0 h 119"/>
                  <a:gd name="T4" fmla="*/ 0 w 183"/>
                  <a:gd name="T5" fmla="*/ 0 h 119"/>
                  <a:gd name="T6" fmla="*/ 0 w 183"/>
                  <a:gd name="T7" fmla="*/ 0 h 119"/>
                  <a:gd name="T8" fmla="*/ 0 w 183"/>
                  <a:gd name="T9" fmla="*/ 0 h 119"/>
                  <a:gd name="T10" fmla="*/ 0 w 183"/>
                  <a:gd name="T11" fmla="*/ 0 h 119"/>
                  <a:gd name="T12" fmla="*/ 0 60000 65536"/>
                  <a:gd name="T13" fmla="*/ 0 60000 65536"/>
                  <a:gd name="T14" fmla="*/ 0 60000 65536"/>
                  <a:gd name="T15" fmla="*/ 0 60000 65536"/>
                  <a:gd name="T16" fmla="*/ 0 60000 65536"/>
                  <a:gd name="T17" fmla="*/ 0 60000 65536"/>
                  <a:gd name="T18" fmla="*/ 0 w 183"/>
                  <a:gd name="T19" fmla="*/ 0 h 119"/>
                  <a:gd name="T20" fmla="*/ 183 w 183"/>
                  <a:gd name="T21" fmla="*/ 119 h 119"/>
                </a:gdLst>
                <a:ahLst/>
                <a:cxnLst>
                  <a:cxn ang="T12">
                    <a:pos x="T0" y="T1"/>
                  </a:cxn>
                  <a:cxn ang="T13">
                    <a:pos x="T2" y="T3"/>
                  </a:cxn>
                  <a:cxn ang="T14">
                    <a:pos x="T4" y="T5"/>
                  </a:cxn>
                  <a:cxn ang="T15">
                    <a:pos x="T6" y="T7"/>
                  </a:cxn>
                  <a:cxn ang="T16">
                    <a:pos x="T8" y="T9"/>
                  </a:cxn>
                  <a:cxn ang="T17">
                    <a:pos x="T10" y="T11"/>
                  </a:cxn>
                </a:cxnLst>
                <a:rect l="T18" t="T19" r="T20" b="T21"/>
                <a:pathLst>
                  <a:path w="183" h="119">
                    <a:moveTo>
                      <a:pt x="0" y="66"/>
                    </a:moveTo>
                    <a:lnTo>
                      <a:pt x="106" y="119"/>
                    </a:lnTo>
                    <a:lnTo>
                      <a:pt x="183" y="105"/>
                    </a:lnTo>
                    <a:lnTo>
                      <a:pt x="172" y="77"/>
                    </a:lnTo>
                    <a:lnTo>
                      <a:pt x="37" y="0"/>
                    </a:lnTo>
                    <a:lnTo>
                      <a:pt x="0" y="6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 name="Freeform 50"/>
              <p:cNvSpPr>
                <a:spLocks/>
              </p:cNvSpPr>
              <p:nvPr/>
            </p:nvSpPr>
            <p:spPr bwMode="auto">
              <a:xfrm>
                <a:off x="2509" y="1541"/>
                <a:ext cx="28" cy="11"/>
              </a:xfrm>
              <a:custGeom>
                <a:avLst/>
                <a:gdLst>
                  <a:gd name="T0" fmla="*/ 0 w 218"/>
                  <a:gd name="T1" fmla="*/ 0 h 86"/>
                  <a:gd name="T2" fmla="*/ 0 w 218"/>
                  <a:gd name="T3" fmla="*/ 0 h 86"/>
                  <a:gd name="T4" fmla="*/ 0 w 218"/>
                  <a:gd name="T5" fmla="*/ 0 h 86"/>
                  <a:gd name="T6" fmla="*/ 0 w 218"/>
                  <a:gd name="T7" fmla="*/ 0 h 86"/>
                  <a:gd name="T8" fmla="*/ 0 w 218"/>
                  <a:gd name="T9" fmla="*/ 0 h 86"/>
                  <a:gd name="T10" fmla="*/ 0 w 218"/>
                  <a:gd name="T11" fmla="*/ 0 h 86"/>
                  <a:gd name="T12" fmla="*/ 0 w 218"/>
                  <a:gd name="T13" fmla="*/ 0 h 86"/>
                  <a:gd name="T14" fmla="*/ 0 w 218"/>
                  <a:gd name="T15" fmla="*/ 0 h 86"/>
                  <a:gd name="T16" fmla="*/ 0 w 218"/>
                  <a:gd name="T17" fmla="*/ 0 h 8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8"/>
                  <a:gd name="T28" fmla="*/ 0 h 86"/>
                  <a:gd name="T29" fmla="*/ 218 w 218"/>
                  <a:gd name="T30" fmla="*/ 86 h 8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8" h="86">
                    <a:moveTo>
                      <a:pt x="0" y="14"/>
                    </a:moveTo>
                    <a:lnTo>
                      <a:pt x="62" y="60"/>
                    </a:lnTo>
                    <a:lnTo>
                      <a:pt x="97" y="86"/>
                    </a:lnTo>
                    <a:lnTo>
                      <a:pt x="181" y="86"/>
                    </a:lnTo>
                    <a:lnTo>
                      <a:pt x="218" y="58"/>
                    </a:lnTo>
                    <a:lnTo>
                      <a:pt x="177" y="9"/>
                    </a:lnTo>
                    <a:lnTo>
                      <a:pt x="103" y="0"/>
                    </a:lnTo>
                    <a:lnTo>
                      <a:pt x="20" y="9"/>
                    </a:lnTo>
                    <a:lnTo>
                      <a:pt x="0" y="1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 name="Freeform 51"/>
              <p:cNvSpPr>
                <a:spLocks/>
              </p:cNvSpPr>
              <p:nvPr/>
            </p:nvSpPr>
            <p:spPr bwMode="auto">
              <a:xfrm>
                <a:off x="2568" y="1545"/>
                <a:ext cx="27" cy="10"/>
              </a:xfrm>
              <a:custGeom>
                <a:avLst/>
                <a:gdLst>
                  <a:gd name="T0" fmla="*/ 0 w 216"/>
                  <a:gd name="T1" fmla="*/ 0 h 83"/>
                  <a:gd name="T2" fmla="*/ 0 w 216"/>
                  <a:gd name="T3" fmla="*/ 0 h 83"/>
                  <a:gd name="T4" fmla="*/ 0 w 216"/>
                  <a:gd name="T5" fmla="*/ 0 h 83"/>
                  <a:gd name="T6" fmla="*/ 0 w 216"/>
                  <a:gd name="T7" fmla="*/ 0 h 83"/>
                  <a:gd name="T8" fmla="*/ 0 w 216"/>
                  <a:gd name="T9" fmla="*/ 0 h 83"/>
                  <a:gd name="T10" fmla="*/ 0 w 216"/>
                  <a:gd name="T11" fmla="*/ 0 h 83"/>
                  <a:gd name="T12" fmla="*/ 0 w 216"/>
                  <a:gd name="T13" fmla="*/ 0 h 83"/>
                  <a:gd name="T14" fmla="*/ 0 w 216"/>
                  <a:gd name="T15" fmla="*/ 0 h 83"/>
                  <a:gd name="T16" fmla="*/ 0 w 216"/>
                  <a:gd name="T17" fmla="*/ 0 h 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6"/>
                  <a:gd name="T28" fmla="*/ 0 h 83"/>
                  <a:gd name="T29" fmla="*/ 216 w 216"/>
                  <a:gd name="T30" fmla="*/ 83 h 8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6" h="83">
                    <a:moveTo>
                      <a:pt x="0" y="48"/>
                    </a:moveTo>
                    <a:lnTo>
                      <a:pt x="50" y="7"/>
                    </a:lnTo>
                    <a:lnTo>
                      <a:pt x="130" y="0"/>
                    </a:lnTo>
                    <a:lnTo>
                      <a:pt x="216" y="35"/>
                    </a:lnTo>
                    <a:lnTo>
                      <a:pt x="163" y="66"/>
                    </a:lnTo>
                    <a:lnTo>
                      <a:pt x="121" y="81"/>
                    </a:lnTo>
                    <a:lnTo>
                      <a:pt x="75" y="83"/>
                    </a:lnTo>
                    <a:lnTo>
                      <a:pt x="18" y="62"/>
                    </a:lnTo>
                    <a:lnTo>
                      <a:pt x="0" y="4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8" name="Freeform 52"/>
              <p:cNvSpPr>
                <a:spLocks/>
              </p:cNvSpPr>
              <p:nvPr/>
            </p:nvSpPr>
            <p:spPr bwMode="auto">
              <a:xfrm>
                <a:off x="2528" y="1606"/>
                <a:ext cx="43" cy="9"/>
              </a:xfrm>
              <a:custGeom>
                <a:avLst/>
                <a:gdLst>
                  <a:gd name="T0" fmla="*/ 0 w 350"/>
                  <a:gd name="T1" fmla="*/ 0 h 67"/>
                  <a:gd name="T2" fmla="*/ 0 w 350"/>
                  <a:gd name="T3" fmla="*/ 0 h 67"/>
                  <a:gd name="T4" fmla="*/ 0 w 350"/>
                  <a:gd name="T5" fmla="*/ 0 h 67"/>
                  <a:gd name="T6" fmla="*/ 0 w 350"/>
                  <a:gd name="T7" fmla="*/ 0 h 67"/>
                  <a:gd name="T8" fmla="*/ 0 w 350"/>
                  <a:gd name="T9" fmla="*/ 0 h 67"/>
                  <a:gd name="T10" fmla="*/ 0 w 350"/>
                  <a:gd name="T11" fmla="*/ 0 h 67"/>
                  <a:gd name="T12" fmla="*/ 0 w 350"/>
                  <a:gd name="T13" fmla="*/ 0 h 67"/>
                  <a:gd name="T14" fmla="*/ 0 w 350"/>
                  <a:gd name="T15" fmla="*/ 0 h 67"/>
                  <a:gd name="T16" fmla="*/ 0 w 350"/>
                  <a:gd name="T17" fmla="*/ 0 h 67"/>
                  <a:gd name="T18" fmla="*/ 0 w 350"/>
                  <a:gd name="T19" fmla="*/ 0 h 67"/>
                  <a:gd name="T20" fmla="*/ 0 w 350"/>
                  <a:gd name="T21" fmla="*/ 0 h 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0"/>
                  <a:gd name="T34" fmla="*/ 0 h 67"/>
                  <a:gd name="T35" fmla="*/ 350 w 350"/>
                  <a:gd name="T36" fmla="*/ 67 h 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0" h="67">
                    <a:moveTo>
                      <a:pt x="0" y="4"/>
                    </a:moveTo>
                    <a:lnTo>
                      <a:pt x="82" y="50"/>
                    </a:lnTo>
                    <a:lnTo>
                      <a:pt x="203" y="67"/>
                    </a:lnTo>
                    <a:lnTo>
                      <a:pt x="260" y="65"/>
                    </a:lnTo>
                    <a:lnTo>
                      <a:pt x="299" y="46"/>
                    </a:lnTo>
                    <a:lnTo>
                      <a:pt x="332" y="21"/>
                    </a:lnTo>
                    <a:lnTo>
                      <a:pt x="350" y="0"/>
                    </a:lnTo>
                    <a:lnTo>
                      <a:pt x="249" y="6"/>
                    </a:lnTo>
                    <a:lnTo>
                      <a:pt x="194" y="14"/>
                    </a:lnTo>
                    <a:lnTo>
                      <a:pt x="108" y="4"/>
                    </a:lnTo>
                    <a:lnTo>
                      <a:pt x="0" y="4"/>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9" name="Freeform 53"/>
              <p:cNvSpPr>
                <a:spLocks/>
              </p:cNvSpPr>
              <p:nvPr/>
            </p:nvSpPr>
            <p:spPr bwMode="auto">
              <a:xfrm>
                <a:off x="3253" y="1642"/>
                <a:ext cx="591" cy="522"/>
              </a:xfrm>
              <a:custGeom>
                <a:avLst/>
                <a:gdLst>
                  <a:gd name="T0" fmla="*/ 0 w 4729"/>
                  <a:gd name="T1" fmla="*/ 0 h 4178"/>
                  <a:gd name="T2" fmla="*/ 0 w 4729"/>
                  <a:gd name="T3" fmla="*/ 0 h 4178"/>
                  <a:gd name="T4" fmla="*/ 0 w 4729"/>
                  <a:gd name="T5" fmla="*/ 0 h 4178"/>
                  <a:gd name="T6" fmla="*/ 0 w 4729"/>
                  <a:gd name="T7" fmla="*/ 0 h 4178"/>
                  <a:gd name="T8" fmla="*/ 0 w 4729"/>
                  <a:gd name="T9" fmla="*/ 0 h 4178"/>
                  <a:gd name="T10" fmla="*/ 0 w 4729"/>
                  <a:gd name="T11" fmla="*/ 0 h 4178"/>
                  <a:gd name="T12" fmla="*/ 0 w 4729"/>
                  <a:gd name="T13" fmla="*/ 0 h 4178"/>
                  <a:gd name="T14" fmla="*/ 0 w 4729"/>
                  <a:gd name="T15" fmla="*/ 0 h 4178"/>
                  <a:gd name="T16" fmla="*/ 0 w 4729"/>
                  <a:gd name="T17" fmla="*/ 0 h 4178"/>
                  <a:gd name="T18" fmla="*/ 0 w 4729"/>
                  <a:gd name="T19" fmla="*/ 0 h 4178"/>
                  <a:gd name="T20" fmla="*/ 0 w 4729"/>
                  <a:gd name="T21" fmla="*/ 0 h 4178"/>
                  <a:gd name="T22" fmla="*/ 0 w 4729"/>
                  <a:gd name="T23" fmla="*/ 0 h 4178"/>
                  <a:gd name="T24" fmla="*/ 0 w 4729"/>
                  <a:gd name="T25" fmla="*/ 0 h 4178"/>
                  <a:gd name="T26" fmla="*/ 0 w 4729"/>
                  <a:gd name="T27" fmla="*/ 0 h 4178"/>
                  <a:gd name="T28" fmla="*/ 0 w 4729"/>
                  <a:gd name="T29" fmla="*/ 0 h 4178"/>
                  <a:gd name="T30" fmla="*/ 0 w 4729"/>
                  <a:gd name="T31" fmla="*/ 0 h 4178"/>
                  <a:gd name="T32" fmla="*/ 0 w 4729"/>
                  <a:gd name="T33" fmla="*/ 0 h 4178"/>
                  <a:gd name="T34" fmla="*/ 0 w 4729"/>
                  <a:gd name="T35" fmla="*/ 0 h 4178"/>
                  <a:gd name="T36" fmla="*/ 0 w 4729"/>
                  <a:gd name="T37" fmla="*/ 0 h 4178"/>
                  <a:gd name="T38" fmla="*/ 0 w 4729"/>
                  <a:gd name="T39" fmla="*/ 0 h 4178"/>
                  <a:gd name="T40" fmla="*/ 0 w 4729"/>
                  <a:gd name="T41" fmla="*/ 0 h 4178"/>
                  <a:gd name="T42" fmla="*/ 0 w 4729"/>
                  <a:gd name="T43" fmla="*/ 0 h 4178"/>
                  <a:gd name="T44" fmla="*/ 0 w 4729"/>
                  <a:gd name="T45" fmla="*/ 0 h 4178"/>
                  <a:gd name="T46" fmla="*/ 0 w 4729"/>
                  <a:gd name="T47" fmla="*/ 0 h 4178"/>
                  <a:gd name="T48" fmla="*/ 0 w 4729"/>
                  <a:gd name="T49" fmla="*/ 0 h 4178"/>
                  <a:gd name="T50" fmla="*/ 0 w 4729"/>
                  <a:gd name="T51" fmla="*/ 0 h 4178"/>
                  <a:gd name="T52" fmla="*/ 0 w 4729"/>
                  <a:gd name="T53" fmla="*/ 0 h 4178"/>
                  <a:gd name="T54" fmla="*/ 0 w 4729"/>
                  <a:gd name="T55" fmla="*/ 0 h 4178"/>
                  <a:gd name="T56" fmla="*/ 0 w 4729"/>
                  <a:gd name="T57" fmla="*/ 0 h 4178"/>
                  <a:gd name="T58" fmla="*/ 0 w 4729"/>
                  <a:gd name="T59" fmla="*/ 0 h 4178"/>
                  <a:gd name="T60" fmla="*/ 0 w 4729"/>
                  <a:gd name="T61" fmla="*/ 0 h 4178"/>
                  <a:gd name="T62" fmla="*/ 0 w 4729"/>
                  <a:gd name="T63" fmla="*/ 0 h 4178"/>
                  <a:gd name="T64" fmla="*/ 0 w 4729"/>
                  <a:gd name="T65" fmla="*/ 0 h 4178"/>
                  <a:gd name="T66" fmla="*/ 0 w 4729"/>
                  <a:gd name="T67" fmla="*/ 0 h 4178"/>
                  <a:gd name="T68" fmla="*/ 0 w 4729"/>
                  <a:gd name="T69" fmla="*/ 0 h 4178"/>
                  <a:gd name="T70" fmla="*/ 0 w 4729"/>
                  <a:gd name="T71" fmla="*/ 0 h 4178"/>
                  <a:gd name="T72" fmla="*/ 0 w 4729"/>
                  <a:gd name="T73" fmla="*/ 0 h 4178"/>
                  <a:gd name="T74" fmla="*/ 0 w 4729"/>
                  <a:gd name="T75" fmla="*/ 0 h 4178"/>
                  <a:gd name="T76" fmla="*/ 0 w 4729"/>
                  <a:gd name="T77" fmla="*/ 0 h 4178"/>
                  <a:gd name="T78" fmla="*/ 0 w 4729"/>
                  <a:gd name="T79" fmla="*/ 0 h 4178"/>
                  <a:gd name="T80" fmla="*/ 0 w 4729"/>
                  <a:gd name="T81" fmla="*/ 0 h 4178"/>
                  <a:gd name="T82" fmla="*/ 0 w 4729"/>
                  <a:gd name="T83" fmla="*/ 0 h 4178"/>
                  <a:gd name="T84" fmla="*/ 0 w 4729"/>
                  <a:gd name="T85" fmla="*/ 0 h 4178"/>
                  <a:gd name="T86" fmla="*/ 0 w 4729"/>
                  <a:gd name="T87" fmla="*/ 0 h 4178"/>
                  <a:gd name="T88" fmla="*/ 0 w 4729"/>
                  <a:gd name="T89" fmla="*/ 0 h 4178"/>
                  <a:gd name="T90" fmla="*/ 0 w 4729"/>
                  <a:gd name="T91" fmla="*/ 0 h 4178"/>
                  <a:gd name="T92" fmla="*/ 0 w 4729"/>
                  <a:gd name="T93" fmla="*/ 0 h 4178"/>
                  <a:gd name="T94" fmla="*/ 0 w 4729"/>
                  <a:gd name="T95" fmla="*/ 0 h 417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729"/>
                  <a:gd name="T145" fmla="*/ 0 h 4178"/>
                  <a:gd name="T146" fmla="*/ 4729 w 4729"/>
                  <a:gd name="T147" fmla="*/ 4178 h 417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729" h="4178">
                    <a:moveTo>
                      <a:pt x="602" y="3182"/>
                    </a:moveTo>
                    <a:lnTo>
                      <a:pt x="1411" y="2760"/>
                    </a:lnTo>
                    <a:lnTo>
                      <a:pt x="1677" y="2463"/>
                    </a:lnTo>
                    <a:lnTo>
                      <a:pt x="1928" y="3087"/>
                    </a:lnTo>
                    <a:lnTo>
                      <a:pt x="1940" y="3300"/>
                    </a:lnTo>
                    <a:lnTo>
                      <a:pt x="1846" y="3325"/>
                    </a:lnTo>
                    <a:lnTo>
                      <a:pt x="1640" y="3288"/>
                    </a:lnTo>
                    <a:lnTo>
                      <a:pt x="1486" y="3279"/>
                    </a:lnTo>
                    <a:lnTo>
                      <a:pt x="1398" y="3241"/>
                    </a:lnTo>
                    <a:lnTo>
                      <a:pt x="1218" y="3265"/>
                    </a:lnTo>
                    <a:lnTo>
                      <a:pt x="1050" y="3230"/>
                    </a:lnTo>
                    <a:lnTo>
                      <a:pt x="844" y="3168"/>
                    </a:lnTo>
                    <a:lnTo>
                      <a:pt x="672" y="3254"/>
                    </a:lnTo>
                    <a:lnTo>
                      <a:pt x="541" y="3491"/>
                    </a:lnTo>
                    <a:lnTo>
                      <a:pt x="640" y="3841"/>
                    </a:lnTo>
                    <a:lnTo>
                      <a:pt x="1070" y="3903"/>
                    </a:lnTo>
                    <a:lnTo>
                      <a:pt x="1640" y="4032"/>
                    </a:lnTo>
                    <a:lnTo>
                      <a:pt x="2013" y="4139"/>
                    </a:lnTo>
                    <a:lnTo>
                      <a:pt x="2919" y="4178"/>
                    </a:lnTo>
                    <a:lnTo>
                      <a:pt x="3270" y="4153"/>
                    </a:lnTo>
                    <a:lnTo>
                      <a:pt x="3620" y="4056"/>
                    </a:lnTo>
                    <a:lnTo>
                      <a:pt x="4667" y="2951"/>
                    </a:lnTo>
                    <a:lnTo>
                      <a:pt x="4729" y="1824"/>
                    </a:lnTo>
                    <a:lnTo>
                      <a:pt x="4584" y="1298"/>
                    </a:lnTo>
                    <a:lnTo>
                      <a:pt x="4425" y="1019"/>
                    </a:lnTo>
                    <a:lnTo>
                      <a:pt x="4138" y="639"/>
                    </a:lnTo>
                    <a:lnTo>
                      <a:pt x="3595" y="384"/>
                    </a:lnTo>
                    <a:lnTo>
                      <a:pt x="3450" y="422"/>
                    </a:lnTo>
                    <a:lnTo>
                      <a:pt x="3342" y="362"/>
                    </a:lnTo>
                    <a:lnTo>
                      <a:pt x="3256" y="194"/>
                    </a:lnTo>
                    <a:lnTo>
                      <a:pt x="3053" y="121"/>
                    </a:lnTo>
                    <a:lnTo>
                      <a:pt x="2872" y="0"/>
                    </a:lnTo>
                    <a:lnTo>
                      <a:pt x="2666" y="12"/>
                    </a:lnTo>
                    <a:lnTo>
                      <a:pt x="1709" y="602"/>
                    </a:lnTo>
                    <a:lnTo>
                      <a:pt x="1558" y="720"/>
                    </a:lnTo>
                    <a:lnTo>
                      <a:pt x="1460" y="817"/>
                    </a:lnTo>
                    <a:lnTo>
                      <a:pt x="1281" y="911"/>
                    </a:lnTo>
                    <a:lnTo>
                      <a:pt x="1070" y="1503"/>
                    </a:lnTo>
                    <a:lnTo>
                      <a:pt x="1064" y="1702"/>
                    </a:lnTo>
                    <a:lnTo>
                      <a:pt x="989" y="1979"/>
                    </a:lnTo>
                    <a:lnTo>
                      <a:pt x="808" y="2039"/>
                    </a:lnTo>
                    <a:lnTo>
                      <a:pt x="723" y="2136"/>
                    </a:lnTo>
                    <a:lnTo>
                      <a:pt x="699" y="2259"/>
                    </a:lnTo>
                    <a:lnTo>
                      <a:pt x="578" y="2377"/>
                    </a:lnTo>
                    <a:lnTo>
                      <a:pt x="240" y="2606"/>
                    </a:lnTo>
                    <a:lnTo>
                      <a:pt x="0" y="2917"/>
                    </a:lnTo>
                    <a:lnTo>
                      <a:pt x="277" y="3145"/>
                    </a:lnTo>
                    <a:lnTo>
                      <a:pt x="602" y="318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0" name="Freeform 54"/>
              <p:cNvSpPr>
                <a:spLocks/>
              </p:cNvSpPr>
              <p:nvPr/>
            </p:nvSpPr>
            <p:spPr bwMode="auto">
              <a:xfrm>
                <a:off x="3313" y="1776"/>
                <a:ext cx="174" cy="272"/>
              </a:xfrm>
              <a:custGeom>
                <a:avLst/>
                <a:gdLst>
                  <a:gd name="T0" fmla="*/ 0 w 1387"/>
                  <a:gd name="T1" fmla="*/ 0 h 2184"/>
                  <a:gd name="T2" fmla="*/ 0 w 1387"/>
                  <a:gd name="T3" fmla="*/ 0 h 2184"/>
                  <a:gd name="T4" fmla="*/ 0 w 1387"/>
                  <a:gd name="T5" fmla="*/ 0 h 2184"/>
                  <a:gd name="T6" fmla="*/ 0 w 1387"/>
                  <a:gd name="T7" fmla="*/ 0 h 2184"/>
                  <a:gd name="T8" fmla="*/ 0 w 1387"/>
                  <a:gd name="T9" fmla="*/ 0 h 2184"/>
                  <a:gd name="T10" fmla="*/ 0 w 1387"/>
                  <a:gd name="T11" fmla="*/ 0 h 2184"/>
                  <a:gd name="T12" fmla="*/ 0 w 1387"/>
                  <a:gd name="T13" fmla="*/ 0 h 2184"/>
                  <a:gd name="T14" fmla="*/ 0 w 1387"/>
                  <a:gd name="T15" fmla="*/ 0 h 2184"/>
                  <a:gd name="T16" fmla="*/ 0 w 1387"/>
                  <a:gd name="T17" fmla="*/ 0 h 2184"/>
                  <a:gd name="T18" fmla="*/ 0 w 1387"/>
                  <a:gd name="T19" fmla="*/ 0 h 2184"/>
                  <a:gd name="T20" fmla="*/ 0 w 1387"/>
                  <a:gd name="T21" fmla="*/ 0 h 2184"/>
                  <a:gd name="T22" fmla="*/ 0 w 1387"/>
                  <a:gd name="T23" fmla="*/ 0 h 2184"/>
                  <a:gd name="T24" fmla="*/ 0 w 1387"/>
                  <a:gd name="T25" fmla="*/ 0 h 2184"/>
                  <a:gd name="T26" fmla="*/ 0 w 1387"/>
                  <a:gd name="T27" fmla="*/ 0 h 2184"/>
                  <a:gd name="T28" fmla="*/ 0 w 1387"/>
                  <a:gd name="T29" fmla="*/ 0 h 2184"/>
                  <a:gd name="T30" fmla="*/ 0 w 1387"/>
                  <a:gd name="T31" fmla="*/ 0 h 2184"/>
                  <a:gd name="T32" fmla="*/ 0 w 1387"/>
                  <a:gd name="T33" fmla="*/ 0 h 2184"/>
                  <a:gd name="T34" fmla="*/ 0 w 1387"/>
                  <a:gd name="T35" fmla="*/ 0 h 2184"/>
                  <a:gd name="T36" fmla="*/ 0 w 1387"/>
                  <a:gd name="T37" fmla="*/ 0 h 2184"/>
                  <a:gd name="T38" fmla="*/ 0 w 1387"/>
                  <a:gd name="T39" fmla="*/ 0 h 2184"/>
                  <a:gd name="T40" fmla="*/ 0 w 1387"/>
                  <a:gd name="T41" fmla="*/ 0 h 2184"/>
                  <a:gd name="T42" fmla="*/ 0 w 1387"/>
                  <a:gd name="T43" fmla="*/ 0 h 2184"/>
                  <a:gd name="T44" fmla="*/ 0 w 1387"/>
                  <a:gd name="T45" fmla="*/ 0 h 2184"/>
                  <a:gd name="T46" fmla="*/ 0 w 1387"/>
                  <a:gd name="T47" fmla="*/ 0 h 2184"/>
                  <a:gd name="T48" fmla="*/ 0 w 1387"/>
                  <a:gd name="T49" fmla="*/ 0 h 2184"/>
                  <a:gd name="T50" fmla="*/ 0 w 1387"/>
                  <a:gd name="T51" fmla="*/ 0 h 2184"/>
                  <a:gd name="T52" fmla="*/ 0 w 1387"/>
                  <a:gd name="T53" fmla="*/ 0 h 2184"/>
                  <a:gd name="T54" fmla="*/ 0 w 1387"/>
                  <a:gd name="T55" fmla="*/ 0 h 2184"/>
                  <a:gd name="T56" fmla="*/ 0 w 1387"/>
                  <a:gd name="T57" fmla="*/ 0 h 2184"/>
                  <a:gd name="T58" fmla="*/ 0 w 1387"/>
                  <a:gd name="T59" fmla="*/ 0 h 2184"/>
                  <a:gd name="T60" fmla="*/ 0 w 1387"/>
                  <a:gd name="T61" fmla="*/ 0 h 2184"/>
                  <a:gd name="T62" fmla="*/ 0 w 1387"/>
                  <a:gd name="T63" fmla="*/ 0 h 2184"/>
                  <a:gd name="T64" fmla="*/ 0 w 1387"/>
                  <a:gd name="T65" fmla="*/ 0 h 2184"/>
                  <a:gd name="T66" fmla="*/ 0 w 1387"/>
                  <a:gd name="T67" fmla="*/ 0 h 2184"/>
                  <a:gd name="T68" fmla="*/ 0 w 1387"/>
                  <a:gd name="T69" fmla="*/ 0 h 2184"/>
                  <a:gd name="T70" fmla="*/ 0 w 1387"/>
                  <a:gd name="T71" fmla="*/ 0 h 2184"/>
                  <a:gd name="T72" fmla="*/ 0 w 1387"/>
                  <a:gd name="T73" fmla="*/ 0 h 2184"/>
                  <a:gd name="T74" fmla="*/ 0 w 1387"/>
                  <a:gd name="T75" fmla="*/ 0 h 2184"/>
                  <a:gd name="T76" fmla="*/ 0 w 1387"/>
                  <a:gd name="T77" fmla="*/ 0 h 2184"/>
                  <a:gd name="T78" fmla="*/ 0 w 1387"/>
                  <a:gd name="T79" fmla="*/ 0 h 2184"/>
                  <a:gd name="T80" fmla="*/ 0 w 1387"/>
                  <a:gd name="T81" fmla="*/ 0 h 2184"/>
                  <a:gd name="T82" fmla="*/ 0 w 1387"/>
                  <a:gd name="T83" fmla="*/ 0 h 2184"/>
                  <a:gd name="T84" fmla="*/ 0 w 1387"/>
                  <a:gd name="T85" fmla="*/ 0 h 218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387"/>
                  <a:gd name="T130" fmla="*/ 0 h 2184"/>
                  <a:gd name="T131" fmla="*/ 1387 w 1387"/>
                  <a:gd name="T132" fmla="*/ 2184 h 218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387" h="2184">
                    <a:moveTo>
                      <a:pt x="691" y="312"/>
                    </a:moveTo>
                    <a:lnTo>
                      <a:pt x="679" y="433"/>
                    </a:lnTo>
                    <a:lnTo>
                      <a:pt x="712" y="479"/>
                    </a:lnTo>
                    <a:lnTo>
                      <a:pt x="807" y="528"/>
                    </a:lnTo>
                    <a:lnTo>
                      <a:pt x="859" y="578"/>
                    </a:lnTo>
                    <a:lnTo>
                      <a:pt x="859" y="683"/>
                    </a:lnTo>
                    <a:lnTo>
                      <a:pt x="664" y="731"/>
                    </a:lnTo>
                    <a:lnTo>
                      <a:pt x="605" y="731"/>
                    </a:lnTo>
                    <a:lnTo>
                      <a:pt x="555" y="671"/>
                    </a:lnTo>
                    <a:lnTo>
                      <a:pt x="508" y="899"/>
                    </a:lnTo>
                    <a:lnTo>
                      <a:pt x="290" y="1031"/>
                    </a:lnTo>
                    <a:lnTo>
                      <a:pt x="664" y="899"/>
                    </a:lnTo>
                    <a:lnTo>
                      <a:pt x="749" y="899"/>
                    </a:lnTo>
                    <a:lnTo>
                      <a:pt x="712" y="945"/>
                    </a:lnTo>
                    <a:lnTo>
                      <a:pt x="447" y="1103"/>
                    </a:lnTo>
                    <a:lnTo>
                      <a:pt x="726" y="1103"/>
                    </a:lnTo>
                    <a:lnTo>
                      <a:pt x="737" y="1213"/>
                    </a:lnTo>
                    <a:lnTo>
                      <a:pt x="133" y="1273"/>
                    </a:lnTo>
                    <a:lnTo>
                      <a:pt x="0" y="1369"/>
                    </a:lnTo>
                    <a:lnTo>
                      <a:pt x="170" y="1426"/>
                    </a:lnTo>
                    <a:lnTo>
                      <a:pt x="279" y="1525"/>
                    </a:lnTo>
                    <a:lnTo>
                      <a:pt x="290" y="1593"/>
                    </a:lnTo>
                    <a:lnTo>
                      <a:pt x="181" y="1690"/>
                    </a:lnTo>
                    <a:lnTo>
                      <a:pt x="181" y="1810"/>
                    </a:lnTo>
                    <a:lnTo>
                      <a:pt x="242" y="1932"/>
                    </a:lnTo>
                    <a:lnTo>
                      <a:pt x="84" y="2075"/>
                    </a:lnTo>
                    <a:lnTo>
                      <a:pt x="218" y="2184"/>
                    </a:lnTo>
                    <a:lnTo>
                      <a:pt x="373" y="2098"/>
                    </a:lnTo>
                    <a:lnTo>
                      <a:pt x="472" y="2123"/>
                    </a:lnTo>
                    <a:lnTo>
                      <a:pt x="679" y="1964"/>
                    </a:lnTo>
                    <a:lnTo>
                      <a:pt x="989" y="1630"/>
                    </a:lnTo>
                    <a:lnTo>
                      <a:pt x="1207" y="1379"/>
                    </a:lnTo>
                    <a:lnTo>
                      <a:pt x="1350" y="1752"/>
                    </a:lnTo>
                    <a:lnTo>
                      <a:pt x="1387" y="1358"/>
                    </a:lnTo>
                    <a:lnTo>
                      <a:pt x="1387" y="1199"/>
                    </a:lnTo>
                    <a:lnTo>
                      <a:pt x="1242" y="1093"/>
                    </a:lnTo>
                    <a:lnTo>
                      <a:pt x="1122" y="923"/>
                    </a:lnTo>
                    <a:lnTo>
                      <a:pt x="1014" y="740"/>
                    </a:lnTo>
                    <a:lnTo>
                      <a:pt x="930" y="528"/>
                    </a:lnTo>
                    <a:lnTo>
                      <a:pt x="834" y="228"/>
                    </a:lnTo>
                    <a:lnTo>
                      <a:pt x="800" y="0"/>
                    </a:lnTo>
                    <a:lnTo>
                      <a:pt x="700" y="215"/>
                    </a:lnTo>
                    <a:lnTo>
                      <a:pt x="691" y="312"/>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 name="Freeform 55"/>
              <p:cNvSpPr>
                <a:spLocks/>
              </p:cNvSpPr>
              <p:nvPr/>
            </p:nvSpPr>
            <p:spPr bwMode="auto">
              <a:xfrm>
                <a:off x="3401" y="1778"/>
                <a:ext cx="357" cy="391"/>
              </a:xfrm>
              <a:custGeom>
                <a:avLst/>
                <a:gdLst>
                  <a:gd name="T0" fmla="*/ 0 w 2861"/>
                  <a:gd name="T1" fmla="*/ 0 h 3124"/>
                  <a:gd name="T2" fmla="*/ 0 w 2861"/>
                  <a:gd name="T3" fmla="*/ 0 h 3124"/>
                  <a:gd name="T4" fmla="*/ 0 w 2861"/>
                  <a:gd name="T5" fmla="*/ 0 h 3124"/>
                  <a:gd name="T6" fmla="*/ 0 w 2861"/>
                  <a:gd name="T7" fmla="*/ 0 h 3124"/>
                  <a:gd name="T8" fmla="*/ 0 w 2861"/>
                  <a:gd name="T9" fmla="*/ 0 h 3124"/>
                  <a:gd name="T10" fmla="*/ 0 w 2861"/>
                  <a:gd name="T11" fmla="*/ 0 h 3124"/>
                  <a:gd name="T12" fmla="*/ 0 w 2861"/>
                  <a:gd name="T13" fmla="*/ 0 h 3124"/>
                  <a:gd name="T14" fmla="*/ 0 w 2861"/>
                  <a:gd name="T15" fmla="*/ 0 h 3124"/>
                  <a:gd name="T16" fmla="*/ 0 w 2861"/>
                  <a:gd name="T17" fmla="*/ 0 h 3124"/>
                  <a:gd name="T18" fmla="*/ 0 w 2861"/>
                  <a:gd name="T19" fmla="*/ 0 h 3124"/>
                  <a:gd name="T20" fmla="*/ 0 w 2861"/>
                  <a:gd name="T21" fmla="*/ 0 h 3124"/>
                  <a:gd name="T22" fmla="*/ 0 w 2861"/>
                  <a:gd name="T23" fmla="*/ 0 h 3124"/>
                  <a:gd name="T24" fmla="*/ 0 w 2861"/>
                  <a:gd name="T25" fmla="*/ 0 h 3124"/>
                  <a:gd name="T26" fmla="*/ 0 w 2861"/>
                  <a:gd name="T27" fmla="*/ 0 h 3124"/>
                  <a:gd name="T28" fmla="*/ 0 w 2861"/>
                  <a:gd name="T29" fmla="*/ 0 h 3124"/>
                  <a:gd name="T30" fmla="*/ 0 w 2861"/>
                  <a:gd name="T31" fmla="*/ 0 h 3124"/>
                  <a:gd name="T32" fmla="*/ 0 w 2861"/>
                  <a:gd name="T33" fmla="*/ 0 h 3124"/>
                  <a:gd name="T34" fmla="*/ 0 w 2861"/>
                  <a:gd name="T35" fmla="*/ 0 h 3124"/>
                  <a:gd name="T36" fmla="*/ 0 w 2861"/>
                  <a:gd name="T37" fmla="*/ 0 h 3124"/>
                  <a:gd name="T38" fmla="*/ 0 w 2861"/>
                  <a:gd name="T39" fmla="*/ 0 h 3124"/>
                  <a:gd name="T40" fmla="*/ 0 w 2861"/>
                  <a:gd name="T41" fmla="*/ 0 h 3124"/>
                  <a:gd name="T42" fmla="*/ 0 w 2861"/>
                  <a:gd name="T43" fmla="*/ 0 h 3124"/>
                  <a:gd name="T44" fmla="*/ 0 w 2861"/>
                  <a:gd name="T45" fmla="*/ 0 h 3124"/>
                  <a:gd name="T46" fmla="*/ 0 w 2861"/>
                  <a:gd name="T47" fmla="*/ 0 h 3124"/>
                  <a:gd name="T48" fmla="*/ 0 w 2861"/>
                  <a:gd name="T49" fmla="*/ 0 h 3124"/>
                  <a:gd name="T50" fmla="*/ 0 w 2861"/>
                  <a:gd name="T51" fmla="*/ 0 h 3124"/>
                  <a:gd name="T52" fmla="*/ 0 w 2861"/>
                  <a:gd name="T53" fmla="*/ 0 h 3124"/>
                  <a:gd name="T54" fmla="*/ 0 w 2861"/>
                  <a:gd name="T55" fmla="*/ 0 h 3124"/>
                  <a:gd name="T56" fmla="*/ 0 w 2861"/>
                  <a:gd name="T57" fmla="*/ 0 h 3124"/>
                  <a:gd name="T58" fmla="*/ 0 w 2861"/>
                  <a:gd name="T59" fmla="*/ 0 h 3124"/>
                  <a:gd name="T60" fmla="*/ 0 w 2861"/>
                  <a:gd name="T61" fmla="*/ 0 h 3124"/>
                  <a:gd name="T62" fmla="*/ 0 w 2861"/>
                  <a:gd name="T63" fmla="*/ 0 h 3124"/>
                  <a:gd name="T64" fmla="*/ 0 w 2861"/>
                  <a:gd name="T65" fmla="*/ 0 h 3124"/>
                  <a:gd name="T66" fmla="*/ 0 w 2861"/>
                  <a:gd name="T67" fmla="*/ 0 h 3124"/>
                  <a:gd name="T68" fmla="*/ 0 w 2861"/>
                  <a:gd name="T69" fmla="*/ 0 h 3124"/>
                  <a:gd name="T70" fmla="*/ 0 w 2861"/>
                  <a:gd name="T71" fmla="*/ 0 h 3124"/>
                  <a:gd name="T72" fmla="*/ 0 w 2861"/>
                  <a:gd name="T73" fmla="*/ 0 h 3124"/>
                  <a:gd name="T74" fmla="*/ 0 w 2861"/>
                  <a:gd name="T75" fmla="*/ 0 h 3124"/>
                  <a:gd name="T76" fmla="*/ 0 w 2861"/>
                  <a:gd name="T77" fmla="*/ 0 h 3124"/>
                  <a:gd name="T78" fmla="*/ 0 w 2861"/>
                  <a:gd name="T79" fmla="*/ 0 h 3124"/>
                  <a:gd name="T80" fmla="*/ 0 w 2861"/>
                  <a:gd name="T81" fmla="*/ 0 h 3124"/>
                  <a:gd name="T82" fmla="*/ 0 w 2861"/>
                  <a:gd name="T83" fmla="*/ 0 h 3124"/>
                  <a:gd name="T84" fmla="*/ 0 w 2861"/>
                  <a:gd name="T85" fmla="*/ 0 h 3124"/>
                  <a:gd name="T86" fmla="*/ 0 w 2861"/>
                  <a:gd name="T87" fmla="*/ 0 h 3124"/>
                  <a:gd name="T88" fmla="*/ 0 w 2861"/>
                  <a:gd name="T89" fmla="*/ 0 h 3124"/>
                  <a:gd name="T90" fmla="*/ 0 w 2861"/>
                  <a:gd name="T91" fmla="*/ 0 h 3124"/>
                  <a:gd name="T92" fmla="*/ 0 w 2861"/>
                  <a:gd name="T93" fmla="*/ 0 h 3124"/>
                  <a:gd name="T94" fmla="*/ 0 w 2861"/>
                  <a:gd name="T95" fmla="*/ 0 h 3124"/>
                  <a:gd name="T96" fmla="*/ 0 w 2861"/>
                  <a:gd name="T97" fmla="*/ 0 h 3124"/>
                  <a:gd name="T98" fmla="*/ 0 w 2861"/>
                  <a:gd name="T99" fmla="*/ 0 h 312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861"/>
                  <a:gd name="T151" fmla="*/ 0 h 3124"/>
                  <a:gd name="T152" fmla="*/ 2861 w 2861"/>
                  <a:gd name="T153" fmla="*/ 3124 h 312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861" h="3124">
                    <a:moveTo>
                      <a:pt x="988" y="1321"/>
                    </a:moveTo>
                    <a:lnTo>
                      <a:pt x="1377" y="1443"/>
                    </a:lnTo>
                    <a:lnTo>
                      <a:pt x="1691" y="1504"/>
                    </a:lnTo>
                    <a:lnTo>
                      <a:pt x="1909" y="1095"/>
                    </a:lnTo>
                    <a:lnTo>
                      <a:pt x="1895" y="698"/>
                    </a:lnTo>
                    <a:lnTo>
                      <a:pt x="2146" y="231"/>
                    </a:lnTo>
                    <a:lnTo>
                      <a:pt x="2642" y="0"/>
                    </a:lnTo>
                    <a:lnTo>
                      <a:pt x="2232" y="399"/>
                    </a:lnTo>
                    <a:lnTo>
                      <a:pt x="2111" y="770"/>
                    </a:lnTo>
                    <a:lnTo>
                      <a:pt x="2111" y="1168"/>
                    </a:lnTo>
                    <a:lnTo>
                      <a:pt x="2350" y="985"/>
                    </a:lnTo>
                    <a:lnTo>
                      <a:pt x="2665" y="627"/>
                    </a:lnTo>
                    <a:lnTo>
                      <a:pt x="2861" y="420"/>
                    </a:lnTo>
                    <a:lnTo>
                      <a:pt x="2861" y="590"/>
                    </a:lnTo>
                    <a:lnTo>
                      <a:pt x="2642" y="1010"/>
                    </a:lnTo>
                    <a:lnTo>
                      <a:pt x="2280" y="1478"/>
                    </a:lnTo>
                    <a:lnTo>
                      <a:pt x="1981" y="1741"/>
                    </a:lnTo>
                    <a:lnTo>
                      <a:pt x="1773" y="1838"/>
                    </a:lnTo>
                    <a:lnTo>
                      <a:pt x="1773" y="1959"/>
                    </a:lnTo>
                    <a:lnTo>
                      <a:pt x="1918" y="2188"/>
                    </a:lnTo>
                    <a:lnTo>
                      <a:pt x="2063" y="2545"/>
                    </a:lnTo>
                    <a:lnTo>
                      <a:pt x="1955" y="2451"/>
                    </a:lnTo>
                    <a:lnTo>
                      <a:pt x="1836" y="2333"/>
                    </a:lnTo>
                    <a:lnTo>
                      <a:pt x="1665" y="2257"/>
                    </a:lnTo>
                    <a:lnTo>
                      <a:pt x="1508" y="2222"/>
                    </a:lnTo>
                    <a:lnTo>
                      <a:pt x="1388" y="2197"/>
                    </a:lnTo>
                    <a:lnTo>
                      <a:pt x="1460" y="2429"/>
                    </a:lnTo>
                    <a:lnTo>
                      <a:pt x="1691" y="2621"/>
                    </a:lnTo>
                    <a:lnTo>
                      <a:pt x="1872" y="2725"/>
                    </a:lnTo>
                    <a:lnTo>
                      <a:pt x="1785" y="2534"/>
                    </a:lnTo>
                    <a:lnTo>
                      <a:pt x="1981" y="2582"/>
                    </a:lnTo>
                    <a:lnTo>
                      <a:pt x="2052" y="2750"/>
                    </a:lnTo>
                    <a:lnTo>
                      <a:pt x="2025" y="2978"/>
                    </a:lnTo>
                    <a:lnTo>
                      <a:pt x="1895" y="3110"/>
                    </a:lnTo>
                    <a:lnTo>
                      <a:pt x="1665" y="3124"/>
                    </a:lnTo>
                    <a:lnTo>
                      <a:pt x="1425" y="3001"/>
                    </a:lnTo>
                    <a:lnTo>
                      <a:pt x="1326" y="2796"/>
                    </a:lnTo>
                    <a:lnTo>
                      <a:pt x="1181" y="2400"/>
                    </a:lnTo>
                    <a:lnTo>
                      <a:pt x="988" y="2284"/>
                    </a:lnTo>
                    <a:lnTo>
                      <a:pt x="485" y="2391"/>
                    </a:lnTo>
                    <a:lnTo>
                      <a:pt x="171" y="2568"/>
                    </a:lnTo>
                    <a:lnTo>
                      <a:pt x="134" y="2499"/>
                    </a:lnTo>
                    <a:lnTo>
                      <a:pt x="217" y="2319"/>
                    </a:lnTo>
                    <a:lnTo>
                      <a:pt x="0" y="2400"/>
                    </a:lnTo>
                    <a:lnTo>
                      <a:pt x="87" y="2271"/>
                    </a:lnTo>
                    <a:lnTo>
                      <a:pt x="362" y="2197"/>
                    </a:lnTo>
                    <a:lnTo>
                      <a:pt x="558" y="2222"/>
                    </a:lnTo>
                    <a:lnTo>
                      <a:pt x="676" y="2234"/>
                    </a:lnTo>
                    <a:lnTo>
                      <a:pt x="950" y="2174"/>
                    </a:lnTo>
                    <a:lnTo>
                      <a:pt x="988" y="1321"/>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2" name="Freeform 56"/>
              <p:cNvSpPr>
                <a:spLocks/>
              </p:cNvSpPr>
              <p:nvPr/>
            </p:nvSpPr>
            <p:spPr bwMode="auto">
              <a:xfrm>
                <a:off x="3517" y="1777"/>
                <a:ext cx="63" cy="178"/>
              </a:xfrm>
              <a:custGeom>
                <a:avLst/>
                <a:gdLst>
                  <a:gd name="T0" fmla="*/ 0 w 507"/>
                  <a:gd name="T1" fmla="*/ 0 h 1428"/>
                  <a:gd name="T2" fmla="*/ 0 w 507"/>
                  <a:gd name="T3" fmla="*/ 0 h 1428"/>
                  <a:gd name="T4" fmla="*/ 0 w 507"/>
                  <a:gd name="T5" fmla="*/ 0 h 1428"/>
                  <a:gd name="T6" fmla="*/ 0 w 507"/>
                  <a:gd name="T7" fmla="*/ 0 h 1428"/>
                  <a:gd name="T8" fmla="*/ 0 w 507"/>
                  <a:gd name="T9" fmla="*/ 0 h 1428"/>
                  <a:gd name="T10" fmla="*/ 0 w 507"/>
                  <a:gd name="T11" fmla="*/ 0 h 1428"/>
                  <a:gd name="T12" fmla="*/ 0 w 507"/>
                  <a:gd name="T13" fmla="*/ 0 h 1428"/>
                  <a:gd name="T14" fmla="*/ 0 w 507"/>
                  <a:gd name="T15" fmla="*/ 0 h 1428"/>
                  <a:gd name="T16" fmla="*/ 0 w 507"/>
                  <a:gd name="T17" fmla="*/ 0 h 1428"/>
                  <a:gd name="T18" fmla="*/ 0 w 507"/>
                  <a:gd name="T19" fmla="*/ 0 h 1428"/>
                  <a:gd name="T20" fmla="*/ 0 w 507"/>
                  <a:gd name="T21" fmla="*/ 0 h 1428"/>
                  <a:gd name="T22" fmla="*/ 0 w 507"/>
                  <a:gd name="T23" fmla="*/ 0 h 14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07"/>
                  <a:gd name="T37" fmla="*/ 0 h 1428"/>
                  <a:gd name="T38" fmla="*/ 507 w 507"/>
                  <a:gd name="T39" fmla="*/ 1428 h 14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07" h="1428">
                    <a:moveTo>
                      <a:pt x="143" y="1404"/>
                    </a:moveTo>
                    <a:lnTo>
                      <a:pt x="180" y="1130"/>
                    </a:lnTo>
                    <a:lnTo>
                      <a:pt x="242" y="780"/>
                    </a:lnTo>
                    <a:lnTo>
                      <a:pt x="242" y="613"/>
                    </a:lnTo>
                    <a:lnTo>
                      <a:pt x="194" y="446"/>
                    </a:lnTo>
                    <a:lnTo>
                      <a:pt x="206" y="312"/>
                    </a:lnTo>
                    <a:lnTo>
                      <a:pt x="266" y="134"/>
                    </a:lnTo>
                    <a:lnTo>
                      <a:pt x="507" y="158"/>
                    </a:lnTo>
                    <a:lnTo>
                      <a:pt x="143" y="0"/>
                    </a:lnTo>
                    <a:lnTo>
                      <a:pt x="0" y="325"/>
                    </a:lnTo>
                    <a:lnTo>
                      <a:pt x="21" y="1428"/>
                    </a:lnTo>
                    <a:lnTo>
                      <a:pt x="143" y="1404"/>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3" name="Freeform 57"/>
              <p:cNvSpPr>
                <a:spLocks/>
              </p:cNvSpPr>
              <p:nvPr/>
            </p:nvSpPr>
            <p:spPr bwMode="auto">
              <a:xfrm>
                <a:off x="3595" y="1640"/>
                <a:ext cx="249" cy="534"/>
              </a:xfrm>
              <a:custGeom>
                <a:avLst/>
                <a:gdLst>
                  <a:gd name="T0" fmla="*/ 0 w 1991"/>
                  <a:gd name="T1" fmla="*/ 0 h 4272"/>
                  <a:gd name="T2" fmla="*/ 0 w 1991"/>
                  <a:gd name="T3" fmla="*/ 0 h 4272"/>
                  <a:gd name="T4" fmla="*/ 0 w 1991"/>
                  <a:gd name="T5" fmla="*/ 0 h 4272"/>
                  <a:gd name="T6" fmla="*/ 0 w 1991"/>
                  <a:gd name="T7" fmla="*/ 0 h 4272"/>
                  <a:gd name="T8" fmla="*/ 0 w 1991"/>
                  <a:gd name="T9" fmla="*/ 0 h 4272"/>
                  <a:gd name="T10" fmla="*/ 0 w 1991"/>
                  <a:gd name="T11" fmla="*/ 0 h 4272"/>
                  <a:gd name="T12" fmla="*/ 0 w 1991"/>
                  <a:gd name="T13" fmla="*/ 0 h 4272"/>
                  <a:gd name="T14" fmla="*/ 0 w 1991"/>
                  <a:gd name="T15" fmla="*/ 0 h 4272"/>
                  <a:gd name="T16" fmla="*/ 0 w 1991"/>
                  <a:gd name="T17" fmla="*/ 0 h 4272"/>
                  <a:gd name="T18" fmla="*/ 0 w 1991"/>
                  <a:gd name="T19" fmla="*/ 0 h 4272"/>
                  <a:gd name="T20" fmla="*/ 0 w 1991"/>
                  <a:gd name="T21" fmla="*/ 0 h 4272"/>
                  <a:gd name="T22" fmla="*/ 0 w 1991"/>
                  <a:gd name="T23" fmla="*/ 0 h 4272"/>
                  <a:gd name="T24" fmla="*/ 0 w 1991"/>
                  <a:gd name="T25" fmla="*/ 0 h 4272"/>
                  <a:gd name="T26" fmla="*/ 0 w 1991"/>
                  <a:gd name="T27" fmla="*/ 0 h 4272"/>
                  <a:gd name="T28" fmla="*/ 0 w 1991"/>
                  <a:gd name="T29" fmla="*/ 0 h 4272"/>
                  <a:gd name="T30" fmla="*/ 0 w 1991"/>
                  <a:gd name="T31" fmla="*/ 0 h 4272"/>
                  <a:gd name="T32" fmla="*/ 0 w 1991"/>
                  <a:gd name="T33" fmla="*/ 0 h 4272"/>
                  <a:gd name="T34" fmla="*/ 0 w 1991"/>
                  <a:gd name="T35" fmla="*/ 0 h 4272"/>
                  <a:gd name="T36" fmla="*/ 0 w 1991"/>
                  <a:gd name="T37" fmla="*/ 0 h 4272"/>
                  <a:gd name="T38" fmla="*/ 0 w 1991"/>
                  <a:gd name="T39" fmla="*/ 0 h 4272"/>
                  <a:gd name="T40" fmla="*/ 0 w 1991"/>
                  <a:gd name="T41" fmla="*/ 0 h 4272"/>
                  <a:gd name="T42" fmla="*/ 0 w 1991"/>
                  <a:gd name="T43" fmla="*/ 0 h 4272"/>
                  <a:gd name="T44" fmla="*/ 0 w 1991"/>
                  <a:gd name="T45" fmla="*/ 0 h 4272"/>
                  <a:gd name="T46" fmla="*/ 0 w 1991"/>
                  <a:gd name="T47" fmla="*/ 0 h 4272"/>
                  <a:gd name="T48" fmla="*/ 0 w 1991"/>
                  <a:gd name="T49" fmla="*/ 0 h 4272"/>
                  <a:gd name="T50" fmla="*/ 0 w 1991"/>
                  <a:gd name="T51" fmla="*/ 0 h 4272"/>
                  <a:gd name="T52" fmla="*/ 0 w 1991"/>
                  <a:gd name="T53" fmla="*/ 0 h 4272"/>
                  <a:gd name="T54" fmla="*/ 0 w 1991"/>
                  <a:gd name="T55" fmla="*/ 0 h 4272"/>
                  <a:gd name="T56" fmla="*/ 0 w 1991"/>
                  <a:gd name="T57" fmla="*/ 0 h 4272"/>
                  <a:gd name="T58" fmla="*/ 0 w 1991"/>
                  <a:gd name="T59" fmla="*/ 0 h 4272"/>
                  <a:gd name="T60" fmla="*/ 0 w 1991"/>
                  <a:gd name="T61" fmla="*/ 0 h 4272"/>
                  <a:gd name="T62" fmla="*/ 0 w 1991"/>
                  <a:gd name="T63" fmla="*/ 0 h 4272"/>
                  <a:gd name="T64" fmla="*/ 0 w 1991"/>
                  <a:gd name="T65" fmla="*/ 0 h 4272"/>
                  <a:gd name="T66" fmla="*/ 0 w 1991"/>
                  <a:gd name="T67" fmla="*/ 0 h 4272"/>
                  <a:gd name="T68" fmla="*/ 0 w 1991"/>
                  <a:gd name="T69" fmla="*/ 0 h 4272"/>
                  <a:gd name="T70" fmla="*/ 0 w 1991"/>
                  <a:gd name="T71" fmla="*/ 0 h 4272"/>
                  <a:gd name="T72" fmla="*/ 0 w 1991"/>
                  <a:gd name="T73" fmla="*/ 0 h 4272"/>
                  <a:gd name="T74" fmla="*/ 0 w 1991"/>
                  <a:gd name="T75" fmla="*/ 0 h 4272"/>
                  <a:gd name="T76" fmla="*/ 0 w 1991"/>
                  <a:gd name="T77" fmla="*/ 0 h 4272"/>
                  <a:gd name="T78" fmla="*/ 0 w 1991"/>
                  <a:gd name="T79" fmla="*/ 0 h 4272"/>
                  <a:gd name="T80" fmla="*/ 0 w 1991"/>
                  <a:gd name="T81" fmla="*/ 0 h 4272"/>
                  <a:gd name="T82" fmla="*/ 0 w 1991"/>
                  <a:gd name="T83" fmla="*/ 0 h 4272"/>
                  <a:gd name="T84" fmla="*/ 0 w 1991"/>
                  <a:gd name="T85" fmla="*/ 0 h 4272"/>
                  <a:gd name="T86" fmla="*/ 0 w 1991"/>
                  <a:gd name="T87" fmla="*/ 0 h 4272"/>
                  <a:gd name="T88" fmla="*/ 0 w 1991"/>
                  <a:gd name="T89" fmla="*/ 0 h 4272"/>
                  <a:gd name="T90" fmla="*/ 0 w 1991"/>
                  <a:gd name="T91" fmla="*/ 0 h 4272"/>
                  <a:gd name="T92" fmla="*/ 0 w 1991"/>
                  <a:gd name="T93" fmla="*/ 0 h 4272"/>
                  <a:gd name="T94" fmla="*/ 0 w 1991"/>
                  <a:gd name="T95" fmla="*/ 0 h 4272"/>
                  <a:gd name="T96" fmla="*/ 0 w 1991"/>
                  <a:gd name="T97" fmla="*/ 0 h 427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1"/>
                  <a:gd name="T148" fmla="*/ 0 h 4272"/>
                  <a:gd name="T149" fmla="*/ 1991 w 1991"/>
                  <a:gd name="T150" fmla="*/ 4272 h 427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1" h="4272">
                    <a:moveTo>
                      <a:pt x="48" y="182"/>
                    </a:moveTo>
                    <a:lnTo>
                      <a:pt x="181" y="445"/>
                    </a:lnTo>
                    <a:lnTo>
                      <a:pt x="134" y="922"/>
                    </a:lnTo>
                    <a:lnTo>
                      <a:pt x="325" y="240"/>
                    </a:lnTo>
                    <a:lnTo>
                      <a:pt x="409" y="217"/>
                    </a:lnTo>
                    <a:lnTo>
                      <a:pt x="495" y="339"/>
                    </a:lnTo>
                    <a:lnTo>
                      <a:pt x="468" y="468"/>
                    </a:lnTo>
                    <a:lnTo>
                      <a:pt x="371" y="694"/>
                    </a:lnTo>
                    <a:lnTo>
                      <a:pt x="543" y="519"/>
                    </a:lnTo>
                    <a:lnTo>
                      <a:pt x="613" y="540"/>
                    </a:lnTo>
                    <a:lnTo>
                      <a:pt x="251" y="1092"/>
                    </a:lnTo>
                    <a:lnTo>
                      <a:pt x="903" y="481"/>
                    </a:lnTo>
                    <a:lnTo>
                      <a:pt x="1304" y="661"/>
                    </a:lnTo>
                    <a:lnTo>
                      <a:pt x="1387" y="936"/>
                    </a:lnTo>
                    <a:lnTo>
                      <a:pt x="1664" y="1189"/>
                    </a:lnTo>
                    <a:lnTo>
                      <a:pt x="1687" y="1452"/>
                    </a:lnTo>
                    <a:lnTo>
                      <a:pt x="1822" y="1659"/>
                    </a:lnTo>
                    <a:lnTo>
                      <a:pt x="1738" y="1909"/>
                    </a:lnTo>
                    <a:lnTo>
                      <a:pt x="1422" y="2038"/>
                    </a:lnTo>
                    <a:lnTo>
                      <a:pt x="1433" y="2138"/>
                    </a:lnTo>
                    <a:lnTo>
                      <a:pt x="1712" y="2366"/>
                    </a:lnTo>
                    <a:lnTo>
                      <a:pt x="1496" y="2388"/>
                    </a:lnTo>
                    <a:lnTo>
                      <a:pt x="1253" y="2280"/>
                    </a:lnTo>
                    <a:lnTo>
                      <a:pt x="1747" y="2748"/>
                    </a:lnTo>
                    <a:lnTo>
                      <a:pt x="1687" y="2806"/>
                    </a:lnTo>
                    <a:lnTo>
                      <a:pt x="1350" y="2748"/>
                    </a:lnTo>
                    <a:lnTo>
                      <a:pt x="1350" y="3061"/>
                    </a:lnTo>
                    <a:lnTo>
                      <a:pt x="1182" y="3252"/>
                    </a:lnTo>
                    <a:lnTo>
                      <a:pt x="1073" y="3156"/>
                    </a:lnTo>
                    <a:lnTo>
                      <a:pt x="806" y="3636"/>
                    </a:lnTo>
                    <a:lnTo>
                      <a:pt x="506" y="3898"/>
                    </a:lnTo>
                    <a:lnTo>
                      <a:pt x="387" y="4199"/>
                    </a:lnTo>
                    <a:lnTo>
                      <a:pt x="481" y="4272"/>
                    </a:lnTo>
                    <a:lnTo>
                      <a:pt x="1290" y="3995"/>
                    </a:lnTo>
                    <a:lnTo>
                      <a:pt x="1991" y="2833"/>
                    </a:lnTo>
                    <a:lnTo>
                      <a:pt x="1991" y="1821"/>
                    </a:lnTo>
                    <a:lnTo>
                      <a:pt x="1798" y="1199"/>
                    </a:lnTo>
                    <a:lnTo>
                      <a:pt x="1653" y="947"/>
                    </a:lnTo>
                    <a:lnTo>
                      <a:pt x="1521" y="828"/>
                    </a:lnTo>
                    <a:lnTo>
                      <a:pt x="1387" y="613"/>
                    </a:lnTo>
                    <a:lnTo>
                      <a:pt x="831" y="358"/>
                    </a:lnTo>
                    <a:lnTo>
                      <a:pt x="686" y="433"/>
                    </a:lnTo>
                    <a:lnTo>
                      <a:pt x="613" y="358"/>
                    </a:lnTo>
                    <a:lnTo>
                      <a:pt x="578" y="228"/>
                    </a:lnTo>
                    <a:lnTo>
                      <a:pt x="361" y="108"/>
                    </a:lnTo>
                    <a:lnTo>
                      <a:pt x="244" y="97"/>
                    </a:lnTo>
                    <a:lnTo>
                      <a:pt x="134" y="0"/>
                    </a:lnTo>
                    <a:lnTo>
                      <a:pt x="0" y="11"/>
                    </a:lnTo>
                    <a:lnTo>
                      <a:pt x="48" y="182"/>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4" name="Freeform 58"/>
              <p:cNvSpPr>
                <a:spLocks/>
              </p:cNvSpPr>
              <p:nvPr/>
            </p:nvSpPr>
            <p:spPr bwMode="auto">
              <a:xfrm>
                <a:off x="3488" y="1747"/>
                <a:ext cx="55" cy="307"/>
              </a:xfrm>
              <a:custGeom>
                <a:avLst/>
                <a:gdLst>
                  <a:gd name="T0" fmla="*/ 0 w 434"/>
                  <a:gd name="T1" fmla="*/ 0 h 2461"/>
                  <a:gd name="T2" fmla="*/ 0 w 434"/>
                  <a:gd name="T3" fmla="*/ 0 h 2461"/>
                  <a:gd name="T4" fmla="*/ 0 w 434"/>
                  <a:gd name="T5" fmla="*/ 0 h 2461"/>
                  <a:gd name="T6" fmla="*/ 0 w 434"/>
                  <a:gd name="T7" fmla="*/ 0 h 2461"/>
                  <a:gd name="T8" fmla="*/ 0 w 434"/>
                  <a:gd name="T9" fmla="*/ 0 h 2461"/>
                  <a:gd name="T10" fmla="*/ 0 w 434"/>
                  <a:gd name="T11" fmla="*/ 0 h 2461"/>
                  <a:gd name="T12" fmla="*/ 0 w 434"/>
                  <a:gd name="T13" fmla="*/ 0 h 2461"/>
                  <a:gd name="T14" fmla="*/ 0 w 434"/>
                  <a:gd name="T15" fmla="*/ 0 h 2461"/>
                  <a:gd name="T16" fmla="*/ 0 w 434"/>
                  <a:gd name="T17" fmla="*/ 0 h 2461"/>
                  <a:gd name="T18" fmla="*/ 0 w 434"/>
                  <a:gd name="T19" fmla="*/ 0 h 2461"/>
                  <a:gd name="T20" fmla="*/ 0 w 434"/>
                  <a:gd name="T21" fmla="*/ 0 h 2461"/>
                  <a:gd name="T22" fmla="*/ 0 w 434"/>
                  <a:gd name="T23" fmla="*/ 0 h 2461"/>
                  <a:gd name="T24" fmla="*/ 0 w 434"/>
                  <a:gd name="T25" fmla="*/ 0 h 2461"/>
                  <a:gd name="T26" fmla="*/ 0 w 434"/>
                  <a:gd name="T27" fmla="*/ 0 h 2461"/>
                  <a:gd name="T28" fmla="*/ 0 w 434"/>
                  <a:gd name="T29" fmla="*/ 0 h 2461"/>
                  <a:gd name="T30" fmla="*/ 0 w 434"/>
                  <a:gd name="T31" fmla="*/ 0 h 2461"/>
                  <a:gd name="T32" fmla="*/ 0 w 434"/>
                  <a:gd name="T33" fmla="*/ 0 h 2461"/>
                  <a:gd name="T34" fmla="*/ 0 w 434"/>
                  <a:gd name="T35" fmla="*/ 0 h 2461"/>
                  <a:gd name="T36" fmla="*/ 0 w 434"/>
                  <a:gd name="T37" fmla="*/ 0 h 2461"/>
                  <a:gd name="T38" fmla="*/ 0 w 434"/>
                  <a:gd name="T39" fmla="*/ 0 h 2461"/>
                  <a:gd name="T40" fmla="*/ 0 w 434"/>
                  <a:gd name="T41" fmla="*/ 0 h 2461"/>
                  <a:gd name="T42" fmla="*/ 0 w 434"/>
                  <a:gd name="T43" fmla="*/ 0 h 2461"/>
                  <a:gd name="T44" fmla="*/ 0 w 434"/>
                  <a:gd name="T45" fmla="*/ 0 h 246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34"/>
                  <a:gd name="T70" fmla="*/ 0 h 2461"/>
                  <a:gd name="T71" fmla="*/ 434 w 434"/>
                  <a:gd name="T72" fmla="*/ 2461 h 246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34" h="2461">
                    <a:moveTo>
                      <a:pt x="276" y="0"/>
                    </a:moveTo>
                    <a:lnTo>
                      <a:pt x="166" y="72"/>
                    </a:lnTo>
                    <a:lnTo>
                      <a:pt x="106" y="204"/>
                    </a:lnTo>
                    <a:lnTo>
                      <a:pt x="96" y="326"/>
                    </a:lnTo>
                    <a:lnTo>
                      <a:pt x="106" y="688"/>
                    </a:lnTo>
                    <a:lnTo>
                      <a:pt x="72" y="962"/>
                    </a:lnTo>
                    <a:lnTo>
                      <a:pt x="37" y="1275"/>
                    </a:lnTo>
                    <a:lnTo>
                      <a:pt x="0" y="1504"/>
                    </a:lnTo>
                    <a:lnTo>
                      <a:pt x="0" y="1780"/>
                    </a:lnTo>
                    <a:lnTo>
                      <a:pt x="10" y="2029"/>
                    </a:lnTo>
                    <a:lnTo>
                      <a:pt x="145" y="2461"/>
                    </a:lnTo>
                    <a:lnTo>
                      <a:pt x="434" y="2391"/>
                    </a:lnTo>
                    <a:lnTo>
                      <a:pt x="311" y="1993"/>
                    </a:lnTo>
                    <a:lnTo>
                      <a:pt x="263" y="1684"/>
                    </a:lnTo>
                    <a:lnTo>
                      <a:pt x="287" y="1407"/>
                    </a:lnTo>
                    <a:lnTo>
                      <a:pt x="337" y="1130"/>
                    </a:lnTo>
                    <a:lnTo>
                      <a:pt x="397" y="879"/>
                    </a:lnTo>
                    <a:lnTo>
                      <a:pt x="397" y="734"/>
                    </a:lnTo>
                    <a:lnTo>
                      <a:pt x="360" y="602"/>
                    </a:lnTo>
                    <a:lnTo>
                      <a:pt x="311" y="519"/>
                    </a:lnTo>
                    <a:lnTo>
                      <a:pt x="325" y="194"/>
                    </a:lnTo>
                    <a:lnTo>
                      <a:pt x="337" y="12"/>
                    </a:lnTo>
                    <a:lnTo>
                      <a:pt x="276"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5" name="Freeform 59"/>
              <p:cNvSpPr>
                <a:spLocks/>
              </p:cNvSpPr>
              <p:nvPr/>
            </p:nvSpPr>
            <p:spPr bwMode="auto">
              <a:xfrm>
                <a:off x="3176" y="1982"/>
                <a:ext cx="165" cy="135"/>
              </a:xfrm>
              <a:custGeom>
                <a:avLst/>
                <a:gdLst>
                  <a:gd name="T0" fmla="*/ 0 w 1314"/>
                  <a:gd name="T1" fmla="*/ 0 h 1079"/>
                  <a:gd name="T2" fmla="*/ 0 w 1314"/>
                  <a:gd name="T3" fmla="*/ 0 h 1079"/>
                  <a:gd name="T4" fmla="*/ 0 w 1314"/>
                  <a:gd name="T5" fmla="*/ 0 h 1079"/>
                  <a:gd name="T6" fmla="*/ 0 w 1314"/>
                  <a:gd name="T7" fmla="*/ 0 h 1079"/>
                  <a:gd name="T8" fmla="*/ 0 w 1314"/>
                  <a:gd name="T9" fmla="*/ 0 h 1079"/>
                  <a:gd name="T10" fmla="*/ 0 w 1314"/>
                  <a:gd name="T11" fmla="*/ 0 h 1079"/>
                  <a:gd name="T12" fmla="*/ 0 w 1314"/>
                  <a:gd name="T13" fmla="*/ 0 h 1079"/>
                  <a:gd name="T14" fmla="*/ 0 w 1314"/>
                  <a:gd name="T15" fmla="*/ 0 h 1079"/>
                  <a:gd name="T16" fmla="*/ 0 w 1314"/>
                  <a:gd name="T17" fmla="*/ 0 h 1079"/>
                  <a:gd name="T18" fmla="*/ 0 w 1314"/>
                  <a:gd name="T19" fmla="*/ 0 h 1079"/>
                  <a:gd name="T20" fmla="*/ 0 w 1314"/>
                  <a:gd name="T21" fmla="*/ 0 h 1079"/>
                  <a:gd name="T22" fmla="*/ 0 w 1314"/>
                  <a:gd name="T23" fmla="*/ 0 h 1079"/>
                  <a:gd name="T24" fmla="*/ 0 w 1314"/>
                  <a:gd name="T25" fmla="*/ 0 h 1079"/>
                  <a:gd name="T26" fmla="*/ 0 w 1314"/>
                  <a:gd name="T27" fmla="*/ 0 h 1079"/>
                  <a:gd name="T28" fmla="*/ 0 w 1314"/>
                  <a:gd name="T29" fmla="*/ 0 h 1079"/>
                  <a:gd name="T30" fmla="*/ 0 w 1314"/>
                  <a:gd name="T31" fmla="*/ 0 h 1079"/>
                  <a:gd name="T32" fmla="*/ 0 w 1314"/>
                  <a:gd name="T33" fmla="*/ 0 h 1079"/>
                  <a:gd name="T34" fmla="*/ 0 w 1314"/>
                  <a:gd name="T35" fmla="*/ 0 h 1079"/>
                  <a:gd name="T36" fmla="*/ 0 w 1314"/>
                  <a:gd name="T37" fmla="*/ 0 h 1079"/>
                  <a:gd name="T38" fmla="*/ 0 w 1314"/>
                  <a:gd name="T39" fmla="*/ 0 h 1079"/>
                  <a:gd name="T40" fmla="*/ 0 w 1314"/>
                  <a:gd name="T41" fmla="*/ 0 h 1079"/>
                  <a:gd name="T42" fmla="*/ 0 w 1314"/>
                  <a:gd name="T43" fmla="*/ 0 h 1079"/>
                  <a:gd name="T44" fmla="*/ 0 w 1314"/>
                  <a:gd name="T45" fmla="*/ 0 h 1079"/>
                  <a:gd name="T46" fmla="*/ 0 w 1314"/>
                  <a:gd name="T47" fmla="*/ 0 h 1079"/>
                  <a:gd name="T48" fmla="*/ 0 w 1314"/>
                  <a:gd name="T49" fmla="*/ 0 h 1079"/>
                  <a:gd name="T50" fmla="*/ 0 w 1314"/>
                  <a:gd name="T51" fmla="*/ 0 h 1079"/>
                  <a:gd name="T52" fmla="*/ 0 w 1314"/>
                  <a:gd name="T53" fmla="*/ 0 h 1079"/>
                  <a:gd name="T54" fmla="*/ 0 w 1314"/>
                  <a:gd name="T55" fmla="*/ 0 h 1079"/>
                  <a:gd name="T56" fmla="*/ 0 w 1314"/>
                  <a:gd name="T57" fmla="*/ 0 h 107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314"/>
                  <a:gd name="T88" fmla="*/ 0 h 1079"/>
                  <a:gd name="T89" fmla="*/ 1314 w 1314"/>
                  <a:gd name="T90" fmla="*/ 1079 h 107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314" h="1079">
                    <a:moveTo>
                      <a:pt x="374" y="0"/>
                    </a:moveTo>
                    <a:lnTo>
                      <a:pt x="300" y="35"/>
                    </a:lnTo>
                    <a:lnTo>
                      <a:pt x="300" y="97"/>
                    </a:lnTo>
                    <a:lnTo>
                      <a:pt x="194" y="143"/>
                    </a:lnTo>
                    <a:lnTo>
                      <a:pt x="167" y="192"/>
                    </a:lnTo>
                    <a:lnTo>
                      <a:pt x="129" y="335"/>
                    </a:lnTo>
                    <a:lnTo>
                      <a:pt x="24" y="395"/>
                    </a:lnTo>
                    <a:lnTo>
                      <a:pt x="0" y="613"/>
                    </a:lnTo>
                    <a:lnTo>
                      <a:pt x="59" y="830"/>
                    </a:lnTo>
                    <a:lnTo>
                      <a:pt x="290" y="934"/>
                    </a:lnTo>
                    <a:lnTo>
                      <a:pt x="662" y="1056"/>
                    </a:lnTo>
                    <a:lnTo>
                      <a:pt x="938" y="1068"/>
                    </a:lnTo>
                    <a:lnTo>
                      <a:pt x="1241" y="1079"/>
                    </a:lnTo>
                    <a:lnTo>
                      <a:pt x="1217" y="925"/>
                    </a:lnTo>
                    <a:lnTo>
                      <a:pt x="1217" y="817"/>
                    </a:lnTo>
                    <a:lnTo>
                      <a:pt x="1229" y="699"/>
                    </a:lnTo>
                    <a:lnTo>
                      <a:pt x="1314" y="529"/>
                    </a:lnTo>
                    <a:lnTo>
                      <a:pt x="1229" y="480"/>
                    </a:lnTo>
                    <a:lnTo>
                      <a:pt x="1156" y="408"/>
                    </a:lnTo>
                    <a:lnTo>
                      <a:pt x="1096" y="309"/>
                    </a:lnTo>
                    <a:lnTo>
                      <a:pt x="1024" y="226"/>
                    </a:lnTo>
                    <a:lnTo>
                      <a:pt x="950" y="167"/>
                    </a:lnTo>
                    <a:lnTo>
                      <a:pt x="879" y="143"/>
                    </a:lnTo>
                    <a:lnTo>
                      <a:pt x="769" y="167"/>
                    </a:lnTo>
                    <a:lnTo>
                      <a:pt x="637" y="204"/>
                    </a:lnTo>
                    <a:lnTo>
                      <a:pt x="588" y="180"/>
                    </a:lnTo>
                    <a:lnTo>
                      <a:pt x="528" y="59"/>
                    </a:lnTo>
                    <a:lnTo>
                      <a:pt x="470" y="26"/>
                    </a:lnTo>
                    <a:lnTo>
                      <a:pt x="374" y="0"/>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6" name="Freeform 60"/>
              <p:cNvSpPr>
                <a:spLocks/>
              </p:cNvSpPr>
              <p:nvPr/>
            </p:nvSpPr>
            <p:spPr bwMode="auto">
              <a:xfrm>
                <a:off x="3400" y="1482"/>
                <a:ext cx="226" cy="269"/>
              </a:xfrm>
              <a:custGeom>
                <a:avLst/>
                <a:gdLst>
                  <a:gd name="T0" fmla="*/ 0 w 1808"/>
                  <a:gd name="T1" fmla="*/ 0 h 2151"/>
                  <a:gd name="T2" fmla="*/ 0 w 1808"/>
                  <a:gd name="T3" fmla="*/ 0 h 2151"/>
                  <a:gd name="T4" fmla="*/ 0 w 1808"/>
                  <a:gd name="T5" fmla="*/ 0 h 2151"/>
                  <a:gd name="T6" fmla="*/ 0 w 1808"/>
                  <a:gd name="T7" fmla="*/ 0 h 2151"/>
                  <a:gd name="T8" fmla="*/ 0 w 1808"/>
                  <a:gd name="T9" fmla="*/ 0 h 2151"/>
                  <a:gd name="T10" fmla="*/ 0 w 1808"/>
                  <a:gd name="T11" fmla="*/ 0 h 2151"/>
                  <a:gd name="T12" fmla="*/ 0 w 1808"/>
                  <a:gd name="T13" fmla="*/ 0 h 2151"/>
                  <a:gd name="T14" fmla="*/ 0 w 1808"/>
                  <a:gd name="T15" fmla="*/ 0 h 2151"/>
                  <a:gd name="T16" fmla="*/ 0 w 1808"/>
                  <a:gd name="T17" fmla="*/ 0 h 2151"/>
                  <a:gd name="T18" fmla="*/ 0 w 1808"/>
                  <a:gd name="T19" fmla="*/ 0 h 2151"/>
                  <a:gd name="T20" fmla="*/ 0 w 1808"/>
                  <a:gd name="T21" fmla="*/ 0 h 2151"/>
                  <a:gd name="T22" fmla="*/ 0 w 1808"/>
                  <a:gd name="T23" fmla="*/ 0 h 2151"/>
                  <a:gd name="T24" fmla="*/ 0 w 1808"/>
                  <a:gd name="T25" fmla="*/ 0 h 2151"/>
                  <a:gd name="T26" fmla="*/ 0 w 1808"/>
                  <a:gd name="T27" fmla="*/ 0 h 2151"/>
                  <a:gd name="T28" fmla="*/ 0 w 1808"/>
                  <a:gd name="T29" fmla="*/ 0 h 2151"/>
                  <a:gd name="T30" fmla="*/ 0 w 1808"/>
                  <a:gd name="T31" fmla="*/ 0 h 2151"/>
                  <a:gd name="T32" fmla="*/ 0 w 1808"/>
                  <a:gd name="T33" fmla="*/ 0 h 2151"/>
                  <a:gd name="T34" fmla="*/ 0 w 1808"/>
                  <a:gd name="T35" fmla="*/ 0 h 2151"/>
                  <a:gd name="T36" fmla="*/ 0 w 1808"/>
                  <a:gd name="T37" fmla="*/ 0 h 2151"/>
                  <a:gd name="T38" fmla="*/ 0 w 1808"/>
                  <a:gd name="T39" fmla="*/ 0 h 2151"/>
                  <a:gd name="T40" fmla="*/ 0 w 1808"/>
                  <a:gd name="T41" fmla="*/ 0 h 2151"/>
                  <a:gd name="T42" fmla="*/ 0 w 1808"/>
                  <a:gd name="T43" fmla="*/ 0 h 2151"/>
                  <a:gd name="T44" fmla="*/ 0 w 1808"/>
                  <a:gd name="T45" fmla="*/ 0 h 2151"/>
                  <a:gd name="T46" fmla="*/ 0 w 1808"/>
                  <a:gd name="T47" fmla="*/ 0 h 2151"/>
                  <a:gd name="T48" fmla="*/ 0 w 1808"/>
                  <a:gd name="T49" fmla="*/ 0 h 2151"/>
                  <a:gd name="T50" fmla="*/ 0 w 1808"/>
                  <a:gd name="T51" fmla="*/ 0 h 2151"/>
                  <a:gd name="T52" fmla="*/ 0 w 1808"/>
                  <a:gd name="T53" fmla="*/ 0 h 2151"/>
                  <a:gd name="T54" fmla="*/ 0 w 1808"/>
                  <a:gd name="T55" fmla="*/ 0 h 215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808"/>
                  <a:gd name="T85" fmla="*/ 0 h 2151"/>
                  <a:gd name="T86" fmla="*/ 1808 w 1808"/>
                  <a:gd name="T87" fmla="*/ 2151 h 215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808" h="2151">
                    <a:moveTo>
                      <a:pt x="1784" y="591"/>
                    </a:moveTo>
                    <a:lnTo>
                      <a:pt x="1808" y="681"/>
                    </a:lnTo>
                    <a:lnTo>
                      <a:pt x="1803" y="758"/>
                    </a:lnTo>
                    <a:lnTo>
                      <a:pt x="1773" y="877"/>
                    </a:lnTo>
                    <a:lnTo>
                      <a:pt x="1698" y="1052"/>
                    </a:lnTo>
                    <a:lnTo>
                      <a:pt x="1573" y="1178"/>
                    </a:lnTo>
                    <a:lnTo>
                      <a:pt x="1459" y="1701"/>
                    </a:lnTo>
                    <a:lnTo>
                      <a:pt x="1289" y="1884"/>
                    </a:lnTo>
                    <a:lnTo>
                      <a:pt x="1164" y="2022"/>
                    </a:lnTo>
                    <a:lnTo>
                      <a:pt x="1091" y="2133"/>
                    </a:lnTo>
                    <a:lnTo>
                      <a:pt x="1045" y="2151"/>
                    </a:lnTo>
                    <a:lnTo>
                      <a:pt x="835" y="1868"/>
                    </a:lnTo>
                    <a:lnTo>
                      <a:pt x="657" y="1890"/>
                    </a:lnTo>
                    <a:lnTo>
                      <a:pt x="569" y="1890"/>
                    </a:lnTo>
                    <a:lnTo>
                      <a:pt x="512" y="1852"/>
                    </a:lnTo>
                    <a:lnTo>
                      <a:pt x="477" y="1791"/>
                    </a:lnTo>
                    <a:lnTo>
                      <a:pt x="429" y="1628"/>
                    </a:lnTo>
                    <a:lnTo>
                      <a:pt x="289" y="1351"/>
                    </a:lnTo>
                    <a:lnTo>
                      <a:pt x="141" y="1169"/>
                    </a:lnTo>
                    <a:lnTo>
                      <a:pt x="107" y="1022"/>
                    </a:lnTo>
                    <a:lnTo>
                      <a:pt x="76" y="872"/>
                    </a:lnTo>
                    <a:lnTo>
                      <a:pt x="28" y="653"/>
                    </a:lnTo>
                    <a:lnTo>
                      <a:pt x="0" y="353"/>
                    </a:lnTo>
                    <a:lnTo>
                      <a:pt x="24" y="208"/>
                    </a:lnTo>
                    <a:lnTo>
                      <a:pt x="76" y="99"/>
                    </a:lnTo>
                    <a:lnTo>
                      <a:pt x="1324" y="0"/>
                    </a:lnTo>
                    <a:lnTo>
                      <a:pt x="1698" y="433"/>
                    </a:lnTo>
                    <a:lnTo>
                      <a:pt x="1784" y="591"/>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7" name="Freeform 61"/>
              <p:cNvSpPr>
                <a:spLocks/>
              </p:cNvSpPr>
              <p:nvPr/>
            </p:nvSpPr>
            <p:spPr bwMode="auto">
              <a:xfrm>
                <a:off x="3421" y="1586"/>
                <a:ext cx="19" cy="14"/>
              </a:xfrm>
              <a:custGeom>
                <a:avLst/>
                <a:gdLst>
                  <a:gd name="T0" fmla="*/ 0 w 152"/>
                  <a:gd name="T1" fmla="*/ 0 h 113"/>
                  <a:gd name="T2" fmla="*/ 0 w 152"/>
                  <a:gd name="T3" fmla="*/ 0 h 113"/>
                  <a:gd name="T4" fmla="*/ 0 w 152"/>
                  <a:gd name="T5" fmla="*/ 0 h 113"/>
                  <a:gd name="T6" fmla="*/ 0 w 152"/>
                  <a:gd name="T7" fmla="*/ 0 h 113"/>
                  <a:gd name="T8" fmla="*/ 0 w 152"/>
                  <a:gd name="T9" fmla="*/ 0 h 113"/>
                  <a:gd name="T10" fmla="*/ 0 w 152"/>
                  <a:gd name="T11" fmla="*/ 0 h 113"/>
                  <a:gd name="T12" fmla="*/ 0 60000 65536"/>
                  <a:gd name="T13" fmla="*/ 0 60000 65536"/>
                  <a:gd name="T14" fmla="*/ 0 60000 65536"/>
                  <a:gd name="T15" fmla="*/ 0 60000 65536"/>
                  <a:gd name="T16" fmla="*/ 0 60000 65536"/>
                  <a:gd name="T17" fmla="*/ 0 60000 65536"/>
                  <a:gd name="T18" fmla="*/ 0 w 152"/>
                  <a:gd name="T19" fmla="*/ 0 h 113"/>
                  <a:gd name="T20" fmla="*/ 152 w 152"/>
                  <a:gd name="T21" fmla="*/ 113 h 113"/>
                </a:gdLst>
                <a:ahLst/>
                <a:cxnLst>
                  <a:cxn ang="T12">
                    <a:pos x="T0" y="T1"/>
                  </a:cxn>
                  <a:cxn ang="T13">
                    <a:pos x="T2" y="T3"/>
                  </a:cxn>
                  <a:cxn ang="T14">
                    <a:pos x="T4" y="T5"/>
                  </a:cxn>
                  <a:cxn ang="T15">
                    <a:pos x="T6" y="T7"/>
                  </a:cxn>
                  <a:cxn ang="T16">
                    <a:pos x="T8" y="T9"/>
                  </a:cxn>
                  <a:cxn ang="T17">
                    <a:pos x="T10" y="T11"/>
                  </a:cxn>
                </a:cxnLst>
                <a:rect l="T18" t="T19" r="T20" b="T21"/>
                <a:pathLst>
                  <a:path w="152" h="113">
                    <a:moveTo>
                      <a:pt x="0" y="83"/>
                    </a:moveTo>
                    <a:lnTo>
                      <a:pt x="49" y="113"/>
                    </a:lnTo>
                    <a:lnTo>
                      <a:pt x="152" y="79"/>
                    </a:lnTo>
                    <a:lnTo>
                      <a:pt x="152" y="0"/>
                    </a:lnTo>
                    <a:lnTo>
                      <a:pt x="33" y="16"/>
                    </a:lnTo>
                    <a:lnTo>
                      <a:pt x="0" y="8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8" name="Freeform 62"/>
              <p:cNvSpPr>
                <a:spLocks/>
              </p:cNvSpPr>
              <p:nvPr/>
            </p:nvSpPr>
            <p:spPr bwMode="auto">
              <a:xfrm>
                <a:off x="3491" y="1572"/>
                <a:ext cx="28" cy="10"/>
              </a:xfrm>
              <a:custGeom>
                <a:avLst/>
                <a:gdLst>
                  <a:gd name="T0" fmla="*/ 0 w 231"/>
                  <a:gd name="T1" fmla="*/ 0 h 83"/>
                  <a:gd name="T2" fmla="*/ 0 w 231"/>
                  <a:gd name="T3" fmla="*/ 0 h 83"/>
                  <a:gd name="T4" fmla="*/ 0 w 231"/>
                  <a:gd name="T5" fmla="*/ 0 h 83"/>
                  <a:gd name="T6" fmla="*/ 0 w 231"/>
                  <a:gd name="T7" fmla="*/ 0 h 83"/>
                  <a:gd name="T8" fmla="*/ 0 w 231"/>
                  <a:gd name="T9" fmla="*/ 0 h 83"/>
                  <a:gd name="T10" fmla="*/ 0 w 231"/>
                  <a:gd name="T11" fmla="*/ 0 h 83"/>
                  <a:gd name="T12" fmla="*/ 0 60000 65536"/>
                  <a:gd name="T13" fmla="*/ 0 60000 65536"/>
                  <a:gd name="T14" fmla="*/ 0 60000 65536"/>
                  <a:gd name="T15" fmla="*/ 0 60000 65536"/>
                  <a:gd name="T16" fmla="*/ 0 60000 65536"/>
                  <a:gd name="T17" fmla="*/ 0 60000 65536"/>
                  <a:gd name="T18" fmla="*/ 0 w 231"/>
                  <a:gd name="T19" fmla="*/ 0 h 83"/>
                  <a:gd name="T20" fmla="*/ 231 w 231"/>
                  <a:gd name="T21" fmla="*/ 83 h 83"/>
                </a:gdLst>
                <a:ahLst/>
                <a:cxnLst>
                  <a:cxn ang="T12">
                    <a:pos x="T0" y="T1"/>
                  </a:cxn>
                  <a:cxn ang="T13">
                    <a:pos x="T2" y="T3"/>
                  </a:cxn>
                  <a:cxn ang="T14">
                    <a:pos x="T4" y="T5"/>
                  </a:cxn>
                  <a:cxn ang="T15">
                    <a:pos x="T6" y="T7"/>
                  </a:cxn>
                  <a:cxn ang="T16">
                    <a:pos x="T8" y="T9"/>
                  </a:cxn>
                  <a:cxn ang="T17">
                    <a:pos x="T10" y="T11"/>
                  </a:cxn>
                </a:cxnLst>
                <a:rect l="T18" t="T19" r="T20" b="T21"/>
                <a:pathLst>
                  <a:path w="231" h="83">
                    <a:moveTo>
                      <a:pt x="27" y="83"/>
                    </a:moveTo>
                    <a:lnTo>
                      <a:pt x="130" y="74"/>
                    </a:lnTo>
                    <a:lnTo>
                      <a:pt x="231" y="47"/>
                    </a:lnTo>
                    <a:lnTo>
                      <a:pt x="104" y="0"/>
                    </a:lnTo>
                    <a:lnTo>
                      <a:pt x="0" y="0"/>
                    </a:lnTo>
                    <a:lnTo>
                      <a:pt x="27" y="8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9" name="Freeform 63"/>
              <p:cNvSpPr>
                <a:spLocks/>
              </p:cNvSpPr>
              <p:nvPr/>
            </p:nvSpPr>
            <p:spPr bwMode="auto">
              <a:xfrm>
                <a:off x="3401" y="1446"/>
                <a:ext cx="181" cy="56"/>
              </a:xfrm>
              <a:custGeom>
                <a:avLst/>
                <a:gdLst>
                  <a:gd name="T0" fmla="*/ 0 w 1451"/>
                  <a:gd name="T1" fmla="*/ 0 h 452"/>
                  <a:gd name="T2" fmla="*/ 0 w 1451"/>
                  <a:gd name="T3" fmla="*/ 0 h 452"/>
                  <a:gd name="T4" fmla="*/ 0 w 1451"/>
                  <a:gd name="T5" fmla="*/ 0 h 452"/>
                  <a:gd name="T6" fmla="*/ 0 w 1451"/>
                  <a:gd name="T7" fmla="*/ 0 h 452"/>
                  <a:gd name="T8" fmla="*/ 0 w 1451"/>
                  <a:gd name="T9" fmla="*/ 0 h 452"/>
                  <a:gd name="T10" fmla="*/ 0 w 1451"/>
                  <a:gd name="T11" fmla="*/ 0 h 452"/>
                  <a:gd name="T12" fmla="*/ 0 w 1451"/>
                  <a:gd name="T13" fmla="*/ 0 h 452"/>
                  <a:gd name="T14" fmla="*/ 0 w 1451"/>
                  <a:gd name="T15" fmla="*/ 0 h 452"/>
                  <a:gd name="T16" fmla="*/ 0 w 1451"/>
                  <a:gd name="T17" fmla="*/ 0 h 452"/>
                  <a:gd name="T18" fmla="*/ 0 w 1451"/>
                  <a:gd name="T19" fmla="*/ 0 h 452"/>
                  <a:gd name="T20" fmla="*/ 0 w 1451"/>
                  <a:gd name="T21" fmla="*/ 0 h 452"/>
                  <a:gd name="T22" fmla="*/ 0 w 1451"/>
                  <a:gd name="T23" fmla="*/ 0 h 452"/>
                  <a:gd name="T24" fmla="*/ 0 w 1451"/>
                  <a:gd name="T25" fmla="*/ 0 h 452"/>
                  <a:gd name="T26" fmla="*/ 0 w 1451"/>
                  <a:gd name="T27" fmla="*/ 0 h 452"/>
                  <a:gd name="T28" fmla="*/ 0 w 1451"/>
                  <a:gd name="T29" fmla="*/ 0 h 452"/>
                  <a:gd name="T30" fmla="*/ 0 w 1451"/>
                  <a:gd name="T31" fmla="*/ 0 h 45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51"/>
                  <a:gd name="T49" fmla="*/ 0 h 452"/>
                  <a:gd name="T50" fmla="*/ 1451 w 1451"/>
                  <a:gd name="T51" fmla="*/ 452 h 45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51" h="452">
                    <a:moveTo>
                      <a:pt x="110" y="41"/>
                    </a:moveTo>
                    <a:lnTo>
                      <a:pt x="237" y="0"/>
                    </a:lnTo>
                    <a:lnTo>
                      <a:pt x="603" y="0"/>
                    </a:lnTo>
                    <a:lnTo>
                      <a:pt x="1255" y="165"/>
                    </a:lnTo>
                    <a:lnTo>
                      <a:pt x="1451" y="391"/>
                    </a:lnTo>
                    <a:lnTo>
                      <a:pt x="1134" y="318"/>
                    </a:lnTo>
                    <a:lnTo>
                      <a:pt x="981" y="360"/>
                    </a:lnTo>
                    <a:lnTo>
                      <a:pt x="846" y="424"/>
                    </a:lnTo>
                    <a:lnTo>
                      <a:pt x="647" y="452"/>
                    </a:lnTo>
                    <a:lnTo>
                      <a:pt x="426" y="444"/>
                    </a:lnTo>
                    <a:lnTo>
                      <a:pt x="218" y="391"/>
                    </a:lnTo>
                    <a:lnTo>
                      <a:pt x="68" y="318"/>
                    </a:lnTo>
                    <a:lnTo>
                      <a:pt x="16" y="251"/>
                    </a:lnTo>
                    <a:lnTo>
                      <a:pt x="0" y="186"/>
                    </a:lnTo>
                    <a:lnTo>
                      <a:pt x="4" y="129"/>
                    </a:lnTo>
                    <a:lnTo>
                      <a:pt x="110" y="41"/>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0" name="Freeform 64"/>
              <p:cNvSpPr>
                <a:spLocks/>
              </p:cNvSpPr>
              <p:nvPr/>
            </p:nvSpPr>
            <p:spPr bwMode="auto">
              <a:xfrm>
                <a:off x="3542" y="1498"/>
                <a:ext cx="88" cy="78"/>
              </a:xfrm>
              <a:custGeom>
                <a:avLst/>
                <a:gdLst>
                  <a:gd name="T0" fmla="*/ 0 w 700"/>
                  <a:gd name="T1" fmla="*/ 0 h 629"/>
                  <a:gd name="T2" fmla="*/ 0 w 700"/>
                  <a:gd name="T3" fmla="*/ 0 h 629"/>
                  <a:gd name="T4" fmla="*/ 0 w 700"/>
                  <a:gd name="T5" fmla="*/ 0 h 629"/>
                  <a:gd name="T6" fmla="*/ 0 w 700"/>
                  <a:gd name="T7" fmla="*/ 0 h 629"/>
                  <a:gd name="T8" fmla="*/ 0 w 700"/>
                  <a:gd name="T9" fmla="*/ 0 h 629"/>
                  <a:gd name="T10" fmla="*/ 0 w 700"/>
                  <a:gd name="T11" fmla="*/ 0 h 629"/>
                  <a:gd name="T12" fmla="*/ 0 w 700"/>
                  <a:gd name="T13" fmla="*/ 0 h 629"/>
                  <a:gd name="T14" fmla="*/ 0 w 700"/>
                  <a:gd name="T15" fmla="*/ 0 h 629"/>
                  <a:gd name="T16" fmla="*/ 0 w 700"/>
                  <a:gd name="T17" fmla="*/ 0 h 629"/>
                  <a:gd name="T18" fmla="*/ 0 w 700"/>
                  <a:gd name="T19" fmla="*/ 0 h 629"/>
                  <a:gd name="T20" fmla="*/ 0 w 700"/>
                  <a:gd name="T21" fmla="*/ 0 h 629"/>
                  <a:gd name="T22" fmla="*/ 0 w 700"/>
                  <a:gd name="T23" fmla="*/ 0 h 629"/>
                  <a:gd name="T24" fmla="*/ 0 w 700"/>
                  <a:gd name="T25" fmla="*/ 0 h 629"/>
                  <a:gd name="T26" fmla="*/ 0 w 700"/>
                  <a:gd name="T27" fmla="*/ 0 h 629"/>
                  <a:gd name="T28" fmla="*/ 0 w 700"/>
                  <a:gd name="T29" fmla="*/ 0 h 629"/>
                  <a:gd name="T30" fmla="*/ 0 w 700"/>
                  <a:gd name="T31" fmla="*/ 0 h 62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00"/>
                  <a:gd name="T49" fmla="*/ 0 h 629"/>
                  <a:gd name="T50" fmla="*/ 700 w 700"/>
                  <a:gd name="T51" fmla="*/ 629 h 62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00" h="629">
                    <a:moveTo>
                      <a:pt x="666" y="482"/>
                    </a:moveTo>
                    <a:lnTo>
                      <a:pt x="548" y="411"/>
                    </a:lnTo>
                    <a:lnTo>
                      <a:pt x="449" y="405"/>
                    </a:lnTo>
                    <a:lnTo>
                      <a:pt x="392" y="482"/>
                    </a:lnTo>
                    <a:lnTo>
                      <a:pt x="378" y="629"/>
                    </a:lnTo>
                    <a:lnTo>
                      <a:pt x="173" y="604"/>
                    </a:lnTo>
                    <a:lnTo>
                      <a:pt x="182" y="528"/>
                    </a:lnTo>
                    <a:lnTo>
                      <a:pt x="139" y="433"/>
                    </a:lnTo>
                    <a:lnTo>
                      <a:pt x="76" y="374"/>
                    </a:lnTo>
                    <a:lnTo>
                      <a:pt x="36" y="350"/>
                    </a:lnTo>
                    <a:lnTo>
                      <a:pt x="0" y="141"/>
                    </a:lnTo>
                    <a:lnTo>
                      <a:pt x="286" y="0"/>
                    </a:lnTo>
                    <a:lnTo>
                      <a:pt x="588" y="110"/>
                    </a:lnTo>
                    <a:lnTo>
                      <a:pt x="632" y="360"/>
                    </a:lnTo>
                    <a:lnTo>
                      <a:pt x="700" y="447"/>
                    </a:lnTo>
                    <a:lnTo>
                      <a:pt x="666" y="48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1" name="Freeform 65"/>
              <p:cNvSpPr>
                <a:spLocks/>
              </p:cNvSpPr>
              <p:nvPr/>
            </p:nvSpPr>
            <p:spPr bwMode="auto">
              <a:xfrm>
                <a:off x="3533" y="1483"/>
                <a:ext cx="97" cy="80"/>
              </a:xfrm>
              <a:custGeom>
                <a:avLst/>
                <a:gdLst>
                  <a:gd name="T0" fmla="*/ 0 w 775"/>
                  <a:gd name="T1" fmla="*/ 0 h 641"/>
                  <a:gd name="T2" fmla="*/ 0 w 775"/>
                  <a:gd name="T3" fmla="*/ 0 h 641"/>
                  <a:gd name="T4" fmla="*/ 0 w 775"/>
                  <a:gd name="T5" fmla="*/ 0 h 641"/>
                  <a:gd name="T6" fmla="*/ 0 w 775"/>
                  <a:gd name="T7" fmla="*/ 0 h 641"/>
                  <a:gd name="T8" fmla="*/ 0 w 775"/>
                  <a:gd name="T9" fmla="*/ 0 h 641"/>
                  <a:gd name="T10" fmla="*/ 0 w 775"/>
                  <a:gd name="T11" fmla="*/ 0 h 641"/>
                  <a:gd name="T12" fmla="*/ 0 w 775"/>
                  <a:gd name="T13" fmla="*/ 0 h 641"/>
                  <a:gd name="T14" fmla="*/ 0 w 775"/>
                  <a:gd name="T15" fmla="*/ 0 h 641"/>
                  <a:gd name="T16" fmla="*/ 0 w 775"/>
                  <a:gd name="T17" fmla="*/ 0 h 641"/>
                  <a:gd name="T18" fmla="*/ 0 w 775"/>
                  <a:gd name="T19" fmla="*/ 0 h 641"/>
                  <a:gd name="T20" fmla="*/ 0 w 775"/>
                  <a:gd name="T21" fmla="*/ 0 h 641"/>
                  <a:gd name="T22" fmla="*/ 0 w 775"/>
                  <a:gd name="T23" fmla="*/ 0 h 641"/>
                  <a:gd name="T24" fmla="*/ 0 w 775"/>
                  <a:gd name="T25" fmla="*/ 0 h 641"/>
                  <a:gd name="T26" fmla="*/ 0 w 775"/>
                  <a:gd name="T27" fmla="*/ 0 h 641"/>
                  <a:gd name="T28" fmla="*/ 0 w 775"/>
                  <a:gd name="T29" fmla="*/ 0 h 641"/>
                  <a:gd name="T30" fmla="*/ 0 w 775"/>
                  <a:gd name="T31" fmla="*/ 0 h 641"/>
                  <a:gd name="T32" fmla="*/ 0 w 775"/>
                  <a:gd name="T33" fmla="*/ 0 h 641"/>
                  <a:gd name="T34" fmla="*/ 0 w 775"/>
                  <a:gd name="T35" fmla="*/ 0 h 641"/>
                  <a:gd name="T36" fmla="*/ 0 w 775"/>
                  <a:gd name="T37" fmla="*/ 0 h 641"/>
                  <a:gd name="T38" fmla="*/ 0 w 775"/>
                  <a:gd name="T39" fmla="*/ 0 h 641"/>
                  <a:gd name="T40" fmla="*/ 0 w 775"/>
                  <a:gd name="T41" fmla="*/ 0 h 641"/>
                  <a:gd name="T42" fmla="*/ 0 w 775"/>
                  <a:gd name="T43" fmla="*/ 0 h 641"/>
                  <a:gd name="T44" fmla="*/ 0 w 775"/>
                  <a:gd name="T45" fmla="*/ 0 h 641"/>
                  <a:gd name="T46" fmla="*/ 0 w 775"/>
                  <a:gd name="T47" fmla="*/ 0 h 641"/>
                  <a:gd name="T48" fmla="*/ 0 w 775"/>
                  <a:gd name="T49" fmla="*/ 0 h 641"/>
                  <a:gd name="T50" fmla="*/ 0 w 775"/>
                  <a:gd name="T51" fmla="*/ 0 h 641"/>
                  <a:gd name="T52" fmla="*/ 0 w 775"/>
                  <a:gd name="T53" fmla="*/ 0 h 641"/>
                  <a:gd name="T54" fmla="*/ 0 w 775"/>
                  <a:gd name="T55" fmla="*/ 0 h 641"/>
                  <a:gd name="T56" fmla="*/ 0 w 775"/>
                  <a:gd name="T57" fmla="*/ 0 h 641"/>
                  <a:gd name="T58" fmla="*/ 0 w 775"/>
                  <a:gd name="T59" fmla="*/ 0 h 641"/>
                  <a:gd name="T60" fmla="*/ 0 w 775"/>
                  <a:gd name="T61" fmla="*/ 0 h 641"/>
                  <a:gd name="T62" fmla="*/ 0 w 775"/>
                  <a:gd name="T63" fmla="*/ 0 h 641"/>
                  <a:gd name="T64" fmla="*/ 0 w 775"/>
                  <a:gd name="T65" fmla="*/ 0 h 641"/>
                  <a:gd name="T66" fmla="*/ 0 w 775"/>
                  <a:gd name="T67" fmla="*/ 0 h 641"/>
                  <a:gd name="T68" fmla="*/ 0 w 775"/>
                  <a:gd name="T69" fmla="*/ 0 h 641"/>
                  <a:gd name="T70" fmla="*/ 0 w 775"/>
                  <a:gd name="T71" fmla="*/ 0 h 641"/>
                  <a:gd name="T72" fmla="*/ 0 w 775"/>
                  <a:gd name="T73" fmla="*/ 0 h 641"/>
                  <a:gd name="T74" fmla="*/ 0 w 775"/>
                  <a:gd name="T75" fmla="*/ 0 h 641"/>
                  <a:gd name="T76" fmla="*/ 0 w 775"/>
                  <a:gd name="T77" fmla="*/ 0 h 641"/>
                  <a:gd name="T78" fmla="*/ 0 w 775"/>
                  <a:gd name="T79" fmla="*/ 0 h 641"/>
                  <a:gd name="T80" fmla="*/ 0 w 775"/>
                  <a:gd name="T81" fmla="*/ 0 h 641"/>
                  <a:gd name="T82" fmla="*/ 0 w 775"/>
                  <a:gd name="T83" fmla="*/ 0 h 641"/>
                  <a:gd name="T84" fmla="*/ 0 w 775"/>
                  <a:gd name="T85" fmla="*/ 0 h 64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775"/>
                  <a:gd name="T130" fmla="*/ 0 h 641"/>
                  <a:gd name="T131" fmla="*/ 775 w 775"/>
                  <a:gd name="T132" fmla="*/ 641 h 64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775" h="641">
                    <a:moveTo>
                      <a:pt x="747" y="575"/>
                    </a:moveTo>
                    <a:lnTo>
                      <a:pt x="701" y="518"/>
                    </a:lnTo>
                    <a:lnTo>
                      <a:pt x="643" y="461"/>
                    </a:lnTo>
                    <a:lnTo>
                      <a:pt x="608" y="397"/>
                    </a:lnTo>
                    <a:lnTo>
                      <a:pt x="617" y="309"/>
                    </a:lnTo>
                    <a:lnTo>
                      <a:pt x="586" y="261"/>
                    </a:lnTo>
                    <a:lnTo>
                      <a:pt x="530" y="230"/>
                    </a:lnTo>
                    <a:lnTo>
                      <a:pt x="496" y="226"/>
                    </a:lnTo>
                    <a:lnTo>
                      <a:pt x="440" y="230"/>
                    </a:lnTo>
                    <a:lnTo>
                      <a:pt x="488" y="316"/>
                    </a:lnTo>
                    <a:lnTo>
                      <a:pt x="571" y="397"/>
                    </a:lnTo>
                    <a:lnTo>
                      <a:pt x="440" y="316"/>
                    </a:lnTo>
                    <a:lnTo>
                      <a:pt x="343" y="274"/>
                    </a:lnTo>
                    <a:lnTo>
                      <a:pt x="242" y="283"/>
                    </a:lnTo>
                    <a:lnTo>
                      <a:pt x="161" y="288"/>
                    </a:lnTo>
                    <a:lnTo>
                      <a:pt x="118" y="300"/>
                    </a:lnTo>
                    <a:lnTo>
                      <a:pt x="152" y="371"/>
                    </a:lnTo>
                    <a:lnTo>
                      <a:pt x="320" y="378"/>
                    </a:lnTo>
                    <a:lnTo>
                      <a:pt x="454" y="447"/>
                    </a:lnTo>
                    <a:lnTo>
                      <a:pt x="336" y="447"/>
                    </a:lnTo>
                    <a:lnTo>
                      <a:pt x="384" y="518"/>
                    </a:lnTo>
                    <a:lnTo>
                      <a:pt x="413" y="602"/>
                    </a:lnTo>
                    <a:lnTo>
                      <a:pt x="378" y="641"/>
                    </a:lnTo>
                    <a:lnTo>
                      <a:pt x="274" y="586"/>
                    </a:lnTo>
                    <a:lnTo>
                      <a:pt x="182" y="542"/>
                    </a:lnTo>
                    <a:lnTo>
                      <a:pt x="161" y="503"/>
                    </a:lnTo>
                    <a:lnTo>
                      <a:pt x="90" y="480"/>
                    </a:lnTo>
                    <a:lnTo>
                      <a:pt x="57" y="378"/>
                    </a:lnTo>
                    <a:lnTo>
                      <a:pt x="48" y="239"/>
                    </a:lnTo>
                    <a:lnTo>
                      <a:pt x="23" y="191"/>
                    </a:lnTo>
                    <a:lnTo>
                      <a:pt x="39" y="136"/>
                    </a:lnTo>
                    <a:lnTo>
                      <a:pt x="0" y="127"/>
                    </a:lnTo>
                    <a:lnTo>
                      <a:pt x="48" y="78"/>
                    </a:lnTo>
                    <a:lnTo>
                      <a:pt x="175" y="63"/>
                    </a:lnTo>
                    <a:lnTo>
                      <a:pt x="343" y="85"/>
                    </a:lnTo>
                    <a:lnTo>
                      <a:pt x="518" y="0"/>
                    </a:lnTo>
                    <a:lnTo>
                      <a:pt x="622" y="94"/>
                    </a:lnTo>
                    <a:lnTo>
                      <a:pt x="678" y="182"/>
                    </a:lnTo>
                    <a:lnTo>
                      <a:pt x="692" y="274"/>
                    </a:lnTo>
                    <a:lnTo>
                      <a:pt x="701" y="406"/>
                    </a:lnTo>
                    <a:lnTo>
                      <a:pt x="705" y="489"/>
                    </a:lnTo>
                    <a:lnTo>
                      <a:pt x="775" y="595"/>
                    </a:lnTo>
                    <a:lnTo>
                      <a:pt x="747" y="575"/>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2" name="Freeform 66"/>
              <p:cNvSpPr>
                <a:spLocks/>
              </p:cNvSpPr>
              <p:nvPr/>
            </p:nvSpPr>
            <p:spPr bwMode="auto">
              <a:xfrm>
                <a:off x="2877" y="1587"/>
                <a:ext cx="540" cy="400"/>
              </a:xfrm>
              <a:custGeom>
                <a:avLst/>
                <a:gdLst>
                  <a:gd name="T0" fmla="*/ 0 w 4318"/>
                  <a:gd name="T1" fmla="*/ 0 h 3200"/>
                  <a:gd name="T2" fmla="*/ 0 w 4318"/>
                  <a:gd name="T3" fmla="*/ 0 h 3200"/>
                  <a:gd name="T4" fmla="*/ 0 w 4318"/>
                  <a:gd name="T5" fmla="*/ 0 h 3200"/>
                  <a:gd name="T6" fmla="*/ 0 w 4318"/>
                  <a:gd name="T7" fmla="*/ 0 h 3200"/>
                  <a:gd name="T8" fmla="*/ 0 w 4318"/>
                  <a:gd name="T9" fmla="*/ 0 h 3200"/>
                  <a:gd name="T10" fmla="*/ 0 w 4318"/>
                  <a:gd name="T11" fmla="*/ 0 h 3200"/>
                  <a:gd name="T12" fmla="*/ 0 w 4318"/>
                  <a:gd name="T13" fmla="*/ 0 h 3200"/>
                  <a:gd name="T14" fmla="*/ 0 w 4318"/>
                  <a:gd name="T15" fmla="*/ 0 h 3200"/>
                  <a:gd name="T16" fmla="*/ 0 w 4318"/>
                  <a:gd name="T17" fmla="*/ 0 h 3200"/>
                  <a:gd name="T18" fmla="*/ 0 w 4318"/>
                  <a:gd name="T19" fmla="*/ 0 h 3200"/>
                  <a:gd name="T20" fmla="*/ 0 w 4318"/>
                  <a:gd name="T21" fmla="*/ 0 h 3200"/>
                  <a:gd name="T22" fmla="*/ 0 w 4318"/>
                  <a:gd name="T23" fmla="*/ 0 h 3200"/>
                  <a:gd name="T24" fmla="*/ 0 w 4318"/>
                  <a:gd name="T25" fmla="*/ 0 h 3200"/>
                  <a:gd name="T26" fmla="*/ 0 w 4318"/>
                  <a:gd name="T27" fmla="*/ 0 h 3200"/>
                  <a:gd name="T28" fmla="*/ 0 w 4318"/>
                  <a:gd name="T29" fmla="*/ 0 h 3200"/>
                  <a:gd name="T30" fmla="*/ 0 w 4318"/>
                  <a:gd name="T31" fmla="*/ 0 h 3200"/>
                  <a:gd name="T32" fmla="*/ 0 w 4318"/>
                  <a:gd name="T33" fmla="*/ 0 h 3200"/>
                  <a:gd name="T34" fmla="*/ 0 w 4318"/>
                  <a:gd name="T35" fmla="*/ 0 h 3200"/>
                  <a:gd name="T36" fmla="*/ 0 w 4318"/>
                  <a:gd name="T37" fmla="*/ 0 h 3200"/>
                  <a:gd name="T38" fmla="*/ 0 w 4318"/>
                  <a:gd name="T39" fmla="*/ 0 h 3200"/>
                  <a:gd name="T40" fmla="*/ 0 w 4318"/>
                  <a:gd name="T41" fmla="*/ 0 h 3200"/>
                  <a:gd name="T42" fmla="*/ 0 w 4318"/>
                  <a:gd name="T43" fmla="*/ 0 h 3200"/>
                  <a:gd name="T44" fmla="*/ 0 w 4318"/>
                  <a:gd name="T45" fmla="*/ 0 h 3200"/>
                  <a:gd name="T46" fmla="*/ 0 w 4318"/>
                  <a:gd name="T47" fmla="*/ 0 h 3200"/>
                  <a:gd name="T48" fmla="*/ 0 w 4318"/>
                  <a:gd name="T49" fmla="*/ 0 h 3200"/>
                  <a:gd name="T50" fmla="*/ 0 w 4318"/>
                  <a:gd name="T51" fmla="*/ 0 h 3200"/>
                  <a:gd name="T52" fmla="*/ 0 w 4318"/>
                  <a:gd name="T53" fmla="*/ 0 h 3200"/>
                  <a:gd name="T54" fmla="*/ 0 w 4318"/>
                  <a:gd name="T55" fmla="*/ 0 h 3200"/>
                  <a:gd name="T56" fmla="*/ 0 w 4318"/>
                  <a:gd name="T57" fmla="*/ 0 h 3200"/>
                  <a:gd name="T58" fmla="*/ 0 w 4318"/>
                  <a:gd name="T59" fmla="*/ 0 h 3200"/>
                  <a:gd name="T60" fmla="*/ 0 w 4318"/>
                  <a:gd name="T61" fmla="*/ 0 h 3200"/>
                  <a:gd name="T62" fmla="*/ 0 w 4318"/>
                  <a:gd name="T63" fmla="*/ 0 h 3200"/>
                  <a:gd name="T64" fmla="*/ 0 w 4318"/>
                  <a:gd name="T65" fmla="*/ 0 h 3200"/>
                  <a:gd name="T66" fmla="*/ 0 w 4318"/>
                  <a:gd name="T67" fmla="*/ 0 h 3200"/>
                  <a:gd name="T68" fmla="*/ 0 w 4318"/>
                  <a:gd name="T69" fmla="*/ 0 h 3200"/>
                  <a:gd name="T70" fmla="*/ 0 w 4318"/>
                  <a:gd name="T71" fmla="*/ 0 h 3200"/>
                  <a:gd name="T72" fmla="*/ 0 w 4318"/>
                  <a:gd name="T73" fmla="*/ 0 h 3200"/>
                  <a:gd name="T74" fmla="*/ 0 w 4318"/>
                  <a:gd name="T75" fmla="*/ 0 h 3200"/>
                  <a:gd name="T76" fmla="*/ 0 w 4318"/>
                  <a:gd name="T77" fmla="*/ 0 h 3200"/>
                  <a:gd name="T78" fmla="*/ 0 w 4318"/>
                  <a:gd name="T79" fmla="*/ 0 h 3200"/>
                  <a:gd name="T80" fmla="*/ 0 w 4318"/>
                  <a:gd name="T81" fmla="*/ 0 h 3200"/>
                  <a:gd name="T82" fmla="*/ 0 w 4318"/>
                  <a:gd name="T83" fmla="*/ 0 h 3200"/>
                  <a:gd name="T84" fmla="*/ 0 w 4318"/>
                  <a:gd name="T85" fmla="*/ 0 h 3200"/>
                  <a:gd name="T86" fmla="*/ 0 w 4318"/>
                  <a:gd name="T87" fmla="*/ 0 h 3200"/>
                  <a:gd name="T88" fmla="*/ 0 w 4318"/>
                  <a:gd name="T89" fmla="*/ 0 h 3200"/>
                  <a:gd name="T90" fmla="*/ 0 w 4318"/>
                  <a:gd name="T91" fmla="*/ 0 h 3200"/>
                  <a:gd name="T92" fmla="*/ 0 w 4318"/>
                  <a:gd name="T93" fmla="*/ 0 h 3200"/>
                  <a:gd name="T94" fmla="*/ 0 w 4318"/>
                  <a:gd name="T95" fmla="*/ 0 h 3200"/>
                  <a:gd name="T96" fmla="*/ 0 w 4318"/>
                  <a:gd name="T97" fmla="*/ 0 h 3200"/>
                  <a:gd name="T98" fmla="*/ 0 w 4318"/>
                  <a:gd name="T99" fmla="*/ 0 h 3200"/>
                  <a:gd name="T100" fmla="*/ 0 w 4318"/>
                  <a:gd name="T101" fmla="*/ 0 h 3200"/>
                  <a:gd name="T102" fmla="*/ 0 w 4318"/>
                  <a:gd name="T103" fmla="*/ 0 h 3200"/>
                  <a:gd name="T104" fmla="*/ 0 w 4318"/>
                  <a:gd name="T105" fmla="*/ 0 h 320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318"/>
                  <a:gd name="T160" fmla="*/ 0 h 3200"/>
                  <a:gd name="T161" fmla="*/ 4318 w 4318"/>
                  <a:gd name="T162" fmla="*/ 3200 h 320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318" h="3200">
                    <a:moveTo>
                      <a:pt x="4072" y="2092"/>
                    </a:moveTo>
                    <a:lnTo>
                      <a:pt x="4095" y="1897"/>
                    </a:lnTo>
                    <a:lnTo>
                      <a:pt x="4208" y="1706"/>
                    </a:lnTo>
                    <a:lnTo>
                      <a:pt x="4318" y="1345"/>
                    </a:lnTo>
                    <a:lnTo>
                      <a:pt x="4249" y="1246"/>
                    </a:lnTo>
                    <a:lnTo>
                      <a:pt x="4090" y="1246"/>
                    </a:lnTo>
                    <a:lnTo>
                      <a:pt x="3986" y="1086"/>
                    </a:lnTo>
                    <a:lnTo>
                      <a:pt x="3929" y="1035"/>
                    </a:lnTo>
                    <a:lnTo>
                      <a:pt x="3909" y="1035"/>
                    </a:lnTo>
                    <a:lnTo>
                      <a:pt x="3808" y="1057"/>
                    </a:lnTo>
                    <a:lnTo>
                      <a:pt x="3498" y="561"/>
                    </a:lnTo>
                    <a:lnTo>
                      <a:pt x="3329" y="459"/>
                    </a:lnTo>
                    <a:lnTo>
                      <a:pt x="3087" y="139"/>
                    </a:lnTo>
                    <a:lnTo>
                      <a:pt x="2935" y="99"/>
                    </a:lnTo>
                    <a:lnTo>
                      <a:pt x="2834" y="132"/>
                    </a:lnTo>
                    <a:lnTo>
                      <a:pt x="2723" y="113"/>
                    </a:lnTo>
                    <a:lnTo>
                      <a:pt x="2615" y="148"/>
                    </a:lnTo>
                    <a:lnTo>
                      <a:pt x="2327" y="180"/>
                    </a:lnTo>
                    <a:lnTo>
                      <a:pt x="2237" y="148"/>
                    </a:lnTo>
                    <a:lnTo>
                      <a:pt x="2126" y="189"/>
                    </a:lnTo>
                    <a:lnTo>
                      <a:pt x="2057" y="113"/>
                    </a:lnTo>
                    <a:lnTo>
                      <a:pt x="1973" y="31"/>
                    </a:lnTo>
                    <a:lnTo>
                      <a:pt x="1914" y="0"/>
                    </a:lnTo>
                    <a:lnTo>
                      <a:pt x="1232" y="249"/>
                    </a:lnTo>
                    <a:lnTo>
                      <a:pt x="1171" y="420"/>
                    </a:lnTo>
                    <a:lnTo>
                      <a:pt x="853" y="589"/>
                    </a:lnTo>
                    <a:lnTo>
                      <a:pt x="632" y="627"/>
                    </a:lnTo>
                    <a:lnTo>
                      <a:pt x="441" y="807"/>
                    </a:lnTo>
                    <a:lnTo>
                      <a:pt x="413" y="910"/>
                    </a:lnTo>
                    <a:lnTo>
                      <a:pt x="371" y="1015"/>
                    </a:lnTo>
                    <a:lnTo>
                      <a:pt x="259" y="1356"/>
                    </a:lnTo>
                    <a:lnTo>
                      <a:pt x="210" y="1624"/>
                    </a:lnTo>
                    <a:lnTo>
                      <a:pt x="270" y="1854"/>
                    </a:lnTo>
                    <a:lnTo>
                      <a:pt x="180" y="2075"/>
                    </a:lnTo>
                    <a:lnTo>
                      <a:pt x="90" y="2103"/>
                    </a:lnTo>
                    <a:lnTo>
                      <a:pt x="0" y="2193"/>
                    </a:lnTo>
                    <a:lnTo>
                      <a:pt x="191" y="2792"/>
                    </a:lnTo>
                    <a:lnTo>
                      <a:pt x="399" y="2861"/>
                    </a:lnTo>
                    <a:lnTo>
                      <a:pt x="761" y="2613"/>
                    </a:lnTo>
                    <a:lnTo>
                      <a:pt x="1042" y="1945"/>
                    </a:lnTo>
                    <a:lnTo>
                      <a:pt x="1211" y="2262"/>
                    </a:lnTo>
                    <a:lnTo>
                      <a:pt x="1303" y="2771"/>
                    </a:lnTo>
                    <a:lnTo>
                      <a:pt x="1232" y="2903"/>
                    </a:lnTo>
                    <a:lnTo>
                      <a:pt x="1204" y="3129"/>
                    </a:lnTo>
                    <a:lnTo>
                      <a:pt x="1261" y="3200"/>
                    </a:lnTo>
                    <a:lnTo>
                      <a:pt x="3408" y="2892"/>
                    </a:lnTo>
                    <a:lnTo>
                      <a:pt x="3355" y="1517"/>
                    </a:lnTo>
                    <a:lnTo>
                      <a:pt x="3569" y="1695"/>
                    </a:lnTo>
                    <a:lnTo>
                      <a:pt x="3707" y="1714"/>
                    </a:lnTo>
                    <a:lnTo>
                      <a:pt x="3777" y="1846"/>
                    </a:lnTo>
                    <a:lnTo>
                      <a:pt x="3938" y="1854"/>
                    </a:lnTo>
                    <a:lnTo>
                      <a:pt x="4028" y="1994"/>
                    </a:lnTo>
                    <a:lnTo>
                      <a:pt x="4072" y="209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3" name="Freeform 67"/>
              <p:cNvSpPr>
                <a:spLocks/>
              </p:cNvSpPr>
              <p:nvPr/>
            </p:nvSpPr>
            <p:spPr bwMode="auto">
              <a:xfrm>
                <a:off x="3154" y="1939"/>
                <a:ext cx="50" cy="35"/>
              </a:xfrm>
              <a:custGeom>
                <a:avLst/>
                <a:gdLst>
                  <a:gd name="T0" fmla="*/ 0 w 400"/>
                  <a:gd name="T1" fmla="*/ 0 h 279"/>
                  <a:gd name="T2" fmla="*/ 0 w 400"/>
                  <a:gd name="T3" fmla="*/ 0 h 279"/>
                  <a:gd name="T4" fmla="*/ 0 w 400"/>
                  <a:gd name="T5" fmla="*/ 0 h 279"/>
                  <a:gd name="T6" fmla="*/ 0 w 400"/>
                  <a:gd name="T7" fmla="*/ 0 h 279"/>
                  <a:gd name="T8" fmla="*/ 0 w 400"/>
                  <a:gd name="T9" fmla="*/ 0 h 279"/>
                  <a:gd name="T10" fmla="*/ 0 w 400"/>
                  <a:gd name="T11" fmla="*/ 0 h 279"/>
                  <a:gd name="T12" fmla="*/ 0 w 400"/>
                  <a:gd name="T13" fmla="*/ 0 h 279"/>
                  <a:gd name="T14" fmla="*/ 0 w 400"/>
                  <a:gd name="T15" fmla="*/ 0 h 279"/>
                  <a:gd name="T16" fmla="*/ 0 w 400"/>
                  <a:gd name="T17" fmla="*/ 0 h 2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0"/>
                  <a:gd name="T28" fmla="*/ 0 h 279"/>
                  <a:gd name="T29" fmla="*/ 400 w 400"/>
                  <a:gd name="T30" fmla="*/ 279 h 27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0" h="279">
                    <a:moveTo>
                      <a:pt x="279" y="0"/>
                    </a:moveTo>
                    <a:lnTo>
                      <a:pt x="130" y="0"/>
                    </a:lnTo>
                    <a:lnTo>
                      <a:pt x="8" y="83"/>
                    </a:lnTo>
                    <a:lnTo>
                      <a:pt x="0" y="242"/>
                    </a:lnTo>
                    <a:lnTo>
                      <a:pt x="40" y="279"/>
                    </a:lnTo>
                    <a:lnTo>
                      <a:pt x="391" y="210"/>
                    </a:lnTo>
                    <a:lnTo>
                      <a:pt x="400" y="162"/>
                    </a:lnTo>
                    <a:lnTo>
                      <a:pt x="349" y="30"/>
                    </a:lnTo>
                    <a:lnTo>
                      <a:pt x="279"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4" name="Freeform 68"/>
              <p:cNvSpPr>
                <a:spLocks/>
              </p:cNvSpPr>
              <p:nvPr/>
            </p:nvSpPr>
            <p:spPr bwMode="auto">
              <a:xfrm>
                <a:off x="2904" y="1706"/>
                <a:ext cx="28" cy="123"/>
              </a:xfrm>
              <a:custGeom>
                <a:avLst/>
                <a:gdLst>
                  <a:gd name="T0" fmla="*/ 0 w 231"/>
                  <a:gd name="T1" fmla="*/ 0 h 977"/>
                  <a:gd name="T2" fmla="*/ 0 w 231"/>
                  <a:gd name="T3" fmla="*/ 0 h 977"/>
                  <a:gd name="T4" fmla="*/ 0 w 231"/>
                  <a:gd name="T5" fmla="*/ 0 h 977"/>
                  <a:gd name="T6" fmla="*/ 0 w 231"/>
                  <a:gd name="T7" fmla="*/ 0 h 977"/>
                  <a:gd name="T8" fmla="*/ 0 w 231"/>
                  <a:gd name="T9" fmla="*/ 0 h 977"/>
                  <a:gd name="T10" fmla="*/ 0 w 231"/>
                  <a:gd name="T11" fmla="*/ 0 h 977"/>
                  <a:gd name="T12" fmla="*/ 0 w 231"/>
                  <a:gd name="T13" fmla="*/ 0 h 977"/>
                  <a:gd name="T14" fmla="*/ 0 w 231"/>
                  <a:gd name="T15" fmla="*/ 0 h 977"/>
                  <a:gd name="T16" fmla="*/ 0 w 231"/>
                  <a:gd name="T17" fmla="*/ 0 h 977"/>
                  <a:gd name="T18" fmla="*/ 0 w 231"/>
                  <a:gd name="T19" fmla="*/ 0 h 9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1"/>
                  <a:gd name="T31" fmla="*/ 0 h 977"/>
                  <a:gd name="T32" fmla="*/ 231 w 231"/>
                  <a:gd name="T33" fmla="*/ 977 h 9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1" h="977">
                    <a:moveTo>
                      <a:pt x="183" y="0"/>
                    </a:moveTo>
                    <a:lnTo>
                      <a:pt x="183" y="283"/>
                    </a:lnTo>
                    <a:lnTo>
                      <a:pt x="231" y="659"/>
                    </a:lnTo>
                    <a:lnTo>
                      <a:pt x="90" y="648"/>
                    </a:lnTo>
                    <a:lnTo>
                      <a:pt x="210" y="856"/>
                    </a:lnTo>
                    <a:lnTo>
                      <a:pt x="148" y="977"/>
                    </a:lnTo>
                    <a:lnTo>
                      <a:pt x="0" y="687"/>
                    </a:lnTo>
                    <a:lnTo>
                      <a:pt x="0" y="560"/>
                    </a:lnTo>
                    <a:lnTo>
                      <a:pt x="130" y="129"/>
                    </a:lnTo>
                    <a:lnTo>
                      <a:pt x="183"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5" name="Freeform 69"/>
              <p:cNvSpPr>
                <a:spLocks/>
              </p:cNvSpPr>
              <p:nvPr/>
            </p:nvSpPr>
            <p:spPr bwMode="auto">
              <a:xfrm>
                <a:off x="2884" y="1756"/>
                <a:ext cx="126" cy="187"/>
              </a:xfrm>
              <a:custGeom>
                <a:avLst/>
                <a:gdLst>
                  <a:gd name="T0" fmla="*/ 0 w 1008"/>
                  <a:gd name="T1" fmla="*/ 0 h 1494"/>
                  <a:gd name="T2" fmla="*/ 0 w 1008"/>
                  <a:gd name="T3" fmla="*/ 0 h 1494"/>
                  <a:gd name="T4" fmla="*/ 0 w 1008"/>
                  <a:gd name="T5" fmla="*/ 0 h 1494"/>
                  <a:gd name="T6" fmla="*/ 0 w 1008"/>
                  <a:gd name="T7" fmla="*/ 0 h 1494"/>
                  <a:gd name="T8" fmla="*/ 0 w 1008"/>
                  <a:gd name="T9" fmla="*/ 0 h 1494"/>
                  <a:gd name="T10" fmla="*/ 0 w 1008"/>
                  <a:gd name="T11" fmla="*/ 0 h 1494"/>
                  <a:gd name="T12" fmla="*/ 0 w 1008"/>
                  <a:gd name="T13" fmla="*/ 0 h 1494"/>
                  <a:gd name="T14" fmla="*/ 0 w 1008"/>
                  <a:gd name="T15" fmla="*/ 0 h 1494"/>
                  <a:gd name="T16" fmla="*/ 0 w 1008"/>
                  <a:gd name="T17" fmla="*/ 0 h 1494"/>
                  <a:gd name="T18" fmla="*/ 0 w 1008"/>
                  <a:gd name="T19" fmla="*/ 0 h 1494"/>
                  <a:gd name="T20" fmla="*/ 0 w 1008"/>
                  <a:gd name="T21" fmla="*/ 0 h 1494"/>
                  <a:gd name="T22" fmla="*/ 0 w 1008"/>
                  <a:gd name="T23" fmla="*/ 0 h 1494"/>
                  <a:gd name="T24" fmla="*/ 0 w 1008"/>
                  <a:gd name="T25" fmla="*/ 0 h 1494"/>
                  <a:gd name="T26" fmla="*/ 0 w 1008"/>
                  <a:gd name="T27" fmla="*/ 0 h 1494"/>
                  <a:gd name="T28" fmla="*/ 0 w 1008"/>
                  <a:gd name="T29" fmla="*/ 0 h 1494"/>
                  <a:gd name="T30" fmla="*/ 0 w 1008"/>
                  <a:gd name="T31" fmla="*/ 0 h 1494"/>
                  <a:gd name="T32" fmla="*/ 0 w 1008"/>
                  <a:gd name="T33" fmla="*/ 0 h 1494"/>
                  <a:gd name="T34" fmla="*/ 0 w 1008"/>
                  <a:gd name="T35" fmla="*/ 0 h 1494"/>
                  <a:gd name="T36" fmla="*/ 0 w 1008"/>
                  <a:gd name="T37" fmla="*/ 0 h 1494"/>
                  <a:gd name="T38" fmla="*/ 0 w 1008"/>
                  <a:gd name="T39" fmla="*/ 0 h 1494"/>
                  <a:gd name="T40" fmla="*/ 0 w 1008"/>
                  <a:gd name="T41" fmla="*/ 0 h 1494"/>
                  <a:gd name="T42" fmla="*/ 0 w 1008"/>
                  <a:gd name="T43" fmla="*/ 0 h 1494"/>
                  <a:gd name="T44" fmla="*/ 0 w 1008"/>
                  <a:gd name="T45" fmla="*/ 0 h 1494"/>
                  <a:gd name="T46" fmla="*/ 0 w 1008"/>
                  <a:gd name="T47" fmla="*/ 0 h 1494"/>
                  <a:gd name="T48" fmla="*/ 0 w 1008"/>
                  <a:gd name="T49" fmla="*/ 0 h 149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08"/>
                  <a:gd name="T76" fmla="*/ 0 h 1494"/>
                  <a:gd name="T77" fmla="*/ 1008 w 1008"/>
                  <a:gd name="T78" fmla="*/ 1494 h 149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08" h="1494">
                    <a:moveTo>
                      <a:pt x="0" y="778"/>
                    </a:moveTo>
                    <a:lnTo>
                      <a:pt x="28" y="837"/>
                    </a:lnTo>
                    <a:lnTo>
                      <a:pt x="28" y="975"/>
                    </a:lnTo>
                    <a:lnTo>
                      <a:pt x="99" y="1156"/>
                    </a:lnTo>
                    <a:lnTo>
                      <a:pt x="159" y="1048"/>
                    </a:lnTo>
                    <a:lnTo>
                      <a:pt x="281" y="1305"/>
                    </a:lnTo>
                    <a:lnTo>
                      <a:pt x="120" y="1378"/>
                    </a:lnTo>
                    <a:lnTo>
                      <a:pt x="342" y="1494"/>
                    </a:lnTo>
                    <a:lnTo>
                      <a:pt x="648" y="1385"/>
                    </a:lnTo>
                    <a:lnTo>
                      <a:pt x="839" y="1057"/>
                    </a:lnTo>
                    <a:lnTo>
                      <a:pt x="883" y="820"/>
                    </a:lnTo>
                    <a:lnTo>
                      <a:pt x="911" y="589"/>
                    </a:lnTo>
                    <a:lnTo>
                      <a:pt x="1008" y="310"/>
                    </a:lnTo>
                    <a:lnTo>
                      <a:pt x="869" y="30"/>
                    </a:lnTo>
                    <a:lnTo>
                      <a:pt x="812" y="0"/>
                    </a:lnTo>
                    <a:lnTo>
                      <a:pt x="710" y="279"/>
                    </a:lnTo>
                    <a:lnTo>
                      <a:pt x="779" y="350"/>
                    </a:lnTo>
                    <a:lnTo>
                      <a:pt x="890" y="400"/>
                    </a:lnTo>
                    <a:lnTo>
                      <a:pt x="770" y="679"/>
                    </a:lnTo>
                    <a:lnTo>
                      <a:pt x="770" y="848"/>
                    </a:lnTo>
                    <a:lnTo>
                      <a:pt x="648" y="1026"/>
                    </a:lnTo>
                    <a:lnTo>
                      <a:pt x="438" y="1057"/>
                    </a:lnTo>
                    <a:lnTo>
                      <a:pt x="307" y="589"/>
                    </a:lnTo>
                    <a:lnTo>
                      <a:pt x="69" y="736"/>
                    </a:lnTo>
                    <a:lnTo>
                      <a:pt x="0" y="778"/>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6" name="Freeform 70"/>
              <p:cNvSpPr>
                <a:spLocks/>
              </p:cNvSpPr>
              <p:nvPr/>
            </p:nvSpPr>
            <p:spPr bwMode="auto">
              <a:xfrm>
                <a:off x="3001" y="1646"/>
                <a:ext cx="295" cy="343"/>
              </a:xfrm>
              <a:custGeom>
                <a:avLst/>
                <a:gdLst>
                  <a:gd name="T0" fmla="*/ 0 w 2355"/>
                  <a:gd name="T1" fmla="*/ 0 h 2742"/>
                  <a:gd name="T2" fmla="*/ 0 w 2355"/>
                  <a:gd name="T3" fmla="*/ 0 h 2742"/>
                  <a:gd name="T4" fmla="*/ 0 w 2355"/>
                  <a:gd name="T5" fmla="*/ 0 h 2742"/>
                  <a:gd name="T6" fmla="*/ 0 w 2355"/>
                  <a:gd name="T7" fmla="*/ 0 h 2742"/>
                  <a:gd name="T8" fmla="*/ 0 w 2355"/>
                  <a:gd name="T9" fmla="*/ 0 h 2742"/>
                  <a:gd name="T10" fmla="*/ 0 w 2355"/>
                  <a:gd name="T11" fmla="*/ 0 h 2742"/>
                  <a:gd name="T12" fmla="*/ 0 w 2355"/>
                  <a:gd name="T13" fmla="*/ 0 h 2742"/>
                  <a:gd name="T14" fmla="*/ 0 w 2355"/>
                  <a:gd name="T15" fmla="*/ 0 h 2742"/>
                  <a:gd name="T16" fmla="*/ 0 w 2355"/>
                  <a:gd name="T17" fmla="*/ 0 h 2742"/>
                  <a:gd name="T18" fmla="*/ 0 w 2355"/>
                  <a:gd name="T19" fmla="*/ 0 h 2742"/>
                  <a:gd name="T20" fmla="*/ 0 w 2355"/>
                  <a:gd name="T21" fmla="*/ 0 h 2742"/>
                  <a:gd name="T22" fmla="*/ 0 w 2355"/>
                  <a:gd name="T23" fmla="*/ 0 h 2742"/>
                  <a:gd name="T24" fmla="*/ 0 w 2355"/>
                  <a:gd name="T25" fmla="*/ 0 h 2742"/>
                  <a:gd name="T26" fmla="*/ 0 w 2355"/>
                  <a:gd name="T27" fmla="*/ 0 h 2742"/>
                  <a:gd name="T28" fmla="*/ 0 w 2355"/>
                  <a:gd name="T29" fmla="*/ 0 h 2742"/>
                  <a:gd name="T30" fmla="*/ 0 w 2355"/>
                  <a:gd name="T31" fmla="*/ 0 h 2742"/>
                  <a:gd name="T32" fmla="*/ 0 w 2355"/>
                  <a:gd name="T33" fmla="*/ 0 h 2742"/>
                  <a:gd name="T34" fmla="*/ 0 w 2355"/>
                  <a:gd name="T35" fmla="*/ 0 h 2742"/>
                  <a:gd name="T36" fmla="*/ 0 w 2355"/>
                  <a:gd name="T37" fmla="*/ 0 h 2742"/>
                  <a:gd name="T38" fmla="*/ 0 w 2355"/>
                  <a:gd name="T39" fmla="*/ 0 h 2742"/>
                  <a:gd name="T40" fmla="*/ 0 w 2355"/>
                  <a:gd name="T41" fmla="*/ 0 h 2742"/>
                  <a:gd name="T42" fmla="*/ 0 w 2355"/>
                  <a:gd name="T43" fmla="*/ 0 h 2742"/>
                  <a:gd name="T44" fmla="*/ 0 w 2355"/>
                  <a:gd name="T45" fmla="*/ 0 h 2742"/>
                  <a:gd name="T46" fmla="*/ 0 w 2355"/>
                  <a:gd name="T47" fmla="*/ 0 h 2742"/>
                  <a:gd name="T48" fmla="*/ 0 w 2355"/>
                  <a:gd name="T49" fmla="*/ 0 h 2742"/>
                  <a:gd name="T50" fmla="*/ 0 w 2355"/>
                  <a:gd name="T51" fmla="*/ 0 h 2742"/>
                  <a:gd name="T52" fmla="*/ 0 w 2355"/>
                  <a:gd name="T53" fmla="*/ 0 h 2742"/>
                  <a:gd name="T54" fmla="*/ 0 w 2355"/>
                  <a:gd name="T55" fmla="*/ 0 h 2742"/>
                  <a:gd name="T56" fmla="*/ 0 w 2355"/>
                  <a:gd name="T57" fmla="*/ 0 h 2742"/>
                  <a:gd name="T58" fmla="*/ 0 w 2355"/>
                  <a:gd name="T59" fmla="*/ 0 h 2742"/>
                  <a:gd name="T60" fmla="*/ 0 w 2355"/>
                  <a:gd name="T61" fmla="*/ 0 h 2742"/>
                  <a:gd name="T62" fmla="*/ 0 w 2355"/>
                  <a:gd name="T63" fmla="*/ 0 h 2742"/>
                  <a:gd name="T64" fmla="*/ 0 w 2355"/>
                  <a:gd name="T65" fmla="*/ 0 h 2742"/>
                  <a:gd name="T66" fmla="*/ 0 w 2355"/>
                  <a:gd name="T67" fmla="*/ 0 h 2742"/>
                  <a:gd name="T68" fmla="*/ 0 w 2355"/>
                  <a:gd name="T69" fmla="*/ 0 h 2742"/>
                  <a:gd name="T70" fmla="*/ 0 w 2355"/>
                  <a:gd name="T71" fmla="*/ 0 h 2742"/>
                  <a:gd name="T72" fmla="*/ 0 w 2355"/>
                  <a:gd name="T73" fmla="*/ 0 h 2742"/>
                  <a:gd name="T74" fmla="*/ 0 w 2355"/>
                  <a:gd name="T75" fmla="*/ 0 h 2742"/>
                  <a:gd name="T76" fmla="*/ 0 w 2355"/>
                  <a:gd name="T77" fmla="*/ 0 h 2742"/>
                  <a:gd name="T78" fmla="*/ 0 w 2355"/>
                  <a:gd name="T79" fmla="*/ 0 h 2742"/>
                  <a:gd name="T80" fmla="*/ 0 w 2355"/>
                  <a:gd name="T81" fmla="*/ 0 h 2742"/>
                  <a:gd name="T82" fmla="*/ 0 w 2355"/>
                  <a:gd name="T83" fmla="*/ 0 h 2742"/>
                  <a:gd name="T84" fmla="*/ 0 w 2355"/>
                  <a:gd name="T85" fmla="*/ 0 h 2742"/>
                  <a:gd name="T86" fmla="*/ 0 w 2355"/>
                  <a:gd name="T87" fmla="*/ 0 h 2742"/>
                  <a:gd name="T88" fmla="*/ 0 w 2355"/>
                  <a:gd name="T89" fmla="*/ 0 h 2742"/>
                  <a:gd name="T90" fmla="*/ 0 w 2355"/>
                  <a:gd name="T91" fmla="*/ 0 h 2742"/>
                  <a:gd name="T92" fmla="*/ 0 w 2355"/>
                  <a:gd name="T93" fmla="*/ 0 h 2742"/>
                  <a:gd name="T94" fmla="*/ 0 w 2355"/>
                  <a:gd name="T95" fmla="*/ 0 h 2742"/>
                  <a:gd name="T96" fmla="*/ 0 w 2355"/>
                  <a:gd name="T97" fmla="*/ 0 h 2742"/>
                  <a:gd name="T98" fmla="*/ 0 w 2355"/>
                  <a:gd name="T99" fmla="*/ 0 h 2742"/>
                  <a:gd name="T100" fmla="*/ 0 w 2355"/>
                  <a:gd name="T101" fmla="*/ 0 h 2742"/>
                  <a:gd name="T102" fmla="*/ 0 w 2355"/>
                  <a:gd name="T103" fmla="*/ 0 h 2742"/>
                  <a:gd name="T104" fmla="*/ 0 w 2355"/>
                  <a:gd name="T105" fmla="*/ 0 h 2742"/>
                  <a:gd name="T106" fmla="*/ 0 w 2355"/>
                  <a:gd name="T107" fmla="*/ 0 h 2742"/>
                  <a:gd name="T108" fmla="*/ 0 w 2355"/>
                  <a:gd name="T109" fmla="*/ 0 h 2742"/>
                  <a:gd name="T110" fmla="*/ 0 w 2355"/>
                  <a:gd name="T111" fmla="*/ 0 h 2742"/>
                  <a:gd name="T112" fmla="*/ 0 w 2355"/>
                  <a:gd name="T113" fmla="*/ 0 h 2742"/>
                  <a:gd name="T114" fmla="*/ 0 w 2355"/>
                  <a:gd name="T115" fmla="*/ 0 h 274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355"/>
                  <a:gd name="T175" fmla="*/ 0 h 2742"/>
                  <a:gd name="T176" fmla="*/ 2355 w 2355"/>
                  <a:gd name="T177" fmla="*/ 2742 h 2742"/>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355" h="2742">
                    <a:moveTo>
                      <a:pt x="303" y="558"/>
                    </a:moveTo>
                    <a:lnTo>
                      <a:pt x="413" y="639"/>
                    </a:lnTo>
                    <a:lnTo>
                      <a:pt x="289" y="1119"/>
                    </a:lnTo>
                    <a:lnTo>
                      <a:pt x="289" y="1398"/>
                    </a:lnTo>
                    <a:lnTo>
                      <a:pt x="630" y="1476"/>
                    </a:lnTo>
                    <a:lnTo>
                      <a:pt x="604" y="411"/>
                    </a:lnTo>
                    <a:lnTo>
                      <a:pt x="630" y="208"/>
                    </a:lnTo>
                    <a:lnTo>
                      <a:pt x="503" y="150"/>
                    </a:lnTo>
                    <a:lnTo>
                      <a:pt x="382" y="231"/>
                    </a:lnTo>
                    <a:lnTo>
                      <a:pt x="360" y="208"/>
                    </a:lnTo>
                    <a:lnTo>
                      <a:pt x="450" y="143"/>
                    </a:lnTo>
                    <a:lnTo>
                      <a:pt x="503" y="72"/>
                    </a:lnTo>
                    <a:lnTo>
                      <a:pt x="833" y="0"/>
                    </a:lnTo>
                    <a:lnTo>
                      <a:pt x="991" y="84"/>
                    </a:lnTo>
                    <a:lnTo>
                      <a:pt x="943" y="121"/>
                    </a:lnTo>
                    <a:lnTo>
                      <a:pt x="833" y="112"/>
                    </a:lnTo>
                    <a:lnTo>
                      <a:pt x="782" y="252"/>
                    </a:lnTo>
                    <a:lnTo>
                      <a:pt x="1092" y="1558"/>
                    </a:lnTo>
                    <a:lnTo>
                      <a:pt x="1413" y="1747"/>
                    </a:lnTo>
                    <a:lnTo>
                      <a:pt x="1965" y="2035"/>
                    </a:lnTo>
                    <a:lnTo>
                      <a:pt x="1905" y="1875"/>
                    </a:lnTo>
                    <a:lnTo>
                      <a:pt x="2207" y="1993"/>
                    </a:lnTo>
                    <a:lnTo>
                      <a:pt x="2297" y="1773"/>
                    </a:lnTo>
                    <a:lnTo>
                      <a:pt x="2345" y="1785"/>
                    </a:lnTo>
                    <a:lnTo>
                      <a:pt x="2306" y="2145"/>
                    </a:lnTo>
                    <a:lnTo>
                      <a:pt x="2355" y="2343"/>
                    </a:lnTo>
                    <a:lnTo>
                      <a:pt x="2133" y="2393"/>
                    </a:lnTo>
                    <a:lnTo>
                      <a:pt x="1598" y="2356"/>
                    </a:lnTo>
                    <a:lnTo>
                      <a:pt x="1723" y="2272"/>
                    </a:lnTo>
                    <a:lnTo>
                      <a:pt x="1644" y="2126"/>
                    </a:lnTo>
                    <a:lnTo>
                      <a:pt x="1732" y="2085"/>
                    </a:lnTo>
                    <a:lnTo>
                      <a:pt x="1503" y="2015"/>
                    </a:lnTo>
                    <a:lnTo>
                      <a:pt x="1503" y="2165"/>
                    </a:lnTo>
                    <a:lnTo>
                      <a:pt x="1444" y="2334"/>
                    </a:lnTo>
                    <a:lnTo>
                      <a:pt x="1246" y="2405"/>
                    </a:lnTo>
                    <a:lnTo>
                      <a:pt x="1273" y="2384"/>
                    </a:lnTo>
                    <a:lnTo>
                      <a:pt x="1135" y="2043"/>
                    </a:lnTo>
                    <a:lnTo>
                      <a:pt x="863" y="1868"/>
                    </a:lnTo>
                    <a:lnTo>
                      <a:pt x="591" y="1826"/>
                    </a:lnTo>
                    <a:lnTo>
                      <a:pt x="663" y="1916"/>
                    </a:lnTo>
                    <a:lnTo>
                      <a:pt x="624" y="1936"/>
                    </a:lnTo>
                    <a:lnTo>
                      <a:pt x="773" y="1976"/>
                    </a:lnTo>
                    <a:lnTo>
                      <a:pt x="1054" y="2204"/>
                    </a:lnTo>
                    <a:lnTo>
                      <a:pt x="1171" y="2322"/>
                    </a:lnTo>
                    <a:lnTo>
                      <a:pt x="962" y="2315"/>
                    </a:lnTo>
                    <a:lnTo>
                      <a:pt x="734" y="2246"/>
                    </a:lnTo>
                    <a:lnTo>
                      <a:pt x="923" y="2405"/>
                    </a:lnTo>
                    <a:lnTo>
                      <a:pt x="743" y="2463"/>
                    </a:lnTo>
                    <a:lnTo>
                      <a:pt x="521" y="2601"/>
                    </a:lnTo>
                    <a:lnTo>
                      <a:pt x="851" y="2525"/>
                    </a:lnTo>
                    <a:lnTo>
                      <a:pt x="552" y="2742"/>
                    </a:lnTo>
                    <a:lnTo>
                      <a:pt x="250" y="2742"/>
                    </a:lnTo>
                    <a:lnTo>
                      <a:pt x="213" y="2652"/>
                    </a:lnTo>
                    <a:lnTo>
                      <a:pt x="303" y="2272"/>
                    </a:lnTo>
                    <a:lnTo>
                      <a:pt x="270" y="2114"/>
                    </a:lnTo>
                    <a:lnTo>
                      <a:pt x="0" y="1178"/>
                    </a:lnTo>
                    <a:lnTo>
                      <a:pt x="81" y="720"/>
                    </a:lnTo>
                    <a:lnTo>
                      <a:pt x="303" y="558"/>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7" name="Freeform 71"/>
              <p:cNvSpPr>
                <a:spLocks/>
              </p:cNvSpPr>
              <p:nvPr/>
            </p:nvSpPr>
            <p:spPr bwMode="auto">
              <a:xfrm>
                <a:off x="3140" y="1598"/>
                <a:ext cx="107" cy="77"/>
              </a:xfrm>
              <a:custGeom>
                <a:avLst/>
                <a:gdLst>
                  <a:gd name="T0" fmla="*/ 0 w 851"/>
                  <a:gd name="T1" fmla="*/ 0 h 616"/>
                  <a:gd name="T2" fmla="*/ 0 w 851"/>
                  <a:gd name="T3" fmla="*/ 0 h 616"/>
                  <a:gd name="T4" fmla="*/ 0 w 851"/>
                  <a:gd name="T5" fmla="*/ 0 h 616"/>
                  <a:gd name="T6" fmla="*/ 0 w 851"/>
                  <a:gd name="T7" fmla="*/ 0 h 616"/>
                  <a:gd name="T8" fmla="*/ 0 w 851"/>
                  <a:gd name="T9" fmla="*/ 0 h 616"/>
                  <a:gd name="T10" fmla="*/ 0 w 851"/>
                  <a:gd name="T11" fmla="*/ 0 h 616"/>
                  <a:gd name="T12" fmla="*/ 0 w 851"/>
                  <a:gd name="T13" fmla="*/ 0 h 616"/>
                  <a:gd name="T14" fmla="*/ 0 w 851"/>
                  <a:gd name="T15" fmla="*/ 0 h 616"/>
                  <a:gd name="T16" fmla="*/ 0 w 851"/>
                  <a:gd name="T17" fmla="*/ 0 h 616"/>
                  <a:gd name="T18" fmla="*/ 0 w 851"/>
                  <a:gd name="T19" fmla="*/ 0 h 616"/>
                  <a:gd name="T20" fmla="*/ 0 w 851"/>
                  <a:gd name="T21" fmla="*/ 0 h 616"/>
                  <a:gd name="T22" fmla="*/ 0 w 851"/>
                  <a:gd name="T23" fmla="*/ 0 h 616"/>
                  <a:gd name="T24" fmla="*/ 0 w 851"/>
                  <a:gd name="T25" fmla="*/ 0 h 616"/>
                  <a:gd name="T26" fmla="*/ 0 w 851"/>
                  <a:gd name="T27" fmla="*/ 0 h 616"/>
                  <a:gd name="T28" fmla="*/ 0 w 851"/>
                  <a:gd name="T29" fmla="*/ 0 h 616"/>
                  <a:gd name="T30" fmla="*/ 0 w 851"/>
                  <a:gd name="T31" fmla="*/ 0 h 616"/>
                  <a:gd name="T32" fmla="*/ 0 w 851"/>
                  <a:gd name="T33" fmla="*/ 0 h 616"/>
                  <a:gd name="T34" fmla="*/ 0 w 851"/>
                  <a:gd name="T35" fmla="*/ 0 h 6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51"/>
                  <a:gd name="T55" fmla="*/ 0 h 616"/>
                  <a:gd name="T56" fmla="*/ 851 w 851"/>
                  <a:gd name="T57" fmla="*/ 616 h 6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51" h="616">
                    <a:moveTo>
                      <a:pt x="0" y="385"/>
                    </a:moveTo>
                    <a:lnTo>
                      <a:pt x="77" y="207"/>
                    </a:lnTo>
                    <a:lnTo>
                      <a:pt x="77" y="348"/>
                    </a:lnTo>
                    <a:lnTo>
                      <a:pt x="299" y="97"/>
                    </a:lnTo>
                    <a:lnTo>
                      <a:pt x="378" y="616"/>
                    </a:lnTo>
                    <a:lnTo>
                      <a:pt x="417" y="227"/>
                    </a:lnTo>
                    <a:lnTo>
                      <a:pt x="618" y="69"/>
                    </a:lnTo>
                    <a:lnTo>
                      <a:pt x="740" y="97"/>
                    </a:lnTo>
                    <a:lnTo>
                      <a:pt x="851" y="7"/>
                    </a:lnTo>
                    <a:lnTo>
                      <a:pt x="721" y="40"/>
                    </a:lnTo>
                    <a:lnTo>
                      <a:pt x="653" y="40"/>
                    </a:lnTo>
                    <a:lnTo>
                      <a:pt x="618" y="0"/>
                    </a:lnTo>
                    <a:lnTo>
                      <a:pt x="521" y="69"/>
                    </a:lnTo>
                    <a:lnTo>
                      <a:pt x="389" y="47"/>
                    </a:lnTo>
                    <a:lnTo>
                      <a:pt x="279" y="40"/>
                    </a:lnTo>
                    <a:lnTo>
                      <a:pt x="118" y="77"/>
                    </a:lnTo>
                    <a:lnTo>
                      <a:pt x="21" y="189"/>
                    </a:lnTo>
                    <a:lnTo>
                      <a:pt x="0" y="385"/>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8" name="Freeform 72"/>
              <p:cNvSpPr>
                <a:spLocks/>
              </p:cNvSpPr>
              <p:nvPr/>
            </p:nvSpPr>
            <p:spPr bwMode="auto">
              <a:xfrm>
                <a:off x="3256" y="1669"/>
                <a:ext cx="101" cy="198"/>
              </a:xfrm>
              <a:custGeom>
                <a:avLst/>
                <a:gdLst>
                  <a:gd name="T0" fmla="*/ 0 w 811"/>
                  <a:gd name="T1" fmla="*/ 0 h 1587"/>
                  <a:gd name="T2" fmla="*/ 0 w 811"/>
                  <a:gd name="T3" fmla="*/ 0 h 1587"/>
                  <a:gd name="T4" fmla="*/ 0 w 811"/>
                  <a:gd name="T5" fmla="*/ 0 h 1587"/>
                  <a:gd name="T6" fmla="*/ 0 w 811"/>
                  <a:gd name="T7" fmla="*/ 0 h 1587"/>
                  <a:gd name="T8" fmla="*/ 0 w 811"/>
                  <a:gd name="T9" fmla="*/ 0 h 1587"/>
                  <a:gd name="T10" fmla="*/ 0 w 811"/>
                  <a:gd name="T11" fmla="*/ 0 h 1587"/>
                  <a:gd name="T12" fmla="*/ 0 w 811"/>
                  <a:gd name="T13" fmla="*/ 0 h 1587"/>
                  <a:gd name="T14" fmla="*/ 0 w 811"/>
                  <a:gd name="T15" fmla="*/ 0 h 1587"/>
                  <a:gd name="T16" fmla="*/ 0 w 811"/>
                  <a:gd name="T17" fmla="*/ 0 h 1587"/>
                  <a:gd name="T18" fmla="*/ 0 w 811"/>
                  <a:gd name="T19" fmla="*/ 0 h 1587"/>
                  <a:gd name="T20" fmla="*/ 0 w 811"/>
                  <a:gd name="T21" fmla="*/ 0 h 1587"/>
                  <a:gd name="T22" fmla="*/ 0 w 811"/>
                  <a:gd name="T23" fmla="*/ 0 h 1587"/>
                  <a:gd name="T24" fmla="*/ 0 w 811"/>
                  <a:gd name="T25" fmla="*/ 0 h 1587"/>
                  <a:gd name="T26" fmla="*/ 0 w 811"/>
                  <a:gd name="T27" fmla="*/ 0 h 1587"/>
                  <a:gd name="T28" fmla="*/ 0 w 811"/>
                  <a:gd name="T29" fmla="*/ 0 h 1587"/>
                  <a:gd name="T30" fmla="*/ 0 w 811"/>
                  <a:gd name="T31" fmla="*/ 0 h 1587"/>
                  <a:gd name="T32" fmla="*/ 0 w 811"/>
                  <a:gd name="T33" fmla="*/ 0 h 1587"/>
                  <a:gd name="T34" fmla="*/ 0 w 811"/>
                  <a:gd name="T35" fmla="*/ 0 h 1587"/>
                  <a:gd name="T36" fmla="*/ 0 w 811"/>
                  <a:gd name="T37" fmla="*/ 0 h 1587"/>
                  <a:gd name="T38" fmla="*/ 0 w 811"/>
                  <a:gd name="T39" fmla="*/ 0 h 1587"/>
                  <a:gd name="T40" fmla="*/ 0 w 811"/>
                  <a:gd name="T41" fmla="*/ 0 h 1587"/>
                  <a:gd name="T42" fmla="*/ 0 w 811"/>
                  <a:gd name="T43" fmla="*/ 0 h 1587"/>
                  <a:gd name="T44" fmla="*/ 0 w 811"/>
                  <a:gd name="T45" fmla="*/ 0 h 1587"/>
                  <a:gd name="T46" fmla="*/ 0 w 811"/>
                  <a:gd name="T47" fmla="*/ 0 h 158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11"/>
                  <a:gd name="T73" fmla="*/ 0 h 1587"/>
                  <a:gd name="T74" fmla="*/ 811 w 811"/>
                  <a:gd name="T75" fmla="*/ 1587 h 158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11" h="1587">
                    <a:moveTo>
                      <a:pt x="481" y="171"/>
                    </a:moveTo>
                    <a:lnTo>
                      <a:pt x="481" y="429"/>
                    </a:lnTo>
                    <a:lnTo>
                      <a:pt x="380" y="600"/>
                    </a:lnTo>
                    <a:lnTo>
                      <a:pt x="239" y="429"/>
                    </a:lnTo>
                    <a:lnTo>
                      <a:pt x="128" y="259"/>
                    </a:lnTo>
                    <a:lnTo>
                      <a:pt x="239" y="860"/>
                    </a:lnTo>
                    <a:lnTo>
                      <a:pt x="207" y="1257"/>
                    </a:lnTo>
                    <a:lnTo>
                      <a:pt x="0" y="1556"/>
                    </a:lnTo>
                    <a:lnTo>
                      <a:pt x="170" y="1587"/>
                    </a:lnTo>
                    <a:lnTo>
                      <a:pt x="361" y="1483"/>
                    </a:lnTo>
                    <a:lnTo>
                      <a:pt x="318" y="840"/>
                    </a:lnTo>
                    <a:lnTo>
                      <a:pt x="509" y="1049"/>
                    </a:lnTo>
                    <a:lnTo>
                      <a:pt x="640" y="1049"/>
                    </a:lnTo>
                    <a:lnTo>
                      <a:pt x="541" y="939"/>
                    </a:lnTo>
                    <a:lnTo>
                      <a:pt x="521" y="770"/>
                    </a:lnTo>
                    <a:lnTo>
                      <a:pt x="582" y="600"/>
                    </a:lnTo>
                    <a:lnTo>
                      <a:pt x="659" y="489"/>
                    </a:lnTo>
                    <a:lnTo>
                      <a:pt x="721" y="392"/>
                    </a:lnTo>
                    <a:lnTo>
                      <a:pt x="762" y="528"/>
                    </a:lnTo>
                    <a:lnTo>
                      <a:pt x="811" y="400"/>
                    </a:lnTo>
                    <a:lnTo>
                      <a:pt x="780" y="293"/>
                    </a:lnTo>
                    <a:lnTo>
                      <a:pt x="721" y="150"/>
                    </a:lnTo>
                    <a:lnTo>
                      <a:pt x="548" y="0"/>
                    </a:lnTo>
                    <a:lnTo>
                      <a:pt x="481" y="171"/>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9" name="Freeform 73"/>
              <p:cNvSpPr>
                <a:spLocks/>
              </p:cNvSpPr>
              <p:nvPr/>
            </p:nvSpPr>
            <p:spPr bwMode="auto">
              <a:xfrm>
                <a:off x="3349" y="1737"/>
                <a:ext cx="69" cy="76"/>
              </a:xfrm>
              <a:custGeom>
                <a:avLst/>
                <a:gdLst>
                  <a:gd name="T0" fmla="*/ 0 w 552"/>
                  <a:gd name="T1" fmla="*/ 0 h 609"/>
                  <a:gd name="T2" fmla="*/ 0 w 552"/>
                  <a:gd name="T3" fmla="*/ 0 h 609"/>
                  <a:gd name="T4" fmla="*/ 0 w 552"/>
                  <a:gd name="T5" fmla="*/ 0 h 609"/>
                  <a:gd name="T6" fmla="*/ 0 w 552"/>
                  <a:gd name="T7" fmla="*/ 0 h 609"/>
                  <a:gd name="T8" fmla="*/ 0 w 552"/>
                  <a:gd name="T9" fmla="*/ 0 h 609"/>
                  <a:gd name="T10" fmla="*/ 0 w 552"/>
                  <a:gd name="T11" fmla="*/ 0 h 609"/>
                  <a:gd name="T12" fmla="*/ 0 w 552"/>
                  <a:gd name="T13" fmla="*/ 0 h 609"/>
                  <a:gd name="T14" fmla="*/ 0 w 552"/>
                  <a:gd name="T15" fmla="*/ 0 h 609"/>
                  <a:gd name="T16" fmla="*/ 0 w 552"/>
                  <a:gd name="T17" fmla="*/ 0 h 609"/>
                  <a:gd name="T18" fmla="*/ 0 w 552"/>
                  <a:gd name="T19" fmla="*/ 0 h 609"/>
                  <a:gd name="T20" fmla="*/ 0 w 552"/>
                  <a:gd name="T21" fmla="*/ 0 h 609"/>
                  <a:gd name="T22" fmla="*/ 0 w 552"/>
                  <a:gd name="T23" fmla="*/ 0 h 60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2"/>
                  <a:gd name="T37" fmla="*/ 0 h 609"/>
                  <a:gd name="T38" fmla="*/ 552 w 552"/>
                  <a:gd name="T39" fmla="*/ 609 h 60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2" h="609">
                    <a:moveTo>
                      <a:pt x="152" y="0"/>
                    </a:moveTo>
                    <a:lnTo>
                      <a:pt x="31" y="152"/>
                    </a:lnTo>
                    <a:lnTo>
                      <a:pt x="132" y="293"/>
                    </a:lnTo>
                    <a:lnTo>
                      <a:pt x="373" y="133"/>
                    </a:lnTo>
                    <a:lnTo>
                      <a:pt x="453" y="293"/>
                    </a:lnTo>
                    <a:lnTo>
                      <a:pt x="0" y="609"/>
                    </a:lnTo>
                    <a:lnTo>
                      <a:pt x="420" y="541"/>
                    </a:lnTo>
                    <a:lnTo>
                      <a:pt x="552" y="133"/>
                    </a:lnTo>
                    <a:lnTo>
                      <a:pt x="453" y="42"/>
                    </a:lnTo>
                    <a:lnTo>
                      <a:pt x="299" y="62"/>
                    </a:lnTo>
                    <a:lnTo>
                      <a:pt x="193" y="23"/>
                    </a:lnTo>
                    <a:lnTo>
                      <a:pt x="152"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0" name="Freeform 74"/>
              <p:cNvSpPr>
                <a:spLocks/>
              </p:cNvSpPr>
              <p:nvPr/>
            </p:nvSpPr>
            <p:spPr bwMode="auto">
              <a:xfrm>
                <a:off x="3079" y="1640"/>
                <a:ext cx="103" cy="307"/>
              </a:xfrm>
              <a:custGeom>
                <a:avLst/>
                <a:gdLst>
                  <a:gd name="T0" fmla="*/ 0 w 820"/>
                  <a:gd name="T1" fmla="*/ 0 h 2453"/>
                  <a:gd name="T2" fmla="*/ 0 w 820"/>
                  <a:gd name="T3" fmla="*/ 0 h 2453"/>
                  <a:gd name="T4" fmla="*/ 0 w 820"/>
                  <a:gd name="T5" fmla="*/ 0 h 2453"/>
                  <a:gd name="T6" fmla="*/ 0 w 820"/>
                  <a:gd name="T7" fmla="*/ 0 h 2453"/>
                  <a:gd name="T8" fmla="*/ 0 w 820"/>
                  <a:gd name="T9" fmla="*/ 0 h 2453"/>
                  <a:gd name="T10" fmla="*/ 0 w 820"/>
                  <a:gd name="T11" fmla="*/ 0 h 2453"/>
                  <a:gd name="T12" fmla="*/ 0 w 820"/>
                  <a:gd name="T13" fmla="*/ 0 h 2453"/>
                  <a:gd name="T14" fmla="*/ 0 w 820"/>
                  <a:gd name="T15" fmla="*/ 0 h 2453"/>
                  <a:gd name="T16" fmla="*/ 0 w 820"/>
                  <a:gd name="T17" fmla="*/ 0 h 2453"/>
                  <a:gd name="T18" fmla="*/ 0 w 820"/>
                  <a:gd name="T19" fmla="*/ 0 h 2453"/>
                  <a:gd name="T20" fmla="*/ 0 w 820"/>
                  <a:gd name="T21" fmla="*/ 0 h 2453"/>
                  <a:gd name="T22" fmla="*/ 0 w 820"/>
                  <a:gd name="T23" fmla="*/ 0 h 2453"/>
                  <a:gd name="T24" fmla="*/ 0 w 820"/>
                  <a:gd name="T25" fmla="*/ 0 h 2453"/>
                  <a:gd name="T26" fmla="*/ 0 w 820"/>
                  <a:gd name="T27" fmla="*/ 0 h 2453"/>
                  <a:gd name="T28" fmla="*/ 0 w 820"/>
                  <a:gd name="T29" fmla="*/ 0 h 2453"/>
                  <a:gd name="T30" fmla="*/ 0 w 820"/>
                  <a:gd name="T31" fmla="*/ 0 h 2453"/>
                  <a:gd name="T32" fmla="*/ 0 w 820"/>
                  <a:gd name="T33" fmla="*/ 0 h 2453"/>
                  <a:gd name="T34" fmla="*/ 0 w 820"/>
                  <a:gd name="T35" fmla="*/ 0 h 2453"/>
                  <a:gd name="T36" fmla="*/ 0 w 820"/>
                  <a:gd name="T37" fmla="*/ 0 h 2453"/>
                  <a:gd name="T38" fmla="*/ 0 w 820"/>
                  <a:gd name="T39" fmla="*/ 0 h 24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20"/>
                  <a:gd name="T61" fmla="*/ 0 h 2453"/>
                  <a:gd name="T62" fmla="*/ 820 w 820"/>
                  <a:gd name="T63" fmla="*/ 2453 h 24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20" h="2453">
                    <a:moveTo>
                      <a:pt x="186" y="21"/>
                    </a:moveTo>
                    <a:lnTo>
                      <a:pt x="178" y="110"/>
                    </a:lnTo>
                    <a:lnTo>
                      <a:pt x="136" y="198"/>
                    </a:lnTo>
                    <a:lnTo>
                      <a:pt x="119" y="228"/>
                    </a:lnTo>
                    <a:lnTo>
                      <a:pt x="186" y="309"/>
                    </a:lnTo>
                    <a:lnTo>
                      <a:pt x="288" y="487"/>
                    </a:lnTo>
                    <a:lnTo>
                      <a:pt x="400" y="817"/>
                    </a:lnTo>
                    <a:lnTo>
                      <a:pt x="520" y="1245"/>
                    </a:lnTo>
                    <a:lnTo>
                      <a:pt x="693" y="1806"/>
                    </a:lnTo>
                    <a:lnTo>
                      <a:pt x="820" y="2125"/>
                    </a:lnTo>
                    <a:lnTo>
                      <a:pt x="672" y="2453"/>
                    </a:lnTo>
                    <a:lnTo>
                      <a:pt x="347" y="2204"/>
                    </a:lnTo>
                    <a:lnTo>
                      <a:pt x="68" y="708"/>
                    </a:lnTo>
                    <a:lnTo>
                      <a:pt x="46" y="440"/>
                    </a:lnTo>
                    <a:lnTo>
                      <a:pt x="68" y="270"/>
                    </a:lnTo>
                    <a:lnTo>
                      <a:pt x="68" y="228"/>
                    </a:lnTo>
                    <a:lnTo>
                      <a:pt x="0" y="141"/>
                    </a:lnTo>
                    <a:lnTo>
                      <a:pt x="6" y="0"/>
                    </a:lnTo>
                    <a:lnTo>
                      <a:pt x="149" y="11"/>
                    </a:lnTo>
                    <a:lnTo>
                      <a:pt x="186" y="2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1" name="Freeform 75"/>
              <p:cNvSpPr>
                <a:spLocks/>
              </p:cNvSpPr>
              <p:nvPr/>
            </p:nvSpPr>
            <p:spPr bwMode="auto">
              <a:xfrm>
                <a:off x="3074" y="1640"/>
                <a:ext cx="108" cy="310"/>
              </a:xfrm>
              <a:custGeom>
                <a:avLst/>
                <a:gdLst>
                  <a:gd name="T0" fmla="*/ 0 w 862"/>
                  <a:gd name="T1" fmla="*/ 0 h 2474"/>
                  <a:gd name="T2" fmla="*/ 0 w 862"/>
                  <a:gd name="T3" fmla="*/ 0 h 2474"/>
                  <a:gd name="T4" fmla="*/ 0 w 862"/>
                  <a:gd name="T5" fmla="*/ 0 h 2474"/>
                  <a:gd name="T6" fmla="*/ 0 w 862"/>
                  <a:gd name="T7" fmla="*/ 0 h 2474"/>
                  <a:gd name="T8" fmla="*/ 0 w 862"/>
                  <a:gd name="T9" fmla="*/ 0 h 2474"/>
                  <a:gd name="T10" fmla="*/ 0 w 862"/>
                  <a:gd name="T11" fmla="*/ 0 h 2474"/>
                  <a:gd name="T12" fmla="*/ 0 w 862"/>
                  <a:gd name="T13" fmla="*/ 0 h 2474"/>
                  <a:gd name="T14" fmla="*/ 0 w 862"/>
                  <a:gd name="T15" fmla="*/ 0 h 2474"/>
                  <a:gd name="T16" fmla="*/ 0 w 862"/>
                  <a:gd name="T17" fmla="*/ 0 h 2474"/>
                  <a:gd name="T18" fmla="*/ 0 w 862"/>
                  <a:gd name="T19" fmla="*/ 0 h 2474"/>
                  <a:gd name="T20" fmla="*/ 0 w 862"/>
                  <a:gd name="T21" fmla="*/ 0 h 2474"/>
                  <a:gd name="T22" fmla="*/ 0 w 862"/>
                  <a:gd name="T23" fmla="*/ 0 h 2474"/>
                  <a:gd name="T24" fmla="*/ 0 w 862"/>
                  <a:gd name="T25" fmla="*/ 0 h 2474"/>
                  <a:gd name="T26" fmla="*/ 0 w 862"/>
                  <a:gd name="T27" fmla="*/ 0 h 2474"/>
                  <a:gd name="T28" fmla="*/ 0 w 862"/>
                  <a:gd name="T29" fmla="*/ 0 h 2474"/>
                  <a:gd name="T30" fmla="*/ 0 w 862"/>
                  <a:gd name="T31" fmla="*/ 0 h 2474"/>
                  <a:gd name="T32" fmla="*/ 0 w 862"/>
                  <a:gd name="T33" fmla="*/ 0 h 2474"/>
                  <a:gd name="T34" fmla="*/ 0 w 862"/>
                  <a:gd name="T35" fmla="*/ 0 h 2474"/>
                  <a:gd name="T36" fmla="*/ 0 w 862"/>
                  <a:gd name="T37" fmla="*/ 0 h 2474"/>
                  <a:gd name="T38" fmla="*/ 0 w 862"/>
                  <a:gd name="T39" fmla="*/ 0 h 2474"/>
                  <a:gd name="T40" fmla="*/ 0 w 862"/>
                  <a:gd name="T41" fmla="*/ 0 h 2474"/>
                  <a:gd name="T42" fmla="*/ 0 w 862"/>
                  <a:gd name="T43" fmla="*/ 0 h 2474"/>
                  <a:gd name="T44" fmla="*/ 0 w 862"/>
                  <a:gd name="T45" fmla="*/ 0 h 2474"/>
                  <a:gd name="T46" fmla="*/ 0 w 862"/>
                  <a:gd name="T47" fmla="*/ 0 h 2474"/>
                  <a:gd name="T48" fmla="*/ 0 w 862"/>
                  <a:gd name="T49" fmla="*/ 0 h 2474"/>
                  <a:gd name="T50" fmla="*/ 0 w 862"/>
                  <a:gd name="T51" fmla="*/ 0 h 2474"/>
                  <a:gd name="T52" fmla="*/ 0 w 862"/>
                  <a:gd name="T53" fmla="*/ 0 h 2474"/>
                  <a:gd name="T54" fmla="*/ 0 w 862"/>
                  <a:gd name="T55" fmla="*/ 0 h 2474"/>
                  <a:gd name="T56" fmla="*/ 0 w 862"/>
                  <a:gd name="T57" fmla="*/ 0 h 247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62"/>
                  <a:gd name="T88" fmla="*/ 0 h 2474"/>
                  <a:gd name="T89" fmla="*/ 862 w 862"/>
                  <a:gd name="T90" fmla="*/ 2474 h 247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62" h="2474">
                    <a:moveTo>
                      <a:pt x="152" y="11"/>
                    </a:moveTo>
                    <a:lnTo>
                      <a:pt x="129" y="251"/>
                    </a:lnTo>
                    <a:lnTo>
                      <a:pt x="178" y="670"/>
                    </a:lnTo>
                    <a:lnTo>
                      <a:pt x="281" y="1141"/>
                    </a:lnTo>
                    <a:lnTo>
                      <a:pt x="461" y="1863"/>
                    </a:lnTo>
                    <a:lnTo>
                      <a:pt x="499" y="2174"/>
                    </a:lnTo>
                    <a:lnTo>
                      <a:pt x="691" y="2370"/>
                    </a:lnTo>
                    <a:lnTo>
                      <a:pt x="811" y="2112"/>
                    </a:lnTo>
                    <a:lnTo>
                      <a:pt x="629" y="1694"/>
                    </a:lnTo>
                    <a:lnTo>
                      <a:pt x="519" y="1257"/>
                    </a:lnTo>
                    <a:lnTo>
                      <a:pt x="422" y="876"/>
                    </a:lnTo>
                    <a:lnTo>
                      <a:pt x="288" y="468"/>
                    </a:lnTo>
                    <a:lnTo>
                      <a:pt x="211" y="309"/>
                    </a:lnTo>
                    <a:lnTo>
                      <a:pt x="170" y="228"/>
                    </a:lnTo>
                    <a:lnTo>
                      <a:pt x="288" y="389"/>
                    </a:lnTo>
                    <a:lnTo>
                      <a:pt x="409" y="738"/>
                    </a:lnTo>
                    <a:lnTo>
                      <a:pt x="562" y="1195"/>
                    </a:lnTo>
                    <a:lnTo>
                      <a:pt x="714" y="1705"/>
                    </a:lnTo>
                    <a:lnTo>
                      <a:pt x="783" y="1936"/>
                    </a:lnTo>
                    <a:lnTo>
                      <a:pt x="862" y="2112"/>
                    </a:lnTo>
                    <a:lnTo>
                      <a:pt x="721" y="2474"/>
                    </a:lnTo>
                    <a:lnTo>
                      <a:pt x="380" y="2193"/>
                    </a:lnTo>
                    <a:lnTo>
                      <a:pt x="251" y="1505"/>
                    </a:lnTo>
                    <a:lnTo>
                      <a:pt x="119" y="717"/>
                    </a:lnTo>
                    <a:lnTo>
                      <a:pt x="110" y="440"/>
                    </a:lnTo>
                    <a:lnTo>
                      <a:pt x="88" y="228"/>
                    </a:lnTo>
                    <a:lnTo>
                      <a:pt x="0" y="110"/>
                    </a:lnTo>
                    <a:lnTo>
                      <a:pt x="60" y="0"/>
                    </a:lnTo>
                    <a:lnTo>
                      <a:pt x="152" y="11"/>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 name="Freeform 76"/>
              <p:cNvSpPr>
                <a:spLocks/>
              </p:cNvSpPr>
              <p:nvPr/>
            </p:nvSpPr>
            <p:spPr bwMode="auto">
              <a:xfrm>
                <a:off x="2976" y="1630"/>
                <a:ext cx="72" cy="128"/>
              </a:xfrm>
              <a:custGeom>
                <a:avLst/>
                <a:gdLst>
                  <a:gd name="T0" fmla="*/ 0 w 578"/>
                  <a:gd name="T1" fmla="*/ 0 h 1028"/>
                  <a:gd name="T2" fmla="*/ 0 w 578"/>
                  <a:gd name="T3" fmla="*/ 0 h 1028"/>
                  <a:gd name="T4" fmla="*/ 0 w 578"/>
                  <a:gd name="T5" fmla="*/ 0 h 1028"/>
                  <a:gd name="T6" fmla="*/ 0 w 578"/>
                  <a:gd name="T7" fmla="*/ 0 h 1028"/>
                  <a:gd name="T8" fmla="*/ 0 w 578"/>
                  <a:gd name="T9" fmla="*/ 0 h 1028"/>
                  <a:gd name="T10" fmla="*/ 0 w 578"/>
                  <a:gd name="T11" fmla="*/ 0 h 1028"/>
                  <a:gd name="T12" fmla="*/ 0 w 578"/>
                  <a:gd name="T13" fmla="*/ 0 h 1028"/>
                  <a:gd name="T14" fmla="*/ 0 w 578"/>
                  <a:gd name="T15" fmla="*/ 0 h 1028"/>
                  <a:gd name="T16" fmla="*/ 0 w 578"/>
                  <a:gd name="T17" fmla="*/ 0 h 1028"/>
                  <a:gd name="T18" fmla="*/ 0 w 578"/>
                  <a:gd name="T19" fmla="*/ 0 h 1028"/>
                  <a:gd name="T20" fmla="*/ 0 w 578"/>
                  <a:gd name="T21" fmla="*/ 0 h 1028"/>
                  <a:gd name="T22" fmla="*/ 0 w 578"/>
                  <a:gd name="T23" fmla="*/ 0 h 1028"/>
                  <a:gd name="T24" fmla="*/ 0 w 578"/>
                  <a:gd name="T25" fmla="*/ 0 h 1028"/>
                  <a:gd name="T26" fmla="*/ 0 w 578"/>
                  <a:gd name="T27" fmla="*/ 0 h 1028"/>
                  <a:gd name="T28" fmla="*/ 0 w 578"/>
                  <a:gd name="T29" fmla="*/ 0 h 1028"/>
                  <a:gd name="T30" fmla="*/ 0 w 578"/>
                  <a:gd name="T31" fmla="*/ 0 h 1028"/>
                  <a:gd name="T32" fmla="*/ 0 w 578"/>
                  <a:gd name="T33" fmla="*/ 0 h 10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78"/>
                  <a:gd name="T52" fmla="*/ 0 h 1028"/>
                  <a:gd name="T53" fmla="*/ 578 w 578"/>
                  <a:gd name="T54" fmla="*/ 1028 h 102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78" h="1028">
                    <a:moveTo>
                      <a:pt x="42" y="938"/>
                    </a:moveTo>
                    <a:lnTo>
                      <a:pt x="37" y="775"/>
                    </a:lnTo>
                    <a:lnTo>
                      <a:pt x="0" y="360"/>
                    </a:lnTo>
                    <a:lnTo>
                      <a:pt x="37" y="276"/>
                    </a:lnTo>
                    <a:lnTo>
                      <a:pt x="293" y="0"/>
                    </a:lnTo>
                    <a:lnTo>
                      <a:pt x="523" y="48"/>
                    </a:lnTo>
                    <a:lnTo>
                      <a:pt x="578" y="184"/>
                    </a:lnTo>
                    <a:lnTo>
                      <a:pt x="528" y="247"/>
                    </a:lnTo>
                    <a:lnTo>
                      <a:pt x="563" y="465"/>
                    </a:lnTo>
                    <a:lnTo>
                      <a:pt x="486" y="487"/>
                    </a:lnTo>
                    <a:lnTo>
                      <a:pt x="464" y="705"/>
                    </a:lnTo>
                    <a:lnTo>
                      <a:pt x="406" y="805"/>
                    </a:lnTo>
                    <a:lnTo>
                      <a:pt x="358" y="874"/>
                    </a:lnTo>
                    <a:lnTo>
                      <a:pt x="305" y="938"/>
                    </a:lnTo>
                    <a:lnTo>
                      <a:pt x="263" y="1028"/>
                    </a:lnTo>
                    <a:lnTo>
                      <a:pt x="92" y="1001"/>
                    </a:lnTo>
                    <a:lnTo>
                      <a:pt x="42" y="938"/>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3" name="Freeform 77"/>
              <p:cNvSpPr>
                <a:spLocks/>
              </p:cNvSpPr>
              <p:nvPr/>
            </p:nvSpPr>
            <p:spPr bwMode="auto">
              <a:xfrm>
                <a:off x="2982" y="1431"/>
                <a:ext cx="162" cy="204"/>
              </a:xfrm>
              <a:custGeom>
                <a:avLst/>
                <a:gdLst>
                  <a:gd name="T0" fmla="*/ 0 w 1289"/>
                  <a:gd name="T1" fmla="*/ 0 h 1630"/>
                  <a:gd name="T2" fmla="*/ 0 w 1289"/>
                  <a:gd name="T3" fmla="*/ 0 h 1630"/>
                  <a:gd name="T4" fmla="*/ 0 w 1289"/>
                  <a:gd name="T5" fmla="*/ 0 h 1630"/>
                  <a:gd name="T6" fmla="*/ 0 w 1289"/>
                  <a:gd name="T7" fmla="*/ 0 h 1630"/>
                  <a:gd name="T8" fmla="*/ 0 w 1289"/>
                  <a:gd name="T9" fmla="*/ 0 h 1630"/>
                  <a:gd name="T10" fmla="*/ 0 w 1289"/>
                  <a:gd name="T11" fmla="*/ 0 h 1630"/>
                  <a:gd name="T12" fmla="*/ 0 w 1289"/>
                  <a:gd name="T13" fmla="*/ 0 h 1630"/>
                  <a:gd name="T14" fmla="*/ 0 w 1289"/>
                  <a:gd name="T15" fmla="*/ 0 h 1630"/>
                  <a:gd name="T16" fmla="*/ 0 w 1289"/>
                  <a:gd name="T17" fmla="*/ 0 h 1630"/>
                  <a:gd name="T18" fmla="*/ 0 w 1289"/>
                  <a:gd name="T19" fmla="*/ 0 h 1630"/>
                  <a:gd name="T20" fmla="*/ 0 w 1289"/>
                  <a:gd name="T21" fmla="*/ 0 h 1630"/>
                  <a:gd name="T22" fmla="*/ 0 w 1289"/>
                  <a:gd name="T23" fmla="*/ 0 h 1630"/>
                  <a:gd name="T24" fmla="*/ 0 w 1289"/>
                  <a:gd name="T25" fmla="*/ 0 h 1630"/>
                  <a:gd name="T26" fmla="*/ 0 w 1289"/>
                  <a:gd name="T27" fmla="*/ 0 h 1630"/>
                  <a:gd name="T28" fmla="*/ 0 w 1289"/>
                  <a:gd name="T29" fmla="*/ 0 h 1630"/>
                  <a:gd name="T30" fmla="*/ 0 w 1289"/>
                  <a:gd name="T31" fmla="*/ 0 h 1630"/>
                  <a:gd name="T32" fmla="*/ 0 w 1289"/>
                  <a:gd name="T33" fmla="*/ 0 h 1630"/>
                  <a:gd name="T34" fmla="*/ 0 w 1289"/>
                  <a:gd name="T35" fmla="*/ 0 h 1630"/>
                  <a:gd name="T36" fmla="*/ 0 w 1289"/>
                  <a:gd name="T37" fmla="*/ 0 h 1630"/>
                  <a:gd name="T38" fmla="*/ 0 w 1289"/>
                  <a:gd name="T39" fmla="*/ 0 h 1630"/>
                  <a:gd name="T40" fmla="*/ 0 w 1289"/>
                  <a:gd name="T41" fmla="*/ 0 h 1630"/>
                  <a:gd name="T42" fmla="*/ 0 w 1289"/>
                  <a:gd name="T43" fmla="*/ 0 h 1630"/>
                  <a:gd name="T44" fmla="*/ 0 w 1289"/>
                  <a:gd name="T45" fmla="*/ 0 h 1630"/>
                  <a:gd name="T46" fmla="*/ 0 w 1289"/>
                  <a:gd name="T47" fmla="*/ 0 h 1630"/>
                  <a:gd name="T48" fmla="*/ 0 w 1289"/>
                  <a:gd name="T49" fmla="*/ 0 h 1630"/>
                  <a:gd name="T50" fmla="*/ 0 w 1289"/>
                  <a:gd name="T51" fmla="*/ 0 h 1630"/>
                  <a:gd name="T52" fmla="*/ 0 w 1289"/>
                  <a:gd name="T53" fmla="*/ 0 h 1630"/>
                  <a:gd name="T54" fmla="*/ 0 w 1289"/>
                  <a:gd name="T55" fmla="*/ 0 h 1630"/>
                  <a:gd name="T56" fmla="*/ 0 w 1289"/>
                  <a:gd name="T57" fmla="*/ 0 h 1630"/>
                  <a:gd name="T58" fmla="*/ 0 w 1289"/>
                  <a:gd name="T59" fmla="*/ 0 h 1630"/>
                  <a:gd name="T60" fmla="*/ 0 w 1289"/>
                  <a:gd name="T61" fmla="*/ 0 h 163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289"/>
                  <a:gd name="T94" fmla="*/ 0 h 1630"/>
                  <a:gd name="T95" fmla="*/ 1289 w 1289"/>
                  <a:gd name="T96" fmla="*/ 1630 h 163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289" h="1630">
                    <a:moveTo>
                      <a:pt x="37" y="717"/>
                    </a:moveTo>
                    <a:lnTo>
                      <a:pt x="0" y="784"/>
                    </a:lnTo>
                    <a:lnTo>
                      <a:pt x="0" y="915"/>
                    </a:lnTo>
                    <a:lnTo>
                      <a:pt x="85" y="1036"/>
                    </a:lnTo>
                    <a:lnTo>
                      <a:pt x="200" y="1120"/>
                    </a:lnTo>
                    <a:lnTo>
                      <a:pt x="235" y="1120"/>
                    </a:lnTo>
                    <a:lnTo>
                      <a:pt x="298" y="1263"/>
                    </a:lnTo>
                    <a:lnTo>
                      <a:pt x="348" y="1395"/>
                    </a:lnTo>
                    <a:lnTo>
                      <a:pt x="447" y="1508"/>
                    </a:lnTo>
                    <a:lnTo>
                      <a:pt x="555" y="1572"/>
                    </a:lnTo>
                    <a:lnTo>
                      <a:pt x="705" y="1621"/>
                    </a:lnTo>
                    <a:lnTo>
                      <a:pt x="855" y="1630"/>
                    </a:lnTo>
                    <a:lnTo>
                      <a:pt x="947" y="1579"/>
                    </a:lnTo>
                    <a:lnTo>
                      <a:pt x="1019" y="1494"/>
                    </a:lnTo>
                    <a:lnTo>
                      <a:pt x="1090" y="1374"/>
                    </a:lnTo>
                    <a:lnTo>
                      <a:pt x="1118" y="1263"/>
                    </a:lnTo>
                    <a:lnTo>
                      <a:pt x="1140" y="1056"/>
                    </a:lnTo>
                    <a:lnTo>
                      <a:pt x="1203" y="1001"/>
                    </a:lnTo>
                    <a:lnTo>
                      <a:pt x="1284" y="889"/>
                    </a:lnTo>
                    <a:lnTo>
                      <a:pt x="1289" y="768"/>
                    </a:lnTo>
                    <a:lnTo>
                      <a:pt x="1274" y="662"/>
                    </a:lnTo>
                    <a:lnTo>
                      <a:pt x="1261" y="627"/>
                    </a:lnTo>
                    <a:lnTo>
                      <a:pt x="1203" y="595"/>
                    </a:lnTo>
                    <a:lnTo>
                      <a:pt x="1118" y="325"/>
                    </a:lnTo>
                    <a:lnTo>
                      <a:pt x="1012" y="94"/>
                    </a:lnTo>
                    <a:lnTo>
                      <a:pt x="692" y="0"/>
                    </a:lnTo>
                    <a:lnTo>
                      <a:pt x="270" y="85"/>
                    </a:lnTo>
                    <a:lnTo>
                      <a:pt x="85" y="247"/>
                    </a:lnTo>
                    <a:lnTo>
                      <a:pt x="41" y="429"/>
                    </a:lnTo>
                    <a:lnTo>
                      <a:pt x="41" y="657"/>
                    </a:lnTo>
                    <a:lnTo>
                      <a:pt x="37" y="717"/>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4" name="Freeform 78"/>
              <p:cNvSpPr>
                <a:spLocks/>
              </p:cNvSpPr>
              <p:nvPr/>
            </p:nvSpPr>
            <p:spPr bwMode="auto">
              <a:xfrm>
                <a:off x="3020" y="1552"/>
                <a:ext cx="28" cy="16"/>
              </a:xfrm>
              <a:custGeom>
                <a:avLst/>
                <a:gdLst>
                  <a:gd name="T0" fmla="*/ 0 w 223"/>
                  <a:gd name="T1" fmla="*/ 0 h 120"/>
                  <a:gd name="T2" fmla="*/ 0 w 223"/>
                  <a:gd name="T3" fmla="*/ 0 h 120"/>
                  <a:gd name="T4" fmla="*/ 0 w 223"/>
                  <a:gd name="T5" fmla="*/ 0 h 120"/>
                  <a:gd name="T6" fmla="*/ 0 w 223"/>
                  <a:gd name="T7" fmla="*/ 0 h 120"/>
                  <a:gd name="T8" fmla="*/ 0 w 223"/>
                  <a:gd name="T9" fmla="*/ 0 h 120"/>
                  <a:gd name="T10" fmla="*/ 0 w 223"/>
                  <a:gd name="T11" fmla="*/ 0 h 120"/>
                  <a:gd name="T12" fmla="*/ 0 w 223"/>
                  <a:gd name="T13" fmla="*/ 0 h 120"/>
                  <a:gd name="T14" fmla="*/ 0 w 223"/>
                  <a:gd name="T15" fmla="*/ 0 h 120"/>
                  <a:gd name="T16" fmla="*/ 0 w 223"/>
                  <a:gd name="T17" fmla="*/ 0 h 1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3"/>
                  <a:gd name="T28" fmla="*/ 0 h 120"/>
                  <a:gd name="T29" fmla="*/ 223 w 223"/>
                  <a:gd name="T30" fmla="*/ 120 h 1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3" h="120">
                    <a:moveTo>
                      <a:pt x="223" y="6"/>
                    </a:moveTo>
                    <a:lnTo>
                      <a:pt x="223" y="41"/>
                    </a:lnTo>
                    <a:lnTo>
                      <a:pt x="140" y="108"/>
                    </a:lnTo>
                    <a:lnTo>
                      <a:pt x="57" y="120"/>
                    </a:lnTo>
                    <a:lnTo>
                      <a:pt x="0" y="78"/>
                    </a:lnTo>
                    <a:lnTo>
                      <a:pt x="16" y="0"/>
                    </a:lnTo>
                    <a:lnTo>
                      <a:pt x="92" y="28"/>
                    </a:lnTo>
                    <a:lnTo>
                      <a:pt x="140" y="35"/>
                    </a:lnTo>
                    <a:lnTo>
                      <a:pt x="223" y="6"/>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5" name="Freeform 79"/>
              <p:cNvSpPr>
                <a:spLocks/>
              </p:cNvSpPr>
              <p:nvPr/>
            </p:nvSpPr>
            <p:spPr bwMode="auto">
              <a:xfrm>
                <a:off x="3085" y="1539"/>
                <a:ext cx="30" cy="18"/>
              </a:xfrm>
              <a:custGeom>
                <a:avLst/>
                <a:gdLst>
                  <a:gd name="T0" fmla="*/ 0 w 245"/>
                  <a:gd name="T1" fmla="*/ 0 h 141"/>
                  <a:gd name="T2" fmla="*/ 0 w 245"/>
                  <a:gd name="T3" fmla="*/ 0 h 141"/>
                  <a:gd name="T4" fmla="*/ 0 w 245"/>
                  <a:gd name="T5" fmla="*/ 0 h 141"/>
                  <a:gd name="T6" fmla="*/ 0 w 245"/>
                  <a:gd name="T7" fmla="*/ 0 h 141"/>
                  <a:gd name="T8" fmla="*/ 0 w 245"/>
                  <a:gd name="T9" fmla="*/ 0 h 141"/>
                  <a:gd name="T10" fmla="*/ 0 w 245"/>
                  <a:gd name="T11" fmla="*/ 0 h 141"/>
                  <a:gd name="T12" fmla="*/ 0 w 245"/>
                  <a:gd name="T13" fmla="*/ 0 h 141"/>
                  <a:gd name="T14" fmla="*/ 0 w 245"/>
                  <a:gd name="T15" fmla="*/ 0 h 141"/>
                  <a:gd name="T16" fmla="*/ 0 w 245"/>
                  <a:gd name="T17" fmla="*/ 0 h 141"/>
                  <a:gd name="T18" fmla="*/ 0 w 245"/>
                  <a:gd name="T19" fmla="*/ 0 h 1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5"/>
                  <a:gd name="T31" fmla="*/ 0 h 141"/>
                  <a:gd name="T32" fmla="*/ 245 w 245"/>
                  <a:gd name="T33" fmla="*/ 141 h 1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5" h="141">
                    <a:moveTo>
                      <a:pt x="0" y="85"/>
                    </a:moveTo>
                    <a:lnTo>
                      <a:pt x="18" y="112"/>
                    </a:lnTo>
                    <a:lnTo>
                      <a:pt x="117" y="141"/>
                    </a:lnTo>
                    <a:lnTo>
                      <a:pt x="212" y="134"/>
                    </a:lnTo>
                    <a:lnTo>
                      <a:pt x="245" y="79"/>
                    </a:lnTo>
                    <a:lnTo>
                      <a:pt x="238" y="0"/>
                    </a:lnTo>
                    <a:lnTo>
                      <a:pt x="179" y="42"/>
                    </a:lnTo>
                    <a:lnTo>
                      <a:pt x="139" y="79"/>
                    </a:lnTo>
                    <a:lnTo>
                      <a:pt x="83" y="90"/>
                    </a:lnTo>
                    <a:lnTo>
                      <a:pt x="0" y="85"/>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6" name="Freeform 80"/>
              <p:cNvSpPr>
                <a:spLocks/>
              </p:cNvSpPr>
              <p:nvPr/>
            </p:nvSpPr>
            <p:spPr bwMode="auto">
              <a:xfrm>
                <a:off x="3063" y="1545"/>
                <a:ext cx="16" cy="30"/>
              </a:xfrm>
              <a:custGeom>
                <a:avLst/>
                <a:gdLst>
                  <a:gd name="T0" fmla="*/ 0 w 120"/>
                  <a:gd name="T1" fmla="*/ 0 h 235"/>
                  <a:gd name="T2" fmla="*/ 0 w 120"/>
                  <a:gd name="T3" fmla="*/ 0 h 235"/>
                  <a:gd name="T4" fmla="*/ 0 w 120"/>
                  <a:gd name="T5" fmla="*/ 0 h 235"/>
                  <a:gd name="T6" fmla="*/ 0 w 120"/>
                  <a:gd name="T7" fmla="*/ 0 h 235"/>
                  <a:gd name="T8" fmla="*/ 0 w 120"/>
                  <a:gd name="T9" fmla="*/ 0 h 235"/>
                  <a:gd name="T10" fmla="*/ 0 w 120"/>
                  <a:gd name="T11" fmla="*/ 0 h 235"/>
                  <a:gd name="T12" fmla="*/ 0 w 120"/>
                  <a:gd name="T13" fmla="*/ 0 h 235"/>
                  <a:gd name="T14" fmla="*/ 0 w 120"/>
                  <a:gd name="T15" fmla="*/ 0 h 235"/>
                  <a:gd name="T16" fmla="*/ 0 w 120"/>
                  <a:gd name="T17" fmla="*/ 0 h 235"/>
                  <a:gd name="T18" fmla="*/ 0 w 120"/>
                  <a:gd name="T19" fmla="*/ 0 h 235"/>
                  <a:gd name="T20" fmla="*/ 0 w 120"/>
                  <a:gd name="T21" fmla="*/ 0 h 235"/>
                  <a:gd name="T22" fmla="*/ 0 w 120"/>
                  <a:gd name="T23" fmla="*/ 0 h 2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0"/>
                  <a:gd name="T37" fmla="*/ 0 h 235"/>
                  <a:gd name="T38" fmla="*/ 120 w 120"/>
                  <a:gd name="T39" fmla="*/ 235 h 2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0" h="235">
                    <a:moveTo>
                      <a:pt x="57" y="37"/>
                    </a:moveTo>
                    <a:lnTo>
                      <a:pt x="37" y="0"/>
                    </a:lnTo>
                    <a:lnTo>
                      <a:pt x="13" y="16"/>
                    </a:lnTo>
                    <a:lnTo>
                      <a:pt x="22" y="141"/>
                    </a:lnTo>
                    <a:lnTo>
                      <a:pt x="0" y="169"/>
                    </a:lnTo>
                    <a:lnTo>
                      <a:pt x="13" y="220"/>
                    </a:lnTo>
                    <a:lnTo>
                      <a:pt x="64" y="235"/>
                    </a:lnTo>
                    <a:lnTo>
                      <a:pt x="108" y="220"/>
                    </a:lnTo>
                    <a:lnTo>
                      <a:pt x="120" y="178"/>
                    </a:lnTo>
                    <a:lnTo>
                      <a:pt x="112" y="148"/>
                    </a:lnTo>
                    <a:lnTo>
                      <a:pt x="78" y="121"/>
                    </a:lnTo>
                    <a:lnTo>
                      <a:pt x="57" y="37"/>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7" name="Freeform 81"/>
              <p:cNvSpPr>
                <a:spLocks/>
              </p:cNvSpPr>
              <p:nvPr/>
            </p:nvSpPr>
            <p:spPr bwMode="auto">
              <a:xfrm>
                <a:off x="3051" y="1563"/>
                <a:ext cx="6" cy="5"/>
              </a:xfrm>
              <a:custGeom>
                <a:avLst/>
                <a:gdLst>
                  <a:gd name="T0" fmla="*/ 0 w 51"/>
                  <a:gd name="T1" fmla="*/ 0 h 42"/>
                  <a:gd name="T2" fmla="*/ 0 w 51"/>
                  <a:gd name="T3" fmla="*/ 0 h 42"/>
                  <a:gd name="T4" fmla="*/ 0 w 51"/>
                  <a:gd name="T5" fmla="*/ 0 h 42"/>
                  <a:gd name="T6" fmla="*/ 0 w 51"/>
                  <a:gd name="T7" fmla="*/ 0 h 42"/>
                  <a:gd name="T8" fmla="*/ 0 w 51"/>
                  <a:gd name="T9" fmla="*/ 0 h 42"/>
                  <a:gd name="T10" fmla="*/ 0 60000 65536"/>
                  <a:gd name="T11" fmla="*/ 0 60000 65536"/>
                  <a:gd name="T12" fmla="*/ 0 60000 65536"/>
                  <a:gd name="T13" fmla="*/ 0 60000 65536"/>
                  <a:gd name="T14" fmla="*/ 0 60000 65536"/>
                  <a:gd name="T15" fmla="*/ 0 w 51"/>
                  <a:gd name="T16" fmla="*/ 0 h 42"/>
                  <a:gd name="T17" fmla="*/ 51 w 51"/>
                  <a:gd name="T18" fmla="*/ 42 h 42"/>
                </a:gdLst>
                <a:ahLst/>
                <a:cxnLst>
                  <a:cxn ang="T10">
                    <a:pos x="T0" y="T1"/>
                  </a:cxn>
                  <a:cxn ang="T11">
                    <a:pos x="T2" y="T3"/>
                  </a:cxn>
                  <a:cxn ang="T12">
                    <a:pos x="T4" y="T5"/>
                  </a:cxn>
                  <a:cxn ang="T13">
                    <a:pos x="T6" y="T7"/>
                  </a:cxn>
                  <a:cxn ang="T14">
                    <a:pos x="T8" y="T9"/>
                  </a:cxn>
                </a:cxnLst>
                <a:rect l="T15" t="T16" r="T17" b="T18"/>
                <a:pathLst>
                  <a:path w="51" h="42">
                    <a:moveTo>
                      <a:pt x="25" y="0"/>
                    </a:moveTo>
                    <a:lnTo>
                      <a:pt x="0" y="25"/>
                    </a:lnTo>
                    <a:lnTo>
                      <a:pt x="25" y="42"/>
                    </a:lnTo>
                    <a:lnTo>
                      <a:pt x="51" y="7"/>
                    </a:lnTo>
                    <a:lnTo>
                      <a:pt x="25" y="0"/>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8" name="Freeform 82"/>
              <p:cNvSpPr>
                <a:spLocks/>
              </p:cNvSpPr>
              <p:nvPr/>
            </p:nvSpPr>
            <p:spPr bwMode="auto">
              <a:xfrm>
                <a:off x="3081" y="1560"/>
                <a:ext cx="6" cy="5"/>
              </a:xfrm>
              <a:custGeom>
                <a:avLst/>
                <a:gdLst>
                  <a:gd name="T0" fmla="*/ 0 w 48"/>
                  <a:gd name="T1" fmla="*/ 0 h 36"/>
                  <a:gd name="T2" fmla="*/ 0 w 48"/>
                  <a:gd name="T3" fmla="*/ 0 h 36"/>
                  <a:gd name="T4" fmla="*/ 0 w 48"/>
                  <a:gd name="T5" fmla="*/ 0 h 36"/>
                  <a:gd name="T6" fmla="*/ 0 w 48"/>
                  <a:gd name="T7" fmla="*/ 0 h 36"/>
                  <a:gd name="T8" fmla="*/ 0 w 48"/>
                  <a:gd name="T9" fmla="*/ 0 h 36"/>
                  <a:gd name="T10" fmla="*/ 0 60000 65536"/>
                  <a:gd name="T11" fmla="*/ 0 60000 65536"/>
                  <a:gd name="T12" fmla="*/ 0 60000 65536"/>
                  <a:gd name="T13" fmla="*/ 0 60000 65536"/>
                  <a:gd name="T14" fmla="*/ 0 60000 65536"/>
                  <a:gd name="T15" fmla="*/ 0 w 48"/>
                  <a:gd name="T16" fmla="*/ 0 h 36"/>
                  <a:gd name="T17" fmla="*/ 48 w 48"/>
                  <a:gd name="T18" fmla="*/ 36 h 36"/>
                </a:gdLst>
                <a:ahLst/>
                <a:cxnLst>
                  <a:cxn ang="T10">
                    <a:pos x="T0" y="T1"/>
                  </a:cxn>
                  <a:cxn ang="T11">
                    <a:pos x="T2" y="T3"/>
                  </a:cxn>
                  <a:cxn ang="T12">
                    <a:pos x="T4" y="T5"/>
                  </a:cxn>
                  <a:cxn ang="T13">
                    <a:pos x="T6" y="T7"/>
                  </a:cxn>
                  <a:cxn ang="T14">
                    <a:pos x="T8" y="T9"/>
                  </a:cxn>
                </a:cxnLst>
                <a:rect l="T15" t="T16" r="T17" b="T18"/>
                <a:pathLst>
                  <a:path w="48" h="36">
                    <a:moveTo>
                      <a:pt x="0" y="6"/>
                    </a:moveTo>
                    <a:lnTo>
                      <a:pt x="21" y="36"/>
                    </a:lnTo>
                    <a:lnTo>
                      <a:pt x="48" y="6"/>
                    </a:lnTo>
                    <a:lnTo>
                      <a:pt x="25" y="0"/>
                    </a:lnTo>
                    <a:lnTo>
                      <a:pt x="0" y="6"/>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9" name="Freeform 83"/>
              <p:cNvSpPr>
                <a:spLocks/>
              </p:cNvSpPr>
              <p:nvPr/>
            </p:nvSpPr>
            <p:spPr bwMode="auto">
              <a:xfrm>
                <a:off x="3055" y="1593"/>
                <a:ext cx="42" cy="9"/>
              </a:xfrm>
              <a:custGeom>
                <a:avLst/>
                <a:gdLst>
                  <a:gd name="T0" fmla="*/ 0 w 343"/>
                  <a:gd name="T1" fmla="*/ 0 h 70"/>
                  <a:gd name="T2" fmla="*/ 0 w 343"/>
                  <a:gd name="T3" fmla="*/ 0 h 70"/>
                  <a:gd name="T4" fmla="*/ 0 w 343"/>
                  <a:gd name="T5" fmla="*/ 0 h 70"/>
                  <a:gd name="T6" fmla="*/ 0 w 343"/>
                  <a:gd name="T7" fmla="*/ 0 h 70"/>
                  <a:gd name="T8" fmla="*/ 0 w 343"/>
                  <a:gd name="T9" fmla="*/ 0 h 70"/>
                  <a:gd name="T10" fmla="*/ 0 w 343"/>
                  <a:gd name="T11" fmla="*/ 0 h 70"/>
                  <a:gd name="T12" fmla="*/ 0 w 343"/>
                  <a:gd name="T13" fmla="*/ 0 h 70"/>
                  <a:gd name="T14" fmla="*/ 0 w 343"/>
                  <a:gd name="T15" fmla="*/ 0 h 70"/>
                  <a:gd name="T16" fmla="*/ 0 w 343"/>
                  <a:gd name="T17" fmla="*/ 0 h 70"/>
                  <a:gd name="T18" fmla="*/ 0 w 343"/>
                  <a:gd name="T19" fmla="*/ 0 h 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43"/>
                  <a:gd name="T31" fmla="*/ 0 h 70"/>
                  <a:gd name="T32" fmla="*/ 343 w 343"/>
                  <a:gd name="T33" fmla="*/ 70 h 7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43" h="70">
                    <a:moveTo>
                      <a:pt x="0" y="44"/>
                    </a:moveTo>
                    <a:lnTo>
                      <a:pt x="128" y="70"/>
                    </a:lnTo>
                    <a:lnTo>
                      <a:pt x="235" y="55"/>
                    </a:lnTo>
                    <a:lnTo>
                      <a:pt x="322" y="21"/>
                    </a:lnTo>
                    <a:lnTo>
                      <a:pt x="343" y="7"/>
                    </a:lnTo>
                    <a:lnTo>
                      <a:pt x="297" y="0"/>
                    </a:lnTo>
                    <a:lnTo>
                      <a:pt x="214" y="21"/>
                    </a:lnTo>
                    <a:lnTo>
                      <a:pt x="135" y="26"/>
                    </a:lnTo>
                    <a:lnTo>
                      <a:pt x="20" y="21"/>
                    </a:lnTo>
                    <a:lnTo>
                      <a:pt x="0" y="44"/>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0" name="Freeform 84"/>
              <p:cNvSpPr>
                <a:spLocks/>
              </p:cNvSpPr>
              <p:nvPr/>
            </p:nvSpPr>
            <p:spPr bwMode="auto">
              <a:xfrm>
                <a:off x="3001" y="1470"/>
                <a:ext cx="45" cy="53"/>
              </a:xfrm>
              <a:custGeom>
                <a:avLst/>
                <a:gdLst>
                  <a:gd name="T0" fmla="*/ 0 w 363"/>
                  <a:gd name="T1" fmla="*/ 0 h 429"/>
                  <a:gd name="T2" fmla="*/ 0 w 363"/>
                  <a:gd name="T3" fmla="*/ 0 h 429"/>
                  <a:gd name="T4" fmla="*/ 0 w 363"/>
                  <a:gd name="T5" fmla="*/ 0 h 429"/>
                  <a:gd name="T6" fmla="*/ 0 w 363"/>
                  <a:gd name="T7" fmla="*/ 0 h 429"/>
                  <a:gd name="T8" fmla="*/ 0 w 363"/>
                  <a:gd name="T9" fmla="*/ 0 h 429"/>
                  <a:gd name="T10" fmla="*/ 0 w 363"/>
                  <a:gd name="T11" fmla="*/ 0 h 429"/>
                  <a:gd name="T12" fmla="*/ 0 w 363"/>
                  <a:gd name="T13" fmla="*/ 0 h 429"/>
                  <a:gd name="T14" fmla="*/ 0 w 363"/>
                  <a:gd name="T15" fmla="*/ 0 h 429"/>
                  <a:gd name="T16" fmla="*/ 0 w 363"/>
                  <a:gd name="T17" fmla="*/ 0 h 429"/>
                  <a:gd name="T18" fmla="*/ 0 w 363"/>
                  <a:gd name="T19" fmla="*/ 0 h 429"/>
                  <a:gd name="T20" fmla="*/ 0 w 363"/>
                  <a:gd name="T21" fmla="*/ 0 h 429"/>
                  <a:gd name="T22" fmla="*/ 0 w 363"/>
                  <a:gd name="T23" fmla="*/ 0 h 429"/>
                  <a:gd name="T24" fmla="*/ 0 w 363"/>
                  <a:gd name="T25" fmla="*/ 0 h 429"/>
                  <a:gd name="T26" fmla="*/ 0 w 363"/>
                  <a:gd name="T27" fmla="*/ 0 h 429"/>
                  <a:gd name="T28" fmla="*/ 0 w 363"/>
                  <a:gd name="T29" fmla="*/ 0 h 429"/>
                  <a:gd name="T30" fmla="*/ 0 w 363"/>
                  <a:gd name="T31" fmla="*/ 0 h 429"/>
                  <a:gd name="T32" fmla="*/ 0 w 363"/>
                  <a:gd name="T33" fmla="*/ 0 h 42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63"/>
                  <a:gd name="T52" fmla="*/ 0 h 429"/>
                  <a:gd name="T53" fmla="*/ 363 w 363"/>
                  <a:gd name="T54" fmla="*/ 429 h 42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63" h="429">
                    <a:moveTo>
                      <a:pt x="226" y="35"/>
                    </a:moveTo>
                    <a:lnTo>
                      <a:pt x="158" y="99"/>
                    </a:lnTo>
                    <a:lnTo>
                      <a:pt x="127" y="182"/>
                    </a:lnTo>
                    <a:lnTo>
                      <a:pt x="127" y="266"/>
                    </a:lnTo>
                    <a:lnTo>
                      <a:pt x="149" y="337"/>
                    </a:lnTo>
                    <a:lnTo>
                      <a:pt x="363" y="394"/>
                    </a:lnTo>
                    <a:lnTo>
                      <a:pt x="185" y="389"/>
                    </a:lnTo>
                    <a:lnTo>
                      <a:pt x="63" y="429"/>
                    </a:lnTo>
                    <a:lnTo>
                      <a:pt x="79" y="380"/>
                    </a:lnTo>
                    <a:lnTo>
                      <a:pt x="33" y="323"/>
                    </a:lnTo>
                    <a:lnTo>
                      <a:pt x="6" y="231"/>
                    </a:lnTo>
                    <a:lnTo>
                      <a:pt x="0" y="134"/>
                    </a:lnTo>
                    <a:lnTo>
                      <a:pt x="19" y="62"/>
                    </a:lnTo>
                    <a:lnTo>
                      <a:pt x="68" y="14"/>
                    </a:lnTo>
                    <a:lnTo>
                      <a:pt x="136" y="0"/>
                    </a:lnTo>
                    <a:lnTo>
                      <a:pt x="192" y="7"/>
                    </a:lnTo>
                    <a:lnTo>
                      <a:pt x="226" y="35"/>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1" name="Freeform 85"/>
              <p:cNvSpPr>
                <a:spLocks/>
              </p:cNvSpPr>
              <p:nvPr/>
            </p:nvSpPr>
            <p:spPr bwMode="auto">
              <a:xfrm>
                <a:off x="3070" y="1497"/>
                <a:ext cx="39" cy="19"/>
              </a:xfrm>
              <a:custGeom>
                <a:avLst/>
                <a:gdLst>
                  <a:gd name="T0" fmla="*/ 0 w 314"/>
                  <a:gd name="T1" fmla="*/ 0 h 154"/>
                  <a:gd name="T2" fmla="*/ 0 w 314"/>
                  <a:gd name="T3" fmla="*/ 0 h 154"/>
                  <a:gd name="T4" fmla="*/ 0 w 314"/>
                  <a:gd name="T5" fmla="*/ 0 h 154"/>
                  <a:gd name="T6" fmla="*/ 0 w 314"/>
                  <a:gd name="T7" fmla="*/ 0 h 154"/>
                  <a:gd name="T8" fmla="*/ 0 w 314"/>
                  <a:gd name="T9" fmla="*/ 0 h 154"/>
                  <a:gd name="T10" fmla="*/ 0 w 314"/>
                  <a:gd name="T11" fmla="*/ 0 h 154"/>
                  <a:gd name="T12" fmla="*/ 0 w 314"/>
                  <a:gd name="T13" fmla="*/ 0 h 154"/>
                  <a:gd name="T14" fmla="*/ 0 60000 65536"/>
                  <a:gd name="T15" fmla="*/ 0 60000 65536"/>
                  <a:gd name="T16" fmla="*/ 0 60000 65536"/>
                  <a:gd name="T17" fmla="*/ 0 60000 65536"/>
                  <a:gd name="T18" fmla="*/ 0 60000 65536"/>
                  <a:gd name="T19" fmla="*/ 0 60000 65536"/>
                  <a:gd name="T20" fmla="*/ 0 60000 65536"/>
                  <a:gd name="T21" fmla="*/ 0 w 314"/>
                  <a:gd name="T22" fmla="*/ 0 h 154"/>
                  <a:gd name="T23" fmla="*/ 314 w 314"/>
                  <a:gd name="T24" fmla="*/ 154 h 1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4" h="154">
                    <a:moveTo>
                      <a:pt x="70" y="115"/>
                    </a:moveTo>
                    <a:lnTo>
                      <a:pt x="226" y="34"/>
                    </a:lnTo>
                    <a:lnTo>
                      <a:pt x="314" y="30"/>
                    </a:lnTo>
                    <a:lnTo>
                      <a:pt x="249" y="0"/>
                    </a:lnTo>
                    <a:lnTo>
                      <a:pt x="176" y="30"/>
                    </a:lnTo>
                    <a:lnTo>
                      <a:pt x="0" y="154"/>
                    </a:lnTo>
                    <a:lnTo>
                      <a:pt x="70" y="115"/>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2" name="Freeform 86"/>
              <p:cNvSpPr>
                <a:spLocks/>
              </p:cNvSpPr>
              <p:nvPr/>
            </p:nvSpPr>
            <p:spPr bwMode="auto">
              <a:xfrm>
                <a:off x="2987" y="1529"/>
                <a:ext cx="13" cy="8"/>
              </a:xfrm>
              <a:custGeom>
                <a:avLst/>
                <a:gdLst>
                  <a:gd name="T0" fmla="*/ 0 w 105"/>
                  <a:gd name="T1" fmla="*/ 0 h 60"/>
                  <a:gd name="T2" fmla="*/ 0 w 105"/>
                  <a:gd name="T3" fmla="*/ 0 h 60"/>
                  <a:gd name="T4" fmla="*/ 0 w 105"/>
                  <a:gd name="T5" fmla="*/ 0 h 60"/>
                  <a:gd name="T6" fmla="*/ 0 w 105"/>
                  <a:gd name="T7" fmla="*/ 0 h 60"/>
                  <a:gd name="T8" fmla="*/ 0 w 105"/>
                  <a:gd name="T9" fmla="*/ 0 h 60"/>
                  <a:gd name="T10" fmla="*/ 0 w 105"/>
                  <a:gd name="T11" fmla="*/ 0 h 60"/>
                  <a:gd name="T12" fmla="*/ 0 60000 65536"/>
                  <a:gd name="T13" fmla="*/ 0 60000 65536"/>
                  <a:gd name="T14" fmla="*/ 0 60000 65536"/>
                  <a:gd name="T15" fmla="*/ 0 60000 65536"/>
                  <a:gd name="T16" fmla="*/ 0 60000 65536"/>
                  <a:gd name="T17" fmla="*/ 0 60000 65536"/>
                  <a:gd name="T18" fmla="*/ 0 w 105"/>
                  <a:gd name="T19" fmla="*/ 0 h 60"/>
                  <a:gd name="T20" fmla="*/ 105 w 105"/>
                  <a:gd name="T21" fmla="*/ 60 h 60"/>
                </a:gdLst>
                <a:ahLst/>
                <a:cxnLst>
                  <a:cxn ang="T12">
                    <a:pos x="T0" y="T1"/>
                  </a:cxn>
                  <a:cxn ang="T13">
                    <a:pos x="T2" y="T3"/>
                  </a:cxn>
                  <a:cxn ang="T14">
                    <a:pos x="T4" y="T5"/>
                  </a:cxn>
                  <a:cxn ang="T15">
                    <a:pos x="T6" y="T7"/>
                  </a:cxn>
                  <a:cxn ang="T16">
                    <a:pos x="T8" y="T9"/>
                  </a:cxn>
                  <a:cxn ang="T17">
                    <a:pos x="T10" y="T11"/>
                  </a:cxn>
                </a:cxnLst>
                <a:rect l="T18" t="T19" r="T20" b="T21"/>
                <a:pathLst>
                  <a:path w="105" h="60">
                    <a:moveTo>
                      <a:pt x="0" y="44"/>
                    </a:moveTo>
                    <a:lnTo>
                      <a:pt x="96" y="60"/>
                    </a:lnTo>
                    <a:lnTo>
                      <a:pt x="105" y="31"/>
                    </a:lnTo>
                    <a:lnTo>
                      <a:pt x="48" y="0"/>
                    </a:lnTo>
                    <a:lnTo>
                      <a:pt x="0" y="0"/>
                    </a:lnTo>
                    <a:lnTo>
                      <a:pt x="0" y="44"/>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3" name="Freeform 87"/>
              <p:cNvSpPr>
                <a:spLocks/>
              </p:cNvSpPr>
              <p:nvPr/>
            </p:nvSpPr>
            <p:spPr bwMode="auto">
              <a:xfrm>
                <a:off x="3123" y="1511"/>
                <a:ext cx="13" cy="14"/>
              </a:xfrm>
              <a:custGeom>
                <a:avLst/>
                <a:gdLst>
                  <a:gd name="T0" fmla="*/ 0 w 99"/>
                  <a:gd name="T1" fmla="*/ 0 h 111"/>
                  <a:gd name="T2" fmla="*/ 0 w 99"/>
                  <a:gd name="T3" fmla="*/ 0 h 111"/>
                  <a:gd name="T4" fmla="*/ 0 w 99"/>
                  <a:gd name="T5" fmla="*/ 0 h 111"/>
                  <a:gd name="T6" fmla="*/ 0 w 99"/>
                  <a:gd name="T7" fmla="*/ 0 h 111"/>
                  <a:gd name="T8" fmla="*/ 0 w 99"/>
                  <a:gd name="T9" fmla="*/ 0 h 111"/>
                  <a:gd name="T10" fmla="*/ 0 w 99"/>
                  <a:gd name="T11" fmla="*/ 0 h 111"/>
                  <a:gd name="T12" fmla="*/ 0 w 99"/>
                  <a:gd name="T13" fmla="*/ 0 h 111"/>
                  <a:gd name="T14" fmla="*/ 0 60000 65536"/>
                  <a:gd name="T15" fmla="*/ 0 60000 65536"/>
                  <a:gd name="T16" fmla="*/ 0 60000 65536"/>
                  <a:gd name="T17" fmla="*/ 0 60000 65536"/>
                  <a:gd name="T18" fmla="*/ 0 60000 65536"/>
                  <a:gd name="T19" fmla="*/ 0 60000 65536"/>
                  <a:gd name="T20" fmla="*/ 0 60000 65536"/>
                  <a:gd name="T21" fmla="*/ 0 w 99"/>
                  <a:gd name="T22" fmla="*/ 0 h 111"/>
                  <a:gd name="T23" fmla="*/ 99 w 99"/>
                  <a:gd name="T24" fmla="*/ 111 h 1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 h="111">
                    <a:moveTo>
                      <a:pt x="0" y="111"/>
                    </a:moveTo>
                    <a:lnTo>
                      <a:pt x="19" y="111"/>
                    </a:lnTo>
                    <a:lnTo>
                      <a:pt x="99" y="35"/>
                    </a:lnTo>
                    <a:lnTo>
                      <a:pt x="90" y="0"/>
                    </a:lnTo>
                    <a:lnTo>
                      <a:pt x="55" y="0"/>
                    </a:lnTo>
                    <a:lnTo>
                      <a:pt x="7" y="39"/>
                    </a:lnTo>
                    <a:lnTo>
                      <a:pt x="0" y="111"/>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4" name="Freeform 88"/>
              <p:cNvSpPr>
                <a:spLocks/>
              </p:cNvSpPr>
              <p:nvPr/>
            </p:nvSpPr>
            <p:spPr bwMode="auto">
              <a:xfrm>
                <a:off x="3068" y="1615"/>
                <a:ext cx="19" cy="10"/>
              </a:xfrm>
              <a:custGeom>
                <a:avLst/>
                <a:gdLst>
                  <a:gd name="T0" fmla="*/ 0 w 154"/>
                  <a:gd name="T1" fmla="*/ 0 h 84"/>
                  <a:gd name="T2" fmla="*/ 0 w 154"/>
                  <a:gd name="T3" fmla="*/ 0 h 84"/>
                  <a:gd name="T4" fmla="*/ 0 w 154"/>
                  <a:gd name="T5" fmla="*/ 0 h 84"/>
                  <a:gd name="T6" fmla="*/ 0 w 154"/>
                  <a:gd name="T7" fmla="*/ 0 h 84"/>
                  <a:gd name="T8" fmla="*/ 0 w 154"/>
                  <a:gd name="T9" fmla="*/ 0 h 84"/>
                  <a:gd name="T10" fmla="*/ 0 w 154"/>
                  <a:gd name="T11" fmla="*/ 0 h 84"/>
                  <a:gd name="T12" fmla="*/ 0 w 154"/>
                  <a:gd name="T13" fmla="*/ 0 h 84"/>
                  <a:gd name="T14" fmla="*/ 0 60000 65536"/>
                  <a:gd name="T15" fmla="*/ 0 60000 65536"/>
                  <a:gd name="T16" fmla="*/ 0 60000 65536"/>
                  <a:gd name="T17" fmla="*/ 0 60000 65536"/>
                  <a:gd name="T18" fmla="*/ 0 60000 65536"/>
                  <a:gd name="T19" fmla="*/ 0 60000 65536"/>
                  <a:gd name="T20" fmla="*/ 0 60000 65536"/>
                  <a:gd name="T21" fmla="*/ 0 w 154"/>
                  <a:gd name="T22" fmla="*/ 0 h 84"/>
                  <a:gd name="T23" fmla="*/ 154 w 154"/>
                  <a:gd name="T24" fmla="*/ 84 h 8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4" h="84">
                    <a:moveTo>
                      <a:pt x="27" y="7"/>
                    </a:moveTo>
                    <a:lnTo>
                      <a:pt x="0" y="49"/>
                    </a:lnTo>
                    <a:lnTo>
                      <a:pt x="32" y="84"/>
                    </a:lnTo>
                    <a:lnTo>
                      <a:pt x="140" y="69"/>
                    </a:lnTo>
                    <a:lnTo>
                      <a:pt x="154" y="27"/>
                    </a:lnTo>
                    <a:lnTo>
                      <a:pt x="127" y="0"/>
                    </a:lnTo>
                    <a:lnTo>
                      <a:pt x="27" y="7"/>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5" name="Freeform 89"/>
              <p:cNvSpPr>
                <a:spLocks/>
              </p:cNvSpPr>
              <p:nvPr/>
            </p:nvSpPr>
            <p:spPr bwMode="auto">
              <a:xfrm>
                <a:off x="2985" y="1689"/>
                <a:ext cx="22" cy="42"/>
              </a:xfrm>
              <a:custGeom>
                <a:avLst/>
                <a:gdLst>
                  <a:gd name="T0" fmla="*/ 0 w 172"/>
                  <a:gd name="T1" fmla="*/ 0 h 336"/>
                  <a:gd name="T2" fmla="*/ 0 w 172"/>
                  <a:gd name="T3" fmla="*/ 0 h 336"/>
                  <a:gd name="T4" fmla="*/ 0 w 172"/>
                  <a:gd name="T5" fmla="*/ 0 h 336"/>
                  <a:gd name="T6" fmla="*/ 0 w 172"/>
                  <a:gd name="T7" fmla="*/ 0 h 336"/>
                  <a:gd name="T8" fmla="*/ 0 w 172"/>
                  <a:gd name="T9" fmla="*/ 0 h 336"/>
                  <a:gd name="T10" fmla="*/ 0 w 172"/>
                  <a:gd name="T11" fmla="*/ 0 h 336"/>
                  <a:gd name="T12" fmla="*/ 0 w 172"/>
                  <a:gd name="T13" fmla="*/ 0 h 336"/>
                  <a:gd name="T14" fmla="*/ 0 w 172"/>
                  <a:gd name="T15" fmla="*/ 0 h 336"/>
                  <a:gd name="T16" fmla="*/ 0 w 172"/>
                  <a:gd name="T17" fmla="*/ 0 h 336"/>
                  <a:gd name="T18" fmla="*/ 0 w 172"/>
                  <a:gd name="T19" fmla="*/ 0 h 3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2"/>
                  <a:gd name="T31" fmla="*/ 0 h 336"/>
                  <a:gd name="T32" fmla="*/ 172 w 172"/>
                  <a:gd name="T33" fmla="*/ 336 h 3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2" h="336">
                    <a:moveTo>
                      <a:pt x="7" y="42"/>
                    </a:moveTo>
                    <a:lnTo>
                      <a:pt x="51" y="211"/>
                    </a:lnTo>
                    <a:lnTo>
                      <a:pt x="73" y="336"/>
                    </a:lnTo>
                    <a:lnTo>
                      <a:pt x="156" y="336"/>
                    </a:lnTo>
                    <a:lnTo>
                      <a:pt x="172" y="279"/>
                    </a:lnTo>
                    <a:lnTo>
                      <a:pt x="99" y="231"/>
                    </a:lnTo>
                    <a:lnTo>
                      <a:pt x="73" y="147"/>
                    </a:lnTo>
                    <a:lnTo>
                      <a:pt x="78" y="75"/>
                    </a:lnTo>
                    <a:lnTo>
                      <a:pt x="0" y="0"/>
                    </a:lnTo>
                    <a:lnTo>
                      <a:pt x="7" y="42"/>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6" name="Freeform 90"/>
              <p:cNvSpPr>
                <a:spLocks/>
              </p:cNvSpPr>
              <p:nvPr/>
            </p:nvSpPr>
            <p:spPr bwMode="auto">
              <a:xfrm>
                <a:off x="2986" y="1661"/>
                <a:ext cx="33" cy="15"/>
              </a:xfrm>
              <a:custGeom>
                <a:avLst/>
                <a:gdLst>
                  <a:gd name="T0" fmla="*/ 0 w 264"/>
                  <a:gd name="T1" fmla="*/ 0 h 122"/>
                  <a:gd name="T2" fmla="*/ 0 w 264"/>
                  <a:gd name="T3" fmla="*/ 0 h 122"/>
                  <a:gd name="T4" fmla="*/ 0 w 264"/>
                  <a:gd name="T5" fmla="*/ 0 h 122"/>
                  <a:gd name="T6" fmla="*/ 0 w 264"/>
                  <a:gd name="T7" fmla="*/ 0 h 122"/>
                  <a:gd name="T8" fmla="*/ 0 w 264"/>
                  <a:gd name="T9" fmla="*/ 0 h 122"/>
                  <a:gd name="T10" fmla="*/ 0 w 264"/>
                  <a:gd name="T11" fmla="*/ 0 h 122"/>
                  <a:gd name="T12" fmla="*/ 0 w 264"/>
                  <a:gd name="T13" fmla="*/ 0 h 122"/>
                  <a:gd name="T14" fmla="*/ 0 w 264"/>
                  <a:gd name="T15" fmla="*/ 0 h 122"/>
                  <a:gd name="T16" fmla="*/ 0 w 264"/>
                  <a:gd name="T17" fmla="*/ 0 h 122"/>
                  <a:gd name="T18" fmla="*/ 0 w 264"/>
                  <a:gd name="T19" fmla="*/ 0 h 1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4"/>
                  <a:gd name="T31" fmla="*/ 0 h 122"/>
                  <a:gd name="T32" fmla="*/ 264 w 264"/>
                  <a:gd name="T33" fmla="*/ 122 h 1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4" h="122">
                    <a:moveTo>
                      <a:pt x="0" y="106"/>
                    </a:moveTo>
                    <a:lnTo>
                      <a:pt x="13" y="122"/>
                    </a:lnTo>
                    <a:lnTo>
                      <a:pt x="57" y="78"/>
                    </a:lnTo>
                    <a:lnTo>
                      <a:pt x="114" y="97"/>
                    </a:lnTo>
                    <a:lnTo>
                      <a:pt x="140" y="53"/>
                    </a:lnTo>
                    <a:lnTo>
                      <a:pt x="264" y="106"/>
                    </a:lnTo>
                    <a:lnTo>
                      <a:pt x="127" y="0"/>
                    </a:lnTo>
                    <a:lnTo>
                      <a:pt x="101" y="14"/>
                    </a:lnTo>
                    <a:lnTo>
                      <a:pt x="32" y="64"/>
                    </a:lnTo>
                    <a:lnTo>
                      <a:pt x="0" y="106"/>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7" name="Freeform 91"/>
              <p:cNvSpPr>
                <a:spLocks/>
              </p:cNvSpPr>
              <p:nvPr/>
            </p:nvSpPr>
            <p:spPr bwMode="auto">
              <a:xfrm>
                <a:off x="3012" y="1710"/>
                <a:ext cx="13" cy="19"/>
              </a:xfrm>
              <a:custGeom>
                <a:avLst/>
                <a:gdLst>
                  <a:gd name="T0" fmla="*/ 0 w 106"/>
                  <a:gd name="T1" fmla="*/ 0 h 147"/>
                  <a:gd name="T2" fmla="*/ 0 w 106"/>
                  <a:gd name="T3" fmla="*/ 0 h 147"/>
                  <a:gd name="T4" fmla="*/ 0 w 106"/>
                  <a:gd name="T5" fmla="*/ 0 h 147"/>
                  <a:gd name="T6" fmla="*/ 0 w 106"/>
                  <a:gd name="T7" fmla="*/ 0 h 147"/>
                  <a:gd name="T8" fmla="*/ 0 w 106"/>
                  <a:gd name="T9" fmla="*/ 0 h 147"/>
                  <a:gd name="T10" fmla="*/ 0 w 106"/>
                  <a:gd name="T11" fmla="*/ 0 h 147"/>
                  <a:gd name="T12" fmla="*/ 0 w 106"/>
                  <a:gd name="T13" fmla="*/ 0 h 147"/>
                  <a:gd name="T14" fmla="*/ 0 w 106"/>
                  <a:gd name="T15" fmla="*/ 0 h 147"/>
                  <a:gd name="T16" fmla="*/ 0 60000 65536"/>
                  <a:gd name="T17" fmla="*/ 0 60000 65536"/>
                  <a:gd name="T18" fmla="*/ 0 60000 65536"/>
                  <a:gd name="T19" fmla="*/ 0 60000 65536"/>
                  <a:gd name="T20" fmla="*/ 0 60000 65536"/>
                  <a:gd name="T21" fmla="*/ 0 60000 65536"/>
                  <a:gd name="T22" fmla="*/ 0 60000 65536"/>
                  <a:gd name="T23" fmla="*/ 0 60000 65536"/>
                  <a:gd name="T24" fmla="*/ 0 w 106"/>
                  <a:gd name="T25" fmla="*/ 0 h 147"/>
                  <a:gd name="T26" fmla="*/ 106 w 106"/>
                  <a:gd name="T27" fmla="*/ 147 h 1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6" h="147">
                    <a:moveTo>
                      <a:pt x="0" y="44"/>
                    </a:moveTo>
                    <a:lnTo>
                      <a:pt x="41" y="85"/>
                    </a:lnTo>
                    <a:lnTo>
                      <a:pt x="63" y="147"/>
                    </a:lnTo>
                    <a:lnTo>
                      <a:pt x="106" y="92"/>
                    </a:lnTo>
                    <a:lnTo>
                      <a:pt x="99" y="35"/>
                    </a:lnTo>
                    <a:lnTo>
                      <a:pt x="63" y="9"/>
                    </a:lnTo>
                    <a:lnTo>
                      <a:pt x="7" y="0"/>
                    </a:lnTo>
                    <a:lnTo>
                      <a:pt x="0" y="44"/>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8" name="Freeform 92"/>
              <p:cNvSpPr>
                <a:spLocks/>
              </p:cNvSpPr>
              <p:nvPr/>
            </p:nvSpPr>
            <p:spPr bwMode="auto">
              <a:xfrm>
                <a:off x="3025" y="1534"/>
                <a:ext cx="31" cy="12"/>
              </a:xfrm>
              <a:custGeom>
                <a:avLst/>
                <a:gdLst>
                  <a:gd name="T0" fmla="*/ 0 w 244"/>
                  <a:gd name="T1" fmla="*/ 0 h 94"/>
                  <a:gd name="T2" fmla="*/ 0 w 244"/>
                  <a:gd name="T3" fmla="*/ 0 h 94"/>
                  <a:gd name="T4" fmla="*/ 0 w 244"/>
                  <a:gd name="T5" fmla="*/ 0 h 94"/>
                  <a:gd name="T6" fmla="*/ 0 w 244"/>
                  <a:gd name="T7" fmla="*/ 0 h 94"/>
                  <a:gd name="T8" fmla="*/ 0 w 244"/>
                  <a:gd name="T9" fmla="*/ 0 h 94"/>
                  <a:gd name="T10" fmla="*/ 0 w 244"/>
                  <a:gd name="T11" fmla="*/ 0 h 94"/>
                  <a:gd name="T12" fmla="*/ 0 w 244"/>
                  <a:gd name="T13" fmla="*/ 0 h 94"/>
                  <a:gd name="T14" fmla="*/ 0 w 244"/>
                  <a:gd name="T15" fmla="*/ 0 h 94"/>
                  <a:gd name="T16" fmla="*/ 0 w 244"/>
                  <a:gd name="T17" fmla="*/ 0 h 94"/>
                  <a:gd name="T18" fmla="*/ 0 w 244"/>
                  <a:gd name="T19" fmla="*/ 0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4"/>
                  <a:gd name="T31" fmla="*/ 0 h 94"/>
                  <a:gd name="T32" fmla="*/ 244 w 244"/>
                  <a:gd name="T33" fmla="*/ 94 h 9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4" h="94">
                    <a:moveTo>
                      <a:pt x="0" y="34"/>
                    </a:moveTo>
                    <a:lnTo>
                      <a:pt x="45" y="81"/>
                    </a:lnTo>
                    <a:lnTo>
                      <a:pt x="89" y="94"/>
                    </a:lnTo>
                    <a:lnTo>
                      <a:pt x="114" y="94"/>
                    </a:lnTo>
                    <a:lnTo>
                      <a:pt x="167" y="94"/>
                    </a:lnTo>
                    <a:lnTo>
                      <a:pt x="244" y="43"/>
                    </a:lnTo>
                    <a:lnTo>
                      <a:pt x="204" y="0"/>
                    </a:lnTo>
                    <a:lnTo>
                      <a:pt x="123" y="9"/>
                    </a:lnTo>
                    <a:lnTo>
                      <a:pt x="45" y="28"/>
                    </a:lnTo>
                    <a:lnTo>
                      <a:pt x="0" y="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99" name="Freeform 93"/>
              <p:cNvSpPr>
                <a:spLocks/>
              </p:cNvSpPr>
              <p:nvPr/>
            </p:nvSpPr>
            <p:spPr bwMode="auto">
              <a:xfrm>
                <a:off x="3080" y="1529"/>
                <a:ext cx="27" cy="11"/>
              </a:xfrm>
              <a:custGeom>
                <a:avLst/>
                <a:gdLst>
                  <a:gd name="T0" fmla="*/ 0 w 221"/>
                  <a:gd name="T1" fmla="*/ 0 h 85"/>
                  <a:gd name="T2" fmla="*/ 0 w 221"/>
                  <a:gd name="T3" fmla="*/ 0 h 85"/>
                  <a:gd name="T4" fmla="*/ 0 w 221"/>
                  <a:gd name="T5" fmla="*/ 0 h 85"/>
                  <a:gd name="T6" fmla="*/ 0 w 221"/>
                  <a:gd name="T7" fmla="*/ 0 h 85"/>
                  <a:gd name="T8" fmla="*/ 0 w 221"/>
                  <a:gd name="T9" fmla="*/ 0 h 85"/>
                  <a:gd name="T10" fmla="*/ 0 w 221"/>
                  <a:gd name="T11" fmla="*/ 0 h 85"/>
                  <a:gd name="T12" fmla="*/ 0 w 221"/>
                  <a:gd name="T13" fmla="*/ 0 h 85"/>
                  <a:gd name="T14" fmla="*/ 0 w 221"/>
                  <a:gd name="T15" fmla="*/ 0 h 85"/>
                  <a:gd name="T16" fmla="*/ 0 w 221"/>
                  <a:gd name="T17" fmla="*/ 0 h 85"/>
                  <a:gd name="T18" fmla="*/ 0 w 221"/>
                  <a:gd name="T19" fmla="*/ 0 h 8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1"/>
                  <a:gd name="T31" fmla="*/ 0 h 85"/>
                  <a:gd name="T32" fmla="*/ 221 w 221"/>
                  <a:gd name="T33" fmla="*/ 85 h 8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1" h="85">
                    <a:moveTo>
                      <a:pt x="0" y="70"/>
                    </a:moveTo>
                    <a:lnTo>
                      <a:pt x="44" y="7"/>
                    </a:lnTo>
                    <a:lnTo>
                      <a:pt x="129" y="0"/>
                    </a:lnTo>
                    <a:lnTo>
                      <a:pt x="221" y="7"/>
                    </a:lnTo>
                    <a:lnTo>
                      <a:pt x="216" y="26"/>
                    </a:lnTo>
                    <a:lnTo>
                      <a:pt x="185" y="57"/>
                    </a:lnTo>
                    <a:lnTo>
                      <a:pt x="115" y="85"/>
                    </a:lnTo>
                    <a:lnTo>
                      <a:pt x="51" y="85"/>
                    </a:lnTo>
                    <a:lnTo>
                      <a:pt x="9" y="85"/>
                    </a:lnTo>
                    <a:lnTo>
                      <a:pt x="0" y="7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0" name="Freeform 94"/>
              <p:cNvSpPr>
                <a:spLocks/>
              </p:cNvSpPr>
              <p:nvPr/>
            </p:nvSpPr>
            <p:spPr bwMode="auto">
              <a:xfrm>
                <a:off x="2152" y="1590"/>
                <a:ext cx="68" cy="44"/>
              </a:xfrm>
              <a:custGeom>
                <a:avLst/>
                <a:gdLst>
                  <a:gd name="T0" fmla="*/ 0 w 546"/>
                  <a:gd name="T1" fmla="*/ 0 h 352"/>
                  <a:gd name="T2" fmla="*/ 0 w 546"/>
                  <a:gd name="T3" fmla="*/ 0 h 352"/>
                  <a:gd name="T4" fmla="*/ 0 w 546"/>
                  <a:gd name="T5" fmla="*/ 0 h 352"/>
                  <a:gd name="T6" fmla="*/ 0 w 546"/>
                  <a:gd name="T7" fmla="*/ 0 h 352"/>
                  <a:gd name="T8" fmla="*/ 0 w 546"/>
                  <a:gd name="T9" fmla="*/ 0 h 352"/>
                  <a:gd name="T10" fmla="*/ 0 w 546"/>
                  <a:gd name="T11" fmla="*/ 0 h 352"/>
                  <a:gd name="T12" fmla="*/ 0 w 546"/>
                  <a:gd name="T13" fmla="*/ 0 h 352"/>
                  <a:gd name="T14" fmla="*/ 0 w 546"/>
                  <a:gd name="T15" fmla="*/ 0 h 352"/>
                  <a:gd name="T16" fmla="*/ 0 w 546"/>
                  <a:gd name="T17" fmla="*/ 0 h 352"/>
                  <a:gd name="T18" fmla="*/ 0 w 546"/>
                  <a:gd name="T19" fmla="*/ 0 h 352"/>
                  <a:gd name="T20" fmla="*/ 0 w 546"/>
                  <a:gd name="T21" fmla="*/ 0 h 352"/>
                  <a:gd name="T22" fmla="*/ 0 w 546"/>
                  <a:gd name="T23" fmla="*/ 0 h 352"/>
                  <a:gd name="T24" fmla="*/ 0 w 546"/>
                  <a:gd name="T25" fmla="*/ 0 h 352"/>
                  <a:gd name="T26" fmla="*/ 0 w 546"/>
                  <a:gd name="T27" fmla="*/ 0 h 352"/>
                  <a:gd name="T28" fmla="*/ 0 w 546"/>
                  <a:gd name="T29" fmla="*/ 0 h 352"/>
                  <a:gd name="T30" fmla="*/ 0 w 546"/>
                  <a:gd name="T31" fmla="*/ 0 h 352"/>
                  <a:gd name="T32" fmla="*/ 0 w 546"/>
                  <a:gd name="T33" fmla="*/ 0 h 352"/>
                  <a:gd name="T34" fmla="*/ 0 w 546"/>
                  <a:gd name="T35" fmla="*/ 0 h 352"/>
                  <a:gd name="T36" fmla="*/ 0 w 546"/>
                  <a:gd name="T37" fmla="*/ 0 h 352"/>
                  <a:gd name="T38" fmla="*/ 0 w 546"/>
                  <a:gd name="T39" fmla="*/ 0 h 352"/>
                  <a:gd name="T40" fmla="*/ 0 w 546"/>
                  <a:gd name="T41" fmla="*/ 0 h 352"/>
                  <a:gd name="T42" fmla="*/ 0 w 546"/>
                  <a:gd name="T43" fmla="*/ 0 h 352"/>
                  <a:gd name="T44" fmla="*/ 0 w 546"/>
                  <a:gd name="T45" fmla="*/ 0 h 352"/>
                  <a:gd name="T46" fmla="*/ 0 w 546"/>
                  <a:gd name="T47" fmla="*/ 0 h 352"/>
                  <a:gd name="T48" fmla="*/ 0 w 546"/>
                  <a:gd name="T49" fmla="*/ 0 h 352"/>
                  <a:gd name="T50" fmla="*/ 0 w 546"/>
                  <a:gd name="T51" fmla="*/ 0 h 352"/>
                  <a:gd name="T52" fmla="*/ 0 w 546"/>
                  <a:gd name="T53" fmla="*/ 0 h 352"/>
                  <a:gd name="T54" fmla="*/ 0 w 546"/>
                  <a:gd name="T55" fmla="*/ 0 h 352"/>
                  <a:gd name="T56" fmla="*/ 0 w 546"/>
                  <a:gd name="T57" fmla="*/ 0 h 352"/>
                  <a:gd name="T58" fmla="*/ 0 w 546"/>
                  <a:gd name="T59" fmla="*/ 0 h 352"/>
                  <a:gd name="T60" fmla="*/ 0 w 546"/>
                  <a:gd name="T61" fmla="*/ 0 h 352"/>
                  <a:gd name="T62" fmla="*/ 0 w 546"/>
                  <a:gd name="T63" fmla="*/ 0 h 352"/>
                  <a:gd name="T64" fmla="*/ 0 w 546"/>
                  <a:gd name="T65" fmla="*/ 0 h 35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46"/>
                  <a:gd name="T100" fmla="*/ 0 h 352"/>
                  <a:gd name="T101" fmla="*/ 546 w 546"/>
                  <a:gd name="T102" fmla="*/ 352 h 35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46" h="352">
                    <a:moveTo>
                      <a:pt x="53" y="229"/>
                    </a:moveTo>
                    <a:lnTo>
                      <a:pt x="126" y="174"/>
                    </a:lnTo>
                    <a:lnTo>
                      <a:pt x="163" y="161"/>
                    </a:lnTo>
                    <a:lnTo>
                      <a:pt x="313" y="161"/>
                    </a:lnTo>
                    <a:lnTo>
                      <a:pt x="387" y="167"/>
                    </a:lnTo>
                    <a:lnTo>
                      <a:pt x="194" y="94"/>
                    </a:lnTo>
                    <a:lnTo>
                      <a:pt x="60" y="94"/>
                    </a:lnTo>
                    <a:lnTo>
                      <a:pt x="9" y="82"/>
                    </a:lnTo>
                    <a:lnTo>
                      <a:pt x="0" y="75"/>
                    </a:lnTo>
                    <a:lnTo>
                      <a:pt x="145" y="0"/>
                    </a:lnTo>
                    <a:lnTo>
                      <a:pt x="224" y="13"/>
                    </a:lnTo>
                    <a:lnTo>
                      <a:pt x="313" y="64"/>
                    </a:lnTo>
                    <a:lnTo>
                      <a:pt x="415" y="108"/>
                    </a:lnTo>
                    <a:lnTo>
                      <a:pt x="498" y="130"/>
                    </a:lnTo>
                    <a:lnTo>
                      <a:pt x="546" y="198"/>
                    </a:lnTo>
                    <a:lnTo>
                      <a:pt x="521" y="255"/>
                    </a:lnTo>
                    <a:lnTo>
                      <a:pt x="484" y="255"/>
                    </a:lnTo>
                    <a:lnTo>
                      <a:pt x="431" y="322"/>
                    </a:lnTo>
                    <a:lnTo>
                      <a:pt x="376" y="329"/>
                    </a:lnTo>
                    <a:lnTo>
                      <a:pt x="286" y="352"/>
                    </a:lnTo>
                    <a:lnTo>
                      <a:pt x="365" y="280"/>
                    </a:lnTo>
                    <a:lnTo>
                      <a:pt x="401" y="235"/>
                    </a:lnTo>
                    <a:lnTo>
                      <a:pt x="401" y="218"/>
                    </a:lnTo>
                    <a:lnTo>
                      <a:pt x="365" y="209"/>
                    </a:lnTo>
                    <a:lnTo>
                      <a:pt x="304" y="191"/>
                    </a:lnTo>
                    <a:lnTo>
                      <a:pt x="286" y="235"/>
                    </a:lnTo>
                    <a:lnTo>
                      <a:pt x="282" y="205"/>
                    </a:lnTo>
                    <a:lnTo>
                      <a:pt x="256" y="205"/>
                    </a:lnTo>
                    <a:lnTo>
                      <a:pt x="253" y="225"/>
                    </a:lnTo>
                    <a:lnTo>
                      <a:pt x="277" y="244"/>
                    </a:lnTo>
                    <a:lnTo>
                      <a:pt x="268" y="266"/>
                    </a:lnTo>
                    <a:lnTo>
                      <a:pt x="84" y="244"/>
                    </a:lnTo>
                    <a:lnTo>
                      <a:pt x="53" y="2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1" name="Freeform 95"/>
              <p:cNvSpPr>
                <a:spLocks/>
              </p:cNvSpPr>
              <p:nvPr/>
            </p:nvSpPr>
            <p:spPr bwMode="auto">
              <a:xfrm>
                <a:off x="2165" y="1625"/>
                <a:ext cx="28" cy="6"/>
              </a:xfrm>
              <a:custGeom>
                <a:avLst/>
                <a:gdLst>
                  <a:gd name="T0" fmla="*/ 0 w 224"/>
                  <a:gd name="T1" fmla="*/ 0 h 49"/>
                  <a:gd name="T2" fmla="*/ 0 w 224"/>
                  <a:gd name="T3" fmla="*/ 0 h 49"/>
                  <a:gd name="T4" fmla="*/ 0 w 224"/>
                  <a:gd name="T5" fmla="*/ 0 h 49"/>
                  <a:gd name="T6" fmla="*/ 0 w 224"/>
                  <a:gd name="T7" fmla="*/ 0 h 49"/>
                  <a:gd name="T8" fmla="*/ 0 w 224"/>
                  <a:gd name="T9" fmla="*/ 0 h 49"/>
                  <a:gd name="T10" fmla="*/ 0 w 224"/>
                  <a:gd name="T11" fmla="*/ 0 h 49"/>
                  <a:gd name="T12" fmla="*/ 0 60000 65536"/>
                  <a:gd name="T13" fmla="*/ 0 60000 65536"/>
                  <a:gd name="T14" fmla="*/ 0 60000 65536"/>
                  <a:gd name="T15" fmla="*/ 0 60000 65536"/>
                  <a:gd name="T16" fmla="*/ 0 60000 65536"/>
                  <a:gd name="T17" fmla="*/ 0 60000 65536"/>
                  <a:gd name="T18" fmla="*/ 0 w 224"/>
                  <a:gd name="T19" fmla="*/ 0 h 49"/>
                  <a:gd name="T20" fmla="*/ 224 w 224"/>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224" h="49">
                    <a:moveTo>
                      <a:pt x="0" y="0"/>
                    </a:moveTo>
                    <a:lnTo>
                      <a:pt x="40" y="33"/>
                    </a:lnTo>
                    <a:lnTo>
                      <a:pt x="139" y="49"/>
                    </a:lnTo>
                    <a:lnTo>
                      <a:pt x="224" y="3"/>
                    </a:lnTo>
                    <a:lnTo>
                      <a:pt x="132" y="1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2" name="Freeform 96"/>
              <p:cNvSpPr>
                <a:spLocks/>
              </p:cNvSpPr>
              <p:nvPr/>
            </p:nvSpPr>
            <p:spPr bwMode="auto">
              <a:xfrm>
                <a:off x="2193" y="1613"/>
                <a:ext cx="8" cy="12"/>
              </a:xfrm>
              <a:custGeom>
                <a:avLst/>
                <a:gdLst>
                  <a:gd name="T0" fmla="*/ 0 w 64"/>
                  <a:gd name="T1" fmla="*/ 0 h 98"/>
                  <a:gd name="T2" fmla="*/ 0 w 64"/>
                  <a:gd name="T3" fmla="*/ 0 h 98"/>
                  <a:gd name="T4" fmla="*/ 0 w 64"/>
                  <a:gd name="T5" fmla="*/ 0 h 98"/>
                  <a:gd name="T6" fmla="*/ 0 w 64"/>
                  <a:gd name="T7" fmla="*/ 0 h 98"/>
                  <a:gd name="T8" fmla="*/ 0 w 64"/>
                  <a:gd name="T9" fmla="*/ 0 h 98"/>
                  <a:gd name="T10" fmla="*/ 0 60000 65536"/>
                  <a:gd name="T11" fmla="*/ 0 60000 65536"/>
                  <a:gd name="T12" fmla="*/ 0 60000 65536"/>
                  <a:gd name="T13" fmla="*/ 0 60000 65536"/>
                  <a:gd name="T14" fmla="*/ 0 60000 65536"/>
                  <a:gd name="T15" fmla="*/ 0 w 64"/>
                  <a:gd name="T16" fmla="*/ 0 h 98"/>
                  <a:gd name="T17" fmla="*/ 64 w 64"/>
                  <a:gd name="T18" fmla="*/ 98 h 98"/>
                </a:gdLst>
                <a:ahLst/>
                <a:cxnLst>
                  <a:cxn ang="T10">
                    <a:pos x="T0" y="T1"/>
                  </a:cxn>
                  <a:cxn ang="T11">
                    <a:pos x="T2" y="T3"/>
                  </a:cxn>
                  <a:cxn ang="T12">
                    <a:pos x="T4" y="T5"/>
                  </a:cxn>
                  <a:cxn ang="T13">
                    <a:pos x="T6" y="T7"/>
                  </a:cxn>
                  <a:cxn ang="T14">
                    <a:pos x="T8" y="T9"/>
                  </a:cxn>
                </a:cxnLst>
                <a:rect l="T15" t="T16" r="T17" b="T18"/>
                <a:pathLst>
                  <a:path w="64" h="98">
                    <a:moveTo>
                      <a:pt x="0" y="0"/>
                    </a:moveTo>
                    <a:lnTo>
                      <a:pt x="53" y="98"/>
                    </a:lnTo>
                    <a:lnTo>
                      <a:pt x="64" y="81"/>
                    </a:lnTo>
                    <a:lnTo>
                      <a:pt x="34" y="2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3" name="Freeform 97"/>
              <p:cNvSpPr>
                <a:spLocks/>
              </p:cNvSpPr>
              <p:nvPr/>
            </p:nvSpPr>
            <p:spPr bwMode="auto">
              <a:xfrm>
                <a:off x="2226" y="1612"/>
                <a:ext cx="51" cy="65"/>
              </a:xfrm>
              <a:custGeom>
                <a:avLst/>
                <a:gdLst>
                  <a:gd name="T0" fmla="*/ 0 w 406"/>
                  <a:gd name="T1" fmla="*/ 0 h 514"/>
                  <a:gd name="T2" fmla="*/ 0 w 406"/>
                  <a:gd name="T3" fmla="*/ 0 h 514"/>
                  <a:gd name="T4" fmla="*/ 0 w 406"/>
                  <a:gd name="T5" fmla="*/ 0 h 514"/>
                  <a:gd name="T6" fmla="*/ 0 w 406"/>
                  <a:gd name="T7" fmla="*/ 0 h 514"/>
                  <a:gd name="T8" fmla="*/ 0 w 406"/>
                  <a:gd name="T9" fmla="*/ 0 h 514"/>
                  <a:gd name="T10" fmla="*/ 0 w 406"/>
                  <a:gd name="T11" fmla="*/ 0 h 514"/>
                  <a:gd name="T12" fmla="*/ 0 w 406"/>
                  <a:gd name="T13" fmla="*/ 0 h 514"/>
                  <a:gd name="T14" fmla="*/ 0 w 406"/>
                  <a:gd name="T15" fmla="*/ 0 h 514"/>
                  <a:gd name="T16" fmla="*/ 0 w 406"/>
                  <a:gd name="T17" fmla="*/ 0 h 514"/>
                  <a:gd name="T18" fmla="*/ 0 w 406"/>
                  <a:gd name="T19" fmla="*/ 0 h 514"/>
                  <a:gd name="T20" fmla="*/ 0 w 406"/>
                  <a:gd name="T21" fmla="*/ 0 h 514"/>
                  <a:gd name="T22" fmla="*/ 0 w 406"/>
                  <a:gd name="T23" fmla="*/ 0 h 514"/>
                  <a:gd name="T24" fmla="*/ 0 w 406"/>
                  <a:gd name="T25" fmla="*/ 0 h 514"/>
                  <a:gd name="T26" fmla="*/ 0 w 406"/>
                  <a:gd name="T27" fmla="*/ 0 h 514"/>
                  <a:gd name="T28" fmla="*/ 0 w 406"/>
                  <a:gd name="T29" fmla="*/ 0 h 514"/>
                  <a:gd name="T30" fmla="*/ 0 w 406"/>
                  <a:gd name="T31" fmla="*/ 0 h 514"/>
                  <a:gd name="T32" fmla="*/ 0 w 406"/>
                  <a:gd name="T33" fmla="*/ 0 h 514"/>
                  <a:gd name="T34" fmla="*/ 0 w 406"/>
                  <a:gd name="T35" fmla="*/ 0 h 514"/>
                  <a:gd name="T36" fmla="*/ 0 w 406"/>
                  <a:gd name="T37" fmla="*/ 0 h 514"/>
                  <a:gd name="T38" fmla="*/ 0 w 406"/>
                  <a:gd name="T39" fmla="*/ 0 h 514"/>
                  <a:gd name="T40" fmla="*/ 0 w 406"/>
                  <a:gd name="T41" fmla="*/ 0 h 514"/>
                  <a:gd name="T42" fmla="*/ 0 w 406"/>
                  <a:gd name="T43" fmla="*/ 0 h 514"/>
                  <a:gd name="T44" fmla="*/ 0 w 406"/>
                  <a:gd name="T45" fmla="*/ 0 h 514"/>
                  <a:gd name="T46" fmla="*/ 0 w 406"/>
                  <a:gd name="T47" fmla="*/ 0 h 514"/>
                  <a:gd name="T48" fmla="*/ 0 w 406"/>
                  <a:gd name="T49" fmla="*/ 0 h 514"/>
                  <a:gd name="T50" fmla="*/ 0 w 406"/>
                  <a:gd name="T51" fmla="*/ 0 h 514"/>
                  <a:gd name="T52" fmla="*/ 0 w 406"/>
                  <a:gd name="T53" fmla="*/ 0 h 514"/>
                  <a:gd name="T54" fmla="*/ 0 w 406"/>
                  <a:gd name="T55" fmla="*/ 0 h 514"/>
                  <a:gd name="T56" fmla="*/ 0 w 406"/>
                  <a:gd name="T57" fmla="*/ 0 h 51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06"/>
                  <a:gd name="T88" fmla="*/ 0 h 514"/>
                  <a:gd name="T89" fmla="*/ 406 w 406"/>
                  <a:gd name="T90" fmla="*/ 514 h 51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06" h="514">
                    <a:moveTo>
                      <a:pt x="0" y="10"/>
                    </a:moveTo>
                    <a:lnTo>
                      <a:pt x="0" y="63"/>
                    </a:lnTo>
                    <a:lnTo>
                      <a:pt x="28" y="99"/>
                    </a:lnTo>
                    <a:lnTo>
                      <a:pt x="12" y="388"/>
                    </a:lnTo>
                    <a:lnTo>
                      <a:pt x="35" y="514"/>
                    </a:lnTo>
                    <a:lnTo>
                      <a:pt x="28" y="380"/>
                    </a:lnTo>
                    <a:lnTo>
                      <a:pt x="39" y="213"/>
                    </a:lnTo>
                    <a:lnTo>
                      <a:pt x="146" y="288"/>
                    </a:lnTo>
                    <a:lnTo>
                      <a:pt x="105" y="201"/>
                    </a:lnTo>
                    <a:lnTo>
                      <a:pt x="197" y="235"/>
                    </a:lnTo>
                    <a:lnTo>
                      <a:pt x="275" y="222"/>
                    </a:lnTo>
                    <a:lnTo>
                      <a:pt x="202" y="201"/>
                    </a:lnTo>
                    <a:lnTo>
                      <a:pt x="202" y="178"/>
                    </a:lnTo>
                    <a:lnTo>
                      <a:pt x="233" y="160"/>
                    </a:lnTo>
                    <a:lnTo>
                      <a:pt x="294" y="208"/>
                    </a:lnTo>
                    <a:lnTo>
                      <a:pt x="328" y="189"/>
                    </a:lnTo>
                    <a:lnTo>
                      <a:pt x="250" y="114"/>
                    </a:lnTo>
                    <a:lnTo>
                      <a:pt x="202" y="85"/>
                    </a:lnTo>
                    <a:lnTo>
                      <a:pt x="202" y="65"/>
                    </a:lnTo>
                    <a:lnTo>
                      <a:pt x="321" y="90"/>
                    </a:lnTo>
                    <a:lnTo>
                      <a:pt x="356" y="132"/>
                    </a:lnTo>
                    <a:lnTo>
                      <a:pt x="344" y="164"/>
                    </a:lnTo>
                    <a:lnTo>
                      <a:pt x="406" y="141"/>
                    </a:lnTo>
                    <a:lnTo>
                      <a:pt x="406" y="54"/>
                    </a:lnTo>
                    <a:lnTo>
                      <a:pt x="365" y="17"/>
                    </a:lnTo>
                    <a:lnTo>
                      <a:pt x="270" y="17"/>
                    </a:lnTo>
                    <a:lnTo>
                      <a:pt x="79" y="0"/>
                    </a:lnTo>
                    <a:lnTo>
                      <a:pt x="35" y="10"/>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4" name="Freeform 98"/>
              <p:cNvSpPr>
                <a:spLocks/>
              </p:cNvSpPr>
              <p:nvPr/>
            </p:nvSpPr>
            <p:spPr bwMode="auto">
              <a:xfrm>
                <a:off x="2224" y="1681"/>
                <a:ext cx="6" cy="8"/>
              </a:xfrm>
              <a:custGeom>
                <a:avLst/>
                <a:gdLst>
                  <a:gd name="T0" fmla="*/ 0 w 44"/>
                  <a:gd name="T1" fmla="*/ 0 h 62"/>
                  <a:gd name="T2" fmla="*/ 0 w 44"/>
                  <a:gd name="T3" fmla="*/ 0 h 62"/>
                  <a:gd name="T4" fmla="*/ 0 w 44"/>
                  <a:gd name="T5" fmla="*/ 0 h 62"/>
                  <a:gd name="T6" fmla="*/ 0 w 44"/>
                  <a:gd name="T7" fmla="*/ 0 h 62"/>
                  <a:gd name="T8" fmla="*/ 0 w 44"/>
                  <a:gd name="T9" fmla="*/ 0 h 62"/>
                  <a:gd name="T10" fmla="*/ 0 60000 65536"/>
                  <a:gd name="T11" fmla="*/ 0 60000 65536"/>
                  <a:gd name="T12" fmla="*/ 0 60000 65536"/>
                  <a:gd name="T13" fmla="*/ 0 60000 65536"/>
                  <a:gd name="T14" fmla="*/ 0 60000 65536"/>
                  <a:gd name="T15" fmla="*/ 0 w 44"/>
                  <a:gd name="T16" fmla="*/ 0 h 62"/>
                  <a:gd name="T17" fmla="*/ 44 w 44"/>
                  <a:gd name="T18" fmla="*/ 62 h 62"/>
                </a:gdLst>
                <a:ahLst/>
                <a:cxnLst>
                  <a:cxn ang="T10">
                    <a:pos x="T0" y="T1"/>
                  </a:cxn>
                  <a:cxn ang="T11">
                    <a:pos x="T2" y="T3"/>
                  </a:cxn>
                  <a:cxn ang="T12">
                    <a:pos x="T4" y="T5"/>
                  </a:cxn>
                  <a:cxn ang="T13">
                    <a:pos x="T6" y="T7"/>
                  </a:cxn>
                  <a:cxn ang="T14">
                    <a:pos x="T8" y="T9"/>
                  </a:cxn>
                </a:cxnLst>
                <a:rect l="T15" t="T16" r="T17" b="T18"/>
                <a:pathLst>
                  <a:path w="44" h="62">
                    <a:moveTo>
                      <a:pt x="0" y="46"/>
                    </a:moveTo>
                    <a:lnTo>
                      <a:pt x="28" y="62"/>
                    </a:lnTo>
                    <a:lnTo>
                      <a:pt x="44" y="49"/>
                    </a:lnTo>
                    <a:lnTo>
                      <a:pt x="35" y="0"/>
                    </a:lnTo>
                    <a:lnTo>
                      <a:pt x="0"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5" name="Freeform 99"/>
              <p:cNvSpPr>
                <a:spLocks/>
              </p:cNvSpPr>
              <p:nvPr/>
            </p:nvSpPr>
            <p:spPr bwMode="auto">
              <a:xfrm>
                <a:off x="2157" y="1673"/>
                <a:ext cx="81" cy="43"/>
              </a:xfrm>
              <a:custGeom>
                <a:avLst/>
                <a:gdLst>
                  <a:gd name="T0" fmla="*/ 0 w 647"/>
                  <a:gd name="T1" fmla="*/ 0 h 347"/>
                  <a:gd name="T2" fmla="*/ 0 w 647"/>
                  <a:gd name="T3" fmla="*/ 0 h 347"/>
                  <a:gd name="T4" fmla="*/ 0 w 647"/>
                  <a:gd name="T5" fmla="*/ 0 h 347"/>
                  <a:gd name="T6" fmla="*/ 0 w 647"/>
                  <a:gd name="T7" fmla="*/ 0 h 347"/>
                  <a:gd name="T8" fmla="*/ 0 w 647"/>
                  <a:gd name="T9" fmla="*/ 0 h 347"/>
                  <a:gd name="T10" fmla="*/ 0 w 647"/>
                  <a:gd name="T11" fmla="*/ 0 h 347"/>
                  <a:gd name="T12" fmla="*/ 0 w 647"/>
                  <a:gd name="T13" fmla="*/ 0 h 347"/>
                  <a:gd name="T14" fmla="*/ 0 w 647"/>
                  <a:gd name="T15" fmla="*/ 0 h 347"/>
                  <a:gd name="T16" fmla="*/ 0 w 647"/>
                  <a:gd name="T17" fmla="*/ 0 h 347"/>
                  <a:gd name="T18" fmla="*/ 0 w 647"/>
                  <a:gd name="T19" fmla="*/ 0 h 347"/>
                  <a:gd name="T20" fmla="*/ 0 w 647"/>
                  <a:gd name="T21" fmla="*/ 0 h 347"/>
                  <a:gd name="T22" fmla="*/ 0 w 647"/>
                  <a:gd name="T23" fmla="*/ 0 h 347"/>
                  <a:gd name="T24" fmla="*/ 0 w 647"/>
                  <a:gd name="T25" fmla="*/ 0 h 347"/>
                  <a:gd name="T26" fmla="*/ 0 w 647"/>
                  <a:gd name="T27" fmla="*/ 0 h 347"/>
                  <a:gd name="T28" fmla="*/ 0 w 647"/>
                  <a:gd name="T29" fmla="*/ 0 h 347"/>
                  <a:gd name="T30" fmla="*/ 0 w 647"/>
                  <a:gd name="T31" fmla="*/ 0 h 347"/>
                  <a:gd name="T32" fmla="*/ 0 w 647"/>
                  <a:gd name="T33" fmla="*/ 0 h 347"/>
                  <a:gd name="T34" fmla="*/ 0 w 647"/>
                  <a:gd name="T35" fmla="*/ 0 h 347"/>
                  <a:gd name="T36" fmla="*/ 0 w 647"/>
                  <a:gd name="T37" fmla="*/ 0 h 347"/>
                  <a:gd name="T38" fmla="*/ 0 w 647"/>
                  <a:gd name="T39" fmla="*/ 0 h 347"/>
                  <a:gd name="T40" fmla="*/ 0 w 647"/>
                  <a:gd name="T41" fmla="*/ 0 h 347"/>
                  <a:gd name="T42" fmla="*/ 0 w 647"/>
                  <a:gd name="T43" fmla="*/ 0 h 3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47"/>
                  <a:gd name="T67" fmla="*/ 0 h 347"/>
                  <a:gd name="T68" fmla="*/ 647 w 647"/>
                  <a:gd name="T69" fmla="*/ 347 h 34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47" h="347">
                    <a:moveTo>
                      <a:pt x="509" y="114"/>
                    </a:moveTo>
                    <a:lnTo>
                      <a:pt x="466" y="117"/>
                    </a:lnTo>
                    <a:lnTo>
                      <a:pt x="374" y="29"/>
                    </a:lnTo>
                    <a:lnTo>
                      <a:pt x="311" y="0"/>
                    </a:lnTo>
                    <a:lnTo>
                      <a:pt x="219" y="31"/>
                    </a:lnTo>
                    <a:lnTo>
                      <a:pt x="219" y="57"/>
                    </a:lnTo>
                    <a:lnTo>
                      <a:pt x="258" y="64"/>
                    </a:lnTo>
                    <a:lnTo>
                      <a:pt x="120" y="105"/>
                    </a:lnTo>
                    <a:lnTo>
                      <a:pt x="0" y="181"/>
                    </a:lnTo>
                    <a:lnTo>
                      <a:pt x="23" y="225"/>
                    </a:lnTo>
                    <a:lnTo>
                      <a:pt x="95" y="220"/>
                    </a:lnTo>
                    <a:lnTo>
                      <a:pt x="157" y="237"/>
                    </a:lnTo>
                    <a:lnTo>
                      <a:pt x="240" y="193"/>
                    </a:lnTo>
                    <a:lnTo>
                      <a:pt x="357" y="211"/>
                    </a:lnTo>
                    <a:lnTo>
                      <a:pt x="461" y="200"/>
                    </a:lnTo>
                    <a:lnTo>
                      <a:pt x="521" y="257"/>
                    </a:lnTo>
                    <a:lnTo>
                      <a:pt x="567" y="279"/>
                    </a:lnTo>
                    <a:lnTo>
                      <a:pt x="620" y="347"/>
                    </a:lnTo>
                    <a:lnTo>
                      <a:pt x="647" y="334"/>
                    </a:lnTo>
                    <a:lnTo>
                      <a:pt x="643" y="225"/>
                    </a:lnTo>
                    <a:lnTo>
                      <a:pt x="567" y="105"/>
                    </a:lnTo>
                    <a:lnTo>
                      <a:pt x="509" y="1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6" name="Freeform 100"/>
              <p:cNvSpPr>
                <a:spLocks/>
              </p:cNvSpPr>
              <p:nvPr/>
            </p:nvSpPr>
            <p:spPr bwMode="auto">
              <a:xfrm>
                <a:off x="2202" y="1653"/>
                <a:ext cx="9" cy="11"/>
              </a:xfrm>
              <a:custGeom>
                <a:avLst/>
                <a:gdLst>
                  <a:gd name="T0" fmla="*/ 0 w 72"/>
                  <a:gd name="T1" fmla="*/ 0 h 86"/>
                  <a:gd name="T2" fmla="*/ 0 w 72"/>
                  <a:gd name="T3" fmla="*/ 0 h 86"/>
                  <a:gd name="T4" fmla="*/ 0 w 72"/>
                  <a:gd name="T5" fmla="*/ 0 h 86"/>
                  <a:gd name="T6" fmla="*/ 0 w 72"/>
                  <a:gd name="T7" fmla="*/ 0 h 86"/>
                  <a:gd name="T8" fmla="*/ 0 w 72"/>
                  <a:gd name="T9" fmla="*/ 0 h 86"/>
                  <a:gd name="T10" fmla="*/ 0 60000 65536"/>
                  <a:gd name="T11" fmla="*/ 0 60000 65536"/>
                  <a:gd name="T12" fmla="*/ 0 60000 65536"/>
                  <a:gd name="T13" fmla="*/ 0 60000 65536"/>
                  <a:gd name="T14" fmla="*/ 0 60000 65536"/>
                  <a:gd name="T15" fmla="*/ 0 w 72"/>
                  <a:gd name="T16" fmla="*/ 0 h 86"/>
                  <a:gd name="T17" fmla="*/ 72 w 72"/>
                  <a:gd name="T18" fmla="*/ 86 h 86"/>
                </a:gdLst>
                <a:ahLst/>
                <a:cxnLst>
                  <a:cxn ang="T10">
                    <a:pos x="T0" y="T1"/>
                  </a:cxn>
                  <a:cxn ang="T11">
                    <a:pos x="T2" y="T3"/>
                  </a:cxn>
                  <a:cxn ang="T12">
                    <a:pos x="T4" y="T5"/>
                  </a:cxn>
                  <a:cxn ang="T13">
                    <a:pos x="T6" y="T7"/>
                  </a:cxn>
                  <a:cxn ang="T14">
                    <a:pos x="T8" y="T9"/>
                  </a:cxn>
                </a:cxnLst>
                <a:rect l="T15" t="T16" r="T17" b="T18"/>
                <a:pathLst>
                  <a:path w="72" h="86">
                    <a:moveTo>
                      <a:pt x="0" y="55"/>
                    </a:moveTo>
                    <a:lnTo>
                      <a:pt x="37" y="86"/>
                    </a:lnTo>
                    <a:lnTo>
                      <a:pt x="72" y="24"/>
                    </a:lnTo>
                    <a:lnTo>
                      <a:pt x="60" y="0"/>
                    </a:lnTo>
                    <a:lnTo>
                      <a:pt x="0" y="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7" name="Freeform 101"/>
              <p:cNvSpPr>
                <a:spLocks/>
              </p:cNvSpPr>
              <p:nvPr/>
            </p:nvSpPr>
            <p:spPr bwMode="auto">
              <a:xfrm>
                <a:off x="2184" y="1707"/>
                <a:ext cx="38" cy="16"/>
              </a:xfrm>
              <a:custGeom>
                <a:avLst/>
                <a:gdLst>
                  <a:gd name="T0" fmla="*/ 0 w 302"/>
                  <a:gd name="T1" fmla="*/ 0 h 129"/>
                  <a:gd name="T2" fmla="*/ 0 w 302"/>
                  <a:gd name="T3" fmla="*/ 0 h 129"/>
                  <a:gd name="T4" fmla="*/ 0 w 302"/>
                  <a:gd name="T5" fmla="*/ 0 h 129"/>
                  <a:gd name="T6" fmla="*/ 0 w 302"/>
                  <a:gd name="T7" fmla="*/ 0 h 129"/>
                  <a:gd name="T8" fmla="*/ 0 w 302"/>
                  <a:gd name="T9" fmla="*/ 0 h 129"/>
                  <a:gd name="T10" fmla="*/ 0 w 302"/>
                  <a:gd name="T11" fmla="*/ 0 h 129"/>
                  <a:gd name="T12" fmla="*/ 0 w 302"/>
                  <a:gd name="T13" fmla="*/ 0 h 129"/>
                  <a:gd name="T14" fmla="*/ 0 60000 65536"/>
                  <a:gd name="T15" fmla="*/ 0 60000 65536"/>
                  <a:gd name="T16" fmla="*/ 0 60000 65536"/>
                  <a:gd name="T17" fmla="*/ 0 60000 65536"/>
                  <a:gd name="T18" fmla="*/ 0 60000 65536"/>
                  <a:gd name="T19" fmla="*/ 0 60000 65536"/>
                  <a:gd name="T20" fmla="*/ 0 60000 65536"/>
                  <a:gd name="T21" fmla="*/ 0 w 302"/>
                  <a:gd name="T22" fmla="*/ 0 h 129"/>
                  <a:gd name="T23" fmla="*/ 302 w 302"/>
                  <a:gd name="T24" fmla="*/ 129 h 1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2" h="129">
                    <a:moveTo>
                      <a:pt x="0" y="26"/>
                    </a:moveTo>
                    <a:lnTo>
                      <a:pt x="48" y="0"/>
                    </a:lnTo>
                    <a:lnTo>
                      <a:pt x="302" y="42"/>
                    </a:lnTo>
                    <a:lnTo>
                      <a:pt x="279" y="129"/>
                    </a:lnTo>
                    <a:lnTo>
                      <a:pt x="228" y="98"/>
                    </a:lnTo>
                    <a:lnTo>
                      <a:pt x="30" y="98"/>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8" name="Freeform 102"/>
              <p:cNvSpPr>
                <a:spLocks/>
              </p:cNvSpPr>
              <p:nvPr/>
            </p:nvSpPr>
            <p:spPr bwMode="auto">
              <a:xfrm>
                <a:off x="2123" y="1485"/>
                <a:ext cx="159" cy="86"/>
              </a:xfrm>
              <a:custGeom>
                <a:avLst/>
                <a:gdLst>
                  <a:gd name="T0" fmla="*/ 0 w 1275"/>
                  <a:gd name="T1" fmla="*/ 0 h 682"/>
                  <a:gd name="T2" fmla="*/ 0 w 1275"/>
                  <a:gd name="T3" fmla="*/ 0 h 682"/>
                  <a:gd name="T4" fmla="*/ 0 w 1275"/>
                  <a:gd name="T5" fmla="*/ 0 h 682"/>
                  <a:gd name="T6" fmla="*/ 0 w 1275"/>
                  <a:gd name="T7" fmla="*/ 0 h 682"/>
                  <a:gd name="T8" fmla="*/ 0 w 1275"/>
                  <a:gd name="T9" fmla="*/ 0 h 682"/>
                  <a:gd name="T10" fmla="*/ 0 w 1275"/>
                  <a:gd name="T11" fmla="*/ 0 h 682"/>
                  <a:gd name="T12" fmla="*/ 0 w 1275"/>
                  <a:gd name="T13" fmla="*/ 0 h 682"/>
                  <a:gd name="T14" fmla="*/ 0 w 1275"/>
                  <a:gd name="T15" fmla="*/ 0 h 682"/>
                  <a:gd name="T16" fmla="*/ 0 w 1275"/>
                  <a:gd name="T17" fmla="*/ 0 h 682"/>
                  <a:gd name="T18" fmla="*/ 0 w 1275"/>
                  <a:gd name="T19" fmla="*/ 0 h 682"/>
                  <a:gd name="T20" fmla="*/ 0 w 1275"/>
                  <a:gd name="T21" fmla="*/ 0 h 682"/>
                  <a:gd name="T22" fmla="*/ 0 w 1275"/>
                  <a:gd name="T23" fmla="*/ 0 h 682"/>
                  <a:gd name="T24" fmla="*/ 0 w 1275"/>
                  <a:gd name="T25" fmla="*/ 0 h 682"/>
                  <a:gd name="T26" fmla="*/ 0 w 1275"/>
                  <a:gd name="T27" fmla="*/ 0 h 682"/>
                  <a:gd name="T28" fmla="*/ 0 w 1275"/>
                  <a:gd name="T29" fmla="*/ 0 h 682"/>
                  <a:gd name="T30" fmla="*/ 0 w 1275"/>
                  <a:gd name="T31" fmla="*/ 0 h 682"/>
                  <a:gd name="T32" fmla="*/ 0 w 1275"/>
                  <a:gd name="T33" fmla="*/ 0 h 682"/>
                  <a:gd name="T34" fmla="*/ 0 w 1275"/>
                  <a:gd name="T35" fmla="*/ 0 h 682"/>
                  <a:gd name="T36" fmla="*/ 0 w 1275"/>
                  <a:gd name="T37" fmla="*/ 0 h 682"/>
                  <a:gd name="T38" fmla="*/ 0 w 1275"/>
                  <a:gd name="T39" fmla="*/ 0 h 682"/>
                  <a:gd name="T40" fmla="*/ 0 w 1275"/>
                  <a:gd name="T41" fmla="*/ 0 h 682"/>
                  <a:gd name="T42" fmla="*/ 0 w 1275"/>
                  <a:gd name="T43" fmla="*/ 0 h 682"/>
                  <a:gd name="T44" fmla="*/ 0 w 1275"/>
                  <a:gd name="T45" fmla="*/ 0 h 682"/>
                  <a:gd name="T46" fmla="*/ 0 w 1275"/>
                  <a:gd name="T47" fmla="*/ 0 h 682"/>
                  <a:gd name="T48" fmla="*/ 0 w 1275"/>
                  <a:gd name="T49" fmla="*/ 0 h 682"/>
                  <a:gd name="T50" fmla="*/ 0 w 1275"/>
                  <a:gd name="T51" fmla="*/ 0 h 682"/>
                  <a:gd name="T52" fmla="*/ 0 w 1275"/>
                  <a:gd name="T53" fmla="*/ 0 h 682"/>
                  <a:gd name="T54" fmla="*/ 0 w 1275"/>
                  <a:gd name="T55" fmla="*/ 0 h 682"/>
                  <a:gd name="T56" fmla="*/ 0 w 1275"/>
                  <a:gd name="T57" fmla="*/ 0 h 682"/>
                  <a:gd name="T58" fmla="*/ 0 w 1275"/>
                  <a:gd name="T59" fmla="*/ 0 h 682"/>
                  <a:gd name="T60" fmla="*/ 0 w 1275"/>
                  <a:gd name="T61" fmla="*/ 0 h 682"/>
                  <a:gd name="T62" fmla="*/ 0 w 1275"/>
                  <a:gd name="T63" fmla="*/ 0 h 682"/>
                  <a:gd name="T64" fmla="*/ 0 w 1275"/>
                  <a:gd name="T65" fmla="*/ 0 h 682"/>
                  <a:gd name="T66" fmla="*/ 0 w 1275"/>
                  <a:gd name="T67" fmla="*/ 0 h 682"/>
                  <a:gd name="T68" fmla="*/ 0 w 1275"/>
                  <a:gd name="T69" fmla="*/ 0 h 682"/>
                  <a:gd name="T70" fmla="*/ 0 w 1275"/>
                  <a:gd name="T71" fmla="*/ 0 h 68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75"/>
                  <a:gd name="T109" fmla="*/ 0 h 682"/>
                  <a:gd name="T110" fmla="*/ 1275 w 1275"/>
                  <a:gd name="T111" fmla="*/ 682 h 68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75" h="682">
                    <a:moveTo>
                      <a:pt x="934" y="170"/>
                    </a:moveTo>
                    <a:lnTo>
                      <a:pt x="1037" y="159"/>
                    </a:lnTo>
                    <a:lnTo>
                      <a:pt x="1037" y="136"/>
                    </a:lnTo>
                    <a:lnTo>
                      <a:pt x="970" y="92"/>
                    </a:lnTo>
                    <a:lnTo>
                      <a:pt x="834" y="42"/>
                    </a:lnTo>
                    <a:lnTo>
                      <a:pt x="730" y="25"/>
                    </a:lnTo>
                    <a:lnTo>
                      <a:pt x="431" y="7"/>
                    </a:lnTo>
                    <a:lnTo>
                      <a:pt x="652" y="0"/>
                    </a:lnTo>
                    <a:lnTo>
                      <a:pt x="868" y="18"/>
                    </a:lnTo>
                    <a:lnTo>
                      <a:pt x="1037" y="73"/>
                    </a:lnTo>
                    <a:lnTo>
                      <a:pt x="1157" y="154"/>
                    </a:lnTo>
                    <a:lnTo>
                      <a:pt x="1249" y="251"/>
                    </a:lnTo>
                    <a:lnTo>
                      <a:pt x="1275" y="325"/>
                    </a:lnTo>
                    <a:lnTo>
                      <a:pt x="1275" y="387"/>
                    </a:lnTo>
                    <a:lnTo>
                      <a:pt x="1217" y="449"/>
                    </a:lnTo>
                    <a:lnTo>
                      <a:pt x="1104" y="530"/>
                    </a:lnTo>
                    <a:lnTo>
                      <a:pt x="943" y="578"/>
                    </a:lnTo>
                    <a:lnTo>
                      <a:pt x="730" y="631"/>
                    </a:lnTo>
                    <a:lnTo>
                      <a:pt x="315" y="664"/>
                    </a:lnTo>
                    <a:lnTo>
                      <a:pt x="0" y="682"/>
                    </a:lnTo>
                    <a:lnTo>
                      <a:pt x="703" y="504"/>
                    </a:lnTo>
                    <a:lnTo>
                      <a:pt x="864" y="449"/>
                    </a:lnTo>
                    <a:lnTo>
                      <a:pt x="952" y="407"/>
                    </a:lnTo>
                    <a:lnTo>
                      <a:pt x="975" y="387"/>
                    </a:lnTo>
                    <a:lnTo>
                      <a:pt x="970" y="374"/>
                    </a:lnTo>
                    <a:lnTo>
                      <a:pt x="917" y="367"/>
                    </a:lnTo>
                    <a:lnTo>
                      <a:pt x="1074" y="325"/>
                    </a:lnTo>
                    <a:lnTo>
                      <a:pt x="1086" y="304"/>
                    </a:lnTo>
                    <a:lnTo>
                      <a:pt x="1157" y="306"/>
                    </a:lnTo>
                    <a:lnTo>
                      <a:pt x="1161" y="284"/>
                    </a:lnTo>
                    <a:lnTo>
                      <a:pt x="1136" y="271"/>
                    </a:lnTo>
                    <a:lnTo>
                      <a:pt x="1018" y="242"/>
                    </a:lnTo>
                    <a:lnTo>
                      <a:pt x="1123" y="242"/>
                    </a:lnTo>
                    <a:lnTo>
                      <a:pt x="1123" y="216"/>
                    </a:lnTo>
                    <a:lnTo>
                      <a:pt x="1044" y="189"/>
                    </a:lnTo>
                    <a:lnTo>
                      <a:pt x="934" y="1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9" name="Freeform 103"/>
              <p:cNvSpPr>
                <a:spLocks/>
              </p:cNvSpPr>
              <p:nvPr/>
            </p:nvSpPr>
            <p:spPr bwMode="auto">
              <a:xfrm>
                <a:off x="2066" y="1485"/>
                <a:ext cx="174" cy="170"/>
              </a:xfrm>
              <a:custGeom>
                <a:avLst/>
                <a:gdLst>
                  <a:gd name="T0" fmla="*/ 0 w 1400"/>
                  <a:gd name="T1" fmla="*/ 0 h 1354"/>
                  <a:gd name="T2" fmla="*/ 0 w 1400"/>
                  <a:gd name="T3" fmla="*/ 0 h 1354"/>
                  <a:gd name="T4" fmla="*/ 0 w 1400"/>
                  <a:gd name="T5" fmla="*/ 0 h 1354"/>
                  <a:gd name="T6" fmla="*/ 0 w 1400"/>
                  <a:gd name="T7" fmla="*/ 0 h 1354"/>
                  <a:gd name="T8" fmla="*/ 0 w 1400"/>
                  <a:gd name="T9" fmla="*/ 0 h 1354"/>
                  <a:gd name="T10" fmla="*/ 0 w 1400"/>
                  <a:gd name="T11" fmla="*/ 0 h 1354"/>
                  <a:gd name="T12" fmla="*/ 0 w 1400"/>
                  <a:gd name="T13" fmla="*/ 0 h 1354"/>
                  <a:gd name="T14" fmla="*/ 0 w 1400"/>
                  <a:gd name="T15" fmla="*/ 0 h 1354"/>
                  <a:gd name="T16" fmla="*/ 0 w 1400"/>
                  <a:gd name="T17" fmla="*/ 0 h 1354"/>
                  <a:gd name="T18" fmla="*/ 0 w 1400"/>
                  <a:gd name="T19" fmla="*/ 0 h 1354"/>
                  <a:gd name="T20" fmla="*/ 0 w 1400"/>
                  <a:gd name="T21" fmla="*/ 0 h 1354"/>
                  <a:gd name="T22" fmla="*/ 0 w 1400"/>
                  <a:gd name="T23" fmla="*/ 0 h 1354"/>
                  <a:gd name="T24" fmla="*/ 0 w 1400"/>
                  <a:gd name="T25" fmla="*/ 0 h 1354"/>
                  <a:gd name="T26" fmla="*/ 0 w 1400"/>
                  <a:gd name="T27" fmla="*/ 0 h 1354"/>
                  <a:gd name="T28" fmla="*/ 0 w 1400"/>
                  <a:gd name="T29" fmla="*/ 0 h 1354"/>
                  <a:gd name="T30" fmla="*/ 0 w 1400"/>
                  <a:gd name="T31" fmla="*/ 0 h 1354"/>
                  <a:gd name="T32" fmla="*/ 0 w 1400"/>
                  <a:gd name="T33" fmla="*/ 0 h 1354"/>
                  <a:gd name="T34" fmla="*/ 0 w 1400"/>
                  <a:gd name="T35" fmla="*/ 0 h 1354"/>
                  <a:gd name="T36" fmla="*/ 0 w 1400"/>
                  <a:gd name="T37" fmla="*/ 0 h 1354"/>
                  <a:gd name="T38" fmla="*/ 0 w 1400"/>
                  <a:gd name="T39" fmla="*/ 0 h 1354"/>
                  <a:gd name="T40" fmla="*/ 0 w 1400"/>
                  <a:gd name="T41" fmla="*/ 0 h 1354"/>
                  <a:gd name="T42" fmla="*/ 0 w 1400"/>
                  <a:gd name="T43" fmla="*/ 0 h 1354"/>
                  <a:gd name="T44" fmla="*/ 0 w 1400"/>
                  <a:gd name="T45" fmla="*/ 0 h 1354"/>
                  <a:gd name="T46" fmla="*/ 0 w 1400"/>
                  <a:gd name="T47" fmla="*/ 0 h 1354"/>
                  <a:gd name="T48" fmla="*/ 0 w 1400"/>
                  <a:gd name="T49" fmla="*/ 0 h 1354"/>
                  <a:gd name="T50" fmla="*/ 0 w 1400"/>
                  <a:gd name="T51" fmla="*/ 0 h 1354"/>
                  <a:gd name="T52" fmla="*/ 0 w 1400"/>
                  <a:gd name="T53" fmla="*/ 0 h 1354"/>
                  <a:gd name="T54" fmla="*/ 0 w 1400"/>
                  <a:gd name="T55" fmla="*/ 0 h 1354"/>
                  <a:gd name="T56" fmla="*/ 0 w 1400"/>
                  <a:gd name="T57" fmla="*/ 0 h 1354"/>
                  <a:gd name="T58" fmla="*/ 0 w 1400"/>
                  <a:gd name="T59" fmla="*/ 0 h 1354"/>
                  <a:gd name="T60" fmla="*/ 0 w 1400"/>
                  <a:gd name="T61" fmla="*/ 0 h 1354"/>
                  <a:gd name="T62" fmla="*/ 0 w 1400"/>
                  <a:gd name="T63" fmla="*/ 0 h 1354"/>
                  <a:gd name="T64" fmla="*/ 0 w 1400"/>
                  <a:gd name="T65" fmla="*/ 0 h 1354"/>
                  <a:gd name="T66" fmla="*/ 0 w 1400"/>
                  <a:gd name="T67" fmla="*/ 0 h 1354"/>
                  <a:gd name="T68" fmla="*/ 0 w 1400"/>
                  <a:gd name="T69" fmla="*/ 0 h 1354"/>
                  <a:gd name="T70" fmla="*/ 0 w 1400"/>
                  <a:gd name="T71" fmla="*/ 0 h 1354"/>
                  <a:gd name="T72" fmla="*/ 0 w 1400"/>
                  <a:gd name="T73" fmla="*/ 0 h 1354"/>
                  <a:gd name="T74" fmla="*/ 0 w 1400"/>
                  <a:gd name="T75" fmla="*/ 0 h 135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400"/>
                  <a:gd name="T115" fmla="*/ 0 h 1354"/>
                  <a:gd name="T116" fmla="*/ 1400 w 1400"/>
                  <a:gd name="T117" fmla="*/ 1354 h 135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400" h="1354">
                    <a:moveTo>
                      <a:pt x="585" y="668"/>
                    </a:moveTo>
                    <a:lnTo>
                      <a:pt x="486" y="811"/>
                    </a:lnTo>
                    <a:lnTo>
                      <a:pt x="468" y="885"/>
                    </a:lnTo>
                    <a:lnTo>
                      <a:pt x="413" y="947"/>
                    </a:lnTo>
                    <a:lnTo>
                      <a:pt x="352" y="1130"/>
                    </a:lnTo>
                    <a:lnTo>
                      <a:pt x="277" y="1118"/>
                    </a:lnTo>
                    <a:lnTo>
                      <a:pt x="233" y="1002"/>
                    </a:lnTo>
                    <a:lnTo>
                      <a:pt x="171" y="975"/>
                    </a:lnTo>
                    <a:lnTo>
                      <a:pt x="110" y="991"/>
                    </a:lnTo>
                    <a:lnTo>
                      <a:pt x="67" y="1064"/>
                    </a:lnTo>
                    <a:lnTo>
                      <a:pt x="97" y="1354"/>
                    </a:lnTo>
                    <a:lnTo>
                      <a:pt x="46" y="1263"/>
                    </a:lnTo>
                    <a:lnTo>
                      <a:pt x="0" y="730"/>
                    </a:lnTo>
                    <a:lnTo>
                      <a:pt x="40" y="627"/>
                    </a:lnTo>
                    <a:lnTo>
                      <a:pt x="110" y="438"/>
                    </a:lnTo>
                    <a:lnTo>
                      <a:pt x="270" y="242"/>
                    </a:lnTo>
                    <a:lnTo>
                      <a:pt x="486" y="71"/>
                    </a:lnTo>
                    <a:lnTo>
                      <a:pt x="754" y="11"/>
                    </a:lnTo>
                    <a:lnTo>
                      <a:pt x="976" y="0"/>
                    </a:lnTo>
                    <a:lnTo>
                      <a:pt x="1095" y="55"/>
                    </a:lnTo>
                    <a:lnTo>
                      <a:pt x="1160" y="124"/>
                    </a:lnTo>
                    <a:lnTo>
                      <a:pt x="1286" y="165"/>
                    </a:lnTo>
                    <a:lnTo>
                      <a:pt x="1240" y="165"/>
                    </a:lnTo>
                    <a:lnTo>
                      <a:pt x="1240" y="189"/>
                    </a:lnTo>
                    <a:lnTo>
                      <a:pt x="1342" y="223"/>
                    </a:lnTo>
                    <a:lnTo>
                      <a:pt x="1270" y="251"/>
                    </a:lnTo>
                    <a:lnTo>
                      <a:pt x="1277" y="271"/>
                    </a:lnTo>
                    <a:lnTo>
                      <a:pt x="1314" y="290"/>
                    </a:lnTo>
                    <a:lnTo>
                      <a:pt x="1229" y="318"/>
                    </a:lnTo>
                    <a:lnTo>
                      <a:pt x="1277" y="365"/>
                    </a:lnTo>
                    <a:lnTo>
                      <a:pt x="1125" y="403"/>
                    </a:lnTo>
                    <a:lnTo>
                      <a:pt x="1125" y="413"/>
                    </a:lnTo>
                    <a:lnTo>
                      <a:pt x="1266" y="424"/>
                    </a:lnTo>
                    <a:lnTo>
                      <a:pt x="1116" y="470"/>
                    </a:lnTo>
                    <a:lnTo>
                      <a:pt x="1400" y="438"/>
                    </a:lnTo>
                    <a:lnTo>
                      <a:pt x="1383" y="530"/>
                    </a:lnTo>
                    <a:lnTo>
                      <a:pt x="864" y="631"/>
                    </a:lnTo>
                    <a:lnTo>
                      <a:pt x="585" y="6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0" name="Freeform 104"/>
              <p:cNvSpPr>
                <a:spLocks/>
              </p:cNvSpPr>
              <p:nvPr/>
            </p:nvSpPr>
            <p:spPr bwMode="auto">
              <a:xfrm>
                <a:off x="2229" y="1541"/>
                <a:ext cx="71" cy="197"/>
              </a:xfrm>
              <a:custGeom>
                <a:avLst/>
                <a:gdLst>
                  <a:gd name="T0" fmla="*/ 0 w 567"/>
                  <a:gd name="T1" fmla="*/ 0 h 1578"/>
                  <a:gd name="T2" fmla="*/ 0 w 567"/>
                  <a:gd name="T3" fmla="*/ 0 h 1578"/>
                  <a:gd name="T4" fmla="*/ 0 w 567"/>
                  <a:gd name="T5" fmla="*/ 0 h 1578"/>
                  <a:gd name="T6" fmla="*/ 0 w 567"/>
                  <a:gd name="T7" fmla="*/ 0 h 1578"/>
                  <a:gd name="T8" fmla="*/ 0 w 567"/>
                  <a:gd name="T9" fmla="*/ 0 h 1578"/>
                  <a:gd name="T10" fmla="*/ 0 w 567"/>
                  <a:gd name="T11" fmla="*/ 0 h 1578"/>
                  <a:gd name="T12" fmla="*/ 0 w 567"/>
                  <a:gd name="T13" fmla="*/ 0 h 1578"/>
                  <a:gd name="T14" fmla="*/ 0 w 567"/>
                  <a:gd name="T15" fmla="*/ 0 h 1578"/>
                  <a:gd name="T16" fmla="*/ 0 w 567"/>
                  <a:gd name="T17" fmla="*/ 0 h 1578"/>
                  <a:gd name="T18" fmla="*/ 0 w 567"/>
                  <a:gd name="T19" fmla="*/ 0 h 1578"/>
                  <a:gd name="T20" fmla="*/ 0 w 567"/>
                  <a:gd name="T21" fmla="*/ 0 h 1578"/>
                  <a:gd name="T22" fmla="*/ 0 w 567"/>
                  <a:gd name="T23" fmla="*/ 0 h 1578"/>
                  <a:gd name="T24" fmla="*/ 0 w 567"/>
                  <a:gd name="T25" fmla="*/ 0 h 1578"/>
                  <a:gd name="T26" fmla="*/ 0 w 567"/>
                  <a:gd name="T27" fmla="*/ 0 h 1578"/>
                  <a:gd name="T28" fmla="*/ 0 w 567"/>
                  <a:gd name="T29" fmla="*/ 0 h 1578"/>
                  <a:gd name="T30" fmla="*/ 0 w 567"/>
                  <a:gd name="T31" fmla="*/ 0 h 1578"/>
                  <a:gd name="T32" fmla="*/ 0 w 567"/>
                  <a:gd name="T33" fmla="*/ 0 h 1578"/>
                  <a:gd name="T34" fmla="*/ 0 w 567"/>
                  <a:gd name="T35" fmla="*/ 0 h 1578"/>
                  <a:gd name="T36" fmla="*/ 0 w 567"/>
                  <a:gd name="T37" fmla="*/ 0 h 1578"/>
                  <a:gd name="T38" fmla="*/ 0 w 567"/>
                  <a:gd name="T39" fmla="*/ 0 h 1578"/>
                  <a:gd name="T40" fmla="*/ 0 w 567"/>
                  <a:gd name="T41" fmla="*/ 0 h 1578"/>
                  <a:gd name="T42" fmla="*/ 0 w 567"/>
                  <a:gd name="T43" fmla="*/ 0 h 1578"/>
                  <a:gd name="T44" fmla="*/ 0 w 567"/>
                  <a:gd name="T45" fmla="*/ 0 h 1578"/>
                  <a:gd name="T46" fmla="*/ 0 w 567"/>
                  <a:gd name="T47" fmla="*/ 0 h 1578"/>
                  <a:gd name="T48" fmla="*/ 0 w 567"/>
                  <a:gd name="T49" fmla="*/ 0 h 1578"/>
                  <a:gd name="T50" fmla="*/ 0 w 567"/>
                  <a:gd name="T51" fmla="*/ 0 h 1578"/>
                  <a:gd name="T52" fmla="*/ 0 w 567"/>
                  <a:gd name="T53" fmla="*/ 0 h 1578"/>
                  <a:gd name="T54" fmla="*/ 0 w 567"/>
                  <a:gd name="T55" fmla="*/ 0 h 1578"/>
                  <a:gd name="T56" fmla="*/ 0 w 567"/>
                  <a:gd name="T57" fmla="*/ 0 h 1578"/>
                  <a:gd name="T58" fmla="*/ 0 w 567"/>
                  <a:gd name="T59" fmla="*/ 0 h 157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67"/>
                  <a:gd name="T91" fmla="*/ 0 h 1578"/>
                  <a:gd name="T92" fmla="*/ 567 w 567"/>
                  <a:gd name="T93" fmla="*/ 1578 h 157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67" h="1578">
                    <a:moveTo>
                      <a:pt x="320" y="150"/>
                    </a:moveTo>
                    <a:lnTo>
                      <a:pt x="358" y="245"/>
                    </a:lnTo>
                    <a:lnTo>
                      <a:pt x="358" y="635"/>
                    </a:lnTo>
                    <a:lnTo>
                      <a:pt x="304" y="761"/>
                    </a:lnTo>
                    <a:lnTo>
                      <a:pt x="304" y="904"/>
                    </a:lnTo>
                    <a:lnTo>
                      <a:pt x="239" y="1119"/>
                    </a:lnTo>
                    <a:lnTo>
                      <a:pt x="147" y="1255"/>
                    </a:lnTo>
                    <a:lnTo>
                      <a:pt x="0" y="1578"/>
                    </a:lnTo>
                    <a:lnTo>
                      <a:pt x="90" y="1471"/>
                    </a:lnTo>
                    <a:lnTo>
                      <a:pt x="198" y="1211"/>
                    </a:lnTo>
                    <a:lnTo>
                      <a:pt x="270" y="1105"/>
                    </a:lnTo>
                    <a:lnTo>
                      <a:pt x="341" y="941"/>
                    </a:lnTo>
                    <a:lnTo>
                      <a:pt x="341" y="794"/>
                    </a:lnTo>
                    <a:lnTo>
                      <a:pt x="484" y="704"/>
                    </a:lnTo>
                    <a:lnTo>
                      <a:pt x="567" y="455"/>
                    </a:lnTo>
                    <a:lnTo>
                      <a:pt x="567" y="261"/>
                    </a:lnTo>
                    <a:lnTo>
                      <a:pt x="558" y="121"/>
                    </a:lnTo>
                    <a:lnTo>
                      <a:pt x="532" y="42"/>
                    </a:lnTo>
                    <a:lnTo>
                      <a:pt x="468" y="0"/>
                    </a:lnTo>
                    <a:lnTo>
                      <a:pt x="521" y="60"/>
                    </a:lnTo>
                    <a:lnTo>
                      <a:pt x="532" y="110"/>
                    </a:lnTo>
                    <a:lnTo>
                      <a:pt x="521" y="139"/>
                    </a:lnTo>
                    <a:lnTo>
                      <a:pt x="444" y="90"/>
                    </a:lnTo>
                    <a:lnTo>
                      <a:pt x="437" y="97"/>
                    </a:lnTo>
                    <a:lnTo>
                      <a:pt x="488" y="178"/>
                    </a:lnTo>
                    <a:lnTo>
                      <a:pt x="505" y="305"/>
                    </a:lnTo>
                    <a:lnTo>
                      <a:pt x="505" y="429"/>
                    </a:lnTo>
                    <a:lnTo>
                      <a:pt x="468" y="275"/>
                    </a:lnTo>
                    <a:lnTo>
                      <a:pt x="345" y="110"/>
                    </a:lnTo>
                    <a:lnTo>
                      <a:pt x="320" y="1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1" name="Freeform 105"/>
              <p:cNvSpPr>
                <a:spLocks/>
              </p:cNvSpPr>
              <p:nvPr/>
            </p:nvSpPr>
            <p:spPr bwMode="auto">
              <a:xfrm>
                <a:off x="2092" y="1655"/>
                <a:ext cx="132" cy="131"/>
              </a:xfrm>
              <a:custGeom>
                <a:avLst/>
                <a:gdLst>
                  <a:gd name="T0" fmla="*/ 0 w 1057"/>
                  <a:gd name="T1" fmla="*/ 0 h 1050"/>
                  <a:gd name="T2" fmla="*/ 0 w 1057"/>
                  <a:gd name="T3" fmla="*/ 0 h 1050"/>
                  <a:gd name="T4" fmla="*/ 0 w 1057"/>
                  <a:gd name="T5" fmla="*/ 0 h 1050"/>
                  <a:gd name="T6" fmla="*/ 0 w 1057"/>
                  <a:gd name="T7" fmla="*/ 0 h 1050"/>
                  <a:gd name="T8" fmla="*/ 0 w 1057"/>
                  <a:gd name="T9" fmla="*/ 0 h 1050"/>
                  <a:gd name="T10" fmla="*/ 0 w 1057"/>
                  <a:gd name="T11" fmla="*/ 0 h 1050"/>
                  <a:gd name="T12" fmla="*/ 0 w 1057"/>
                  <a:gd name="T13" fmla="*/ 0 h 1050"/>
                  <a:gd name="T14" fmla="*/ 0 w 1057"/>
                  <a:gd name="T15" fmla="*/ 0 h 1050"/>
                  <a:gd name="T16" fmla="*/ 0 w 1057"/>
                  <a:gd name="T17" fmla="*/ 0 h 1050"/>
                  <a:gd name="T18" fmla="*/ 0 w 1057"/>
                  <a:gd name="T19" fmla="*/ 0 h 1050"/>
                  <a:gd name="T20" fmla="*/ 0 w 1057"/>
                  <a:gd name="T21" fmla="*/ 0 h 1050"/>
                  <a:gd name="T22" fmla="*/ 0 w 1057"/>
                  <a:gd name="T23" fmla="*/ 0 h 1050"/>
                  <a:gd name="T24" fmla="*/ 0 w 1057"/>
                  <a:gd name="T25" fmla="*/ 0 h 1050"/>
                  <a:gd name="T26" fmla="*/ 0 w 1057"/>
                  <a:gd name="T27" fmla="*/ 0 h 1050"/>
                  <a:gd name="T28" fmla="*/ 0 w 1057"/>
                  <a:gd name="T29" fmla="*/ 0 h 1050"/>
                  <a:gd name="T30" fmla="*/ 0 w 1057"/>
                  <a:gd name="T31" fmla="*/ 0 h 1050"/>
                  <a:gd name="T32" fmla="*/ 0 w 1057"/>
                  <a:gd name="T33" fmla="*/ 0 h 1050"/>
                  <a:gd name="T34" fmla="*/ 0 w 1057"/>
                  <a:gd name="T35" fmla="*/ 0 h 1050"/>
                  <a:gd name="T36" fmla="*/ 0 w 1057"/>
                  <a:gd name="T37" fmla="*/ 0 h 1050"/>
                  <a:gd name="T38" fmla="*/ 0 w 1057"/>
                  <a:gd name="T39" fmla="*/ 0 h 1050"/>
                  <a:gd name="T40" fmla="*/ 0 w 1057"/>
                  <a:gd name="T41" fmla="*/ 0 h 1050"/>
                  <a:gd name="T42" fmla="*/ 0 w 1057"/>
                  <a:gd name="T43" fmla="*/ 0 h 1050"/>
                  <a:gd name="T44" fmla="*/ 0 w 1057"/>
                  <a:gd name="T45" fmla="*/ 0 h 1050"/>
                  <a:gd name="T46" fmla="*/ 0 w 1057"/>
                  <a:gd name="T47" fmla="*/ 0 h 1050"/>
                  <a:gd name="T48" fmla="*/ 0 w 1057"/>
                  <a:gd name="T49" fmla="*/ 0 h 1050"/>
                  <a:gd name="T50" fmla="*/ 0 w 1057"/>
                  <a:gd name="T51" fmla="*/ 0 h 1050"/>
                  <a:gd name="T52" fmla="*/ 0 w 1057"/>
                  <a:gd name="T53" fmla="*/ 0 h 1050"/>
                  <a:gd name="T54" fmla="*/ 0 w 1057"/>
                  <a:gd name="T55" fmla="*/ 0 h 1050"/>
                  <a:gd name="T56" fmla="*/ 0 w 1057"/>
                  <a:gd name="T57" fmla="*/ 0 h 1050"/>
                  <a:gd name="T58" fmla="*/ 0 w 1057"/>
                  <a:gd name="T59" fmla="*/ 0 h 1050"/>
                  <a:gd name="T60" fmla="*/ 0 w 1057"/>
                  <a:gd name="T61" fmla="*/ 0 h 1050"/>
                  <a:gd name="T62" fmla="*/ 0 w 1057"/>
                  <a:gd name="T63" fmla="*/ 0 h 1050"/>
                  <a:gd name="T64" fmla="*/ 0 w 1057"/>
                  <a:gd name="T65" fmla="*/ 0 h 1050"/>
                  <a:gd name="T66" fmla="*/ 0 w 1057"/>
                  <a:gd name="T67" fmla="*/ 0 h 1050"/>
                  <a:gd name="T68" fmla="*/ 0 w 1057"/>
                  <a:gd name="T69" fmla="*/ 0 h 1050"/>
                  <a:gd name="T70" fmla="*/ 0 w 1057"/>
                  <a:gd name="T71" fmla="*/ 0 h 1050"/>
                  <a:gd name="T72" fmla="*/ 0 w 1057"/>
                  <a:gd name="T73" fmla="*/ 0 h 105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57"/>
                  <a:gd name="T112" fmla="*/ 0 h 1050"/>
                  <a:gd name="T113" fmla="*/ 1057 w 1057"/>
                  <a:gd name="T114" fmla="*/ 1050 h 105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57" h="1050">
                    <a:moveTo>
                      <a:pt x="90" y="0"/>
                    </a:moveTo>
                    <a:lnTo>
                      <a:pt x="68" y="195"/>
                    </a:lnTo>
                    <a:lnTo>
                      <a:pt x="72" y="281"/>
                    </a:lnTo>
                    <a:lnTo>
                      <a:pt x="105" y="356"/>
                    </a:lnTo>
                    <a:lnTo>
                      <a:pt x="158" y="424"/>
                    </a:lnTo>
                    <a:lnTo>
                      <a:pt x="259" y="506"/>
                    </a:lnTo>
                    <a:lnTo>
                      <a:pt x="558" y="651"/>
                    </a:lnTo>
                    <a:lnTo>
                      <a:pt x="842" y="758"/>
                    </a:lnTo>
                    <a:lnTo>
                      <a:pt x="925" y="762"/>
                    </a:lnTo>
                    <a:lnTo>
                      <a:pt x="995" y="758"/>
                    </a:lnTo>
                    <a:lnTo>
                      <a:pt x="1057" y="730"/>
                    </a:lnTo>
                    <a:lnTo>
                      <a:pt x="1006" y="767"/>
                    </a:lnTo>
                    <a:lnTo>
                      <a:pt x="944" y="783"/>
                    </a:lnTo>
                    <a:lnTo>
                      <a:pt x="863" y="785"/>
                    </a:lnTo>
                    <a:lnTo>
                      <a:pt x="753" y="767"/>
                    </a:lnTo>
                    <a:lnTo>
                      <a:pt x="753" y="817"/>
                    </a:lnTo>
                    <a:lnTo>
                      <a:pt x="738" y="882"/>
                    </a:lnTo>
                    <a:lnTo>
                      <a:pt x="661" y="1009"/>
                    </a:lnTo>
                    <a:lnTo>
                      <a:pt x="704" y="901"/>
                    </a:lnTo>
                    <a:lnTo>
                      <a:pt x="709" y="824"/>
                    </a:lnTo>
                    <a:lnTo>
                      <a:pt x="624" y="861"/>
                    </a:lnTo>
                    <a:lnTo>
                      <a:pt x="624" y="978"/>
                    </a:lnTo>
                    <a:lnTo>
                      <a:pt x="598" y="1013"/>
                    </a:lnTo>
                    <a:lnTo>
                      <a:pt x="624" y="1050"/>
                    </a:lnTo>
                    <a:lnTo>
                      <a:pt x="591" y="1050"/>
                    </a:lnTo>
                    <a:lnTo>
                      <a:pt x="506" y="1009"/>
                    </a:lnTo>
                    <a:lnTo>
                      <a:pt x="328" y="843"/>
                    </a:lnTo>
                    <a:lnTo>
                      <a:pt x="215" y="721"/>
                    </a:lnTo>
                    <a:lnTo>
                      <a:pt x="98" y="567"/>
                    </a:lnTo>
                    <a:lnTo>
                      <a:pt x="0" y="370"/>
                    </a:lnTo>
                    <a:lnTo>
                      <a:pt x="107" y="541"/>
                    </a:lnTo>
                    <a:lnTo>
                      <a:pt x="204" y="633"/>
                    </a:lnTo>
                    <a:lnTo>
                      <a:pt x="81" y="411"/>
                    </a:lnTo>
                    <a:lnTo>
                      <a:pt x="52" y="288"/>
                    </a:lnTo>
                    <a:lnTo>
                      <a:pt x="52" y="213"/>
                    </a:lnTo>
                    <a:lnTo>
                      <a:pt x="68" y="91"/>
                    </a:lnTo>
                    <a:lnTo>
                      <a:pt x="9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2" name="Freeform 106"/>
              <p:cNvSpPr>
                <a:spLocks/>
              </p:cNvSpPr>
              <p:nvPr/>
            </p:nvSpPr>
            <p:spPr bwMode="auto">
              <a:xfrm>
                <a:off x="2080" y="1617"/>
                <a:ext cx="22" cy="39"/>
              </a:xfrm>
              <a:custGeom>
                <a:avLst/>
                <a:gdLst>
                  <a:gd name="T0" fmla="*/ 0 w 180"/>
                  <a:gd name="T1" fmla="*/ 0 h 312"/>
                  <a:gd name="T2" fmla="*/ 0 w 180"/>
                  <a:gd name="T3" fmla="*/ 0 h 312"/>
                  <a:gd name="T4" fmla="*/ 0 w 180"/>
                  <a:gd name="T5" fmla="*/ 0 h 312"/>
                  <a:gd name="T6" fmla="*/ 0 w 180"/>
                  <a:gd name="T7" fmla="*/ 0 h 312"/>
                  <a:gd name="T8" fmla="*/ 0 w 180"/>
                  <a:gd name="T9" fmla="*/ 0 h 312"/>
                  <a:gd name="T10" fmla="*/ 0 w 180"/>
                  <a:gd name="T11" fmla="*/ 0 h 312"/>
                  <a:gd name="T12" fmla="*/ 0 w 180"/>
                  <a:gd name="T13" fmla="*/ 0 h 312"/>
                  <a:gd name="T14" fmla="*/ 0 w 180"/>
                  <a:gd name="T15" fmla="*/ 0 h 312"/>
                  <a:gd name="T16" fmla="*/ 0 w 180"/>
                  <a:gd name="T17" fmla="*/ 0 h 312"/>
                  <a:gd name="T18" fmla="*/ 0 w 180"/>
                  <a:gd name="T19" fmla="*/ 0 h 312"/>
                  <a:gd name="T20" fmla="*/ 0 w 180"/>
                  <a:gd name="T21" fmla="*/ 0 h 312"/>
                  <a:gd name="T22" fmla="*/ 0 w 180"/>
                  <a:gd name="T23" fmla="*/ 0 h 312"/>
                  <a:gd name="T24" fmla="*/ 0 w 180"/>
                  <a:gd name="T25" fmla="*/ 0 h 312"/>
                  <a:gd name="T26" fmla="*/ 0 w 180"/>
                  <a:gd name="T27" fmla="*/ 0 h 312"/>
                  <a:gd name="T28" fmla="*/ 0 w 180"/>
                  <a:gd name="T29" fmla="*/ 0 h 312"/>
                  <a:gd name="T30" fmla="*/ 0 w 180"/>
                  <a:gd name="T31" fmla="*/ 0 h 312"/>
                  <a:gd name="T32" fmla="*/ 0 w 180"/>
                  <a:gd name="T33" fmla="*/ 0 h 312"/>
                  <a:gd name="T34" fmla="*/ 0 w 180"/>
                  <a:gd name="T35" fmla="*/ 0 h 3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0"/>
                  <a:gd name="T55" fmla="*/ 0 h 312"/>
                  <a:gd name="T56" fmla="*/ 180 w 180"/>
                  <a:gd name="T57" fmla="*/ 312 h 31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0" h="312">
                    <a:moveTo>
                      <a:pt x="37" y="0"/>
                    </a:moveTo>
                    <a:lnTo>
                      <a:pt x="88" y="7"/>
                    </a:lnTo>
                    <a:lnTo>
                      <a:pt x="175" y="62"/>
                    </a:lnTo>
                    <a:lnTo>
                      <a:pt x="180" y="164"/>
                    </a:lnTo>
                    <a:lnTo>
                      <a:pt x="146" y="147"/>
                    </a:lnTo>
                    <a:lnTo>
                      <a:pt x="136" y="134"/>
                    </a:lnTo>
                    <a:lnTo>
                      <a:pt x="94" y="171"/>
                    </a:lnTo>
                    <a:lnTo>
                      <a:pt x="94" y="185"/>
                    </a:lnTo>
                    <a:lnTo>
                      <a:pt x="125" y="204"/>
                    </a:lnTo>
                    <a:lnTo>
                      <a:pt x="155" y="301"/>
                    </a:lnTo>
                    <a:lnTo>
                      <a:pt x="132" y="312"/>
                    </a:lnTo>
                    <a:lnTo>
                      <a:pt x="100" y="257"/>
                    </a:lnTo>
                    <a:lnTo>
                      <a:pt x="19" y="233"/>
                    </a:lnTo>
                    <a:lnTo>
                      <a:pt x="0" y="111"/>
                    </a:lnTo>
                    <a:lnTo>
                      <a:pt x="19" y="95"/>
                    </a:lnTo>
                    <a:lnTo>
                      <a:pt x="105" y="53"/>
                    </a:lnTo>
                    <a:lnTo>
                      <a:pt x="81" y="26"/>
                    </a:lnTo>
                    <a:lnTo>
                      <a:pt x="3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3" name="Freeform 107"/>
              <p:cNvSpPr>
                <a:spLocks/>
              </p:cNvSpPr>
              <p:nvPr/>
            </p:nvSpPr>
            <p:spPr bwMode="auto">
              <a:xfrm>
                <a:off x="2082" y="1654"/>
                <a:ext cx="9" cy="2"/>
              </a:xfrm>
              <a:custGeom>
                <a:avLst/>
                <a:gdLst>
                  <a:gd name="T0" fmla="*/ 0 w 69"/>
                  <a:gd name="T1" fmla="*/ 0 h 17"/>
                  <a:gd name="T2" fmla="*/ 0 w 69"/>
                  <a:gd name="T3" fmla="*/ 0 h 17"/>
                  <a:gd name="T4" fmla="*/ 0 w 69"/>
                  <a:gd name="T5" fmla="*/ 0 h 17"/>
                  <a:gd name="T6" fmla="*/ 0 w 69"/>
                  <a:gd name="T7" fmla="*/ 0 h 17"/>
                  <a:gd name="T8" fmla="*/ 0 60000 65536"/>
                  <a:gd name="T9" fmla="*/ 0 60000 65536"/>
                  <a:gd name="T10" fmla="*/ 0 60000 65536"/>
                  <a:gd name="T11" fmla="*/ 0 60000 65536"/>
                  <a:gd name="T12" fmla="*/ 0 w 69"/>
                  <a:gd name="T13" fmla="*/ 0 h 17"/>
                  <a:gd name="T14" fmla="*/ 69 w 69"/>
                  <a:gd name="T15" fmla="*/ 17 h 17"/>
                </a:gdLst>
                <a:ahLst/>
                <a:cxnLst>
                  <a:cxn ang="T8">
                    <a:pos x="T0" y="T1"/>
                  </a:cxn>
                  <a:cxn ang="T9">
                    <a:pos x="T2" y="T3"/>
                  </a:cxn>
                  <a:cxn ang="T10">
                    <a:pos x="T4" y="T5"/>
                  </a:cxn>
                  <a:cxn ang="T11">
                    <a:pos x="T6" y="T7"/>
                  </a:cxn>
                </a:cxnLst>
                <a:rect l="T12" t="T13" r="T14" b="T15"/>
                <a:pathLst>
                  <a:path w="69" h="17">
                    <a:moveTo>
                      <a:pt x="0" y="0"/>
                    </a:moveTo>
                    <a:lnTo>
                      <a:pt x="69" y="17"/>
                    </a:lnTo>
                    <a:lnTo>
                      <a:pt x="7" y="1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4" name="Freeform 108"/>
              <p:cNvSpPr>
                <a:spLocks/>
              </p:cNvSpPr>
              <p:nvPr/>
            </p:nvSpPr>
            <p:spPr bwMode="auto">
              <a:xfrm>
                <a:off x="2080" y="1664"/>
                <a:ext cx="18" cy="24"/>
              </a:xfrm>
              <a:custGeom>
                <a:avLst/>
                <a:gdLst>
                  <a:gd name="T0" fmla="*/ 0 w 143"/>
                  <a:gd name="T1" fmla="*/ 0 h 195"/>
                  <a:gd name="T2" fmla="*/ 0 w 143"/>
                  <a:gd name="T3" fmla="*/ 0 h 195"/>
                  <a:gd name="T4" fmla="*/ 0 w 143"/>
                  <a:gd name="T5" fmla="*/ 0 h 195"/>
                  <a:gd name="T6" fmla="*/ 0 w 143"/>
                  <a:gd name="T7" fmla="*/ 0 h 195"/>
                  <a:gd name="T8" fmla="*/ 0 w 143"/>
                  <a:gd name="T9" fmla="*/ 0 h 195"/>
                  <a:gd name="T10" fmla="*/ 0 w 143"/>
                  <a:gd name="T11" fmla="*/ 0 h 195"/>
                  <a:gd name="T12" fmla="*/ 0 w 143"/>
                  <a:gd name="T13" fmla="*/ 0 h 195"/>
                  <a:gd name="T14" fmla="*/ 0 w 143"/>
                  <a:gd name="T15" fmla="*/ 0 h 195"/>
                  <a:gd name="T16" fmla="*/ 0 w 143"/>
                  <a:gd name="T17" fmla="*/ 0 h 195"/>
                  <a:gd name="T18" fmla="*/ 0 w 143"/>
                  <a:gd name="T19" fmla="*/ 0 h 195"/>
                  <a:gd name="T20" fmla="*/ 0 w 143"/>
                  <a:gd name="T21" fmla="*/ 0 h 195"/>
                  <a:gd name="T22" fmla="*/ 0 w 143"/>
                  <a:gd name="T23" fmla="*/ 0 h 1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3"/>
                  <a:gd name="T37" fmla="*/ 0 h 195"/>
                  <a:gd name="T38" fmla="*/ 143 w 143"/>
                  <a:gd name="T39" fmla="*/ 195 h 19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3" h="195">
                    <a:moveTo>
                      <a:pt x="0" y="0"/>
                    </a:moveTo>
                    <a:lnTo>
                      <a:pt x="26" y="23"/>
                    </a:lnTo>
                    <a:lnTo>
                      <a:pt x="67" y="37"/>
                    </a:lnTo>
                    <a:lnTo>
                      <a:pt x="143" y="18"/>
                    </a:lnTo>
                    <a:lnTo>
                      <a:pt x="114" y="85"/>
                    </a:lnTo>
                    <a:lnTo>
                      <a:pt x="61" y="103"/>
                    </a:lnTo>
                    <a:lnTo>
                      <a:pt x="33" y="195"/>
                    </a:lnTo>
                    <a:lnTo>
                      <a:pt x="6" y="140"/>
                    </a:lnTo>
                    <a:lnTo>
                      <a:pt x="6" y="112"/>
                    </a:lnTo>
                    <a:lnTo>
                      <a:pt x="33" y="85"/>
                    </a:lnTo>
                    <a:lnTo>
                      <a:pt x="15" y="4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5" name="Line 109"/>
              <p:cNvSpPr>
                <a:spLocks noChangeShapeType="1"/>
              </p:cNvSpPr>
              <p:nvPr/>
            </p:nvSpPr>
            <p:spPr bwMode="auto">
              <a:xfrm>
                <a:off x="2110" y="1620"/>
                <a:ext cx="9" cy="2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16" name="Line 110"/>
              <p:cNvSpPr>
                <a:spLocks noChangeShapeType="1"/>
              </p:cNvSpPr>
              <p:nvPr/>
            </p:nvSpPr>
            <p:spPr bwMode="auto">
              <a:xfrm>
                <a:off x="2112" y="1614"/>
                <a:ext cx="13" cy="4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17" name="Line 111"/>
              <p:cNvSpPr>
                <a:spLocks noChangeShapeType="1"/>
              </p:cNvSpPr>
              <p:nvPr/>
            </p:nvSpPr>
            <p:spPr bwMode="auto">
              <a:xfrm>
                <a:off x="2120" y="1626"/>
                <a:ext cx="12" cy="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18" name="Line 112"/>
              <p:cNvSpPr>
                <a:spLocks noChangeShapeType="1"/>
              </p:cNvSpPr>
              <p:nvPr/>
            </p:nvSpPr>
            <p:spPr bwMode="auto">
              <a:xfrm>
                <a:off x="2128" y="1638"/>
                <a:ext cx="9" cy="2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19" name="Freeform 113"/>
              <p:cNvSpPr>
                <a:spLocks/>
              </p:cNvSpPr>
              <p:nvPr/>
            </p:nvSpPr>
            <p:spPr bwMode="auto">
              <a:xfrm>
                <a:off x="2174" y="1568"/>
                <a:ext cx="92" cy="21"/>
              </a:xfrm>
              <a:custGeom>
                <a:avLst/>
                <a:gdLst>
                  <a:gd name="T0" fmla="*/ 0 w 743"/>
                  <a:gd name="T1" fmla="*/ 0 h 165"/>
                  <a:gd name="T2" fmla="*/ 0 w 743"/>
                  <a:gd name="T3" fmla="*/ 0 h 165"/>
                  <a:gd name="T4" fmla="*/ 0 w 743"/>
                  <a:gd name="T5" fmla="*/ 0 h 165"/>
                  <a:gd name="T6" fmla="*/ 0 w 743"/>
                  <a:gd name="T7" fmla="*/ 0 h 165"/>
                  <a:gd name="T8" fmla="*/ 0 w 743"/>
                  <a:gd name="T9" fmla="*/ 0 h 165"/>
                  <a:gd name="T10" fmla="*/ 0 60000 65536"/>
                  <a:gd name="T11" fmla="*/ 0 60000 65536"/>
                  <a:gd name="T12" fmla="*/ 0 60000 65536"/>
                  <a:gd name="T13" fmla="*/ 0 60000 65536"/>
                  <a:gd name="T14" fmla="*/ 0 60000 65536"/>
                  <a:gd name="T15" fmla="*/ 0 w 743"/>
                  <a:gd name="T16" fmla="*/ 0 h 165"/>
                  <a:gd name="T17" fmla="*/ 743 w 743"/>
                  <a:gd name="T18" fmla="*/ 165 h 165"/>
                </a:gdLst>
                <a:ahLst/>
                <a:cxnLst>
                  <a:cxn ang="T10">
                    <a:pos x="T0" y="T1"/>
                  </a:cxn>
                  <a:cxn ang="T11">
                    <a:pos x="T2" y="T3"/>
                  </a:cxn>
                  <a:cxn ang="T12">
                    <a:pos x="T4" y="T5"/>
                  </a:cxn>
                  <a:cxn ang="T13">
                    <a:pos x="T6" y="T7"/>
                  </a:cxn>
                  <a:cxn ang="T14">
                    <a:pos x="T8" y="T9"/>
                  </a:cxn>
                </a:cxnLst>
                <a:rect l="T15" t="T16" r="T17" b="T18"/>
                <a:pathLst>
                  <a:path w="743" h="165">
                    <a:moveTo>
                      <a:pt x="0" y="0"/>
                    </a:moveTo>
                    <a:lnTo>
                      <a:pt x="116" y="18"/>
                    </a:lnTo>
                    <a:lnTo>
                      <a:pt x="351" y="101"/>
                    </a:lnTo>
                    <a:lnTo>
                      <a:pt x="519" y="138"/>
                    </a:lnTo>
                    <a:lnTo>
                      <a:pt x="743" y="165"/>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20" name="Freeform 114"/>
              <p:cNvSpPr>
                <a:spLocks/>
              </p:cNvSpPr>
              <p:nvPr/>
            </p:nvSpPr>
            <p:spPr bwMode="auto">
              <a:xfrm>
                <a:off x="2193" y="1565"/>
                <a:ext cx="61" cy="17"/>
              </a:xfrm>
              <a:custGeom>
                <a:avLst/>
                <a:gdLst>
                  <a:gd name="T0" fmla="*/ 0 w 491"/>
                  <a:gd name="T1" fmla="*/ 0 h 134"/>
                  <a:gd name="T2" fmla="*/ 0 w 491"/>
                  <a:gd name="T3" fmla="*/ 0 h 134"/>
                  <a:gd name="T4" fmla="*/ 0 w 491"/>
                  <a:gd name="T5" fmla="*/ 0 h 134"/>
                  <a:gd name="T6" fmla="*/ 0 w 491"/>
                  <a:gd name="T7" fmla="*/ 0 h 134"/>
                  <a:gd name="T8" fmla="*/ 0 60000 65536"/>
                  <a:gd name="T9" fmla="*/ 0 60000 65536"/>
                  <a:gd name="T10" fmla="*/ 0 60000 65536"/>
                  <a:gd name="T11" fmla="*/ 0 60000 65536"/>
                  <a:gd name="T12" fmla="*/ 0 w 491"/>
                  <a:gd name="T13" fmla="*/ 0 h 134"/>
                  <a:gd name="T14" fmla="*/ 491 w 491"/>
                  <a:gd name="T15" fmla="*/ 134 h 134"/>
                </a:gdLst>
                <a:ahLst/>
                <a:cxnLst>
                  <a:cxn ang="T8">
                    <a:pos x="T0" y="T1"/>
                  </a:cxn>
                  <a:cxn ang="T9">
                    <a:pos x="T2" y="T3"/>
                  </a:cxn>
                  <a:cxn ang="T10">
                    <a:pos x="T4" y="T5"/>
                  </a:cxn>
                  <a:cxn ang="T11">
                    <a:pos x="T6" y="T7"/>
                  </a:cxn>
                </a:cxnLst>
                <a:rect l="T12" t="T13" r="T14" b="T15"/>
                <a:pathLst>
                  <a:path w="491" h="134">
                    <a:moveTo>
                      <a:pt x="0" y="0"/>
                    </a:moveTo>
                    <a:lnTo>
                      <a:pt x="82" y="28"/>
                    </a:lnTo>
                    <a:lnTo>
                      <a:pt x="260" y="88"/>
                    </a:lnTo>
                    <a:lnTo>
                      <a:pt x="491" y="134"/>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21" name="Freeform 115"/>
              <p:cNvSpPr>
                <a:spLocks/>
              </p:cNvSpPr>
              <p:nvPr/>
            </p:nvSpPr>
            <p:spPr bwMode="auto">
              <a:xfrm>
                <a:off x="2030" y="1688"/>
                <a:ext cx="45" cy="73"/>
              </a:xfrm>
              <a:custGeom>
                <a:avLst/>
                <a:gdLst>
                  <a:gd name="T0" fmla="*/ 0 w 365"/>
                  <a:gd name="T1" fmla="*/ 0 h 579"/>
                  <a:gd name="T2" fmla="*/ 0 w 365"/>
                  <a:gd name="T3" fmla="*/ 0 h 579"/>
                  <a:gd name="T4" fmla="*/ 0 w 365"/>
                  <a:gd name="T5" fmla="*/ 0 h 579"/>
                  <a:gd name="T6" fmla="*/ 0 w 365"/>
                  <a:gd name="T7" fmla="*/ 0 h 579"/>
                  <a:gd name="T8" fmla="*/ 0 w 365"/>
                  <a:gd name="T9" fmla="*/ 0 h 579"/>
                  <a:gd name="T10" fmla="*/ 0 w 365"/>
                  <a:gd name="T11" fmla="*/ 0 h 579"/>
                  <a:gd name="T12" fmla="*/ 0 w 365"/>
                  <a:gd name="T13" fmla="*/ 0 h 579"/>
                  <a:gd name="T14" fmla="*/ 0 w 365"/>
                  <a:gd name="T15" fmla="*/ 0 h 579"/>
                  <a:gd name="T16" fmla="*/ 0 w 365"/>
                  <a:gd name="T17" fmla="*/ 0 h 579"/>
                  <a:gd name="T18" fmla="*/ 0 w 365"/>
                  <a:gd name="T19" fmla="*/ 0 h 5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5"/>
                  <a:gd name="T31" fmla="*/ 0 h 579"/>
                  <a:gd name="T32" fmla="*/ 365 w 365"/>
                  <a:gd name="T33" fmla="*/ 579 h 57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5" h="579">
                    <a:moveTo>
                      <a:pt x="365" y="0"/>
                    </a:moveTo>
                    <a:lnTo>
                      <a:pt x="277" y="129"/>
                    </a:lnTo>
                    <a:lnTo>
                      <a:pt x="277" y="265"/>
                    </a:lnTo>
                    <a:lnTo>
                      <a:pt x="350" y="579"/>
                    </a:lnTo>
                    <a:lnTo>
                      <a:pt x="224" y="290"/>
                    </a:lnTo>
                    <a:lnTo>
                      <a:pt x="224" y="199"/>
                    </a:lnTo>
                    <a:lnTo>
                      <a:pt x="0" y="199"/>
                    </a:lnTo>
                    <a:lnTo>
                      <a:pt x="187" y="76"/>
                    </a:lnTo>
                    <a:lnTo>
                      <a:pt x="277" y="76"/>
                    </a:lnTo>
                    <a:lnTo>
                      <a:pt x="36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2" name="Freeform 116"/>
              <p:cNvSpPr>
                <a:spLocks/>
              </p:cNvSpPr>
              <p:nvPr/>
            </p:nvSpPr>
            <p:spPr bwMode="auto">
              <a:xfrm>
                <a:off x="1850" y="1735"/>
                <a:ext cx="526" cy="496"/>
              </a:xfrm>
              <a:custGeom>
                <a:avLst/>
                <a:gdLst>
                  <a:gd name="T0" fmla="*/ 0 w 4215"/>
                  <a:gd name="T1" fmla="*/ 0 h 3969"/>
                  <a:gd name="T2" fmla="*/ 0 w 4215"/>
                  <a:gd name="T3" fmla="*/ 0 h 3969"/>
                  <a:gd name="T4" fmla="*/ 0 w 4215"/>
                  <a:gd name="T5" fmla="*/ 0 h 3969"/>
                  <a:gd name="T6" fmla="*/ 0 w 4215"/>
                  <a:gd name="T7" fmla="*/ 0 h 3969"/>
                  <a:gd name="T8" fmla="*/ 0 w 4215"/>
                  <a:gd name="T9" fmla="*/ 0 h 3969"/>
                  <a:gd name="T10" fmla="*/ 0 w 4215"/>
                  <a:gd name="T11" fmla="*/ 0 h 3969"/>
                  <a:gd name="T12" fmla="*/ 0 w 4215"/>
                  <a:gd name="T13" fmla="*/ 0 h 3969"/>
                  <a:gd name="T14" fmla="*/ 0 w 4215"/>
                  <a:gd name="T15" fmla="*/ 0 h 3969"/>
                  <a:gd name="T16" fmla="*/ 0 w 4215"/>
                  <a:gd name="T17" fmla="*/ 0 h 3969"/>
                  <a:gd name="T18" fmla="*/ 0 w 4215"/>
                  <a:gd name="T19" fmla="*/ 0 h 3969"/>
                  <a:gd name="T20" fmla="*/ 0 w 4215"/>
                  <a:gd name="T21" fmla="*/ 0 h 3969"/>
                  <a:gd name="T22" fmla="*/ 0 w 4215"/>
                  <a:gd name="T23" fmla="*/ 0 h 3969"/>
                  <a:gd name="T24" fmla="*/ 0 w 4215"/>
                  <a:gd name="T25" fmla="*/ 0 h 3969"/>
                  <a:gd name="T26" fmla="*/ 0 w 4215"/>
                  <a:gd name="T27" fmla="*/ 0 h 3969"/>
                  <a:gd name="T28" fmla="*/ 0 w 4215"/>
                  <a:gd name="T29" fmla="*/ 0 h 3969"/>
                  <a:gd name="T30" fmla="*/ 0 w 4215"/>
                  <a:gd name="T31" fmla="*/ 0 h 3969"/>
                  <a:gd name="T32" fmla="*/ 0 w 4215"/>
                  <a:gd name="T33" fmla="*/ 0 h 3969"/>
                  <a:gd name="T34" fmla="*/ 0 w 4215"/>
                  <a:gd name="T35" fmla="*/ 0 h 3969"/>
                  <a:gd name="T36" fmla="*/ 0 w 4215"/>
                  <a:gd name="T37" fmla="*/ 0 h 3969"/>
                  <a:gd name="T38" fmla="*/ 0 w 4215"/>
                  <a:gd name="T39" fmla="*/ 0 h 3969"/>
                  <a:gd name="T40" fmla="*/ 0 w 4215"/>
                  <a:gd name="T41" fmla="*/ 0 h 3969"/>
                  <a:gd name="T42" fmla="*/ 0 w 4215"/>
                  <a:gd name="T43" fmla="*/ 0 h 3969"/>
                  <a:gd name="T44" fmla="*/ 0 w 4215"/>
                  <a:gd name="T45" fmla="*/ 0 h 3969"/>
                  <a:gd name="T46" fmla="*/ 0 w 4215"/>
                  <a:gd name="T47" fmla="*/ 0 h 3969"/>
                  <a:gd name="T48" fmla="*/ 0 w 4215"/>
                  <a:gd name="T49" fmla="*/ 0 h 3969"/>
                  <a:gd name="T50" fmla="*/ 0 w 4215"/>
                  <a:gd name="T51" fmla="*/ 0 h 3969"/>
                  <a:gd name="T52" fmla="*/ 0 w 4215"/>
                  <a:gd name="T53" fmla="*/ 0 h 3969"/>
                  <a:gd name="T54" fmla="*/ 0 w 4215"/>
                  <a:gd name="T55" fmla="*/ 0 h 3969"/>
                  <a:gd name="T56" fmla="*/ 0 w 4215"/>
                  <a:gd name="T57" fmla="*/ 0 h 3969"/>
                  <a:gd name="T58" fmla="*/ 0 w 4215"/>
                  <a:gd name="T59" fmla="*/ 0 h 3969"/>
                  <a:gd name="T60" fmla="*/ 0 w 4215"/>
                  <a:gd name="T61" fmla="*/ 0 h 3969"/>
                  <a:gd name="T62" fmla="*/ 0 w 4215"/>
                  <a:gd name="T63" fmla="*/ 0 h 3969"/>
                  <a:gd name="T64" fmla="*/ 0 w 4215"/>
                  <a:gd name="T65" fmla="*/ 0 h 3969"/>
                  <a:gd name="T66" fmla="*/ 0 w 4215"/>
                  <a:gd name="T67" fmla="*/ 0 h 3969"/>
                  <a:gd name="T68" fmla="*/ 0 w 4215"/>
                  <a:gd name="T69" fmla="*/ 0 h 3969"/>
                  <a:gd name="T70" fmla="*/ 0 w 4215"/>
                  <a:gd name="T71" fmla="*/ 0 h 3969"/>
                  <a:gd name="T72" fmla="*/ 0 w 4215"/>
                  <a:gd name="T73" fmla="*/ 0 h 3969"/>
                  <a:gd name="T74" fmla="*/ 0 w 4215"/>
                  <a:gd name="T75" fmla="*/ 0 h 396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215"/>
                  <a:gd name="T115" fmla="*/ 0 h 3969"/>
                  <a:gd name="T116" fmla="*/ 4215 w 4215"/>
                  <a:gd name="T117" fmla="*/ 3969 h 396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215" h="3969">
                    <a:moveTo>
                      <a:pt x="1158" y="0"/>
                    </a:moveTo>
                    <a:lnTo>
                      <a:pt x="897" y="255"/>
                    </a:lnTo>
                    <a:lnTo>
                      <a:pt x="743" y="466"/>
                    </a:lnTo>
                    <a:lnTo>
                      <a:pt x="743" y="706"/>
                    </a:lnTo>
                    <a:lnTo>
                      <a:pt x="920" y="591"/>
                    </a:lnTo>
                    <a:lnTo>
                      <a:pt x="920" y="756"/>
                    </a:lnTo>
                    <a:lnTo>
                      <a:pt x="1314" y="1684"/>
                    </a:lnTo>
                    <a:lnTo>
                      <a:pt x="1224" y="1582"/>
                    </a:lnTo>
                    <a:lnTo>
                      <a:pt x="1134" y="1582"/>
                    </a:lnTo>
                    <a:lnTo>
                      <a:pt x="1072" y="1610"/>
                    </a:lnTo>
                    <a:lnTo>
                      <a:pt x="1031" y="1644"/>
                    </a:lnTo>
                    <a:lnTo>
                      <a:pt x="1174" y="1960"/>
                    </a:lnTo>
                    <a:lnTo>
                      <a:pt x="1448" y="2451"/>
                    </a:lnTo>
                    <a:lnTo>
                      <a:pt x="1868" y="2890"/>
                    </a:lnTo>
                    <a:lnTo>
                      <a:pt x="2031" y="3026"/>
                    </a:lnTo>
                    <a:lnTo>
                      <a:pt x="2031" y="3116"/>
                    </a:lnTo>
                    <a:lnTo>
                      <a:pt x="1930" y="3239"/>
                    </a:lnTo>
                    <a:lnTo>
                      <a:pt x="1930" y="3380"/>
                    </a:lnTo>
                    <a:lnTo>
                      <a:pt x="2129" y="3343"/>
                    </a:lnTo>
                    <a:lnTo>
                      <a:pt x="2158" y="3295"/>
                    </a:lnTo>
                    <a:lnTo>
                      <a:pt x="2145" y="3228"/>
                    </a:lnTo>
                    <a:lnTo>
                      <a:pt x="2094" y="3191"/>
                    </a:lnTo>
                    <a:lnTo>
                      <a:pt x="2296" y="3239"/>
                    </a:lnTo>
                    <a:lnTo>
                      <a:pt x="2435" y="3228"/>
                    </a:lnTo>
                    <a:lnTo>
                      <a:pt x="2575" y="3178"/>
                    </a:lnTo>
                    <a:lnTo>
                      <a:pt x="2712" y="3065"/>
                    </a:lnTo>
                    <a:lnTo>
                      <a:pt x="2815" y="2967"/>
                    </a:lnTo>
                    <a:lnTo>
                      <a:pt x="2749" y="3076"/>
                    </a:lnTo>
                    <a:lnTo>
                      <a:pt x="2700" y="3166"/>
                    </a:lnTo>
                    <a:lnTo>
                      <a:pt x="2903" y="3191"/>
                    </a:lnTo>
                    <a:lnTo>
                      <a:pt x="3154" y="3203"/>
                    </a:lnTo>
                    <a:lnTo>
                      <a:pt x="3357" y="3154"/>
                    </a:lnTo>
                    <a:lnTo>
                      <a:pt x="3433" y="2855"/>
                    </a:lnTo>
                    <a:lnTo>
                      <a:pt x="3468" y="2855"/>
                    </a:lnTo>
                    <a:lnTo>
                      <a:pt x="3494" y="2890"/>
                    </a:lnTo>
                    <a:lnTo>
                      <a:pt x="3521" y="2991"/>
                    </a:lnTo>
                    <a:lnTo>
                      <a:pt x="3535" y="3076"/>
                    </a:lnTo>
                    <a:lnTo>
                      <a:pt x="4203" y="3039"/>
                    </a:lnTo>
                    <a:lnTo>
                      <a:pt x="4215" y="3116"/>
                    </a:lnTo>
                    <a:lnTo>
                      <a:pt x="4215" y="3178"/>
                    </a:lnTo>
                    <a:lnTo>
                      <a:pt x="4189" y="3254"/>
                    </a:lnTo>
                    <a:lnTo>
                      <a:pt x="4037" y="3265"/>
                    </a:lnTo>
                    <a:lnTo>
                      <a:pt x="3913" y="3343"/>
                    </a:lnTo>
                    <a:lnTo>
                      <a:pt x="3683" y="3390"/>
                    </a:lnTo>
                    <a:lnTo>
                      <a:pt x="3481" y="3380"/>
                    </a:lnTo>
                    <a:lnTo>
                      <a:pt x="3281" y="3441"/>
                    </a:lnTo>
                    <a:lnTo>
                      <a:pt x="3105" y="3481"/>
                    </a:lnTo>
                    <a:lnTo>
                      <a:pt x="2852" y="3492"/>
                    </a:lnTo>
                    <a:lnTo>
                      <a:pt x="2547" y="3457"/>
                    </a:lnTo>
                    <a:lnTo>
                      <a:pt x="2320" y="3481"/>
                    </a:lnTo>
                    <a:lnTo>
                      <a:pt x="2129" y="3542"/>
                    </a:lnTo>
                    <a:lnTo>
                      <a:pt x="1990" y="3620"/>
                    </a:lnTo>
                    <a:lnTo>
                      <a:pt x="1615" y="3516"/>
                    </a:lnTo>
                    <a:lnTo>
                      <a:pt x="681" y="3969"/>
                    </a:lnTo>
                    <a:lnTo>
                      <a:pt x="0" y="3969"/>
                    </a:lnTo>
                    <a:lnTo>
                      <a:pt x="176" y="1723"/>
                    </a:lnTo>
                    <a:lnTo>
                      <a:pt x="328" y="1244"/>
                    </a:lnTo>
                    <a:lnTo>
                      <a:pt x="266" y="1558"/>
                    </a:lnTo>
                    <a:lnTo>
                      <a:pt x="418" y="2059"/>
                    </a:lnTo>
                    <a:lnTo>
                      <a:pt x="418" y="2500"/>
                    </a:lnTo>
                    <a:lnTo>
                      <a:pt x="591" y="2977"/>
                    </a:lnTo>
                    <a:lnTo>
                      <a:pt x="681" y="2977"/>
                    </a:lnTo>
                    <a:lnTo>
                      <a:pt x="907" y="2488"/>
                    </a:lnTo>
                    <a:lnTo>
                      <a:pt x="602" y="1886"/>
                    </a:lnTo>
                    <a:lnTo>
                      <a:pt x="556" y="1697"/>
                    </a:lnTo>
                    <a:lnTo>
                      <a:pt x="528" y="1497"/>
                    </a:lnTo>
                    <a:lnTo>
                      <a:pt x="556" y="1281"/>
                    </a:lnTo>
                    <a:lnTo>
                      <a:pt x="681" y="780"/>
                    </a:lnTo>
                    <a:lnTo>
                      <a:pt x="618" y="729"/>
                    </a:lnTo>
                    <a:lnTo>
                      <a:pt x="577" y="665"/>
                    </a:lnTo>
                    <a:lnTo>
                      <a:pt x="567" y="618"/>
                    </a:lnTo>
                    <a:lnTo>
                      <a:pt x="441" y="905"/>
                    </a:lnTo>
                    <a:lnTo>
                      <a:pt x="540" y="591"/>
                    </a:lnTo>
                    <a:lnTo>
                      <a:pt x="591" y="517"/>
                    </a:lnTo>
                    <a:lnTo>
                      <a:pt x="769" y="317"/>
                    </a:lnTo>
                    <a:lnTo>
                      <a:pt x="943" y="139"/>
                    </a:lnTo>
                    <a:lnTo>
                      <a:pt x="11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3" name="Freeform 117"/>
              <p:cNvSpPr>
                <a:spLocks/>
              </p:cNvSpPr>
              <p:nvPr/>
            </p:nvSpPr>
            <p:spPr bwMode="auto">
              <a:xfrm>
                <a:off x="2020" y="1797"/>
                <a:ext cx="163" cy="265"/>
              </a:xfrm>
              <a:custGeom>
                <a:avLst/>
                <a:gdLst>
                  <a:gd name="T0" fmla="*/ 0 w 1300"/>
                  <a:gd name="T1" fmla="*/ 0 h 2125"/>
                  <a:gd name="T2" fmla="*/ 0 w 1300"/>
                  <a:gd name="T3" fmla="*/ 0 h 2125"/>
                  <a:gd name="T4" fmla="*/ 0 w 1300"/>
                  <a:gd name="T5" fmla="*/ 0 h 2125"/>
                  <a:gd name="T6" fmla="*/ 0 w 1300"/>
                  <a:gd name="T7" fmla="*/ 0 h 2125"/>
                  <a:gd name="T8" fmla="*/ 0 w 1300"/>
                  <a:gd name="T9" fmla="*/ 0 h 2125"/>
                  <a:gd name="T10" fmla="*/ 0 w 1300"/>
                  <a:gd name="T11" fmla="*/ 0 h 2125"/>
                  <a:gd name="T12" fmla="*/ 0 w 1300"/>
                  <a:gd name="T13" fmla="*/ 0 h 2125"/>
                  <a:gd name="T14" fmla="*/ 0 w 1300"/>
                  <a:gd name="T15" fmla="*/ 0 h 2125"/>
                  <a:gd name="T16" fmla="*/ 0 w 1300"/>
                  <a:gd name="T17" fmla="*/ 0 h 2125"/>
                  <a:gd name="T18" fmla="*/ 0 w 1300"/>
                  <a:gd name="T19" fmla="*/ 0 h 2125"/>
                  <a:gd name="T20" fmla="*/ 0 w 1300"/>
                  <a:gd name="T21" fmla="*/ 0 h 2125"/>
                  <a:gd name="T22" fmla="*/ 0 w 1300"/>
                  <a:gd name="T23" fmla="*/ 0 h 2125"/>
                  <a:gd name="T24" fmla="*/ 0 w 1300"/>
                  <a:gd name="T25" fmla="*/ 0 h 2125"/>
                  <a:gd name="T26" fmla="*/ 0 w 1300"/>
                  <a:gd name="T27" fmla="*/ 0 h 2125"/>
                  <a:gd name="T28" fmla="*/ 0 w 1300"/>
                  <a:gd name="T29" fmla="*/ 0 h 2125"/>
                  <a:gd name="T30" fmla="*/ 0 w 1300"/>
                  <a:gd name="T31" fmla="*/ 0 h 2125"/>
                  <a:gd name="T32" fmla="*/ 0 w 1300"/>
                  <a:gd name="T33" fmla="*/ 0 h 2125"/>
                  <a:gd name="T34" fmla="*/ 0 w 1300"/>
                  <a:gd name="T35" fmla="*/ 0 h 2125"/>
                  <a:gd name="T36" fmla="*/ 0 w 1300"/>
                  <a:gd name="T37" fmla="*/ 0 h 2125"/>
                  <a:gd name="T38" fmla="*/ 0 w 1300"/>
                  <a:gd name="T39" fmla="*/ 0 h 2125"/>
                  <a:gd name="T40" fmla="*/ 0 w 1300"/>
                  <a:gd name="T41" fmla="*/ 0 h 2125"/>
                  <a:gd name="T42" fmla="*/ 0 w 1300"/>
                  <a:gd name="T43" fmla="*/ 0 h 2125"/>
                  <a:gd name="T44" fmla="*/ 0 w 1300"/>
                  <a:gd name="T45" fmla="*/ 0 h 2125"/>
                  <a:gd name="T46" fmla="*/ 0 w 1300"/>
                  <a:gd name="T47" fmla="*/ 0 h 2125"/>
                  <a:gd name="T48" fmla="*/ 0 w 1300"/>
                  <a:gd name="T49" fmla="*/ 0 h 2125"/>
                  <a:gd name="T50" fmla="*/ 0 w 1300"/>
                  <a:gd name="T51" fmla="*/ 0 h 2125"/>
                  <a:gd name="T52" fmla="*/ 0 w 1300"/>
                  <a:gd name="T53" fmla="*/ 0 h 2125"/>
                  <a:gd name="T54" fmla="*/ 0 w 1300"/>
                  <a:gd name="T55" fmla="*/ 0 h 2125"/>
                  <a:gd name="T56" fmla="*/ 0 w 1300"/>
                  <a:gd name="T57" fmla="*/ 0 h 2125"/>
                  <a:gd name="T58" fmla="*/ 0 w 1300"/>
                  <a:gd name="T59" fmla="*/ 0 h 2125"/>
                  <a:gd name="T60" fmla="*/ 0 w 1300"/>
                  <a:gd name="T61" fmla="*/ 0 h 2125"/>
                  <a:gd name="T62" fmla="*/ 0 w 1300"/>
                  <a:gd name="T63" fmla="*/ 0 h 2125"/>
                  <a:gd name="T64" fmla="*/ 0 w 1300"/>
                  <a:gd name="T65" fmla="*/ 0 h 2125"/>
                  <a:gd name="T66" fmla="*/ 0 w 1300"/>
                  <a:gd name="T67" fmla="*/ 0 h 2125"/>
                  <a:gd name="T68" fmla="*/ 0 w 1300"/>
                  <a:gd name="T69" fmla="*/ 0 h 2125"/>
                  <a:gd name="T70" fmla="*/ 0 w 1300"/>
                  <a:gd name="T71" fmla="*/ 0 h 2125"/>
                  <a:gd name="T72" fmla="*/ 0 w 1300"/>
                  <a:gd name="T73" fmla="*/ 0 h 2125"/>
                  <a:gd name="T74" fmla="*/ 0 w 1300"/>
                  <a:gd name="T75" fmla="*/ 0 h 2125"/>
                  <a:gd name="T76" fmla="*/ 0 w 1300"/>
                  <a:gd name="T77" fmla="*/ 0 h 2125"/>
                  <a:gd name="T78" fmla="*/ 0 w 1300"/>
                  <a:gd name="T79" fmla="*/ 0 h 212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300"/>
                  <a:gd name="T121" fmla="*/ 0 h 2125"/>
                  <a:gd name="T122" fmla="*/ 1300 w 1300"/>
                  <a:gd name="T123" fmla="*/ 2125 h 212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300" h="2125">
                    <a:moveTo>
                      <a:pt x="0" y="140"/>
                    </a:moveTo>
                    <a:lnTo>
                      <a:pt x="378" y="378"/>
                    </a:lnTo>
                    <a:lnTo>
                      <a:pt x="641" y="829"/>
                    </a:lnTo>
                    <a:lnTo>
                      <a:pt x="641" y="1020"/>
                    </a:lnTo>
                    <a:lnTo>
                      <a:pt x="984" y="1318"/>
                    </a:lnTo>
                    <a:lnTo>
                      <a:pt x="1111" y="1556"/>
                    </a:lnTo>
                    <a:lnTo>
                      <a:pt x="1083" y="967"/>
                    </a:lnTo>
                    <a:lnTo>
                      <a:pt x="1083" y="589"/>
                    </a:lnTo>
                    <a:lnTo>
                      <a:pt x="1111" y="327"/>
                    </a:lnTo>
                    <a:lnTo>
                      <a:pt x="1072" y="266"/>
                    </a:lnTo>
                    <a:lnTo>
                      <a:pt x="984" y="378"/>
                    </a:lnTo>
                    <a:lnTo>
                      <a:pt x="906" y="424"/>
                    </a:lnTo>
                    <a:lnTo>
                      <a:pt x="998" y="327"/>
                    </a:lnTo>
                    <a:lnTo>
                      <a:pt x="1072" y="165"/>
                    </a:lnTo>
                    <a:lnTo>
                      <a:pt x="1160" y="27"/>
                    </a:lnTo>
                    <a:lnTo>
                      <a:pt x="1212" y="0"/>
                    </a:lnTo>
                    <a:lnTo>
                      <a:pt x="1160" y="80"/>
                    </a:lnTo>
                    <a:lnTo>
                      <a:pt x="1224" y="304"/>
                    </a:lnTo>
                    <a:lnTo>
                      <a:pt x="1160" y="304"/>
                    </a:lnTo>
                    <a:lnTo>
                      <a:pt x="1146" y="516"/>
                    </a:lnTo>
                    <a:lnTo>
                      <a:pt x="1184" y="1120"/>
                    </a:lnTo>
                    <a:lnTo>
                      <a:pt x="1247" y="1723"/>
                    </a:lnTo>
                    <a:lnTo>
                      <a:pt x="1300" y="1910"/>
                    </a:lnTo>
                    <a:lnTo>
                      <a:pt x="1035" y="2059"/>
                    </a:lnTo>
                    <a:lnTo>
                      <a:pt x="1146" y="1961"/>
                    </a:lnTo>
                    <a:lnTo>
                      <a:pt x="1095" y="1881"/>
                    </a:lnTo>
                    <a:lnTo>
                      <a:pt x="971" y="1910"/>
                    </a:lnTo>
                    <a:lnTo>
                      <a:pt x="694" y="2099"/>
                    </a:lnTo>
                    <a:lnTo>
                      <a:pt x="606" y="2125"/>
                    </a:lnTo>
                    <a:lnTo>
                      <a:pt x="593" y="2086"/>
                    </a:lnTo>
                    <a:lnTo>
                      <a:pt x="756" y="1934"/>
                    </a:lnTo>
                    <a:lnTo>
                      <a:pt x="1095" y="1821"/>
                    </a:lnTo>
                    <a:lnTo>
                      <a:pt x="1045" y="1685"/>
                    </a:lnTo>
                    <a:lnTo>
                      <a:pt x="1045" y="1547"/>
                    </a:lnTo>
                    <a:lnTo>
                      <a:pt x="998" y="1470"/>
                    </a:lnTo>
                    <a:lnTo>
                      <a:pt x="606" y="1169"/>
                    </a:lnTo>
                    <a:lnTo>
                      <a:pt x="138" y="841"/>
                    </a:lnTo>
                    <a:lnTo>
                      <a:pt x="657" y="1154"/>
                    </a:lnTo>
                    <a:lnTo>
                      <a:pt x="390" y="463"/>
                    </a:lnTo>
                    <a:lnTo>
                      <a:pt x="0" y="1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4" name="Freeform 118"/>
              <p:cNvSpPr>
                <a:spLocks/>
              </p:cNvSpPr>
              <p:nvPr/>
            </p:nvSpPr>
            <p:spPr bwMode="auto">
              <a:xfrm>
                <a:off x="2119" y="2060"/>
                <a:ext cx="26" cy="59"/>
              </a:xfrm>
              <a:custGeom>
                <a:avLst/>
                <a:gdLst>
                  <a:gd name="T0" fmla="*/ 0 w 203"/>
                  <a:gd name="T1" fmla="*/ 0 h 466"/>
                  <a:gd name="T2" fmla="*/ 0 w 203"/>
                  <a:gd name="T3" fmla="*/ 0 h 466"/>
                  <a:gd name="T4" fmla="*/ 0 w 203"/>
                  <a:gd name="T5" fmla="*/ 0 h 466"/>
                  <a:gd name="T6" fmla="*/ 0 w 203"/>
                  <a:gd name="T7" fmla="*/ 0 h 466"/>
                  <a:gd name="T8" fmla="*/ 0 w 203"/>
                  <a:gd name="T9" fmla="*/ 0 h 466"/>
                  <a:gd name="T10" fmla="*/ 0 w 203"/>
                  <a:gd name="T11" fmla="*/ 0 h 466"/>
                  <a:gd name="T12" fmla="*/ 0 w 203"/>
                  <a:gd name="T13" fmla="*/ 0 h 466"/>
                  <a:gd name="T14" fmla="*/ 0 w 203"/>
                  <a:gd name="T15" fmla="*/ 0 h 466"/>
                  <a:gd name="T16" fmla="*/ 0 w 203"/>
                  <a:gd name="T17" fmla="*/ 0 h 4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3"/>
                  <a:gd name="T28" fmla="*/ 0 h 466"/>
                  <a:gd name="T29" fmla="*/ 203 w 203"/>
                  <a:gd name="T30" fmla="*/ 466 h 46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3" h="466">
                    <a:moveTo>
                      <a:pt x="203" y="0"/>
                    </a:moveTo>
                    <a:lnTo>
                      <a:pt x="111" y="51"/>
                    </a:lnTo>
                    <a:lnTo>
                      <a:pt x="0" y="403"/>
                    </a:lnTo>
                    <a:lnTo>
                      <a:pt x="99" y="466"/>
                    </a:lnTo>
                    <a:lnTo>
                      <a:pt x="203" y="378"/>
                    </a:lnTo>
                    <a:lnTo>
                      <a:pt x="203" y="136"/>
                    </a:lnTo>
                    <a:lnTo>
                      <a:pt x="152" y="136"/>
                    </a:lnTo>
                    <a:lnTo>
                      <a:pt x="152" y="76"/>
                    </a:lnTo>
                    <a:lnTo>
                      <a:pt x="20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5" name="Freeform 119"/>
              <p:cNvSpPr>
                <a:spLocks/>
              </p:cNvSpPr>
              <p:nvPr/>
            </p:nvSpPr>
            <p:spPr bwMode="auto">
              <a:xfrm>
                <a:off x="2146" y="2045"/>
                <a:ext cx="63" cy="75"/>
              </a:xfrm>
              <a:custGeom>
                <a:avLst/>
                <a:gdLst>
                  <a:gd name="T0" fmla="*/ 0 w 506"/>
                  <a:gd name="T1" fmla="*/ 0 h 599"/>
                  <a:gd name="T2" fmla="*/ 0 w 506"/>
                  <a:gd name="T3" fmla="*/ 0 h 599"/>
                  <a:gd name="T4" fmla="*/ 0 w 506"/>
                  <a:gd name="T5" fmla="*/ 0 h 599"/>
                  <a:gd name="T6" fmla="*/ 0 w 506"/>
                  <a:gd name="T7" fmla="*/ 0 h 599"/>
                  <a:gd name="T8" fmla="*/ 0 w 506"/>
                  <a:gd name="T9" fmla="*/ 0 h 599"/>
                  <a:gd name="T10" fmla="*/ 0 w 506"/>
                  <a:gd name="T11" fmla="*/ 0 h 599"/>
                  <a:gd name="T12" fmla="*/ 0 w 506"/>
                  <a:gd name="T13" fmla="*/ 0 h 599"/>
                  <a:gd name="T14" fmla="*/ 0 w 506"/>
                  <a:gd name="T15" fmla="*/ 0 h 599"/>
                  <a:gd name="T16" fmla="*/ 0 w 506"/>
                  <a:gd name="T17" fmla="*/ 0 h 599"/>
                  <a:gd name="T18" fmla="*/ 0 w 506"/>
                  <a:gd name="T19" fmla="*/ 0 h 599"/>
                  <a:gd name="T20" fmla="*/ 0 w 506"/>
                  <a:gd name="T21" fmla="*/ 0 h 599"/>
                  <a:gd name="T22" fmla="*/ 0 w 506"/>
                  <a:gd name="T23" fmla="*/ 0 h 599"/>
                  <a:gd name="T24" fmla="*/ 0 w 506"/>
                  <a:gd name="T25" fmla="*/ 0 h 59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6"/>
                  <a:gd name="T40" fmla="*/ 0 h 599"/>
                  <a:gd name="T41" fmla="*/ 506 w 506"/>
                  <a:gd name="T42" fmla="*/ 599 h 59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6" h="599">
                    <a:moveTo>
                      <a:pt x="138" y="162"/>
                    </a:moveTo>
                    <a:lnTo>
                      <a:pt x="317" y="0"/>
                    </a:lnTo>
                    <a:lnTo>
                      <a:pt x="506" y="72"/>
                    </a:lnTo>
                    <a:lnTo>
                      <a:pt x="506" y="173"/>
                    </a:lnTo>
                    <a:lnTo>
                      <a:pt x="391" y="325"/>
                    </a:lnTo>
                    <a:lnTo>
                      <a:pt x="0" y="599"/>
                    </a:lnTo>
                    <a:lnTo>
                      <a:pt x="279" y="364"/>
                    </a:lnTo>
                    <a:lnTo>
                      <a:pt x="317" y="274"/>
                    </a:lnTo>
                    <a:lnTo>
                      <a:pt x="329" y="198"/>
                    </a:lnTo>
                    <a:lnTo>
                      <a:pt x="317" y="138"/>
                    </a:lnTo>
                    <a:lnTo>
                      <a:pt x="279" y="112"/>
                    </a:lnTo>
                    <a:lnTo>
                      <a:pt x="230" y="112"/>
                    </a:lnTo>
                    <a:lnTo>
                      <a:pt x="138" y="16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6" name="Freeform 120"/>
              <p:cNvSpPr>
                <a:spLocks/>
              </p:cNvSpPr>
              <p:nvPr/>
            </p:nvSpPr>
            <p:spPr bwMode="auto">
              <a:xfrm>
                <a:off x="2220" y="2018"/>
                <a:ext cx="389" cy="124"/>
              </a:xfrm>
              <a:custGeom>
                <a:avLst/>
                <a:gdLst>
                  <a:gd name="T0" fmla="*/ 0 w 3106"/>
                  <a:gd name="T1" fmla="*/ 0 h 992"/>
                  <a:gd name="T2" fmla="*/ 0 w 3106"/>
                  <a:gd name="T3" fmla="*/ 0 h 992"/>
                  <a:gd name="T4" fmla="*/ 0 w 3106"/>
                  <a:gd name="T5" fmla="*/ 0 h 992"/>
                  <a:gd name="T6" fmla="*/ 0 w 3106"/>
                  <a:gd name="T7" fmla="*/ 0 h 992"/>
                  <a:gd name="T8" fmla="*/ 0 w 3106"/>
                  <a:gd name="T9" fmla="*/ 0 h 992"/>
                  <a:gd name="T10" fmla="*/ 0 w 3106"/>
                  <a:gd name="T11" fmla="*/ 0 h 992"/>
                  <a:gd name="T12" fmla="*/ 0 w 3106"/>
                  <a:gd name="T13" fmla="*/ 0 h 992"/>
                  <a:gd name="T14" fmla="*/ 0 w 3106"/>
                  <a:gd name="T15" fmla="*/ 0 h 992"/>
                  <a:gd name="T16" fmla="*/ 0 w 3106"/>
                  <a:gd name="T17" fmla="*/ 0 h 992"/>
                  <a:gd name="T18" fmla="*/ 0 w 3106"/>
                  <a:gd name="T19" fmla="*/ 0 h 992"/>
                  <a:gd name="T20" fmla="*/ 0 w 3106"/>
                  <a:gd name="T21" fmla="*/ 0 h 992"/>
                  <a:gd name="T22" fmla="*/ 0 w 3106"/>
                  <a:gd name="T23" fmla="*/ 0 h 992"/>
                  <a:gd name="T24" fmla="*/ 0 w 3106"/>
                  <a:gd name="T25" fmla="*/ 0 h 992"/>
                  <a:gd name="T26" fmla="*/ 0 w 3106"/>
                  <a:gd name="T27" fmla="*/ 0 h 992"/>
                  <a:gd name="T28" fmla="*/ 0 w 3106"/>
                  <a:gd name="T29" fmla="*/ 0 h 992"/>
                  <a:gd name="T30" fmla="*/ 0 w 3106"/>
                  <a:gd name="T31" fmla="*/ 0 h 992"/>
                  <a:gd name="T32" fmla="*/ 0 w 3106"/>
                  <a:gd name="T33" fmla="*/ 0 h 992"/>
                  <a:gd name="T34" fmla="*/ 0 w 3106"/>
                  <a:gd name="T35" fmla="*/ 0 h 992"/>
                  <a:gd name="T36" fmla="*/ 0 w 3106"/>
                  <a:gd name="T37" fmla="*/ 0 h 992"/>
                  <a:gd name="T38" fmla="*/ 0 w 3106"/>
                  <a:gd name="T39" fmla="*/ 0 h 992"/>
                  <a:gd name="T40" fmla="*/ 0 w 3106"/>
                  <a:gd name="T41" fmla="*/ 0 h 992"/>
                  <a:gd name="T42" fmla="*/ 0 w 3106"/>
                  <a:gd name="T43" fmla="*/ 0 h 992"/>
                  <a:gd name="T44" fmla="*/ 0 w 3106"/>
                  <a:gd name="T45" fmla="*/ 0 h 992"/>
                  <a:gd name="T46" fmla="*/ 0 w 3106"/>
                  <a:gd name="T47" fmla="*/ 0 h 992"/>
                  <a:gd name="T48" fmla="*/ 0 w 3106"/>
                  <a:gd name="T49" fmla="*/ 0 h 992"/>
                  <a:gd name="T50" fmla="*/ 0 w 3106"/>
                  <a:gd name="T51" fmla="*/ 0 h 992"/>
                  <a:gd name="T52" fmla="*/ 0 w 3106"/>
                  <a:gd name="T53" fmla="*/ 0 h 992"/>
                  <a:gd name="T54" fmla="*/ 0 w 3106"/>
                  <a:gd name="T55" fmla="*/ 0 h 992"/>
                  <a:gd name="T56" fmla="*/ 0 w 3106"/>
                  <a:gd name="T57" fmla="*/ 0 h 992"/>
                  <a:gd name="T58" fmla="*/ 0 w 3106"/>
                  <a:gd name="T59" fmla="*/ 0 h 992"/>
                  <a:gd name="T60" fmla="*/ 0 w 3106"/>
                  <a:gd name="T61" fmla="*/ 0 h 992"/>
                  <a:gd name="T62" fmla="*/ 0 w 3106"/>
                  <a:gd name="T63" fmla="*/ 0 h 992"/>
                  <a:gd name="T64" fmla="*/ 0 w 3106"/>
                  <a:gd name="T65" fmla="*/ 0 h 992"/>
                  <a:gd name="T66" fmla="*/ 0 w 3106"/>
                  <a:gd name="T67" fmla="*/ 0 h 992"/>
                  <a:gd name="T68" fmla="*/ 0 w 3106"/>
                  <a:gd name="T69" fmla="*/ 0 h 992"/>
                  <a:gd name="T70" fmla="*/ 0 w 3106"/>
                  <a:gd name="T71" fmla="*/ 0 h 992"/>
                  <a:gd name="T72" fmla="*/ 0 w 3106"/>
                  <a:gd name="T73" fmla="*/ 0 h 992"/>
                  <a:gd name="T74" fmla="*/ 0 w 3106"/>
                  <a:gd name="T75" fmla="*/ 0 h 992"/>
                  <a:gd name="T76" fmla="*/ 0 w 3106"/>
                  <a:gd name="T77" fmla="*/ 0 h 992"/>
                  <a:gd name="T78" fmla="*/ 0 w 3106"/>
                  <a:gd name="T79" fmla="*/ 0 h 992"/>
                  <a:gd name="T80" fmla="*/ 0 w 3106"/>
                  <a:gd name="T81" fmla="*/ 0 h 992"/>
                  <a:gd name="T82" fmla="*/ 0 w 3106"/>
                  <a:gd name="T83" fmla="*/ 0 h 992"/>
                  <a:gd name="T84" fmla="*/ 0 w 3106"/>
                  <a:gd name="T85" fmla="*/ 0 h 992"/>
                  <a:gd name="T86" fmla="*/ 0 w 3106"/>
                  <a:gd name="T87" fmla="*/ 0 h 992"/>
                  <a:gd name="T88" fmla="*/ 0 w 3106"/>
                  <a:gd name="T89" fmla="*/ 0 h 99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3106"/>
                  <a:gd name="T136" fmla="*/ 0 h 992"/>
                  <a:gd name="T137" fmla="*/ 3106 w 3106"/>
                  <a:gd name="T138" fmla="*/ 992 h 99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3106" h="992">
                    <a:moveTo>
                      <a:pt x="0" y="215"/>
                    </a:moveTo>
                    <a:lnTo>
                      <a:pt x="430" y="377"/>
                    </a:lnTo>
                    <a:lnTo>
                      <a:pt x="540" y="268"/>
                    </a:lnTo>
                    <a:lnTo>
                      <a:pt x="770" y="268"/>
                    </a:lnTo>
                    <a:lnTo>
                      <a:pt x="896" y="364"/>
                    </a:lnTo>
                    <a:lnTo>
                      <a:pt x="1010" y="327"/>
                    </a:lnTo>
                    <a:lnTo>
                      <a:pt x="1603" y="314"/>
                    </a:lnTo>
                    <a:lnTo>
                      <a:pt x="2017" y="226"/>
                    </a:lnTo>
                    <a:lnTo>
                      <a:pt x="2589" y="0"/>
                    </a:lnTo>
                    <a:lnTo>
                      <a:pt x="2663" y="49"/>
                    </a:lnTo>
                    <a:lnTo>
                      <a:pt x="2676" y="100"/>
                    </a:lnTo>
                    <a:lnTo>
                      <a:pt x="2614" y="162"/>
                    </a:lnTo>
                    <a:lnTo>
                      <a:pt x="2689" y="238"/>
                    </a:lnTo>
                    <a:lnTo>
                      <a:pt x="2713" y="302"/>
                    </a:lnTo>
                    <a:lnTo>
                      <a:pt x="2689" y="377"/>
                    </a:lnTo>
                    <a:lnTo>
                      <a:pt x="3091" y="413"/>
                    </a:lnTo>
                    <a:lnTo>
                      <a:pt x="3106" y="439"/>
                    </a:lnTo>
                    <a:lnTo>
                      <a:pt x="2689" y="461"/>
                    </a:lnTo>
                    <a:lnTo>
                      <a:pt x="2689" y="500"/>
                    </a:lnTo>
                    <a:lnTo>
                      <a:pt x="2713" y="540"/>
                    </a:lnTo>
                    <a:lnTo>
                      <a:pt x="3078" y="553"/>
                    </a:lnTo>
                    <a:lnTo>
                      <a:pt x="3043" y="602"/>
                    </a:lnTo>
                    <a:lnTo>
                      <a:pt x="2737" y="665"/>
                    </a:lnTo>
                    <a:lnTo>
                      <a:pt x="2737" y="715"/>
                    </a:lnTo>
                    <a:lnTo>
                      <a:pt x="2953" y="715"/>
                    </a:lnTo>
                    <a:lnTo>
                      <a:pt x="2977" y="680"/>
                    </a:lnTo>
                    <a:lnTo>
                      <a:pt x="2965" y="740"/>
                    </a:lnTo>
                    <a:lnTo>
                      <a:pt x="2589" y="791"/>
                    </a:lnTo>
                    <a:lnTo>
                      <a:pt x="2160" y="814"/>
                    </a:lnTo>
                    <a:lnTo>
                      <a:pt x="1992" y="814"/>
                    </a:lnTo>
                    <a:lnTo>
                      <a:pt x="1753" y="854"/>
                    </a:lnTo>
                    <a:lnTo>
                      <a:pt x="1676" y="992"/>
                    </a:lnTo>
                    <a:lnTo>
                      <a:pt x="1314" y="992"/>
                    </a:lnTo>
                    <a:lnTo>
                      <a:pt x="1641" y="953"/>
                    </a:lnTo>
                    <a:lnTo>
                      <a:pt x="1692" y="867"/>
                    </a:lnTo>
                    <a:lnTo>
                      <a:pt x="1715" y="752"/>
                    </a:lnTo>
                    <a:lnTo>
                      <a:pt x="1715" y="641"/>
                    </a:lnTo>
                    <a:lnTo>
                      <a:pt x="1676" y="489"/>
                    </a:lnTo>
                    <a:lnTo>
                      <a:pt x="1630" y="364"/>
                    </a:lnTo>
                    <a:lnTo>
                      <a:pt x="1010" y="377"/>
                    </a:lnTo>
                    <a:lnTo>
                      <a:pt x="881" y="401"/>
                    </a:lnTo>
                    <a:lnTo>
                      <a:pt x="669" y="314"/>
                    </a:lnTo>
                    <a:lnTo>
                      <a:pt x="468" y="473"/>
                    </a:lnTo>
                    <a:lnTo>
                      <a:pt x="415" y="401"/>
                    </a:lnTo>
                    <a:lnTo>
                      <a:pt x="0" y="2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7" name="Freeform 121"/>
              <p:cNvSpPr>
                <a:spLocks/>
              </p:cNvSpPr>
              <p:nvPr/>
            </p:nvSpPr>
            <p:spPr bwMode="auto">
              <a:xfrm>
                <a:off x="2328" y="2081"/>
                <a:ext cx="45" cy="18"/>
              </a:xfrm>
              <a:custGeom>
                <a:avLst/>
                <a:gdLst>
                  <a:gd name="T0" fmla="*/ 0 w 366"/>
                  <a:gd name="T1" fmla="*/ 0 h 150"/>
                  <a:gd name="T2" fmla="*/ 0 w 366"/>
                  <a:gd name="T3" fmla="*/ 0 h 150"/>
                  <a:gd name="T4" fmla="*/ 0 w 366"/>
                  <a:gd name="T5" fmla="*/ 0 h 150"/>
                  <a:gd name="T6" fmla="*/ 0 w 366"/>
                  <a:gd name="T7" fmla="*/ 0 h 150"/>
                  <a:gd name="T8" fmla="*/ 0 w 366"/>
                  <a:gd name="T9" fmla="*/ 0 h 150"/>
                  <a:gd name="T10" fmla="*/ 0 w 366"/>
                  <a:gd name="T11" fmla="*/ 0 h 150"/>
                  <a:gd name="T12" fmla="*/ 0 60000 65536"/>
                  <a:gd name="T13" fmla="*/ 0 60000 65536"/>
                  <a:gd name="T14" fmla="*/ 0 60000 65536"/>
                  <a:gd name="T15" fmla="*/ 0 60000 65536"/>
                  <a:gd name="T16" fmla="*/ 0 60000 65536"/>
                  <a:gd name="T17" fmla="*/ 0 60000 65536"/>
                  <a:gd name="T18" fmla="*/ 0 w 366"/>
                  <a:gd name="T19" fmla="*/ 0 h 150"/>
                  <a:gd name="T20" fmla="*/ 366 w 366"/>
                  <a:gd name="T21" fmla="*/ 150 h 150"/>
                </a:gdLst>
                <a:ahLst/>
                <a:cxnLst>
                  <a:cxn ang="T12">
                    <a:pos x="T0" y="T1"/>
                  </a:cxn>
                  <a:cxn ang="T13">
                    <a:pos x="T2" y="T3"/>
                  </a:cxn>
                  <a:cxn ang="T14">
                    <a:pos x="T4" y="T5"/>
                  </a:cxn>
                  <a:cxn ang="T15">
                    <a:pos x="T6" y="T7"/>
                  </a:cxn>
                  <a:cxn ang="T16">
                    <a:pos x="T8" y="T9"/>
                  </a:cxn>
                  <a:cxn ang="T17">
                    <a:pos x="T10" y="T11"/>
                  </a:cxn>
                </a:cxnLst>
                <a:rect l="T18" t="T19" r="T20" b="T21"/>
                <a:pathLst>
                  <a:path w="366" h="150">
                    <a:moveTo>
                      <a:pt x="366" y="114"/>
                    </a:moveTo>
                    <a:lnTo>
                      <a:pt x="200" y="0"/>
                    </a:lnTo>
                    <a:lnTo>
                      <a:pt x="0" y="40"/>
                    </a:lnTo>
                    <a:lnTo>
                      <a:pt x="38" y="93"/>
                    </a:lnTo>
                    <a:lnTo>
                      <a:pt x="302" y="150"/>
                    </a:lnTo>
                    <a:lnTo>
                      <a:pt x="366" y="1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8" name="Freeform 122"/>
              <p:cNvSpPr>
                <a:spLocks/>
              </p:cNvSpPr>
              <p:nvPr/>
            </p:nvSpPr>
            <p:spPr bwMode="auto">
              <a:xfrm>
                <a:off x="2175" y="1770"/>
                <a:ext cx="39" cy="273"/>
              </a:xfrm>
              <a:custGeom>
                <a:avLst/>
                <a:gdLst>
                  <a:gd name="T0" fmla="*/ 0 w 315"/>
                  <a:gd name="T1" fmla="*/ 0 h 2186"/>
                  <a:gd name="T2" fmla="*/ 0 w 315"/>
                  <a:gd name="T3" fmla="*/ 0 h 2186"/>
                  <a:gd name="T4" fmla="*/ 0 w 315"/>
                  <a:gd name="T5" fmla="*/ 0 h 2186"/>
                  <a:gd name="T6" fmla="*/ 0 w 315"/>
                  <a:gd name="T7" fmla="*/ 0 h 2186"/>
                  <a:gd name="T8" fmla="*/ 0 w 315"/>
                  <a:gd name="T9" fmla="*/ 0 h 2186"/>
                  <a:gd name="T10" fmla="*/ 0 w 315"/>
                  <a:gd name="T11" fmla="*/ 0 h 2186"/>
                  <a:gd name="T12" fmla="*/ 0 w 315"/>
                  <a:gd name="T13" fmla="*/ 0 h 2186"/>
                  <a:gd name="T14" fmla="*/ 0 w 315"/>
                  <a:gd name="T15" fmla="*/ 0 h 2186"/>
                  <a:gd name="T16" fmla="*/ 0 w 315"/>
                  <a:gd name="T17" fmla="*/ 0 h 2186"/>
                  <a:gd name="T18" fmla="*/ 0 w 315"/>
                  <a:gd name="T19" fmla="*/ 0 h 2186"/>
                  <a:gd name="T20" fmla="*/ 0 w 315"/>
                  <a:gd name="T21" fmla="*/ 0 h 2186"/>
                  <a:gd name="T22" fmla="*/ 0 w 315"/>
                  <a:gd name="T23" fmla="*/ 0 h 2186"/>
                  <a:gd name="T24" fmla="*/ 0 w 315"/>
                  <a:gd name="T25" fmla="*/ 0 h 2186"/>
                  <a:gd name="T26" fmla="*/ 0 w 315"/>
                  <a:gd name="T27" fmla="*/ 0 h 2186"/>
                  <a:gd name="T28" fmla="*/ 0 w 315"/>
                  <a:gd name="T29" fmla="*/ 0 h 2186"/>
                  <a:gd name="T30" fmla="*/ 0 w 315"/>
                  <a:gd name="T31" fmla="*/ 0 h 2186"/>
                  <a:gd name="T32" fmla="*/ 0 w 315"/>
                  <a:gd name="T33" fmla="*/ 0 h 2186"/>
                  <a:gd name="T34" fmla="*/ 0 w 315"/>
                  <a:gd name="T35" fmla="*/ 0 h 2186"/>
                  <a:gd name="T36" fmla="*/ 0 w 315"/>
                  <a:gd name="T37" fmla="*/ 0 h 2186"/>
                  <a:gd name="T38" fmla="*/ 0 w 315"/>
                  <a:gd name="T39" fmla="*/ 0 h 2186"/>
                  <a:gd name="T40" fmla="*/ 0 w 315"/>
                  <a:gd name="T41" fmla="*/ 0 h 2186"/>
                  <a:gd name="T42" fmla="*/ 0 w 315"/>
                  <a:gd name="T43" fmla="*/ 0 h 2186"/>
                  <a:gd name="T44" fmla="*/ 0 w 315"/>
                  <a:gd name="T45" fmla="*/ 0 h 2186"/>
                  <a:gd name="T46" fmla="*/ 0 w 315"/>
                  <a:gd name="T47" fmla="*/ 0 h 218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15"/>
                  <a:gd name="T73" fmla="*/ 0 h 2186"/>
                  <a:gd name="T74" fmla="*/ 315 w 315"/>
                  <a:gd name="T75" fmla="*/ 2186 h 218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15" h="2186">
                    <a:moveTo>
                      <a:pt x="175" y="2133"/>
                    </a:moveTo>
                    <a:lnTo>
                      <a:pt x="214" y="2085"/>
                    </a:lnTo>
                    <a:lnTo>
                      <a:pt x="214" y="1958"/>
                    </a:lnTo>
                    <a:lnTo>
                      <a:pt x="124" y="1633"/>
                    </a:lnTo>
                    <a:lnTo>
                      <a:pt x="62" y="1180"/>
                    </a:lnTo>
                    <a:lnTo>
                      <a:pt x="49" y="796"/>
                    </a:lnTo>
                    <a:lnTo>
                      <a:pt x="21" y="540"/>
                    </a:lnTo>
                    <a:lnTo>
                      <a:pt x="49" y="466"/>
                    </a:lnTo>
                    <a:lnTo>
                      <a:pt x="49" y="325"/>
                    </a:lnTo>
                    <a:lnTo>
                      <a:pt x="0" y="213"/>
                    </a:lnTo>
                    <a:lnTo>
                      <a:pt x="73" y="277"/>
                    </a:lnTo>
                    <a:lnTo>
                      <a:pt x="99" y="213"/>
                    </a:lnTo>
                    <a:lnTo>
                      <a:pt x="111" y="127"/>
                    </a:lnTo>
                    <a:lnTo>
                      <a:pt x="111" y="0"/>
                    </a:lnTo>
                    <a:lnTo>
                      <a:pt x="124" y="104"/>
                    </a:lnTo>
                    <a:lnTo>
                      <a:pt x="136" y="213"/>
                    </a:lnTo>
                    <a:lnTo>
                      <a:pt x="111" y="341"/>
                    </a:lnTo>
                    <a:lnTo>
                      <a:pt x="73" y="466"/>
                    </a:lnTo>
                    <a:lnTo>
                      <a:pt x="49" y="551"/>
                    </a:lnTo>
                    <a:lnTo>
                      <a:pt x="111" y="1292"/>
                    </a:lnTo>
                    <a:lnTo>
                      <a:pt x="185" y="1732"/>
                    </a:lnTo>
                    <a:lnTo>
                      <a:pt x="262" y="1958"/>
                    </a:lnTo>
                    <a:lnTo>
                      <a:pt x="315" y="2186"/>
                    </a:lnTo>
                    <a:lnTo>
                      <a:pt x="175" y="21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9" name="Freeform 123"/>
              <p:cNvSpPr>
                <a:spLocks/>
              </p:cNvSpPr>
              <p:nvPr/>
            </p:nvSpPr>
            <p:spPr bwMode="auto">
              <a:xfrm>
                <a:off x="2215" y="1750"/>
                <a:ext cx="217" cy="307"/>
              </a:xfrm>
              <a:custGeom>
                <a:avLst/>
                <a:gdLst>
                  <a:gd name="T0" fmla="*/ 0 w 1731"/>
                  <a:gd name="T1" fmla="*/ 0 h 2462"/>
                  <a:gd name="T2" fmla="*/ 0 w 1731"/>
                  <a:gd name="T3" fmla="*/ 0 h 2462"/>
                  <a:gd name="T4" fmla="*/ 0 w 1731"/>
                  <a:gd name="T5" fmla="*/ 0 h 2462"/>
                  <a:gd name="T6" fmla="*/ 0 w 1731"/>
                  <a:gd name="T7" fmla="*/ 0 h 2462"/>
                  <a:gd name="T8" fmla="*/ 0 w 1731"/>
                  <a:gd name="T9" fmla="*/ 0 h 2462"/>
                  <a:gd name="T10" fmla="*/ 0 w 1731"/>
                  <a:gd name="T11" fmla="*/ 0 h 2462"/>
                  <a:gd name="T12" fmla="*/ 0 w 1731"/>
                  <a:gd name="T13" fmla="*/ 0 h 2462"/>
                  <a:gd name="T14" fmla="*/ 0 w 1731"/>
                  <a:gd name="T15" fmla="*/ 0 h 2462"/>
                  <a:gd name="T16" fmla="*/ 0 w 1731"/>
                  <a:gd name="T17" fmla="*/ 0 h 2462"/>
                  <a:gd name="T18" fmla="*/ 0 w 1731"/>
                  <a:gd name="T19" fmla="*/ 0 h 2462"/>
                  <a:gd name="T20" fmla="*/ 0 w 1731"/>
                  <a:gd name="T21" fmla="*/ 0 h 2462"/>
                  <a:gd name="T22" fmla="*/ 0 w 1731"/>
                  <a:gd name="T23" fmla="*/ 0 h 2462"/>
                  <a:gd name="T24" fmla="*/ 0 w 1731"/>
                  <a:gd name="T25" fmla="*/ 0 h 2462"/>
                  <a:gd name="T26" fmla="*/ 0 w 1731"/>
                  <a:gd name="T27" fmla="*/ 0 h 2462"/>
                  <a:gd name="T28" fmla="*/ 0 w 1731"/>
                  <a:gd name="T29" fmla="*/ 0 h 2462"/>
                  <a:gd name="T30" fmla="*/ 0 w 1731"/>
                  <a:gd name="T31" fmla="*/ 0 h 2462"/>
                  <a:gd name="T32" fmla="*/ 0 w 1731"/>
                  <a:gd name="T33" fmla="*/ 0 h 2462"/>
                  <a:gd name="T34" fmla="*/ 0 w 1731"/>
                  <a:gd name="T35" fmla="*/ 0 h 2462"/>
                  <a:gd name="T36" fmla="*/ 0 w 1731"/>
                  <a:gd name="T37" fmla="*/ 0 h 2462"/>
                  <a:gd name="T38" fmla="*/ 0 w 1731"/>
                  <a:gd name="T39" fmla="*/ 0 h 2462"/>
                  <a:gd name="T40" fmla="*/ 0 w 1731"/>
                  <a:gd name="T41" fmla="*/ 0 h 2462"/>
                  <a:gd name="T42" fmla="*/ 0 w 1731"/>
                  <a:gd name="T43" fmla="*/ 0 h 2462"/>
                  <a:gd name="T44" fmla="*/ 0 w 1731"/>
                  <a:gd name="T45" fmla="*/ 0 h 2462"/>
                  <a:gd name="T46" fmla="*/ 0 w 1731"/>
                  <a:gd name="T47" fmla="*/ 0 h 2462"/>
                  <a:gd name="T48" fmla="*/ 0 w 1731"/>
                  <a:gd name="T49" fmla="*/ 0 h 2462"/>
                  <a:gd name="T50" fmla="*/ 0 w 1731"/>
                  <a:gd name="T51" fmla="*/ 0 h 2462"/>
                  <a:gd name="T52" fmla="*/ 0 w 1731"/>
                  <a:gd name="T53" fmla="*/ 0 h 2462"/>
                  <a:gd name="T54" fmla="*/ 0 w 1731"/>
                  <a:gd name="T55" fmla="*/ 0 h 2462"/>
                  <a:gd name="T56" fmla="*/ 0 w 1731"/>
                  <a:gd name="T57" fmla="*/ 0 h 2462"/>
                  <a:gd name="T58" fmla="*/ 0 w 1731"/>
                  <a:gd name="T59" fmla="*/ 0 h 2462"/>
                  <a:gd name="T60" fmla="*/ 0 w 1731"/>
                  <a:gd name="T61" fmla="*/ 0 h 2462"/>
                  <a:gd name="T62" fmla="*/ 0 w 1731"/>
                  <a:gd name="T63" fmla="*/ 0 h 2462"/>
                  <a:gd name="T64" fmla="*/ 0 w 1731"/>
                  <a:gd name="T65" fmla="*/ 0 h 2462"/>
                  <a:gd name="T66" fmla="*/ 0 w 1731"/>
                  <a:gd name="T67" fmla="*/ 0 h 2462"/>
                  <a:gd name="T68" fmla="*/ 0 w 1731"/>
                  <a:gd name="T69" fmla="*/ 0 h 2462"/>
                  <a:gd name="T70" fmla="*/ 0 w 1731"/>
                  <a:gd name="T71" fmla="*/ 0 h 2462"/>
                  <a:gd name="T72" fmla="*/ 0 w 1731"/>
                  <a:gd name="T73" fmla="*/ 0 h 2462"/>
                  <a:gd name="T74" fmla="*/ 0 w 1731"/>
                  <a:gd name="T75" fmla="*/ 0 h 2462"/>
                  <a:gd name="T76" fmla="*/ 0 w 1731"/>
                  <a:gd name="T77" fmla="*/ 0 h 2462"/>
                  <a:gd name="T78" fmla="*/ 0 w 1731"/>
                  <a:gd name="T79" fmla="*/ 0 h 2462"/>
                  <a:gd name="T80" fmla="*/ 0 w 1731"/>
                  <a:gd name="T81" fmla="*/ 0 h 2462"/>
                  <a:gd name="T82" fmla="*/ 0 w 1731"/>
                  <a:gd name="T83" fmla="*/ 0 h 2462"/>
                  <a:gd name="T84" fmla="*/ 0 w 1731"/>
                  <a:gd name="T85" fmla="*/ 0 h 2462"/>
                  <a:gd name="T86" fmla="*/ 0 w 1731"/>
                  <a:gd name="T87" fmla="*/ 0 h 2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31"/>
                  <a:gd name="T133" fmla="*/ 0 h 2462"/>
                  <a:gd name="T134" fmla="*/ 1731 w 1731"/>
                  <a:gd name="T135" fmla="*/ 2462 h 2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31" h="2462">
                    <a:moveTo>
                      <a:pt x="152" y="0"/>
                    </a:moveTo>
                    <a:lnTo>
                      <a:pt x="379" y="203"/>
                    </a:lnTo>
                    <a:lnTo>
                      <a:pt x="440" y="376"/>
                    </a:lnTo>
                    <a:lnTo>
                      <a:pt x="480" y="541"/>
                    </a:lnTo>
                    <a:lnTo>
                      <a:pt x="480" y="800"/>
                    </a:lnTo>
                    <a:lnTo>
                      <a:pt x="368" y="1646"/>
                    </a:lnTo>
                    <a:lnTo>
                      <a:pt x="267" y="1747"/>
                    </a:lnTo>
                    <a:lnTo>
                      <a:pt x="0" y="1784"/>
                    </a:lnTo>
                    <a:lnTo>
                      <a:pt x="368" y="1772"/>
                    </a:lnTo>
                    <a:lnTo>
                      <a:pt x="254" y="2450"/>
                    </a:lnTo>
                    <a:lnTo>
                      <a:pt x="278" y="2462"/>
                    </a:lnTo>
                    <a:lnTo>
                      <a:pt x="406" y="1881"/>
                    </a:lnTo>
                    <a:lnTo>
                      <a:pt x="883" y="2273"/>
                    </a:lnTo>
                    <a:lnTo>
                      <a:pt x="996" y="2273"/>
                    </a:lnTo>
                    <a:lnTo>
                      <a:pt x="1174" y="2185"/>
                    </a:lnTo>
                    <a:lnTo>
                      <a:pt x="1363" y="2035"/>
                    </a:lnTo>
                    <a:lnTo>
                      <a:pt x="1500" y="1895"/>
                    </a:lnTo>
                    <a:lnTo>
                      <a:pt x="1603" y="1759"/>
                    </a:lnTo>
                    <a:lnTo>
                      <a:pt x="1462" y="1881"/>
                    </a:lnTo>
                    <a:lnTo>
                      <a:pt x="1363" y="1809"/>
                    </a:lnTo>
                    <a:lnTo>
                      <a:pt x="1480" y="1734"/>
                    </a:lnTo>
                    <a:lnTo>
                      <a:pt x="1238" y="1809"/>
                    </a:lnTo>
                    <a:lnTo>
                      <a:pt x="950" y="1846"/>
                    </a:lnTo>
                    <a:lnTo>
                      <a:pt x="669" y="1846"/>
                    </a:lnTo>
                    <a:lnTo>
                      <a:pt x="555" y="1846"/>
                    </a:lnTo>
                    <a:lnTo>
                      <a:pt x="469" y="1784"/>
                    </a:lnTo>
                    <a:lnTo>
                      <a:pt x="647" y="1708"/>
                    </a:lnTo>
                    <a:lnTo>
                      <a:pt x="1012" y="1708"/>
                    </a:lnTo>
                    <a:lnTo>
                      <a:pt x="1300" y="1545"/>
                    </a:lnTo>
                    <a:lnTo>
                      <a:pt x="1012" y="1631"/>
                    </a:lnTo>
                    <a:lnTo>
                      <a:pt x="647" y="1631"/>
                    </a:lnTo>
                    <a:lnTo>
                      <a:pt x="440" y="1685"/>
                    </a:lnTo>
                    <a:lnTo>
                      <a:pt x="440" y="1496"/>
                    </a:lnTo>
                    <a:lnTo>
                      <a:pt x="987" y="1409"/>
                    </a:lnTo>
                    <a:lnTo>
                      <a:pt x="781" y="892"/>
                    </a:lnTo>
                    <a:lnTo>
                      <a:pt x="555" y="592"/>
                    </a:lnTo>
                    <a:lnTo>
                      <a:pt x="555" y="415"/>
                    </a:lnTo>
                    <a:lnTo>
                      <a:pt x="1570" y="1444"/>
                    </a:lnTo>
                    <a:lnTo>
                      <a:pt x="1731" y="1519"/>
                    </a:lnTo>
                    <a:lnTo>
                      <a:pt x="1642" y="1332"/>
                    </a:lnTo>
                    <a:lnTo>
                      <a:pt x="733" y="477"/>
                    </a:lnTo>
                    <a:lnTo>
                      <a:pt x="620" y="267"/>
                    </a:lnTo>
                    <a:lnTo>
                      <a:pt x="304" y="51"/>
                    </a:lnTo>
                    <a:lnTo>
                      <a:pt x="15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0" name="Freeform 124"/>
              <p:cNvSpPr>
                <a:spLocks/>
              </p:cNvSpPr>
              <p:nvPr/>
            </p:nvSpPr>
            <p:spPr bwMode="auto">
              <a:xfrm>
                <a:off x="2345" y="1986"/>
                <a:ext cx="98" cy="73"/>
              </a:xfrm>
              <a:custGeom>
                <a:avLst/>
                <a:gdLst>
                  <a:gd name="T0" fmla="*/ 0 w 783"/>
                  <a:gd name="T1" fmla="*/ 0 h 580"/>
                  <a:gd name="T2" fmla="*/ 0 w 783"/>
                  <a:gd name="T3" fmla="*/ 0 h 580"/>
                  <a:gd name="T4" fmla="*/ 0 w 783"/>
                  <a:gd name="T5" fmla="*/ 0 h 580"/>
                  <a:gd name="T6" fmla="*/ 0 w 783"/>
                  <a:gd name="T7" fmla="*/ 0 h 580"/>
                  <a:gd name="T8" fmla="*/ 0 w 783"/>
                  <a:gd name="T9" fmla="*/ 0 h 580"/>
                  <a:gd name="T10" fmla="*/ 0 w 783"/>
                  <a:gd name="T11" fmla="*/ 0 h 580"/>
                  <a:gd name="T12" fmla="*/ 0 w 783"/>
                  <a:gd name="T13" fmla="*/ 0 h 580"/>
                  <a:gd name="T14" fmla="*/ 0 w 783"/>
                  <a:gd name="T15" fmla="*/ 0 h 580"/>
                  <a:gd name="T16" fmla="*/ 0 w 783"/>
                  <a:gd name="T17" fmla="*/ 0 h 580"/>
                  <a:gd name="T18" fmla="*/ 0 w 783"/>
                  <a:gd name="T19" fmla="*/ 0 h 5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83"/>
                  <a:gd name="T31" fmla="*/ 0 h 580"/>
                  <a:gd name="T32" fmla="*/ 783 w 783"/>
                  <a:gd name="T33" fmla="*/ 580 h 5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83" h="580">
                    <a:moveTo>
                      <a:pt x="0" y="442"/>
                    </a:moveTo>
                    <a:lnTo>
                      <a:pt x="317" y="378"/>
                    </a:lnTo>
                    <a:lnTo>
                      <a:pt x="670" y="580"/>
                    </a:lnTo>
                    <a:lnTo>
                      <a:pt x="783" y="540"/>
                    </a:lnTo>
                    <a:lnTo>
                      <a:pt x="504" y="378"/>
                    </a:lnTo>
                    <a:lnTo>
                      <a:pt x="619" y="166"/>
                    </a:lnTo>
                    <a:lnTo>
                      <a:pt x="619" y="0"/>
                    </a:lnTo>
                    <a:lnTo>
                      <a:pt x="402" y="265"/>
                    </a:lnTo>
                    <a:lnTo>
                      <a:pt x="216" y="362"/>
                    </a:lnTo>
                    <a:lnTo>
                      <a:pt x="0" y="4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1" name="Freeform 125"/>
              <p:cNvSpPr>
                <a:spLocks/>
              </p:cNvSpPr>
              <p:nvPr/>
            </p:nvSpPr>
            <p:spPr bwMode="auto">
              <a:xfrm>
                <a:off x="2416" y="1935"/>
                <a:ext cx="123" cy="88"/>
              </a:xfrm>
              <a:custGeom>
                <a:avLst/>
                <a:gdLst>
                  <a:gd name="T0" fmla="*/ 0 w 984"/>
                  <a:gd name="T1" fmla="*/ 0 h 703"/>
                  <a:gd name="T2" fmla="*/ 0 w 984"/>
                  <a:gd name="T3" fmla="*/ 0 h 703"/>
                  <a:gd name="T4" fmla="*/ 0 w 984"/>
                  <a:gd name="T5" fmla="*/ 0 h 703"/>
                  <a:gd name="T6" fmla="*/ 0 w 984"/>
                  <a:gd name="T7" fmla="*/ 0 h 703"/>
                  <a:gd name="T8" fmla="*/ 0 w 984"/>
                  <a:gd name="T9" fmla="*/ 0 h 703"/>
                  <a:gd name="T10" fmla="*/ 0 w 984"/>
                  <a:gd name="T11" fmla="*/ 0 h 703"/>
                  <a:gd name="T12" fmla="*/ 0 w 984"/>
                  <a:gd name="T13" fmla="*/ 0 h 703"/>
                  <a:gd name="T14" fmla="*/ 0 w 984"/>
                  <a:gd name="T15" fmla="*/ 0 h 703"/>
                  <a:gd name="T16" fmla="*/ 0 w 984"/>
                  <a:gd name="T17" fmla="*/ 0 h 703"/>
                  <a:gd name="T18" fmla="*/ 0 w 984"/>
                  <a:gd name="T19" fmla="*/ 0 h 703"/>
                  <a:gd name="T20" fmla="*/ 0 w 984"/>
                  <a:gd name="T21" fmla="*/ 0 h 703"/>
                  <a:gd name="T22" fmla="*/ 0 w 984"/>
                  <a:gd name="T23" fmla="*/ 0 h 703"/>
                  <a:gd name="T24" fmla="*/ 0 w 984"/>
                  <a:gd name="T25" fmla="*/ 0 h 703"/>
                  <a:gd name="T26" fmla="*/ 0 w 984"/>
                  <a:gd name="T27" fmla="*/ 0 h 703"/>
                  <a:gd name="T28" fmla="*/ 0 w 984"/>
                  <a:gd name="T29" fmla="*/ 0 h 70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84"/>
                  <a:gd name="T46" fmla="*/ 0 h 703"/>
                  <a:gd name="T47" fmla="*/ 984 w 984"/>
                  <a:gd name="T48" fmla="*/ 703 h 70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84" h="703">
                    <a:moveTo>
                      <a:pt x="189" y="314"/>
                    </a:moveTo>
                    <a:lnTo>
                      <a:pt x="367" y="212"/>
                    </a:lnTo>
                    <a:lnTo>
                      <a:pt x="744" y="364"/>
                    </a:lnTo>
                    <a:lnTo>
                      <a:pt x="744" y="500"/>
                    </a:lnTo>
                    <a:lnTo>
                      <a:pt x="442" y="579"/>
                    </a:lnTo>
                    <a:lnTo>
                      <a:pt x="809" y="567"/>
                    </a:lnTo>
                    <a:lnTo>
                      <a:pt x="984" y="703"/>
                    </a:lnTo>
                    <a:lnTo>
                      <a:pt x="870" y="450"/>
                    </a:lnTo>
                    <a:lnTo>
                      <a:pt x="707" y="265"/>
                    </a:lnTo>
                    <a:lnTo>
                      <a:pt x="343" y="164"/>
                    </a:lnTo>
                    <a:lnTo>
                      <a:pt x="202" y="0"/>
                    </a:lnTo>
                    <a:lnTo>
                      <a:pt x="0" y="164"/>
                    </a:lnTo>
                    <a:lnTo>
                      <a:pt x="178" y="63"/>
                    </a:lnTo>
                    <a:lnTo>
                      <a:pt x="239" y="149"/>
                    </a:lnTo>
                    <a:lnTo>
                      <a:pt x="189" y="3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2" name="Freeform 126"/>
              <p:cNvSpPr>
                <a:spLocks/>
              </p:cNvSpPr>
              <p:nvPr/>
            </p:nvSpPr>
            <p:spPr bwMode="auto">
              <a:xfrm>
                <a:off x="2547" y="2016"/>
                <a:ext cx="73" cy="52"/>
              </a:xfrm>
              <a:custGeom>
                <a:avLst/>
                <a:gdLst>
                  <a:gd name="T0" fmla="*/ 0 w 581"/>
                  <a:gd name="T1" fmla="*/ 0 h 415"/>
                  <a:gd name="T2" fmla="*/ 0 w 581"/>
                  <a:gd name="T3" fmla="*/ 0 h 415"/>
                  <a:gd name="T4" fmla="*/ 0 w 581"/>
                  <a:gd name="T5" fmla="*/ 0 h 415"/>
                  <a:gd name="T6" fmla="*/ 0 w 581"/>
                  <a:gd name="T7" fmla="*/ 0 h 415"/>
                  <a:gd name="T8" fmla="*/ 0 w 581"/>
                  <a:gd name="T9" fmla="*/ 0 h 415"/>
                  <a:gd name="T10" fmla="*/ 0 w 581"/>
                  <a:gd name="T11" fmla="*/ 0 h 415"/>
                  <a:gd name="T12" fmla="*/ 0 w 581"/>
                  <a:gd name="T13" fmla="*/ 0 h 415"/>
                  <a:gd name="T14" fmla="*/ 0 w 581"/>
                  <a:gd name="T15" fmla="*/ 0 h 415"/>
                  <a:gd name="T16" fmla="*/ 0 w 581"/>
                  <a:gd name="T17" fmla="*/ 0 h 415"/>
                  <a:gd name="T18" fmla="*/ 0 w 581"/>
                  <a:gd name="T19" fmla="*/ 0 h 415"/>
                  <a:gd name="T20" fmla="*/ 0 w 581"/>
                  <a:gd name="T21" fmla="*/ 0 h 415"/>
                  <a:gd name="T22" fmla="*/ 0 w 581"/>
                  <a:gd name="T23" fmla="*/ 0 h 415"/>
                  <a:gd name="T24" fmla="*/ 0 w 581"/>
                  <a:gd name="T25" fmla="*/ 0 h 415"/>
                  <a:gd name="T26" fmla="*/ 0 w 581"/>
                  <a:gd name="T27" fmla="*/ 0 h 415"/>
                  <a:gd name="T28" fmla="*/ 0 w 581"/>
                  <a:gd name="T29" fmla="*/ 0 h 41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81"/>
                  <a:gd name="T46" fmla="*/ 0 h 415"/>
                  <a:gd name="T47" fmla="*/ 581 w 581"/>
                  <a:gd name="T48" fmla="*/ 415 h 41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81" h="415">
                    <a:moveTo>
                      <a:pt x="22" y="0"/>
                    </a:moveTo>
                    <a:lnTo>
                      <a:pt x="464" y="37"/>
                    </a:lnTo>
                    <a:lnTo>
                      <a:pt x="581" y="240"/>
                    </a:lnTo>
                    <a:lnTo>
                      <a:pt x="581" y="288"/>
                    </a:lnTo>
                    <a:lnTo>
                      <a:pt x="492" y="316"/>
                    </a:lnTo>
                    <a:lnTo>
                      <a:pt x="363" y="240"/>
                    </a:lnTo>
                    <a:lnTo>
                      <a:pt x="187" y="240"/>
                    </a:lnTo>
                    <a:lnTo>
                      <a:pt x="477" y="351"/>
                    </a:lnTo>
                    <a:lnTo>
                      <a:pt x="492" y="415"/>
                    </a:lnTo>
                    <a:lnTo>
                      <a:pt x="453" y="367"/>
                    </a:lnTo>
                    <a:lnTo>
                      <a:pt x="22" y="229"/>
                    </a:lnTo>
                    <a:lnTo>
                      <a:pt x="0" y="192"/>
                    </a:lnTo>
                    <a:lnTo>
                      <a:pt x="464" y="176"/>
                    </a:lnTo>
                    <a:lnTo>
                      <a:pt x="453" y="75"/>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3" name="Freeform 127"/>
              <p:cNvSpPr>
                <a:spLocks/>
              </p:cNvSpPr>
              <p:nvPr/>
            </p:nvSpPr>
            <p:spPr bwMode="auto">
              <a:xfrm>
                <a:off x="2583" y="2062"/>
                <a:ext cx="29" cy="44"/>
              </a:xfrm>
              <a:custGeom>
                <a:avLst/>
                <a:gdLst>
                  <a:gd name="T0" fmla="*/ 0 w 228"/>
                  <a:gd name="T1" fmla="*/ 0 h 352"/>
                  <a:gd name="T2" fmla="*/ 0 w 228"/>
                  <a:gd name="T3" fmla="*/ 0 h 352"/>
                  <a:gd name="T4" fmla="*/ 0 w 228"/>
                  <a:gd name="T5" fmla="*/ 0 h 352"/>
                  <a:gd name="T6" fmla="*/ 0 w 228"/>
                  <a:gd name="T7" fmla="*/ 0 h 352"/>
                  <a:gd name="T8" fmla="*/ 0 w 228"/>
                  <a:gd name="T9" fmla="*/ 0 h 352"/>
                  <a:gd name="T10" fmla="*/ 0 w 228"/>
                  <a:gd name="T11" fmla="*/ 0 h 352"/>
                  <a:gd name="T12" fmla="*/ 0 w 228"/>
                  <a:gd name="T13" fmla="*/ 0 h 352"/>
                  <a:gd name="T14" fmla="*/ 0 w 228"/>
                  <a:gd name="T15" fmla="*/ 0 h 352"/>
                  <a:gd name="T16" fmla="*/ 0 w 228"/>
                  <a:gd name="T17" fmla="*/ 0 h 352"/>
                  <a:gd name="T18" fmla="*/ 0 w 228"/>
                  <a:gd name="T19" fmla="*/ 0 h 35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8"/>
                  <a:gd name="T31" fmla="*/ 0 h 352"/>
                  <a:gd name="T32" fmla="*/ 228 w 228"/>
                  <a:gd name="T33" fmla="*/ 352 h 35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8" h="352">
                    <a:moveTo>
                      <a:pt x="186" y="99"/>
                    </a:moveTo>
                    <a:lnTo>
                      <a:pt x="186" y="163"/>
                    </a:lnTo>
                    <a:lnTo>
                      <a:pt x="96" y="210"/>
                    </a:lnTo>
                    <a:lnTo>
                      <a:pt x="0" y="275"/>
                    </a:lnTo>
                    <a:lnTo>
                      <a:pt x="72" y="352"/>
                    </a:lnTo>
                    <a:lnTo>
                      <a:pt x="125" y="249"/>
                    </a:lnTo>
                    <a:lnTo>
                      <a:pt x="228" y="187"/>
                    </a:lnTo>
                    <a:lnTo>
                      <a:pt x="228" y="74"/>
                    </a:lnTo>
                    <a:lnTo>
                      <a:pt x="186" y="0"/>
                    </a:lnTo>
                    <a:lnTo>
                      <a:pt x="186" y="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4" name="Freeform 128"/>
              <p:cNvSpPr>
                <a:spLocks/>
              </p:cNvSpPr>
              <p:nvPr/>
            </p:nvSpPr>
            <p:spPr bwMode="auto">
              <a:xfrm>
                <a:off x="2592" y="2043"/>
                <a:ext cx="46" cy="65"/>
              </a:xfrm>
              <a:custGeom>
                <a:avLst/>
                <a:gdLst>
                  <a:gd name="T0" fmla="*/ 0 w 369"/>
                  <a:gd name="T1" fmla="*/ 0 h 514"/>
                  <a:gd name="T2" fmla="*/ 0 w 369"/>
                  <a:gd name="T3" fmla="*/ 0 h 514"/>
                  <a:gd name="T4" fmla="*/ 0 w 369"/>
                  <a:gd name="T5" fmla="*/ 0 h 514"/>
                  <a:gd name="T6" fmla="*/ 0 w 369"/>
                  <a:gd name="T7" fmla="*/ 0 h 514"/>
                  <a:gd name="T8" fmla="*/ 0 w 369"/>
                  <a:gd name="T9" fmla="*/ 0 h 514"/>
                  <a:gd name="T10" fmla="*/ 0 60000 65536"/>
                  <a:gd name="T11" fmla="*/ 0 60000 65536"/>
                  <a:gd name="T12" fmla="*/ 0 60000 65536"/>
                  <a:gd name="T13" fmla="*/ 0 60000 65536"/>
                  <a:gd name="T14" fmla="*/ 0 60000 65536"/>
                  <a:gd name="T15" fmla="*/ 0 w 369"/>
                  <a:gd name="T16" fmla="*/ 0 h 514"/>
                  <a:gd name="T17" fmla="*/ 369 w 369"/>
                  <a:gd name="T18" fmla="*/ 514 h 514"/>
                </a:gdLst>
                <a:ahLst/>
                <a:cxnLst>
                  <a:cxn ang="T10">
                    <a:pos x="T0" y="T1"/>
                  </a:cxn>
                  <a:cxn ang="T11">
                    <a:pos x="T2" y="T3"/>
                  </a:cxn>
                  <a:cxn ang="T12">
                    <a:pos x="T4" y="T5"/>
                  </a:cxn>
                  <a:cxn ang="T13">
                    <a:pos x="T6" y="T7"/>
                  </a:cxn>
                  <a:cxn ang="T14">
                    <a:pos x="T8" y="T9"/>
                  </a:cxn>
                </a:cxnLst>
                <a:rect l="T15" t="T16" r="T17" b="T18"/>
                <a:pathLst>
                  <a:path w="369" h="514">
                    <a:moveTo>
                      <a:pt x="129" y="71"/>
                    </a:moveTo>
                    <a:lnTo>
                      <a:pt x="325" y="396"/>
                    </a:lnTo>
                    <a:lnTo>
                      <a:pt x="369" y="514"/>
                    </a:lnTo>
                    <a:lnTo>
                      <a:pt x="269" y="429"/>
                    </a:lnTo>
                    <a:lnTo>
                      <a:pt x="0"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35" name="Freeform 129"/>
              <p:cNvSpPr>
                <a:spLocks/>
              </p:cNvSpPr>
              <p:nvPr/>
            </p:nvSpPr>
            <p:spPr bwMode="auto">
              <a:xfrm>
                <a:off x="2538" y="1950"/>
                <a:ext cx="51" cy="72"/>
              </a:xfrm>
              <a:custGeom>
                <a:avLst/>
                <a:gdLst>
                  <a:gd name="T0" fmla="*/ 0 w 413"/>
                  <a:gd name="T1" fmla="*/ 0 h 576"/>
                  <a:gd name="T2" fmla="*/ 0 w 413"/>
                  <a:gd name="T3" fmla="*/ 0 h 576"/>
                  <a:gd name="T4" fmla="*/ 0 w 413"/>
                  <a:gd name="T5" fmla="*/ 0 h 576"/>
                  <a:gd name="T6" fmla="*/ 0 w 413"/>
                  <a:gd name="T7" fmla="*/ 0 h 576"/>
                  <a:gd name="T8" fmla="*/ 0 w 413"/>
                  <a:gd name="T9" fmla="*/ 0 h 576"/>
                  <a:gd name="T10" fmla="*/ 0 w 413"/>
                  <a:gd name="T11" fmla="*/ 0 h 576"/>
                  <a:gd name="T12" fmla="*/ 0 w 413"/>
                  <a:gd name="T13" fmla="*/ 0 h 576"/>
                  <a:gd name="T14" fmla="*/ 0 w 413"/>
                  <a:gd name="T15" fmla="*/ 0 h 576"/>
                  <a:gd name="T16" fmla="*/ 0 60000 65536"/>
                  <a:gd name="T17" fmla="*/ 0 60000 65536"/>
                  <a:gd name="T18" fmla="*/ 0 60000 65536"/>
                  <a:gd name="T19" fmla="*/ 0 60000 65536"/>
                  <a:gd name="T20" fmla="*/ 0 60000 65536"/>
                  <a:gd name="T21" fmla="*/ 0 60000 65536"/>
                  <a:gd name="T22" fmla="*/ 0 60000 65536"/>
                  <a:gd name="T23" fmla="*/ 0 60000 65536"/>
                  <a:gd name="T24" fmla="*/ 0 w 413"/>
                  <a:gd name="T25" fmla="*/ 0 h 576"/>
                  <a:gd name="T26" fmla="*/ 413 w 413"/>
                  <a:gd name="T27" fmla="*/ 576 h 57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13" h="576">
                    <a:moveTo>
                      <a:pt x="319" y="558"/>
                    </a:moveTo>
                    <a:lnTo>
                      <a:pt x="0" y="46"/>
                    </a:lnTo>
                    <a:lnTo>
                      <a:pt x="0" y="23"/>
                    </a:lnTo>
                    <a:lnTo>
                      <a:pt x="0" y="14"/>
                    </a:lnTo>
                    <a:lnTo>
                      <a:pt x="22" y="0"/>
                    </a:lnTo>
                    <a:lnTo>
                      <a:pt x="37" y="0"/>
                    </a:lnTo>
                    <a:lnTo>
                      <a:pt x="59" y="5"/>
                    </a:lnTo>
                    <a:lnTo>
                      <a:pt x="413" y="576"/>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36" name="Freeform 130"/>
              <p:cNvSpPr>
                <a:spLocks/>
              </p:cNvSpPr>
              <p:nvPr/>
            </p:nvSpPr>
            <p:spPr bwMode="auto">
              <a:xfrm>
                <a:off x="2459" y="2024"/>
                <a:ext cx="60" cy="31"/>
              </a:xfrm>
              <a:custGeom>
                <a:avLst/>
                <a:gdLst>
                  <a:gd name="T0" fmla="*/ 0 w 477"/>
                  <a:gd name="T1" fmla="*/ 0 h 244"/>
                  <a:gd name="T2" fmla="*/ 0 w 477"/>
                  <a:gd name="T3" fmla="*/ 0 h 244"/>
                  <a:gd name="T4" fmla="*/ 0 w 477"/>
                  <a:gd name="T5" fmla="*/ 0 h 244"/>
                  <a:gd name="T6" fmla="*/ 0 w 477"/>
                  <a:gd name="T7" fmla="*/ 0 h 244"/>
                  <a:gd name="T8" fmla="*/ 0 w 477"/>
                  <a:gd name="T9" fmla="*/ 0 h 244"/>
                  <a:gd name="T10" fmla="*/ 0 w 477"/>
                  <a:gd name="T11" fmla="*/ 0 h 244"/>
                  <a:gd name="T12" fmla="*/ 0 w 477"/>
                  <a:gd name="T13" fmla="*/ 0 h 244"/>
                  <a:gd name="T14" fmla="*/ 0 w 477"/>
                  <a:gd name="T15" fmla="*/ 0 h 244"/>
                  <a:gd name="T16" fmla="*/ 0 w 477"/>
                  <a:gd name="T17" fmla="*/ 0 h 244"/>
                  <a:gd name="T18" fmla="*/ 0 w 477"/>
                  <a:gd name="T19" fmla="*/ 0 h 244"/>
                  <a:gd name="T20" fmla="*/ 0 w 477"/>
                  <a:gd name="T21" fmla="*/ 0 h 244"/>
                  <a:gd name="T22" fmla="*/ 0 w 477"/>
                  <a:gd name="T23" fmla="*/ 0 h 24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77"/>
                  <a:gd name="T37" fmla="*/ 0 h 244"/>
                  <a:gd name="T38" fmla="*/ 477 w 477"/>
                  <a:gd name="T39" fmla="*/ 244 h 24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77" h="244">
                    <a:moveTo>
                      <a:pt x="67" y="181"/>
                    </a:moveTo>
                    <a:lnTo>
                      <a:pt x="99" y="82"/>
                    </a:lnTo>
                    <a:lnTo>
                      <a:pt x="180" y="34"/>
                    </a:lnTo>
                    <a:lnTo>
                      <a:pt x="279" y="34"/>
                    </a:lnTo>
                    <a:lnTo>
                      <a:pt x="427" y="62"/>
                    </a:lnTo>
                    <a:lnTo>
                      <a:pt x="477" y="34"/>
                    </a:lnTo>
                    <a:lnTo>
                      <a:pt x="310" y="0"/>
                    </a:lnTo>
                    <a:lnTo>
                      <a:pt x="198" y="0"/>
                    </a:lnTo>
                    <a:lnTo>
                      <a:pt x="99" y="34"/>
                    </a:lnTo>
                    <a:lnTo>
                      <a:pt x="51" y="99"/>
                    </a:lnTo>
                    <a:lnTo>
                      <a:pt x="0" y="244"/>
                    </a:lnTo>
                    <a:lnTo>
                      <a:pt x="67" y="1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7" name="Freeform 131"/>
              <p:cNvSpPr>
                <a:spLocks/>
              </p:cNvSpPr>
              <p:nvPr/>
            </p:nvSpPr>
            <p:spPr bwMode="auto">
              <a:xfrm>
                <a:off x="2413" y="1433"/>
                <a:ext cx="202" cy="247"/>
              </a:xfrm>
              <a:custGeom>
                <a:avLst/>
                <a:gdLst>
                  <a:gd name="T0" fmla="*/ 0 w 1617"/>
                  <a:gd name="T1" fmla="*/ 0 h 1969"/>
                  <a:gd name="T2" fmla="*/ 0 w 1617"/>
                  <a:gd name="T3" fmla="*/ 0 h 1969"/>
                  <a:gd name="T4" fmla="*/ 0 w 1617"/>
                  <a:gd name="T5" fmla="*/ 0 h 1969"/>
                  <a:gd name="T6" fmla="*/ 0 w 1617"/>
                  <a:gd name="T7" fmla="*/ 0 h 1969"/>
                  <a:gd name="T8" fmla="*/ 0 w 1617"/>
                  <a:gd name="T9" fmla="*/ 0 h 1969"/>
                  <a:gd name="T10" fmla="*/ 0 w 1617"/>
                  <a:gd name="T11" fmla="*/ 0 h 1969"/>
                  <a:gd name="T12" fmla="*/ 0 w 1617"/>
                  <a:gd name="T13" fmla="*/ 0 h 1969"/>
                  <a:gd name="T14" fmla="*/ 0 w 1617"/>
                  <a:gd name="T15" fmla="*/ 0 h 1969"/>
                  <a:gd name="T16" fmla="*/ 0 w 1617"/>
                  <a:gd name="T17" fmla="*/ 0 h 1969"/>
                  <a:gd name="T18" fmla="*/ 0 w 1617"/>
                  <a:gd name="T19" fmla="*/ 0 h 1969"/>
                  <a:gd name="T20" fmla="*/ 0 w 1617"/>
                  <a:gd name="T21" fmla="*/ 0 h 1969"/>
                  <a:gd name="T22" fmla="*/ 0 w 1617"/>
                  <a:gd name="T23" fmla="*/ 0 h 1969"/>
                  <a:gd name="T24" fmla="*/ 0 w 1617"/>
                  <a:gd name="T25" fmla="*/ 0 h 1969"/>
                  <a:gd name="T26" fmla="*/ 0 w 1617"/>
                  <a:gd name="T27" fmla="*/ 0 h 1969"/>
                  <a:gd name="T28" fmla="*/ 0 w 1617"/>
                  <a:gd name="T29" fmla="*/ 0 h 1969"/>
                  <a:gd name="T30" fmla="*/ 0 w 1617"/>
                  <a:gd name="T31" fmla="*/ 0 h 1969"/>
                  <a:gd name="T32" fmla="*/ 0 w 1617"/>
                  <a:gd name="T33" fmla="*/ 0 h 1969"/>
                  <a:gd name="T34" fmla="*/ 0 w 1617"/>
                  <a:gd name="T35" fmla="*/ 0 h 1969"/>
                  <a:gd name="T36" fmla="*/ 0 w 1617"/>
                  <a:gd name="T37" fmla="*/ 0 h 1969"/>
                  <a:gd name="T38" fmla="*/ 0 w 1617"/>
                  <a:gd name="T39" fmla="*/ 0 h 1969"/>
                  <a:gd name="T40" fmla="*/ 0 w 1617"/>
                  <a:gd name="T41" fmla="*/ 0 h 1969"/>
                  <a:gd name="T42" fmla="*/ 0 w 1617"/>
                  <a:gd name="T43" fmla="*/ 0 h 1969"/>
                  <a:gd name="T44" fmla="*/ 0 w 1617"/>
                  <a:gd name="T45" fmla="*/ 0 h 1969"/>
                  <a:gd name="T46" fmla="*/ 0 w 1617"/>
                  <a:gd name="T47" fmla="*/ 0 h 1969"/>
                  <a:gd name="T48" fmla="*/ 0 w 1617"/>
                  <a:gd name="T49" fmla="*/ 0 h 1969"/>
                  <a:gd name="T50" fmla="*/ 0 w 1617"/>
                  <a:gd name="T51" fmla="*/ 0 h 1969"/>
                  <a:gd name="T52" fmla="*/ 0 w 1617"/>
                  <a:gd name="T53" fmla="*/ 0 h 1969"/>
                  <a:gd name="T54" fmla="*/ 0 w 1617"/>
                  <a:gd name="T55" fmla="*/ 0 h 1969"/>
                  <a:gd name="T56" fmla="*/ 0 w 1617"/>
                  <a:gd name="T57" fmla="*/ 0 h 1969"/>
                  <a:gd name="T58" fmla="*/ 0 w 1617"/>
                  <a:gd name="T59" fmla="*/ 0 h 1969"/>
                  <a:gd name="T60" fmla="*/ 0 w 1617"/>
                  <a:gd name="T61" fmla="*/ 0 h 1969"/>
                  <a:gd name="T62" fmla="*/ 0 w 1617"/>
                  <a:gd name="T63" fmla="*/ 0 h 1969"/>
                  <a:gd name="T64" fmla="*/ 0 w 1617"/>
                  <a:gd name="T65" fmla="*/ 0 h 1969"/>
                  <a:gd name="T66" fmla="*/ 0 w 1617"/>
                  <a:gd name="T67" fmla="*/ 0 h 1969"/>
                  <a:gd name="T68" fmla="*/ 0 w 1617"/>
                  <a:gd name="T69" fmla="*/ 0 h 1969"/>
                  <a:gd name="T70" fmla="*/ 0 w 1617"/>
                  <a:gd name="T71" fmla="*/ 0 h 1969"/>
                  <a:gd name="T72" fmla="*/ 0 w 1617"/>
                  <a:gd name="T73" fmla="*/ 0 h 1969"/>
                  <a:gd name="T74" fmla="*/ 0 w 1617"/>
                  <a:gd name="T75" fmla="*/ 0 h 1969"/>
                  <a:gd name="T76" fmla="*/ 0 w 1617"/>
                  <a:gd name="T77" fmla="*/ 0 h 1969"/>
                  <a:gd name="T78" fmla="*/ 0 w 1617"/>
                  <a:gd name="T79" fmla="*/ 0 h 1969"/>
                  <a:gd name="T80" fmla="*/ 0 w 1617"/>
                  <a:gd name="T81" fmla="*/ 0 h 1969"/>
                  <a:gd name="T82" fmla="*/ 0 w 1617"/>
                  <a:gd name="T83" fmla="*/ 0 h 196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617"/>
                  <a:gd name="T127" fmla="*/ 0 h 1969"/>
                  <a:gd name="T128" fmla="*/ 1617 w 1617"/>
                  <a:gd name="T129" fmla="*/ 1969 h 196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617" h="1969">
                    <a:moveTo>
                      <a:pt x="1578" y="822"/>
                    </a:moveTo>
                    <a:lnTo>
                      <a:pt x="1615" y="694"/>
                    </a:lnTo>
                    <a:lnTo>
                      <a:pt x="1617" y="512"/>
                    </a:lnTo>
                    <a:lnTo>
                      <a:pt x="1573" y="350"/>
                    </a:lnTo>
                    <a:lnTo>
                      <a:pt x="1506" y="233"/>
                    </a:lnTo>
                    <a:lnTo>
                      <a:pt x="1413" y="123"/>
                    </a:lnTo>
                    <a:lnTo>
                      <a:pt x="1275" y="48"/>
                    </a:lnTo>
                    <a:lnTo>
                      <a:pt x="980" y="0"/>
                    </a:lnTo>
                    <a:lnTo>
                      <a:pt x="710" y="73"/>
                    </a:lnTo>
                    <a:lnTo>
                      <a:pt x="565" y="198"/>
                    </a:lnTo>
                    <a:lnTo>
                      <a:pt x="439" y="417"/>
                    </a:lnTo>
                    <a:lnTo>
                      <a:pt x="404" y="631"/>
                    </a:lnTo>
                    <a:lnTo>
                      <a:pt x="351" y="818"/>
                    </a:lnTo>
                    <a:lnTo>
                      <a:pt x="356" y="910"/>
                    </a:lnTo>
                    <a:lnTo>
                      <a:pt x="404" y="1026"/>
                    </a:lnTo>
                    <a:lnTo>
                      <a:pt x="393" y="1095"/>
                    </a:lnTo>
                    <a:lnTo>
                      <a:pt x="268" y="1185"/>
                    </a:lnTo>
                    <a:lnTo>
                      <a:pt x="171" y="1270"/>
                    </a:lnTo>
                    <a:lnTo>
                      <a:pt x="106" y="1411"/>
                    </a:lnTo>
                    <a:lnTo>
                      <a:pt x="106" y="1484"/>
                    </a:lnTo>
                    <a:lnTo>
                      <a:pt x="116" y="1554"/>
                    </a:lnTo>
                    <a:lnTo>
                      <a:pt x="130" y="1597"/>
                    </a:lnTo>
                    <a:lnTo>
                      <a:pt x="112" y="1653"/>
                    </a:lnTo>
                    <a:lnTo>
                      <a:pt x="0" y="1754"/>
                    </a:lnTo>
                    <a:lnTo>
                      <a:pt x="160" y="1712"/>
                    </a:lnTo>
                    <a:lnTo>
                      <a:pt x="347" y="1657"/>
                    </a:lnTo>
                    <a:lnTo>
                      <a:pt x="415" y="1861"/>
                    </a:lnTo>
                    <a:lnTo>
                      <a:pt x="479" y="1969"/>
                    </a:lnTo>
                    <a:lnTo>
                      <a:pt x="450" y="1872"/>
                    </a:lnTo>
                    <a:lnTo>
                      <a:pt x="450" y="1800"/>
                    </a:lnTo>
                    <a:lnTo>
                      <a:pt x="468" y="1758"/>
                    </a:lnTo>
                    <a:lnTo>
                      <a:pt x="505" y="1754"/>
                    </a:lnTo>
                    <a:lnTo>
                      <a:pt x="565" y="1769"/>
                    </a:lnTo>
                    <a:lnTo>
                      <a:pt x="628" y="1826"/>
                    </a:lnTo>
                    <a:lnTo>
                      <a:pt x="685" y="1904"/>
                    </a:lnTo>
                    <a:lnTo>
                      <a:pt x="639" y="1754"/>
                    </a:lnTo>
                    <a:lnTo>
                      <a:pt x="618" y="1641"/>
                    </a:lnTo>
                    <a:lnTo>
                      <a:pt x="604" y="1507"/>
                    </a:lnTo>
                    <a:lnTo>
                      <a:pt x="611" y="1411"/>
                    </a:lnTo>
                    <a:lnTo>
                      <a:pt x="674" y="1507"/>
                    </a:lnTo>
                    <a:lnTo>
                      <a:pt x="765" y="1593"/>
                    </a:lnTo>
                    <a:lnTo>
                      <a:pt x="870" y="1666"/>
                    </a:lnTo>
                    <a:lnTo>
                      <a:pt x="980" y="1703"/>
                    </a:lnTo>
                    <a:lnTo>
                      <a:pt x="888" y="1666"/>
                    </a:lnTo>
                    <a:lnTo>
                      <a:pt x="802" y="1613"/>
                    </a:lnTo>
                    <a:lnTo>
                      <a:pt x="717" y="1533"/>
                    </a:lnTo>
                    <a:lnTo>
                      <a:pt x="671" y="1466"/>
                    </a:lnTo>
                    <a:lnTo>
                      <a:pt x="632" y="1399"/>
                    </a:lnTo>
                    <a:lnTo>
                      <a:pt x="618" y="1339"/>
                    </a:lnTo>
                    <a:lnTo>
                      <a:pt x="611" y="1261"/>
                    </a:lnTo>
                    <a:lnTo>
                      <a:pt x="598" y="1180"/>
                    </a:lnTo>
                    <a:lnTo>
                      <a:pt x="591" y="1042"/>
                    </a:lnTo>
                    <a:lnTo>
                      <a:pt x="584" y="1237"/>
                    </a:lnTo>
                    <a:lnTo>
                      <a:pt x="569" y="1261"/>
                    </a:lnTo>
                    <a:lnTo>
                      <a:pt x="538" y="1277"/>
                    </a:lnTo>
                    <a:lnTo>
                      <a:pt x="499" y="1261"/>
                    </a:lnTo>
                    <a:lnTo>
                      <a:pt x="479" y="1217"/>
                    </a:lnTo>
                    <a:lnTo>
                      <a:pt x="479" y="1167"/>
                    </a:lnTo>
                    <a:lnTo>
                      <a:pt x="494" y="1114"/>
                    </a:lnTo>
                    <a:lnTo>
                      <a:pt x="523" y="1072"/>
                    </a:lnTo>
                    <a:lnTo>
                      <a:pt x="487" y="1092"/>
                    </a:lnTo>
                    <a:lnTo>
                      <a:pt x="429" y="963"/>
                    </a:lnTo>
                    <a:lnTo>
                      <a:pt x="411" y="910"/>
                    </a:lnTo>
                    <a:lnTo>
                      <a:pt x="404" y="853"/>
                    </a:lnTo>
                    <a:lnTo>
                      <a:pt x="411" y="804"/>
                    </a:lnTo>
                    <a:lnTo>
                      <a:pt x="436" y="776"/>
                    </a:lnTo>
                    <a:lnTo>
                      <a:pt x="461" y="751"/>
                    </a:lnTo>
                    <a:lnTo>
                      <a:pt x="487" y="751"/>
                    </a:lnTo>
                    <a:lnTo>
                      <a:pt x="514" y="767"/>
                    </a:lnTo>
                    <a:lnTo>
                      <a:pt x="538" y="804"/>
                    </a:lnTo>
                    <a:lnTo>
                      <a:pt x="565" y="890"/>
                    </a:lnTo>
                    <a:lnTo>
                      <a:pt x="574" y="782"/>
                    </a:lnTo>
                    <a:lnTo>
                      <a:pt x="622" y="687"/>
                    </a:lnTo>
                    <a:lnTo>
                      <a:pt x="697" y="549"/>
                    </a:lnTo>
                    <a:lnTo>
                      <a:pt x="741" y="435"/>
                    </a:lnTo>
                    <a:lnTo>
                      <a:pt x="798" y="354"/>
                    </a:lnTo>
                    <a:lnTo>
                      <a:pt x="888" y="304"/>
                    </a:lnTo>
                    <a:lnTo>
                      <a:pt x="1038" y="286"/>
                    </a:lnTo>
                    <a:lnTo>
                      <a:pt x="1195" y="304"/>
                    </a:lnTo>
                    <a:lnTo>
                      <a:pt x="1393" y="343"/>
                    </a:lnTo>
                    <a:lnTo>
                      <a:pt x="1470" y="406"/>
                    </a:lnTo>
                    <a:lnTo>
                      <a:pt x="1520" y="519"/>
                    </a:lnTo>
                    <a:lnTo>
                      <a:pt x="1549" y="641"/>
                    </a:lnTo>
                    <a:lnTo>
                      <a:pt x="1569" y="883"/>
                    </a:lnTo>
                    <a:lnTo>
                      <a:pt x="1578" y="8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8" name="Freeform 132"/>
              <p:cNvSpPr>
                <a:spLocks/>
              </p:cNvSpPr>
              <p:nvPr/>
            </p:nvSpPr>
            <p:spPr bwMode="auto">
              <a:xfrm>
                <a:off x="2507" y="1556"/>
                <a:ext cx="102" cy="147"/>
              </a:xfrm>
              <a:custGeom>
                <a:avLst/>
                <a:gdLst>
                  <a:gd name="T0" fmla="*/ 0 w 817"/>
                  <a:gd name="T1" fmla="*/ 0 h 1173"/>
                  <a:gd name="T2" fmla="*/ 0 w 817"/>
                  <a:gd name="T3" fmla="*/ 0 h 1173"/>
                  <a:gd name="T4" fmla="*/ 0 w 817"/>
                  <a:gd name="T5" fmla="*/ 0 h 1173"/>
                  <a:gd name="T6" fmla="*/ 0 w 817"/>
                  <a:gd name="T7" fmla="*/ 0 h 1173"/>
                  <a:gd name="T8" fmla="*/ 0 w 817"/>
                  <a:gd name="T9" fmla="*/ 0 h 1173"/>
                  <a:gd name="T10" fmla="*/ 0 w 817"/>
                  <a:gd name="T11" fmla="*/ 0 h 1173"/>
                  <a:gd name="T12" fmla="*/ 0 w 817"/>
                  <a:gd name="T13" fmla="*/ 0 h 1173"/>
                  <a:gd name="T14" fmla="*/ 0 w 817"/>
                  <a:gd name="T15" fmla="*/ 0 h 1173"/>
                  <a:gd name="T16" fmla="*/ 0 w 817"/>
                  <a:gd name="T17" fmla="*/ 0 h 1173"/>
                  <a:gd name="T18" fmla="*/ 0 w 817"/>
                  <a:gd name="T19" fmla="*/ 0 h 1173"/>
                  <a:gd name="T20" fmla="*/ 0 w 817"/>
                  <a:gd name="T21" fmla="*/ 0 h 1173"/>
                  <a:gd name="T22" fmla="*/ 0 w 817"/>
                  <a:gd name="T23" fmla="*/ 0 h 1173"/>
                  <a:gd name="T24" fmla="*/ 0 w 817"/>
                  <a:gd name="T25" fmla="*/ 0 h 1173"/>
                  <a:gd name="T26" fmla="*/ 0 w 817"/>
                  <a:gd name="T27" fmla="*/ 0 h 1173"/>
                  <a:gd name="T28" fmla="*/ 0 w 817"/>
                  <a:gd name="T29" fmla="*/ 0 h 1173"/>
                  <a:gd name="T30" fmla="*/ 0 w 817"/>
                  <a:gd name="T31" fmla="*/ 0 h 1173"/>
                  <a:gd name="T32" fmla="*/ 0 w 817"/>
                  <a:gd name="T33" fmla="*/ 0 h 1173"/>
                  <a:gd name="T34" fmla="*/ 0 w 817"/>
                  <a:gd name="T35" fmla="*/ 0 h 1173"/>
                  <a:gd name="T36" fmla="*/ 0 w 817"/>
                  <a:gd name="T37" fmla="*/ 0 h 1173"/>
                  <a:gd name="T38" fmla="*/ 0 w 817"/>
                  <a:gd name="T39" fmla="*/ 0 h 1173"/>
                  <a:gd name="T40" fmla="*/ 0 w 817"/>
                  <a:gd name="T41" fmla="*/ 0 h 1173"/>
                  <a:gd name="T42" fmla="*/ 0 w 817"/>
                  <a:gd name="T43" fmla="*/ 0 h 1173"/>
                  <a:gd name="T44" fmla="*/ 0 w 817"/>
                  <a:gd name="T45" fmla="*/ 0 h 1173"/>
                  <a:gd name="T46" fmla="*/ 0 w 817"/>
                  <a:gd name="T47" fmla="*/ 0 h 1173"/>
                  <a:gd name="T48" fmla="*/ 0 w 817"/>
                  <a:gd name="T49" fmla="*/ 0 h 1173"/>
                  <a:gd name="T50" fmla="*/ 0 w 817"/>
                  <a:gd name="T51" fmla="*/ 0 h 1173"/>
                  <a:gd name="T52" fmla="*/ 0 w 817"/>
                  <a:gd name="T53" fmla="*/ 0 h 1173"/>
                  <a:gd name="T54" fmla="*/ 0 w 817"/>
                  <a:gd name="T55" fmla="*/ 0 h 1173"/>
                  <a:gd name="T56" fmla="*/ 0 w 817"/>
                  <a:gd name="T57" fmla="*/ 0 h 1173"/>
                  <a:gd name="T58" fmla="*/ 0 w 817"/>
                  <a:gd name="T59" fmla="*/ 0 h 117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17"/>
                  <a:gd name="T91" fmla="*/ 0 h 1173"/>
                  <a:gd name="T92" fmla="*/ 817 w 817"/>
                  <a:gd name="T93" fmla="*/ 1173 h 117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17" h="1173">
                    <a:moveTo>
                      <a:pt x="817" y="0"/>
                    </a:moveTo>
                    <a:lnTo>
                      <a:pt x="786" y="103"/>
                    </a:lnTo>
                    <a:lnTo>
                      <a:pt x="718" y="359"/>
                    </a:lnTo>
                    <a:lnTo>
                      <a:pt x="634" y="514"/>
                    </a:lnTo>
                    <a:lnTo>
                      <a:pt x="569" y="608"/>
                    </a:lnTo>
                    <a:lnTo>
                      <a:pt x="481" y="703"/>
                    </a:lnTo>
                    <a:lnTo>
                      <a:pt x="417" y="723"/>
                    </a:lnTo>
                    <a:lnTo>
                      <a:pt x="305" y="732"/>
                    </a:lnTo>
                    <a:lnTo>
                      <a:pt x="187" y="707"/>
                    </a:lnTo>
                    <a:lnTo>
                      <a:pt x="94" y="661"/>
                    </a:lnTo>
                    <a:lnTo>
                      <a:pt x="0" y="596"/>
                    </a:lnTo>
                    <a:lnTo>
                      <a:pt x="57" y="692"/>
                    </a:lnTo>
                    <a:lnTo>
                      <a:pt x="136" y="758"/>
                    </a:lnTo>
                    <a:lnTo>
                      <a:pt x="206" y="800"/>
                    </a:lnTo>
                    <a:lnTo>
                      <a:pt x="300" y="825"/>
                    </a:lnTo>
                    <a:lnTo>
                      <a:pt x="380" y="825"/>
                    </a:lnTo>
                    <a:lnTo>
                      <a:pt x="329" y="1173"/>
                    </a:lnTo>
                    <a:lnTo>
                      <a:pt x="376" y="1064"/>
                    </a:lnTo>
                    <a:lnTo>
                      <a:pt x="443" y="795"/>
                    </a:lnTo>
                    <a:lnTo>
                      <a:pt x="477" y="747"/>
                    </a:lnTo>
                    <a:lnTo>
                      <a:pt x="527" y="820"/>
                    </a:lnTo>
                    <a:lnTo>
                      <a:pt x="574" y="940"/>
                    </a:lnTo>
                    <a:lnTo>
                      <a:pt x="551" y="800"/>
                    </a:lnTo>
                    <a:lnTo>
                      <a:pt x="503" y="707"/>
                    </a:lnTo>
                    <a:lnTo>
                      <a:pt x="579" y="617"/>
                    </a:lnTo>
                    <a:lnTo>
                      <a:pt x="668" y="493"/>
                    </a:lnTo>
                    <a:lnTo>
                      <a:pt x="720" y="373"/>
                    </a:lnTo>
                    <a:lnTo>
                      <a:pt x="754" y="286"/>
                    </a:lnTo>
                    <a:lnTo>
                      <a:pt x="793" y="115"/>
                    </a:lnTo>
                    <a:lnTo>
                      <a:pt x="8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9" name="Freeform 133"/>
              <p:cNvSpPr>
                <a:spLocks/>
              </p:cNvSpPr>
              <p:nvPr/>
            </p:nvSpPr>
            <p:spPr bwMode="auto">
              <a:xfrm>
                <a:off x="2468" y="1535"/>
                <a:ext cx="12" cy="27"/>
              </a:xfrm>
              <a:custGeom>
                <a:avLst/>
                <a:gdLst>
                  <a:gd name="T0" fmla="*/ 0 w 99"/>
                  <a:gd name="T1" fmla="*/ 0 h 215"/>
                  <a:gd name="T2" fmla="*/ 0 w 99"/>
                  <a:gd name="T3" fmla="*/ 0 h 215"/>
                  <a:gd name="T4" fmla="*/ 0 w 99"/>
                  <a:gd name="T5" fmla="*/ 0 h 215"/>
                  <a:gd name="T6" fmla="*/ 0 w 99"/>
                  <a:gd name="T7" fmla="*/ 0 h 215"/>
                  <a:gd name="T8" fmla="*/ 0 w 99"/>
                  <a:gd name="T9" fmla="*/ 0 h 215"/>
                  <a:gd name="T10" fmla="*/ 0 w 99"/>
                  <a:gd name="T11" fmla="*/ 0 h 215"/>
                  <a:gd name="T12" fmla="*/ 0 w 99"/>
                  <a:gd name="T13" fmla="*/ 0 h 215"/>
                  <a:gd name="T14" fmla="*/ 0 w 99"/>
                  <a:gd name="T15" fmla="*/ 0 h 215"/>
                  <a:gd name="T16" fmla="*/ 0 w 99"/>
                  <a:gd name="T17" fmla="*/ 0 h 215"/>
                  <a:gd name="T18" fmla="*/ 0 w 99"/>
                  <a:gd name="T19" fmla="*/ 0 h 215"/>
                  <a:gd name="T20" fmla="*/ 0 w 99"/>
                  <a:gd name="T21" fmla="*/ 0 h 215"/>
                  <a:gd name="T22" fmla="*/ 0 w 99"/>
                  <a:gd name="T23" fmla="*/ 0 h 215"/>
                  <a:gd name="T24" fmla="*/ 0 w 99"/>
                  <a:gd name="T25" fmla="*/ 0 h 215"/>
                  <a:gd name="T26" fmla="*/ 0 w 99"/>
                  <a:gd name="T27" fmla="*/ 0 h 215"/>
                  <a:gd name="T28" fmla="*/ 0 w 99"/>
                  <a:gd name="T29" fmla="*/ 0 h 215"/>
                  <a:gd name="T30" fmla="*/ 0 w 99"/>
                  <a:gd name="T31" fmla="*/ 0 h 215"/>
                  <a:gd name="T32" fmla="*/ 0 w 99"/>
                  <a:gd name="T33" fmla="*/ 0 h 215"/>
                  <a:gd name="T34" fmla="*/ 0 w 99"/>
                  <a:gd name="T35" fmla="*/ 0 h 215"/>
                  <a:gd name="T36" fmla="*/ 0 w 99"/>
                  <a:gd name="T37" fmla="*/ 0 h 215"/>
                  <a:gd name="T38" fmla="*/ 0 w 99"/>
                  <a:gd name="T39" fmla="*/ 0 h 215"/>
                  <a:gd name="T40" fmla="*/ 0 w 99"/>
                  <a:gd name="T41" fmla="*/ 0 h 2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9"/>
                  <a:gd name="T64" fmla="*/ 0 h 215"/>
                  <a:gd name="T65" fmla="*/ 99 w 99"/>
                  <a:gd name="T66" fmla="*/ 215 h 2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9" h="215">
                    <a:moveTo>
                      <a:pt x="11" y="0"/>
                    </a:moveTo>
                    <a:lnTo>
                      <a:pt x="48" y="7"/>
                    </a:lnTo>
                    <a:lnTo>
                      <a:pt x="91" y="60"/>
                    </a:lnTo>
                    <a:lnTo>
                      <a:pt x="99" y="111"/>
                    </a:lnTo>
                    <a:lnTo>
                      <a:pt x="94" y="145"/>
                    </a:lnTo>
                    <a:lnTo>
                      <a:pt x="60" y="162"/>
                    </a:lnTo>
                    <a:lnTo>
                      <a:pt x="55" y="180"/>
                    </a:lnTo>
                    <a:lnTo>
                      <a:pt x="73" y="215"/>
                    </a:lnTo>
                    <a:lnTo>
                      <a:pt x="22" y="169"/>
                    </a:lnTo>
                    <a:lnTo>
                      <a:pt x="22" y="145"/>
                    </a:lnTo>
                    <a:lnTo>
                      <a:pt x="36" y="123"/>
                    </a:lnTo>
                    <a:lnTo>
                      <a:pt x="55" y="106"/>
                    </a:lnTo>
                    <a:lnTo>
                      <a:pt x="84" y="92"/>
                    </a:lnTo>
                    <a:lnTo>
                      <a:pt x="73" y="65"/>
                    </a:lnTo>
                    <a:lnTo>
                      <a:pt x="60" y="42"/>
                    </a:lnTo>
                    <a:lnTo>
                      <a:pt x="36" y="28"/>
                    </a:lnTo>
                    <a:lnTo>
                      <a:pt x="11" y="60"/>
                    </a:lnTo>
                    <a:lnTo>
                      <a:pt x="11" y="79"/>
                    </a:lnTo>
                    <a:lnTo>
                      <a:pt x="0" y="53"/>
                    </a:lnTo>
                    <a:lnTo>
                      <a:pt x="0" y="17"/>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0" name="Line 134"/>
              <p:cNvSpPr>
                <a:spLocks noChangeShapeType="1"/>
              </p:cNvSpPr>
              <p:nvPr/>
            </p:nvSpPr>
            <p:spPr bwMode="auto">
              <a:xfrm>
                <a:off x="2484" y="1544"/>
                <a:ext cx="6" cy="3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41" name="Line 135"/>
              <p:cNvSpPr>
                <a:spLocks noChangeShapeType="1"/>
              </p:cNvSpPr>
              <p:nvPr/>
            </p:nvSpPr>
            <p:spPr bwMode="auto">
              <a:xfrm>
                <a:off x="2487" y="1549"/>
                <a:ext cx="8" cy="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42" name="Line 136"/>
              <p:cNvSpPr>
                <a:spLocks noChangeShapeType="1"/>
              </p:cNvSpPr>
              <p:nvPr/>
            </p:nvSpPr>
            <p:spPr bwMode="auto">
              <a:xfrm>
                <a:off x="2494" y="1566"/>
                <a:ext cx="5" cy="1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43" name="Freeform 137"/>
              <p:cNvSpPr>
                <a:spLocks/>
              </p:cNvSpPr>
              <p:nvPr/>
            </p:nvSpPr>
            <p:spPr bwMode="auto">
              <a:xfrm>
                <a:off x="2473" y="1570"/>
                <a:ext cx="9" cy="20"/>
              </a:xfrm>
              <a:custGeom>
                <a:avLst/>
                <a:gdLst>
                  <a:gd name="T0" fmla="*/ 0 w 77"/>
                  <a:gd name="T1" fmla="*/ 0 h 162"/>
                  <a:gd name="T2" fmla="*/ 0 w 77"/>
                  <a:gd name="T3" fmla="*/ 0 h 162"/>
                  <a:gd name="T4" fmla="*/ 0 w 77"/>
                  <a:gd name="T5" fmla="*/ 0 h 162"/>
                  <a:gd name="T6" fmla="*/ 0 w 77"/>
                  <a:gd name="T7" fmla="*/ 0 h 162"/>
                  <a:gd name="T8" fmla="*/ 0 w 77"/>
                  <a:gd name="T9" fmla="*/ 0 h 162"/>
                  <a:gd name="T10" fmla="*/ 0 w 77"/>
                  <a:gd name="T11" fmla="*/ 0 h 162"/>
                  <a:gd name="T12" fmla="*/ 0 w 77"/>
                  <a:gd name="T13" fmla="*/ 0 h 162"/>
                  <a:gd name="T14" fmla="*/ 0 w 77"/>
                  <a:gd name="T15" fmla="*/ 0 h 162"/>
                  <a:gd name="T16" fmla="*/ 0 w 77"/>
                  <a:gd name="T17" fmla="*/ 0 h 162"/>
                  <a:gd name="T18" fmla="*/ 0 w 77"/>
                  <a:gd name="T19" fmla="*/ 0 h 162"/>
                  <a:gd name="T20" fmla="*/ 0 w 77"/>
                  <a:gd name="T21" fmla="*/ 0 h 162"/>
                  <a:gd name="T22" fmla="*/ 0 w 77"/>
                  <a:gd name="T23" fmla="*/ 0 h 162"/>
                  <a:gd name="T24" fmla="*/ 0 w 77"/>
                  <a:gd name="T25" fmla="*/ 0 h 162"/>
                  <a:gd name="T26" fmla="*/ 0 w 77"/>
                  <a:gd name="T27" fmla="*/ 0 h 16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
                  <a:gd name="T43" fmla="*/ 0 h 162"/>
                  <a:gd name="T44" fmla="*/ 77 w 77"/>
                  <a:gd name="T45" fmla="*/ 162 h 16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 h="162">
                    <a:moveTo>
                      <a:pt x="33" y="0"/>
                    </a:moveTo>
                    <a:lnTo>
                      <a:pt x="59" y="28"/>
                    </a:lnTo>
                    <a:lnTo>
                      <a:pt x="72" y="63"/>
                    </a:lnTo>
                    <a:lnTo>
                      <a:pt x="77" y="112"/>
                    </a:lnTo>
                    <a:lnTo>
                      <a:pt x="72" y="145"/>
                    </a:lnTo>
                    <a:lnTo>
                      <a:pt x="54" y="158"/>
                    </a:lnTo>
                    <a:lnTo>
                      <a:pt x="33" y="162"/>
                    </a:lnTo>
                    <a:lnTo>
                      <a:pt x="8" y="158"/>
                    </a:lnTo>
                    <a:lnTo>
                      <a:pt x="0" y="116"/>
                    </a:lnTo>
                    <a:lnTo>
                      <a:pt x="44" y="123"/>
                    </a:lnTo>
                    <a:lnTo>
                      <a:pt x="51" y="88"/>
                    </a:lnTo>
                    <a:lnTo>
                      <a:pt x="59" y="63"/>
                    </a:lnTo>
                    <a:lnTo>
                      <a:pt x="54" y="37"/>
                    </a:lnTo>
                    <a:lnTo>
                      <a:pt x="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4" name="Freeform 138"/>
              <p:cNvSpPr>
                <a:spLocks/>
              </p:cNvSpPr>
              <p:nvPr/>
            </p:nvSpPr>
            <p:spPr bwMode="auto">
              <a:xfrm>
                <a:off x="2335" y="1635"/>
                <a:ext cx="356" cy="188"/>
              </a:xfrm>
              <a:custGeom>
                <a:avLst/>
                <a:gdLst>
                  <a:gd name="T0" fmla="*/ 0 w 2847"/>
                  <a:gd name="T1" fmla="*/ 0 h 1510"/>
                  <a:gd name="T2" fmla="*/ 0 w 2847"/>
                  <a:gd name="T3" fmla="*/ 0 h 1510"/>
                  <a:gd name="T4" fmla="*/ 0 w 2847"/>
                  <a:gd name="T5" fmla="*/ 0 h 1510"/>
                  <a:gd name="T6" fmla="*/ 0 w 2847"/>
                  <a:gd name="T7" fmla="*/ 0 h 1510"/>
                  <a:gd name="T8" fmla="*/ 0 w 2847"/>
                  <a:gd name="T9" fmla="*/ 0 h 1510"/>
                  <a:gd name="T10" fmla="*/ 0 w 2847"/>
                  <a:gd name="T11" fmla="*/ 0 h 1510"/>
                  <a:gd name="T12" fmla="*/ 0 w 2847"/>
                  <a:gd name="T13" fmla="*/ 0 h 1510"/>
                  <a:gd name="T14" fmla="*/ 0 w 2847"/>
                  <a:gd name="T15" fmla="*/ 0 h 1510"/>
                  <a:gd name="T16" fmla="*/ 0 w 2847"/>
                  <a:gd name="T17" fmla="*/ 0 h 1510"/>
                  <a:gd name="T18" fmla="*/ 0 w 2847"/>
                  <a:gd name="T19" fmla="*/ 0 h 1510"/>
                  <a:gd name="T20" fmla="*/ 0 w 2847"/>
                  <a:gd name="T21" fmla="*/ 0 h 1510"/>
                  <a:gd name="T22" fmla="*/ 0 w 2847"/>
                  <a:gd name="T23" fmla="*/ 0 h 1510"/>
                  <a:gd name="T24" fmla="*/ 0 w 2847"/>
                  <a:gd name="T25" fmla="*/ 0 h 1510"/>
                  <a:gd name="T26" fmla="*/ 0 w 2847"/>
                  <a:gd name="T27" fmla="*/ 0 h 1510"/>
                  <a:gd name="T28" fmla="*/ 0 w 2847"/>
                  <a:gd name="T29" fmla="*/ 0 h 1510"/>
                  <a:gd name="T30" fmla="*/ 0 w 2847"/>
                  <a:gd name="T31" fmla="*/ 0 h 1510"/>
                  <a:gd name="T32" fmla="*/ 0 w 2847"/>
                  <a:gd name="T33" fmla="*/ 0 h 1510"/>
                  <a:gd name="T34" fmla="*/ 0 w 2847"/>
                  <a:gd name="T35" fmla="*/ 0 h 1510"/>
                  <a:gd name="T36" fmla="*/ 0 w 2847"/>
                  <a:gd name="T37" fmla="*/ 0 h 1510"/>
                  <a:gd name="T38" fmla="*/ 0 w 2847"/>
                  <a:gd name="T39" fmla="*/ 0 h 1510"/>
                  <a:gd name="T40" fmla="*/ 0 w 2847"/>
                  <a:gd name="T41" fmla="*/ 0 h 1510"/>
                  <a:gd name="T42" fmla="*/ 0 w 2847"/>
                  <a:gd name="T43" fmla="*/ 0 h 1510"/>
                  <a:gd name="T44" fmla="*/ 0 w 2847"/>
                  <a:gd name="T45" fmla="*/ 0 h 1510"/>
                  <a:gd name="T46" fmla="*/ 0 w 2847"/>
                  <a:gd name="T47" fmla="*/ 0 h 1510"/>
                  <a:gd name="T48" fmla="*/ 0 w 2847"/>
                  <a:gd name="T49" fmla="*/ 0 h 1510"/>
                  <a:gd name="T50" fmla="*/ 0 w 2847"/>
                  <a:gd name="T51" fmla="*/ 0 h 1510"/>
                  <a:gd name="T52" fmla="*/ 0 w 2847"/>
                  <a:gd name="T53" fmla="*/ 0 h 1510"/>
                  <a:gd name="T54" fmla="*/ 0 w 2847"/>
                  <a:gd name="T55" fmla="*/ 0 h 1510"/>
                  <a:gd name="T56" fmla="*/ 0 w 2847"/>
                  <a:gd name="T57" fmla="*/ 0 h 1510"/>
                  <a:gd name="T58" fmla="*/ 0 w 2847"/>
                  <a:gd name="T59" fmla="*/ 0 h 1510"/>
                  <a:gd name="T60" fmla="*/ 0 w 2847"/>
                  <a:gd name="T61" fmla="*/ 0 h 1510"/>
                  <a:gd name="T62" fmla="*/ 0 w 2847"/>
                  <a:gd name="T63" fmla="*/ 0 h 1510"/>
                  <a:gd name="T64" fmla="*/ 0 w 2847"/>
                  <a:gd name="T65" fmla="*/ 0 h 1510"/>
                  <a:gd name="T66" fmla="*/ 0 w 2847"/>
                  <a:gd name="T67" fmla="*/ 0 h 1510"/>
                  <a:gd name="T68" fmla="*/ 0 w 2847"/>
                  <a:gd name="T69" fmla="*/ 0 h 1510"/>
                  <a:gd name="T70" fmla="*/ 0 w 2847"/>
                  <a:gd name="T71" fmla="*/ 0 h 1510"/>
                  <a:gd name="T72" fmla="*/ 0 w 2847"/>
                  <a:gd name="T73" fmla="*/ 0 h 1510"/>
                  <a:gd name="T74" fmla="*/ 0 w 2847"/>
                  <a:gd name="T75" fmla="*/ 0 h 1510"/>
                  <a:gd name="T76" fmla="*/ 0 w 2847"/>
                  <a:gd name="T77" fmla="*/ 0 h 1510"/>
                  <a:gd name="T78" fmla="*/ 0 w 2847"/>
                  <a:gd name="T79" fmla="*/ 0 h 1510"/>
                  <a:gd name="T80" fmla="*/ 0 w 2847"/>
                  <a:gd name="T81" fmla="*/ 0 h 1510"/>
                  <a:gd name="T82" fmla="*/ 0 w 2847"/>
                  <a:gd name="T83" fmla="*/ 0 h 1510"/>
                  <a:gd name="T84" fmla="*/ 0 w 2847"/>
                  <a:gd name="T85" fmla="*/ 0 h 1510"/>
                  <a:gd name="T86" fmla="*/ 0 w 2847"/>
                  <a:gd name="T87" fmla="*/ 0 h 1510"/>
                  <a:gd name="T88" fmla="*/ 0 w 2847"/>
                  <a:gd name="T89" fmla="*/ 0 h 1510"/>
                  <a:gd name="T90" fmla="*/ 0 w 2847"/>
                  <a:gd name="T91" fmla="*/ 0 h 1510"/>
                  <a:gd name="T92" fmla="*/ 0 w 2847"/>
                  <a:gd name="T93" fmla="*/ 0 h 1510"/>
                  <a:gd name="T94" fmla="*/ 0 w 2847"/>
                  <a:gd name="T95" fmla="*/ 0 h 1510"/>
                  <a:gd name="T96" fmla="*/ 0 w 2847"/>
                  <a:gd name="T97" fmla="*/ 0 h 1510"/>
                  <a:gd name="T98" fmla="*/ 0 w 2847"/>
                  <a:gd name="T99" fmla="*/ 0 h 1510"/>
                  <a:gd name="T100" fmla="*/ 0 w 2847"/>
                  <a:gd name="T101" fmla="*/ 0 h 1510"/>
                  <a:gd name="T102" fmla="*/ 0 w 2847"/>
                  <a:gd name="T103" fmla="*/ 0 h 1510"/>
                  <a:gd name="T104" fmla="*/ 0 w 2847"/>
                  <a:gd name="T105" fmla="*/ 0 h 1510"/>
                  <a:gd name="T106" fmla="*/ 0 w 2847"/>
                  <a:gd name="T107" fmla="*/ 0 h 1510"/>
                  <a:gd name="T108" fmla="*/ 0 w 2847"/>
                  <a:gd name="T109" fmla="*/ 0 h 1510"/>
                  <a:gd name="T110" fmla="*/ 0 w 2847"/>
                  <a:gd name="T111" fmla="*/ 0 h 1510"/>
                  <a:gd name="T112" fmla="*/ 0 w 2847"/>
                  <a:gd name="T113" fmla="*/ 0 h 1510"/>
                  <a:gd name="T114" fmla="*/ 0 w 2847"/>
                  <a:gd name="T115" fmla="*/ 0 h 1510"/>
                  <a:gd name="T116" fmla="*/ 0 w 2847"/>
                  <a:gd name="T117" fmla="*/ 0 h 1510"/>
                  <a:gd name="T118" fmla="*/ 0 w 2847"/>
                  <a:gd name="T119" fmla="*/ 0 h 1510"/>
                  <a:gd name="T120" fmla="*/ 0 w 2847"/>
                  <a:gd name="T121" fmla="*/ 0 h 151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47"/>
                  <a:gd name="T184" fmla="*/ 0 h 1510"/>
                  <a:gd name="T185" fmla="*/ 2847 w 2847"/>
                  <a:gd name="T186" fmla="*/ 1510 h 151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47" h="1510">
                    <a:moveTo>
                      <a:pt x="1072" y="246"/>
                    </a:moveTo>
                    <a:lnTo>
                      <a:pt x="1129" y="369"/>
                    </a:lnTo>
                    <a:lnTo>
                      <a:pt x="1228" y="441"/>
                    </a:lnTo>
                    <a:lnTo>
                      <a:pt x="1369" y="516"/>
                    </a:lnTo>
                    <a:lnTo>
                      <a:pt x="1558" y="567"/>
                    </a:lnTo>
                    <a:lnTo>
                      <a:pt x="1798" y="606"/>
                    </a:lnTo>
                    <a:lnTo>
                      <a:pt x="1903" y="576"/>
                    </a:lnTo>
                    <a:lnTo>
                      <a:pt x="1945" y="507"/>
                    </a:lnTo>
                    <a:lnTo>
                      <a:pt x="1969" y="408"/>
                    </a:lnTo>
                    <a:lnTo>
                      <a:pt x="1969" y="345"/>
                    </a:lnTo>
                    <a:lnTo>
                      <a:pt x="1929" y="239"/>
                    </a:lnTo>
                    <a:lnTo>
                      <a:pt x="1890" y="171"/>
                    </a:lnTo>
                    <a:lnTo>
                      <a:pt x="1839" y="120"/>
                    </a:lnTo>
                    <a:lnTo>
                      <a:pt x="1903" y="32"/>
                    </a:lnTo>
                    <a:lnTo>
                      <a:pt x="1945" y="0"/>
                    </a:lnTo>
                    <a:lnTo>
                      <a:pt x="2160" y="113"/>
                    </a:lnTo>
                    <a:lnTo>
                      <a:pt x="2400" y="162"/>
                    </a:lnTo>
                    <a:lnTo>
                      <a:pt x="2630" y="252"/>
                    </a:lnTo>
                    <a:lnTo>
                      <a:pt x="2847" y="378"/>
                    </a:lnTo>
                    <a:lnTo>
                      <a:pt x="2556" y="252"/>
                    </a:lnTo>
                    <a:lnTo>
                      <a:pt x="2342" y="191"/>
                    </a:lnTo>
                    <a:lnTo>
                      <a:pt x="2202" y="171"/>
                    </a:lnTo>
                    <a:lnTo>
                      <a:pt x="2052" y="171"/>
                    </a:lnTo>
                    <a:lnTo>
                      <a:pt x="1987" y="215"/>
                    </a:lnTo>
                    <a:lnTo>
                      <a:pt x="2004" y="387"/>
                    </a:lnTo>
                    <a:lnTo>
                      <a:pt x="1987" y="484"/>
                    </a:lnTo>
                    <a:lnTo>
                      <a:pt x="1953" y="590"/>
                    </a:lnTo>
                    <a:lnTo>
                      <a:pt x="1903" y="655"/>
                    </a:lnTo>
                    <a:lnTo>
                      <a:pt x="1789" y="760"/>
                    </a:lnTo>
                    <a:lnTo>
                      <a:pt x="1789" y="707"/>
                    </a:lnTo>
                    <a:lnTo>
                      <a:pt x="1749" y="673"/>
                    </a:lnTo>
                    <a:lnTo>
                      <a:pt x="1708" y="687"/>
                    </a:lnTo>
                    <a:lnTo>
                      <a:pt x="1696" y="738"/>
                    </a:lnTo>
                    <a:lnTo>
                      <a:pt x="1720" y="770"/>
                    </a:lnTo>
                    <a:lnTo>
                      <a:pt x="1756" y="779"/>
                    </a:lnTo>
                    <a:lnTo>
                      <a:pt x="1731" y="813"/>
                    </a:lnTo>
                    <a:lnTo>
                      <a:pt x="1674" y="802"/>
                    </a:lnTo>
                    <a:lnTo>
                      <a:pt x="1648" y="760"/>
                    </a:lnTo>
                    <a:lnTo>
                      <a:pt x="1659" y="707"/>
                    </a:lnTo>
                    <a:lnTo>
                      <a:pt x="1681" y="666"/>
                    </a:lnTo>
                    <a:lnTo>
                      <a:pt x="1720" y="648"/>
                    </a:lnTo>
                    <a:lnTo>
                      <a:pt x="1780" y="624"/>
                    </a:lnTo>
                    <a:lnTo>
                      <a:pt x="1433" y="567"/>
                    </a:lnTo>
                    <a:lnTo>
                      <a:pt x="1235" y="500"/>
                    </a:lnTo>
                    <a:lnTo>
                      <a:pt x="1353" y="795"/>
                    </a:lnTo>
                    <a:lnTo>
                      <a:pt x="1549" y="1289"/>
                    </a:lnTo>
                    <a:lnTo>
                      <a:pt x="1648" y="1510"/>
                    </a:lnTo>
                    <a:lnTo>
                      <a:pt x="1358" y="903"/>
                    </a:lnTo>
                    <a:lnTo>
                      <a:pt x="1201" y="576"/>
                    </a:lnTo>
                    <a:lnTo>
                      <a:pt x="1046" y="378"/>
                    </a:lnTo>
                    <a:lnTo>
                      <a:pt x="896" y="239"/>
                    </a:lnTo>
                    <a:lnTo>
                      <a:pt x="774" y="156"/>
                    </a:lnTo>
                    <a:lnTo>
                      <a:pt x="668" y="147"/>
                    </a:lnTo>
                    <a:lnTo>
                      <a:pt x="525" y="162"/>
                    </a:lnTo>
                    <a:lnTo>
                      <a:pt x="106" y="270"/>
                    </a:lnTo>
                    <a:lnTo>
                      <a:pt x="0" y="345"/>
                    </a:lnTo>
                    <a:lnTo>
                      <a:pt x="106" y="239"/>
                    </a:lnTo>
                    <a:lnTo>
                      <a:pt x="493" y="94"/>
                    </a:lnTo>
                    <a:lnTo>
                      <a:pt x="749" y="90"/>
                    </a:lnTo>
                    <a:lnTo>
                      <a:pt x="995" y="15"/>
                    </a:lnTo>
                    <a:lnTo>
                      <a:pt x="1072" y="2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5" name="Freeform 139"/>
              <p:cNvSpPr>
                <a:spLocks/>
              </p:cNvSpPr>
              <p:nvPr/>
            </p:nvSpPr>
            <p:spPr bwMode="auto">
              <a:xfrm>
                <a:off x="2312" y="1687"/>
                <a:ext cx="142" cy="214"/>
              </a:xfrm>
              <a:custGeom>
                <a:avLst/>
                <a:gdLst>
                  <a:gd name="T0" fmla="*/ 0 w 1134"/>
                  <a:gd name="T1" fmla="*/ 0 h 1714"/>
                  <a:gd name="T2" fmla="*/ 0 w 1134"/>
                  <a:gd name="T3" fmla="*/ 0 h 1714"/>
                  <a:gd name="T4" fmla="*/ 0 w 1134"/>
                  <a:gd name="T5" fmla="*/ 0 h 1714"/>
                  <a:gd name="T6" fmla="*/ 0 w 1134"/>
                  <a:gd name="T7" fmla="*/ 0 h 1714"/>
                  <a:gd name="T8" fmla="*/ 0 w 1134"/>
                  <a:gd name="T9" fmla="*/ 0 h 1714"/>
                  <a:gd name="T10" fmla="*/ 0 w 1134"/>
                  <a:gd name="T11" fmla="*/ 0 h 1714"/>
                  <a:gd name="T12" fmla="*/ 0 w 1134"/>
                  <a:gd name="T13" fmla="*/ 0 h 1714"/>
                  <a:gd name="T14" fmla="*/ 0 w 1134"/>
                  <a:gd name="T15" fmla="*/ 0 h 1714"/>
                  <a:gd name="T16" fmla="*/ 0 w 1134"/>
                  <a:gd name="T17" fmla="*/ 0 h 1714"/>
                  <a:gd name="T18" fmla="*/ 0 w 1134"/>
                  <a:gd name="T19" fmla="*/ 0 h 1714"/>
                  <a:gd name="T20" fmla="*/ 0 w 1134"/>
                  <a:gd name="T21" fmla="*/ 0 h 1714"/>
                  <a:gd name="T22" fmla="*/ 0 w 1134"/>
                  <a:gd name="T23" fmla="*/ 0 h 1714"/>
                  <a:gd name="T24" fmla="*/ 0 w 1134"/>
                  <a:gd name="T25" fmla="*/ 0 h 1714"/>
                  <a:gd name="T26" fmla="*/ 0 w 1134"/>
                  <a:gd name="T27" fmla="*/ 0 h 1714"/>
                  <a:gd name="T28" fmla="*/ 0 w 1134"/>
                  <a:gd name="T29" fmla="*/ 0 h 1714"/>
                  <a:gd name="T30" fmla="*/ 0 w 1134"/>
                  <a:gd name="T31" fmla="*/ 0 h 1714"/>
                  <a:gd name="T32" fmla="*/ 0 w 1134"/>
                  <a:gd name="T33" fmla="*/ 0 h 1714"/>
                  <a:gd name="T34" fmla="*/ 0 w 1134"/>
                  <a:gd name="T35" fmla="*/ 0 h 1714"/>
                  <a:gd name="T36" fmla="*/ 0 w 1134"/>
                  <a:gd name="T37" fmla="*/ 0 h 1714"/>
                  <a:gd name="T38" fmla="*/ 0 w 1134"/>
                  <a:gd name="T39" fmla="*/ 0 h 1714"/>
                  <a:gd name="T40" fmla="*/ 0 w 1134"/>
                  <a:gd name="T41" fmla="*/ 0 h 1714"/>
                  <a:gd name="T42" fmla="*/ 0 w 1134"/>
                  <a:gd name="T43" fmla="*/ 0 h 1714"/>
                  <a:gd name="T44" fmla="*/ 0 w 1134"/>
                  <a:gd name="T45" fmla="*/ 0 h 1714"/>
                  <a:gd name="T46" fmla="*/ 0 w 1134"/>
                  <a:gd name="T47" fmla="*/ 0 h 1714"/>
                  <a:gd name="T48" fmla="*/ 0 w 1134"/>
                  <a:gd name="T49" fmla="*/ 0 h 1714"/>
                  <a:gd name="T50" fmla="*/ 0 w 1134"/>
                  <a:gd name="T51" fmla="*/ 0 h 1714"/>
                  <a:gd name="T52" fmla="*/ 0 w 1134"/>
                  <a:gd name="T53" fmla="*/ 0 h 1714"/>
                  <a:gd name="T54" fmla="*/ 0 w 1134"/>
                  <a:gd name="T55" fmla="*/ 0 h 1714"/>
                  <a:gd name="T56" fmla="*/ 0 w 1134"/>
                  <a:gd name="T57" fmla="*/ 0 h 1714"/>
                  <a:gd name="T58" fmla="*/ 0 w 1134"/>
                  <a:gd name="T59" fmla="*/ 0 h 1714"/>
                  <a:gd name="T60" fmla="*/ 0 w 1134"/>
                  <a:gd name="T61" fmla="*/ 0 h 1714"/>
                  <a:gd name="T62" fmla="*/ 0 w 1134"/>
                  <a:gd name="T63" fmla="*/ 0 h 1714"/>
                  <a:gd name="T64" fmla="*/ 0 w 1134"/>
                  <a:gd name="T65" fmla="*/ 0 h 1714"/>
                  <a:gd name="T66" fmla="*/ 0 w 1134"/>
                  <a:gd name="T67" fmla="*/ 0 h 1714"/>
                  <a:gd name="T68" fmla="*/ 0 w 1134"/>
                  <a:gd name="T69" fmla="*/ 0 h 1714"/>
                  <a:gd name="T70" fmla="*/ 0 w 1134"/>
                  <a:gd name="T71" fmla="*/ 0 h 1714"/>
                  <a:gd name="T72" fmla="*/ 0 w 1134"/>
                  <a:gd name="T73" fmla="*/ 0 h 1714"/>
                  <a:gd name="T74" fmla="*/ 0 w 1134"/>
                  <a:gd name="T75" fmla="*/ 0 h 1714"/>
                  <a:gd name="T76" fmla="*/ 0 w 1134"/>
                  <a:gd name="T77" fmla="*/ 0 h 1714"/>
                  <a:gd name="T78" fmla="*/ 0 w 1134"/>
                  <a:gd name="T79" fmla="*/ 0 h 1714"/>
                  <a:gd name="T80" fmla="*/ 0 w 1134"/>
                  <a:gd name="T81" fmla="*/ 0 h 1714"/>
                  <a:gd name="T82" fmla="*/ 0 w 1134"/>
                  <a:gd name="T83" fmla="*/ 0 h 1714"/>
                  <a:gd name="T84" fmla="*/ 0 w 1134"/>
                  <a:gd name="T85" fmla="*/ 0 h 1714"/>
                  <a:gd name="T86" fmla="*/ 0 w 1134"/>
                  <a:gd name="T87" fmla="*/ 0 h 1714"/>
                  <a:gd name="T88" fmla="*/ 0 w 1134"/>
                  <a:gd name="T89" fmla="*/ 0 h 1714"/>
                  <a:gd name="T90" fmla="*/ 0 w 1134"/>
                  <a:gd name="T91" fmla="*/ 0 h 1714"/>
                  <a:gd name="T92" fmla="*/ 0 w 1134"/>
                  <a:gd name="T93" fmla="*/ 0 h 1714"/>
                  <a:gd name="T94" fmla="*/ 0 w 1134"/>
                  <a:gd name="T95" fmla="*/ 0 h 1714"/>
                  <a:gd name="T96" fmla="*/ 0 w 1134"/>
                  <a:gd name="T97" fmla="*/ 0 h 1714"/>
                  <a:gd name="T98" fmla="*/ 0 w 1134"/>
                  <a:gd name="T99" fmla="*/ 0 h 1714"/>
                  <a:gd name="T100" fmla="*/ 0 w 1134"/>
                  <a:gd name="T101" fmla="*/ 0 h 1714"/>
                  <a:gd name="T102" fmla="*/ 0 w 1134"/>
                  <a:gd name="T103" fmla="*/ 0 h 1714"/>
                  <a:gd name="T104" fmla="*/ 0 w 1134"/>
                  <a:gd name="T105" fmla="*/ 0 h 1714"/>
                  <a:gd name="T106" fmla="*/ 0 w 1134"/>
                  <a:gd name="T107" fmla="*/ 0 h 1714"/>
                  <a:gd name="T108" fmla="*/ 0 w 1134"/>
                  <a:gd name="T109" fmla="*/ 0 h 1714"/>
                  <a:gd name="T110" fmla="*/ 0 w 1134"/>
                  <a:gd name="T111" fmla="*/ 0 h 1714"/>
                  <a:gd name="T112" fmla="*/ 0 w 1134"/>
                  <a:gd name="T113" fmla="*/ 0 h 1714"/>
                  <a:gd name="T114" fmla="*/ 0 w 1134"/>
                  <a:gd name="T115" fmla="*/ 0 h 1714"/>
                  <a:gd name="T116" fmla="*/ 0 w 1134"/>
                  <a:gd name="T117" fmla="*/ 0 h 1714"/>
                  <a:gd name="T118" fmla="*/ 0 w 1134"/>
                  <a:gd name="T119" fmla="*/ 0 h 171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134"/>
                  <a:gd name="T181" fmla="*/ 0 h 1714"/>
                  <a:gd name="T182" fmla="*/ 1134 w 1134"/>
                  <a:gd name="T183" fmla="*/ 1714 h 171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134" h="1714">
                    <a:moveTo>
                      <a:pt x="159" y="0"/>
                    </a:moveTo>
                    <a:lnTo>
                      <a:pt x="264" y="31"/>
                    </a:lnTo>
                    <a:lnTo>
                      <a:pt x="365" y="113"/>
                    </a:lnTo>
                    <a:lnTo>
                      <a:pt x="447" y="229"/>
                    </a:lnTo>
                    <a:lnTo>
                      <a:pt x="521" y="367"/>
                    </a:lnTo>
                    <a:lnTo>
                      <a:pt x="570" y="484"/>
                    </a:lnTo>
                    <a:lnTo>
                      <a:pt x="611" y="591"/>
                    </a:lnTo>
                    <a:lnTo>
                      <a:pt x="491" y="409"/>
                    </a:lnTo>
                    <a:lnTo>
                      <a:pt x="387" y="288"/>
                    </a:lnTo>
                    <a:lnTo>
                      <a:pt x="264" y="205"/>
                    </a:lnTo>
                    <a:lnTo>
                      <a:pt x="167" y="157"/>
                    </a:lnTo>
                    <a:lnTo>
                      <a:pt x="167" y="319"/>
                    </a:lnTo>
                    <a:lnTo>
                      <a:pt x="222" y="499"/>
                    </a:lnTo>
                    <a:lnTo>
                      <a:pt x="312" y="646"/>
                    </a:lnTo>
                    <a:lnTo>
                      <a:pt x="413" y="754"/>
                    </a:lnTo>
                    <a:lnTo>
                      <a:pt x="598" y="886"/>
                    </a:lnTo>
                    <a:lnTo>
                      <a:pt x="768" y="998"/>
                    </a:lnTo>
                    <a:lnTo>
                      <a:pt x="860" y="1049"/>
                    </a:lnTo>
                    <a:lnTo>
                      <a:pt x="818" y="925"/>
                    </a:lnTo>
                    <a:lnTo>
                      <a:pt x="923" y="1132"/>
                    </a:lnTo>
                    <a:lnTo>
                      <a:pt x="976" y="1301"/>
                    </a:lnTo>
                    <a:lnTo>
                      <a:pt x="1007" y="1508"/>
                    </a:lnTo>
                    <a:lnTo>
                      <a:pt x="1081" y="1631"/>
                    </a:lnTo>
                    <a:lnTo>
                      <a:pt x="1134" y="1714"/>
                    </a:lnTo>
                    <a:lnTo>
                      <a:pt x="959" y="1559"/>
                    </a:lnTo>
                    <a:lnTo>
                      <a:pt x="959" y="1642"/>
                    </a:lnTo>
                    <a:lnTo>
                      <a:pt x="877" y="1665"/>
                    </a:lnTo>
                    <a:lnTo>
                      <a:pt x="918" y="1609"/>
                    </a:lnTo>
                    <a:lnTo>
                      <a:pt x="908" y="1534"/>
                    </a:lnTo>
                    <a:lnTo>
                      <a:pt x="703" y="1402"/>
                    </a:lnTo>
                    <a:lnTo>
                      <a:pt x="877" y="1411"/>
                    </a:lnTo>
                    <a:lnTo>
                      <a:pt x="736" y="1204"/>
                    </a:lnTo>
                    <a:lnTo>
                      <a:pt x="853" y="1195"/>
                    </a:lnTo>
                    <a:lnTo>
                      <a:pt x="869" y="1147"/>
                    </a:lnTo>
                    <a:lnTo>
                      <a:pt x="703" y="1141"/>
                    </a:lnTo>
                    <a:lnTo>
                      <a:pt x="494" y="1077"/>
                    </a:lnTo>
                    <a:lnTo>
                      <a:pt x="249" y="967"/>
                    </a:lnTo>
                    <a:lnTo>
                      <a:pt x="99" y="860"/>
                    </a:lnTo>
                    <a:lnTo>
                      <a:pt x="84" y="886"/>
                    </a:lnTo>
                    <a:lnTo>
                      <a:pt x="143" y="985"/>
                    </a:lnTo>
                    <a:lnTo>
                      <a:pt x="240" y="1077"/>
                    </a:lnTo>
                    <a:lnTo>
                      <a:pt x="339" y="1132"/>
                    </a:lnTo>
                    <a:lnTo>
                      <a:pt x="413" y="1338"/>
                    </a:lnTo>
                    <a:lnTo>
                      <a:pt x="644" y="1402"/>
                    </a:lnTo>
                    <a:lnTo>
                      <a:pt x="482" y="1386"/>
                    </a:lnTo>
                    <a:lnTo>
                      <a:pt x="556" y="1460"/>
                    </a:lnTo>
                    <a:lnTo>
                      <a:pt x="763" y="1508"/>
                    </a:lnTo>
                    <a:lnTo>
                      <a:pt x="853" y="1582"/>
                    </a:lnTo>
                    <a:lnTo>
                      <a:pt x="826" y="1631"/>
                    </a:lnTo>
                    <a:lnTo>
                      <a:pt x="694" y="1591"/>
                    </a:lnTo>
                    <a:lnTo>
                      <a:pt x="598" y="1600"/>
                    </a:lnTo>
                    <a:lnTo>
                      <a:pt x="51" y="1107"/>
                    </a:lnTo>
                    <a:lnTo>
                      <a:pt x="21" y="943"/>
                    </a:lnTo>
                    <a:lnTo>
                      <a:pt x="9" y="826"/>
                    </a:lnTo>
                    <a:lnTo>
                      <a:pt x="51" y="770"/>
                    </a:lnTo>
                    <a:lnTo>
                      <a:pt x="21" y="642"/>
                    </a:lnTo>
                    <a:lnTo>
                      <a:pt x="0" y="443"/>
                    </a:lnTo>
                    <a:lnTo>
                      <a:pt x="25" y="279"/>
                    </a:lnTo>
                    <a:lnTo>
                      <a:pt x="77" y="132"/>
                    </a:lnTo>
                    <a:lnTo>
                      <a:pt x="15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6" name="Freeform 140"/>
              <p:cNvSpPr>
                <a:spLocks/>
              </p:cNvSpPr>
              <p:nvPr/>
            </p:nvSpPr>
            <p:spPr bwMode="auto">
              <a:xfrm>
                <a:off x="2411" y="1892"/>
                <a:ext cx="40" cy="50"/>
              </a:xfrm>
              <a:custGeom>
                <a:avLst/>
                <a:gdLst>
                  <a:gd name="T0" fmla="*/ 0 w 318"/>
                  <a:gd name="T1" fmla="*/ 0 h 399"/>
                  <a:gd name="T2" fmla="*/ 0 w 318"/>
                  <a:gd name="T3" fmla="*/ 0 h 399"/>
                  <a:gd name="T4" fmla="*/ 0 w 318"/>
                  <a:gd name="T5" fmla="*/ 0 h 399"/>
                  <a:gd name="T6" fmla="*/ 0 w 318"/>
                  <a:gd name="T7" fmla="*/ 0 h 399"/>
                  <a:gd name="T8" fmla="*/ 0 w 318"/>
                  <a:gd name="T9" fmla="*/ 0 h 399"/>
                  <a:gd name="T10" fmla="*/ 0 w 318"/>
                  <a:gd name="T11" fmla="*/ 0 h 399"/>
                  <a:gd name="T12" fmla="*/ 0 w 318"/>
                  <a:gd name="T13" fmla="*/ 0 h 399"/>
                  <a:gd name="T14" fmla="*/ 0 w 318"/>
                  <a:gd name="T15" fmla="*/ 0 h 399"/>
                  <a:gd name="T16" fmla="*/ 0 w 318"/>
                  <a:gd name="T17" fmla="*/ 0 h 399"/>
                  <a:gd name="T18" fmla="*/ 0 w 318"/>
                  <a:gd name="T19" fmla="*/ 0 h 399"/>
                  <a:gd name="T20" fmla="*/ 0 w 318"/>
                  <a:gd name="T21" fmla="*/ 0 h 399"/>
                  <a:gd name="T22" fmla="*/ 0 w 318"/>
                  <a:gd name="T23" fmla="*/ 0 h 3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18"/>
                  <a:gd name="T37" fmla="*/ 0 h 399"/>
                  <a:gd name="T38" fmla="*/ 318 w 318"/>
                  <a:gd name="T39" fmla="*/ 399 h 39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18" h="399">
                    <a:moveTo>
                      <a:pt x="0" y="138"/>
                    </a:moveTo>
                    <a:lnTo>
                      <a:pt x="87" y="23"/>
                    </a:lnTo>
                    <a:lnTo>
                      <a:pt x="168" y="0"/>
                    </a:lnTo>
                    <a:lnTo>
                      <a:pt x="221" y="72"/>
                    </a:lnTo>
                    <a:lnTo>
                      <a:pt x="221" y="336"/>
                    </a:lnTo>
                    <a:lnTo>
                      <a:pt x="285" y="106"/>
                    </a:lnTo>
                    <a:lnTo>
                      <a:pt x="318" y="196"/>
                    </a:lnTo>
                    <a:lnTo>
                      <a:pt x="318" y="295"/>
                    </a:lnTo>
                    <a:lnTo>
                      <a:pt x="246" y="399"/>
                    </a:lnTo>
                    <a:lnTo>
                      <a:pt x="186" y="399"/>
                    </a:lnTo>
                    <a:lnTo>
                      <a:pt x="39" y="261"/>
                    </a:lnTo>
                    <a:lnTo>
                      <a:pt x="0" y="1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7" name="Freeform 141"/>
              <p:cNvSpPr>
                <a:spLocks/>
              </p:cNvSpPr>
              <p:nvPr/>
            </p:nvSpPr>
            <p:spPr bwMode="auto">
              <a:xfrm>
                <a:off x="2446" y="1700"/>
                <a:ext cx="292" cy="269"/>
              </a:xfrm>
              <a:custGeom>
                <a:avLst/>
                <a:gdLst>
                  <a:gd name="T0" fmla="*/ 0 w 2335"/>
                  <a:gd name="T1" fmla="*/ 0 h 2151"/>
                  <a:gd name="T2" fmla="*/ 0 w 2335"/>
                  <a:gd name="T3" fmla="*/ 0 h 2151"/>
                  <a:gd name="T4" fmla="*/ 0 w 2335"/>
                  <a:gd name="T5" fmla="*/ 0 h 2151"/>
                  <a:gd name="T6" fmla="*/ 0 w 2335"/>
                  <a:gd name="T7" fmla="*/ 0 h 2151"/>
                  <a:gd name="T8" fmla="*/ 0 w 2335"/>
                  <a:gd name="T9" fmla="*/ 0 h 2151"/>
                  <a:gd name="T10" fmla="*/ 0 w 2335"/>
                  <a:gd name="T11" fmla="*/ 0 h 2151"/>
                  <a:gd name="T12" fmla="*/ 0 w 2335"/>
                  <a:gd name="T13" fmla="*/ 0 h 2151"/>
                  <a:gd name="T14" fmla="*/ 0 w 2335"/>
                  <a:gd name="T15" fmla="*/ 0 h 2151"/>
                  <a:gd name="T16" fmla="*/ 0 w 2335"/>
                  <a:gd name="T17" fmla="*/ 0 h 2151"/>
                  <a:gd name="T18" fmla="*/ 0 w 2335"/>
                  <a:gd name="T19" fmla="*/ 0 h 2151"/>
                  <a:gd name="T20" fmla="*/ 0 w 2335"/>
                  <a:gd name="T21" fmla="*/ 0 h 2151"/>
                  <a:gd name="T22" fmla="*/ 0 w 2335"/>
                  <a:gd name="T23" fmla="*/ 0 h 2151"/>
                  <a:gd name="T24" fmla="*/ 0 w 2335"/>
                  <a:gd name="T25" fmla="*/ 0 h 2151"/>
                  <a:gd name="T26" fmla="*/ 0 w 2335"/>
                  <a:gd name="T27" fmla="*/ 0 h 2151"/>
                  <a:gd name="T28" fmla="*/ 0 w 2335"/>
                  <a:gd name="T29" fmla="*/ 0 h 2151"/>
                  <a:gd name="T30" fmla="*/ 0 w 2335"/>
                  <a:gd name="T31" fmla="*/ 0 h 2151"/>
                  <a:gd name="T32" fmla="*/ 0 w 2335"/>
                  <a:gd name="T33" fmla="*/ 0 h 2151"/>
                  <a:gd name="T34" fmla="*/ 0 w 2335"/>
                  <a:gd name="T35" fmla="*/ 0 h 2151"/>
                  <a:gd name="T36" fmla="*/ 0 w 2335"/>
                  <a:gd name="T37" fmla="*/ 0 h 2151"/>
                  <a:gd name="T38" fmla="*/ 0 w 2335"/>
                  <a:gd name="T39" fmla="*/ 0 h 2151"/>
                  <a:gd name="T40" fmla="*/ 0 w 2335"/>
                  <a:gd name="T41" fmla="*/ 0 h 2151"/>
                  <a:gd name="T42" fmla="*/ 0 w 2335"/>
                  <a:gd name="T43" fmla="*/ 0 h 2151"/>
                  <a:gd name="T44" fmla="*/ 0 w 2335"/>
                  <a:gd name="T45" fmla="*/ 0 h 2151"/>
                  <a:gd name="T46" fmla="*/ 0 w 2335"/>
                  <a:gd name="T47" fmla="*/ 0 h 2151"/>
                  <a:gd name="T48" fmla="*/ 0 w 2335"/>
                  <a:gd name="T49" fmla="*/ 0 h 2151"/>
                  <a:gd name="T50" fmla="*/ 0 w 2335"/>
                  <a:gd name="T51" fmla="*/ 0 h 2151"/>
                  <a:gd name="T52" fmla="*/ 0 w 2335"/>
                  <a:gd name="T53" fmla="*/ 0 h 2151"/>
                  <a:gd name="T54" fmla="*/ 0 w 2335"/>
                  <a:gd name="T55" fmla="*/ 0 h 2151"/>
                  <a:gd name="T56" fmla="*/ 0 w 2335"/>
                  <a:gd name="T57" fmla="*/ 0 h 2151"/>
                  <a:gd name="T58" fmla="*/ 0 w 2335"/>
                  <a:gd name="T59" fmla="*/ 0 h 2151"/>
                  <a:gd name="T60" fmla="*/ 0 w 2335"/>
                  <a:gd name="T61" fmla="*/ 0 h 2151"/>
                  <a:gd name="T62" fmla="*/ 0 w 2335"/>
                  <a:gd name="T63" fmla="*/ 0 h 2151"/>
                  <a:gd name="T64" fmla="*/ 0 w 2335"/>
                  <a:gd name="T65" fmla="*/ 0 h 2151"/>
                  <a:gd name="T66" fmla="*/ 0 w 2335"/>
                  <a:gd name="T67" fmla="*/ 0 h 2151"/>
                  <a:gd name="T68" fmla="*/ 0 w 2335"/>
                  <a:gd name="T69" fmla="*/ 0 h 2151"/>
                  <a:gd name="T70" fmla="*/ 0 w 2335"/>
                  <a:gd name="T71" fmla="*/ 0 h 2151"/>
                  <a:gd name="T72" fmla="*/ 0 w 2335"/>
                  <a:gd name="T73" fmla="*/ 0 h 2151"/>
                  <a:gd name="T74" fmla="*/ 0 w 2335"/>
                  <a:gd name="T75" fmla="*/ 0 h 2151"/>
                  <a:gd name="T76" fmla="*/ 0 w 2335"/>
                  <a:gd name="T77" fmla="*/ 0 h 215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335"/>
                  <a:gd name="T118" fmla="*/ 0 h 2151"/>
                  <a:gd name="T119" fmla="*/ 2335 w 2335"/>
                  <a:gd name="T120" fmla="*/ 2151 h 215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335" h="2151">
                    <a:moveTo>
                      <a:pt x="87" y="1633"/>
                    </a:moveTo>
                    <a:lnTo>
                      <a:pt x="112" y="1705"/>
                    </a:lnTo>
                    <a:lnTo>
                      <a:pt x="123" y="1896"/>
                    </a:lnTo>
                    <a:lnTo>
                      <a:pt x="0" y="1953"/>
                    </a:lnTo>
                    <a:lnTo>
                      <a:pt x="39" y="1978"/>
                    </a:lnTo>
                    <a:lnTo>
                      <a:pt x="182" y="1953"/>
                    </a:lnTo>
                    <a:lnTo>
                      <a:pt x="742" y="2068"/>
                    </a:lnTo>
                    <a:lnTo>
                      <a:pt x="732" y="2032"/>
                    </a:lnTo>
                    <a:lnTo>
                      <a:pt x="732" y="2011"/>
                    </a:lnTo>
                    <a:lnTo>
                      <a:pt x="758" y="1997"/>
                    </a:lnTo>
                    <a:lnTo>
                      <a:pt x="791" y="2002"/>
                    </a:lnTo>
                    <a:lnTo>
                      <a:pt x="806" y="2032"/>
                    </a:lnTo>
                    <a:lnTo>
                      <a:pt x="830" y="2061"/>
                    </a:lnTo>
                    <a:lnTo>
                      <a:pt x="883" y="2068"/>
                    </a:lnTo>
                    <a:lnTo>
                      <a:pt x="958" y="2127"/>
                    </a:lnTo>
                    <a:lnTo>
                      <a:pt x="938" y="2068"/>
                    </a:lnTo>
                    <a:lnTo>
                      <a:pt x="1180" y="2011"/>
                    </a:lnTo>
                    <a:lnTo>
                      <a:pt x="1477" y="1845"/>
                    </a:lnTo>
                    <a:lnTo>
                      <a:pt x="1807" y="1930"/>
                    </a:lnTo>
                    <a:lnTo>
                      <a:pt x="1872" y="2061"/>
                    </a:lnTo>
                    <a:lnTo>
                      <a:pt x="1872" y="2142"/>
                    </a:lnTo>
                    <a:lnTo>
                      <a:pt x="1883" y="2151"/>
                    </a:lnTo>
                    <a:lnTo>
                      <a:pt x="1897" y="2061"/>
                    </a:lnTo>
                    <a:lnTo>
                      <a:pt x="1823" y="1912"/>
                    </a:lnTo>
                    <a:lnTo>
                      <a:pt x="1666" y="1815"/>
                    </a:lnTo>
                    <a:lnTo>
                      <a:pt x="1731" y="1714"/>
                    </a:lnTo>
                    <a:lnTo>
                      <a:pt x="1855" y="1668"/>
                    </a:lnTo>
                    <a:lnTo>
                      <a:pt x="2003" y="1642"/>
                    </a:lnTo>
                    <a:lnTo>
                      <a:pt x="2189" y="1674"/>
                    </a:lnTo>
                    <a:lnTo>
                      <a:pt x="2226" y="1705"/>
                    </a:lnTo>
                    <a:lnTo>
                      <a:pt x="2235" y="1804"/>
                    </a:lnTo>
                    <a:lnTo>
                      <a:pt x="2285" y="1887"/>
                    </a:lnTo>
                    <a:lnTo>
                      <a:pt x="2335" y="1771"/>
                    </a:lnTo>
                    <a:lnTo>
                      <a:pt x="2309" y="1700"/>
                    </a:lnTo>
                    <a:lnTo>
                      <a:pt x="2219" y="1608"/>
                    </a:lnTo>
                    <a:lnTo>
                      <a:pt x="2102" y="1510"/>
                    </a:lnTo>
                    <a:lnTo>
                      <a:pt x="2010" y="1402"/>
                    </a:lnTo>
                    <a:lnTo>
                      <a:pt x="1929" y="1439"/>
                    </a:lnTo>
                    <a:lnTo>
                      <a:pt x="1883" y="1559"/>
                    </a:lnTo>
                    <a:lnTo>
                      <a:pt x="1839" y="1536"/>
                    </a:lnTo>
                    <a:lnTo>
                      <a:pt x="1883" y="1428"/>
                    </a:lnTo>
                    <a:lnTo>
                      <a:pt x="1929" y="1338"/>
                    </a:lnTo>
                    <a:lnTo>
                      <a:pt x="2138" y="1255"/>
                    </a:lnTo>
                    <a:lnTo>
                      <a:pt x="2235" y="1165"/>
                    </a:lnTo>
                    <a:lnTo>
                      <a:pt x="2189" y="1041"/>
                    </a:lnTo>
                    <a:lnTo>
                      <a:pt x="2169" y="1142"/>
                    </a:lnTo>
                    <a:lnTo>
                      <a:pt x="2063" y="1206"/>
                    </a:lnTo>
                    <a:lnTo>
                      <a:pt x="1962" y="1232"/>
                    </a:lnTo>
                    <a:lnTo>
                      <a:pt x="1883" y="1239"/>
                    </a:lnTo>
                    <a:lnTo>
                      <a:pt x="1855" y="1213"/>
                    </a:lnTo>
                    <a:lnTo>
                      <a:pt x="1872" y="1181"/>
                    </a:lnTo>
                    <a:lnTo>
                      <a:pt x="2039" y="1066"/>
                    </a:lnTo>
                    <a:lnTo>
                      <a:pt x="2169" y="943"/>
                    </a:lnTo>
                    <a:lnTo>
                      <a:pt x="2197" y="1001"/>
                    </a:lnTo>
                    <a:lnTo>
                      <a:pt x="2201" y="868"/>
                    </a:lnTo>
                    <a:lnTo>
                      <a:pt x="2180" y="720"/>
                    </a:lnTo>
                    <a:lnTo>
                      <a:pt x="2169" y="565"/>
                    </a:lnTo>
                    <a:lnTo>
                      <a:pt x="2180" y="337"/>
                    </a:lnTo>
                    <a:lnTo>
                      <a:pt x="2153" y="114"/>
                    </a:lnTo>
                    <a:lnTo>
                      <a:pt x="2111" y="0"/>
                    </a:lnTo>
                    <a:lnTo>
                      <a:pt x="2144" y="182"/>
                    </a:lnTo>
                    <a:lnTo>
                      <a:pt x="2144" y="400"/>
                    </a:lnTo>
                    <a:lnTo>
                      <a:pt x="2111" y="582"/>
                    </a:lnTo>
                    <a:lnTo>
                      <a:pt x="1982" y="868"/>
                    </a:lnTo>
                    <a:lnTo>
                      <a:pt x="2088" y="706"/>
                    </a:lnTo>
                    <a:lnTo>
                      <a:pt x="2127" y="771"/>
                    </a:lnTo>
                    <a:lnTo>
                      <a:pt x="2144" y="861"/>
                    </a:lnTo>
                    <a:lnTo>
                      <a:pt x="2120" y="936"/>
                    </a:lnTo>
                    <a:lnTo>
                      <a:pt x="2003" y="1041"/>
                    </a:lnTo>
                    <a:lnTo>
                      <a:pt x="1865" y="1125"/>
                    </a:lnTo>
                    <a:lnTo>
                      <a:pt x="1872" y="1050"/>
                    </a:lnTo>
                    <a:lnTo>
                      <a:pt x="1673" y="1273"/>
                    </a:lnTo>
                    <a:lnTo>
                      <a:pt x="1402" y="1476"/>
                    </a:lnTo>
                    <a:lnTo>
                      <a:pt x="1169" y="1584"/>
                    </a:lnTo>
                    <a:lnTo>
                      <a:pt x="965" y="1633"/>
                    </a:lnTo>
                    <a:lnTo>
                      <a:pt x="615" y="1600"/>
                    </a:lnTo>
                    <a:lnTo>
                      <a:pt x="410" y="1608"/>
                    </a:lnTo>
                    <a:lnTo>
                      <a:pt x="195" y="1626"/>
                    </a:lnTo>
                    <a:lnTo>
                      <a:pt x="87" y="16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8" name="Freeform 142"/>
              <p:cNvSpPr>
                <a:spLocks/>
              </p:cNvSpPr>
              <p:nvPr/>
            </p:nvSpPr>
            <p:spPr bwMode="auto">
              <a:xfrm>
                <a:off x="2599" y="1689"/>
                <a:ext cx="22" cy="176"/>
              </a:xfrm>
              <a:custGeom>
                <a:avLst/>
                <a:gdLst>
                  <a:gd name="T0" fmla="*/ 0 w 180"/>
                  <a:gd name="T1" fmla="*/ 0 h 1411"/>
                  <a:gd name="T2" fmla="*/ 0 w 180"/>
                  <a:gd name="T3" fmla="*/ 0 h 1411"/>
                  <a:gd name="T4" fmla="*/ 0 w 180"/>
                  <a:gd name="T5" fmla="*/ 0 h 1411"/>
                  <a:gd name="T6" fmla="*/ 0 w 180"/>
                  <a:gd name="T7" fmla="*/ 0 h 1411"/>
                  <a:gd name="T8" fmla="*/ 0 w 180"/>
                  <a:gd name="T9" fmla="*/ 0 h 1411"/>
                  <a:gd name="T10" fmla="*/ 0 w 180"/>
                  <a:gd name="T11" fmla="*/ 0 h 1411"/>
                  <a:gd name="T12" fmla="*/ 0 w 180"/>
                  <a:gd name="T13" fmla="*/ 0 h 1411"/>
                  <a:gd name="T14" fmla="*/ 0 w 180"/>
                  <a:gd name="T15" fmla="*/ 0 h 1411"/>
                  <a:gd name="T16" fmla="*/ 0 w 180"/>
                  <a:gd name="T17" fmla="*/ 0 h 1411"/>
                  <a:gd name="T18" fmla="*/ 0 w 180"/>
                  <a:gd name="T19" fmla="*/ 0 h 1411"/>
                  <a:gd name="T20" fmla="*/ 0 w 180"/>
                  <a:gd name="T21" fmla="*/ 0 h 1411"/>
                  <a:gd name="T22" fmla="*/ 0 w 180"/>
                  <a:gd name="T23" fmla="*/ 0 h 1411"/>
                  <a:gd name="T24" fmla="*/ 0 w 180"/>
                  <a:gd name="T25" fmla="*/ 0 h 1411"/>
                  <a:gd name="T26" fmla="*/ 0 w 180"/>
                  <a:gd name="T27" fmla="*/ 0 h 1411"/>
                  <a:gd name="T28" fmla="*/ 0 w 180"/>
                  <a:gd name="T29" fmla="*/ 0 h 1411"/>
                  <a:gd name="T30" fmla="*/ 0 w 180"/>
                  <a:gd name="T31" fmla="*/ 0 h 14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0"/>
                  <a:gd name="T49" fmla="*/ 0 h 1411"/>
                  <a:gd name="T50" fmla="*/ 180 w 180"/>
                  <a:gd name="T51" fmla="*/ 1411 h 141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0" h="1411">
                    <a:moveTo>
                      <a:pt x="0" y="33"/>
                    </a:moveTo>
                    <a:lnTo>
                      <a:pt x="99" y="263"/>
                    </a:lnTo>
                    <a:lnTo>
                      <a:pt x="129" y="483"/>
                    </a:lnTo>
                    <a:lnTo>
                      <a:pt x="124" y="802"/>
                    </a:lnTo>
                    <a:lnTo>
                      <a:pt x="81" y="1075"/>
                    </a:lnTo>
                    <a:lnTo>
                      <a:pt x="9" y="1411"/>
                    </a:lnTo>
                    <a:lnTo>
                      <a:pt x="90" y="1386"/>
                    </a:lnTo>
                    <a:lnTo>
                      <a:pt x="140" y="1303"/>
                    </a:lnTo>
                    <a:lnTo>
                      <a:pt x="171" y="1140"/>
                    </a:lnTo>
                    <a:lnTo>
                      <a:pt x="180" y="886"/>
                    </a:lnTo>
                    <a:lnTo>
                      <a:pt x="171" y="556"/>
                    </a:lnTo>
                    <a:lnTo>
                      <a:pt x="145" y="344"/>
                    </a:lnTo>
                    <a:lnTo>
                      <a:pt x="105" y="180"/>
                    </a:lnTo>
                    <a:lnTo>
                      <a:pt x="39" y="22"/>
                    </a:lnTo>
                    <a:lnTo>
                      <a:pt x="9" y="0"/>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9" name="Freeform 143"/>
              <p:cNvSpPr>
                <a:spLocks/>
              </p:cNvSpPr>
              <p:nvPr/>
            </p:nvSpPr>
            <p:spPr bwMode="auto">
              <a:xfrm>
                <a:off x="2552" y="1804"/>
                <a:ext cx="18" cy="18"/>
              </a:xfrm>
              <a:custGeom>
                <a:avLst/>
                <a:gdLst>
                  <a:gd name="T0" fmla="*/ 0 w 141"/>
                  <a:gd name="T1" fmla="*/ 0 h 141"/>
                  <a:gd name="T2" fmla="*/ 0 w 141"/>
                  <a:gd name="T3" fmla="*/ 0 h 141"/>
                  <a:gd name="T4" fmla="*/ 0 w 141"/>
                  <a:gd name="T5" fmla="*/ 0 h 141"/>
                  <a:gd name="T6" fmla="*/ 0 w 141"/>
                  <a:gd name="T7" fmla="*/ 0 h 141"/>
                  <a:gd name="T8" fmla="*/ 0 w 141"/>
                  <a:gd name="T9" fmla="*/ 0 h 141"/>
                  <a:gd name="T10" fmla="*/ 0 w 141"/>
                  <a:gd name="T11" fmla="*/ 0 h 141"/>
                  <a:gd name="T12" fmla="*/ 0 w 141"/>
                  <a:gd name="T13" fmla="*/ 0 h 141"/>
                  <a:gd name="T14" fmla="*/ 0 w 141"/>
                  <a:gd name="T15" fmla="*/ 0 h 141"/>
                  <a:gd name="T16" fmla="*/ 0 w 141"/>
                  <a:gd name="T17" fmla="*/ 0 h 141"/>
                  <a:gd name="T18" fmla="*/ 0 w 141"/>
                  <a:gd name="T19" fmla="*/ 0 h 141"/>
                  <a:gd name="T20" fmla="*/ 0 w 141"/>
                  <a:gd name="T21" fmla="*/ 0 h 141"/>
                  <a:gd name="T22" fmla="*/ 0 w 141"/>
                  <a:gd name="T23" fmla="*/ 0 h 141"/>
                  <a:gd name="T24" fmla="*/ 0 w 141"/>
                  <a:gd name="T25" fmla="*/ 0 h 141"/>
                  <a:gd name="T26" fmla="*/ 0 w 141"/>
                  <a:gd name="T27" fmla="*/ 0 h 141"/>
                  <a:gd name="T28" fmla="*/ 0 w 141"/>
                  <a:gd name="T29" fmla="*/ 0 h 141"/>
                  <a:gd name="T30" fmla="*/ 0 w 141"/>
                  <a:gd name="T31" fmla="*/ 0 h 14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1"/>
                  <a:gd name="T49" fmla="*/ 0 h 141"/>
                  <a:gd name="T50" fmla="*/ 141 w 141"/>
                  <a:gd name="T51" fmla="*/ 141 h 14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1" h="141">
                    <a:moveTo>
                      <a:pt x="101" y="7"/>
                    </a:moveTo>
                    <a:lnTo>
                      <a:pt x="66" y="7"/>
                    </a:lnTo>
                    <a:lnTo>
                      <a:pt x="42" y="31"/>
                    </a:lnTo>
                    <a:lnTo>
                      <a:pt x="51" y="62"/>
                    </a:lnTo>
                    <a:lnTo>
                      <a:pt x="77" y="88"/>
                    </a:lnTo>
                    <a:lnTo>
                      <a:pt x="110" y="72"/>
                    </a:lnTo>
                    <a:lnTo>
                      <a:pt x="123" y="49"/>
                    </a:lnTo>
                    <a:lnTo>
                      <a:pt x="123" y="31"/>
                    </a:lnTo>
                    <a:lnTo>
                      <a:pt x="141" y="62"/>
                    </a:lnTo>
                    <a:lnTo>
                      <a:pt x="123" y="113"/>
                    </a:lnTo>
                    <a:lnTo>
                      <a:pt x="77" y="141"/>
                    </a:lnTo>
                    <a:lnTo>
                      <a:pt x="18" y="106"/>
                    </a:lnTo>
                    <a:lnTo>
                      <a:pt x="0" y="49"/>
                    </a:lnTo>
                    <a:lnTo>
                      <a:pt x="42" y="7"/>
                    </a:lnTo>
                    <a:lnTo>
                      <a:pt x="66" y="0"/>
                    </a:lnTo>
                    <a:lnTo>
                      <a:pt x="101"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0" name="Freeform 144"/>
              <p:cNvSpPr>
                <a:spLocks/>
              </p:cNvSpPr>
              <p:nvPr/>
            </p:nvSpPr>
            <p:spPr bwMode="auto">
              <a:xfrm>
                <a:off x="2705" y="1850"/>
                <a:ext cx="33" cy="63"/>
              </a:xfrm>
              <a:custGeom>
                <a:avLst/>
                <a:gdLst>
                  <a:gd name="T0" fmla="*/ 0 w 265"/>
                  <a:gd name="T1" fmla="*/ 0 h 505"/>
                  <a:gd name="T2" fmla="*/ 0 w 265"/>
                  <a:gd name="T3" fmla="*/ 0 h 505"/>
                  <a:gd name="T4" fmla="*/ 0 w 265"/>
                  <a:gd name="T5" fmla="*/ 0 h 505"/>
                  <a:gd name="T6" fmla="*/ 0 w 265"/>
                  <a:gd name="T7" fmla="*/ 0 h 505"/>
                  <a:gd name="T8" fmla="*/ 0 w 265"/>
                  <a:gd name="T9" fmla="*/ 0 h 505"/>
                  <a:gd name="T10" fmla="*/ 0 w 265"/>
                  <a:gd name="T11" fmla="*/ 0 h 505"/>
                  <a:gd name="T12" fmla="*/ 0 w 265"/>
                  <a:gd name="T13" fmla="*/ 0 h 505"/>
                  <a:gd name="T14" fmla="*/ 0 w 265"/>
                  <a:gd name="T15" fmla="*/ 0 h 505"/>
                  <a:gd name="T16" fmla="*/ 0 w 265"/>
                  <a:gd name="T17" fmla="*/ 0 h 505"/>
                  <a:gd name="T18" fmla="*/ 0 w 265"/>
                  <a:gd name="T19" fmla="*/ 0 h 505"/>
                  <a:gd name="T20" fmla="*/ 0 w 265"/>
                  <a:gd name="T21" fmla="*/ 0 h 505"/>
                  <a:gd name="T22" fmla="*/ 0 w 265"/>
                  <a:gd name="T23" fmla="*/ 0 h 505"/>
                  <a:gd name="T24" fmla="*/ 0 w 265"/>
                  <a:gd name="T25" fmla="*/ 0 h 505"/>
                  <a:gd name="T26" fmla="*/ 0 w 265"/>
                  <a:gd name="T27" fmla="*/ 0 h 5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65"/>
                  <a:gd name="T43" fmla="*/ 0 h 505"/>
                  <a:gd name="T44" fmla="*/ 265 w 265"/>
                  <a:gd name="T45" fmla="*/ 505 h 50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65" h="505">
                    <a:moveTo>
                      <a:pt x="215" y="0"/>
                    </a:moveTo>
                    <a:lnTo>
                      <a:pt x="215" y="71"/>
                    </a:lnTo>
                    <a:lnTo>
                      <a:pt x="0" y="193"/>
                    </a:lnTo>
                    <a:lnTo>
                      <a:pt x="131" y="152"/>
                    </a:lnTo>
                    <a:lnTo>
                      <a:pt x="131" y="277"/>
                    </a:lnTo>
                    <a:lnTo>
                      <a:pt x="57" y="258"/>
                    </a:lnTo>
                    <a:lnTo>
                      <a:pt x="239" y="431"/>
                    </a:lnTo>
                    <a:lnTo>
                      <a:pt x="265" y="505"/>
                    </a:lnTo>
                    <a:lnTo>
                      <a:pt x="255" y="405"/>
                    </a:lnTo>
                    <a:lnTo>
                      <a:pt x="180" y="308"/>
                    </a:lnTo>
                    <a:lnTo>
                      <a:pt x="180" y="143"/>
                    </a:lnTo>
                    <a:lnTo>
                      <a:pt x="233" y="92"/>
                    </a:lnTo>
                    <a:lnTo>
                      <a:pt x="233" y="51"/>
                    </a:lnTo>
                    <a:lnTo>
                      <a:pt x="2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1" name="Freeform 145"/>
              <p:cNvSpPr>
                <a:spLocks/>
              </p:cNvSpPr>
              <p:nvPr/>
            </p:nvSpPr>
            <p:spPr bwMode="auto">
              <a:xfrm>
                <a:off x="2667" y="1919"/>
                <a:ext cx="115" cy="67"/>
              </a:xfrm>
              <a:custGeom>
                <a:avLst/>
                <a:gdLst>
                  <a:gd name="T0" fmla="*/ 0 w 918"/>
                  <a:gd name="T1" fmla="*/ 0 h 541"/>
                  <a:gd name="T2" fmla="*/ 0 w 918"/>
                  <a:gd name="T3" fmla="*/ 0 h 541"/>
                  <a:gd name="T4" fmla="*/ 0 w 918"/>
                  <a:gd name="T5" fmla="*/ 0 h 541"/>
                  <a:gd name="T6" fmla="*/ 0 w 918"/>
                  <a:gd name="T7" fmla="*/ 0 h 541"/>
                  <a:gd name="T8" fmla="*/ 0 w 918"/>
                  <a:gd name="T9" fmla="*/ 0 h 541"/>
                  <a:gd name="T10" fmla="*/ 0 w 918"/>
                  <a:gd name="T11" fmla="*/ 0 h 541"/>
                  <a:gd name="T12" fmla="*/ 0 w 918"/>
                  <a:gd name="T13" fmla="*/ 0 h 541"/>
                  <a:gd name="T14" fmla="*/ 0 w 918"/>
                  <a:gd name="T15" fmla="*/ 0 h 541"/>
                  <a:gd name="T16" fmla="*/ 0 w 918"/>
                  <a:gd name="T17" fmla="*/ 0 h 541"/>
                  <a:gd name="T18" fmla="*/ 0 w 918"/>
                  <a:gd name="T19" fmla="*/ 0 h 541"/>
                  <a:gd name="T20" fmla="*/ 0 w 918"/>
                  <a:gd name="T21" fmla="*/ 0 h 541"/>
                  <a:gd name="T22" fmla="*/ 0 w 918"/>
                  <a:gd name="T23" fmla="*/ 0 h 541"/>
                  <a:gd name="T24" fmla="*/ 0 w 918"/>
                  <a:gd name="T25" fmla="*/ 0 h 541"/>
                  <a:gd name="T26" fmla="*/ 0 w 918"/>
                  <a:gd name="T27" fmla="*/ 0 h 541"/>
                  <a:gd name="T28" fmla="*/ 0 w 918"/>
                  <a:gd name="T29" fmla="*/ 0 h 541"/>
                  <a:gd name="T30" fmla="*/ 0 w 918"/>
                  <a:gd name="T31" fmla="*/ 0 h 541"/>
                  <a:gd name="T32" fmla="*/ 0 w 918"/>
                  <a:gd name="T33" fmla="*/ 0 h 541"/>
                  <a:gd name="T34" fmla="*/ 0 w 918"/>
                  <a:gd name="T35" fmla="*/ 0 h 541"/>
                  <a:gd name="T36" fmla="*/ 0 w 918"/>
                  <a:gd name="T37" fmla="*/ 0 h 541"/>
                  <a:gd name="T38" fmla="*/ 0 w 918"/>
                  <a:gd name="T39" fmla="*/ 0 h 541"/>
                  <a:gd name="T40" fmla="*/ 0 w 918"/>
                  <a:gd name="T41" fmla="*/ 0 h 541"/>
                  <a:gd name="T42" fmla="*/ 0 w 918"/>
                  <a:gd name="T43" fmla="*/ 0 h 54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918"/>
                  <a:gd name="T67" fmla="*/ 0 h 541"/>
                  <a:gd name="T68" fmla="*/ 918 w 918"/>
                  <a:gd name="T69" fmla="*/ 541 h 54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918" h="541">
                    <a:moveTo>
                      <a:pt x="529" y="181"/>
                    </a:moveTo>
                    <a:lnTo>
                      <a:pt x="520" y="211"/>
                    </a:lnTo>
                    <a:lnTo>
                      <a:pt x="470" y="211"/>
                    </a:lnTo>
                    <a:lnTo>
                      <a:pt x="379" y="55"/>
                    </a:lnTo>
                    <a:lnTo>
                      <a:pt x="217" y="0"/>
                    </a:lnTo>
                    <a:lnTo>
                      <a:pt x="35" y="55"/>
                    </a:lnTo>
                    <a:lnTo>
                      <a:pt x="0" y="123"/>
                    </a:lnTo>
                    <a:lnTo>
                      <a:pt x="65" y="186"/>
                    </a:lnTo>
                    <a:lnTo>
                      <a:pt x="123" y="294"/>
                    </a:lnTo>
                    <a:lnTo>
                      <a:pt x="245" y="172"/>
                    </a:lnTo>
                    <a:lnTo>
                      <a:pt x="373" y="195"/>
                    </a:lnTo>
                    <a:lnTo>
                      <a:pt x="553" y="283"/>
                    </a:lnTo>
                    <a:lnTo>
                      <a:pt x="613" y="319"/>
                    </a:lnTo>
                    <a:lnTo>
                      <a:pt x="619" y="411"/>
                    </a:lnTo>
                    <a:lnTo>
                      <a:pt x="529" y="474"/>
                    </a:lnTo>
                    <a:lnTo>
                      <a:pt x="619" y="541"/>
                    </a:lnTo>
                    <a:lnTo>
                      <a:pt x="918" y="541"/>
                    </a:lnTo>
                    <a:lnTo>
                      <a:pt x="793" y="424"/>
                    </a:lnTo>
                    <a:lnTo>
                      <a:pt x="727" y="424"/>
                    </a:lnTo>
                    <a:lnTo>
                      <a:pt x="660" y="253"/>
                    </a:lnTo>
                    <a:lnTo>
                      <a:pt x="577" y="204"/>
                    </a:lnTo>
                    <a:lnTo>
                      <a:pt x="529" y="1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2" name="Freeform 146"/>
              <p:cNvSpPr>
                <a:spLocks/>
              </p:cNvSpPr>
              <p:nvPr/>
            </p:nvSpPr>
            <p:spPr bwMode="auto">
              <a:xfrm>
                <a:off x="2573" y="1950"/>
                <a:ext cx="163" cy="58"/>
              </a:xfrm>
              <a:custGeom>
                <a:avLst/>
                <a:gdLst>
                  <a:gd name="T0" fmla="*/ 0 w 1305"/>
                  <a:gd name="T1" fmla="*/ 0 h 464"/>
                  <a:gd name="T2" fmla="*/ 0 w 1305"/>
                  <a:gd name="T3" fmla="*/ 0 h 464"/>
                  <a:gd name="T4" fmla="*/ 0 w 1305"/>
                  <a:gd name="T5" fmla="*/ 0 h 464"/>
                  <a:gd name="T6" fmla="*/ 0 w 1305"/>
                  <a:gd name="T7" fmla="*/ 0 h 464"/>
                  <a:gd name="T8" fmla="*/ 0 w 1305"/>
                  <a:gd name="T9" fmla="*/ 0 h 464"/>
                  <a:gd name="T10" fmla="*/ 0 w 1305"/>
                  <a:gd name="T11" fmla="*/ 0 h 464"/>
                  <a:gd name="T12" fmla="*/ 0 w 1305"/>
                  <a:gd name="T13" fmla="*/ 0 h 464"/>
                  <a:gd name="T14" fmla="*/ 0 w 1305"/>
                  <a:gd name="T15" fmla="*/ 0 h 464"/>
                  <a:gd name="T16" fmla="*/ 0 w 1305"/>
                  <a:gd name="T17" fmla="*/ 0 h 464"/>
                  <a:gd name="T18" fmla="*/ 0 w 1305"/>
                  <a:gd name="T19" fmla="*/ 0 h 464"/>
                  <a:gd name="T20" fmla="*/ 0 w 1305"/>
                  <a:gd name="T21" fmla="*/ 0 h 464"/>
                  <a:gd name="T22" fmla="*/ 0 w 1305"/>
                  <a:gd name="T23" fmla="*/ 0 h 464"/>
                  <a:gd name="T24" fmla="*/ 0 w 1305"/>
                  <a:gd name="T25" fmla="*/ 0 h 464"/>
                  <a:gd name="T26" fmla="*/ 0 w 1305"/>
                  <a:gd name="T27" fmla="*/ 0 h 464"/>
                  <a:gd name="T28" fmla="*/ 0 w 1305"/>
                  <a:gd name="T29" fmla="*/ 0 h 464"/>
                  <a:gd name="T30" fmla="*/ 0 w 1305"/>
                  <a:gd name="T31" fmla="*/ 0 h 464"/>
                  <a:gd name="T32" fmla="*/ 0 w 1305"/>
                  <a:gd name="T33" fmla="*/ 0 h 464"/>
                  <a:gd name="T34" fmla="*/ 0 w 1305"/>
                  <a:gd name="T35" fmla="*/ 0 h 464"/>
                  <a:gd name="T36" fmla="*/ 0 w 1305"/>
                  <a:gd name="T37" fmla="*/ 0 h 464"/>
                  <a:gd name="T38" fmla="*/ 0 w 1305"/>
                  <a:gd name="T39" fmla="*/ 0 h 464"/>
                  <a:gd name="T40" fmla="*/ 0 w 1305"/>
                  <a:gd name="T41" fmla="*/ 0 h 464"/>
                  <a:gd name="T42" fmla="*/ 0 w 1305"/>
                  <a:gd name="T43" fmla="*/ 0 h 464"/>
                  <a:gd name="T44" fmla="*/ 0 w 1305"/>
                  <a:gd name="T45" fmla="*/ 0 h 464"/>
                  <a:gd name="T46" fmla="*/ 0 w 1305"/>
                  <a:gd name="T47" fmla="*/ 0 h 464"/>
                  <a:gd name="T48" fmla="*/ 0 w 1305"/>
                  <a:gd name="T49" fmla="*/ 0 h 464"/>
                  <a:gd name="T50" fmla="*/ 0 w 1305"/>
                  <a:gd name="T51" fmla="*/ 0 h 464"/>
                  <a:gd name="T52" fmla="*/ 0 w 1305"/>
                  <a:gd name="T53" fmla="*/ 0 h 464"/>
                  <a:gd name="T54" fmla="*/ 0 w 1305"/>
                  <a:gd name="T55" fmla="*/ 0 h 464"/>
                  <a:gd name="T56" fmla="*/ 0 w 1305"/>
                  <a:gd name="T57" fmla="*/ 0 h 464"/>
                  <a:gd name="T58" fmla="*/ 0 w 1305"/>
                  <a:gd name="T59" fmla="*/ 0 h 46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05"/>
                  <a:gd name="T91" fmla="*/ 0 h 464"/>
                  <a:gd name="T92" fmla="*/ 1305 w 1305"/>
                  <a:gd name="T93" fmla="*/ 464 h 46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05" h="464">
                    <a:moveTo>
                      <a:pt x="1248" y="185"/>
                    </a:moveTo>
                    <a:lnTo>
                      <a:pt x="1184" y="130"/>
                    </a:lnTo>
                    <a:lnTo>
                      <a:pt x="1149" y="53"/>
                    </a:lnTo>
                    <a:lnTo>
                      <a:pt x="1066" y="71"/>
                    </a:lnTo>
                    <a:lnTo>
                      <a:pt x="1033" y="242"/>
                    </a:lnTo>
                    <a:lnTo>
                      <a:pt x="1089" y="293"/>
                    </a:lnTo>
                    <a:lnTo>
                      <a:pt x="944" y="293"/>
                    </a:lnTo>
                    <a:lnTo>
                      <a:pt x="826" y="341"/>
                    </a:lnTo>
                    <a:lnTo>
                      <a:pt x="497" y="433"/>
                    </a:lnTo>
                    <a:lnTo>
                      <a:pt x="308" y="464"/>
                    </a:lnTo>
                    <a:lnTo>
                      <a:pt x="149" y="464"/>
                    </a:lnTo>
                    <a:lnTo>
                      <a:pt x="50" y="433"/>
                    </a:lnTo>
                    <a:lnTo>
                      <a:pt x="0" y="350"/>
                    </a:lnTo>
                    <a:lnTo>
                      <a:pt x="50" y="350"/>
                    </a:lnTo>
                    <a:lnTo>
                      <a:pt x="200" y="415"/>
                    </a:lnTo>
                    <a:lnTo>
                      <a:pt x="349" y="424"/>
                    </a:lnTo>
                    <a:lnTo>
                      <a:pt x="547" y="392"/>
                    </a:lnTo>
                    <a:lnTo>
                      <a:pt x="769" y="311"/>
                    </a:lnTo>
                    <a:lnTo>
                      <a:pt x="826" y="286"/>
                    </a:lnTo>
                    <a:lnTo>
                      <a:pt x="769" y="176"/>
                    </a:lnTo>
                    <a:lnTo>
                      <a:pt x="695" y="110"/>
                    </a:lnTo>
                    <a:lnTo>
                      <a:pt x="605" y="14"/>
                    </a:lnTo>
                    <a:lnTo>
                      <a:pt x="769" y="46"/>
                    </a:lnTo>
                    <a:lnTo>
                      <a:pt x="810" y="110"/>
                    </a:lnTo>
                    <a:lnTo>
                      <a:pt x="870" y="64"/>
                    </a:lnTo>
                    <a:lnTo>
                      <a:pt x="870" y="130"/>
                    </a:lnTo>
                    <a:lnTo>
                      <a:pt x="1033" y="0"/>
                    </a:lnTo>
                    <a:lnTo>
                      <a:pt x="1257" y="46"/>
                    </a:lnTo>
                    <a:lnTo>
                      <a:pt x="1305" y="145"/>
                    </a:lnTo>
                    <a:lnTo>
                      <a:pt x="1248" y="1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3" name="Line 147"/>
              <p:cNvSpPr>
                <a:spLocks noChangeShapeType="1"/>
              </p:cNvSpPr>
              <p:nvPr/>
            </p:nvSpPr>
            <p:spPr bwMode="auto">
              <a:xfrm>
                <a:off x="2684" y="1988"/>
                <a:ext cx="37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54" name="Freeform 148"/>
              <p:cNvSpPr>
                <a:spLocks/>
              </p:cNvSpPr>
              <p:nvPr/>
            </p:nvSpPr>
            <p:spPr bwMode="auto">
              <a:xfrm>
                <a:off x="2601" y="1576"/>
                <a:ext cx="7" cy="16"/>
              </a:xfrm>
              <a:custGeom>
                <a:avLst/>
                <a:gdLst>
                  <a:gd name="T0" fmla="*/ 0 w 50"/>
                  <a:gd name="T1" fmla="*/ 0 h 123"/>
                  <a:gd name="T2" fmla="*/ 0 w 50"/>
                  <a:gd name="T3" fmla="*/ 0 h 123"/>
                  <a:gd name="T4" fmla="*/ 0 w 50"/>
                  <a:gd name="T5" fmla="*/ 0 h 123"/>
                  <a:gd name="T6" fmla="*/ 0 w 50"/>
                  <a:gd name="T7" fmla="*/ 0 h 123"/>
                  <a:gd name="T8" fmla="*/ 0 w 50"/>
                  <a:gd name="T9" fmla="*/ 0 h 123"/>
                  <a:gd name="T10" fmla="*/ 0 w 50"/>
                  <a:gd name="T11" fmla="*/ 0 h 123"/>
                  <a:gd name="T12" fmla="*/ 0 w 50"/>
                  <a:gd name="T13" fmla="*/ 0 h 123"/>
                  <a:gd name="T14" fmla="*/ 0 w 50"/>
                  <a:gd name="T15" fmla="*/ 0 h 123"/>
                  <a:gd name="T16" fmla="*/ 0 w 50"/>
                  <a:gd name="T17" fmla="*/ 0 h 123"/>
                  <a:gd name="T18" fmla="*/ 0 w 50"/>
                  <a:gd name="T19" fmla="*/ 0 h 123"/>
                  <a:gd name="T20" fmla="*/ 0 w 50"/>
                  <a:gd name="T21" fmla="*/ 0 h 123"/>
                  <a:gd name="T22" fmla="*/ 0 w 50"/>
                  <a:gd name="T23" fmla="*/ 0 h 1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0"/>
                  <a:gd name="T37" fmla="*/ 0 h 123"/>
                  <a:gd name="T38" fmla="*/ 50 w 50"/>
                  <a:gd name="T39" fmla="*/ 123 h 1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0" h="123">
                    <a:moveTo>
                      <a:pt x="32" y="0"/>
                    </a:moveTo>
                    <a:lnTo>
                      <a:pt x="50" y="42"/>
                    </a:lnTo>
                    <a:lnTo>
                      <a:pt x="50" y="83"/>
                    </a:lnTo>
                    <a:lnTo>
                      <a:pt x="32" y="118"/>
                    </a:lnTo>
                    <a:lnTo>
                      <a:pt x="14" y="123"/>
                    </a:lnTo>
                    <a:lnTo>
                      <a:pt x="0" y="123"/>
                    </a:lnTo>
                    <a:lnTo>
                      <a:pt x="0" y="111"/>
                    </a:lnTo>
                    <a:lnTo>
                      <a:pt x="19" y="111"/>
                    </a:lnTo>
                    <a:lnTo>
                      <a:pt x="32" y="83"/>
                    </a:lnTo>
                    <a:lnTo>
                      <a:pt x="39" y="48"/>
                    </a:lnTo>
                    <a:lnTo>
                      <a:pt x="19" y="12"/>
                    </a:lnTo>
                    <a:lnTo>
                      <a:pt x="3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5" name="Freeform 149"/>
              <p:cNvSpPr>
                <a:spLocks/>
              </p:cNvSpPr>
              <p:nvPr/>
            </p:nvSpPr>
            <p:spPr bwMode="auto">
              <a:xfrm>
                <a:off x="2503" y="1537"/>
                <a:ext cx="39" cy="18"/>
              </a:xfrm>
              <a:custGeom>
                <a:avLst/>
                <a:gdLst>
                  <a:gd name="T0" fmla="*/ 0 w 311"/>
                  <a:gd name="T1" fmla="*/ 0 h 142"/>
                  <a:gd name="T2" fmla="*/ 0 w 311"/>
                  <a:gd name="T3" fmla="*/ 0 h 142"/>
                  <a:gd name="T4" fmla="*/ 0 w 311"/>
                  <a:gd name="T5" fmla="*/ 0 h 142"/>
                  <a:gd name="T6" fmla="*/ 0 w 311"/>
                  <a:gd name="T7" fmla="*/ 0 h 142"/>
                  <a:gd name="T8" fmla="*/ 0 w 311"/>
                  <a:gd name="T9" fmla="*/ 0 h 142"/>
                  <a:gd name="T10" fmla="*/ 0 w 311"/>
                  <a:gd name="T11" fmla="*/ 0 h 142"/>
                  <a:gd name="T12" fmla="*/ 0 w 311"/>
                  <a:gd name="T13" fmla="*/ 0 h 142"/>
                  <a:gd name="T14" fmla="*/ 0 w 311"/>
                  <a:gd name="T15" fmla="*/ 0 h 142"/>
                  <a:gd name="T16" fmla="*/ 0 w 311"/>
                  <a:gd name="T17" fmla="*/ 0 h 142"/>
                  <a:gd name="T18" fmla="*/ 0 w 311"/>
                  <a:gd name="T19" fmla="*/ 0 h 142"/>
                  <a:gd name="T20" fmla="*/ 0 w 311"/>
                  <a:gd name="T21" fmla="*/ 0 h 142"/>
                  <a:gd name="T22" fmla="*/ 0 w 311"/>
                  <a:gd name="T23" fmla="*/ 0 h 142"/>
                  <a:gd name="T24" fmla="*/ 0 w 311"/>
                  <a:gd name="T25" fmla="*/ 0 h 142"/>
                  <a:gd name="T26" fmla="*/ 0 w 311"/>
                  <a:gd name="T27" fmla="*/ 0 h 142"/>
                  <a:gd name="T28" fmla="*/ 0 w 311"/>
                  <a:gd name="T29" fmla="*/ 0 h 142"/>
                  <a:gd name="T30" fmla="*/ 0 w 311"/>
                  <a:gd name="T31" fmla="*/ 0 h 142"/>
                  <a:gd name="T32" fmla="*/ 0 w 311"/>
                  <a:gd name="T33" fmla="*/ 0 h 142"/>
                  <a:gd name="T34" fmla="*/ 0 w 311"/>
                  <a:gd name="T35" fmla="*/ 0 h 142"/>
                  <a:gd name="T36" fmla="*/ 0 w 311"/>
                  <a:gd name="T37" fmla="*/ 0 h 142"/>
                  <a:gd name="T38" fmla="*/ 0 w 311"/>
                  <a:gd name="T39" fmla="*/ 0 h 142"/>
                  <a:gd name="T40" fmla="*/ 0 w 311"/>
                  <a:gd name="T41" fmla="*/ 0 h 142"/>
                  <a:gd name="T42" fmla="*/ 0 w 311"/>
                  <a:gd name="T43" fmla="*/ 0 h 142"/>
                  <a:gd name="T44" fmla="*/ 0 w 311"/>
                  <a:gd name="T45" fmla="*/ 0 h 142"/>
                  <a:gd name="T46" fmla="*/ 0 w 311"/>
                  <a:gd name="T47" fmla="*/ 0 h 142"/>
                  <a:gd name="T48" fmla="*/ 0 w 311"/>
                  <a:gd name="T49" fmla="*/ 0 h 142"/>
                  <a:gd name="T50" fmla="*/ 0 w 311"/>
                  <a:gd name="T51" fmla="*/ 0 h 142"/>
                  <a:gd name="T52" fmla="*/ 0 w 311"/>
                  <a:gd name="T53" fmla="*/ 0 h 142"/>
                  <a:gd name="T54" fmla="*/ 0 w 311"/>
                  <a:gd name="T55" fmla="*/ 0 h 142"/>
                  <a:gd name="T56" fmla="*/ 0 w 311"/>
                  <a:gd name="T57" fmla="*/ 0 h 142"/>
                  <a:gd name="T58" fmla="*/ 0 w 311"/>
                  <a:gd name="T59" fmla="*/ 0 h 142"/>
                  <a:gd name="T60" fmla="*/ 0 w 311"/>
                  <a:gd name="T61" fmla="*/ 0 h 14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11"/>
                  <a:gd name="T94" fmla="*/ 0 h 142"/>
                  <a:gd name="T95" fmla="*/ 311 w 311"/>
                  <a:gd name="T96" fmla="*/ 142 h 14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11" h="142">
                    <a:moveTo>
                      <a:pt x="0" y="49"/>
                    </a:moveTo>
                    <a:lnTo>
                      <a:pt x="48" y="39"/>
                    </a:lnTo>
                    <a:lnTo>
                      <a:pt x="14" y="26"/>
                    </a:lnTo>
                    <a:lnTo>
                      <a:pt x="55" y="0"/>
                    </a:lnTo>
                    <a:lnTo>
                      <a:pt x="117" y="1"/>
                    </a:lnTo>
                    <a:lnTo>
                      <a:pt x="179" y="1"/>
                    </a:lnTo>
                    <a:lnTo>
                      <a:pt x="255" y="37"/>
                    </a:lnTo>
                    <a:lnTo>
                      <a:pt x="218" y="37"/>
                    </a:lnTo>
                    <a:lnTo>
                      <a:pt x="267" y="83"/>
                    </a:lnTo>
                    <a:lnTo>
                      <a:pt x="278" y="54"/>
                    </a:lnTo>
                    <a:lnTo>
                      <a:pt x="311" y="107"/>
                    </a:lnTo>
                    <a:lnTo>
                      <a:pt x="273" y="142"/>
                    </a:lnTo>
                    <a:lnTo>
                      <a:pt x="276" y="109"/>
                    </a:lnTo>
                    <a:lnTo>
                      <a:pt x="223" y="122"/>
                    </a:lnTo>
                    <a:lnTo>
                      <a:pt x="188" y="120"/>
                    </a:lnTo>
                    <a:lnTo>
                      <a:pt x="240" y="109"/>
                    </a:lnTo>
                    <a:lnTo>
                      <a:pt x="253" y="92"/>
                    </a:lnTo>
                    <a:lnTo>
                      <a:pt x="235" y="61"/>
                    </a:lnTo>
                    <a:lnTo>
                      <a:pt x="191" y="39"/>
                    </a:lnTo>
                    <a:lnTo>
                      <a:pt x="156" y="37"/>
                    </a:lnTo>
                    <a:lnTo>
                      <a:pt x="101" y="41"/>
                    </a:lnTo>
                    <a:lnTo>
                      <a:pt x="60" y="46"/>
                    </a:lnTo>
                    <a:lnTo>
                      <a:pt x="95" y="81"/>
                    </a:lnTo>
                    <a:lnTo>
                      <a:pt x="140" y="109"/>
                    </a:lnTo>
                    <a:lnTo>
                      <a:pt x="122" y="122"/>
                    </a:lnTo>
                    <a:lnTo>
                      <a:pt x="106" y="104"/>
                    </a:lnTo>
                    <a:lnTo>
                      <a:pt x="71" y="109"/>
                    </a:lnTo>
                    <a:lnTo>
                      <a:pt x="66" y="81"/>
                    </a:lnTo>
                    <a:lnTo>
                      <a:pt x="36" y="79"/>
                    </a:lnTo>
                    <a:lnTo>
                      <a:pt x="43" y="61"/>
                    </a:lnTo>
                    <a:lnTo>
                      <a:pt x="0" y="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6" name="Freeform 150"/>
              <p:cNvSpPr>
                <a:spLocks/>
              </p:cNvSpPr>
              <p:nvPr/>
            </p:nvSpPr>
            <p:spPr bwMode="auto">
              <a:xfrm>
                <a:off x="2567" y="1541"/>
                <a:ext cx="33" cy="15"/>
              </a:xfrm>
              <a:custGeom>
                <a:avLst/>
                <a:gdLst>
                  <a:gd name="T0" fmla="*/ 0 w 263"/>
                  <a:gd name="T1" fmla="*/ 0 h 121"/>
                  <a:gd name="T2" fmla="*/ 0 w 263"/>
                  <a:gd name="T3" fmla="*/ 0 h 121"/>
                  <a:gd name="T4" fmla="*/ 0 w 263"/>
                  <a:gd name="T5" fmla="*/ 0 h 121"/>
                  <a:gd name="T6" fmla="*/ 0 w 263"/>
                  <a:gd name="T7" fmla="*/ 0 h 121"/>
                  <a:gd name="T8" fmla="*/ 0 w 263"/>
                  <a:gd name="T9" fmla="*/ 0 h 121"/>
                  <a:gd name="T10" fmla="*/ 0 w 263"/>
                  <a:gd name="T11" fmla="*/ 0 h 121"/>
                  <a:gd name="T12" fmla="*/ 0 w 263"/>
                  <a:gd name="T13" fmla="*/ 0 h 121"/>
                  <a:gd name="T14" fmla="*/ 0 w 263"/>
                  <a:gd name="T15" fmla="*/ 0 h 121"/>
                  <a:gd name="T16" fmla="*/ 0 w 263"/>
                  <a:gd name="T17" fmla="*/ 0 h 121"/>
                  <a:gd name="T18" fmla="*/ 0 w 263"/>
                  <a:gd name="T19" fmla="*/ 0 h 121"/>
                  <a:gd name="T20" fmla="*/ 0 w 263"/>
                  <a:gd name="T21" fmla="*/ 0 h 121"/>
                  <a:gd name="T22" fmla="*/ 0 w 263"/>
                  <a:gd name="T23" fmla="*/ 0 h 121"/>
                  <a:gd name="T24" fmla="*/ 0 w 263"/>
                  <a:gd name="T25" fmla="*/ 0 h 121"/>
                  <a:gd name="T26" fmla="*/ 0 w 263"/>
                  <a:gd name="T27" fmla="*/ 0 h 121"/>
                  <a:gd name="T28" fmla="*/ 0 w 263"/>
                  <a:gd name="T29" fmla="*/ 0 h 121"/>
                  <a:gd name="T30" fmla="*/ 0 w 263"/>
                  <a:gd name="T31" fmla="*/ 0 h 121"/>
                  <a:gd name="T32" fmla="*/ 0 w 263"/>
                  <a:gd name="T33" fmla="*/ 0 h 121"/>
                  <a:gd name="T34" fmla="*/ 0 w 263"/>
                  <a:gd name="T35" fmla="*/ 0 h 121"/>
                  <a:gd name="T36" fmla="*/ 0 w 263"/>
                  <a:gd name="T37" fmla="*/ 0 h 121"/>
                  <a:gd name="T38" fmla="*/ 0 w 263"/>
                  <a:gd name="T39" fmla="*/ 0 h 121"/>
                  <a:gd name="T40" fmla="*/ 0 w 263"/>
                  <a:gd name="T41" fmla="*/ 0 h 121"/>
                  <a:gd name="T42" fmla="*/ 0 w 263"/>
                  <a:gd name="T43" fmla="*/ 0 h 121"/>
                  <a:gd name="T44" fmla="*/ 0 w 263"/>
                  <a:gd name="T45" fmla="*/ 0 h 121"/>
                  <a:gd name="T46" fmla="*/ 0 w 263"/>
                  <a:gd name="T47" fmla="*/ 0 h 121"/>
                  <a:gd name="T48" fmla="*/ 0 w 263"/>
                  <a:gd name="T49" fmla="*/ 0 h 121"/>
                  <a:gd name="T50" fmla="*/ 0 w 263"/>
                  <a:gd name="T51" fmla="*/ 0 h 121"/>
                  <a:gd name="T52" fmla="*/ 0 w 263"/>
                  <a:gd name="T53" fmla="*/ 0 h 12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63"/>
                  <a:gd name="T82" fmla="*/ 0 h 121"/>
                  <a:gd name="T83" fmla="*/ 263 w 263"/>
                  <a:gd name="T84" fmla="*/ 121 h 12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63" h="121">
                    <a:moveTo>
                      <a:pt x="0" y="75"/>
                    </a:moveTo>
                    <a:lnTo>
                      <a:pt x="26" y="31"/>
                    </a:lnTo>
                    <a:lnTo>
                      <a:pt x="92" y="0"/>
                    </a:lnTo>
                    <a:lnTo>
                      <a:pt x="127" y="0"/>
                    </a:lnTo>
                    <a:lnTo>
                      <a:pt x="109" y="24"/>
                    </a:lnTo>
                    <a:lnTo>
                      <a:pt x="145" y="24"/>
                    </a:lnTo>
                    <a:lnTo>
                      <a:pt x="151" y="5"/>
                    </a:lnTo>
                    <a:lnTo>
                      <a:pt x="175" y="17"/>
                    </a:lnTo>
                    <a:lnTo>
                      <a:pt x="208" y="12"/>
                    </a:lnTo>
                    <a:lnTo>
                      <a:pt x="217" y="29"/>
                    </a:lnTo>
                    <a:lnTo>
                      <a:pt x="259" y="24"/>
                    </a:lnTo>
                    <a:lnTo>
                      <a:pt x="226" y="58"/>
                    </a:lnTo>
                    <a:lnTo>
                      <a:pt x="263" y="77"/>
                    </a:lnTo>
                    <a:lnTo>
                      <a:pt x="208" y="86"/>
                    </a:lnTo>
                    <a:lnTo>
                      <a:pt x="206" y="104"/>
                    </a:lnTo>
                    <a:lnTo>
                      <a:pt x="180" y="97"/>
                    </a:lnTo>
                    <a:lnTo>
                      <a:pt x="151" y="121"/>
                    </a:lnTo>
                    <a:lnTo>
                      <a:pt x="134" y="110"/>
                    </a:lnTo>
                    <a:lnTo>
                      <a:pt x="97" y="110"/>
                    </a:lnTo>
                    <a:lnTo>
                      <a:pt x="151" y="97"/>
                    </a:lnTo>
                    <a:lnTo>
                      <a:pt x="184" y="77"/>
                    </a:lnTo>
                    <a:lnTo>
                      <a:pt x="206" y="68"/>
                    </a:lnTo>
                    <a:lnTo>
                      <a:pt x="169" y="51"/>
                    </a:lnTo>
                    <a:lnTo>
                      <a:pt x="134" y="38"/>
                    </a:lnTo>
                    <a:lnTo>
                      <a:pt x="85" y="31"/>
                    </a:lnTo>
                    <a:lnTo>
                      <a:pt x="37" y="58"/>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7" name="Freeform 151"/>
              <p:cNvSpPr>
                <a:spLocks/>
              </p:cNvSpPr>
              <p:nvPr/>
            </p:nvSpPr>
            <p:spPr bwMode="auto">
              <a:xfrm>
                <a:off x="2570" y="1552"/>
                <a:ext cx="6" cy="3"/>
              </a:xfrm>
              <a:custGeom>
                <a:avLst/>
                <a:gdLst>
                  <a:gd name="T0" fmla="*/ 0 w 51"/>
                  <a:gd name="T1" fmla="*/ 0 h 17"/>
                  <a:gd name="T2" fmla="*/ 0 w 51"/>
                  <a:gd name="T3" fmla="*/ 0 h 17"/>
                  <a:gd name="T4" fmla="*/ 0 w 51"/>
                  <a:gd name="T5" fmla="*/ 0 h 17"/>
                  <a:gd name="T6" fmla="*/ 0 w 51"/>
                  <a:gd name="T7" fmla="*/ 0 h 17"/>
                  <a:gd name="T8" fmla="*/ 0 60000 65536"/>
                  <a:gd name="T9" fmla="*/ 0 60000 65536"/>
                  <a:gd name="T10" fmla="*/ 0 60000 65536"/>
                  <a:gd name="T11" fmla="*/ 0 60000 65536"/>
                  <a:gd name="T12" fmla="*/ 0 w 51"/>
                  <a:gd name="T13" fmla="*/ 0 h 17"/>
                  <a:gd name="T14" fmla="*/ 51 w 51"/>
                  <a:gd name="T15" fmla="*/ 17 h 17"/>
                </a:gdLst>
                <a:ahLst/>
                <a:cxnLst>
                  <a:cxn ang="T8">
                    <a:pos x="T0" y="T1"/>
                  </a:cxn>
                  <a:cxn ang="T9">
                    <a:pos x="T2" y="T3"/>
                  </a:cxn>
                  <a:cxn ang="T10">
                    <a:pos x="T4" y="T5"/>
                  </a:cxn>
                  <a:cxn ang="T11">
                    <a:pos x="T6" y="T7"/>
                  </a:cxn>
                </a:cxnLst>
                <a:rect l="T12" t="T13" r="T14" b="T15"/>
                <a:pathLst>
                  <a:path w="51" h="17">
                    <a:moveTo>
                      <a:pt x="14" y="0"/>
                    </a:moveTo>
                    <a:lnTo>
                      <a:pt x="51" y="17"/>
                    </a:lnTo>
                    <a:lnTo>
                      <a:pt x="0" y="4"/>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8" name="Freeform 152"/>
              <p:cNvSpPr>
                <a:spLocks/>
              </p:cNvSpPr>
              <p:nvPr/>
            </p:nvSpPr>
            <p:spPr bwMode="auto">
              <a:xfrm>
                <a:off x="2506" y="1523"/>
                <a:ext cx="39" cy="18"/>
              </a:xfrm>
              <a:custGeom>
                <a:avLst/>
                <a:gdLst>
                  <a:gd name="T0" fmla="*/ 0 w 310"/>
                  <a:gd name="T1" fmla="*/ 0 h 140"/>
                  <a:gd name="T2" fmla="*/ 0 w 310"/>
                  <a:gd name="T3" fmla="*/ 0 h 140"/>
                  <a:gd name="T4" fmla="*/ 0 w 310"/>
                  <a:gd name="T5" fmla="*/ 0 h 140"/>
                  <a:gd name="T6" fmla="*/ 0 w 310"/>
                  <a:gd name="T7" fmla="*/ 0 h 140"/>
                  <a:gd name="T8" fmla="*/ 0 w 310"/>
                  <a:gd name="T9" fmla="*/ 0 h 140"/>
                  <a:gd name="T10" fmla="*/ 0 w 310"/>
                  <a:gd name="T11" fmla="*/ 0 h 140"/>
                  <a:gd name="T12" fmla="*/ 0 w 310"/>
                  <a:gd name="T13" fmla="*/ 0 h 140"/>
                  <a:gd name="T14" fmla="*/ 0 w 310"/>
                  <a:gd name="T15" fmla="*/ 0 h 140"/>
                  <a:gd name="T16" fmla="*/ 0 60000 65536"/>
                  <a:gd name="T17" fmla="*/ 0 60000 65536"/>
                  <a:gd name="T18" fmla="*/ 0 60000 65536"/>
                  <a:gd name="T19" fmla="*/ 0 60000 65536"/>
                  <a:gd name="T20" fmla="*/ 0 60000 65536"/>
                  <a:gd name="T21" fmla="*/ 0 60000 65536"/>
                  <a:gd name="T22" fmla="*/ 0 60000 65536"/>
                  <a:gd name="T23" fmla="*/ 0 60000 65536"/>
                  <a:gd name="T24" fmla="*/ 0 w 310"/>
                  <a:gd name="T25" fmla="*/ 0 h 140"/>
                  <a:gd name="T26" fmla="*/ 310 w 310"/>
                  <a:gd name="T27" fmla="*/ 140 h 1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0" h="140">
                    <a:moveTo>
                      <a:pt x="0" y="28"/>
                    </a:moveTo>
                    <a:lnTo>
                      <a:pt x="93" y="0"/>
                    </a:lnTo>
                    <a:lnTo>
                      <a:pt x="238" y="57"/>
                    </a:lnTo>
                    <a:lnTo>
                      <a:pt x="310" y="140"/>
                    </a:lnTo>
                    <a:lnTo>
                      <a:pt x="244" y="74"/>
                    </a:lnTo>
                    <a:lnTo>
                      <a:pt x="145" y="28"/>
                    </a:lnTo>
                    <a:lnTo>
                      <a:pt x="81" y="21"/>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9" name="Freeform 153"/>
              <p:cNvSpPr>
                <a:spLocks/>
              </p:cNvSpPr>
              <p:nvPr/>
            </p:nvSpPr>
            <p:spPr bwMode="auto">
              <a:xfrm>
                <a:off x="2570" y="1528"/>
                <a:ext cx="30" cy="8"/>
              </a:xfrm>
              <a:custGeom>
                <a:avLst/>
                <a:gdLst>
                  <a:gd name="T0" fmla="*/ 0 w 245"/>
                  <a:gd name="T1" fmla="*/ 0 h 64"/>
                  <a:gd name="T2" fmla="*/ 0 w 245"/>
                  <a:gd name="T3" fmla="*/ 0 h 64"/>
                  <a:gd name="T4" fmla="*/ 0 w 245"/>
                  <a:gd name="T5" fmla="*/ 0 h 64"/>
                  <a:gd name="T6" fmla="*/ 0 w 245"/>
                  <a:gd name="T7" fmla="*/ 0 h 64"/>
                  <a:gd name="T8" fmla="*/ 0 w 245"/>
                  <a:gd name="T9" fmla="*/ 0 h 64"/>
                  <a:gd name="T10" fmla="*/ 0 w 245"/>
                  <a:gd name="T11" fmla="*/ 0 h 64"/>
                  <a:gd name="T12" fmla="*/ 0 w 245"/>
                  <a:gd name="T13" fmla="*/ 0 h 64"/>
                  <a:gd name="T14" fmla="*/ 0 w 245"/>
                  <a:gd name="T15" fmla="*/ 0 h 64"/>
                  <a:gd name="T16" fmla="*/ 0 w 245"/>
                  <a:gd name="T17" fmla="*/ 0 h 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5"/>
                  <a:gd name="T28" fmla="*/ 0 h 64"/>
                  <a:gd name="T29" fmla="*/ 245 w 245"/>
                  <a:gd name="T30" fmla="*/ 64 h 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5" h="64">
                    <a:moveTo>
                      <a:pt x="0" y="64"/>
                    </a:moveTo>
                    <a:lnTo>
                      <a:pt x="86" y="31"/>
                    </a:lnTo>
                    <a:lnTo>
                      <a:pt x="157" y="18"/>
                    </a:lnTo>
                    <a:lnTo>
                      <a:pt x="218" y="18"/>
                    </a:lnTo>
                    <a:lnTo>
                      <a:pt x="245" y="35"/>
                    </a:lnTo>
                    <a:lnTo>
                      <a:pt x="229" y="0"/>
                    </a:lnTo>
                    <a:lnTo>
                      <a:pt x="168" y="0"/>
                    </a:lnTo>
                    <a:lnTo>
                      <a:pt x="69" y="18"/>
                    </a:lnTo>
                    <a:lnTo>
                      <a:pt x="0" y="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60" name="Freeform 154"/>
              <p:cNvSpPr>
                <a:spLocks/>
              </p:cNvSpPr>
              <p:nvPr/>
            </p:nvSpPr>
            <p:spPr bwMode="auto">
              <a:xfrm>
                <a:off x="2536" y="1584"/>
                <a:ext cx="25" cy="13"/>
              </a:xfrm>
              <a:custGeom>
                <a:avLst/>
                <a:gdLst>
                  <a:gd name="T0" fmla="*/ 0 w 207"/>
                  <a:gd name="T1" fmla="*/ 0 h 103"/>
                  <a:gd name="T2" fmla="*/ 0 w 207"/>
                  <a:gd name="T3" fmla="*/ 0 h 103"/>
                  <a:gd name="T4" fmla="*/ 0 w 207"/>
                  <a:gd name="T5" fmla="*/ 0 h 103"/>
                  <a:gd name="T6" fmla="*/ 0 w 207"/>
                  <a:gd name="T7" fmla="*/ 0 h 103"/>
                  <a:gd name="T8" fmla="*/ 0 w 207"/>
                  <a:gd name="T9" fmla="*/ 0 h 103"/>
                  <a:gd name="T10" fmla="*/ 0 w 207"/>
                  <a:gd name="T11" fmla="*/ 0 h 103"/>
                  <a:gd name="T12" fmla="*/ 0 w 207"/>
                  <a:gd name="T13" fmla="*/ 0 h 103"/>
                  <a:gd name="T14" fmla="*/ 0 w 207"/>
                  <a:gd name="T15" fmla="*/ 0 h 103"/>
                  <a:gd name="T16" fmla="*/ 0 w 207"/>
                  <a:gd name="T17" fmla="*/ 0 h 103"/>
                  <a:gd name="T18" fmla="*/ 0 w 207"/>
                  <a:gd name="T19" fmla="*/ 0 h 103"/>
                  <a:gd name="T20" fmla="*/ 0 w 207"/>
                  <a:gd name="T21" fmla="*/ 0 h 103"/>
                  <a:gd name="T22" fmla="*/ 0 w 207"/>
                  <a:gd name="T23" fmla="*/ 0 h 103"/>
                  <a:gd name="T24" fmla="*/ 0 w 207"/>
                  <a:gd name="T25" fmla="*/ 0 h 103"/>
                  <a:gd name="T26" fmla="*/ 0 w 207"/>
                  <a:gd name="T27" fmla="*/ 0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07"/>
                  <a:gd name="T43" fmla="*/ 0 h 103"/>
                  <a:gd name="T44" fmla="*/ 207 w 207"/>
                  <a:gd name="T45" fmla="*/ 103 h 10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07" h="103">
                    <a:moveTo>
                      <a:pt x="207" y="38"/>
                    </a:moveTo>
                    <a:lnTo>
                      <a:pt x="152" y="73"/>
                    </a:lnTo>
                    <a:lnTo>
                      <a:pt x="130" y="66"/>
                    </a:lnTo>
                    <a:lnTo>
                      <a:pt x="101" y="38"/>
                    </a:lnTo>
                    <a:lnTo>
                      <a:pt x="58" y="29"/>
                    </a:lnTo>
                    <a:lnTo>
                      <a:pt x="11" y="22"/>
                    </a:lnTo>
                    <a:lnTo>
                      <a:pt x="11" y="0"/>
                    </a:lnTo>
                    <a:lnTo>
                      <a:pt x="0" y="22"/>
                    </a:lnTo>
                    <a:lnTo>
                      <a:pt x="11" y="38"/>
                    </a:lnTo>
                    <a:lnTo>
                      <a:pt x="67" y="57"/>
                    </a:lnTo>
                    <a:lnTo>
                      <a:pt x="125" y="103"/>
                    </a:lnTo>
                    <a:lnTo>
                      <a:pt x="148" y="103"/>
                    </a:lnTo>
                    <a:lnTo>
                      <a:pt x="207" y="66"/>
                    </a:lnTo>
                    <a:lnTo>
                      <a:pt x="207"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61" name="Freeform 155"/>
              <p:cNvSpPr>
                <a:spLocks/>
              </p:cNvSpPr>
              <p:nvPr/>
            </p:nvSpPr>
            <p:spPr bwMode="auto">
              <a:xfrm>
                <a:off x="2560" y="1538"/>
                <a:ext cx="7" cy="22"/>
              </a:xfrm>
              <a:custGeom>
                <a:avLst/>
                <a:gdLst>
                  <a:gd name="T0" fmla="*/ 0 w 57"/>
                  <a:gd name="T1" fmla="*/ 0 h 172"/>
                  <a:gd name="T2" fmla="*/ 0 w 57"/>
                  <a:gd name="T3" fmla="*/ 0 h 172"/>
                  <a:gd name="T4" fmla="*/ 0 w 57"/>
                  <a:gd name="T5" fmla="*/ 0 h 172"/>
                  <a:gd name="T6" fmla="*/ 0 w 57"/>
                  <a:gd name="T7" fmla="*/ 0 h 172"/>
                  <a:gd name="T8" fmla="*/ 0 w 57"/>
                  <a:gd name="T9" fmla="*/ 0 h 172"/>
                  <a:gd name="T10" fmla="*/ 0 w 57"/>
                  <a:gd name="T11" fmla="*/ 0 h 172"/>
                  <a:gd name="T12" fmla="*/ 0 w 57"/>
                  <a:gd name="T13" fmla="*/ 0 h 172"/>
                  <a:gd name="T14" fmla="*/ 0 w 57"/>
                  <a:gd name="T15" fmla="*/ 0 h 172"/>
                  <a:gd name="T16" fmla="*/ 0 w 57"/>
                  <a:gd name="T17" fmla="*/ 0 h 1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
                  <a:gd name="T28" fmla="*/ 0 h 172"/>
                  <a:gd name="T29" fmla="*/ 57 w 57"/>
                  <a:gd name="T30" fmla="*/ 172 h 17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 h="172">
                    <a:moveTo>
                      <a:pt x="57" y="0"/>
                    </a:moveTo>
                    <a:lnTo>
                      <a:pt x="15" y="51"/>
                    </a:lnTo>
                    <a:lnTo>
                      <a:pt x="0" y="106"/>
                    </a:lnTo>
                    <a:lnTo>
                      <a:pt x="4" y="141"/>
                    </a:lnTo>
                    <a:lnTo>
                      <a:pt x="33" y="172"/>
                    </a:lnTo>
                    <a:lnTo>
                      <a:pt x="15" y="134"/>
                    </a:lnTo>
                    <a:lnTo>
                      <a:pt x="15" y="95"/>
                    </a:lnTo>
                    <a:lnTo>
                      <a:pt x="28" y="49"/>
                    </a:lnTo>
                    <a:lnTo>
                      <a:pt x="5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62" name="Freeform 156"/>
              <p:cNvSpPr>
                <a:spLocks/>
              </p:cNvSpPr>
              <p:nvPr/>
            </p:nvSpPr>
            <p:spPr bwMode="auto">
              <a:xfrm>
                <a:off x="2518" y="1541"/>
                <a:ext cx="10" cy="9"/>
              </a:xfrm>
              <a:custGeom>
                <a:avLst/>
                <a:gdLst>
                  <a:gd name="T0" fmla="*/ 0 w 81"/>
                  <a:gd name="T1" fmla="*/ 0 h 74"/>
                  <a:gd name="T2" fmla="*/ 0 w 81"/>
                  <a:gd name="T3" fmla="*/ 0 h 74"/>
                  <a:gd name="T4" fmla="*/ 0 w 81"/>
                  <a:gd name="T5" fmla="*/ 0 h 74"/>
                  <a:gd name="T6" fmla="*/ 0 w 81"/>
                  <a:gd name="T7" fmla="*/ 0 h 74"/>
                  <a:gd name="T8" fmla="*/ 0 w 81"/>
                  <a:gd name="T9" fmla="*/ 0 h 74"/>
                  <a:gd name="T10" fmla="*/ 0 w 81"/>
                  <a:gd name="T11" fmla="*/ 0 h 74"/>
                  <a:gd name="T12" fmla="*/ 0 w 81"/>
                  <a:gd name="T13" fmla="*/ 0 h 74"/>
                  <a:gd name="T14" fmla="*/ 0 w 81"/>
                  <a:gd name="T15" fmla="*/ 0 h 74"/>
                  <a:gd name="T16" fmla="*/ 0 w 81"/>
                  <a:gd name="T17" fmla="*/ 0 h 74"/>
                  <a:gd name="T18" fmla="*/ 0 w 81"/>
                  <a:gd name="T19" fmla="*/ 0 h 74"/>
                  <a:gd name="T20" fmla="*/ 0 w 81"/>
                  <a:gd name="T21" fmla="*/ 0 h 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1"/>
                  <a:gd name="T34" fmla="*/ 0 h 74"/>
                  <a:gd name="T35" fmla="*/ 81 w 81"/>
                  <a:gd name="T36" fmla="*/ 74 h 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1" h="74">
                    <a:moveTo>
                      <a:pt x="0" y="6"/>
                    </a:moveTo>
                    <a:lnTo>
                      <a:pt x="6" y="57"/>
                    </a:lnTo>
                    <a:lnTo>
                      <a:pt x="30" y="74"/>
                    </a:lnTo>
                    <a:lnTo>
                      <a:pt x="57" y="74"/>
                    </a:lnTo>
                    <a:lnTo>
                      <a:pt x="72" y="39"/>
                    </a:lnTo>
                    <a:lnTo>
                      <a:pt x="81" y="17"/>
                    </a:lnTo>
                    <a:lnTo>
                      <a:pt x="57" y="32"/>
                    </a:lnTo>
                    <a:lnTo>
                      <a:pt x="37" y="50"/>
                    </a:lnTo>
                    <a:lnTo>
                      <a:pt x="30" y="39"/>
                    </a:lnTo>
                    <a:lnTo>
                      <a:pt x="34" y="0"/>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63" name="Freeform 157"/>
              <p:cNvSpPr>
                <a:spLocks/>
              </p:cNvSpPr>
              <p:nvPr/>
            </p:nvSpPr>
            <p:spPr bwMode="auto">
              <a:xfrm>
                <a:off x="2574" y="1545"/>
                <a:ext cx="11" cy="8"/>
              </a:xfrm>
              <a:custGeom>
                <a:avLst/>
                <a:gdLst>
                  <a:gd name="T0" fmla="*/ 0 w 92"/>
                  <a:gd name="T1" fmla="*/ 0 h 64"/>
                  <a:gd name="T2" fmla="*/ 0 w 92"/>
                  <a:gd name="T3" fmla="*/ 0 h 64"/>
                  <a:gd name="T4" fmla="*/ 0 w 92"/>
                  <a:gd name="T5" fmla="*/ 0 h 64"/>
                  <a:gd name="T6" fmla="*/ 0 w 92"/>
                  <a:gd name="T7" fmla="*/ 0 h 64"/>
                  <a:gd name="T8" fmla="*/ 0 w 92"/>
                  <a:gd name="T9" fmla="*/ 0 h 64"/>
                  <a:gd name="T10" fmla="*/ 0 w 92"/>
                  <a:gd name="T11" fmla="*/ 0 h 64"/>
                  <a:gd name="T12" fmla="*/ 0 w 92"/>
                  <a:gd name="T13" fmla="*/ 0 h 64"/>
                  <a:gd name="T14" fmla="*/ 0 w 92"/>
                  <a:gd name="T15" fmla="*/ 0 h 64"/>
                  <a:gd name="T16" fmla="*/ 0 w 92"/>
                  <a:gd name="T17" fmla="*/ 0 h 64"/>
                  <a:gd name="T18" fmla="*/ 0 w 92"/>
                  <a:gd name="T19" fmla="*/ 0 h 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2"/>
                  <a:gd name="T31" fmla="*/ 0 h 64"/>
                  <a:gd name="T32" fmla="*/ 92 w 92"/>
                  <a:gd name="T33" fmla="*/ 64 h 6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2" h="64">
                    <a:moveTo>
                      <a:pt x="0" y="12"/>
                    </a:moveTo>
                    <a:lnTo>
                      <a:pt x="5" y="64"/>
                    </a:lnTo>
                    <a:lnTo>
                      <a:pt x="64" y="64"/>
                    </a:lnTo>
                    <a:lnTo>
                      <a:pt x="89" y="35"/>
                    </a:lnTo>
                    <a:lnTo>
                      <a:pt x="92" y="0"/>
                    </a:lnTo>
                    <a:lnTo>
                      <a:pt x="55" y="0"/>
                    </a:lnTo>
                    <a:lnTo>
                      <a:pt x="64" y="31"/>
                    </a:lnTo>
                    <a:lnTo>
                      <a:pt x="41" y="42"/>
                    </a:lnTo>
                    <a:lnTo>
                      <a:pt x="27"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64" name="Freeform 158"/>
              <p:cNvSpPr>
                <a:spLocks/>
              </p:cNvSpPr>
              <p:nvPr/>
            </p:nvSpPr>
            <p:spPr bwMode="auto">
              <a:xfrm>
                <a:off x="2527" y="1605"/>
                <a:ext cx="43" cy="4"/>
              </a:xfrm>
              <a:custGeom>
                <a:avLst/>
                <a:gdLst>
                  <a:gd name="T0" fmla="*/ 0 w 350"/>
                  <a:gd name="T1" fmla="*/ 0 h 31"/>
                  <a:gd name="T2" fmla="*/ 0 w 350"/>
                  <a:gd name="T3" fmla="*/ 0 h 31"/>
                  <a:gd name="T4" fmla="*/ 0 w 350"/>
                  <a:gd name="T5" fmla="*/ 0 h 31"/>
                  <a:gd name="T6" fmla="*/ 0 w 350"/>
                  <a:gd name="T7" fmla="*/ 0 h 31"/>
                  <a:gd name="T8" fmla="*/ 0 w 350"/>
                  <a:gd name="T9" fmla="*/ 0 h 31"/>
                  <a:gd name="T10" fmla="*/ 0 w 350"/>
                  <a:gd name="T11" fmla="*/ 0 h 31"/>
                  <a:gd name="T12" fmla="*/ 0 w 350"/>
                  <a:gd name="T13" fmla="*/ 0 h 31"/>
                  <a:gd name="T14" fmla="*/ 0 w 350"/>
                  <a:gd name="T15" fmla="*/ 0 h 31"/>
                  <a:gd name="T16" fmla="*/ 0 w 350"/>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50"/>
                  <a:gd name="T28" fmla="*/ 0 h 31"/>
                  <a:gd name="T29" fmla="*/ 350 w 35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50" h="31">
                    <a:moveTo>
                      <a:pt x="0" y="5"/>
                    </a:moveTo>
                    <a:lnTo>
                      <a:pt x="111" y="0"/>
                    </a:lnTo>
                    <a:lnTo>
                      <a:pt x="198" y="14"/>
                    </a:lnTo>
                    <a:lnTo>
                      <a:pt x="251" y="5"/>
                    </a:lnTo>
                    <a:lnTo>
                      <a:pt x="350" y="14"/>
                    </a:lnTo>
                    <a:lnTo>
                      <a:pt x="276" y="24"/>
                    </a:lnTo>
                    <a:lnTo>
                      <a:pt x="198" y="31"/>
                    </a:lnTo>
                    <a:lnTo>
                      <a:pt x="46" y="18"/>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65" name="Freeform 159"/>
              <p:cNvSpPr>
                <a:spLocks/>
              </p:cNvSpPr>
              <p:nvPr/>
            </p:nvSpPr>
            <p:spPr bwMode="auto">
              <a:xfrm>
                <a:off x="2535" y="1612"/>
                <a:ext cx="29" cy="5"/>
              </a:xfrm>
              <a:custGeom>
                <a:avLst/>
                <a:gdLst>
                  <a:gd name="T0" fmla="*/ 0 w 233"/>
                  <a:gd name="T1" fmla="*/ 0 h 42"/>
                  <a:gd name="T2" fmla="*/ 0 w 233"/>
                  <a:gd name="T3" fmla="*/ 0 h 42"/>
                  <a:gd name="T4" fmla="*/ 0 w 233"/>
                  <a:gd name="T5" fmla="*/ 0 h 42"/>
                  <a:gd name="T6" fmla="*/ 0 w 233"/>
                  <a:gd name="T7" fmla="*/ 0 h 42"/>
                  <a:gd name="T8" fmla="*/ 0 w 233"/>
                  <a:gd name="T9" fmla="*/ 0 h 42"/>
                  <a:gd name="T10" fmla="*/ 0 w 233"/>
                  <a:gd name="T11" fmla="*/ 0 h 42"/>
                  <a:gd name="T12" fmla="*/ 0 w 233"/>
                  <a:gd name="T13" fmla="*/ 0 h 42"/>
                  <a:gd name="T14" fmla="*/ 0 60000 65536"/>
                  <a:gd name="T15" fmla="*/ 0 60000 65536"/>
                  <a:gd name="T16" fmla="*/ 0 60000 65536"/>
                  <a:gd name="T17" fmla="*/ 0 60000 65536"/>
                  <a:gd name="T18" fmla="*/ 0 60000 65536"/>
                  <a:gd name="T19" fmla="*/ 0 60000 65536"/>
                  <a:gd name="T20" fmla="*/ 0 60000 65536"/>
                  <a:gd name="T21" fmla="*/ 0 w 233"/>
                  <a:gd name="T22" fmla="*/ 0 h 42"/>
                  <a:gd name="T23" fmla="*/ 233 w 233"/>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3" h="42">
                    <a:moveTo>
                      <a:pt x="0" y="0"/>
                    </a:moveTo>
                    <a:lnTo>
                      <a:pt x="60" y="35"/>
                    </a:lnTo>
                    <a:lnTo>
                      <a:pt x="159" y="42"/>
                    </a:lnTo>
                    <a:lnTo>
                      <a:pt x="233" y="7"/>
                    </a:lnTo>
                    <a:lnTo>
                      <a:pt x="164" y="24"/>
                    </a:lnTo>
                    <a:lnTo>
                      <a:pt x="77" y="1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66" name="Freeform 160"/>
              <p:cNvSpPr>
                <a:spLocks/>
              </p:cNvSpPr>
              <p:nvPr/>
            </p:nvSpPr>
            <p:spPr bwMode="auto">
              <a:xfrm>
                <a:off x="2977" y="1628"/>
                <a:ext cx="75" cy="64"/>
              </a:xfrm>
              <a:custGeom>
                <a:avLst/>
                <a:gdLst>
                  <a:gd name="T0" fmla="*/ 0 w 595"/>
                  <a:gd name="T1" fmla="*/ 0 h 512"/>
                  <a:gd name="T2" fmla="*/ 0 w 595"/>
                  <a:gd name="T3" fmla="*/ 0 h 512"/>
                  <a:gd name="T4" fmla="*/ 0 w 595"/>
                  <a:gd name="T5" fmla="*/ 0 h 512"/>
                  <a:gd name="T6" fmla="*/ 0 w 595"/>
                  <a:gd name="T7" fmla="*/ 0 h 512"/>
                  <a:gd name="T8" fmla="*/ 0 w 595"/>
                  <a:gd name="T9" fmla="*/ 0 h 512"/>
                  <a:gd name="T10" fmla="*/ 0 w 595"/>
                  <a:gd name="T11" fmla="*/ 0 h 512"/>
                  <a:gd name="T12" fmla="*/ 0 w 595"/>
                  <a:gd name="T13" fmla="*/ 0 h 512"/>
                  <a:gd name="T14" fmla="*/ 0 w 595"/>
                  <a:gd name="T15" fmla="*/ 0 h 512"/>
                  <a:gd name="T16" fmla="*/ 0 w 595"/>
                  <a:gd name="T17" fmla="*/ 0 h 512"/>
                  <a:gd name="T18" fmla="*/ 0 w 595"/>
                  <a:gd name="T19" fmla="*/ 0 h 512"/>
                  <a:gd name="T20" fmla="*/ 0 w 595"/>
                  <a:gd name="T21" fmla="*/ 0 h 512"/>
                  <a:gd name="T22" fmla="*/ 0 w 595"/>
                  <a:gd name="T23" fmla="*/ 0 h 512"/>
                  <a:gd name="T24" fmla="*/ 0 w 595"/>
                  <a:gd name="T25" fmla="*/ 0 h 512"/>
                  <a:gd name="T26" fmla="*/ 0 w 595"/>
                  <a:gd name="T27" fmla="*/ 0 h 512"/>
                  <a:gd name="T28" fmla="*/ 0 w 595"/>
                  <a:gd name="T29" fmla="*/ 0 h 512"/>
                  <a:gd name="T30" fmla="*/ 0 w 595"/>
                  <a:gd name="T31" fmla="*/ 0 h 512"/>
                  <a:gd name="T32" fmla="*/ 0 w 595"/>
                  <a:gd name="T33" fmla="*/ 0 h 512"/>
                  <a:gd name="T34" fmla="*/ 0 w 595"/>
                  <a:gd name="T35" fmla="*/ 0 h 512"/>
                  <a:gd name="T36" fmla="*/ 0 w 595"/>
                  <a:gd name="T37" fmla="*/ 0 h 512"/>
                  <a:gd name="T38" fmla="*/ 0 w 595"/>
                  <a:gd name="T39" fmla="*/ 0 h 512"/>
                  <a:gd name="T40" fmla="*/ 0 w 595"/>
                  <a:gd name="T41" fmla="*/ 0 h 512"/>
                  <a:gd name="T42" fmla="*/ 0 w 595"/>
                  <a:gd name="T43" fmla="*/ 0 h 512"/>
                  <a:gd name="T44" fmla="*/ 0 w 595"/>
                  <a:gd name="T45" fmla="*/ 0 h 512"/>
                  <a:gd name="T46" fmla="*/ 0 w 595"/>
                  <a:gd name="T47" fmla="*/ 0 h 512"/>
                  <a:gd name="T48" fmla="*/ 0 w 595"/>
                  <a:gd name="T49" fmla="*/ 0 h 512"/>
                  <a:gd name="T50" fmla="*/ 0 w 595"/>
                  <a:gd name="T51" fmla="*/ 0 h 512"/>
                  <a:gd name="T52" fmla="*/ 0 w 595"/>
                  <a:gd name="T53" fmla="*/ 0 h 512"/>
                  <a:gd name="T54" fmla="*/ 0 w 595"/>
                  <a:gd name="T55" fmla="*/ 0 h 51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95"/>
                  <a:gd name="T85" fmla="*/ 0 h 512"/>
                  <a:gd name="T86" fmla="*/ 595 w 595"/>
                  <a:gd name="T87" fmla="*/ 512 h 51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95" h="512">
                    <a:moveTo>
                      <a:pt x="97" y="215"/>
                    </a:moveTo>
                    <a:lnTo>
                      <a:pt x="120" y="122"/>
                    </a:lnTo>
                    <a:lnTo>
                      <a:pt x="305" y="0"/>
                    </a:lnTo>
                    <a:lnTo>
                      <a:pt x="498" y="68"/>
                    </a:lnTo>
                    <a:lnTo>
                      <a:pt x="395" y="68"/>
                    </a:lnTo>
                    <a:lnTo>
                      <a:pt x="514" y="209"/>
                    </a:lnTo>
                    <a:lnTo>
                      <a:pt x="569" y="191"/>
                    </a:lnTo>
                    <a:lnTo>
                      <a:pt x="525" y="96"/>
                    </a:lnTo>
                    <a:lnTo>
                      <a:pt x="595" y="209"/>
                    </a:lnTo>
                    <a:lnTo>
                      <a:pt x="551" y="261"/>
                    </a:lnTo>
                    <a:lnTo>
                      <a:pt x="595" y="503"/>
                    </a:lnTo>
                    <a:lnTo>
                      <a:pt x="533" y="512"/>
                    </a:lnTo>
                    <a:lnTo>
                      <a:pt x="464" y="494"/>
                    </a:lnTo>
                    <a:lnTo>
                      <a:pt x="542" y="486"/>
                    </a:lnTo>
                    <a:lnTo>
                      <a:pt x="475" y="329"/>
                    </a:lnTo>
                    <a:lnTo>
                      <a:pt x="351" y="200"/>
                    </a:lnTo>
                    <a:lnTo>
                      <a:pt x="489" y="311"/>
                    </a:lnTo>
                    <a:lnTo>
                      <a:pt x="542" y="424"/>
                    </a:lnTo>
                    <a:lnTo>
                      <a:pt x="510" y="244"/>
                    </a:lnTo>
                    <a:lnTo>
                      <a:pt x="305" y="41"/>
                    </a:lnTo>
                    <a:lnTo>
                      <a:pt x="261" y="122"/>
                    </a:lnTo>
                    <a:lnTo>
                      <a:pt x="305" y="173"/>
                    </a:lnTo>
                    <a:lnTo>
                      <a:pt x="228" y="173"/>
                    </a:lnTo>
                    <a:lnTo>
                      <a:pt x="323" y="306"/>
                    </a:lnTo>
                    <a:lnTo>
                      <a:pt x="191" y="209"/>
                    </a:lnTo>
                    <a:lnTo>
                      <a:pt x="0" y="373"/>
                    </a:lnTo>
                    <a:lnTo>
                      <a:pt x="17" y="253"/>
                    </a:lnTo>
                    <a:lnTo>
                      <a:pt x="97" y="2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67" name="Freeform 161"/>
              <p:cNvSpPr>
                <a:spLocks/>
              </p:cNvSpPr>
              <p:nvPr/>
            </p:nvSpPr>
            <p:spPr bwMode="auto">
              <a:xfrm>
                <a:off x="2989" y="1670"/>
                <a:ext cx="53" cy="66"/>
              </a:xfrm>
              <a:custGeom>
                <a:avLst/>
                <a:gdLst>
                  <a:gd name="T0" fmla="*/ 0 w 417"/>
                  <a:gd name="T1" fmla="*/ 0 h 531"/>
                  <a:gd name="T2" fmla="*/ 0 w 417"/>
                  <a:gd name="T3" fmla="*/ 0 h 531"/>
                  <a:gd name="T4" fmla="*/ 0 w 417"/>
                  <a:gd name="T5" fmla="*/ 0 h 531"/>
                  <a:gd name="T6" fmla="*/ 0 w 417"/>
                  <a:gd name="T7" fmla="*/ 0 h 531"/>
                  <a:gd name="T8" fmla="*/ 0 w 417"/>
                  <a:gd name="T9" fmla="*/ 0 h 531"/>
                  <a:gd name="T10" fmla="*/ 0 w 417"/>
                  <a:gd name="T11" fmla="*/ 0 h 531"/>
                  <a:gd name="T12" fmla="*/ 0 w 417"/>
                  <a:gd name="T13" fmla="*/ 0 h 531"/>
                  <a:gd name="T14" fmla="*/ 0 w 417"/>
                  <a:gd name="T15" fmla="*/ 0 h 531"/>
                  <a:gd name="T16" fmla="*/ 0 w 417"/>
                  <a:gd name="T17" fmla="*/ 0 h 531"/>
                  <a:gd name="T18" fmla="*/ 0 w 417"/>
                  <a:gd name="T19" fmla="*/ 0 h 531"/>
                  <a:gd name="T20" fmla="*/ 0 w 417"/>
                  <a:gd name="T21" fmla="*/ 0 h 531"/>
                  <a:gd name="T22" fmla="*/ 0 w 417"/>
                  <a:gd name="T23" fmla="*/ 0 h 531"/>
                  <a:gd name="T24" fmla="*/ 0 w 417"/>
                  <a:gd name="T25" fmla="*/ 0 h 531"/>
                  <a:gd name="T26" fmla="*/ 0 w 417"/>
                  <a:gd name="T27" fmla="*/ 0 h 531"/>
                  <a:gd name="T28" fmla="*/ 0 w 417"/>
                  <a:gd name="T29" fmla="*/ 0 h 531"/>
                  <a:gd name="T30" fmla="*/ 0 w 417"/>
                  <a:gd name="T31" fmla="*/ 0 h 531"/>
                  <a:gd name="T32" fmla="*/ 0 w 417"/>
                  <a:gd name="T33" fmla="*/ 0 h 531"/>
                  <a:gd name="T34" fmla="*/ 0 w 417"/>
                  <a:gd name="T35" fmla="*/ 0 h 531"/>
                  <a:gd name="T36" fmla="*/ 0 w 417"/>
                  <a:gd name="T37" fmla="*/ 0 h 531"/>
                  <a:gd name="T38" fmla="*/ 0 w 417"/>
                  <a:gd name="T39" fmla="*/ 0 h 531"/>
                  <a:gd name="T40" fmla="*/ 0 w 417"/>
                  <a:gd name="T41" fmla="*/ 0 h 531"/>
                  <a:gd name="T42" fmla="*/ 0 w 417"/>
                  <a:gd name="T43" fmla="*/ 0 h 531"/>
                  <a:gd name="T44" fmla="*/ 0 w 417"/>
                  <a:gd name="T45" fmla="*/ 0 h 531"/>
                  <a:gd name="T46" fmla="*/ 0 w 417"/>
                  <a:gd name="T47" fmla="*/ 0 h 531"/>
                  <a:gd name="T48" fmla="*/ 0 w 417"/>
                  <a:gd name="T49" fmla="*/ 0 h 531"/>
                  <a:gd name="T50" fmla="*/ 0 w 417"/>
                  <a:gd name="T51" fmla="*/ 0 h 531"/>
                  <a:gd name="T52" fmla="*/ 0 w 417"/>
                  <a:gd name="T53" fmla="*/ 0 h 531"/>
                  <a:gd name="T54" fmla="*/ 0 w 417"/>
                  <a:gd name="T55" fmla="*/ 0 h 531"/>
                  <a:gd name="T56" fmla="*/ 0 w 417"/>
                  <a:gd name="T57" fmla="*/ 0 h 531"/>
                  <a:gd name="T58" fmla="*/ 0 w 417"/>
                  <a:gd name="T59" fmla="*/ 0 h 53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17"/>
                  <a:gd name="T91" fmla="*/ 0 h 531"/>
                  <a:gd name="T92" fmla="*/ 417 w 417"/>
                  <a:gd name="T93" fmla="*/ 531 h 53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17" h="531">
                    <a:moveTo>
                      <a:pt x="351" y="198"/>
                    </a:moveTo>
                    <a:lnTo>
                      <a:pt x="307" y="183"/>
                    </a:lnTo>
                    <a:lnTo>
                      <a:pt x="254" y="114"/>
                    </a:lnTo>
                    <a:lnTo>
                      <a:pt x="208" y="114"/>
                    </a:lnTo>
                    <a:lnTo>
                      <a:pt x="146" y="62"/>
                    </a:lnTo>
                    <a:lnTo>
                      <a:pt x="146" y="104"/>
                    </a:lnTo>
                    <a:lnTo>
                      <a:pt x="94" y="114"/>
                    </a:lnTo>
                    <a:lnTo>
                      <a:pt x="44" y="53"/>
                    </a:lnTo>
                    <a:lnTo>
                      <a:pt x="72" y="132"/>
                    </a:lnTo>
                    <a:lnTo>
                      <a:pt x="0" y="132"/>
                    </a:lnTo>
                    <a:lnTo>
                      <a:pt x="87" y="189"/>
                    </a:lnTo>
                    <a:lnTo>
                      <a:pt x="78" y="270"/>
                    </a:lnTo>
                    <a:lnTo>
                      <a:pt x="131" y="383"/>
                    </a:lnTo>
                    <a:lnTo>
                      <a:pt x="131" y="305"/>
                    </a:lnTo>
                    <a:lnTo>
                      <a:pt x="164" y="279"/>
                    </a:lnTo>
                    <a:lnTo>
                      <a:pt x="182" y="321"/>
                    </a:lnTo>
                    <a:lnTo>
                      <a:pt x="219" y="288"/>
                    </a:lnTo>
                    <a:lnTo>
                      <a:pt x="272" y="288"/>
                    </a:lnTo>
                    <a:lnTo>
                      <a:pt x="340" y="347"/>
                    </a:lnTo>
                    <a:lnTo>
                      <a:pt x="332" y="436"/>
                    </a:lnTo>
                    <a:lnTo>
                      <a:pt x="291" y="531"/>
                    </a:lnTo>
                    <a:lnTo>
                      <a:pt x="383" y="383"/>
                    </a:lnTo>
                    <a:lnTo>
                      <a:pt x="413" y="288"/>
                    </a:lnTo>
                    <a:lnTo>
                      <a:pt x="417" y="156"/>
                    </a:lnTo>
                    <a:lnTo>
                      <a:pt x="383" y="156"/>
                    </a:lnTo>
                    <a:lnTo>
                      <a:pt x="323" y="42"/>
                    </a:lnTo>
                    <a:lnTo>
                      <a:pt x="261" y="0"/>
                    </a:lnTo>
                    <a:lnTo>
                      <a:pt x="314" y="77"/>
                    </a:lnTo>
                    <a:lnTo>
                      <a:pt x="351" y="148"/>
                    </a:lnTo>
                    <a:lnTo>
                      <a:pt x="351" y="19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68" name="Freeform 162"/>
              <p:cNvSpPr>
                <a:spLocks/>
              </p:cNvSpPr>
              <p:nvPr/>
            </p:nvSpPr>
            <p:spPr bwMode="auto">
              <a:xfrm>
                <a:off x="2925" y="1679"/>
                <a:ext cx="214" cy="306"/>
              </a:xfrm>
              <a:custGeom>
                <a:avLst/>
                <a:gdLst>
                  <a:gd name="T0" fmla="*/ 0 w 1712"/>
                  <a:gd name="T1" fmla="*/ 0 h 2448"/>
                  <a:gd name="T2" fmla="*/ 0 w 1712"/>
                  <a:gd name="T3" fmla="*/ 0 h 2448"/>
                  <a:gd name="T4" fmla="*/ 0 w 1712"/>
                  <a:gd name="T5" fmla="*/ 0 h 2448"/>
                  <a:gd name="T6" fmla="*/ 0 w 1712"/>
                  <a:gd name="T7" fmla="*/ 0 h 2448"/>
                  <a:gd name="T8" fmla="*/ 0 w 1712"/>
                  <a:gd name="T9" fmla="*/ 0 h 2448"/>
                  <a:gd name="T10" fmla="*/ 0 w 1712"/>
                  <a:gd name="T11" fmla="*/ 0 h 2448"/>
                  <a:gd name="T12" fmla="*/ 0 w 1712"/>
                  <a:gd name="T13" fmla="*/ 0 h 2448"/>
                  <a:gd name="T14" fmla="*/ 0 w 1712"/>
                  <a:gd name="T15" fmla="*/ 0 h 2448"/>
                  <a:gd name="T16" fmla="*/ 0 w 1712"/>
                  <a:gd name="T17" fmla="*/ 0 h 2448"/>
                  <a:gd name="T18" fmla="*/ 0 w 1712"/>
                  <a:gd name="T19" fmla="*/ 0 h 2448"/>
                  <a:gd name="T20" fmla="*/ 0 w 1712"/>
                  <a:gd name="T21" fmla="*/ 0 h 2448"/>
                  <a:gd name="T22" fmla="*/ 0 w 1712"/>
                  <a:gd name="T23" fmla="*/ 0 h 2448"/>
                  <a:gd name="T24" fmla="*/ 0 w 1712"/>
                  <a:gd name="T25" fmla="*/ 0 h 2448"/>
                  <a:gd name="T26" fmla="*/ 0 w 1712"/>
                  <a:gd name="T27" fmla="*/ 0 h 2448"/>
                  <a:gd name="T28" fmla="*/ 0 w 1712"/>
                  <a:gd name="T29" fmla="*/ 0 h 2448"/>
                  <a:gd name="T30" fmla="*/ 0 w 1712"/>
                  <a:gd name="T31" fmla="*/ 0 h 2448"/>
                  <a:gd name="T32" fmla="*/ 0 w 1712"/>
                  <a:gd name="T33" fmla="*/ 0 h 2448"/>
                  <a:gd name="T34" fmla="*/ 0 w 1712"/>
                  <a:gd name="T35" fmla="*/ 0 h 2448"/>
                  <a:gd name="T36" fmla="*/ 0 w 1712"/>
                  <a:gd name="T37" fmla="*/ 0 h 2448"/>
                  <a:gd name="T38" fmla="*/ 0 w 1712"/>
                  <a:gd name="T39" fmla="*/ 0 h 2448"/>
                  <a:gd name="T40" fmla="*/ 0 w 1712"/>
                  <a:gd name="T41" fmla="*/ 0 h 2448"/>
                  <a:gd name="T42" fmla="*/ 0 w 1712"/>
                  <a:gd name="T43" fmla="*/ 0 h 2448"/>
                  <a:gd name="T44" fmla="*/ 0 w 1712"/>
                  <a:gd name="T45" fmla="*/ 0 h 2448"/>
                  <a:gd name="T46" fmla="*/ 0 w 1712"/>
                  <a:gd name="T47" fmla="*/ 0 h 2448"/>
                  <a:gd name="T48" fmla="*/ 0 w 1712"/>
                  <a:gd name="T49" fmla="*/ 0 h 2448"/>
                  <a:gd name="T50" fmla="*/ 0 w 1712"/>
                  <a:gd name="T51" fmla="*/ 0 h 2448"/>
                  <a:gd name="T52" fmla="*/ 0 w 1712"/>
                  <a:gd name="T53" fmla="*/ 0 h 2448"/>
                  <a:gd name="T54" fmla="*/ 0 w 1712"/>
                  <a:gd name="T55" fmla="*/ 0 h 2448"/>
                  <a:gd name="T56" fmla="*/ 0 w 1712"/>
                  <a:gd name="T57" fmla="*/ 0 h 2448"/>
                  <a:gd name="T58" fmla="*/ 0 w 1712"/>
                  <a:gd name="T59" fmla="*/ 0 h 2448"/>
                  <a:gd name="T60" fmla="*/ 0 w 1712"/>
                  <a:gd name="T61" fmla="*/ 0 h 2448"/>
                  <a:gd name="T62" fmla="*/ 0 w 1712"/>
                  <a:gd name="T63" fmla="*/ 0 h 2448"/>
                  <a:gd name="T64" fmla="*/ 0 w 1712"/>
                  <a:gd name="T65" fmla="*/ 0 h 2448"/>
                  <a:gd name="T66" fmla="*/ 0 w 1712"/>
                  <a:gd name="T67" fmla="*/ 0 h 2448"/>
                  <a:gd name="T68" fmla="*/ 0 w 1712"/>
                  <a:gd name="T69" fmla="*/ 0 h 2448"/>
                  <a:gd name="T70" fmla="*/ 0 w 1712"/>
                  <a:gd name="T71" fmla="*/ 0 h 2448"/>
                  <a:gd name="T72" fmla="*/ 0 w 1712"/>
                  <a:gd name="T73" fmla="*/ 0 h 2448"/>
                  <a:gd name="T74" fmla="*/ 0 w 1712"/>
                  <a:gd name="T75" fmla="*/ 0 h 2448"/>
                  <a:gd name="T76" fmla="*/ 0 w 1712"/>
                  <a:gd name="T77" fmla="*/ 0 h 2448"/>
                  <a:gd name="T78" fmla="*/ 0 w 1712"/>
                  <a:gd name="T79" fmla="*/ 0 h 2448"/>
                  <a:gd name="T80" fmla="*/ 0 w 1712"/>
                  <a:gd name="T81" fmla="*/ 0 h 2448"/>
                  <a:gd name="T82" fmla="*/ 0 w 1712"/>
                  <a:gd name="T83" fmla="*/ 0 h 2448"/>
                  <a:gd name="T84" fmla="*/ 0 w 1712"/>
                  <a:gd name="T85" fmla="*/ 0 h 2448"/>
                  <a:gd name="T86" fmla="*/ 0 w 1712"/>
                  <a:gd name="T87" fmla="*/ 0 h 244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12"/>
                  <a:gd name="T133" fmla="*/ 0 h 2448"/>
                  <a:gd name="T134" fmla="*/ 1712 w 1712"/>
                  <a:gd name="T135" fmla="*/ 2448 h 244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12" h="2448">
                    <a:moveTo>
                      <a:pt x="420" y="0"/>
                    </a:moveTo>
                    <a:lnTo>
                      <a:pt x="499" y="424"/>
                    </a:lnTo>
                    <a:lnTo>
                      <a:pt x="522" y="451"/>
                    </a:lnTo>
                    <a:lnTo>
                      <a:pt x="561" y="468"/>
                    </a:lnTo>
                    <a:lnTo>
                      <a:pt x="534" y="495"/>
                    </a:lnTo>
                    <a:lnTo>
                      <a:pt x="483" y="486"/>
                    </a:lnTo>
                    <a:lnTo>
                      <a:pt x="475" y="550"/>
                    </a:lnTo>
                    <a:lnTo>
                      <a:pt x="499" y="599"/>
                    </a:lnTo>
                    <a:lnTo>
                      <a:pt x="540" y="615"/>
                    </a:lnTo>
                    <a:lnTo>
                      <a:pt x="589" y="606"/>
                    </a:lnTo>
                    <a:lnTo>
                      <a:pt x="611" y="479"/>
                    </a:lnTo>
                    <a:lnTo>
                      <a:pt x="663" y="479"/>
                    </a:lnTo>
                    <a:lnTo>
                      <a:pt x="711" y="451"/>
                    </a:lnTo>
                    <a:lnTo>
                      <a:pt x="743" y="398"/>
                    </a:lnTo>
                    <a:lnTo>
                      <a:pt x="743" y="461"/>
                    </a:lnTo>
                    <a:lnTo>
                      <a:pt x="771" y="451"/>
                    </a:lnTo>
                    <a:lnTo>
                      <a:pt x="824" y="424"/>
                    </a:lnTo>
                    <a:lnTo>
                      <a:pt x="798" y="461"/>
                    </a:lnTo>
                    <a:lnTo>
                      <a:pt x="743" y="530"/>
                    </a:lnTo>
                    <a:lnTo>
                      <a:pt x="699" y="650"/>
                    </a:lnTo>
                    <a:lnTo>
                      <a:pt x="909" y="415"/>
                    </a:lnTo>
                    <a:lnTo>
                      <a:pt x="945" y="444"/>
                    </a:lnTo>
                    <a:lnTo>
                      <a:pt x="815" y="798"/>
                    </a:lnTo>
                    <a:lnTo>
                      <a:pt x="824" y="1260"/>
                    </a:lnTo>
                    <a:lnTo>
                      <a:pt x="1172" y="1295"/>
                    </a:lnTo>
                    <a:lnTo>
                      <a:pt x="1331" y="1371"/>
                    </a:lnTo>
                    <a:lnTo>
                      <a:pt x="1417" y="1371"/>
                    </a:lnTo>
                    <a:lnTo>
                      <a:pt x="1460" y="1442"/>
                    </a:lnTo>
                    <a:lnTo>
                      <a:pt x="1172" y="1332"/>
                    </a:lnTo>
                    <a:lnTo>
                      <a:pt x="953" y="1314"/>
                    </a:lnTo>
                    <a:lnTo>
                      <a:pt x="1059" y="1380"/>
                    </a:lnTo>
                    <a:lnTo>
                      <a:pt x="953" y="1380"/>
                    </a:lnTo>
                    <a:lnTo>
                      <a:pt x="798" y="1362"/>
                    </a:lnTo>
                    <a:lnTo>
                      <a:pt x="909" y="1459"/>
                    </a:lnTo>
                    <a:lnTo>
                      <a:pt x="1296" y="1523"/>
                    </a:lnTo>
                    <a:lnTo>
                      <a:pt x="971" y="1493"/>
                    </a:lnTo>
                    <a:lnTo>
                      <a:pt x="1172" y="1611"/>
                    </a:lnTo>
                    <a:lnTo>
                      <a:pt x="1147" y="1636"/>
                    </a:lnTo>
                    <a:lnTo>
                      <a:pt x="875" y="1503"/>
                    </a:lnTo>
                    <a:lnTo>
                      <a:pt x="918" y="1636"/>
                    </a:lnTo>
                    <a:lnTo>
                      <a:pt x="1349" y="1747"/>
                    </a:lnTo>
                    <a:lnTo>
                      <a:pt x="1626" y="1921"/>
                    </a:lnTo>
                    <a:lnTo>
                      <a:pt x="1349" y="1867"/>
                    </a:lnTo>
                    <a:lnTo>
                      <a:pt x="1191" y="1765"/>
                    </a:lnTo>
                    <a:lnTo>
                      <a:pt x="953" y="1701"/>
                    </a:lnTo>
                    <a:lnTo>
                      <a:pt x="1068" y="1826"/>
                    </a:lnTo>
                    <a:lnTo>
                      <a:pt x="1712" y="2049"/>
                    </a:lnTo>
                    <a:lnTo>
                      <a:pt x="1068" y="1867"/>
                    </a:lnTo>
                    <a:lnTo>
                      <a:pt x="884" y="1736"/>
                    </a:lnTo>
                    <a:lnTo>
                      <a:pt x="895" y="1809"/>
                    </a:lnTo>
                    <a:lnTo>
                      <a:pt x="1068" y="1973"/>
                    </a:lnTo>
                    <a:lnTo>
                      <a:pt x="1321" y="2024"/>
                    </a:lnTo>
                    <a:lnTo>
                      <a:pt x="1460" y="2121"/>
                    </a:lnTo>
                    <a:lnTo>
                      <a:pt x="1259" y="2097"/>
                    </a:lnTo>
                    <a:lnTo>
                      <a:pt x="1008" y="1973"/>
                    </a:lnTo>
                    <a:lnTo>
                      <a:pt x="934" y="1982"/>
                    </a:lnTo>
                    <a:lnTo>
                      <a:pt x="971" y="2112"/>
                    </a:lnTo>
                    <a:lnTo>
                      <a:pt x="1033" y="2156"/>
                    </a:lnTo>
                    <a:lnTo>
                      <a:pt x="1349" y="2171"/>
                    </a:lnTo>
                    <a:lnTo>
                      <a:pt x="1024" y="2330"/>
                    </a:lnTo>
                    <a:lnTo>
                      <a:pt x="980" y="2314"/>
                    </a:lnTo>
                    <a:lnTo>
                      <a:pt x="909" y="2084"/>
                    </a:lnTo>
                    <a:lnTo>
                      <a:pt x="831" y="2339"/>
                    </a:lnTo>
                    <a:lnTo>
                      <a:pt x="849" y="2448"/>
                    </a:lnTo>
                    <a:lnTo>
                      <a:pt x="760" y="2354"/>
                    </a:lnTo>
                    <a:lnTo>
                      <a:pt x="895" y="2013"/>
                    </a:lnTo>
                    <a:lnTo>
                      <a:pt x="884" y="1921"/>
                    </a:lnTo>
                    <a:lnTo>
                      <a:pt x="824" y="1765"/>
                    </a:lnTo>
                    <a:lnTo>
                      <a:pt x="778" y="1563"/>
                    </a:lnTo>
                    <a:lnTo>
                      <a:pt x="674" y="1304"/>
                    </a:lnTo>
                    <a:lnTo>
                      <a:pt x="554" y="1523"/>
                    </a:lnTo>
                    <a:lnTo>
                      <a:pt x="554" y="1747"/>
                    </a:lnTo>
                    <a:lnTo>
                      <a:pt x="316" y="2033"/>
                    </a:lnTo>
                    <a:lnTo>
                      <a:pt x="0" y="2148"/>
                    </a:lnTo>
                    <a:lnTo>
                      <a:pt x="37" y="1973"/>
                    </a:lnTo>
                    <a:lnTo>
                      <a:pt x="217" y="1791"/>
                    </a:lnTo>
                    <a:lnTo>
                      <a:pt x="437" y="1685"/>
                    </a:lnTo>
                    <a:lnTo>
                      <a:pt x="534" y="1436"/>
                    </a:lnTo>
                    <a:lnTo>
                      <a:pt x="522" y="1314"/>
                    </a:lnTo>
                    <a:lnTo>
                      <a:pt x="611" y="1026"/>
                    </a:lnTo>
                    <a:lnTo>
                      <a:pt x="510" y="1000"/>
                    </a:lnTo>
                    <a:lnTo>
                      <a:pt x="420" y="938"/>
                    </a:lnTo>
                    <a:lnTo>
                      <a:pt x="522" y="650"/>
                    </a:lnTo>
                    <a:lnTo>
                      <a:pt x="475" y="627"/>
                    </a:lnTo>
                    <a:lnTo>
                      <a:pt x="448" y="541"/>
                    </a:lnTo>
                    <a:lnTo>
                      <a:pt x="448" y="433"/>
                    </a:lnTo>
                    <a:lnTo>
                      <a:pt x="420" y="53"/>
                    </a:lnTo>
                    <a:lnTo>
                      <a:pt x="42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69" name="Freeform 163"/>
              <p:cNvSpPr>
                <a:spLocks/>
              </p:cNvSpPr>
              <p:nvPr/>
            </p:nvSpPr>
            <p:spPr bwMode="auto">
              <a:xfrm>
                <a:off x="2878" y="1705"/>
                <a:ext cx="86" cy="218"/>
              </a:xfrm>
              <a:custGeom>
                <a:avLst/>
                <a:gdLst>
                  <a:gd name="T0" fmla="*/ 0 w 691"/>
                  <a:gd name="T1" fmla="*/ 0 h 1748"/>
                  <a:gd name="T2" fmla="*/ 0 w 691"/>
                  <a:gd name="T3" fmla="*/ 0 h 1748"/>
                  <a:gd name="T4" fmla="*/ 0 w 691"/>
                  <a:gd name="T5" fmla="*/ 0 h 1748"/>
                  <a:gd name="T6" fmla="*/ 0 w 691"/>
                  <a:gd name="T7" fmla="*/ 0 h 1748"/>
                  <a:gd name="T8" fmla="*/ 0 w 691"/>
                  <a:gd name="T9" fmla="*/ 0 h 1748"/>
                  <a:gd name="T10" fmla="*/ 0 w 691"/>
                  <a:gd name="T11" fmla="*/ 0 h 1748"/>
                  <a:gd name="T12" fmla="*/ 0 w 691"/>
                  <a:gd name="T13" fmla="*/ 0 h 1748"/>
                  <a:gd name="T14" fmla="*/ 0 w 691"/>
                  <a:gd name="T15" fmla="*/ 0 h 1748"/>
                  <a:gd name="T16" fmla="*/ 0 w 691"/>
                  <a:gd name="T17" fmla="*/ 0 h 1748"/>
                  <a:gd name="T18" fmla="*/ 0 w 691"/>
                  <a:gd name="T19" fmla="*/ 0 h 1748"/>
                  <a:gd name="T20" fmla="*/ 0 w 691"/>
                  <a:gd name="T21" fmla="*/ 0 h 1748"/>
                  <a:gd name="T22" fmla="*/ 0 w 691"/>
                  <a:gd name="T23" fmla="*/ 0 h 1748"/>
                  <a:gd name="T24" fmla="*/ 0 w 691"/>
                  <a:gd name="T25" fmla="*/ 0 h 1748"/>
                  <a:gd name="T26" fmla="*/ 0 w 691"/>
                  <a:gd name="T27" fmla="*/ 0 h 1748"/>
                  <a:gd name="T28" fmla="*/ 0 w 691"/>
                  <a:gd name="T29" fmla="*/ 0 h 1748"/>
                  <a:gd name="T30" fmla="*/ 0 w 691"/>
                  <a:gd name="T31" fmla="*/ 0 h 1748"/>
                  <a:gd name="T32" fmla="*/ 0 w 691"/>
                  <a:gd name="T33" fmla="*/ 0 h 1748"/>
                  <a:gd name="T34" fmla="*/ 0 w 691"/>
                  <a:gd name="T35" fmla="*/ 0 h 1748"/>
                  <a:gd name="T36" fmla="*/ 0 w 691"/>
                  <a:gd name="T37" fmla="*/ 0 h 1748"/>
                  <a:gd name="T38" fmla="*/ 0 w 691"/>
                  <a:gd name="T39" fmla="*/ 0 h 1748"/>
                  <a:gd name="T40" fmla="*/ 0 w 691"/>
                  <a:gd name="T41" fmla="*/ 0 h 1748"/>
                  <a:gd name="T42" fmla="*/ 0 w 691"/>
                  <a:gd name="T43" fmla="*/ 0 h 1748"/>
                  <a:gd name="T44" fmla="*/ 0 w 691"/>
                  <a:gd name="T45" fmla="*/ 0 h 1748"/>
                  <a:gd name="T46" fmla="*/ 0 w 691"/>
                  <a:gd name="T47" fmla="*/ 0 h 1748"/>
                  <a:gd name="T48" fmla="*/ 0 w 691"/>
                  <a:gd name="T49" fmla="*/ 0 h 1748"/>
                  <a:gd name="T50" fmla="*/ 0 w 691"/>
                  <a:gd name="T51" fmla="*/ 0 h 1748"/>
                  <a:gd name="T52" fmla="*/ 0 w 691"/>
                  <a:gd name="T53" fmla="*/ 0 h 1748"/>
                  <a:gd name="T54" fmla="*/ 0 w 691"/>
                  <a:gd name="T55" fmla="*/ 0 h 1748"/>
                  <a:gd name="T56" fmla="*/ 0 w 691"/>
                  <a:gd name="T57" fmla="*/ 0 h 1748"/>
                  <a:gd name="T58" fmla="*/ 0 w 691"/>
                  <a:gd name="T59" fmla="*/ 0 h 1748"/>
                  <a:gd name="T60" fmla="*/ 0 w 691"/>
                  <a:gd name="T61" fmla="*/ 0 h 174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691"/>
                  <a:gd name="T94" fmla="*/ 0 h 1748"/>
                  <a:gd name="T95" fmla="*/ 691 w 691"/>
                  <a:gd name="T96" fmla="*/ 1748 h 174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691" h="1748">
                    <a:moveTo>
                      <a:pt x="691" y="312"/>
                    </a:moveTo>
                    <a:lnTo>
                      <a:pt x="586" y="572"/>
                    </a:lnTo>
                    <a:lnTo>
                      <a:pt x="516" y="729"/>
                    </a:lnTo>
                    <a:lnTo>
                      <a:pt x="392" y="982"/>
                    </a:lnTo>
                    <a:lnTo>
                      <a:pt x="334" y="1017"/>
                    </a:lnTo>
                    <a:lnTo>
                      <a:pt x="351" y="1243"/>
                    </a:lnTo>
                    <a:lnTo>
                      <a:pt x="412" y="1527"/>
                    </a:lnTo>
                    <a:lnTo>
                      <a:pt x="472" y="1748"/>
                    </a:lnTo>
                    <a:lnTo>
                      <a:pt x="388" y="1485"/>
                    </a:lnTo>
                    <a:lnTo>
                      <a:pt x="334" y="1233"/>
                    </a:lnTo>
                    <a:lnTo>
                      <a:pt x="243" y="1171"/>
                    </a:lnTo>
                    <a:lnTo>
                      <a:pt x="254" y="1330"/>
                    </a:lnTo>
                    <a:lnTo>
                      <a:pt x="351" y="1591"/>
                    </a:lnTo>
                    <a:lnTo>
                      <a:pt x="239" y="1345"/>
                    </a:lnTo>
                    <a:lnTo>
                      <a:pt x="193" y="1153"/>
                    </a:lnTo>
                    <a:lnTo>
                      <a:pt x="87" y="1153"/>
                    </a:lnTo>
                    <a:lnTo>
                      <a:pt x="0" y="1227"/>
                    </a:lnTo>
                    <a:lnTo>
                      <a:pt x="87" y="1139"/>
                    </a:lnTo>
                    <a:lnTo>
                      <a:pt x="157" y="1112"/>
                    </a:lnTo>
                    <a:lnTo>
                      <a:pt x="219" y="895"/>
                    </a:lnTo>
                    <a:lnTo>
                      <a:pt x="219" y="782"/>
                    </a:lnTo>
                    <a:lnTo>
                      <a:pt x="175" y="721"/>
                    </a:lnTo>
                    <a:lnTo>
                      <a:pt x="175" y="644"/>
                    </a:lnTo>
                    <a:lnTo>
                      <a:pt x="279" y="235"/>
                    </a:lnTo>
                    <a:lnTo>
                      <a:pt x="388" y="0"/>
                    </a:lnTo>
                    <a:lnTo>
                      <a:pt x="307" y="341"/>
                    </a:lnTo>
                    <a:lnTo>
                      <a:pt x="219" y="685"/>
                    </a:lnTo>
                    <a:lnTo>
                      <a:pt x="307" y="798"/>
                    </a:lnTo>
                    <a:lnTo>
                      <a:pt x="366" y="914"/>
                    </a:lnTo>
                    <a:lnTo>
                      <a:pt x="606" y="462"/>
                    </a:lnTo>
                    <a:lnTo>
                      <a:pt x="691" y="3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70" name="Freeform 164"/>
              <p:cNvSpPr>
                <a:spLocks/>
              </p:cNvSpPr>
              <p:nvPr/>
            </p:nvSpPr>
            <p:spPr bwMode="auto">
              <a:xfrm>
                <a:off x="2942" y="1815"/>
                <a:ext cx="10" cy="54"/>
              </a:xfrm>
              <a:custGeom>
                <a:avLst/>
                <a:gdLst>
                  <a:gd name="T0" fmla="*/ 0 w 83"/>
                  <a:gd name="T1" fmla="*/ 0 h 431"/>
                  <a:gd name="T2" fmla="*/ 0 w 83"/>
                  <a:gd name="T3" fmla="*/ 0 h 431"/>
                  <a:gd name="T4" fmla="*/ 0 w 83"/>
                  <a:gd name="T5" fmla="*/ 0 h 431"/>
                  <a:gd name="T6" fmla="*/ 0 w 83"/>
                  <a:gd name="T7" fmla="*/ 0 h 431"/>
                  <a:gd name="T8" fmla="*/ 0 w 83"/>
                  <a:gd name="T9" fmla="*/ 0 h 431"/>
                  <a:gd name="T10" fmla="*/ 0 w 83"/>
                  <a:gd name="T11" fmla="*/ 0 h 431"/>
                  <a:gd name="T12" fmla="*/ 0 w 83"/>
                  <a:gd name="T13" fmla="*/ 0 h 431"/>
                  <a:gd name="T14" fmla="*/ 0 60000 65536"/>
                  <a:gd name="T15" fmla="*/ 0 60000 65536"/>
                  <a:gd name="T16" fmla="*/ 0 60000 65536"/>
                  <a:gd name="T17" fmla="*/ 0 60000 65536"/>
                  <a:gd name="T18" fmla="*/ 0 60000 65536"/>
                  <a:gd name="T19" fmla="*/ 0 60000 65536"/>
                  <a:gd name="T20" fmla="*/ 0 60000 65536"/>
                  <a:gd name="T21" fmla="*/ 0 w 83"/>
                  <a:gd name="T22" fmla="*/ 0 h 431"/>
                  <a:gd name="T23" fmla="*/ 83 w 83"/>
                  <a:gd name="T24" fmla="*/ 431 h 4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431">
                    <a:moveTo>
                      <a:pt x="0" y="0"/>
                    </a:moveTo>
                    <a:lnTo>
                      <a:pt x="51" y="106"/>
                    </a:lnTo>
                    <a:lnTo>
                      <a:pt x="51" y="297"/>
                    </a:lnTo>
                    <a:lnTo>
                      <a:pt x="83" y="385"/>
                    </a:lnTo>
                    <a:lnTo>
                      <a:pt x="42" y="431"/>
                    </a:lnTo>
                    <a:lnTo>
                      <a:pt x="24" y="20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71" name="Freeform 165"/>
              <p:cNvSpPr>
                <a:spLocks/>
              </p:cNvSpPr>
              <p:nvPr/>
            </p:nvSpPr>
            <p:spPr bwMode="auto">
              <a:xfrm>
                <a:off x="2878" y="1862"/>
                <a:ext cx="53" cy="85"/>
              </a:xfrm>
              <a:custGeom>
                <a:avLst/>
                <a:gdLst>
                  <a:gd name="T0" fmla="*/ 0 w 427"/>
                  <a:gd name="T1" fmla="*/ 0 h 680"/>
                  <a:gd name="T2" fmla="*/ 0 w 427"/>
                  <a:gd name="T3" fmla="*/ 0 h 680"/>
                  <a:gd name="T4" fmla="*/ 0 w 427"/>
                  <a:gd name="T5" fmla="*/ 0 h 680"/>
                  <a:gd name="T6" fmla="*/ 0 w 427"/>
                  <a:gd name="T7" fmla="*/ 0 h 680"/>
                  <a:gd name="T8" fmla="*/ 0 w 427"/>
                  <a:gd name="T9" fmla="*/ 0 h 680"/>
                  <a:gd name="T10" fmla="*/ 0 w 427"/>
                  <a:gd name="T11" fmla="*/ 0 h 680"/>
                  <a:gd name="T12" fmla="*/ 0 w 427"/>
                  <a:gd name="T13" fmla="*/ 0 h 680"/>
                  <a:gd name="T14" fmla="*/ 0 w 427"/>
                  <a:gd name="T15" fmla="*/ 0 h 680"/>
                  <a:gd name="T16" fmla="*/ 0 60000 65536"/>
                  <a:gd name="T17" fmla="*/ 0 60000 65536"/>
                  <a:gd name="T18" fmla="*/ 0 60000 65536"/>
                  <a:gd name="T19" fmla="*/ 0 60000 65536"/>
                  <a:gd name="T20" fmla="*/ 0 60000 65536"/>
                  <a:gd name="T21" fmla="*/ 0 60000 65536"/>
                  <a:gd name="T22" fmla="*/ 0 60000 65536"/>
                  <a:gd name="T23" fmla="*/ 0 60000 65536"/>
                  <a:gd name="T24" fmla="*/ 0 w 427"/>
                  <a:gd name="T25" fmla="*/ 0 h 680"/>
                  <a:gd name="T26" fmla="*/ 427 w 427"/>
                  <a:gd name="T27" fmla="*/ 680 h 6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7" h="680">
                    <a:moveTo>
                      <a:pt x="0" y="0"/>
                    </a:moveTo>
                    <a:lnTo>
                      <a:pt x="175" y="532"/>
                    </a:lnTo>
                    <a:lnTo>
                      <a:pt x="307" y="543"/>
                    </a:lnTo>
                    <a:lnTo>
                      <a:pt x="427" y="629"/>
                    </a:lnTo>
                    <a:lnTo>
                      <a:pt x="366" y="680"/>
                    </a:lnTo>
                    <a:lnTo>
                      <a:pt x="175" y="611"/>
                    </a:lnTo>
                    <a:lnTo>
                      <a:pt x="81" y="32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72" name="Freeform 166"/>
              <p:cNvSpPr>
                <a:spLocks/>
              </p:cNvSpPr>
              <p:nvPr/>
            </p:nvSpPr>
            <p:spPr bwMode="auto">
              <a:xfrm>
                <a:off x="2887" y="1847"/>
                <a:ext cx="16" cy="41"/>
              </a:xfrm>
              <a:custGeom>
                <a:avLst/>
                <a:gdLst>
                  <a:gd name="T0" fmla="*/ 0 w 131"/>
                  <a:gd name="T1" fmla="*/ 0 h 329"/>
                  <a:gd name="T2" fmla="*/ 0 w 131"/>
                  <a:gd name="T3" fmla="*/ 0 h 329"/>
                  <a:gd name="T4" fmla="*/ 0 w 131"/>
                  <a:gd name="T5" fmla="*/ 0 h 329"/>
                  <a:gd name="T6" fmla="*/ 0 w 131"/>
                  <a:gd name="T7" fmla="*/ 0 h 329"/>
                  <a:gd name="T8" fmla="*/ 0 w 131"/>
                  <a:gd name="T9" fmla="*/ 0 h 329"/>
                  <a:gd name="T10" fmla="*/ 0 60000 65536"/>
                  <a:gd name="T11" fmla="*/ 0 60000 65536"/>
                  <a:gd name="T12" fmla="*/ 0 60000 65536"/>
                  <a:gd name="T13" fmla="*/ 0 60000 65536"/>
                  <a:gd name="T14" fmla="*/ 0 60000 65536"/>
                  <a:gd name="T15" fmla="*/ 0 w 131"/>
                  <a:gd name="T16" fmla="*/ 0 h 329"/>
                  <a:gd name="T17" fmla="*/ 131 w 131"/>
                  <a:gd name="T18" fmla="*/ 329 h 329"/>
                </a:gdLst>
                <a:ahLst/>
                <a:cxnLst>
                  <a:cxn ang="T10">
                    <a:pos x="T0" y="T1"/>
                  </a:cxn>
                  <a:cxn ang="T11">
                    <a:pos x="T2" y="T3"/>
                  </a:cxn>
                  <a:cxn ang="T12">
                    <a:pos x="T4" y="T5"/>
                  </a:cxn>
                  <a:cxn ang="T13">
                    <a:pos x="T6" y="T7"/>
                  </a:cxn>
                  <a:cxn ang="T14">
                    <a:pos x="T8" y="T9"/>
                  </a:cxn>
                </a:cxnLst>
                <a:rect l="T15" t="T16" r="T17" b="T18"/>
                <a:pathLst>
                  <a:path w="131" h="329">
                    <a:moveTo>
                      <a:pt x="131" y="14"/>
                    </a:moveTo>
                    <a:lnTo>
                      <a:pt x="43" y="329"/>
                    </a:lnTo>
                    <a:lnTo>
                      <a:pt x="0" y="226"/>
                    </a:lnTo>
                    <a:lnTo>
                      <a:pt x="112" y="0"/>
                    </a:lnTo>
                    <a:lnTo>
                      <a:pt x="131"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73" name="Freeform 167"/>
              <p:cNvSpPr>
                <a:spLocks/>
              </p:cNvSpPr>
              <p:nvPr/>
            </p:nvSpPr>
            <p:spPr bwMode="auto">
              <a:xfrm>
                <a:off x="2911" y="1739"/>
                <a:ext cx="13" cy="39"/>
              </a:xfrm>
              <a:custGeom>
                <a:avLst/>
                <a:gdLst>
                  <a:gd name="T0" fmla="*/ 0 w 103"/>
                  <a:gd name="T1" fmla="*/ 0 h 319"/>
                  <a:gd name="T2" fmla="*/ 0 w 103"/>
                  <a:gd name="T3" fmla="*/ 0 h 319"/>
                  <a:gd name="T4" fmla="*/ 0 w 103"/>
                  <a:gd name="T5" fmla="*/ 0 h 319"/>
                  <a:gd name="T6" fmla="*/ 0 w 103"/>
                  <a:gd name="T7" fmla="*/ 0 h 319"/>
                  <a:gd name="T8" fmla="*/ 0 w 103"/>
                  <a:gd name="T9" fmla="*/ 0 h 319"/>
                  <a:gd name="T10" fmla="*/ 0 60000 65536"/>
                  <a:gd name="T11" fmla="*/ 0 60000 65536"/>
                  <a:gd name="T12" fmla="*/ 0 60000 65536"/>
                  <a:gd name="T13" fmla="*/ 0 60000 65536"/>
                  <a:gd name="T14" fmla="*/ 0 60000 65536"/>
                  <a:gd name="T15" fmla="*/ 0 w 103"/>
                  <a:gd name="T16" fmla="*/ 0 h 319"/>
                  <a:gd name="T17" fmla="*/ 103 w 103"/>
                  <a:gd name="T18" fmla="*/ 319 h 319"/>
                </a:gdLst>
                <a:ahLst/>
                <a:cxnLst>
                  <a:cxn ang="T10">
                    <a:pos x="T0" y="T1"/>
                  </a:cxn>
                  <a:cxn ang="T11">
                    <a:pos x="T2" y="T3"/>
                  </a:cxn>
                  <a:cxn ang="T12">
                    <a:pos x="T4" y="T5"/>
                  </a:cxn>
                  <a:cxn ang="T13">
                    <a:pos x="T6" y="T7"/>
                  </a:cxn>
                  <a:cxn ang="T14">
                    <a:pos x="T8" y="T9"/>
                  </a:cxn>
                </a:cxnLst>
                <a:rect l="T15" t="T16" r="T17" b="T18"/>
                <a:pathLst>
                  <a:path w="103" h="319">
                    <a:moveTo>
                      <a:pt x="71" y="0"/>
                    </a:moveTo>
                    <a:lnTo>
                      <a:pt x="71" y="171"/>
                    </a:lnTo>
                    <a:lnTo>
                      <a:pt x="103" y="319"/>
                    </a:lnTo>
                    <a:lnTo>
                      <a:pt x="0" y="210"/>
                    </a:lnTo>
                    <a:lnTo>
                      <a:pt x="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74" name="Freeform 168"/>
              <p:cNvSpPr>
                <a:spLocks/>
              </p:cNvSpPr>
              <p:nvPr/>
            </p:nvSpPr>
            <p:spPr bwMode="auto">
              <a:xfrm>
                <a:off x="2928" y="1648"/>
                <a:ext cx="67" cy="89"/>
              </a:xfrm>
              <a:custGeom>
                <a:avLst/>
                <a:gdLst>
                  <a:gd name="T0" fmla="*/ 0 w 533"/>
                  <a:gd name="T1" fmla="*/ 0 h 711"/>
                  <a:gd name="T2" fmla="*/ 0 w 533"/>
                  <a:gd name="T3" fmla="*/ 0 h 711"/>
                  <a:gd name="T4" fmla="*/ 0 w 533"/>
                  <a:gd name="T5" fmla="*/ 0 h 711"/>
                  <a:gd name="T6" fmla="*/ 0 w 533"/>
                  <a:gd name="T7" fmla="*/ 0 h 711"/>
                  <a:gd name="T8" fmla="*/ 0 w 533"/>
                  <a:gd name="T9" fmla="*/ 0 h 711"/>
                  <a:gd name="T10" fmla="*/ 0 w 533"/>
                  <a:gd name="T11" fmla="*/ 0 h 711"/>
                  <a:gd name="T12" fmla="*/ 0 w 533"/>
                  <a:gd name="T13" fmla="*/ 0 h 711"/>
                  <a:gd name="T14" fmla="*/ 0 w 533"/>
                  <a:gd name="T15" fmla="*/ 0 h 711"/>
                  <a:gd name="T16" fmla="*/ 0 w 533"/>
                  <a:gd name="T17" fmla="*/ 0 h 711"/>
                  <a:gd name="T18" fmla="*/ 0 w 533"/>
                  <a:gd name="T19" fmla="*/ 0 h 711"/>
                  <a:gd name="T20" fmla="*/ 0 w 533"/>
                  <a:gd name="T21" fmla="*/ 0 h 711"/>
                  <a:gd name="T22" fmla="*/ 0 w 533"/>
                  <a:gd name="T23" fmla="*/ 0 h 711"/>
                  <a:gd name="T24" fmla="*/ 0 w 533"/>
                  <a:gd name="T25" fmla="*/ 0 h 711"/>
                  <a:gd name="T26" fmla="*/ 0 w 533"/>
                  <a:gd name="T27" fmla="*/ 0 h 71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33"/>
                  <a:gd name="T43" fmla="*/ 0 h 711"/>
                  <a:gd name="T44" fmla="*/ 533 w 533"/>
                  <a:gd name="T45" fmla="*/ 711 h 71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33" h="711">
                    <a:moveTo>
                      <a:pt x="0" y="393"/>
                    </a:moveTo>
                    <a:lnTo>
                      <a:pt x="60" y="393"/>
                    </a:lnTo>
                    <a:lnTo>
                      <a:pt x="174" y="520"/>
                    </a:lnTo>
                    <a:lnTo>
                      <a:pt x="254" y="711"/>
                    </a:lnTo>
                    <a:lnTo>
                      <a:pt x="189" y="503"/>
                    </a:lnTo>
                    <a:lnTo>
                      <a:pt x="93" y="329"/>
                    </a:lnTo>
                    <a:lnTo>
                      <a:pt x="51" y="305"/>
                    </a:lnTo>
                    <a:lnTo>
                      <a:pt x="227" y="164"/>
                    </a:lnTo>
                    <a:lnTo>
                      <a:pt x="427" y="141"/>
                    </a:lnTo>
                    <a:lnTo>
                      <a:pt x="533" y="0"/>
                    </a:lnTo>
                    <a:lnTo>
                      <a:pt x="306" y="35"/>
                    </a:lnTo>
                    <a:lnTo>
                      <a:pt x="189" y="153"/>
                    </a:lnTo>
                    <a:lnTo>
                      <a:pt x="21" y="305"/>
                    </a:lnTo>
                    <a:lnTo>
                      <a:pt x="0" y="3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75" name="Freeform 169"/>
              <p:cNvSpPr>
                <a:spLocks/>
              </p:cNvSpPr>
              <p:nvPr/>
            </p:nvSpPr>
            <p:spPr bwMode="auto">
              <a:xfrm>
                <a:off x="3023" y="1613"/>
                <a:ext cx="15" cy="20"/>
              </a:xfrm>
              <a:custGeom>
                <a:avLst/>
                <a:gdLst>
                  <a:gd name="T0" fmla="*/ 0 w 118"/>
                  <a:gd name="T1" fmla="*/ 0 h 158"/>
                  <a:gd name="T2" fmla="*/ 0 w 118"/>
                  <a:gd name="T3" fmla="*/ 0 h 158"/>
                  <a:gd name="T4" fmla="*/ 0 w 118"/>
                  <a:gd name="T5" fmla="*/ 0 h 158"/>
                  <a:gd name="T6" fmla="*/ 0 w 118"/>
                  <a:gd name="T7" fmla="*/ 0 h 158"/>
                  <a:gd name="T8" fmla="*/ 0 w 118"/>
                  <a:gd name="T9" fmla="*/ 0 h 158"/>
                  <a:gd name="T10" fmla="*/ 0 60000 65536"/>
                  <a:gd name="T11" fmla="*/ 0 60000 65536"/>
                  <a:gd name="T12" fmla="*/ 0 60000 65536"/>
                  <a:gd name="T13" fmla="*/ 0 60000 65536"/>
                  <a:gd name="T14" fmla="*/ 0 60000 65536"/>
                  <a:gd name="T15" fmla="*/ 0 w 118"/>
                  <a:gd name="T16" fmla="*/ 0 h 158"/>
                  <a:gd name="T17" fmla="*/ 118 w 118"/>
                  <a:gd name="T18" fmla="*/ 158 h 158"/>
                </a:gdLst>
                <a:ahLst/>
                <a:cxnLst>
                  <a:cxn ang="T10">
                    <a:pos x="T0" y="T1"/>
                  </a:cxn>
                  <a:cxn ang="T11">
                    <a:pos x="T2" y="T3"/>
                  </a:cxn>
                  <a:cxn ang="T12">
                    <a:pos x="T4" y="T5"/>
                  </a:cxn>
                  <a:cxn ang="T13">
                    <a:pos x="T6" y="T7"/>
                  </a:cxn>
                  <a:cxn ang="T14">
                    <a:pos x="T8" y="T9"/>
                  </a:cxn>
                </a:cxnLst>
                <a:rect l="T15" t="T16" r="T17" b="T18"/>
                <a:pathLst>
                  <a:path w="118" h="158">
                    <a:moveTo>
                      <a:pt x="63" y="0"/>
                    </a:moveTo>
                    <a:lnTo>
                      <a:pt x="0" y="158"/>
                    </a:lnTo>
                    <a:lnTo>
                      <a:pt x="26" y="158"/>
                    </a:lnTo>
                    <a:lnTo>
                      <a:pt x="118" y="38"/>
                    </a:lnTo>
                    <a:lnTo>
                      <a:pt x="6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76" name="Freeform 170"/>
              <p:cNvSpPr>
                <a:spLocks/>
              </p:cNvSpPr>
              <p:nvPr/>
            </p:nvSpPr>
            <p:spPr bwMode="auto">
              <a:xfrm>
                <a:off x="3042" y="1668"/>
                <a:ext cx="123" cy="76"/>
              </a:xfrm>
              <a:custGeom>
                <a:avLst/>
                <a:gdLst>
                  <a:gd name="T0" fmla="*/ 0 w 985"/>
                  <a:gd name="T1" fmla="*/ 0 h 611"/>
                  <a:gd name="T2" fmla="*/ 0 w 985"/>
                  <a:gd name="T3" fmla="*/ 0 h 611"/>
                  <a:gd name="T4" fmla="*/ 0 w 985"/>
                  <a:gd name="T5" fmla="*/ 0 h 611"/>
                  <a:gd name="T6" fmla="*/ 0 w 985"/>
                  <a:gd name="T7" fmla="*/ 0 h 611"/>
                  <a:gd name="T8" fmla="*/ 0 w 985"/>
                  <a:gd name="T9" fmla="*/ 0 h 611"/>
                  <a:gd name="T10" fmla="*/ 0 w 985"/>
                  <a:gd name="T11" fmla="*/ 0 h 611"/>
                  <a:gd name="T12" fmla="*/ 0 w 985"/>
                  <a:gd name="T13" fmla="*/ 0 h 611"/>
                  <a:gd name="T14" fmla="*/ 0 w 985"/>
                  <a:gd name="T15" fmla="*/ 0 h 611"/>
                  <a:gd name="T16" fmla="*/ 0 w 985"/>
                  <a:gd name="T17" fmla="*/ 0 h 611"/>
                  <a:gd name="T18" fmla="*/ 0 w 985"/>
                  <a:gd name="T19" fmla="*/ 0 h 611"/>
                  <a:gd name="T20" fmla="*/ 0 w 985"/>
                  <a:gd name="T21" fmla="*/ 0 h 611"/>
                  <a:gd name="T22" fmla="*/ 0 w 985"/>
                  <a:gd name="T23" fmla="*/ 0 h 611"/>
                  <a:gd name="T24" fmla="*/ 0 w 985"/>
                  <a:gd name="T25" fmla="*/ 0 h 611"/>
                  <a:gd name="T26" fmla="*/ 0 w 985"/>
                  <a:gd name="T27" fmla="*/ 0 h 611"/>
                  <a:gd name="T28" fmla="*/ 0 w 985"/>
                  <a:gd name="T29" fmla="*/ 0 h 611"/>
                  <a:gd name="T30" fmla="*/ 0 w 985"/>
                  <a:gd name="T31" fmla="*/ 0 h 611"/>
                  <a:gd name="T32" fmla="*/ 0 w 985"/>
                  <a:gd name="T33" fmla="*/ 0 h 611"/>
                  <a:gd name="T34" fmla="*/ 0 w 985"/>
                  <a:gd name="T35" fmla="*/ 0 h 611"/>
                  <a:gd name="T36" fmla="*/ 0 w 985"/>
                  <a:gd name="T37" fmla="*/ 0 h 611"/>
                  <a:gd name="T38" fmla="*/ 0 w 985"/>
                  <a:gd name="T39" fmla="*/ 0 h 611"/>
                  <a:gd name="T40" fmla="*/ 0 w 985"/>
                  <a:gd name="T41" fmla="*/ 0 h 611"/>
                  <a:gd name="T42" fmla="*/ 0 w 985"/>
                  <a:gd name="T43" fmla="*/ 0 h 611"/>
                  <a:gd name="T44" fmla="*/ 0 w 985"/>
                  <a:gd name="T45" fmla="*/ 0 h 611"/>
                  <a:gd name="T46" fmla="*/ 0 w 985"/>
                  <a:gd name="T47" fmla="*/ 0 h 611"/>
                  <a:gd name="T48" fmla="*/ 0 w 985"/>
                  <a:gd name="T49" fmla="*/ 0 h 611"/>
                  <a:gd name="T50" fmla="*/ 0 w 985"/>
                  <a:gd name="T51" fmla="*/ 0 h 611"/>
                  <a:gd name="T52" fmla="*/ 0 w 985"/>
                  <a:gd name="T53" fmla="*/ 0 h 611"/>
                  <a:gd name="T54" fmla="*/ 0 w 985"/>
                  <a:gd name="T55" fmla="*/ 0 h 611"/>
                  <a:gd name="T56" fmla="*/ 0 w 985"/>
                  <a:gd name="T57" fmla="*/ 0 h 611"/>
                  <a:gd name="T58" fmla="*/ 0 w 985"/>
                  <a:gd name="T59" fmla="*/ 0 h 611"/>
                  <a:gd name="T60" fmla="*/ 0 w 985"/>
                  <a:gd name="T61" fmla="*/ 0 h 611"/>
                  <a:gd name="T62" fmla="*/ 0 w 985"/>
                  <a:gd name="T63" fmla="*/ 0 h 611"/>
                  <a:gd name="T64" fmla="*/ 0 w 985"/>
                  <a:gd name="T65" fmla="*/ 0 h 611"/>
                  <a:gd name="T66" fmla="*/ 0 w 985"/>
                  <a:gd name="T67" fmla="*/ 0 h 611"/>
                  <a:gd name="T68" fmla="*/ 0 w 985"/>
                  <a:gd name="T69" fmla="*/ 0 h 61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985"/>
                  <a:gd name="T106" fmla="*/ 0 h 611"/>
                  <a:gd name="T107" fmla="*/ 985 w 985"/>
                  <a:gd name="T108" fmla="*/ 611 h 61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985" h="611">
                    <a:moveTo>
                      <a:pt x="55" y="194"/>
                    </a:moveTo>
                    <a:lnTo>
                      <a:pt x="107" y="264"/>
                    </a:lnTo>
                    <a:lnTo>
                      <a:pt x="182" y="334"/>
                    </a:lnTo>
                    <a:lnTo>
                      <a:pt x="199" y="354"/>
                    </a:lnTo>
                    <a:lnTo>
                      <a:pt x="257" y="334"/>
                    </a:lnTo>
                    <a:lnTo>
                      <a:pt x="254" y="387"/>
                    </a:lnTo>
                    <a:lnTo>
                      <a:pt x="301" y="424"/>
                    </a:lnTo>
                    <a:lnTo>
                      <a:pt x="413" y="470"/>
                    </a:lnTo>
                    <a:lnTo>
                      <a:pt x="479" y="502"/>
                    </a:lnTo>
                    <a:lnTo>
                      <a:pt x="538" y="543"/>
                    </a:lnTo>
                    <a:lnTo>
                      <a:pt x="580" y="585"/>
                    </a:lnTo>
                    <a:lnTo>
                      <a:pt x="901" y="20"/>
                    </a:lnTo>
                    <a:lnTo>
                      <a:pt x="938" y="0"/>
                    </a:lnTo>
                    <a:lnTo>
                      <a:pt x="976" y="0"/>
                    </a:lnTo>
                    <a:lnTo>
                      <a:pt x="985" y="20"/>
                    </a:lnTo>
                    <a:lnTo>
                      <a:pt x="967" y="29"/>
                    </a:lnTo>
                    <a:lnTo>
                      <a:pt x="936" y="29"/>
                    </a:lnTo>
                    <a:lnTo>
                      <a:pt x="899" y="48"/>
                    </a:lnTo>
                    <a:lnTo>
                      <a:pt x="865" y="90"/>
                    </a:lnTo>
                    <a:lnTo>
                      <a:pt x="580" y="611"/>
                    </a:lnTo>
                    <a:lnTo>
                      <a:pt x="459" y="565"/>
                    </a:lnTo>
                    <a:lnTo>
                      <a:pt x="538" y="578"/>
                    </a:lnTo>
                    <a:lnTo>
                      <a:pt x="485" y="532"/>
                    </a:lnTo>
                    <a:lnTo>
                      <a:pt x="404" y="486"/>
                    </a:lnTo>
                    <a:lnTo>
                      <a:pt x="325" y="458"/>
                    </a:lnTo>
                    <a:lnTo>
                      <a:pt x="296" y="453"/>
                    </a:lnTo>
                    <a:lnTo>
                      <a:pt x="362" y="519"/>
                    </a:lnTo>
                    <a:lnTo>
                      <a:pt x="301" y="475"/>
                    </a:lnTo>
                    <a:lnTo>
                      <a:pt x="257" y="440"/>
                    </a:lnTo>
                    <a:lnTo>
                      <a:pt x="204" y="383"/>
                    </a:lnTo>
                    <a:lnTo>
                      <a:pt x="136" y="315"/>
                    </a:lnTo>
                    <a:lnTo>
                      <a:pt x="74" y="269"/>
                    </a:lnTo>
                    <a:lnTo>
                      <a:pt x="24" y="224"/>
                    </a:lnTo>
                    <a:lnTo>
                      <a:pt x="0" y="185"/>
                    </a:lnTo>
                    <a:lnTo>
                      <a:pt x="55" y="1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77" name="Freeform 171"/>
              <p:cNvSpPr>
                <a:spLocks/>
              </p:cNvSpPr>
              <p:nvPr/>
            </p:nvSpPr>
            <p:spPr bwMode="auto">
              <a:xfrm>
                <a:off x="3042" y="1595"/>
                <a:ext cx="36" cy="44"/>
              </a:xfrm>
              <a:custGeom>
                <a:avLst/>
                <a:gdLst>
                  <a:gd name="T0" fmla="*/ 0 w 281"/>
                  <a:gd name="T1" fmla="*/ 0 h 354"/>
                  <a:gd name="T2" fmla="*/ 0 w 281"/>
                  <a:gd name="T3" fmla="*/ 0 h 354"/>
                  <a:gd name="T4" fmla="*/ 0 w 281"/>
                  <a:gd name="T5" fmla="*/ 0 h 354"/>
                  <a:gd name="T6" fmla="*/ 0 w 281"/>
                  <a:gd name="T7" fmla="*/ 0 h 354"/>
                  <a:gd name="T8" fmla="*/ 0 w 281"/>
                  <a:gd name="T9" fmla="*/ 0 h 354"/>
                  <a:gd name="T10" fmla="*/ 0 w 281"/>
                  <a:gd name="T11" fmla="*/ 0 h 354"/>
                  <a:gd name="T12" fmla="*/ 0 w 281"/>
                  <a:gd name="T13" fmla="*/ 0 h 354"/>
                  <a:gd name="T14" fmla="*/ 0 w 281"/>
                  <a:gd name="T15" fmla="*/ 0 h 354"/>
                  <a:gd name="T16" fmla="*/ 0 w 281"/>
                  <a:gd name="T17" fmla="*/ 0 h 3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1"/>
                  <a:gd name="T28" fmla="*/ 0 h 354"/>
                  <a:gd name="T29" fmla="*/ 281 w 281"/>
                  <a:gd name="T30" fmla="*/ 354 h 35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1" h="354">
                    <a:moveTo>
                      <a:pt x="0" y="338"/>
                    </a:moveTo>
                    <a:lnTo>
                      <a:pt x="199" y="42"/>
                    </a:lnTo>
                    <a:lnTo>
                      <a:pt x="228" y="17"/>
                    </a:lnTo>
                    <a:lnTo>
                      <a:pt x="254" y="0"/>
                    </a:lnTo>
                    <a:lnTo>
                      <a:pt x="281" y="6"/>
                    </a:lnTo>
                    <a:lnTo>
                      <a:pt x="241" y="22"/>
                    </a:lnTo>
                    <a:lnTo>
                      <a:pt x="206" y="54"/>
                    </a:lnTo>
                    <a:lnTo>
                      <a:pt x="4" y="354"/>
                    </a:lnTo>
                    <a:lnTo>
                      <a:pt x="0" y="3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78" name="Freeform 172"/>
              <p:cNvSpPr>
                <a:spLocks/>
              </p:cNvSpPr>
              <p:nvPr/>
            </p:nvSpPr>
            <p:spPr bwMode="auto">
              <a:xfrm>
                <a:off x="3046" y="1640"/>
                <a:ext cx="87" cy="30"/>
              </a:xfrm>
              <a:custGeom>
                <a:avLst/>
                <a:gdLst>
                  <a:gd name="T0" fmla="*/ 0 w 696"/>
                  <a:gd name="T1" fmla="*/ 0 h 242"/>
                  <a:gd name="T2" fmla="*/ 0 w 696"/>
                  <a:gd name="T3" fmla="*/ 0 h 242"/>
                  <a:gd name="T4" fmla="*/ 0 w 696"/>
                  <a:gd name="T5" fmla="*/ 0 h 242"/>
                  <a:gd name="T6" fmla="*/ 0 w 696"/>
                  <a:gd name="T7" fmla="*/ 0 h 242"/>
                  <a:gd name="T8" fmla="*/ 0 w 696"/>
                  <a:gd name="T9" fmla="*/ 0 h 242"/>
                  <a:gd name="T10" fmla="*/ 0 w 696"/>
                  <a:gd name="T11" fmla="*/ 0 h 242"/>
                  <a:gd name="T12" fmla="*/ 0 w 696"/>
                  <a:gd name="T13" fmla="*/ 0 h 242"/>
                  <a:gd name="T14" fmla="*/ 0 w 696"/>
                  <a:gd name="T15" fmla="*/ 0 h 242"/>
                  <a:gd name="T16" fmla="*/ 0 w 696"/>
                  <a:gd name="T17" fmla="*/ 0 h 242"/>
                  <a:gd name="T18" fmla="*/ 0 w 696"/>
                  <a:gd name="T19" fmla="*/ 0 h 242"/>
                  <a:gd name="T20" fmla="*/ 0 w 696"/>
                  <a:gd name="T21" fmla="*/ 0 h 242"/>
                  <a:gd name="T22" fmla="*/ 0 w 696"/>
                  <a:gd name="T23" fmla="*/ 0 h 242"/>
                  <a:gd name="T24" fmla="*/ 0 w 696"/>
                  <a:gd name="T25" fmla="*/ 0 h 242"/>
                  <a:gd name="T26" fmla="*/ 0 w 696"/>
                  <a:gd name="T27" fmla="*/ 0 h 242"/>
                  <a:gd name="T28" fmla="*/ 0 w 696"/>
                  <a:gd name="T29" fmla="*/ 0 h 242"/>
                  <a:gd name="T30" fmla="*/ 0 w 696"/>
                  <a:gd name="T31" fmla="*/ 0 h 242"/>
                  <a:gd name="T32" fmla="*/ 0 w 696"/>
                  <a:gd name="T33" fmla="*/ 0 h 242"/>
                  <a:gd name="T34" fmla="*/ 0 w 696"/>
                  <a:gd name="T35" fmla="*/ 0 h 242"/>
                  <a:gd name="T36" fmla="*/ 0 w 696"/>
                  <a:gd name="T37" fmla="*/ 0 h 242"/>
                  <a:gd name="T38" fmla="*/ 0 w 696"/>
                  <a:gd name="T39" fmla="*/ 0 h 242"/>
                  <a:gd name="T40" fmla="*/ 0 w 696"/>
                  <a:gd name="T41" fmla="*/ 0 h 242"/>
                  <a:gd name="T42" fmla="*/ 0 w 696"/>
                  <a:gd name="T43" fmla="*/ 0 h 242"/>
                  <a:gd name="T44" fmla="*/ 0 w 696"/>
                  <a:gd name="T45" fmla="*/ 0 h 242"/>
                  <a:gd name="T46" fmla="*/ 0 w 696"/>
                  <a:gd name="T47" fmla="*/ 0 h 242"/>
                  <a:gd name="T48" fmla="*/ 0 w 696"/>
                  <a:gd name="T49" fmla="*/ 0 h 242"/>
                  <a:gd name="T50" fmla="*/ 0 w 696"/>
                  <a:gd name="T51" fmla="*/ 0 h 242"/>
                  <a:gd name="T52" fmla="*/ 0 w 696"/>
                  <a:gd name="T53" fmla="*/ 0 h 242"/>
                  <a:gd name="T54" fmla="*/ 0 w 696"/>
                  <a:gd name="T55" fmla="*/ 0 h 242"/>
                  <a:gd name="T56" fmla="*/ 0 w 696"/>
                  <a:gd name="T57" fmla="*/ 0 h 242"/>
                  <a:gd name="T58" fmla="*/ 0 w 696"/>
                  <a:gd name="T59" fmla="*/ 0 h 242"/>
                  <a:gd name="T60" fmla="*/ 0 w 696"/>
                  <a:gd name="T61" fmla="*/ 0 h 242"/>
                  <a:gd name="T62" fmla="*/ 0 w 696"/>
                  <a:gd name="T63" fmla="*/ 0 h 242"/>
                  <a:gd name="T64" fmla="*/ 0 w 696"/>
                  <a:gd name="T65" fmla="*/ 0 h 242"/>
                  <a:gd name="T66" fmla="*/ 0 w 696"/>
                  <a:gd name="T67" fmla="*/ 0 h 242"/>
                  <a:gd name="T68" fmla="*/ 0 w 696"/>
                  <a:gd name="T69" fmla="*/ 0 h 242"/>
                  <a:gd name="T70" fmla="*/ 0 w 696"/>
                  <a:gd name="T71" fmla="*/ 0 h 242"/>
                  <a:gd name="T72" fmla="*/ 0 w 696"/>
                  <a:gd name="T73" fmla="*/ 0 h 24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96"/>
                  <a:gd name="T112" fmla="*/ 0 h 242"/>
                  <a:gd name="T113" fmla="*/ 696 w 696"/>
                  <a:gd name="T114" fmla="*/ 242 h 24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96" h="242">
                    <a:moveTo>
                      <a:pt x="0" y="242"/>
                    </a:moveTo>
                    <a:lnTo>
                      <a:pt x="39" y="215"/>
                    </a:lnTo>
                    <a:lnTo>
                      <a:pt x="81" y="180"/>
                    </a:lnTo>
                    <a:lnTo>
                      <a:pt x="131" y="111"/>
                    </a:lnTo>
                    <a:lnTo>
                      <a:pt x="156" y="69"/>
                    </a:lnTo>
                    <a:lnTo>
                      <a:pt x="180" y="49"/>
                    </a:lnTo>
                    <a:lnTo>
                      <a:pt x="208" y="31"/>
                    </a:lnTo>
                    <a:lnTo>
                      <a:pt x="248" y="21"/>
                    </a:lnTo>
                    <a:lnTo>
                      <a:pt x="369" y="0"/>
                    </a:lnTo>
                    <a:lnTo>
                      <a:pt x="439" y="3"/>
                    </a:lnTo>
                    <a:lnTo>
                      <a:pt x="527" y="40"/>
                    </a:lnTo>
                    <a:lnTo>
                      <a:pt x="592" y="88"/>
                    </a:lnTo>
                    <a:lnTo>
                      <a:pt x="696" y="137"/>
                    </a:lnTo>
                    <a:lnTo>
                      <a:pt x="617" y="125"/>
                    </a:lnTo>
                    <a:lnTo>
                      <a:pt x="564" y="106"/>
                    </a:lnTo>
                    <a:lnTo>
                      <a:pt x="527" y="86"/>
                    </a:lnTo>
                    <a:lnTo>
                      <a:pt x="483" y="75"/>
                    </a:lnTo>
                    <a:lnTo>
                      <a:pt x="459" y="79"/>
                    </a:lnTo>
                    <a:lnTo>
                      <a:pt x="435" y="150"/>
                    </a:lnTo>
                    <a:lnTo>
                      <a:pt x="384" y="211"/>
                    </a:lnTo>
                    <a:lnTo>
                      <a:pt x="421" y="152"/>
                    </a:lnTo>
                    <a:lnTo>
                      <a:pt x="447" y="69"/>
                    </a:lnTo>
                    <a:lnTo>
                      <a:pt x="447" y="49"/>
                    </a:lnTo>
                    <a:lnTo>
                      <a:pt x="430" y="28"/>
                    </a:lnTo>
                    <a:lnTo>
                      <a:pt x="384" y="16"/>
                    </a:lnTo>
                    <a:lnTo>
                      <a:pt x="329" y="21"/>
                    </a:lnTo>
                    <a:lnTo>
                      <a:pt x="313" y="44"/>
                    </a:lnTo>
                    <a:lnTo>
                      <a:pt x="343" y="222"/>
                    </a:lnTo>
                    <a:lnTo>
                      <a:pt x="325" y="222"/>
                    </a:lnTo>
                    <a:lnTo>
                      <a:pt x="256" y="198"/>
                    </a:lnTo>
                    <a:lnTo>
                      <a:pt x="195" y="174"/>
                    </a:lnTo>
                    <a:lnTo>
                      <a:pt x="164" y="150"/>
                    </a:lnTo>
                    <a:lnTo>
                      <a:pt x="145" y="137"/>
                    </a:lnTo>
                    <a:lnTo>
                      <a:pt x="108" y="174"/>
                    </a:lnTo>
                    <a:lnTo>
                      <a:pt x="67" y="210"/>
                    </a:lnTo>
                    <a:lnTo>
                      <a:pt x="25" y="231"/>
                    </a:lnTo>
                    <a:lnTo>
                      <a:pt x="0" y="2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79" name="Freeform 173"/>
              <p:cNvSpPr>
                <a:spLocks/>
              </p:cNvSpPr>
              <p:nvPr/>
            </p:nvSpPr>
            <p:spPr bwMode="auto">
              <a:xfrm>
                <a:off x="3129" y="1594"/>
                <a:ext cx="49" cy="55"/>
              </a:xfrm>
              <a:custGeom>
                <a:avLst/>
                <a:gdLst>
                  <a:gd name="T0" fmla="*/ 0 w 385"/>
                  <a:gd name="T1" fmla="*/ 0 h 439"/>
                  <a:gd name="T2" fmla="*/ 0 w 385"/>
                  <a:gd name="T3" fmla="*/ 0 h 439"/>
                  <a:gd name="T4" fmla="*/ 0 w 385"/>
                  <a:gd name="T5" fmla="*/ 0 h 439"/>
                  <a:gd name="T6" fmla="*/ 0 w 385"/>
                  <a:gd name="T7" fmla="*/ 0 h 439"/>
                  <a:gd name="T8" fmla="*/ 0 w 385"/>
                  <a:gd name="T9" fmla="*/ 0 h 439"/>
                  <a:gd name="T10" fmla="*/ 0 w 385"/>
                  <a:gd name="T11" fmla="*/ 0 h 439"/>
                  <a:gd name="T12" fmla="*/ 0 w 385"/>
                  <a:gd name="T13" fmla="*/ 0 h 439"/>
                  <a:gd name="T14" fmla="*/ 0 w 385"/>
                  <a:gd name="T15" fmla="*/ 0 h 439"/>
                  <a:gd name="T16" fmla="*/ 0 w 385"/>
                  <a:gd name="T17" fmla="*/ 0 h 439"/>
                  <a:gd name="T18" fmla="*/ 0 w 385"/>
                  <a:gd name="T19" fmla="*/ 0 h 439"/>
                  <a:gd name="T20" fmla="*/ 0 w 385"/>
                  <a:gd name="T21" fmla="*/ 0 h 439"/>
                  <a:gd name="T22" fmla="*/ 0 w 385"/>
                  <a:gd name="T23" fmla="*/ 0 h 439"/>
                  <a:gd name="T24" fmla="*/ 0 w 385"/>
                  <a:gd name="T25" fmla="*/ 0 h 439"/>
                  <a:gd name="T26" fmla="*/ 0 w 385"/>
                  <a:gd name="T27" fmla="*/ 0 h 439"/>
                  <a:gd name="T28" fmla="*/ 0 w 385"/>
                  <a:gd name="T29" fmla="*/ 0 h 439"/>
                  <a:gd name="T30" fmla="*/ 0 w 385"/>
                  <a:gd name="T31" fmla="*/ 0 h 439"/>
                  <a:gd name="T32" fmla="*/ 0 w 385"/>
                  <a:gd name="T33" fmla="*/ 0 h 439"/>
                  <a:gd name="T34" fmla="*/ 0 w 385"/>
                  <a:gd name="T35" fmla="*/ 0 h 439"/>
                  <a:gd name="T36" fmla="*/ 0 w 385"/>
                  <a:gd name="T37" fmla="*/ 0 h 4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85"/>
                  <a:gd name="T58" fmla="*/ 0 h 439"/>
                  <a:gd name="T59" fmla="*/ 385 w 385"/>
                  <a:gd name="T60" fmla="*/ 439 h 43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85" h="439">
                    <a:moveTo>
                      <a:pt x="0" y="0"/>
                    </a:moveTo>
                    <a:lnTo>
                      <a:pt x="40" y="55"/>
                    </a:lnTo>
                    <a:lnTo>
                      <a:pt x="63" y="111"/>
                    </a:lnTo>
                    <a:lnTo>
                      <a:pt x="86" y="256"/>
                    </a:lnTo>
                    <a:lnTo>
                      <a:pt x="75" y="439"/>
                    </a:lnTo>
                    <a:lnTo>
                      <a:pt x="114" y="274"/>
                    </a:lnTo>
                    <a:lnTo>
                      <a:pt x="148" y="189"/>
                    </a:lnTo>
                    <a:lnTo>
                      <a:pt x="204" y="107"/>
                    </a:lnTo>
                    <a:lnTo>
                      <a:pt x="235" y="111"/>
                    </a:lnTo>
                    <a:lnTo>
                      <a:pt x="211" y="256"/>
                    </a:lnTo>
                    <a:lnTo>
                      <a:pt x="215" y="292"/>
                    </a:lnTo>
                    <a:lnTo>
                      <a:pt x="385" y="74"/>
                    </a:lnTo>
                    <a:lnTo>
                      <a:pt x="310" y="26"/>
                    </a:lnTo>
                    <a:lnTo>
                      <a:pt x="252" y="67"/>
                    </a:lnTo>
                    <a:lnTo>
                      <a:pt x="204" y="58"/>
                    </a:lnTo>
                    <a:lnTo>
                      <a:pt x="112" y="81"/>
                    </a:lnTo>
                    <a:lnTo>
                      <a:pt x="81" y="81"/>
                    </a:lnTo>
                    <a:lnTo>
                      <a:pt x="37"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0" name="Freeform 174"/>
              <p:cNvSpPr>
                <a:spLocks/>
              </p:cNvSpPr>
              <p:nvPr/>
            </p:nvSpPr>
            <p:spPr bwMode="auto">
              <a:xfrm>
                <a:off x="3082" y="1664"/>
                <a:ext cx="103" cy="290"/>
              </a:xfrm>
              <a:custGeom>
                <a:avLst/>
                <a:gdLst>
                  <a:gd name="T0" fmla="*/ 0 w 819"/>
                  <a:gd name="T1" fmla="*/ 0 h 2318"/>
                  <a:gd name="T2" fmla="*/ 0 w 819"/>
                  <a:gd name="T3" fmla="*/ 0 h 2318"/>
                  <a:gd name="T4" fmla="*/ 0 w 819"/>
                  <a:gd name="T5" fmla="*/ 0 h 2318"/>
                  <a:gd name="T6" fmla="*/ 0 w 819"/>
                  <a:gd name="T7" fmla="*/ 0 h 2318"/>
                  <a:gd name="T8" fmla="*/ 0 w 819"/>
                  <a:gd name="T9" fmla="*/ 0 h 2318"/>
                  <a:gd name="T10" fmla="*/ 0 w 819"/>
                  <a:gd name="T11" fmla="*/ 0 h 2318"/>
                  <a:gd name="T12" fmla="*/ 0 w 819"/>
                  <a:gd name="T13" fmla="*/ 0 h 2318"/>
                  <a:gd name="T14" fmla="*/ 0 w 819"/>
                  <a:gd name="T15" fmla="*/ 0 h 2318"/>
                  <a:gd name="T16" fmla="*/ 0 w 819"/>
                  <a:gd name="T17" fmla="*/ 0 h 2318"/>
                  <a:gd name="T18" fmla="*/ 0 w 819"/>
                  <a:gd name="T19" fmla="*/ 0 h 2318"/>
                  <a:gd name="T20" fmla="*/ 0 w 819"/>
                  <a:gd name="T21" fmla="*/ 0 h 2318"/>
                  <a:gd name="T22" fmla="*/ 0 w 819"/>
                  <a:gd name="T23" fmla="*/ 0 h 2318"/>
                  <a:gd name="T24" fmla="*/ 0 w 819"/>
                  <a:gd name="T25" fmla="*/ 0 h 2318"/>
                  <a:gd name="T26" fmla="*/ 0 w 819"/>
                  <a:gd name="T27" fmla="*/ 0 h 2318"/>
                  <a:gd name="T28" fmla="*/ 0 w 819"/>
                  <a:gd name="T29" fmla="*/ 0 h 2318"/>
                  <a:gd name="T30" fmla="*/ 0 w 819"/>
                  <a:gd name="T31" fmla="*/ 0 h 2318"/>
                  <a:gd name="T32" fmla="*/ 0 w 819"/>
                  <a:gd name="T33" fmla="*/ 0 h 2318"/>
                  <a:gd name="T34" fmla="*/ 0 w 819"/>
                  <a:gd name="T35" fmla="*/ 0 h 2318"/>
                  <a:gd name="T36" fmla="*/ 0 w 819"/>
                  <a:gd name="T37" fmla="*/ 0 h 2318"/>
                  <a:gd name="T38" fmla="*/ 0 w 819"/>
                  <a:gd name="T39" fmla="*/ 0 h 2318"/>
                  <a:gd name="T40" fmla="*/ 0 w 819"/>
                  <a:gd name="T41" fmla="*/ 0 h 2318"/>
                  <a:gd name="T42" fmla="*/ 0 w 819"/>
                  <a:gd name="T43" fmla="*/ 0 h 2318"/>
                  <a:gd name="T44" fmla="*/ 0 w 819"/>
                  <a:gd name="T45" fmla="*/ 0 h 2318"/>
                  <a:gd name="T46" fmla="*/ 0 w 819"/>
                  <a:gd name="T47" fmla="*/ 0 h 2318"/>
                  <a:gd name="T48" fmla="*/ 0 w 819"/>
                  <a:gd name="T49" fmla="*/ 0 h 2318"/>
                  <a:gd name="T50" fmla="*/ 0 w 819"/>
                  <a:gd name="T51" fmla="*/ 0 h 2318"/>
                  <a:gd name="T52" fmla="*/ 0 w 819"/>
                  <a:gd name="T53" fmla="*/ 0 h 2318"/>
                  <a:gd name="T54" fmla="*/ 0 w 819"/>
                  <a:gd name="T55" fmla="*/ 0 h 2318"/>
                  <a:gd name="T56" fmla="*/ 0 w 819"/>
                  <a:gd name="T57" fmla="*/ 0 h 2318"/>
                  <a:gd name="T58" fmla="*/ 0 w 819"/>
                  <a:gd name="T59" fmla="*/ 0 h 2318"/>
                  <a:gd name="T60" fmla="*/ 0 w 819"/>
                  <a:gd name="T61" fmla="*/ 0 h 2318"/>
                  <a:gd name="T62" fmla="*/ 0 w 819"/>
                  <a:gd name="T63" fmla="*/ 0 h 2318"/>
                  <a:gd name="T64" fmla="*/ 0 w 819"/>
                  <a:gd name="T65" fmla="*/ 0 h 2318"/>
                  <a:gd name="T66" fmla="*/ 0 w 819"/>
                  <a:gd name="T67" fmla="*/ 0 h 231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19"/>
                  <a:gd name="T103" fmla="*/ 0 h 2318"/>
                  <a:gd name="T104" fmla="*/ 819 w 819"/>
                  <a:gd name="T105" fmla="*/ 2318 h 231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19" h="2318">
                    <a:moveTo>
                      <a:pt x="102" y="23"/>
                    </a:moveTo>
                    <a:lnTo>
                      <a:pt x="196" y="140"/>
                    </a:lnTo>
                    <a:lnTo>
                      <a:pt x="275" y="327"/>
                    </a:lnTo>
                    <a:lnTo>
                      <a:pt x="424" y="714"/>
                    </a:lnTo>
                    <a:lnTo>
                      <a:pt x="579" y="1265"/>
                    </a:lnTo>
                    <a:lnTo>
                      <a:pt x="712" y="1680"/>
                    </a:lnTo>
                    <a:lnTo>
                      <a:pt x="819" y="1925"/>
                    </a:lnTo>
                    <a:lnTo>
                      <a:pt x="660" y="2318"/>
                    </a:lnTo>
                    <a:lnTo>
                      <a:pt x="526" y="2190"/>
                    </a:lnTo>
                    <a:lnTo>
                      <a:pt x="252" y="1992"/>
                    </a:lnTo>
                    <a:lnTo>
                      <a:pt x="35" y="546"/>
                    </a:lnTo>
                    <a:lnTo>
                      <a:pt x="0" y="274"/>
                    </a:lnTo>
                    <a:lnTo>
                      <a:pt x="17" y="103"/>
                    </a:lnTo>
                    <a:lnTo>
                      <a:pt x="35" y="41"/>
                    </a:lnTo>
                    <a:lnTo>
                      <a:pt x="35" y="0"/>
                    </a:lnTo>
                    <a:lnTo>
                      <a:pt x="60" y="41"/>
                    </a:lnTo>
                    <a:lnTo>
                      <a:pt x="53" y="134"/>
                    </a:lnTo>
                    <a:lnTo>
                      <a:pt x="60" y="292"/>
                    </a:lnTo>
                    <a:lnTo>
                      <a:pt x="77" y="465"/>
                    </a:lnTo>
                    <a:lnTo>
                      <a:pt x="116" y="707"/>
                    </a:lnTo>
                    <a:lnTo>
                      <a:pt x="284" y="1487"/>
                    </a:lnTo>
                    <a:lnTo>
                      <a:pt x="343" y="1953"/>
                    </a:lnTo>
                    <a:lnTo>
                      <a:pt x="360" y="2010"/>
                    </a:lnTo>
                    <a:lnTo>
                      <a:pt x="512" y="2142"/>
                    </a:lnTo>
                    <a:lnTo>
                      <a:pt x="642" y="2252"/>
                    </a:lnTo>
                    <a:lnTo>
                      <a:pt x="734" y="2019"/>
                    </a:lnTo>
                    <a:lnTo>
                      <a:pt x="778" y="1925"/>
                    </a:lnTo>
                    <a:lnTo>
                      <a:pt x="651" y="1604"/>
                    </a:lnTo>
                    <a:lnTo>
                      <a:pt x="561" y="1296"/>
                    </a:lnTo>
                    <a:lnTo>
                      <a:pt x="433" y="863"/>
                    </a:lnTo>
                    <a:lnTo>
                      <a:pt x="351" y="555"/>
                    </a:lnTo>
                    <a:lnTo>
                      <a:pt x="235" y="239"/>
                    </a:lnTo>
                    <a:lnTo>
                      <a:pt x="162" y="116"/>
                    </a:lnTo>
                    <a:lnTo>
                      <a:pt x="102"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1" name="Freeform 175"/>
              <p:cNvSpPr>
                <a:spLocks/>
              </p:cNvSpPr>
              <p:nvPr/>
            </p:nvSpPr>
            <p:spPr bwMode="auto">
              <a:xfrm>
                <a:off x="3053" y="1755"/>
                <a:ext cx="283" cy="233"/>
              </a:xfrm>
              <a:custGeom>
                <a:avLst/>
                <a:gdLst>
                  <a:gd name="T0" fmla="*/ 0 w 2266"/>
                  <a:gd name="T1" fmla="*/ 0 h 1862"/>
                  <a:gd name="T2" fmla="*/ 0 w 2266"/>
                  <a:gd name="T3" fmla="*/ 0 h 1862"/>
                  <a:gd name="T4" fmla="*/ 0 w 2266"/>
                  <a:gd name="T5" fmla="*/ 0 h 1862"/>
                  <a:gd name="T6" fmla="*/ 0 w 2266"/>
                  <a:gd name="T7" fmla="*/ 0 h 1862"/>
                  <a:gd name="T8" fmla="*/ 0 w 2266"/>
                  <a:gd name="T9" fmla="*/ 0 h 1862"/>
                  <a:gd name="T10" fmla="*/ 0 w 2266"/>
                  <a:gd name="T11" fmla="*/ 0 h 1862"/>
                  <a:gd name="T12" fmla="*/ 0 w 2266"/>
                  <a:gd name="T13" fmla="*/ 0 h 1862"/>
                  <a:gd name="T14" fmla="*/ 0 w 2266"/>
                  <a:gd name="T15" fmla="*/ 0 h 1862"/>
                  <a:gd name="T16" fmla="*/ 0 w 2266"/>
                  <a:gd name="T17" fmla="*/ 0 h 1862"/>
                  <a:gd name="T18" fmla="*/ 0 w 2266"/>
                  <a:gd name="T19" fmla="*/ 0 h 1862"/>
                  <a:gd name="T20" fmla="*/ 0 w 2266"/>
                  <a:gd name="T21" fmla="*/ 0 h 1862"/>
                  <a:gd name="T22" fmla="*/ 0 w 2266"/>
                  <a:gd name="T23" fmla="*/ 0 h 1862"/>
                  <a:gd name="T24" fmla="*/ 0 w 2266"/>
                  <a:gd name="T25" fmla="*/ 0 h 1862"/>
                  <a:gd name="T26" fmla="*/ 0 w 2266"/>
                  <a:gd name="T27" fmla="*/ 0 h 1862"/>
                  <a:gd name="T28" fmla="*/ 0 w 2266"/>
                  <a:gd name="T29" fmla="*/ 0 h 1862"/>
                  <a:gd name="T30" fmla="*/ 0 w 2266"/>
                  <a:gd name="T31" fmla="*/ 0 h 1862"/>
                  <a:gd name="T32" fmla="*/ 0 w 2266"/>
                  <a:gd name="T33" fmla="*/ 0 h 1862"/>
                  <a:gd name="T34" fmla="*/ 0 w 2266"/>
                  <a:gd name="T35" fmla="*/ 0 h 1862"/>
                  <a:gd name="T36" fmla="*/ 0 w 2266"/>
                  <a:gd name="T37" fmla="*/ 0 h 1862"/>
                  <a:gd name="T38" fmla="*/ 0 w 2266"/>
                  <a:gd name="T39" fmla="*/ 0 h 1862"/>
                  <a:gd name="T40" fmla="*/ 0 w 2266"/>
                  <a:gd name="T41" fmla="*/ 0 h 1862"/>
                  <a:gd name="T42" fmla="*/ 0 w 2266"/>
                  <a:gd name="T43" fmla="*/ 0 h 1862"/>
                  <a:gd name="T44" fmla="*/ 0 w 2266"/>
                  <a:gd name="T45" fmla="*/ 0 h 1862"/>
                  <a:gd name="T46" fmla="*/ 0 w 2266"/>
                  <a:gd name="T47" fmla="*/ 0 h 1862"/>
                  <a:gd name="T48" fmla="*/ 0 w 2266"/>
                  <a:gd name="T49" fmla="*/ 0 h 1862"/>
                  <a:gd name="T50" fmla="*/ 0 w 2266"/>
                  <a:gd name="T51" fmla="*/ 0 h 1862"/>
                  <a:gd name="T52" fmla="*/ 0 w 2266"/>
                  <a:gd name="T53" fmla="*/ 0 h 1862"/>
                  <a:gd name="T54" fmla="*/ 0 w 2266"/>
                  <a:gd name="T55" fmla="*/ 0 h 1862"/>
                  <a:gd name="T56" fmla="*/ 0 w 2266"/>
                  <a:gd name="T57" fmla="*/ 0 h 1862"/>
                  <a:gd name="T58" fmla="*/ 0 w 2266"/>
                  <a:gd name="T59" fmla="*/ 0 h 1862"/>
                  <a:gd name="T60" fmla="*/ 0 w 2266"/>
                  <a:gd name="T61" fmla="*/ 0 h 1862"/>
                  <a:gd name="T62" fmla="*/ 0 w 2266"/>
                  <a:gd name="T63" fmla="*/ 0 h 1862"/>
                  <a:gd name="T64" fmla="*/ 0 w 2266"/>
                  <a:gd name="T65" fmla="*/ 0 h 1862"/>
                  <a:gd name="T66" fmla="*/ 0 w 2266"/>
                  <a:gd name="T67" fmla="*/ 0 h 1862"/>
                  <a:gd name="T68" fmla="*/ 0 w 2266"/>
                  <a:gd name="T69" fmla="*/ 0 h 1862"/>
                  <a:gd name="T70" fmla="*/ 0 w 2266"/>
                  <a:gd name="T71" fmla="*/ 0 h 1862"/>
                  <a:gd name="T72" fmla="*/ 0 w 2266"/>
                  <a:gd name="T73" fmla="*/ 0 h 186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266"/>
                  <a:gd name="T112" fmla="*/ 0 h 1862"/>
                  <a:gd name="T113" fmla="*/ 2266 w 2266"/>
                  <a:gd name="T114" fmla="*/ 1862 h 186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266" h="1862">
                    <a:moveTo>
                      <a:pt x="947" y="954"/>
                    </a:moveTo>
                    <a:lnTo>
                      <a:pt x="1211" y="1046"/>
                    </a:lnTo>
                    <a:lnTo>
                      <a:pt x="1455" y="1180"/>
                    </a:lnTo>
                    <a:lnTo>
                      <a:pt x="1630" y="1244"/>
                    </a:lnTo>
                    <a:lnTo>
                      <a:pt x="1747" y="1362"/>
                    </a:lnTo>
                    <a:lnTo>
                      <a:pt x="1925" y="1436"/>
                    </a:lnTo>
                    <a:lnTo>
                      <a:pt x="1914" y="1348"/>
                    </a:lnTo>
                    <a:lnTo>
                      <a:pt x="1764" y="1189"/>
                    </a:lnTo>
                    <a:lnTo>
                      <a:pt x="1582" y="1055"/>
                    </a:lnTo>
                    <a:lnTo>
                      <a:pt x="1854" y="1194"/>
                    </a:lnTo>
                    <a:lnTo>
                      <a:pt x="1905" y="908"/>
                    </a:lnTo>
                    <a:lnTo>
                      <a:pt x="1815" y="921"/>
                    </a:lnTo>
                    <a:lnTo>
                      <a:pt x="1747" y="908"/>
                    </a:lnTo>
                    <a:lnTo>
                      <a:pt x="1663" y="855"/>
                    </a:lnTo>
                    <a:lnTo>
                      <a:pt x="1738" y="839"/>
                    </a:lnTo>
                    <a:lnTo>
                      <a:pt x="1815" y="765"/>
                    </a:lnTo>
                    <a:lnTo>
                      <a:pt x="1863" y="682"/>
                    </a:lnTo>
                    <a:lnTo>
                      <a:pt x="1905" y="506"/>
                    </a:lnTo>
                    <a:lnTo>
                      <a:pt x="1914" y="273"/>
                    </a:lnTo>
                    <a:lnTo>
                      <a:pt x="1872" y="0"/>
                    </a:lnTo>
                    <a:lnTo>
                      <a:pt x="2048" y="168"/>
                    </a:lnTo>
                    <a:lnTo>
                      <a:pt x="2131" y="308"/>
                    </a:lnTo>
                    <a:lnTo>
                      <a:pt x="2110" y="325"/>
                    </a:lnTo>
                    <a:lnTo>
                      <a:pt x="1988" y="242"/>
                    </a:lnTo>
                    <a:lnTo>
                      <a:pt x="2013" y="541"/>
                    </a:lnTo>
                    <a:lnTo>
                      <a:pt x="2165" y="839"/>
                    </a:lnTo>
                    <a:lnTo>
                      <a:pt x="2206" y="1014"/>
                    </a:lnTo>
                    <a:lnTo>
                      <a:pt x="2149" y="1079"/>
                    </a:lnTo>
                    <a:lnTo>
                      <a:pt x="2156" y="1180"/>
                    </a:lnTo>
                    <a:lnTo>
                      <a:pt x="2266" y="1348"/>
                    </a:lnTo>
                    <a:lnTo>
                      <a:pt x="2266" y="1398"/>
                    </a:lnTo>
                    <a:lnTo>
                      <a:pt x="2215" y="1459"/>
                    </a:lnTo>
                    <a:lnTo>
                      <a:pt x="2013" y="1593"/>
                    </a:lnTo>
                    <a:lnTo>
                      <a:pt x="1896" y="1680"/>
                    </a:lnTo>
                    <a:lnTo>
                      <a:pt x="1738" y="1862"/>
                    </a:lnTo>
                    <a:lnTo>
                      <a:pt x="1496" y="1862"/>
                    </a:lnTo>
                    <a:lnTo>
                      <a:pt x="1444" y="1833"/>
                    </a:lnTo>
                    <a:lnTo>
                      <a:pt x="1356" y="1824"/>
                    </a:lnTo>
                    <a:lnTo>
                      <a:pt x="1305" y="1862"/>
                    </a:lnTo>
                    <a:lnTo>
                      <a:pt x="0" y="1862"/>
                    </a:lnTo>
                    <a:lnTo>
                      <a:pt x="169" y="1752"/>
                    </a:lnTo>
                    <a:lnTo>
                      <a:pt x="344" y="1662"/>
                    </a:lnTo>
                    <a:lnTo>
                      <a:pt x="542" y="1578"/>
                    </a:lnTo>
                    <a:lnTo>
                      <a:pt x="747" y="1512"/>
                    </a:lnTo>
                    <a:lnTo>
                      <a:pt x="830" y="1496"/>
                    </a:lnTo>
                    <a:lnTo>
                      <a:pt x="865" y="1545"/>
                    </a:lnTo>
                    <a:lnTo>
                      <a:pt x="837" y="1668"/>
                    </a:lnTo>
                    <a:lnTo>
                      <a:pt x="877" y="1721"/>
                    </a:lnTo>
                    <a:lnTo>
                      <a:pt x="1178" y="1680"/>
                    </a:lnTo>
                    <a:lnTo>
                      <a:pt x="1187" y="1653"/>
                    </a:lnTo>
                    <a:lnTo>
                      <a:pt x="1174" y="1629"/>
                    </a:lnTo>
                    <a:lnTo>
                      <a:pt x="947" y="1653"/>
                    </a:lnTo>
                    <a:lnTo>
                      <a:pt x="911" y="1635"/>
                    </a:lnTo>
                    <a:lnTo>
                      <a:pt x="906" y="1545"/>
                    </a:lnTo>
                    <a:lnTo>
                      <a:pt x="964" y="1503"/>
                    </a:lnTo>
                    <a:lnTo>
                      <a:pt x="994" y="1539"/>
                    </a:lnTo>
                    <a:lnTo>
                      <a:pt x="1037" y="1593"/>
                    </a:lnTo>
                    <a:lnTo>
                      <a:pt x="1103" y="1593"/>
                    </a:lnTo>
                    <a:lnTo>
                      <a:pt x="1139" y="1521"/>
                    </a:lnTo>
                    <a:lnTo>
                      <a:pt x="1019" y="1479"/>
                    </a:lnTo>
                    <a:lnTo>
                      <a:pt x="969" y="1470"/>
                    </a:lnTo>
                    <a:lnTo>
                      <a:pt x="1156" y="1459"/>
                    </a:lnTo>
                    <a:lnTo>
                      <a:pt x="1428" y="1452"/>
                    </a:lnTo>
                    <a:lnTo>
                      <a:pt x="1571" y="1459"/>
                    </a:lnTo>
                    <a:lnTo>
                      <a:pt x="1413" y="1398"/>
                    </a:lnTo>
                    <a:lnTo>
                      <a:pt x="1331" y="1319"/>
                    </a:lnTo>
                    <a:lnTo>
                      <a:pt x="1437" y="1353"/>
                    </a:lnTo>
                    <a:lnTo>
                      <a:pt x="1707" y="1459"/>
                    </a:lnTo>
                    <a:lnTo>
                      <a:pt x="1848" y="1479"/>
                    </a:lnTo>
                    <a:lnTo>
                      <a:pt x="1531" y="1256"/>
                    </a:lnTo>
                    <a:lnTo>
                      <a:pt x="1266" y="1106"/>
                    </a:lnTo>
                    <a:lnTo>
                      <a:pt x="1095" y="1064"/>
                    </a:lnTo>
                    <a:lnTo>
                      <a:pt x="1037" y="1002"/>
                    </a:lnTo>
                    <a:lnTo>
                      <a:pt x="947" y="9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2" name="Freeform 176"/>
              <p:cNvSpPr>
                <a:spLocks/>
              </p:cNvSpPr>
              <p:nvPr/>
            </p:nvSpPr>
            <p:spPr bwMode="auto">
              <a:xfrm>
                <a:off x="3190" y="1595"/>
                <a:ext cx="55" cy="25"/>
              </a:xfrm>
              <a:custGeom>
                <a:avLst/>
                <a:gdLst>
                  <a:gd name="T0" fmla="*/ 0 w 443"/>
                  <a:gd name="T1" fmla="*/ 0 h 201"/>
                  <a:gd name="T2" fmla="*/ 0 w 443"/>
                  <a:gd name="T3" fmla="*/ 0 h 201"/>
                  <a:gd name="T4" fmla="*/ 0 w 443"/>
                  <a:gd name="T5" fmla="*/ 0 h 201"/>
                  <a:gd name="T6" fmla="*/ 0 w 443"/>
                  <a:gd name="T7" fmla="*/ 0 h 201"/>
                  <a:gd name="T8" fmla="*/ 0 w 443"/>
                  <a:gd name="T9" fmla="*/ 0 h 201"/>
                  <a:gd name="T10" fmla="*/ 0 w 443"/>
                  <a:gd name="T11" fmla="*/ 0 h 201"/>
                  <a:gd name="T12" fmla="*/ 0 w 443"/>
                  <a:gd name="T13" fmla="*/ 0 h 201"/>
                  <a:gd name="T14" fmla="*/ 0 w 443"/>
                  <a:gd name="T15" fmla="*/ 0 h 201"/>
                  <a:gd name="T16" fmla="*/ 0 w 443"/>
                  <a:gd name="T17" fmla="*/ 0 h 201"/>
                  <a:gd name="T18" fmla="*/ 0 w 443"/>
                  <a:gd name="T19" fmla="*/ 0 h 201"/>
                  <a:gd name="T20" fmla="*/ 0 w 443"/>
                  <a:gd name="T21" fmla="*/ 0 h 20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3"/>
                  <a:gd name="T34" fmla="*/ 0 h 201"/>
                  <a:gd name="T35" fmla="*/ 443 w 443"/>
                  <a:gd name="T36" fmla="*/ 201 h 20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3" h="201">
                    <a:moveTo>
                      <a:pt x="0" y="69"/>
                    </a:moveTo>
                    <a:lnTo>
                      <a:pt x="0" y="201"/>
                    </a:lnTo>
                    <a:lnTo>
                      <a:pt x="236" y="46"/>
                    </a:lnTo>
                    <a:lnTo>
                      <a:pt x="261" y="69"/>
                    </a:lnTo>
                    <a:lnTo>
                      <a:pt x="351" y="78"/>
                    </a:lnTo>
                    <a:lnTo>
                      <a:pt x="443" y="19"/>
                    </a:lnTo>
                    <a:lnTo>
                      <a:pt x="342" y="51"/>
                    </a:lnTo>
                    <a:lnTo>
                      <a:pt x="287" y="46"/>
                    </a:lnTo>
                    <a:lnTo>
                      <a:pt x="236" y="0"/>
                    </a:lnTo>
                    <a:lnTo>
                      <a:pt x="134" y="69"/>
                    </a:lnTo>
                    <a:lnTo>
                      <a:pt x="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3" name="Freeform 177"/>
              <p:cNvSpPr>
                <a:spLocks/>
              </p:cNvSpPr>
              <p:nvPr/>
            </p:nvSpPr>
            <p:spPr bwMode="auto">
              <a:xfrm>
                <a:off x="3262" y="1604"/>
                <a:ext cx="87" cy="135"/>
              </a:xfrm>
              <a:custGeom>
                <a:avLst/>
                <a:gdLst>
                  <a:gd name="T0" fmla="*/ 0 w 701"/>
                  <a:gd name="T1" fmla="*/ 0 h 1079"/>
                  <a:gd name="T2" fmla="*/ 0 w 701"/>
                  <a:gd name="T3" fmla="*/ 0 h 1079"/>
                  <a:gd name="T4" fmla="*/ 0 w 701"/>
                  <a:gd name="T5" fmla="*/ 0 h 1079"/>
                  <a:gd name="T6" fmla="*/ 0 w 701"/>
                  <a:gd name="T7" fmla="*/ 0 h 1079"/>
                  <a:gd name="T8" fmla="*/ 0 w 701"/>
                  <a:gd name="T9" fmla="*/ 0 h 1079"/>
                  <a:gd name="T10" fmla="*/ 0 w 701"/>
                  <a:gd name="T11" fmla="*/ 0 h 1079"/>
                  <a:gd name="T12" fmla="*/ 0 w 701"/>
                  <a:gd name="T13" fmla="*/ 0 h 1079"/>
                  <a:gd name="T14" fmla="*/ 0 w 701"/>
                  <a:gd name="T15" fmla="*/ 0 h 1079"/>
                  <a:gd name="T16" fmla="*/ 0 w 701"/>
                  <a:gd name="T17" fmla="*/ 0 h 1079"/>
                  <a:gd name="T18" fmla="*/ 0 w 701"/>
                  <a:gd name="T19" fmla="*/ 0 h 1079"/>
                  <a:gd name="T20" fmla="*/ 0 w 701"/>
                  <a:gd name="T21" fmla="*/ 0 h 1079"/>
                  <a:gd name="T22" fmla="*/ 0 w 701"/>
                  <a:gd name="T23" fmla="*/ 0 h 1079"/>
                  <a:gd name="T24" fmla="*/ 0 w 701"/>
                  <a:gd name="T25" fmla="*/ 0 h 1079"/>
                  <a:gd name="T26" fmla="*/ 0 w 701"/>
                  <a:gd name="T27" fmla="*/ 0 h 1079"/>
                  <a:gd name="T28" fmla="*/ 0 w 701"/>
                  <a:gd name="T29" fmla="*/ 0 h 107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01"/>
                  <a:gd name="T46" fmla="*/ 0 h 1079"/>
                  <a:gd name="T47" fmla="*/ 701 w 701"/>
                  <a:gd name="T48" fmla="*/ 1079 h 107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01" h="1079">
                    <a:moveTo>
                      <a:pt x="0" y="0"/>
                    </a:moveTo>
                    <a:lnTo>
                      <a:pt x="281" y="374"/>
                    </a:lnTo>
                    <a:lnTo>
                      <a:pt x="424" y="438"/>
                    </a:lnTo>
                    <a:lnTo>
                      <a:pt x="438" y="688"/>
                    </a:lnTo>
                    <a:lnTo>
                      <a:pt x="519" y="823"/>
                    </a:lnTo>
                    <a:lnTo>
                      <a:pt x="519" y="1079"/>
                    </a:lnTo>
                    <a:lnTo>
                      <a:pt x="551" y="1035"/>
                    </a:lnTo>
                    <a:lnTo>
                      <a:pt x="551" y="680"/>
                    </a:lnTo>
                    <a:lnTo>
                      <a:pt x="659" y="747"/>
                    </a:lnTo>
                    <a:lnTo>
                      <a:pt x="684" y="862"/>
                    </a:lnTo>
                    <a:lnTo>
                      <a:pt x="701" y="754"/>
                    </a:lnTo>
                    <a:lnTo>
                      <a:pt x="627" y="583"/>
                    </a:lnTo>
                    <a:lnTo>
                      <a:pt x="361" y="316"/>
                    </a:lnTo>
                    <a:lnTo>
                      <a:pt x="253" y="28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4" name="Freeform 178"/>
              <p:cNvSpPr>
                <a:spLocks/>
              </p:cNvSpPr>
              <p:nvPr/>
            </p:nvSpPr>
            <p:spPr bwMode="auto">
              <a:xfrm>
                <a:off x="3217" y="1660"/>
                <a:ext cx="47" cy="66"/>
              </a:xfrm>
              <a:custGeom>
                <a:avLst/>
                <a:gdLst>
                  <a:gd name="T0" fmla="*/ 0 w 378"/>
                  <a:gd name="T1" fmla="*/ 0 h 533"/>
                  <a:gd name="T2" fmla="*/ 0 w 378"/>
                  <a:gd name="T3" fmla="*/ 0 h 533"/>
                  <a:gd name="T4" fmla="*/ 0 w 378"/>
                  <a:gd name="T5" fmla="*/ 0 h 533"/>
                  <a:gd name="T6" fmla="*/ 0 w 378"/>
                  <a:gd name="T7" fmla="*/ 0 h 533"/>
                  <a:gd name="T8" fmla="*/ 0 w 378"/>
                  <a:gd name="T9" fmla="*/ 0 h 533"/>
                  <a:gd name="T10" fmla="*/ 0 w 378"/>
                  <a:gd name="T11" fmla="*/ 0 h 533"/>
                  <a:gd name="T12" fmla="*/ 0 w 378"/>
                  <a:gd name="T13" fmla="*/ 0 h 533"/>
                  <a:gd name="T14" fmla="*/ 0 w 378"/>
                  <a:gd name="T15" fmla="*/ 0 h 533"/>
                  <a:gd name="T16" fmla="*/ 0 w 378"/>
                  <a:gd name="T17" fmla="*/ 0 h 533"/>
                  <a:gd name="T18" fmla="*/ 0 w 378"/>
                  <a:gd name="T19" fmla="*/ 0 h 5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8"/>
                  <a:gd name="T31" fmla="*/ 0 h 533"/>
                  <a:gd name="T32" fmla="*/ 378 w 378"/>
                  <a:gd name="T33" fmla="*/ 533 h 5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8" h="533">
                    <a:moveTo>
                      <a:pt x="0" y="257"/>
                    </a:moveTo>
                    <a:lnTo>
                      <a:pt x="70" y="107"/>
                    </a:lnTo>
                    <a:lnTo>
                      <a:pt x="143" y="98"/>
                    </a:lnTo>
                    <a:lnTo>
                      <a:pt x="235" y="118"/>
                    </a:lnTo>
                    <a:lnTo>
                      <a:pt x="253" y="0"/>
                    </a:lnTo>
                    <a:lnTo>
                      <a:pt x="378" y="533"/>
                    </a:lnTo>
                    <a:lnTo>
                      <a:pt x="235" y="272"/>
                    </a:lnTo>
                    <a:lnTo>
                      <a:pt x="166" y="233"/>
                    </a:lnTo>
                    <a:lnTo>
                      <a:pt x="83" y="222"/>
                    </a:lnTo>
                    <a:lnTo>
                      <a:pt x="0" y="25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5" name="Freeform 179"/>
              <p:cNvSpPr>
                <a:spLocks/>
              </p:cNvSpPr>
              <p:nvPr/>
            </p:nvSpPr>
            <p:spPr bwMode="auto">
              <a:xfrm>
                <a:off x="3324" y="1707"/>
                <a:ext cx="90" cy="145"/>
              </a:xfrm>
              <a:custGeom>
                <a:avLst/>
                <a:gdLst>
                  <a:gd name="T0" fmla="*/ 0 w 717"/>
                  <a:gd name="T1" fmla="*/ 0 h 1161"/>
                  <a:gd name="T2" fmla="*/ 0 w 717"/>
                  <a:gd name="T3" fmla="*/ 0 h 1161"/>
                  <a:gd name="T4" fmla="*/ 0 w 717"/>
                  <a:gd name="T5" fmla="*/ 0 h 1161"/>
                  <a:gd name="T6" fmla="*/ 0 w 717"/>
                  <a:gd name="T7" fmla="*/ 0 h 1161"/>
                  <a:gd name="T8" fmla="*/ 0 w 717"/>
                  <a:gd name="T9" fmla="*/ 0 h 1161"/>
                  <a:gd name="T10" fmla="*/ 0 w 717"/>
                  <a:gd name="T11" fmla="*/ 0 h 1161"/>
                  <a:gd name="T12" fmla="*/ 0 w 717"/>
                  <a:gd name="T13" fmla="*/ 0 h 1161"/>
                  <a:gd name="T14" fmla="*/ 0 w 717"/>
                  <a:gd name="T15" fmla="*/ 0 h 1161"/>
                  <a:gd name="T16" fmla="*/ 0 w 717"/>
                  <a:gd name="T17" fmla="*/ 0 h 1161"/>
                  <a:gd name="T18" fmla="*/ 0 w 717"/>
                  <a:gd name="T19" fmla="*/ 0 h 1161"/>
                  <a:gd name="T20" fmla="*/ 0 w 717"/>
                  <a:gd name="T21" fmla="*/ 0 h 1161"/>
                  <a:gd name="T22" fmla="*/ 0 w 717"/>
                  <a:gd name="T23" fmla="*/ 0 h 1161"/>
                  <a:gd name="T24" fmla="*/ 0 w 717"/>
                  <a:gd name="T25" fmla="*/ 0 h 1161"/>
                  <a:gd name="T26" fmla="*/ 0 w 717"/>
                  <a:gd name="T27" fmla="*/ 0 h 1161"/>
                  <a:gd name="T28" fmla="*/ 0 w 717"/>
                  <a:gd name="T29" fmla="*/ 0 h 1161"/>
                  <a:gd name="T30" fmla="*/ 0 w 717"/>
                  <a:gd name="T31" fmla="*/ 0 h 1161"/>
                  <a:gd name="T32" fmla="*/ 0 w 717"/>
                  <a:gd name="T33" fmla="*/ 0 h 1161"/>
                  <a:gd name="T34" fmla="*/ 0 w 717"/>
                  <a:gd name="T35" fmla="*/ 0 h 1161"/>
                  <a:gd name="T36" fmla="*/ 0 w 717"/>
                  <a:gd name="T37" fmla="*/ 0 h 1161"/>
                  <a:gd name="T38" fmla="*/ 0 w 717"/>
                  <a:gd name="T39" fmla="*/ 0 h 1161"/>
                  <a:gd name="T40" fmla="*/ 0 w 717"/>
                  <a:gd name="T41" fmla="*/ 0 h 1161"/>
                  <a:gd name="T42" fmla="*/ 0 w 717"/>
                  <a:gd name="T43" fmla="*/ 0 h 1161"/>
                  <a:gd name="T44" fmla="*/ 0 w 717"/>
                  <a:gd name="T45" fmla="*/ 0 h 1161"/>
                  <a:gd name="T46" fmla="*/ 0 w 717"/>
                  <a:gd name="T47" fmla="*/ 0 h 1161"/>
                  <a:gd name="T48" fmla="*/ 0 w 717"/>
                  <a:gd name="T49" fmla="*/ 0 h 1161"/>
                  <a:gd name="T50" fmla="*/ 0 w 717"/>
                  <a:gd name="T51" fmla="*/ 0 h 1161"/>
                  <a:gd name="T52" fmla="*/ 0 w 717"/>
                  <a:gd name="T53" fmla="*/ 0 h 1161"/>
                  <a:gd name="T54" fmla="*/ 0 w 717"/>
                  <a:gd name="T55" fmla="*/ 0 h 1161"/>
                  <a:gd name="T56" fmla="*/ 0 w 717"/>
                  <a:gd name="T57" fmla="*/ 0 h 1161"/>
                  <a:gd name="T58" fmla="*/ 0 w 717"/>
                  <a:gd name="T59" fmla="*/ 0 h 1161"/>
                  <a:gd name="T60" fmla="*/ 0 w 717"/>
                  <a:gd name="T61" fmla="*/ 0 h 1161"/>
                  <a:gd name="T62" fmla="*/ 0 w 717"/>
                  <a:gd name="T63" fmla="*/ 0 h 1161"/>
                  <a:gd name="T64" fmla="*/ 0 w 717"/>
                  <a:gd name="T65" fmla="*/ 0 h 116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7"/>
                  <a:gd name="T100" fmla="*/ 0 h 1161"/>
                  <a:gd name="T101" fmla="*/ 717 w 717"/>
                  <a:gd name="T102" fmla="*/ 1161 h 116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7" h="1161">
                    <a:moveTo>
                      <a:pt x="261" y="0"/>
                    </a:moveTo>
                    <a:lnTo>
                      <a:pt x="252" y="99"/>
                    </a:lnTo>
                    <a:lnTo>
                      <a:pt x="177" y="240"/>
                    </a:lnTo>
                    <a:lnTo>
                      <a:pt x="76" y="390"/>
                    </a:lnTo>
                    <a:lnTo>
                      <a:pt x="34" y="509"/>
                    </a:lnTo>
                    <a:lnTo>
                      <a:pt x="34" y="572"/>
                    </a:lnTo>
                    <a:lnTo>
                      <a:pt x="67" y="656"/>
                    </a:lnTo>
                    <a:lnTo>
                      <a:pt x="94" y="724"/>
                    </a:lnTo>
                    <a:lnTo>
                      <a:pt x="0" y="724"/>
                    </a:lnTo>
                    <a:lnTo>
                      <a:pt x="127" y="763"/>
                    </a:lnTo>
                    <a:lnTo>
                      <a:pt x="177" y="889"/>
                    </a:lnTo>
                    <a:lnTo>
                      <a:pt x="325" y="889"/>
                    </a:lnTo>
                    <a:lnTo>
                      <a:pt x="496" y="1161"/>
                    </a:lnTo>
                    <a:lnTo>
                      <a:pt x="535" y="1091"/>
                    </a:lnTo>
                    <a:lnTo>
                      <a:pt x="535" y="970"/>
                    </a:lnTo>
                    <a:lnTo>
                      <a:pt x="643" y="774"/>
                    </a:lnTo>
                    <a:lnTo>
                      <a:pt x="717" y="473"/>
                    </a:lnTo>
                    <a:lnTo>
                      <a:pt x="616" y="756"/>
                    </a:lnTo>
                    <a:lnTo>
                      <a:pt x="560" y="733"/>
                    </a:lnTo>
                    <a:lnTo>
                      <a:pt x="595" y="673"/>
                    </a:lnTo>
                    <a:lnTo>
                      <a:pt x="217" y="839"/>
                    </a:lnTo>
                    <a:lnTo>
                      <a:pt x="210" y="763"/>
                    </a:lnTo>
                    <a:lnTo>
                      <a:pt x="127" y="708"/>
                    </a:lnTo>
                    <a:lnTo>
                      <a:pt x="337" y="524"/>
                    </a:lnTo>
                    <a:lnTo>
                      <a:pt x="184" y="608"/>
                    </a:lnTo>
                    <a:lnTo>
                      <a:pt x="153" y="524"/>
                    </a:lnTo>
                    <a:lnTo>
                      <a:pt x="159" y="422"/>
                    </a:lnTo>
                    <a:lnTo>
                      <a:pt x="201" y="341"/>
                    </a:lnTo>
                    <a:lnTo>
                      <a:pt x="344" y="168"/>
                    </a:lnTo>
                    <a:lnTo>
                      <a:pt x="360" y="99"/>
                    </a:lnTo>
                    <a:lnTo>
                      <a:pt x="344" y="58"/>
                    </a:lnTo>
                    <a:lnTo>
                      <a:pt x="293" y="58"/>
                    </a:lnTo>
                    <a:lnTo>
                      <a:pt x="26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6" name="Freeform 180"/>
              <p:cNvSpPr>
                <a:spLocks/>
              </p:cNvSpPr>
              <p:nvPr/>
            </p:nvSpPr>
            <p:spPr bwMode="auto">
              <a:xfrm>
                <a:off x="3341" y="1858"/>
                <a:ext cx="97" cy="63"/>
              </a:xfrm>
              <a:custGeom>
                <a:avLst/>
                <a:gdLst>
                  <a:gd name="T0" fmla="*/ 0 w 775"/>
                  <a:gd name="T1" fmla="*/ 0 h 510"/>
                  <a:gd name="T2" fmla="*/ 0 w 775"/>
                  <a:gd name="T3" fmla="*/ 0 h 510"/>
                  <a:gd name="T4" fmla="*/ 0 w 775"/>
                  <a:gd name="T5" fmla="*/ 0 h 510"/>
                  <a:gd name="T6" fmla="*/ 0 w 775"/>
                  <a:gd name="T7" fmla="*/ 0 h 510"/>
                  <a:gd name="T8" fmla="*/ 0 w 775"/>
                  <a:gd name="T9" fmla="*/ 0 h 510"/>
                  <a:gd name="T10" fmla="*/ 0 w 775"/>
                  <a:gd name="T11" fmla="*/ 0 h 510"/>
                  <a:gd name="T12" fmla="*/ 0 w 775"/>
                  <a:gd name="T13" fmla="*/ 0 h 510"/>
                  <a:gd name="T14" fmla="*/ 0 w 775"/>
                  <a:gd name="T15" fmla="*/ 0 h 510"/>
                  <a:gd name="T16" fmla="*/ 0 w 775"/>
                  <a:gd name="T17" fmla="*/ 0 h 510"/>
                  <a:gd name="T18" fmla="*/ 0 w 775"/>
                  <a:gd name="T19" fmla="*/ 0 h 510"/>
                  <a:gd name="T20" fmla="*/ 0 w 775"/>
                  <a:gd name="T21" fmla="*/ 0 h 510"/>
                  <a:gd name="T22" fmla="*/ 0 w 775"/>
                  <a:gd name="T23" fmla="*/ 0 h 510"/>
                  <a:gd name="T24" fmla="*/ 0 w 775"/>
                  <a:gd name="T25" fmla="*/ 0 h 510"/>
                  <a:gd name="T26" fmla="*/ 0 w 775"/>
                  <a:gd name="T27" fmla="*/ 0 h 510"/>
                  <a:gd name="T28" fmla="*/ 0 w 775"/>
                  <a:gd name="T29" fmla="*/ 0 h 5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5"/>
                  <a:gd name="T46" fmla="*/ 0 h 510"/>
                  <a:gd name="T47" fmla="*/ 775 w 775"/>
                  <a:gd name="T48" fmla="*/ 510 h 5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5" h="510">
                    <a:moveTo>
                      <a:pt x="0" y="510"/>
                    </a:moveTo>
                    <a:lnTo>
                      <a:pt x="92" y="353"/>
                    </a:lnTo>
                    <a:lnTo>
                      <a:pt x="472" y="182"/>
                    </a:lnTo>
                    <a:lnTo>
                      <a:pt x="672" y="182"/>
                    </a:lnTo>
                    <a:lnTo>
                      <a:pt x="775" y="118"/>
                    </a:lnTo>
                    <a:lnTo>
                      <a:pt x="540" y="118"/>
                    </a:lnTo>
                    <a:lnTo>
                      <a:pt x="393" y="171"/>
                    </a:lnTo>
                    <a:lnTo>
                      <a:pt x="327" y="143"/>
                    </a:lnTo>
                    <a:lnTo>
                      <a:pt x="342" y="0"/>
                    </a:lnTo>
                    <a:lnTo>
                      <a:pt x="261" y="14"/>
                    </a:lnTo>
                    <a:lnTo>
                      <a:pt x="261" y="171"/>
                    </a:lnTo>
                    <a:lnTo>
                      <a:pt x="197" y="251"/>
                    </a:lnTo>
                    <a:lnTo>
                      <a:pt x="105" y="261"/>
                    </a:lnTo>
                    <a:lnTo>
                      <a:pt x="12" y="393"/>
                    </a:lnTo>
                    <a:lnTo>
                      <a:pt x="0" y="5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7" name="Freeform 181"/>
              <p:cNvSpPr>
                <a:spLocks/>
              </p:cNvSpPr>
              <p:nvPr/>
            </p:nvSpPr>
            <p:spPr bwMode="auto">
              <a:xfrm>
                <a:off x="3349" y="2036"/>
                <a:ext cx="149" cy="56"/>
              </a:xfrm>
              <a:custGeom>
                <a:avLst/>
                <a:gdLst>
                  <a:gd name="T0" fmla="*/ 0 w 1191"/>
                  <a:gd name="T1" fmla="*/ 0 h 446"/>
                  <a:gd name="T2" fmla="*/ 0 w 1191"/>
                  <a:gd name="T3" fmla="*/ 0 h 446"/>
                  <a:gd name="T4" fmla="*/ 0 w 1191"/>
                  <a:gd name="T5" fmla="*/ 0 h 446"/>
                  <a:gd name="T6" fmla="*/ 0 w 1191"/>
                  <a:gd name="T7" fmla="*/ 0 h 446"/>
                  <a:gd name="T8" fmla="*/ 0 w 1191"/>
                  <a:gd name="T9" fmla="*/ 0 h 446"/>
                  <a:gd name="T10" fmla="*/ 0 w 1191"/>
                  <a:gd name="T11" fmla="*/ 0 h 446"/>
                  <a:gd name="T12" fmla="*/ 0 w 1191"/>
                  <a:gd name="T13" fmla="*/ 0 h 446"/>
                  <a:gd name="T14" fmla="*/ 0 w 1191"/>
                  <a:gd name="T15" fmla="*/ 0 h 446"/>
                  <a:gd name="T16" fmla="*/ 0 w 1191"/>
                  <a:gd name="T17" fmla="*/ 0 h 446"/>
                  <a:gd name="T18" fmla="*/ 0 w 1191"/>
                  <a:gd name="T19" fmla="*/ 0 h 446"/>
                  <a:gd name="T20" fmla="*/ 0 w 1191"/>
                  <a:gd name="T21" fmla="*/ 0 h 446"/>
                  <a:gd name="T22" fmla="*/ 0 w 1191"/>
                  <a:gd name="T23" fmla="*/ 0 h 446"/>
                  <a:gd name="T24" fmla="*/ 0 w 1191"/>
                  <a:gd name="T25" fmla="*/ 0 h 446"/>
                  <a:gd name="T26" fmla="*/ 0 w 1191"/>
                  <a:gd name="T27" fmla="*/ 0 h 446"/>
                  <a:gd name="T28" fmla="*/ 0 w 1191"/>
                  <a:gd name="T29" fmla="*/ 0 h 446"/>
                  <a:gd name="T30" fmla="*/ 0 w 1191"/>
                  <a:gd name="T31" fmla="*/ 0 h 446"/>
                  <a:gd name="T32" fmla="*/ 0 w 1191"/>
                  <a:gd name="T33" fmla="*/ 0 h 446"/>
                  <a:gd name="T34" fmla="*/ 0 w 1191"/>
                  <a:gd name="T35" fmla="*/ 0 h 446"/>
                  <a:gd name="T36" fmla="*/ 0 w 1191"/>
                  <a:gd name="T37" fmla="*/ 0 h 446"/>
                  <a:gd name="T38" fmla="*/ 0 w 1191"/>
                  <a:gd name="T39" fmla="*/ 0 h 446"/>
                  <a:gd name="T40" fmla="*/ 0 w 1191"/>
                  <a:gd name="T41" fmla="*/ 0 h 446"/>
                  <a:gd name="T42" fmla="*/ 0 w 1191"/>
                  <a:gd name="T43" fmla="*/ 0 h 44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91"/>
                  <a:gd name="T67" fmla="*/ 0 h 446"/>
                  <a:gd name="T68" fmla="*/ 1191 w 1191"/>
                  <a:gd name="T69" fmla="*/ 446 h 44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91" h="446">
                    <a:moveTo>
                      <a:pt x="1191" y="174"/>
                    </a:moveTo>
                    <a:lnTo>
                      <a:pt x="841" y="283"/>
                    </a:lnTo>
                    <a:lnTo>
                      <a:pt x="622" y="446"/>
                    </a:lnTo>
                    <a:lnTo>
                      <a:pt x="609" y="374"/>
                    </a:lnTo>
                    <a:lnTo>
                      <a:pt x="912" y="176"/>
                    </a:lnTo>
                    <a:lnTo>
                      <a:pt x="877" y="137"/>
                    </a:lnTo>
                    <a:lnTo>
                      <a:pt x="708" y="149"/>
                    </a:lnTo>
                    <a:lnTo>
                      <a:pt x="490" y="213"/>
                    </a:lnTo>
                    <a:lnTo>
                      <a:pt x="512" y="108"/>
                    </a:lnTo>
                    <a:lnTo>
                      <a:pt x="313" y="96"/>
                    </a:lnTo>
                    <a:lnTo>
                      <a:pt x="205" y="55"/>
                    </a:lnTo>
                    <a:lnTo>
                      <a:pt x="69" y="24"/>
                    </a:lnTo>
                    <a:lnTo>
                      <a:pt x="0" y="61"/>
                    </a:lnTo>
                    <a:lnTo>
                      <a:pt x="80" y="0"/>
                    </a:lnTo>
                    <a:lnTo>
                      <a:pt x="246" y="47"/>
                    </a:lnTo>
                    <a:lnTo>
                      <a:pt x="409" y="77"/>
                    </a:lnTo>
                    <a:lnTo>
                      <a:pt x="537" y="73"/>
                    </a:lnTo>
                    <a:lnTo>
                      <a:pt x="652" y="55"/>
                    </a:lnTo>
                    <a:lnTo>
                      <a:pt x="749" y="112"/>
                    </a:lnTo>
                    <a:lnTo>
                      <a:pt x="1028" y="96"/>
                    </a:lnTo>
                    <a:lnTo>
                      <a:pt x="1164" y="154"/>
                    </a:lnTo>
                    <a:lnTo>
                      <a:pt x="1191" y="1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8" name="Freeform 182"/>
              <p:cNvSpPr>
                <a:spLocks/>
              </p:cNvSpPr>
              <p:nvPr/>
            </p:nvSpPr>
            <p:spPr bwMode="auto">
              <a:xfrm>
                <a:off x="3172" y="1981"/>
                <a:ext cx="219" cy="153"/>
              </a:xfrm>
              <a:custGeom>
                <a:avLst/>
                <a:gdLst>
                  <a:gd name="T0" fmla="*/ 0 w 1754"/>
                  <a:gd name="T1" fmla="*/ 0 h 1222"/>
                  <a:gd name="T2" fmla="*/ 0 w 1754"/>
                  <a:gd name="T3" fmla="*/ 0 h 1222"/>
                  <a:gd name="T4" fmla="*/ 0 w 1754"/>
                  <a:gd name="T5" fmla="*/ 0 h 1222"/>
                  <a:gd name="T6" fmla="*/ 0 w 1754"/>
                  <a:gd name="T7" fmla="*/ 0 h 1222"/>
                  <a:gd name="T8" fmla="*/ 0 w 1754"/>
                  <a:gd name="T9" fmla="*/ 0 h 1222"/>
                  <a:gd name="T10" fmla="*/ 0 w 1754"/>
                  <a:gd name="T11" fmla="*/ 0 h 1222"/>
                  <a:gd name="T12" fmla="*/ 0 w 1754"/>
                  <a:gd name="T13" fmla="*/ 0 h 1222"/>
                  <a:gd name="T14" fmla="*/ 0 w 1754"/>
                  <a:gd name="T15" fmla="*/ 0 h 1222"/>
                  <a:gd name="T16" fmla="*/ 0 w 1754"/>
                  <a:gd name="T17" fmla="*/ 0 h 1222"/>
                  <a:gd name="T18" fmla="*/ 0 w 1754"/>
                  <a:gd name="T19" fmla="*/ 0 h 1222"/>
                  <a:gd name="T20" fmla="*/ 0 w 1754"/>
                  <a:gd name="T21" fmla="*/ 0 h 1222"/>
                  <a:gd name="T22" fmla="*/ 0 w 1754"/>
                  <a:gd name="T23" fmla="*/ 0 h 1222"/>
                  <a:gd name="T24" fmla="*/ 0 w 1754"/>
                  <a:gd name="T25" fmla="*/ 0 h 1222"/>
                  <a:gd name="T26" fmla="*/ 0 w 1754"/>
                  <a:gd name="T27" fmla="*/ 0 h 1222"/>
                  <a:gd name="T28" fmla="*/ 0 w 1754"/>
                  <a:gd name="T29" fmla="*/ 0 h 1222"/>
                  <a:gd name="T30" fmla="*/ 0 w 1754"/>
                  <a:gd name="T31" fmla="*/ 0 h 1222"/>
                  <a:gd name="T32" fmla="*/ 0 w 1754"/>
                  <a:gd name="T33" fmla="*/ 0 h 1222"/>
                  <a:gd name="T34" fmla="*/ 0 w 1754"/>
                  <a:gd name="T35" fmla="*/ 0 h 1222"/>
                  <a:gd name="T36" fmla="*/ 0 w 1754"/>
                  <a:gd name="T37" fmla="*/ 0 h 1222"/>
                  <a:gd name="T38" fmla="*/ 0 w 1754"/>
                  <a:gd name="T39" fmla="*/ 0 h 1222"/>
                  <a:gd name="T40" fmla="*/ 0 w 1754"/>
                  <a:gd name="T41" fmla="*/ 0 h 1222"/>
                  <a:gd name="T42" fmla="*/ 0 w 1754"/>
                  <a:gd name="T43" fmla="*/ 0 h 1222"/>
                  <a:gd name="T44" fmla="*/ 0 w 1754"/>
                  <a:gd name="T45" fmla="*/ 0 h 1222"/>
                  <a:gd name="T46" fmla="*/ 0 w 1754"/>
                  <a:gd name="T47" fmla="*/ 0 h 1222"/>
                  <a:gd name="T48" fmla="*/ 0 w 1754"/>
                  <a:gd name="T49" fmla="*/ 0 h 1222"/>
                  <a:gd name="T50" fmla="*/ 0 w 1754"/>
                  <a:gd name="T51" fmla="*/ 0 h 1222"/>
                  <a:gd name="T52" fmla="*/ 0 w 1754"/>
                  <a:gd name="T53" fmla="*/ 0 h 1222"/>
                  <a:gd name="T54" fmla="*/ 0 w 1754"/>
                  <a:gd name="T55" fmla="*/ 0 h 1222"/>
                  <a:gd name="T56" fmla="*/ 0 w 1754"/>
                  <a:gd name="T57" fmla="*/ 0 h 1222"/>
                  <a:gd name="T58" fmla="*/ 0 w 1754"/>
                  <a:gd name="T59" fmla="*/ 0 h 1222"/>
                  <a:gd name="T60" fmla="*/ 0 w 1754"/>
                  <a:gd name="T61" fmla="*/ 0 h 1222"/>
                  <a:gd name="T62" fmla="*/ 0 w 1754"/>
                  <a:gd name="T63" fmla="*/ 0 h 1222"/>
                  <a:gd name="T64" fmla="*/ 0 w 1754"/>
                  <a:gd name="T65" fmla="*/ 0 h 1222"/>
                  <a:gd name="T66" fmla="*/ 0 w 1754"/>
                  <a:gd name="T67" fmla="*/ 0 h 122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754"/>
                  <a:gd name="T103" fmla="*/ 0 h 1222"/>
                  <a:gd name="T104" fmla="*/ 1754 w 1754"/>
                  <a:gd name="T105" fmla="*/ 1222 h 122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754" h="1222">
                    <a:moveTo>
                      <a:pt x="1289" y="666"/>
                    </a:moveTo>
                    <a:lnTo>
                      <a:pt x="1258" y="826"/>
                    </a:lnTo>
                    <a:lnTo>
                      <a:pt x="1258" y="945"/>
                    </a:lnTo>
                    <a:lnTo>
                      <a:pt x="1289" y="1042"/>
                    </a:lnTo>
                    <a:lnTo>
                      <a:pt x="1311" y="1098"/>
                    </a:lnTo>
                    <a:lnTo>
                      <a:pt x="1754" y="1222"/>
                    </a:lnTo>
                    <a:lnTo>
                      <a:pt x="1293" y="1160"/>
                    </a:lnTo>
                    <a:lnTo>
                      <a:pt x="1251" y="1098"/>
                    </a:lnTo>
                    <a:lnTo>
                      <a:pt x="876" y="1092"/>
                    </a:lnTo>
                    <a:lnTo>
                      <a:pt x="576" y="1035"/>
                    </a:lnTo>
                    <a:lnTo>
                      <a:pt x="311" y="955"/>
                    </a:lnTo>
                    <a:lnTo>
                      <a:pt x="93" y="860"/>
                    </a:lnTo>
                    <a:lnTo>
                      <a:pt x="69" y="826"/>
                    </a:lnTo>
                    <a:lnTo>
                      <a:pt x="51" y="749"/>
                    </a:lnTo>
                    <a:lnTo>
                      <a:pt x="0" y="652"/>
                    </a:lnTo>
                    <a:lnTo>
                      <a:pt x="12" y="615"/>
                    </a:lnTo>
                    <a:lnTo>
                      <a:pt x="32" y="588"/>
                    </a:lnTo>
                    <a:lnTo>
                      <a:pt x="32" y="452"/>
                    </a:lnTo>
                    <a:lnTo>
                      <a:pt x="51" y="406"/>
                    </a:lnTo>
                    <a:lnTo>
                      <a:pt x="80" y="382"/>
                    </a:lnTo>
                    <a:lnTo>
                      <a:pt x="58" y="433"/>
                    </a:lnTo>
                    <a:lnTo>
                      <a:pt x="51" y="547"/>
                    </a:lnTo>
                    <a:lnTo>
                      <a:pt x="58" y="613"/>
                    </a:lnTo>
                    <a:lnTo>
                      <a:pt x="230" y="756"/>
                    </a:lnTo>
                    <a:lnTo>
                      <a:pt x="258" y="749"/>
                    </a:lnTo>
                    <a:lnTo>
                      <a:pt x="278" y="670"/>
                    </a:lnTo>
                    <a:lnTo>
                      <a:pt x="170" y="494"/>
                    </a:lnTo>
                    <a:lnTo>
                      <a:pt x="140" y="344"/>
                    </a:lnTo>
                    <a:lnTo>
                      <a:pt x="201" y="202"/>
                    </a:lnTo>
                    <a:lnTo>
                      <a:pt x="201" y="426"/>
                    </a:lnTo>
                    <a:lnTo>
                      <a:pt x="361" y="786"/>
                    </a:lnTo>
                    <a:lnTo>
                      <a:pt x="438" y="802"/>
                    </a:lnTo>
                    <a:lnTo>
                      <a:pt x="489" y="770"/>
                    </a:lnTo>
                    <a:lnTo>
                      <a:pt x="480" y="685"/>
                    </a:lnTo>
                    <a:lnTo>
                      <a:pt x="320" y="286"/>
                    </a:lnTo>
                    <a:lnTo>
                      <a:pt x="320" y="166"/>
                    </a:lnTo>
                    <a:lnTo>
                      <a:pt x="320" y="72"/>
                    </a:lnTo>
                    <a:lnTo>
                      <a:pt x="361" y="0"/>
                    </a:lnTo>
                    <a:lnTo>
                      <a:pt x="343" y="136"/>
                    </a:lnTo>
                    <a:lnTo>
                      <a:pt x="350" y="272"/>
                    </a:lnTo>
                    <a:lnTo>
                      <a:pt x="451" y="540"/>
                    </a:lnTo>
                    <a:lnTo>
                      <a:pt x="493" y="560"/>
                    </a:lnTo>
                    <a:lnTo>
                      <a:pt x="535" y="516"/>
                    </a:lnTo>
                    <a:lnTo>
                      <a:pt x="553" y="468"/>
                    </a:lnTo>
                    <a:lnTo>
                      <a:pt x="546" y="362"/>
                    </a:lnTo>
                    <a:lnTo>
                      <a:pt x="528" y="219"/>
                    </a:lnTo>
                    <a:lnTo>
                      <a:pt x="553" y="215"/>
                    </a:lnTo>
                    <a:lnTo>
                      <a:pt x="581" y="459"/>
                    </a:lnTo>
                    <a:lnTo>
                      <a:pt x="570" y="523"/>
                    </a:lnTo>
                    <a:lnTo>
                      <a:pt x="541" y="569"/>
                    </a:lnTo>
                    <a:lnTo>
                      <a:pt x="498" y="613"/>
                    </a:lnTo>
                    <a:lnTo>
                      <a:pt x="511" y="740"/>
                    </a:lnTo>
                    <a:lnTo>
                      <a:pt x="504" y="826"/>
                    </a:lnTo>
                    <a:lnTo>
                      <a:pt x="456" y="844"/>
                    </a:lnTo>
                    <a:lnTo>
                      <a:pt x="392" y="839"/>
                    </a:lnTo>
                    <a:lnTo>
                      <a:pt x="311" y="795"/>
                    </a:lnTo>
                    <a:lnTo>
                      <a:pt x="265" y="802"/>
                    </a:lnTo>
                    <a:lnTo>
                      <a:pt x="93" y="724"/>
                    </a:lnTo>
                    <a:lnTo>
                      <a:pt x="87" y="806"/>
                    </a:lnTo>
                    <a:lnTo>
                      <a:pt x="152" y="867"/>
                    </a:lnTo>
                    <a:lnTo>
                      <a:pt x="504" y="986"/>
                    </a:lnTo>
                    <a:lnTo>
                      <a:pt x="792" y="1048"/>
                    </a:lnTo>
                    <a:lnTo>
                      <a:pt x="1042" y="1058"/>
                    </a:lnTo>
                    <a:lnTo>
                      <a:pt x="1238" y="1058"/>
                    </a:lnTo>
                    <a:lnTo>
                      <a:pt x="1229" y="955"/>
                    </a:lnTo>
                    <a:lnTo>
                      <a:pt x="1238" y="826"/>
                    </a:lnTo>
                    <a:lnTo>
                      <a:pt x="1263" y="722"/>
                    </a:lnTo>
                    <a:lnTo>
                      <a:pt x="1289" y="6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9" name="Freeform 183"/>
              <p:cNvSpPr>
                <a:spLocks/>
              </p:cNvSpPr>
              <p:nvPr/>
            </p:nvSpPr>
            <p:spPr bwMode="auto">
              <a:xfrm>
                <a:off x="3237" y="1981"/>
                <a:ext cx="105" cy="68"/>
              </a:xfrm>
              <a:custGeom>
                <a:avLst/>
                <a:gdLst>
                  <a:gd name="T0" fmla="*/ 0 w 846"/>
                  <a:gd name="T1" fmla="*/ 0 h 547"/>
                  <a:gd name="T2" fmla="*/ 0 w 846"/>
                  <a:gd name="T3" fmla="*/ 0 h 547"/>
                  <a:gd name="T4" fmla="*/ 0 w 846"/>
                  <a:gd name="T5" fmla="*/ 0 h 547"/>
                  <a:gd name="T6" fmla="*/ 0 w 846"/>
                  <a:gd name="T7" fmla="*/ 0 h 547"/>
                  <a:gd name="T8" fmla="*/ 0 w 846"/>
                  <a:gd name="T9" fmla="*/ 0 h 547"/>
                  <a:gd name="T10" fmla="*/ 0 w 846"/>
                  <a:gd name="T11" fmla="*/ 0 h 547"/>
                  <a:gd name="T12" fmla="*/ 0 w 846"/>
                  <a:gd name="T13" fmla="*/ 0 h 547"/>
                  <a:gd name="T14" fmla="*/ 0 w 846"/>
                  <a:gd name="T15" fmla="*/ 0 h 547"/>
                  <a:gd name="T16" fmla="*/ 0 w 846"/>
                  <a:gd name="T17" fmla="*/ 0 h 547"/>
                  <a:gd name="T18" fmla="*/ 0 w 846"/>
                  <a:gd name="T19" fmla="*/ 0 h 547"/>
                  <a:gd name="T20" fmla="*/ 0 w 846"/>
                  <a:gd name="T21" fmla="*/ 0 h 547"/>
                  <a:gd name="T22" fmla="*/ 0 w 846"/>
                  <a:gd name="T23" fmla="*/ 0 h 547"/>
                  <a:gd name="T24" fmla="*/ 0 w 846"/>
                  <a:gd name="T25" fmla="*/ 0 h 547"/>
                  <a:gd name="T26" fmla="*/ 0 w 846"/>
                  <a:gd name="T27" fmla="*/ 0 h 547"/>
                  <a:gd name="T28" fmla="*/ 0 w 846"/>
                  <a:gd name="T29" fmla="*/ 0 h 547"/>
                  <a:gd name="T30" fmla="*/ 0 w 846"/>
                  <a:gd name="T31" fmla="*/ 0 h 547"/>
                  <a:gd name="T32" fmla="*/ 0 w 846"/>
                  <a:gd name="T33" fmla="*/ 0 h 547"/>
                  <a:gd name="T34" fmla="*/ 0 w 846"/>
                  <a:gd name="T35" fmla="*/ 0 h 547"/>
                  <a:gd name="T36" fmla="*/ 0 w 846"/>
                  <a:gd name="T37" fmla="*/ 0 h 547"/>
                  <a:gd name="T38" fmla="*/ 0 w 846"/>
                  <a:gd name="T39" fmla="*/ 0 h 547"/>
                  <a:gd name="T40" fmla="*/ 0 w 846"/>
                  <a:gd name="T41" fmla="*/ 0 h 547"/>
                  <a:gd name="T42" fmla="*/ 0 w 846"/>
                  <a:gd name="T43" fmla="*/ 0 h 547"/>
                  <a:gd name="T44" fmla="*/ 0 w 846"/>
                  <a:gd name="T45" fmla="*/ 0 h 547"/>
                  <a:gd name="T46" fmla="*/ 0 w 846"/>
                  <a:gd name="T47" fmla="*/ 0 h 547"/>
                  <a:gd name="T48" fmla="*/ 0 w 846"/>
                  <a:gd name="T49" fmla="*/ 0 h 547"/>
                  <a:gd name="T50" fmla="*/ 0 w 846"/>
                  <a:gd name="T51" fmla="*/ 0 h 547"/>
                  <a:gd name="T52" fmla="*/ 0 w 846"/>
                  <a:gd name="T53" fmla="*/ 0 h 547"/>
                  <a:gd name="T54" fmla="*/ 0 w 846"/>
                  <a:gd name="T55" fmla="*/ 0 h 547"/>
                  <a:gd name="T56" fmla="*/ 0 w 846"/>
                  <a:gd name="T57" fmla="*/ 0 h 54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46"/>
                  <a:gd name="T88" fmla="*/ 0 h 547"/>
                  <a:gd name="T89" fmla="*/ 846 w 846"/>
                  <a:gd name="T90" fmla="*/ 547 h 54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46" h="547">
                    <a:moveTo>
                      <a:pt x="0" y="30"/>
                    </a:moveTo>
                    <a:lnTo>
                      <a:pt x="45" y="94"/>
                    </a:lnTo>
                    <a:lnTo>
                      <a:pt x="101" y="210"/>
                    </a:lnTo>
                    <a:lnTo>
                      <a:pt x="36" y="219"/>
                    </a:lnTo>
                    <a:lnTo>
                      <a:pt x="36" y="237"/>
                    </a:lnTo>
                    <a:lnTo>
                      <a:pt x="174" y="246"/>
                    </a:lnTo>
                    <a:lnTo>
                      <a:pt x="322" y="254"/>
                    </a:lnTo>
                    <a:lnTo>
                      <a:pt x="248" y="233"/>
                    </a:lnTo>
                    <a:lnTo>
                      <a:pt x="394" y="178"/>
                    </a:lnTo>
                    <a:lnTo>
                      <a:pt x="472" y="189"/>
                    </a:lnTo>
                    <a:lnTo>
                      <a:pt x="598" y="297"/>
                    </a:lnTo>
                    <a:lnTo>
                      <a:pt x="675" y="422"/>
                    </a:lnTo>
                    <a:lnTo>
                      <a:pt x="767" y="512"/>
                    </a:lnTo>
                    <a:lnTo>
                      <a:pt x="820" y="547"/>
                    </a:lnTo>
                    <a:lnTo>
                      <a:pt x="846" y="523"/>
                    </a:lnTo>
                    <a:lnTo>
                      <a:pt x="758" y="468"/>
                    </a:lnTo>
                    <a:lnTo>
                      <a:pt x="679" y="392"/>
                    </a:lnTo>
                    <a:lnTo>
                      <a:pt x="611" y="286"/>
                    </a:lnTo>
                    <a:lnTo>
                      <a:pt x="534" y="184"/>
                    </a:lnTo>
                    <a:lnTo>
                      <a:pt x="394" y="136"/>
                    </a:lnTo>
                    <a:lnTo>
                      <a:pt x="317" y="154"/>
                    </a:lnTo>
                    <a:lnTo>
                      <a:pt x="223" y="189"/>
                    </a:lnTo>
                    <a:lnTo>
                      <a:pt x="161" y="184"/>
                    </a:lnTo>
                    <a:lnTo>
                      <a:pt x="244" y="90"/>
                    </a:lnTo>
                    <a:lnTo>
                      <a:pt x="283" y="30"/>
                    </a:lnTo>
                    <a:lnTo>
                      <a:pt x="275" y="0"/>
                    </a:lnTo>
                    <a:lnTo>
                      <a:pt x="223" y="79"/>
                    </a:lnTo>
                    <a:lnTo>
                      <a:pt x="119" y="15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90" name="Freeform 184"/>
              <p:cNvSpPr>
                <a:spLocks/>
              </p:cNvSpPr>
              <p:nvPr/>
            </p:nvSpPr>
            <p:spPr bwMode="auto">
              <a:xfrm>
                <a:off x="2981" y="1422"/>
                <a:ext cx="165" cy="154"/>
              </a:xfrm>
              <a:custGeom>
                <a:avLst/>
                <a:gdLst>
                  <a:gd name="T0" fmla="*/ 0 w 1323"/>
                  <a:gd name="T1" fmla="*/ 0 h 1233"/>
                  <a:gd name="T2" fmla="*/ 0 w 1323"/>
                  <a:gd name="T3" fmla="*/ 0 h 1233"/>
                  <a:gd name="T4" fmla="*/ 0 w 1323"/>
                  <a:gd name="T5" fmla="*/ 0 h 1233"/>
                  <a:gd name="T6" fmla="*/ 0 w 1323"/>
                  <a:gd name="T7" fmla="*/ 0 h 1233"/>
                  <a:gd name="T8" fmla="*/ 0 w 1323"/>
                  <a:gd name="T9" fmla="*/ 0 h 1233"/>
                  <a:gd name="T10" fmla="*/ 0 w 1323"/>
                  <a:gd name="T11" fmla="*/ 0 h 1233"/>
                  <a:gd name="T12" fmla="*/ 0 w 1323"/>
                  <a:gd name="T13" fmla="*/ 0 h 1233"/>
                  <a:gd name="T14" fmla="*/ 0 w 1323"/>
                  <a:gd name="T15" fmla="*/ 0 h 1233"/>
                  <a:gd name="T16" fmla="*/ 0 w 1323"/>
                  <a:gd name="T17" fmla="*/ 0 h 1233"/>
                  <a:gd name="T18" fmla="*/ 0 w 1323"/>
                  <a:gd name="T19" fmla="*/ 0 h 1233"/>
                  <a:gd name="T20" fmla="*/ 0 w 1323"/>
                  <a:gd name="T21" fmla="*/ 0 h 1233"/>
                  <a:gd name="T22" fmla="*/ 0 w 1323"/>
                  <a:gd name="T23" fmla="*/ 0 h 1233"/>
                  <a:gd name="T24" fmla="*/ 0 w 1323"/>
                  <a:gd name="T25" fmla="*/ 0 h 1233"/>
                  <a:gd name="T26" fmla="*/ 0 w 1323"/>
                  <a:gd name="T27" fmla="*/ 0 h 1233"/>
                  <a:gd name="T28" fmla="*/ 0 w 1323"/>
                  <a:gd name="T29" fmla="*/ 0 h 1233"/>
                  <a:gd name="T30" fmla="*/ 0 w 1323"/>
                  <a:gd name="T31" fmla="*/ 0 h 1233"/>
                  <a:gd name="T32" fmla="*/ 0 w 1323"/>
                  <a:gd name="T33" fmla="*/ 0 h 1233"/>
                  <a:gd name="T34" fmla="*/ 0 w 1323"/>
                  <a:gd name="T35" fmla="*/ 0 h 1233"/>
                  <a:gd name="T36" fmla="*/ 0 w 1323"/>
                  <a:gd name="T37" fmla="*/ 0 h 1233"/>
                  <a:gd name="T38" fmla="*/ 0 w 1323"/>
                  <a:gd name="T39" fmla="*/ 0 h 1233"/>
                  <a:gd name="T40" fmla="*/ 0 w 1323"/>
                  <a:gd name="T41" fmla="*/ 0 h 1233"/>
                  <a:gd name="T42" fmla="*/ 0 w 1323"/>
                  <a:gd name="T43" fmla="*/ 0 h 1233"/>
                  <a:gd name="T44" fmla="*/ 0 w 1323"/>
                  <a:gd name="T45" fmla="*/ 0 h 1233"/>
                  <a:gd name="T46" fmla="*/ 0 w 1323"/>
                  <a:gd name="T47" fmla="*/ 0 h 1233"/>
                  <a:gd name="T48" fmla="*/ 0 w 1323"/>
                  <a:gd name="T49" fmla="*/ 0 h 1233"/>
                  <a:gd name="T50" fmla="*/ 0 w 1323"/>
                  <a:gd name="T51" fmla="*/ 0 h 1233"/>
                  <a:gd name="T52" fmla="*/ 0 w 1323"/>
                  <a:gd name="T53" fmla="*/ 0 h 1233"/>
                  <a:gd name="T54" fmla="*/ 0 w 1323"/>
                  <a:gd name="T55" fmla="*/ 0 h 1233"/>
                  <a:gd name="T56" fmla="*/ 0 w 1323"/>
                  <a:gd name="T57" fmla="*/ 0 h 1233"/>
                  <a:gd name="T58" fmla="*/ 0 w 1323"/>
                  <a:gd name="T59" fmla="*/ 0 h 1233"/>
                  <a:gd name="T60" fmla="*/ 0 w 1323"/>
                  <a:gd name="T61" fmla="*/ 0 h 1233"/>
                  <a:gd name="T62" fmla="*/ 0 w 1323"/>
                  <a:gd name="T63" fmla="*/ 0 h 1233"/>
                  <a:gd name="T64" fmla="*/ 0 w 1323"/>
                  <a:gd name="T65" fmla="*/ 0 h 123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323"/>
                  <a:gd name="T100" fmla="*/ 0 h 1233"/>
                  <a:gd name="T101" fmla="*/ 1323 w 1323"/>
                  <a:gd name="T102" fmla="*/ 1233 h 123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323" h="1233">
                    <a:moveTo>
                      <a:pt x="680" y="329"/>
                    </a:moveTo>
                    <a:lnTo>
                      <a:pt x="759" y="233"/>
                    </a:lnTo>
                    <a:lnTo>
                      <a:pt x="833" y="191"/>
                    </a:lnTo>
                    <a:lnTo>
                      <a:pt x="918" y="186"/>
                    </a:lnTo>
                    <a:lnTo>
                      <a:pt x="1026" y="239"/>
                    </a:lnTo>
                    <a:lnTo>
                      <a:pt x="1086" y="329"/>
                    </a:lnTo>
                    <a:lnTo>
                      <a:pt x="1116" y="433"/>
                    </a:lnTo>
                    <a:lnTo>
                      <a:pt x="1128" y="539"/>
                    </a:lnTo>
                    <a:lnTo>
                      <a:pt x="1123" y="648"/>
                    </a:lnTo>
                    <a:lnTo>
                      <a:pt x="1112" y="753"/>
                    </a:lnTo>
                    <a:lnTo>
                      <a:pt x="1141" y="857"/>
                    </a:lnTo>
                    <a:lnTo>
                      <a:pt x="1165" y="744"/>
                    </a:lnTo>
                    <a:lnTo>
                      <a:pt x="1242" y="689"/>
                    </a:lnTo>
                    <a:lnTo>
                      <a:pt x="1291" y="728"/>
                    </a:lnTo>
                    <a:lnTo>
                      <a:pt x="1305" y="857"/>
                    </a:lnTo>
                    <a:lnTo>
                      <a:pt x="1296" y="960"/>
                    </a:lnTo>
                    <a:lnTo>
                      <a:pt x="1238" y="1046"/>
                    </a:lnTo>
                    <a:lnTo>
                      <a:pt x="1209" y="1083"/>
                    </a:lnTo>
                    <a:lnTo>
                      <a:pt x="1152" y="1127"/>
                    </a:lnTo>
                    <a:lnTo>
                      <a:pt x="1222" y="1101"/>
                    </a:lnTo>
                    <a:lnTo>
                      <a:pt x="1310" y="966"/>
                    </a:lnTo>
                    <a:lnTo>
                      <a:pt x="1323" y="834"/>
                    </a:lnTo>
                    <a:lnTo>
                      <a:pt x="1296" y="696"/>
                    </a:lnTo>
                    <a:lnTo>
                      <a:pt x="1242" y="666"/>
                    </a:lnTo>
                    <a:lnTo>
                      <a:pt x="1242" y="585"/>
                    </a:lnTo>
                    <a:lnTo>
                      <a:pt x="1183" y="323"/>
                    </a:lnTo>
                    <a:lnTo>
                      <a:pt x="1086" y="175"/>
                    </a:lnTo>
                    <a:lnTo>
                      <a:pt x="971" y="74"/>
                    </a:lnTo>
                    <a:lnTo>
                      <a:pt x="840" y="32"/>
                    </a:lnTo>
                    <a:lnTo>
                      <a:pt x="629" y="0"/>
                    </a:lnTo>
                    <a:lnTo>
                      <a:pt x="392" y="32"/>
                    </a:lnTo>
                    <a:lnTo>
                      <a:pt x="213" y="131"/>
                    </a:lnTo>
                    <a:lnTo>
                      <a:pt x="97" y="255"/>
                    </a:lnTo>
                    <a:lnTo>
                      <a:pt x="26" y="404"/>
                    </a:lnTo>
                    <a:lnTo>
                      <a:pt x="12" y="562"/>
                    </a:lnTo>
                    <a:lnTo>
                      <a:pt x="26" y="786"/>
                    </a:lnTo>
                    <a:lnTo>
                      <a:pt x="0" y="857"/>
                    </a:lnTo>
                    <a:lnTo>
                      <a:pt x="23" y="995"/>
                    </a:lnTo>
                    <a:lnTo>
                      <a:pt x="97" y="1113"/>
                    </a:lnTo>
                    <a:lnTo>
                      <a:pt x="198" y="1196"/>
                    </a:lnTo>
                    <a:lnTo>
                      <a:pt x="249" y="1201"/>
                    </a:lnTo>
                    <a:lnTo>
                      <a:pt x="279" y="1233"/>
                    </a:lnTo>
                    <a:lnTo>
                      <a:pt x="264" y="1152"/>
                    </a:lnTo>
                    <a:lnTo>
                      <a:pt x="213" y="1187"/>
                    </a:lnTo>
                    <a:lnTo>
                      <a:pt x="104" y="1106"/>
                    </a:lnTo>
                    <a:lnTo>
                      <a:pt x="33" y="973"/>
                    </a:lnTo>
                    <a:lnTo>
                      <a:pt x="26" y="868"/>
                    </a:lnTo>
                    <a:lnTo>
                      <a:pt x="49" y="843"/>
                    </a:lnTo>
                    <a:lnTo>
                      <a:pt x="121" y="857"/>
                    </a:lnTo>
                    <a:lnTo>
                      <a:pt x="213" y="936"/>
                    </a:lnTo>
                    <a:lnTo>
                      <a:pt x="194" y="830"/>
                    </a:lnTo>
                    <a:lnTo>
                      <a:pt x="167" y="771"/>
                    </a:lnTo>
                    <a:lnTo>
                      <a:pt x="130" y="668"/>
                    </a:lnTo>
                    <a:lnTo>
                      <a:pt x="108" y="551"/>
                    </a:lnTo>
                    <a:lnTo>
                      <a:pt x="108" y="459"/>
                    </a:lnTo>
                    <a:lnTo>
                      <a:pt x="130" y="382"/>
                    </a:lnTo>
                    <a:lnTo>
                      <a:pt x="171" y="323"/>
                    </a:lnTo>
                    <a:lnTo>
                      <a:pt x="227" y="281"/>
                    </a:lnTo>
                    <a:lnTo>
                      <a:pt x="286" y="265"/>
                    </a:lnTo>
                    <a:lnTo>
                      <a:pt x="354" y="281"/>
                    </a:lnTo>
                    <a:lnTo>
                      <a:pt x="420" y="318"/>
                    </a:lnTo>
                    <a:lnTo>
                      <a:pt x="466" y="355"/>
                    </a:lnTo>
                    <a:lnTo>
                      <a:pt x="521" y="369"/>
                    </a:lnTo>
                    <a:lnTo>
                      <a:pt x="607" y="362"/>
                    </a:lnTo>
                    <a:lnTo>
                      <a:pt x="655" y="345"/>
                    </a:lnTo>
                    <a:lnTo>
                      <a:pt x="680" y="3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91" name="Freeform 185"/>
              <p:cNvSpPr>
                <a:spLocks/>
              </p:cNvSpPr>
              <p:nvPr/>
            </p:nvSpPr>
            <p:spPr bwMode="auto">
              <a:xfrm>
                <a:off x="3017" y="1531"/>
                <a:ext cx="53" cy="10"/>
              </a:xfrm>
              <a:custGeom>
                <a:avLst/>
                <a:gdLst>
                  <a:gd name="T0" fmla="*/ 0 w 424"/>
                  <a:gd name="T1" fmla="*/ 0 h 83"/>
                  <a:gd name="T2" fmla="*/ 0 w 424"/>
                  <a:gd name="T3" fmla="*/ 0 h 83"/>
                  <a:gd name="T4" fmla="*/ 0 w 424"/>
                  <a:gd name="T5" fmla="*/ 0 h 83"/>
                  <a:gd name="T6" fmla="*/ 0 w 424"/>
                  <a:gd name="T7" fmla="*/ 0 h 83"/>
                  <a:gd name="T8" fmla="*/ 0 w 424"/>
                  <a:gd name="T9" fmla="*/ 0 h 83"/>
                  <a:gd name="T10" fmla="*/ 0 w 424"/>
                  <a:gd name="T11" fmla="*/ 0 h 83"/>
                  <a:gd name="T12" fmla="*/ 0 w 424"/>
                  <a:gd name="T13" fmla="*/ 0 h 83"/>
                  <a:gd name="T14" fmla="*/ 0 w 424"/>
                  <a:gd name="T15" fmla="*/ 0 h 83"/>
                  <a:gd name="T16" fmla="*/ 0 w 424"/>
                  <a:gd name="T17" fmla="*/ 0 h 83"/>
                  <a:gd name="T18" fmla="*/ 0 w 424"/>
                  <a:gd name="T19" fmla="*/ 0 h 83"/>
                  <a:gd name="T20" fmla="*/ 0 w 424"/>
                  <a:gd name="T21" fmla="*/ 0 h 83"/>
                  <a:gd name="T22" fmla="*/ 0 w 424"/>
                  <a:gd name="T23" fmla="*/ 0 h 83"/>
                  <a:gd name="T24" fmla="*/ 0 w 424"/>
                  <a:gd name="T25" fmla="*/ 0 h 83"/>
                  <a:gd name="T26" fmla="*/ 0 w 424"/>
                  <a:gd name="T27" fmla="*/ 0 h 83"/>
                  <a:gd name="T28" fmla="*/ 0 w 424"/>
                  <a:gd name="T29" fmla="*/ 0 h 83"/>
                  <a:gd name="T30" fmla="*/ 0 w 424"/>
                  <a:gd name="T31" fmla="*/ 0 h 8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24"/>
                  <a:gd name="T49" fmla="*/ 0 h 83"/>
                  <a:gd name="T50" fmla="*/ 424 w 424"/>
                  <a:gd name="T51" fmla="*/ 83 h 8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24" h="83">
                    <a:moveTo>
                      <a:pt x="0" y="42"/>
                    </a:moveTo>
                    <a:lnTo>
                      <a:pt x="74" y="22"/>
                    </a:lnTo>
                    <a:lnTo>
                      <a:pt x="157" y="15"/>
                    </a:lnTo>
                    <a:lnTo>
                      <a:pt x="274" y="15"/>
                    </a:lnTo>
                    <a:lnTo>
                      <a:pt x="338" y="8"/>
                    </a:lnTo>
                    <a:lnTo>
                      <a:pt x="424" y="0"/>
                    </a:lnTo>
                    <a:lnTo>
                      <a:pt x="389" y="46"/>
                    </a:lnTo>
                    <a:lnTo>
                      <a:pt x="300" y="52"/>
                    </a:lnTo>
                    <a:lnTo>
                      <a:pt x="305" y="83"/>
                    </a:lnTo>
                    <a:lnTo>
                      <a:pt x="263" y="52"/>
                    </a:lnTo>
                    <a:lnTo>
                      <a:pt x="204" y="46"/>
                    </a:lnTo>
                    <a:lnTo>
                      <a:pt x="129" y="56"/>
                    </a:lnTo>
                    <a:lnTo>
                      <a:pt x="210" y="28"/>
                    </a:lnTo>
                    <a:lnTo>
                      <a:pt x="134" y="28"/>
                    </a:lnTo>
                    <a:lnTo>
                      <a:pt x="63" y="42"/>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92" name="Freeform 186"/>
              <p:cNvSpPr>
                <a:spLocks/>
              </p:cNvSpPr>
              <p:nvPr/>
            </p:nvSpPr>
            <p:spPr bwMode="auto">
              <a:xfrm>
                <a:off x="3015" y="1533"/>
                <a:ext cx="40" cy="21"/>
              </a:xfrm>
              <a:custGeom>
                <a:avLst/>
                <a:gdLst>
                  <a:gd name="T0" fmla="*/ 0 w 318"/>
                  <a:gd name="T1" fmla="*/ 0 h 161"/>
                  <a:gd name="T2" fmla="*/ 0 w 318"/>
                  <a:gd name="T3" fmla="*/ 0 h 161"/>
                  <a:gd name="T4" fmla="*/ 0 w 318"/>
                  <a:gd name="T5" fmla="*/ 0 h 161"/>
                  <a:gd name="T6" fmla="*/ 0 w 318"/>
                  <a:gd name="T7" fmla="*/ 0 h 161"/>
                  <a:gd name="T8" fmla="*/ 0 w 318"/>
                  <a:gd name="T9" fmla="*/ 0 h 161"/>
                  <a:gd name="T10" fmla="*/ 0 w 318"/>
                  <a:gd name="T11" fmla="*/ 0 h 161"/>
                  <a:gd name="T12" fmla="*/ 0 w 318"/>
                  <a:gd name="T13" fmla="*/ 0 h 161"/>
                  <a:gd name="T14" fmla="*/ 0 w 318"/>
                  <a:gd name="T15" fmla="*/ 0 h 161"/>
                  <a:gd name="T16" fmla="*/ 0 w 318"/>
                  <a:gd name="T17" fmla="*/ 0 h 161"/>
                  <a:gd name="T18" fmla="*/ 0 w 318"/>
                  <a:gd name="T19" fmla="*/ 0 h 161"/>
                  <a:gd name="T20" fmla="*/ 0 w 318"/>
                  <a:gd name="T21" fmla="*/ 0 h 161"/>
                  <a:gd name="T22" fmla="*/ 0 w 318"/>
                  <a:gd name="T23" fmla="*/ 0 h 161"/>
                  <a:gd name="T24" fmla="*/ 0 w 318"/>
                  <a:gd name="T25" fmla="*/ 0 h 161"/>
                  <a:gd name="T26" fmla="*/ 0 w 318"/>
                  <a:gd name="T27" fmla="*/ 0 h 161"/>
                  <a:gd name="T28" fmla="*/ 0 w 318"/>
                  <a:gd name="T29" fmla="*/ 0 h 161"/>
                  <a:gd name="T30" fmla="*/ 0 w 318"/>
                  <a:gd name="T31" fmla="*/ 0 h 161"/>
                  <a:gd name="T32" fmla="*/ 0 w 318"/>
                  <a:gd name="T33" fmla="*/ 0 h 161"/>
                  <a:gd name="T34" fmla="*/ 0 w 318"/>
                  <a:gd name="T35" fmla="*/ 0 h 161"/>
                  <a:gd name="T36" fmla="*/ 0 w 318"/>
                  <a:gd name="T37" fmla="*/ 0 h 16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18"/>
                  <a:gd name="T58" fmla="*/ 0 h 161"/>
                  <a:gd name="T59" fmla="*/ 318 w 318"/>
                  <a:gd name="T60" fmla="*/ 161 h 16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18" h="161">
                    <a:moveTo>
                      <a:pt x="0" y="22"/>
                    </a:moveTo>
                    <a:lnTo>
                      <a:pt x="24" y="50"/>
                    </a:lnTo>
                    <a:lnTo>
                      <a:pt x="92" y="74"/>
                    </a:lnTo>
                    <a:lnTo>
                      <a:pt x="138" y="108"/>
                    </a:lnTo>
                    <a:lnTo>
                      <a:pt x="119" y="127"/>
                    </a:lnTo>
                    <a:lnTo>
                      <a:pt x="175" y="161"/>
                    </a:lnTo>
                    <a:lnTo>
                      <a:pt x="237" y="145"/>
                    </a:lnTo>
                    <a:lnTo>
                      <a:pt x="281" y="117"/>
                    </a:lnTo>
                    <a:lnTo>
                      <a:pt x="228" y="108"/>
                    </a:lnTo>
                    <a:lnTo>
                      <a:pt x="318" y="59"/>
                    </a:lnTo>
                    <a:lnTo>
                      <a:pt x="310" y="44"/>
                    </a:lnTo>
                    <a:lnTo>
                      <a:pt x="222" y="97"/>
                    </a:lnTo>
                    <a:lnTo>
                      <a:pt x="175" y="103"/>
                    </a:lnTo>
                    <a:lnTo>
                      <a:pt x="119" y="81"/>
                    </a:lnTo>
                    <a:lnTo>
                      <a:pt x="99" y="53"/>
                    </a:lnTo>
                    <a:lnTo>
                      <a:pt x="156" y="32"/>
                    </a:lnTo>
                    <a:lnTo>
                      <a:pt x="99" y="39"/>
                    </a:lnTo>
                    <a:lnTo>
                      <a:pt x="77" y="0"/>
                    </a:lnTo>
                    <a:lnTo>
                      <a:pt x="0"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93" name="Freeform 187"/>
              <p:cNvSpPr>
                <a:spLocks/>
              </p:cNvSpPr>
              <p:nvPr/>
            </p:nvSpPr>
            <p:spPr bwMode="auto">
              <a:xfrm>
                <a:off x="3074" y="1519"/>
                <a:ext cx="41" cy="10"/>
              </a:xfrm>
              <a:custGeom>
                <a:avLst/>
                <a:gdLst>
                  <a:gd name="T0" fmla="*/ 0 w 327"/>
                  <a:gd name="T1" fmla="*/ 0 h 85"/>
                  <a:gd name="T2" fmla="*/ 0 w 327"/>
                  <a:gd name="T3" fmla="*/ 0 h 85"/>
                  <a:gd name="T4" fmla="*/ 0 w 327"/>
                  <a:gd name="T5" fmla="*/ 0 h 85"/>
                  <a:gd name="T6" fmla="*/ 0 w 327"/>
                  <a:gd name="T7" fmla="*/ 0 h 85"/>
                  <a:gd name="T8" fmla="*/ 0 w 327"/>
                  <a:gd name="T9" fmla="*/ 0 h 85"/>
                  <a:gd name="T10" fmla="*/ 0 w 327"/>
                  <a:gd name="T11" fmla="*/ 0 h 85"/>
                  <a:gd name="T12" fmla="*/ 0 w 327"/>
                  <a:gd name="T13" fmla="*/ 0 h 85"/>
                  <a:gd name="T14" fmla="*/ 0 w 327"/>
                  <a:gd name="T15" fmla="*/ 0 h 85"/>
                  <a:gd name="T16" fmla="*/ 0 60000 65536"/>
                  <a:gd name="T17" fmla="*/ 0 60000 65536"/>
                  <a:gd name="T18" fmla="*/ 0 60000 65536"/>
                  <a:gd name="T19" fmla="*/ 0 60000 65536"/>
                  <a:gd name="T20" fmla="*/ 0 60000 65536"/>
                  <a:gd name="T21" fmla="*/ 0 60000 65536"/>
                  <a:gd name="T22" fmla="*/ 0 60000 65536"/>
                  <a:gd name="T23" fmla="*/ 0 60000 65536"/>
                  <a:gd name="T24" fmla="*/ 0 w 327"/>
                  <a:gd name="T25" fmla="*/ 0 h 85"/>
                  <a:gd name="T26" fmla="*/ 327 w 327"/>
                  <a:gd name="T27" fmla="*/ 85 h 8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7" h="85">
                    <a:moveTo>
                      <a:pt x="0" y="85"/>
                    </a:moveTo>
                    <a:lnTo>
                      <a:pt x="211" y="0"/>
                    </a:lnTo>
                    <a:lnTo>
                      <a:pt x="269" y="12"/>
                    </a:lnTo>
                    <a:lnTo>
                      <a:pt x="327" y="35"/>
                    </a:lnTo>
                    <a:lnTo>
                      <a:pt x="253" y="28"/>
                    </a:lnTo>
                    <a:lnTo>
                      <a:pt x="200" y="28"/>
                    </a:lnTo>
                    <a:lnTo>
                      <a:pt x="130" y="48"/>
                    </a:lnTo>
                    <a:lnTo>
                      <a:pt x="0" y="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94" name="Freeform 188"/>
              <p:cNvSpPr>
                <a:spLocks/>
              </p:cNvSpPr>
              <p:nvPr/>
            </p:nvSpPr>
            <p:spPr bwMode="auto">
              <a:xfrm>
                <a:off x="3077" y="1529"/>
                <a:ext cx="33" cy="12"/>
              </a:xfrm>
              <a:custGeom>
                <a:avLst/>
                <a:gdLst>
                  <a:gd name="T0" fmla="*/ 0 w 261"/>
                  <a:gd name="T1" fmla="*/ 0 h 99"/>
                  <a:gd name="T2" fmla="*/ 0 w 261"/>
                  <a:gd name="T3" fmla="*/ 0 h 99"/>
                  <a:gd name="T4" fmla="*/ 0 w 261"/>
                  <a:gd name="T5" fmla="*/ 0 h 99"/>
                  <a:gd name="T6" fmla="*/ 0 w 261"/>
                  <a:gd name="T7" fmla="*/ 0 h 99"/>
                  <a:gd name="T8" fmla="*/ 0 w 261"/>
                  <a:gd name="T9" fmla="*/ 0 h 99"/>
                  <a:gd name="T10" fmla="*/ 0 w 261"/>
                  <a:gd name="T11" fmla="*/ 0 h 99"/>
                  <a:gd name="T12" fmla="*/ 0 w 261"/>
                  <a:gd name="T13" fmla="*/ 0 h 99"/>
                  <a:gd name="T14" fmla="*/ 0 w 261"/>
                  <a:gd name="T15" fmla="*/ 0 h 99"/>
                  <a:gd name="T16" fmla="*/ 0 w 261"/>
                  <a:gd name="T17" fmla="*/ 0 h 99"/>
                  <a:gd name="T18" fmla="*/ 0 w 261"/>
                  <a:gd name="T19" fmla="*/ 0 h 99"/>
                  <a:gd name="T20" fmla="*/ 0 w 261"/>
                  <a:gd name="T21" fmla="*/ 0 h 99"/>
                  <a:gd name="T22" fmla="*/ 0 w 261"/>
                  <a:gd name="T23" fmla="*/ 0 h 99"/>
                  <a:gd name="T24" fmla="*/ 0 w 261"/>
                  <a:gd name="T25" fmla="*/ 0 h 99"/>
                  <a:gd name="T26" fmla="*/ 0 w 261"/>
                  <a:gd name="T27" fmla="*/ 0 h 99"/>
                  <a:gd name="T28" fmla="*/ 0 w 261"/>
                  <a:gd name="T29" fmla="*/ 0 h 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61"/>
                  <a:gd name="T46" fmla="*/ 0 h 99"/>
                  <a:gd name="T47" fmla="*/ 261 w 261"/>
                  <a:gd name="T48" fmla="*/ 99 h 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61" h="99">
                    <a:moveTo>
                      <a:pt x="0" y="53"/>
                    </a:moveTo>
                    <a:lnTo>
                      <a:pt x="70" y="2"/>
                    </a:lnTo>
                    <a:lnTo>
                      <a:pt x="166" y="0"/>
                    </a:lnTo>
                    <a:lnTo>
                      <a:pt x="261" y="11"/>
                    </a:lnTo>
                    <a:lnTo>
                      <a:pt x="224" y="57"/>
                    </a:lnTo>
                    <a:lnTo>
                      <a:pt x="166" y="85"/>
                    </a:lnTo>
                    <a:lnTo>
                      <a:pt x="116" y="99"/>
                    </a:lnTo>
                    <a:lnTo>
                      <a:pt x="42" y="88"/>
                    </a:lnTo>
                    <a:lnTo>
                      <a:pt x="116" y="88"/>
                    </a:lnTo>
                    <a:lnTo>
                      <a:pt x="193" y="57"/>
                    </a:lnTo>
                    <a:lnTo>
                      <a:pt x="240" y="15"/>
                    </a:lnTo>
                    <a:lnTo>
                      <a:pt x="153" y="11"/>
                    </a:lnTo>
                    <a:lnTo>
                      <a:pt x="83" y="15"/>
                    </a:lnTo>
                    <a:lnTo>
                      <a:pt x="30" y="53"/>
                    </a:lnTo>
                    <a:lnTo>
                      <a:pt x="0"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95" name="Freeform 189"/>
              <p:cNvSpPr>
                <a:spLocks/>
              </p:cNvSpPr>
              <p:nvPr/>
            </p:nvSpPr>
            <p:spPr bwMode="auto">
              <a:xfrm>
                <a:off x="3069" y="1523"/>
                <a:ext cx="31" cy="35"/>
              </a:xfrm>
              <a:custGeom>
                <a:avLst/>
                <a:gdLst>
                  <a:gd name="T0" fmla="*/ 0 w 248"/>
                  <a:gd name="T1" fmla="*/ 0 h 281"/>
                  <a:gd name="T2" fmla="*/ 0 w 248"/>
                  <a:gd name="T3" fmla="*/ 0 h 281"/>
                  <a:gd name="T4" fmla="*/ 0 w 248"/>
                  <a:gd name="T5" fmla="*/ 0 h 281"/>
                  <a:gd name="T6" fmla="*/ 0 w 248"/>
                  <a:gd name="T7" fmla="*/ 0 h 281"/>
                  <a:gd name="T8" fmla="*/ 0 w 248"/>
                  <a:gd name="T9" fmla="*/ 0 h 281"/>
                  <a:gd name="T10" fmla="*/ 0 w 248"/>
                  <a:gd name="T11" fmla="*/ 0 h 281"/>
                  <a:gd name="T12" fmla="*/ 0 w 248"/>
                  <a:gd name="T13" fmla="*/ 0 h 281"/>
                  <a:gd name="T14" fmla="*/ 0 w 248"/>
                  <a:gd name="T15" fmla="*/ 0 h 281"/>
                  <a:gd name="T16" fmla="*/ 0 w 248"/>
                  <a:gd name="T17" fmla="*/ 0 h 281"/>
                  <a:gd name="T18" fmla="*/ 0 w 248"/>
                  <a:gd name="T19" fmla="*/ 0 h 281"/>
                  <a:gd name="T20" fmla="*/ 0 w 248"/>
                  <a:gd name="T21" fmla="*/ 0 h 281"/>
                  <a:gd name="T22" fmla="*/ 0 w 248"/>
                  <a:gd name="T23" fmla="*/ 0 h 281"/>
                  <a:gd name="T24" fmla="*/ 0 w 248"/>
                  <a:gd name="T25" fmla="*/ 0 h 281"/>
                  <a:gd name="T26" fmla="*/ 0 w 248"/>
                  <a:gd name="T27" fmla="*/ 0 h 281"/>
                  <a:gd name="T28" fmla="*/ 0 w 248"/>
                  <a:gd name="T29" fmla="*/ 0 h 28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48"/>
                  <a:gd name="T46" fmla="*/ 0 h 281"/>
                  <a:gd name="T47" fmla="*/ 248 w 248"/>
                  <a:gd name="T48" fmla="*/ 281 h 28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48" h="281">
                    <a:moveTo>
                      <a:pt x="173" y="11"/>
                    </a:moveTo>
                    <a:lnTo>
                      <a:pt x="248" y="25"/>
                    </a:lnTo>
                    <a:lnTo>
                      <a:pt x="158" y="25"/>
                    </a:lnTo>
                    <a:lnTo>
                      <a:pt x="122" y="63"/>
                    </a:lnTo>
                    <a:lnTo>
                      <a:pt x="74" y="94"/>
                    </a:lnTo>
                    <a:lnTo>
                      <a:pt x="55" y="133"/>
                    </a:lnTo>
                    <a:lnTo>
                      <a:pt x="55" y="186"/>
                    </a:lnTo>
                    <a:lnTo>
                      <a:pt x="74" y="281"/>
                    </a:lnTo>
                    <a:lnTo>
                      <a:pt x="43" y="191"/>
                    </a:lnTo>
                    <a:lnTo>
                      <a:pt x="37" y="142"/>
                    </a:lnTo>
                    <a:lnTo>
                      <a:pt x="34" y="105"/>
                    </a:lnTo>
                    <a:lnTo>
                      <a:pt x="0" y="63"/>
                    </a:lnTo>
                    <a:lnTo>
                      <a:pt x="140" y="21"/>
                    </a:lnTo>
                    <a:lnTo>
                      <a:pt x="204" y="0"/>
                    </a:lnTo>
                    <a:lnTo>
                      <a:pt x="173"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96" name="Freeform 190"/>
              <p:cNvSpPr>
                <a:spLocks/>
              </p:cNvSpPr>
              <p:nvPr/>
            </p:nvSpPr>
            <p:spPr bwMode="auto">
              <a:xfrm>
                <a:off x="3057" y="1536"/>
                <a:ext cx="6" cy="29"/>
              </a:xfrm>
              <a:custGeom>
                <a:avLst/>
                <a:gdLst>
                  <a:gd name="T0" fmla="*/ 0 w 48"/>
                  <a:gd name="T1" fmla="*/ 0 h 233"/>
                  <a:gd name="T2" fmla="*/ 0 w 48"/>
                  <a:gd name="T3" fmla="*/ 0 h 233"/>
                  <a:gd name="T4" fmla="*/ 0 w 48"/>
                  <a:gd name="T5" fmla="*/ 0 h 233"/>
                  <a:gd name="T6" fmla="*/ 0 w 48"/>
                  <a:gd name="T7" fmla="*/ 0 h 233"/>
                  <a:gd name="T8" fmla="*/ 0 w 48"/>
                  <a:gd name="T9" fmla="*/ 0 h 233"/>
                  <a:gd name="T10" fmla="*/ 0 w 48"/>
                  <a:gd name="T11" fmla="*/ 0 h 233"/>
                  <a:gd name="T12" fmla="*/ 0 w 48"/>
                  <a:gd name="T13" fmla="*/ 0 h 233"/>
                  <a:gd name="T14" fmla="*/ 0 w 48"/>
                  <a:gd name="T15" fmla="*/ 0 h 233"/>
                  <a:gd name="T16" fmla="*/ 0 w 48"/>
                  <a:gd name="T17" fmla="*/ 0 h 2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8"/>
                  <a:gd name="T28" fmla="*/ 0 h 233"/>
                  <a:gd name="T29" fmla="*/ 48 w 48"/>
                  <a:gd name="T30" fmla="*/ 233 h 2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8" h="233">
                    <a:moveTo>
                      <a:pt x="0" y="10"/>
                    </a:moveTo>
                    <a:lnTo>
                      <a:pt x="22" y="90"/>
                    </a:lnTo>
                    <a:lnTo>
                      <a:pt x="27" y="153"/>
                    </a:lnTo>
                    <a:lnTo>
                      <a:pt x="39" y="233"/>
                    </a:lnTo>
                    <a:lnTo>
                      <a:pt x="48" y="149"/>
                    </a:lnTo>
                    <a:lnTo>
                      <a:pt x="41" y="85"/>
                    </a:lnTo>
                    <a:lnTo>
                      <a:pt x="35" y="32"/>
                    </a:lnTo>
                    <a:lnTo>
                      <a:pt x="27" y="0"/>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97" name="Freeform 191"/>
              <p:cNvSpPr>
                <a:spLocks/>
              </p:cNvSpPr>
              <p:nvPr/>
            </p:nvSpPr>
            <p:spPr bwMode="auto">
              <a:xfrm>
                <a:off x="3082" y="1540"/>
                <a:ext cx="22" cy="7"/>
              </a:xfrm>
              <a:custGeom>
                <a:avLst/>
                <a:gdLst>
                  <a:gd name="T0" fmla="*/ 0 w 171"/>
                  <a:gd name="T1" fmla="*/ 0 h 55"/>
                  <a:gd name="T2" fmla="*/ 0 w 171"/>
                  <a:gd name="T3" fmla="*/ 0 h 55"/>
                  <a:gd name="T4" fmla="*/ 0 w 171"/>
                  <a:gd name="T5" fmla="*/ 0 h 55"/>
                  <a:gd name="T6" fmla="*/ 0 w 171"/>
                  <a:gd name="T7" fmla="*/ 0 h 55"/>
                  <a:gd name="T8" fmla="*/ 0 w 171"/>
                  <a:gd name="T9" fmla="*/ 0 h 55"/>
                  <a:gd name="T10" fmla="*/ 0 w 171"/>
                  <a:gd name="T11" fmla="*/ 0 h 55"/>
                  <a:gd name="T12" fmla="*/ 0 w 171"/>
                  <a:gd name="T13" fmla="*/ 0 h 55"/>
                  <a:gd name="T14" fmla="*/ 0 w 171"/>
                  <a:gd name="T15" fmla="*/ 0 h 55"/>
                  <a:gd name="T16" fmla="*/ 0 60000 65536"/>
                  <a:gd name="T17" fmla="*/ 0 60000 65536"/>
                  <a:gd name="T18" fmla="*/ 0 60000 65536"/>
                  <a:gd name="T19" fmla="*/ 0 60000 65536"/>
                  <a:gd name="T20" fmla="*/ 0 60000 65536"/>
                  <a:gd name="T21" fmla="*/ 0 60000 65536"/>
                  <a:gd name="T22" fmla="*/ 0 60000 65536"/>
                  <a:gd name="T23" fmla="*/ 0 60000 65536"/>
                  <a:gd name="T24" fmla="*/ 0 w 171"/>
                  <a:gd name="T25" fmla="*/ 0 h 55"/>
                  <a:gd name="T26" fmla="*/ 171 w 171"/>
                  <a:gd name="T27" fmla="*/ 55 h 5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1" h="55">
                    <a:moveTo>
                      <a:pt x="32" y="11"/>
                    </a:moveTo>
                    <a:lnTo>
                      <a:pt x="0" y="44"/>
                    </a:lnTo>
                    <a:lnTo>
                      <a:pt x="65" y="55"/>
                    </a:lnTo>
                    <a:lnTo>
                      <a:pt x="106" y="44"/>
                    </a:lnTo>
                    <a:lnTo>
                      <a:pt x="171" y="11"/>
                    </a:lnTo>
                    <a:lnTo>
                      <a:pt x="124" y="11"/>
                    </a:lnTo>
                    <a:lnTo>
                      <a:pt x="81" y="0"/>
                    </a:lnTo>
                    <a:lnTo>
                      <a:pt x="32"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98" name="Freeform 192"/>
              <p:cNvSpPr>
                <a:spLocks/>
              </p:cNvSpPr>
              <p:nvPr/>
            </p:nvSpPr>
            <p:spPr bwMode="auto">
              <a:xfrm>
                <a:off x="2988" y="1539"/>
                <a:ext cx="21" cy="21"/>
              </a:xfrm>
              <a:custGeom>
                <a:avLst/>
                <a:gdLst>
                  <a:gd name="T0" fmla="*/ 0 w 174"/>
                  <a:gd name="T1" fmla="*/ 0 h 170"/>
                  <a:gd name="T2" fmla="*/ 0 w 174"/>
                  <a:gd name="T3" fmla="*/ 0 h 170"/>
                  <a:gd name="T4" fmla="*/ 0 w 174"/>
                  <a:gd name="T5" fmla="*/ 0 h 170"/>
                  <a:gd name="T6" fmla="*/ 0 w 174"/>
                  <a:gd name="T7" fmla="*/ 0 h 170"/>
                  <a:gd name="T8" fmla="*/ 0 w 174"/>
                  <a:gd name="T9" fmla="*/ 0 h 170"/>
                  <a:gd name="T10" fmla="*/ 0 w 174"/>
                  <a:gd name="T11" fmla="*/ 0 h 170"/>
                  <a:gd name="T12" fmla="*/ 0 w 174"/>
                  <a:gd name="T13" fmla="*/ 0 h 170"/>
                  <a:gd name="T14" fmla="*/ 0 w 174"/>
                  <a:gd name="T15" fmla="*/ 0 h 170"/>
                  <a:gd name="T16" fmla="*/ 0 w 174"/>
                  <a:gd name="T17" fmla="*/ 0 h 170"/>
                  <a:gd name="T18" fmla="*/ 0 w 174"/>
                  <a:gd name="T19" fmla="*/ 0 h 170"/>
                  <a:gd name="T20" fmla="*/ 0 w 174"/>
                  <a:gd name="T21" fmla="*/ 0 h 170"/>
                  <a:gd name="T22" fmla="*/ 0 w 174"/>
                  <a:gd name="T23" fmla="*/ 0 h 170"/>
                  <a:gd name="T24" fmla="*/ 0 w 174"/>
                  <a:gd name="T25" fmla="*/ 0 h 170"/>
                  <a:gd name="T26" fmla="*/ 0 w 174"/>
                  <a:gd name="T27" fmla="*/ 0 h 170"/>
                  <a:gd name="T28" fmla="*/ 0 w 174"/>
                  <a:gd name="T29" fmla="*/ 0 h 170"/>
                  <a:gd name="T30" fmla="*/ 0 w 174"/>
                  <a:gd name="T31" fmla="*/ 0 h 170"/>
                  <a:gd name="T32" fmla="*/ 0 w 174"/>
                  <a:gd name="T33" fmla="*/ 0 h 17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4"/>
                  <a:gd name="T52" fmla="*/ 0 h 170"/>
                  <a:gd name="T53" fmla="*/ 174 w 174"/>
                  <a:gd name="T54" fmla="*/ 170 h 17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4" h="170">
                    <a:moveTo>
                      <a:pt x="157" y="30"/>
                    </a:moveTo>
                    <a:lnTo>
                      <a:pt x="88" y="6"/>
                    </a:lnTo>
                    <a:lnTo>
                      <a:pt x="0" y="0"/>
                    </a:lnTo>
                    <a:lnTo>
                      <a:pt x="33" y="20"/>
                    </a:lnTo>
                    <a:lnTo>
                      <a:pt x="51" y="90"/>
                    </a:lnTo>
                    <a:lnTo>
                      <a:pt x="77" y="129"/>
                    </a:lnTo>
                    <a:lnTo>
                      <a:pt x="60" y="78"/>
                    </a:lnTo>
                    <a:lnTo>
                      <a:pt x="70" y="37"/>
                    </a:lnTo>
                    <a:lnTo>
                      <a:pt x="104" y="44"/>
                    </a:lnTo>
                    <a:lnTo>
                      <a:pt x="97" y="78"/>
                    </a:lnTo>
                    <a:lnTo>
                      <a:pt x="108" y="123"/>
                    </a:lnTo>
                    <a:lnTo>
                      <a:pt x="136" y="136"/>
                    </a:lnTo>
                    <a:lnTo>
                      <a:pt x="174" y="170"/>
                    </a:lnTo>
                    <a:lnTo>
                      <a:pt x="157" y="123"/>
                    </a:lnTo>
                    <a:lnTo>
                      <a:pt x="167" y="83"/>
                    </a:lnTo>
                    <a:lnTo>
                      <a:pt x="160" y="59"/>
                    </a:lnTo>
                    <a:lnTo>
                      <a:pt x="157"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99" name="Freeform 193"/>
              <p:cNvSpPr>
                <a:spLocks/>
              </p:cNvSpPr>
              <p:nvPr/>
            </p:nvSpPr>
            <p:spPr bwMode="auto">
              <a:xfrm>
                <a:off x="3124" y="1518"/>
                <a:ext cx="16" cy="36"/>
              </a:xfrm>
              <a:custGeom>
                <a:avLst/>
                <a:gdLst>
                  <a:gd name="T0" fmla="*/ 0 w 129"/>
                  <a:gd name="T1" fmla="*/ 0 h 292"/>
                  <a:gd name="T2" fmla="*/ 0 w 129"/>
                  <a:gd name="T3" fmla="*/ 0 h 292"/>
                  <a:gd name="T4" fmla="*/ 0 w 129"/>
                  <a:gd name="T5" fmla="*/ 0 h 292"/>
                  <a:gd name="T6" fmla="*/ 0 w 129"/>
                  <a:gd name="T7" fmla="*/ 0 h 292"/>
                  <a:gd name="T8" fmla="*/ 0 w 129"/>
                  <a:gd name="T9" fmla="*/ 0 h 292"/>
                  <a:gd name="T10" fmla="*/ 0 w 129"/>
                  <a:gd name="T11" fmla="*/ 0 h 292"/>
                  <a:gd name="T12" fmla="*/ 0 w 129"/>
                  <a:gd name="T13" fmla="*/ 0 h 292"/>
                  <a:gd name="T14" fmla="*/ 0 w 129"/>
                  <a:gd name="T15" fmla="*/ 0 h 292"/>
                  <a:gd name="T16" fmla="*/ 0 w 129"/>
                  <a:gd name="T17" fmla="*/ 0 h 292"/>
                  <a:gd name="T18" fmla="*/ 0 w 129"/>
                  <a:gd name="T19" fmla="*/ 0 h 292"/>
                  <a:gd name="T20" fmla="*/ 0 w 129"/>
                  <a:gd name="T21" fmla="*/ 0 h 292"/>
                  <a:gd name="T22" fmla="*/ 0 w 129"/>
                  <a:gd name="T23" fmla="*/ 0 h 292"/>
                  <a:gd name="T24" fmla="*/ 0 w 129"/>
                  <a:gd name="T25" fmla="*/ 0 h 292"/>
                  <a:gd name="T26" fmla="*/ 0 w 129"/>
                  <a:gd name="T27" fmla="*/ 0 h 292"/>
                  <a:gd name="T28" fmla="*/ 0 w 129"/>
                  <a:gd name="T29" fmla="*/ 0 h 292"/>
                  <a:gd name="T30" fmla="*/ 0 w 129"/>
                  <a:gd name="T31" fmla="*/ 0 h 292"/>
                  <a:gd name="T32" fmla="*/ 0 w 129"/>
                  <a:gd name="T33" fmla="*/ 0 h 292"/>
                  <a:gd name="T34" fmla="*/ 0 w 129"/>
                  <a:gd name="T35" fmla="*/ 0 h 292"/>
                  <a:gd name="T36" fmla="*/ 0 w 129"/>
                  <a:gd name="T37" fmla="*/ 0 h 292"/>
                  <a:gd name="T38" fmla="*/ 0 w 129"/>
                  <a:gd name="T39" fmla="*/ 0 h 292"/>
                  <a:gd name="T40" fmla="*/ 0 w 129"/>
                  <a:gd name="T41" fmla="*/ 0 h 292"/>
                  <a:gd name="T42" fmla="*/ 0 w 129"/>
                  <a:gd name="T43" fmla="*/ 0 h 29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9"/>
                  <a:gd name="T67" fmla="*/ 0 h 292"/>
                  <a:gd name="T68" fmla="*/ 129 w 129"/>
                  <a:gd name="T69" fmla="*/ 292 h 29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9" h="292">
                    <a:moveTo>
                      <a:pt x="0" y="116"/>
                    </a:moveTo>
                    <a:lnTo>
                      <a:pt x="23" y="109"/>
                    </a:lnTo>
                    <a:lnTo>
                      <a:pt x="63" y="55"/>
                    </a:lnTo>
                    <a:lnTo>
                      <a:pt x="116" y="0"/>
                    </a:lnTo>
                    <a:lnTo>
                      <a:pt x="104" y="46"/>
                    </a:lnTo>
                    <a:lnTo>
                      <a:pt x="129" y="90"/>
                    </a:lnTo>
                    <a:lnTo>
                      <a:pt x="129" y="147"/>
                    </a:lnTo>
                    <a:lnTo>
                      <a:pt x="104" y="199"/>
                    </a:lnTo>
                    <a:lnTo>
                      <a:pt x="116" y="136"/>
                    </a:lnTo>
                    <a:lnTo>
                      <a:pt x="113" y="105"/>
                    </a:lnTo>
                    <a:lnTo>
                      <a:pt x="83" y="76"/>
                    </a:lnTo>
                    <a:lnTo>
                      <a:pt x="69" y="109"/>
                    </a:lnTo>
                    <a:lnTo>
                      <a:pt x="92" y="147"/>
                    </a:lnTo>
                    <a:lnTo>
                      <a:pt x="83" y="184"/>
                    </a:lnTo>
                    <a:lnTo>
                      <a:pt x="54" y="199"/>
                    </a:lnTo>
                    <a:lnTo>
                      <a:pt x="37" y="228"/>
                    </a:lnTo>
                    <a:lnTo>
                      <a:pt x="19" y="292"/>
                    </a:lnTo>
                    <a:lnTo>
                      <a:pt x="17" y="237"/>
                    </a:lnTo>
                    <a:lnTo>
                      <a:pt x="30" y="184"/>
                    </a:lnTo>
                    <a:lnTo>
                      <a:pt x="19" y="164"/>
                    </a:lnTo>
                    <a:lnTo>
                      <a:pt x="0" y="143"/>
                    </a:lnTo>
                    <a:lnTo>
                      <a:pt x="0" y="1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00" name="Freeform 194"/>
              <p:cNvSpPr>
                <a:spLocks/>
              </p:cNvSpPr>
              <p:nvPr/>
            </p:nvSpPr>
            <p:spPr bwMode="auto">
              <a:xfrm>
                <a:off x="3034" y="1536"/>
                <a:ext cx="12" cy="8"/>
              </a:xfrm>
              <a:custGeom>
                <a:avLst/>
                <a:gdLst>
                  <a:gd name="T0" fmla="*/ 0 w 99"/>
                  <a:gd name="T1" fmla="*/ 0 h 63"/>
                  <a:gd name="T2" fmla="*/ 0 w 99"/>
                  <a:gd name="T3" fmla="*/ 0 h 63"/>
                  <a:gd name="T4" fmla="*/ 0 w 99"/>
                  <a:gd name="T5" fmla="*/ 0 h 63"/>
                  <a:gd name="T6" fmla="*/ 0 w 99"/>
                  <a:gd name="T7" fmla="*/ 0 h 63"/>
                  <a:gd name="T8" fmla="*/ 0 w 99"/>
                  <a:gd name="T9" fmla="*/ 0 h 63"/>
                  <a:gd name="T10" fmla="*/ 0 w 99"/>
                  <a:gd name="T11" fmla="*/ 0 h 63"/>
                  <a:gd name="T12" fmla="*/ 0 w 99"/>
                  <a:gd name="T13" fmla="*/ 0 h 63"/>
                  <a:gd name="T14" fmla="*/ 0 w 99"/>
                  <a:gd name="T15" fmla="*/ 0 h 63"/>
                  <a:gd name="T16" fmla="*/ 0 w 99"/>
                  <a:gd name="T17" fmla="*/ 0 h 63"/>
                  <a:gd name="T18" fmla="*/ 0 w 99"/>
                  <a:gd name="T19" fmla="*/ 0 h 63"/>
                  <a:gd name="T20" fmla="*/ 0 w 99"/>
                  <a:gd name="T21" fmla="*/ 0 h 63"/>
                  <a:gd name="T22" fmla="*/ 0 w 99"/>
                  <a:gd name="T23" fmla="*/ 0 h 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9"/>
                  <a:gd name="T37" fmla="*/ 0 h 63"/>
                  <a:gd name="T38" fmla="*/ 99 w 99"/>
                  <a:gd name="T39" fmla="*/ 63 h 6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9" h="63">
                    <a:moveTo>
                      <a:pt x="0" y="14"/>
                    </a:moveTo>
                    <a:lnTo>
                      <a:pt x="16" y="46"/>
                    </a:lnTo>
                    <a:lnTo>
                      <a:pt x="42" y="63"/>
                    </a:lnTo>
                    <a:lnTo>
                      <a:pt x="81" y="50"/>
                    </a:lnTo>
                    <a:lnTo>
                      <a:pt x="99" y="32"/>
                    </a:lnTo>
                    <a:lnTo>
                      <a:pt x="99" y="0"/>
                    </a:lnTo>
                    <a:lnTo>
                      <a:pt x="64" y="4"/>
                    </a:lnTo>
                    <a:lnTo>
                      <a:pt x="69" y="21"/>
                    </a:lnTo>
                    <a:lnTo>
                      <a:pt x="53" y="35"/>
                    </a:lnTo>
                    <a:lnTo>
                      <a:pt x="42" y="26"/>
                    </a:lnTo>
                    <a:lnTo>
                      <a:pt x="37" y="4"/>
                    </a:lnTo>
                    <a:lnTo>
                      <a:pt x="0"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01" name="Freeform 195"/>
              <p:cNvSpPr>
                <a:spLocks/>
              </p:cNvSpPr>
              <p:nvPr/>
            </p:nvSpPr>
            <p:spPr bwMode="auto">
              <a:xfrm>
                <a:off x="3087" y="1529"/>
                <a:ext cx="11" cy="8"/>
              </a:xfrm>
              <a:custGeom>
                <a:avLst/>
                <a:gdLst>
                  <a:gd name="T0" fmla="*/ 0 w 92"/>
                  <a:gd name="T1" fmla="*/ 0 h 61"/>
                  <a:gd name="T2" fmla="*/ 0 w 92"/>
                  <a:gd name="T3" fmla="*/ 0 h 61"/>
                  <a:gd name="T4" fmla="*/ 0 w 92"/>
                  <a:gd name="T5" fmla="*/ 0 h 61"/>
                  <a:gd name="T6" fmla="*/ 0 w 92"/>
                  <a:gd name="T7" fmla="*/ 0 h 61"/>
                  <a:gd name="T8" fmla="*/ 0 w 92"/>
                  <a:gd name="T9" fmla="*/ 0 h 61"/>
                  <a:gd name="T10" fmla="*/ 0 w 92"/>
                  <a:gd name="T11" fmla="*/ 0 h 61"/>
                  <a:gd name="T12" fmla="*/ 0 w 92"/>
                  <a:gd name="T13" fmla="*/ 0 h 61"/>
                  <a:gd name="T14" fmla="*/ 0 w 92"/>
                  <a:gd name="T15" fmla="*/ 0 h 61"/>
                  <a:gd name="T16" fmla="*/ 0 w 92"/>
                  <a:gd name="T17" fmla="*/ 0 h 61"/>
                  <a:gd name="T18" fmla="*/ 0 w 92"/>
                  <a:gd name="T19" fmla="*/ 0 h 61"/>
                  <a:gd name="T20" fmla="*/ 0 w 92"/>
                  <a:gd name="T21" fmla="*/ 0 h 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2"/>
                  <a:gd name="T34" fmla="*/ 0 h 61"/>
                  <a:gd name="T35" fmla="*/ 92 w 92"/>
                  <a:gd name="T36" fmla="*/ 61 h 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2" h="61">
                    <a:moveTo>
                      <a:pt x="0" y="17"/>
                    </a:moveTo>
                    <a:lnTo>
                      <a:pt x="9" y="55"/>
                    </a:lnTo>
                    <a:lnTo>
                      <a:pt x="42" y="61"/>
                    </a:lnTo>
                    <a:lnTo>
                      <a:pt x="74" y="51"/>
                    </a:lnTo>
                    <a:lnTo>
                      <a:pt x="92" y="31"/>
                    </a:lnTo>
                    <a:lnTo>
                      <a:pt x="86" y="0"/>
                    </a:lnTo>
                    <a:lnTo>
                      <a:pt x="64" y="0"/>
                    </a:lnTo>
                    <a:lnTo>
                      <a:pt x="60" y="33"/>
                    </a:lnTo>
                    <a:lnTo>
                      <a:pt x="37" y="33"/>
                    </a:lnTo>
                    <a:lnTo>
                      <a:pt x="27" y="13"/>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02" name="Freeform 196"/>
              <p:cNvSpPr>
                <a:spLocks/>
              </p:cNvSpPr>
              <p:nvPr/>
            </p:nvSpPr>
            <p:spPr bwMode="auto">
              <a:xfrm>
                <a:off x="3048" y="1563"/>
                <a:ext cx="47" cy="25"/>
              </a:xfrm>
              <a:custGeom>
                <a:avLst/>
                <a:gdLst>
                  <a:gd name="T0" fmla="*/ 0 w 374"/>
                  <a:gd name="T1" fmla="*/ 0 h 198"/>
                  <a:gd name="T2" fmla="*/ 0 w 374"/>
                  <a:gd name="T3" fmla="*/ 0 h 198"/>
                  <a:gd name="T4" fmla="*/ 0 w 374"/>
                  <a:gd name="T5" fmla="*/ 0 h 198"/>
                  <a:gd name="T6" fmla="*/ 0 w 374"/>
                  <a:gd name="T7" fmla="*/ 0 h 198"/>
                  <a:gd name="T8" fmla="*/ 0 w 374"/>
                  <a:gd name="T9" fmla="*/ 0 h 198"/>
                  <a:gd name="T10" fmla="*/ 0 w 374"/>
                  <a:gd name="T11" fmla="*/ 0 h 198"/>
                  <a:gd name="T12" fmla="*/ 0 w 374"/>
                  <a:gd name="T13" fmla="*/ 0 h 198"/>
                  <a:gd name="T14" fmla="*/ 0 w 374"/>
                  <a:gd name="T15" fmla="*/ 0 h 198"/>
                  <a:gd name="T16" fmla="*/ 0 w 374"/>
                  <a:gd name="T17" fmla="*/ 0 h 198"/>
                  <a:gd name="T18" fmla="*/ 0 w 374"/>
                  <a:gd name="T19" fmla="*/ 0 h 198"/>
                  <a:gd name="T20" fmla="*/ 0 w 374"/>
                  <a:gd name="T21" fmla="*/ 0 h 198"/>
                  <a:gd name="T22" fmla="*/ 0 w 374"/>
                  <a:gd name="T23" fmla="*/ 0 h 198"/>
                  <a:gd name="T24" fmla="*/ 0 w 374"/>
                  <a:gd name="T25" fmla="*/ 0 h 198"/>
                  <a:gd name="T26" fmla="*/ 0 w 374"/>
                  <a:gd name="T27" fmla="*/ 0 h 198"/>
                  <a:gd name="T28" fmla="*/ 0 w 374"/>
                  <a:gd name="T29" fmla="*/ 0 h 198"/>
                  <a:gd name="T30" fmla="*/ 0 w 374"/>
                  <a:gd name="T31" fmla="*/ 0 h 198"/>
                  <a:gd name="T32" fmla="*/ 0 w 374"/>
                  <a:gd name="T33" fmla="*/ 0 h 198"/>
                  <a:gd name="T34" fmla="*/ 0 w 374"/>
                  <a:gd name="T35" fmla="*/ 0 h 198"/>
                  <a:gd name="T36" fmla="*/ 0 w 374"/>
                  <a:gd name="T37" fmla="*/ 0 h 198"/>
                  <a:gd name="T38" fmla="*/ 0 w 374"/>
                  <a:gd name="T39" fmla="*/ 0 h 198"/>
                  <a:gd name="T40" fmla="*/ 0 w 374"/>
                  <a:gd name="T41" fmla="*/ 0 h 198"/>
                  <a:gd name="T42" fmla="*/ 0 w 374"/>
                  <a:gd name="T43" fmla="*/ 0 h 198"/>
                  <a:gd name="T44" fmla="*/ 0 w 374"/>
                  <a:gd name="T45" fmla="*/ 0 h 198"/>
                  <a:gd name="T46" fmla="*/ 0 w 374"/>
                  <a:gd name="T47" fmla="*/ 0 h 198"/>
                  <a:gd name="T48" fmla="*/ 0 w 374"/>
                  <a:gd name="T49" fmla="*/ 0 h 198"/>
                  <a:gd name="T50" fmla="*/ 0 w 374"/>
                  <a:gd name="T51" fmla="*/ 0 h 198"/>
                  <a:gd name="T52" fmla="*/ 0 w 374"/>
                  <a:gd name="T53" fmla="*/ 0 h 19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74"/>
                  <a:gd name="T82" fmla="*/ 0 h 198"/>
                  <a:gd name="T83" fmla="*/ 374 w 374"/>
                  <a:gd name="T84" fmla="*/ 198 h 19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74" h="198">
                    <a:moveTo>
                      <a:pt x="31" y="0"/>
                    </a:moveTo>
                    <a:lnTo>
                      <a:pt x="0" y="37"/>
                    </a:lnTo>
                    <a:lnTo>
                      <a:pt x="0" y="79"/>
                    </a:lnTo>
                    <a:lnTo>
                      <a:pt x="26" y="90"/>
                    </a:lnTo>
                    <a:lnTo>
                      <a:pt x="46" y="132"/>
                    </a:lnTo>
                    <a:lnTo>
                      <a:pt x="127" y="163"/>
                    </a:lnTo>
                    <a:lnTo>
                      <a:pt x="199" y="198"/>
                    </a:lnTo>
                    <a:lnTo>
                      <a:pt x="235" y="198"/>
                    </a:lnTo>
                    <a:lnTo>
                      <a:pt x="305" y="120"/>
                    </a:lnTo>
                    <a:lnTo>
                      <a:pt x="360" y="90"/>
                    </a:lnTo>
                    <a:lnTo>
                      <a:pt x="374" y="37"/>
                    </a:lnTo>
                    <a:lnTo>
                      <a:pt x="365" y="22"/>
                    </a:lnTo>
                    <a:lnTo>
                      <a:pt x="342" y="0"/>
                    </a:lnTo>
                    <a:lnTo>
                      <a:pt x="354" y="25"/>
                    </a:lnTo>
                    <a:lnTo>
                      <a:pt x="347" y="46"/>
                    </a:lnTo>
                    <a:lnTo>
                      <a:pt x="325" y="46"/>
                    </a:lnTo>
                    <a:lnTo>
                      <a:pt x="285" y="69"/>
                    </a:lnTo>
                    <a:lnTo>
                      <a:pt x="261" y="97"/>
                    </a:lnTo>
                    <a:lnTo>
                      <a:pt x="235" y="120"/>
                    </a:lnTo>
                    <a:lnTo>
                      <a:pt x="187" y="127"/>
                    </a:lnTo>
                    <a:lnTo>
                      <a:pt x="141" y="117"/>
                    </a:lnTo>
                    <a:lnTo>
                      <a:pt x="107" y="97"/>
                    </a:lnTo>
                    <a:lnTo>
                      <a:pt x="63" y="79"/>
                    </a:lnTo>
                    <a:lnTo>
                      <a:pt x="26" y="79"/>
                    </a:lnTo>
                    <a:lnTo>
                      <a:pt x="8" y="60"/>
                    </a:lnTo>
                    <a:lnTo>
                      <a:pt x="15" y="37"/>
                    </a:lnTo>
                    <a:lnTo>
                      <a:pt x="3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03" name="Freeform 197"/>
              <p:cNvSpPr>
                <a:spLocks/>
              </p:cNvSpPr>
              <p:nvPr/>
            </p:nvSpPr>
            <p:spPr bwMode="auto">
              <a:xfrm>
                <a:off x="3044" y="1587"/>
                <a:ext cx="65" cy="11"/>
              </a:xfrm>
              <a:custGeom>
                <a:avLst/>
                <a:gdLst>
                  <a:gd name="T0" fmla="*/ 0 w 520"/>
                  <a:gd name="T1" fmla="*/ 0 h 90"/>
                  <a:gd name="T2" fmla="*/ 0 w 520"/>
                  <a:gd name="T3" fmla="*/ 0 h 90"/>
                  <a:gd name="T4" fmla="*/ 0 w 520"/>
                  <a:gd name="T5" fmla="*/ 0 h 90"/>
                  <a:gd name="T6" fmla="*/ 0 w 520"/>
                  <a:gd name="T7" fmla="*/ 0 h 90"/>
                  <a:gd name="T8" fmla="*/ 0 w 520"/>
                  <a:gd name="T9" fmla="*/ 0 h 90"/>
                  <a:gd name="T10" fmla="*/ 0 w 520"/>
                  <a:gd name="T11" fmla="*/ 0 h 90"/>
                  <a:gd name="T12" fmla="*/ 0 w 520"/>
                  <a:gd name="T13" fmla="*/ 0 h 90"/>
                  <a:gd name="T14" fmla="*/ 0 w 520"/>
                  <a:gd name="T15" fmla="*/ 0 h 90"/>
                  <a:gd name="T16" fmla="*/ 0 w 520"/>
                  <a:gd name="T17" fmla="*/ 0 h 90"/>
                  <a:gd name="T18" fmla="*/ 0 w 520"/>
                  <a:gd name="T19" fmla="*/ 0 h 90"/>
                  <a:gd name="T20" fmla="*/ 0 w 520"/>
                  <a:gd name="T21" fmla="*/ 0 h 90"/>
                  <a:gd name="T22" fmla="*/ 0 w 520"/>
                  <a:gd name="T23" fmla="*/ 0 h 90"/>
                  <a:gd name="T24" fmla="*/ 0 w 520"/>
                  <a:gd name="T25" fmla="*/ 0 h 90"/>
                  <a:gd name="T26" fmla="*/ 0 w 520"/>
                  <a:gd name="T27" fmla="*/ 0 h 90"/>
                  <a:gd name="T28" fmla="*/ 0 w 520"/>
                  <a:gd name="T29" fmla="*/ 0 h 90"/>
                  <a:gd name="T30" fmla="*/ 0 w 520"/>
                  <a:gd name="T31" fmla="*/ 0 h 90"/>
                  <a:gd name="T32" fmla="*/ 0 w 520"/>
                  <a:gd name="T33" fmla="*/ 0 h 90"/>
                  <a:gd name="T34" fmla="*/ 0 w 520"/>
                  <a:gd name="T35" fmla="*/ 0 h 90"/>
                  <a:gd name="T36" fmla="*/ 0 w 520"/>
                  <a:gd name="T37" fmla="*/ 0 h 90"/>
                  <a:gd name="T38" fmla="*/ 0 w 520"/>
                  <a:gd name="T39" fmla="*/ 0 h 9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20"/>
                  <a:gd name="T61" fmla="*/ 0 h 90"/>
                  <a:gd name="T62" fmla="*/ 520 w 520"/>
                  <a:gd name="T63" fmla="*/ 90 h 9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20" h="90">
                    <a:moveTo>
                      <a:pt x="48" y="60"/>
                    </a:moveTo>
                    <a:lnTo>
                      <a:pt x="101" y="40"/>
                    </a:lnTo>
                    <a:lnTo>
                      <a:pt x="174" y="23"/>
                    </a:lnTo>
                    <a:lnTo>
                      <a:pt x="259" y="24"/>
                    </a:lnTo>
                    <a:lnTo>
                      <a:pt x="343" y="7"/>
                    </a:lnTo>
                    <a:lnTo>
                      <a:pt x="488" y="23"/>
                    </a:lnTo>
                    <a:lnTo>
                      <a:pt x="511" y="0"/>
                    </a:lnTo>
                    <a:lnTo>
                      <a:pt x="520" y="31"/>
                    </a:lnTo>
                    <a:lnTo>
                      <a:pt x="501" y="46"/>
                    </a:lnTo>
                    <a:lnTo>
                      <a:pt x="477" y="31"/>
                    </a:lnTo>
                    <a:lnTo>
                      <a:pt x="417" y="24"/>
                    </a:lnTo>
                    <a:lnTo>
                      <a:pt x="327" y="46"/>
                    </a:lnTo>
                    <a:lnTo>
                      <a:pt x="253" y="64"/>
                    </a:lnTo>
                    <a:lnTo>
                      <a:pt x="128" y="60"/>
                    </a:lnTo>
                    <a:lnTo>
                      <a:pt x="41" y="70"/>
                    </a:lnTo>
                    <a:lnTo>
                      <a:pt x="20" y="90"/>
                    </a:lnTo>
                    <a:lnTo>
                      <a:pt x="0" y="79"/>
                    </a:lnTo>
                    <a:lnTo>
                      <a:pt x="4" y="53"/>
                    </a:lnTo>
                    <a:lnTo>
                      <a:pt x="27" y="46"/>
                    </a:lnTo>
                    <a:lnTo>
                      <a:pt x="48"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04" name="Freeform 198"/>
              <p:cNvSpPr>
                <a:spLocks/>
              </p:cNvSpPr>
              <p:nvPr/>
            </p:nvSpPr>
            <p:spPr bwMode="auto">
              <a:xfrm>
                <a:off x="3058" y="1601"/>
                <a:ext cx="36" cy="12"/>
              </a:xfrm>
              <a:custGeom>
                <a:avLst/>
                <a:gdLst>
                  <a:gd name="T0" fmla="*/ 0 w 286"/>
                  <a:gd name="T1" fmla="*/ 0 h 94"/>
                  <a:gd name="T2" fmla="*/ 0 w 286"/>
                  <a:gd name="T3" fmla="*/ 0 h 94"/>
                  <a:gd name="T4" fmla="*/ 0 w 286"/>
                  <a:gd name="T5" fmla="*/ 0 h 94"/>
                  <a:gd name="T6" fmla="*/ 0 w 286"/>
                  <a:gd name="T7" fmla="*/ 0 h 94"/>
                  <a:gd name="T8" fmla="*/ 0 w 286"/>
                  <a:gd name="T9" fmla="*/ 0 h 94"/>
                  <a:gd name="T10" fmla="*/ 0 w 286"/>
                  <a:gd name="T11" fmla="*/ 0 h 94"/>
                  <a:gd name="T12" fmla="*/ 0 w 286"/>
                  <a:gd name="T13" fmla="*/ 0 h 94"/>
                  <a:gd name="T14" fmla="*/ 0 w 286"/>
                  <a:gd name="T15" fmla="*/ 0 h 94"/>
                  <a:gd name="T16" fmla="*/ 0 w 286"/>
                  <a:gd name="T17" fmla="*/ 0 h 94"/>
                  <a:gd name="T18" fmla="*/ 0 w 286"/>
                  <a:gd name="T19" fmla="*/ 0 h 94"/>
                  <a:gd name="T20" fmla="*/ 0 w 286"/>
                  <a:gd name="T21" fmla="*/ 0 h 9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6"/>
                  <a:gd name="T34" fmla="*/ 0 h 94"/>
                  <a:gd name="T35" fmla="*/ 286 w 286"/>
                  <a:gd name="T36" fmla="*/ 94 h 9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6" h="94">
                    <a:moveTo>
                      <a:pt x="0" y="22"/>
                    </a:moveTo>
                    <a:lnTo>
                      <a:pt x="64" y="31"/>
                    </a:lnTo>
                    <a:lnTo>
                      <a:pt x="123" y="31"/>
                    </a:lnTo>
                    <a:lnTo>
                      <a:pt x="194" y="26"/>
                    </a:lnTo>
                    <a:lnTo>
                      <a:pt x="286" y="0"/>
                    </a:lnTo>
                    <a:lnTo>
                      <a:pt x="231" y="46"/>
                    </a:lnTo>
                    <a:lnTo>
                      <a:pt x="244" y="83"/>
                    </a:lnTo>
                    <a:lnTo>
                      <a:pt x="171" y="83"/>
                    </a:lnTo>
                    <a:lnTo>
                      <a:pt x="64" y="94"/>
                    </a:lnTo>
                    <a:lnTo>
                      <a:pt x="70" y="63"/>
                    </a:lnTo>
                    <a:lnTo>
                      <a:pt x="0"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05" name="Freeform 199"/>
              <p:cNvSpPr>
                <a:spLocks/>
              </p:cNvSpPr>
              <p:nvPr/>
            </p:nvSpPr>
            <p:spPr bwMode="auto">
              <a:xfrm>
                <a:off x="3013" y="1561"/>
                <a:ext cx="114" cy="76"/>
              </a:xfrm>
              <a:custGeom>
                <a:avLst/>
                <a:gdLst>
                  <a:gd name="T0" fmla="*/ 0 w 911"/>
                  <a:gd name="T1" fmla="*/ 0 h 609"/>
                  <a:gd name="T2" fmla="*/ 0 w 911"/>
                  <a:gd name="T3" fmla="*/ 0 h 609"/>
                  <a:gd name="T4" fmla="*/ 0 w 911"/>
                  <a:gd name="T5" fmla="*/ 0 h 609"/>
                  <a:gd name="T6" fmla="*/ 0 w 911"/>
                  <a:gd name="T7" fmla="*/ 0 h 609"/>
                  <a:gd name="T8" fmla="*/ 0 w 911"/>
                  <a:gd name="T9" fmla="*/ 0 h 609"/>
                  <a:gd name="T10" fmla="*/ 0 w 911"/>
                  <a:gd name="T11" fmla="*/ 0 h 609"/>
                  <a:gd name="T12" fmla="*/ 0 w 911"/>
                  <a:gd name="T13" fmla="*/ 0 h 609"/>
                  <a:gd name="T14" fmla="*/ 0 w 911"/>
                  <a:gd name="T15" fmla="*/ 0 h 609"/>
                  <a:gd name="T16" fmla="*/ 0 w 911"/>
                  <a:gd name="T17" fmla="*/ 0 h 609"/>
                  <a:gd name="T18" fmla="*/ 0 w 911"/>
                  <a:gd name="T19" fmla="*/ 0 h 609"/>
                  <a:gd name="T20" fmla="*/ 0 w 911"/>
                  <a:gd name="T21" fmla="*/ 0 h 609"/>
                  <a:gd name="T22" fmla="*/ 0 w 911"/>
                  <a:gd name="T23" fmla="*/ 0 h 609"/>
                  <a:gd name="T24" fmla="*/ 0 w 911"/>
                  <a:gd name="T25" fmla="*/ 0 h 609"/>
                  <a:gd name="T26" fmla="*/ 0 w 911"/>
                  <a:gd name="T27" fmla="*/ 0 h 609"/>
                  <a:gd name="T28" fmla="*/ 0 w 911"/>
                  <a:gd name="T29" fmla="*/ 0 h 609"/>
                  <a:gd name="T30" fmla="*/ 0 w 911"/>
                  <a:gd name="T31" fmla="*/ 0 h 609"/>
                  <a:gd name="T32" fmla="*/ 0 w 911"/>
                  <a:gd name="T33" fmla="*/ 0 h 609"/>
                  <a:gd name="T34" fmla="*/ 0 w 911"/>
                  <a:gd name="T35" fmla="*/ 0 h 609"/>
                  <a:gd name="T36" fmla="*/ 0 w 911"/>
                  <a:gd name="T37" fmla="*/ 0 h 609"/>
                  <a:gd name="T38" fmla="*/ 0 w 911"/>
                  <a:gd name="T39" fmla="*/ 0 h 609"/>
                  <a:gd name="T40" fmla="*/ 0 w 911"/>
                  <a:gd name="T41" fmla="*/ 0 h 609"/>
                  <a:gd name="T42" fmla="*/ 0 w 911"/>
                  <a:gd name="T43" fmla="*/ 0 h 609"/>
                  <a:gd name="T44" fmla="*/ 0 w 911"/>
                  <a:gd name="T45" fmla="*/ 0 h 609"/>
                  <a:gd name="T46" fmla="*/ 0 w 911"/>
                  <a:gd name="T47" fmla="*/ 0 h 609"/>
                  <a:gd name="T48" fmla="*/ 0 w 911"/>
                  <a:gd name="T49" fmla="*/ 0 h 609"/>
                  <a:gd name="T50" fmla="*/ 0 w 911"/>
                  <a:gd name="T51" fmla="*/ 0 h 609"/>
                  <a:gd name="T52" fmla="*/ 0 w 911"/>
                  <a:gd name="T53" fmla="*/ 0 h 609"/>
                  <a:gd name="T54" fmla="*/ 0 w 911"/>
                  <a:gd name="T55" fmla="*/ 0 h 609"/>
                  <a:gd name="T56" fmla="*/ 0 w 911"/>
                  <a:gd name="T57" fmla="*/ 0 h 609"/>
                  <a:gd name="T58" fmla="*/ 0 w 911"/>
                  <a:gd name="T59" fmla="*/ 0 h 609"/>
                  <a:gd name="T60" fmla="*/ 0 w 911"/>
                  <a:gd name="T61" fmla="*/ 0 h 609"/>
                  <a:gd name="T62" fmla="*/ 0 w 911"/>
                  <a:gd name="T63" fmla="*/ 0 h 609"/>
                  <a:gd name="T64" fmla="*/ 0 w 911"/>
                  <a:gd name="T65" fmla="*/ 0 h 60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11"/>
                  <a:gd name="T100" fmla="*/ 0 h 609"/>
                  <a:gd name="T101" fmla="*/ 911 w 911"/>
                  <a:gd name="T102" fmla="*/ 609 h 60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11" h="609">
                    <a:moveTo>
                      <a:pt x="0" y="83"/>
                    </a:moveTo>
                    <a:lnTo>
                      <a:pt x="96" y="339"/>
                    </a:lnTo>
                    <a:lnTo>
                      <a:pt x="157" y="438"/>
                    </a:lnTo>
                    <a:lnTo>
                      <a:pt x="226" y="498"/>
                    </a:lnTo>
                    <a:lnTo>
                      <a:pt x="304" y="546"/>
                    </a:lnTo>
                    <a:lnTo>
                      <a:pt x="394" y="576"/>
                    </a:lnTo>
                    <a:lnTo>
                      <a:pt x="487" y="609"/>
                    </a:lnTo>
                    <a:lnTo>
                      <a:pt x="570" y="609"/>
                    </a:lnTo>
                    <a:lnTo>
                      <a:pt x="669" y="581"/>
                    </a:lnTo>
                    <a:lnTo>
                      <a:pt x="735" y="535"/>
                    </a:lnTo>
                    <a:lnTo>
                      <a:pt x="793" y="464"/>
                    </a:lnTo>
                    <a:lnTo>
                      <a:pt x="848" y="374"/>
                    </a:lnTo>
                    <a:lnTo>
                      <a:pt x="883" y="288"/>
                    </a:lnTo>
                    <a:lnTo>
                      <a:pt x="898" y="183"/>
                    </a:lnTo>
                    <a:lnTo>
                      <a:pt x="911" y="0"/>
                    </a:lnTo>
                    <a:lnTo>
                      <a:pt x="892" y="14"/>
                    </a:lnTo>
                    <a:lnTo>
                      <a:pt x="869" y="265"/>
                    </a:lnTo>
                    <a:lnTo>
                      <a:pt x="839" y="353"/>
                    </a:lnTo>
                    <a:lnTo>
                      <a:pt x="793" y="434"/>
                    </a:lnTo>
                    <a:lnTo>
                      <a:pt x="724" y="517"/>
                    </a:lnTo>
                    <a:lnTo>
                      <a:pt x="659" y="558"/>
                    </a:lnTo>
                    <a:lnTo>
                      <a:pt x="659" y="528"/>
                    </a:lnTo>
                    <a:lnTo>
                      <a:pt x="595" y="551"/>
                    </a:lnTo>
                    <a:lnTo>
                      <a:pt x="511" y="557"/>
                    </a:lnTo>
                    <a:lnTo>
                      <a:pt x="450" y="551"/>
                    </a:lnTo>
                    <a:lnTo>
                      <a:pt x="392" y="528"/>
                    </a:lnTo>
                    <a:lnTo>
                      <a:pt x="408" y="558"/>
                    </a:lnTo>
                    <a:lnTo>
                      <a:pt x="293" y="524"/>
                    </a:lnTo>
                    <a:lnTo>
                      <a:pt x="203" y="445"/>
                    </a:lnTo>
                    <a:lnTo>
                      <a:pt x="138" y="368"/>
                    </a:lnTo>
                    <a:lnTo>
                      <a:pt x="90" y="279"/>
                    </a:lnTo>
                    <a:lnTo>
                      <a:pt x="10" y="74"/>
                    </a:lnTo>
                    <a:lnTo>
                      <a:pt x="0" y="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06" name="Freeform 200"/>
              <p:cNvSpPr>
                <a:spLocks/>
              </p:cNvSpPr>
              <p:nvPr/>
            </p:nvSpPr>
            <p:spPr bwMode="auto">
              <a:xfrm>
                <a:off x="3023" y="1572"/>
                <a:ext cx="23" cy="35"/>
              </a:xfrm>
              <a:custGeom>
                <a:avLst/>
                <a:gdLst>
                  <a:gd name="T0" fmla="*/ 0 w 187"/>
                  <a:gd name="T1" fmla="*/ 0 h 278"/>
                  <a:gd name="T2" fmla="*/ 0 w 187"/>
                  <a:gd name="T3" fmla="*/ 0 h 278"/>
                  <a:gd name="T4" fmla="*/ 0 w 187"/>
                  <a:gd name="T5" fmla="*/ 0 h 278"/>
                  <a:gd name="T6" fmla="*/ 0 w 187"/>
                  <a:gd name="T7" fmla="*/ 0 h 278"/>
                  <a:gd name="T8" fmla="*/ 0 w 187"/>
                  <a:gd name="T9" fmla="*/ 0 h 278"/>
                  <a:gd name="T10" fmla="*/ 0 w 187"/>
                  <a:gd name="T11" fmla="*/ 0 h 278"/>
                  <a:gd name="T12" fmla="*/ 0 w 187"/>
                  <a:gd name="T13" fmla="*/ 0 h 278"/>
                  <a:gd name="T14" fmla="*/ 0 w 187"/>
                  <a:gd name="T15" fmla="*/ 0 h 278"/>
                  <a:gd name="T16" fmla="*/ 0 w 187"/>
                  <a:gd name="T17" fmla="*/ 0 h 278"/>
                  <a:gd name="T18" fmla="*/ 0 w 187"/>
                  <a:gd name="T19" fmla="*/ 0 h 278"/>
                  <a:gd name="T20" fmla="*/ 0 w 187"/>
                  <a:gd name="T21" fmla="*/ 0 h 278"/>
                  <a:gd name="T22" fmla="*/ 0 w 187"/>
                  <a:gd name="T23" fmla="*/ 0 h 278"/>
                  <a:gd name="T24" fmla="*/ 0 w 187"/>
                  <a:gd name="T25" fmla="*/ 0 h 2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87"/>
                  <a:gd name="T40" fmla="*/ 0 h 278"/>
                  <a:gd name="T41" fmla="*/ 187 w 187"/>
                  <a:gd name="T42" fmla="*/ 278 h 2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87" h="278">
                    <a:moveTo>
                      <a:pt x="22" y="58"/>
                    </a:moveTo>
                    <a:lnTo>
                      <a:pt x="97" y="53"/>
                    </a:lnTo>
                    <a:lnTo>
                      <a:pt x="134" y="36"/>
                    </a:lnTo>
                    <a:lnTo>
                      <a:pt x="187" y="0"/>
                    </a:lnTo>
                    <a:lnTo>
                      <a:pt x="157" y="58"/>
                    </a:lnTo>
                    <a:lnTo>
                      <a:pt x="111" y="117"/>
                    </a:lnTo>
                    <a:lnTo>
                      <a:pt x="118" y="181"/>
                    </a:lnTo>
                    <a:lnTo>
                      <a:pt x="163" y="278"/>
                    </a:lnTo>
                    <a:lnTo>
                      <a:pt x="111" y="207"/>
                    </a:lnTo>
                    <a:lnTo>
                      <a:pt x="77" y="133"/>
                    </a:lnTo>
                    <a:lnTo>
                      <a:pt x="40" y="117"/>
                    </a:lnTo>
                    <a:lnTo>
                      <a:pt x="0" y="64"/>
                    </a:lnTo>
                    <a:lnTo>
                      <a:pt x="22" y="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07" name="Freeform 201"/>
              <p:cNvSpPr>
                <a:spLocks/>
              </p:cNvSpPr>
              <p:nvPr/>
            </p:nvSpPr>
            <p:spPr bwMode="auto">
              <a:xfrm>
                <a:off x="3097" y="1567"/>
                <a:ext cx="20" cy="28"/>
              </a:xfrm>
              <a:custGeom>
                <a:avLst/>
                <a:gdLst>
                  <a:gd name="T0" fmla="*/ 0 w 156"/>
                  <a:gd name="T1" fmla="*/ 0 h 222"/>
                  <a:gd name="T2" fmla="*/ 0 w 156"/>
                  <a:gd name="T3" fmla="*/ 0 h 222"/>
                  <a:gd name="T4" fmla="*/ 0 w 156"/>
                  <a:gd name="T5" fmla="*/ 0 h 222"/>
                  <a:gd name="T6" fmla="*/ 0 w 156"/>
                  <a:gd name="T7" fmla="*/ 0 h 222"/>
                  <a:gd name="T8" fmla="*/ 0 w 156"/>
                  <a:gd name="T9" fmla="*/ 0 h 222"/>
                  <a:gd name="T10" fmla="*/ 0 w 156"/>
                  <a:gd name="T11" fmla="*/ 0 h 222"/>
                  <a:gd name="T12" fmla="*/ 0 w 156"/>
                  <a:gd name="T13" fmla="*/ 0 h 222"/>
                  <a:gd name="T14" fmla="*/ 0 w 156"/>
                  <a:gd name="T15" fmla="*/ 0 h 222"/>
                  <a:gd name="T16" fmla="*/ 0 w 156"/>
                  <a:gd name="T17" fmla="*/ 0 h 222"/>
                  <a:gd name="T18" fmla="*/ 0 w 156"/>
                  <a:gd name="T19" fmla="*/ 0 h 222"/>
                  <a:gd name="T20" fmla="*/ 0 w 156"/>
                  <a:gd name="T21" fmla="*/ 0 h 222"/>
                  <a:gd name="T22" fmla="*/ 0 w 156"/>
                  <a:gd name="T23" fmla="*/ 0 h 2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6"/>
                  <a:gd name="T37" fmla="*/ 0 h 222"/>
                  <a:gd name="T38" fmla="*/ 156 w 156"/>
                  <a:gd name="T39" fmla="*/ 222 h 2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6" h="222">
                    <a:moveTo>
                      <a:pt x="0" y="0"/>
                    </a:moveTo>
                    <a:lnTo>
                      <a:pt x="31" y="29"/>
                    </a:lnTo>
                    <a:lnTo>
                      <a:pt x="94" y="68"/>
                    </a:lnTo>
                    <a:lnTo>
                      <a:pt x="112" y="94"/>
                    </a:lnTo>
                    <a:lnTo>
                      <a:pt x="124" y="140"/>
                    </a:lnTo>
                    <a:lnTo>
                      <a:pt x="117" y="222"/>
                    </a:lnTo>
                    <a:lnTo>
                      <a:pt x="134" y="136"/>
                    </a:lnTo>
                    <a:lnTo>
                      <a:pt x="156" y="46"/>
                    </a:lnTo>
                    <a:lnTo>
                      <a:pt x="156" y="9"/>
                    </a:lnTo>
                    <a:lnTo>
                      <a:pt x="88" y="13"/>
                    </a:lnTo>
                    <a:lnTo>
                      <a:pt x="37"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08" name="Freeform 202"/>
              <p:cNvSpPr>
                <a:spLocks/>
              </p:cNvSpPr>
              <p:nvPr/>
            </p:nvSpPr>
            <p:spPr bwMode="auto">
              <a:xfrm>
                <a:off x="3369" y="1720"/>
                <a:ext cx="82" cy="36"/>
              </a:xfrm>
              <a:custGeom>
                <a:avLst/>
                <a:gdLst>
                  <a:gd name="T0" fmla="*/ 0 w 652"/>
                  <a:gd name="T1" fmla="*/ 0 h 291"/>
                  <a:gd name="T2" fmla="*/ 0 w 652"/>
                  <a:gd name="T3" fmla="*/ 0 h 291"/>
                  <a:gd name="T4" fmla="*/ 0 w 652"/>
                  <a:gd name="T5" fmla="*/ 0 h 291"/>
                  <a:gd name="T6" fmla="*/ 0 w 652"/>
                  <a:gd name="T7" fmla="*/ 0 h 291"/>
                  <a:gd name="T8" fmla="*/ 0 w 652"/>
                  <a:gd name="T9" fmla="*/ 0 h 291"/>
                  <a:gd name="T10" fmla="*/ 0 w 652"/>
                  <a:gd name="T11" fmla="*/ 0 h 291"/>
                  <a:gd name="T12" fmla="*/ 0 w 652"/>
                  <a:gd name="T13" fmla="*/ 0 h 291"/>
                  <a:gd name="T14" fmla="*/ 0 w 652"/>
                  <a:gd name="T15" fmla="*/ 0 h 291"/>
                  <a:gd name="T16" fmla="*/ 0 w 652"/>
                  <a:gd name="T17" fmla="*/ 0 h 291"/>
                  <a:gd name="T18" fmla="*/ 0 w 652"/>
                  <a:gd name="T19" fmla="*/ 0 h 291"/>
                  <a:gd name="T20" fmla="*/ 0 w 652"/>
                  <a:gd name="T21" fmla="*/ 0 h 291"/>
                  <a:gd name="T22" fmla="*/ 0 w 652"/>
                  <a:gd name="T23" fmla="*/ 0 h 291"/>
                  <a:gd name="T24" fmla="*/ 0 w 652"/>
                  <a:gd name="T25" fmla="*/ 0 h 291"/>
                  <a:gd name="T26" fmla="*/ 0 w 652"/>
                  <a:gd name="T27" fmla="*/ 0 h 291"/>
                  <a:gd name="T28" fmla="*/ 0 w 652"/>
                  <a:gd name="T29" fmla="*/ 0 h 291"/>
                  <a:gd name="T30" fmla="*/ 0 w 652"/>
                  <a:gd name="T31" fmla="*/ 0 h 291"/>
                  <a:gd name="T32" fmla="*/ 0 w 652"/>
                  <a:gd name="T33" fmla="*/ 0 h 29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52"/>
                  <a:gd name="T52" fmla="*/ 0 h 291"/>
                  <a:gd name="T53" fmla="*/ 652 w 652"/>
                  <a:gd name="T54" fmla="*/ 291 h 29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52" h="291">
                    <a:moveTo>
                      <a:pt x="50" y="0"/>
                    </a:moveTo>
                    <a:lnTo>
                      <a:pt x="59" y="44"/>
                    </a:lnTo>
                    <a:lnTo>
                      <a:pt x="59" y="85"/>
                    </a:lnTo>
                    <a:lnTo>
                      <a:pt x="34" y="126"/>
                    </a:lnTo>
                    <a:lnTo>
                      <a:pt x="0" y="152"/>
                    </a:lnTo>
                    <a:lnTo>
                      <a:pt x="136" y="291"/>
                    </a:lnTo>
                    <a:lnTo>
                      <a:pt x="294" y="192"/>
                    </a:lnTo>
                    <a:lnTo>
                      <a:pt x="384" y="291"/>
                    </a:lnTo>
                    <a:lnTo>
                      <a:pt x="452" y="233"/>
                    </a:lnTo>
                    <a:lnTo>
                      <a:pt x="583" y="152"/>
                    </a:lnTo>
                    <a:lnTo>
                      <a:pt x="652" y="69"/>
                    </a:lnTo>
                    <a:lnTo>
                      <a:pt x="553" y="152"/>
                    </a:lnTo>
                    <a:lnTo>
                      <a:pt x="410" y="210"/>
                    </a:lnTo>
                    <a:lnTo>
                      <a:pt x="343" y="159"/>
                    </a:lnTo>
                    <a:lnTo>
                      <a:pt x="184" y="159"/>
                    </a:lnTo>
                    <a:lnTo>
                      <a:pt x="94" y="9"/>
                    </a:lnTo>
                    <a:lnTo>
                      <a:pt x="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09" name="Freeform 203"/>
              <p:cNvSpPr>
                <a:spLocks/>
              </p:cNvSpPr>
              <p:nvPr/>
            </p:nvSpPr>
            <p:spPr bwMode="auto">
              <a:xfrm>
                <a:off x="3402" y="1574"/>
                <a:ext cx="53" cy="55"/>
              </a:xfrm>
              <a:custGeom>
                <a:avLst/>
                <a:gdLst>
                  <a:gd name="T0" fmla="*/ 0 w 419"/>
                  <a:gd name="T1" fmla="*/ 0 h 442"/>
                  <a:gd name="T2" fmla="*/ 0 w 419"/>
                  <a:gd name="T3" fmla="*/ 0 h 442"/>
                  <a:gd name="T4" fmla="*/ 0 w 419"/>
                  <a:gd name="T5" fmla="*/ 0 h 442"/>
                  <a:gd name="T6" fmla="*/ 0 w 419"/>
                  <a:gd name="T7" fmla="*/ 0 h 442"/>
                  <a:gd name="T8" fmla="*/ 0 w 419"/>
                  <a:gd name="T9" fmla="*/ 0 h 442"/>
                  <a:gd name="T10" fmla="*/ 0 w 419"/>
                  <a:gd name="T11" fmla="*/ 0 h 442"/>
                  <a:gd name="T12" fmla="*/ 0 w 419"/>
                  <a:gd name="T13" fmla="*/ 0 h 442"/>
                  <a:gd name="T14" fmla="*/ 0 w 419"/>
                  <a:gd name="T15" fmla="*/ 0 h 442"/>
                  <a:gd name="T16" fmla="*/ 0 w 419"/>
                  <a:gd name="T17" fmla="*/ 0 h 442"/>
                  <a:gd name="T18" fmla="*/ 0 w 419"/>
                  <a:gd name="T19" fmla="*/ 0 h 442"/>
                  <a:gd name="T20" fmla="*/ 0 w 419"/>
                  <a:gd name="T21" fmla="*/ 0 h 442"/>
                  <a:gd name="T22" fmla="*/ 0 w 419"/>
                  <a:gd name="T23" fmla="*/ 0 h 442"/>
                  <a:gd name="T24" fmla="*/ 0 w 419"/>
                  <a:gd name="T25" fmla="*/ 0 h 442"/>
                  <a:gd name="T26" fmla="*/ 0 w 419"/>
                  <a:gd name="T27" fmla="*/ 0 h 442"/>
                  <a:gd name="T28" fmla="*/ 0 w 419"/>
                  <a:gd name="T29" fmla="*/ 0 h 442"/>
                  <a:gd name="T30" fmla="*/ 0 w 419"/>
                  <a:gd name="T31" fmla="*/ 0 h 442"/>
                  <a:gd name="T32" fmla="*/ 0 w 419"/>
                  <a:gd name="T33" fmla="*/ 0 h 442"/>
                  <a:gd name="T34" fmla="*/ 0 w 419"/>
                  <a:gd name="T35" fmla="*/ 0 h 442"/>
                  <a:gd name="T36" fmla="*/ 0 w 419"/>
                  <a:gd name="T37" fmla="*/ 0 h 442"/>
                  <a:gd name="T38" fmla="*/ 0 w 419"/>
                  <a:gd name="T39" fmla="*/ 0 h 442"/>
                  <a:gd name="T40" fmla="*/ 0 w 419"/>
                  <a:gd name="T41" fmla="*/ 0 h 442"/>
                  <a:gd name="T42" fmla="*/ 0 w 419"/>
                  <a:gd name="T43" fmla="*/ 0 h 442"/>
                  <a:gd name="T44" fmla="*/ 0 w 419"/>
                  <a:gd name="T45" fmla="*/ 0 h 442"/>
                  <a:gd name="T46" fmla="*/ 0 w 419"/>
                  <a:gd name="T47" fmla="*/ 0 h 442"/>
                  <a:gd name="T48" fmla="*/ 0 w 419"/>
                  <a:gd name="T49" fmla="*/ 0 h 442"/>
                  <a:gd name="T50" fmla="*/ 0 w 419"/>
                  <a:gd name="T51" fmla="*/ 0 h 442"/>
                  <a:gd name="T52" fmla="*/ 0 w 419"/>
                  <a:gd name="T53" fmla="*/ 0 h 442"/>
                  <a:gd name="T54" fmla="*/ 0 w 419"/>
                  <a:gd name="T55" fmla="*/ 0 h 442"/>
                  <a:gd name="T56" fmla="*/ 0 w 419"/>
                  <a:gd name="T57" fmla="*/ 0 h 442"/>
                  <a:gd name="T58" fmla="*/ 0 w 419"/>
                  <a:gd name="T59" fmla="*/ 0 h 442"/>
                  <a:gd name="T60" fmla="*/ 0 w 419"/>
                  <a:gd name="T61" fmla="*/ 0 h 442"/>
                  <a:gd name="T62" fmla="*/ 0 w 419"/>
                  <a:gd name="T63" fmla="*/ 0 h 44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19"/>
                  <a:gd name="T97" fmla="*/ 0 h 442"/>
                  <a:gd name="T98" fmla="*/ 419 w 419"/>
                  <a:gd name="T99" fmla="*/ 442 h 44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19" h="442">
                    <a:moveTo>
                      <a:pt x="36" y="0"/>
                    </a:moveTo>
                    <a:lnTo>
                      <a:pt x="134" y="35"/>
                    </a:lnTo>
                    <a:lnTo>
                      <a:pt x="260" y="13"/>
                    </a:lnTo>
                    <a:lnTo>
                      <a:pt x="382" y="42"/>
                    </a:lnTo>
                    <a:lnTo>
                      <a:pt x="396" y="0"/>
                    </a:lnTo>
                    <a:lnTo>
                      <a:pt x="419" y="92"/>
                    </a:lnTo>
                    <a:lnTo>
                      <a:pt x="419" y="189"/>
                    </a:lnTo>
                    <a:lnTo>
                      <a:pt x="403" y="334"/>
                    </a:lnTo>
                    <a:lnTo>
                      <a:pt x="373" y="442"/>
                    </a:lnTo>
                    <a:lnTo>
                      <a:pt x="396" y="316"/>
                    </a:lnTo>
                    <a:lnTo>
                      <a:pt x="396" y="260"/>
                    </a:lnTo>
                    <a:lnTo>
                      <a:pt x="290" y="327"/>
                    </a:lnTo>
                    <a:lnTo>
                      <a:pt x="269" y="327"/>
                    </a:lnTo>
                    <a:lnTo>
                      <a:pt x="260" y="308"/>
                    </a:lnTo>
                    <a:lnTo>
                      <a:pt x="359" y="202"/>
                    </a:lnTo>
                    <a:lnTo>
                      <a:pt x="352" y="145"/>
                    </a:lnTo>
                    <a:lnTo>
                      <a:pt x="246" y="214"/>
                    </a:lnTo>
                    <a:lnTo>
                      <a:pt x="274" y="165"/>
                    </a:lnTo>
                    <a:lnTo>
                      <a:pt x="260" y="154"/>
                    </a:lnTo>
                    <a:lnTo>
                      <a:pt x="253" y="110"/>
                    </a:lnTo>
                    <a:lnTo>
                      <a:pt x="218" y="110"/>
                    </a:lnTo>
                    <a:lnTo>
                      <a:pt x="154" y="175"/>
                    </a:lnTo>
                    <a:lnTo>
                      <a:pt x="134" y="175"/>
                    </a:lnTo>
                    <a:lnTo>
                      <a:pt x="134" y="141"/>
                    </a:lnTo>
                    <a:lnTo>
                      <a:pt x="163" y="103"/>
                    </a:lnTo>
                    <a:lnTo>
                      <a:pt x="62" y="79"/>
                    </a:lnTo>
                    <a:lnTo>
                      <a:pt x="62" y="117"/>
                    </a:lnTo>
                    <a:lnTo>
                      <a:pt x="90" y="161"/>
                    </a:lnTo>
                    <a:lnTo>
                      <a:pt x="29" y="117"/>
                    </a:lnTo>
                    <a:lnTo>
                      <a:pt x="0" y="55"/>
                    </a:lnTo>
                    <a:lnTo>
                      <a:pt x="7" y="13"/>
                    </a:lnTo>
                    <a:lnTo>
                      <a:pt x="3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0" name="Freeform 204"/>
              <p:cNvSpPr>
                <a:spLocks/>
              </p:cNvSpPr>
              <p:nvPr/>
            </p:nvSpPr>
            <p:spPr bwMode="auto">
              <a:xfrm>
                <a:off x="3416" y="1598"/>
                <a:ext cx="13" cy="7"/>
              </a:xfrm>
              <a:custGeom>
                <a:avLst/>
                <a:gdLst>
                  <a:gd name="T0" fmla="*/ 0 w 96"/>
                  <a:gd name="T1" fmla="*/ 0 h 60"/>
                  <a:gd name="T2" fmla="*/ 0 w 96"/>
                  <a:gd name="T3" fmla="*/ 0 h 60"/>
                  <a:gd name="T4" fmla="*/ 0 w 96"/>
                  <a:gd name="T5" fmla="*/ 0 h 60"/>
                  <a:gd name="T6" fmla="*/ 0 w 96"/>
                  <a:gd name="T7" fmla="*/ 0 h 60"/>
                  <a:gd name="T8" fmla="*/ 0 w 96"/>
                  <a:gd name="T9" fmla="*/ 0 h 60"/>
                  <a:gd name="T10" fmla="*/ 0 w 96"/>
                  <a:gd name="T11" fmla="*/ 0 h 60"/>
                  <a:gd name="T12" fmla="*/ 0 w 96"/>
                  <a:gd name="T13" fmla="*/ 0 h 60"/>
                  <a:gd name="T14" fmla="*/ 0 60000 65536"/>
                  <a:gd name="T15" fmla="*/ 0 60000 65536"/>
                  <a:gd name="T16" fmla="*/ 0 60000 65536"/>
                  <a:gd name="T17" fmla="*/ 0 60000 65536"/>
                  <a:gd name="T18" fmla="*/ 0 60000 65536"/>
                  <a:gd name="T19" fmla="*/ 0 60000 65536"/>
                  <a:gd name="T20" fmla="*/ 0 60000 65536"/>
                  <a:gd name="T21" fmla="*/ 0 w 96"/>
                  <a:gd name="T22" fmla="*/ 0 h 60"/>
                  <a:gd name="T23" fmla="*/ 96 w 96"/>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6" h="60">
                    <a:moveTo>
                      <a:pt x="13" y="0"/>
                    </a:moveTo>
                    <a:lnTo>
                      <a:pt x="96" y="35"/>
                    </a:lnTo>
                    <a:lnTo>
                      <a:pt x="96" y="57"/>
                    </a:lnTo>
                    <a:lnTo>
                      <a:pt x="72" y="60"/>
                    </a:lnTo>
                    <a:lnTo>
                      <a:pt x="4" y="29"/>
                    </a:lnTo>
                    <a:lnTo>
                      <a:pt x="0" y="7"/>
                    </a:lnTo>
                    <a:lnTo>
                      <a:pt x="1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1" name="Freeform 205"/>
              <p:cNvSpPr>
                <a:spLocks/>
              </p:cNvSpPr>
              <p:nvPr/>
            </p:nvSpPr>
            <p:spPr bwMode="auto">
              <a:xfrm>
                <a:off x="3456" y="1542"/>
                <a:ext cx="82" cy="60"/>
              </a:xfrm>
              <a:custGeom>
                <a:avLst/>
                <a:gdLst>
                  <a:gd name="T0" fmla="*/ 0 w 655"/>
                  <a:gd name="T1" fmla="*/ 0 h 483"/>
                  <a:gd name="T2" fmla="*/ 0 w 655"/>
                  <a:gd name="T3" fmla="*/ 0 h 483"/>
                  <a:gd name="T4" fmla="*/ 0 w 655"/>
                  <a:gd name="T5" fmla="*/ 0 h 483"/>
                  <a:gd name="T6" fmla="*/ 0 w 655"/>
                  <a:gd name="T7" fmla="*/ 0 h 483"/>
                  <a:gd name="T8" fmla="*/ 0 w 655"/>
                  <a:gd name="T9" fmla="*/ 0 h 483"/>
                  <a:gd name="T10" fmla="*/ 0 w 655"/>
                  <a:gd name="T11" fmla="*/ 0 h 483"/>
                  <a:gd name="T12" fmla="*/ 0 w 655"/>
                  <a:gd name="T13" fmla="*/ 0 h 483"/>
                  <a:gd name="T14" fmla="*/ 0 w 655"/>
                  <a:gd name="T15" fmla="*/ 0 h 483"/>
                  <a:gd name="T16" fmla="*/ 0 w 655"/>
                  <a:gd name="T17" fmla="*/ 0 h 483"/>
                  <a:gd name="T18" fmla="*/ 0 w 655"/>
                  <a:gd name="T19" fmla="*/ 0 h 483"/>
                  <a:gd name="T20" fmla="*/ 0 w 655"/>
                  <a:gd name="T21" fmla="*/ 0 h 483"/>
                  <a:gd name="T22" fmla="*/ 0 w 655"/>
                  <a:gd name="T23" fmla="*/ 0 h 483"/>
                  <a:gd name="T24" fmla="*/ 0 w 655"/>
                  <a:gd name="T25" fmla="*/ 0 h 483"/>
                  <a:gd name="T26" fmla="*/ 0 w 655"/>
                  <a:gd name="T27" fmla="*/ 0 h 483"/>
                  <a:gd name="T28" fmla="*/ 0 w 655"/>
                  <a:gd name="T29" fmla="*/ 0 h 483"/>
                  <a:gd name="T30" fmla="*/ 0 w 655"/>
                  <a:gd name="T31" fmla="*/ 0 h 483"/>
                  <a:gd name="T32" fmla="*/ 0 w 655"/>
                  <a:gd name="T33" fmla="*/ 0 h 483"/>
                  <a:gd name="T34" fmla="*/ 0 w 655"/>
                  <a:gd name="T35" fmla="*/ 0 h 483"/>
                  <a:gd name="T36" fmla="*/ 0 w 655"/>
                  <a:gd name="T37" fmla="*/ 0 h 483"/>
                  <a:gd name="T38" fmla="*/ 0 w 655"/>
                  <a:gd name="T39" fmla="*/ 0 h 483"/>
                  <a:gd name="T40" fmla="*/ 0 w 655"/>
                  <a:gd name="T41" fmla="*/ 0 h 483"/>
                  <a:gd name="T42" fmla="*/ 0 w 655"/>
                  <a:gd name="T43" fmla="*/ 0 h 483"/>
                  <a:gd name="T44" fmla="*/ 0 w 655"/>
                  <a:gd name="T45" fmla="*/ 0 h 483"/>
                  <a:gd name="T46" fmla="*/ 0 w 655"/>
                  <a:gd name="T47" fmla="*/ 0 h 483"/>
                  <a:gd name="T48" fmla="*/ 0 w 655"/>
                  <a:gd name="T49" fmla="*/ 0 h 483"/>
                  <a:gd name="T50" fmla="*/ 0 w 655"/>
                  <a:gd name="T51" fmla="*/ 0 h 483"/>
                  <a:gd name="T52" fmla="*/ 0 w 655"/>
                  <a:gd name="T53" fmla="*/ 0 h 48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55"/>
                  <a:gd name="T82" fmla="*/ 0 h 483"/>
                  <a:gd name="T83" fmla="*/ 655 w 655"/>
                  <a:gd name="T84" fmla="*/ 483 h 48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55" h="483">
                    <a:moveTo>
                      <a:pt x="0" y="132"/>
                    </a:moveTo>
                    <a:lnTo>
                      <a:pt x="41" y="279"/>
                    </a:lnTo>
                    <a:lnTo>
                      <a:pt x="103" y="351"/>
                    </a:lnTo>
                    <a:lnTo>
                      <a:pt x="103" y="473"/>
                    </a:lnTo>
                    <a:lnTo>
                      <a:pt x="161" y="362"/>
                    </a:lnTo>
                    <a:lnTo>
                      <a:pt x="364" y="483"/>
                    </a:lnTo>
                    <a:lnTo>
                      <a:pt x="521" y="376"/>
                    </a:lnTo>
                    <a:lnTo>
                      <a:pt x="352" y="376"/>
                    </a:lnTo>
                    <a:lnTo>
                      <a:pt x="297" y="356"/>
                    </a:lnTo>
                    <a:lnTo>
                      <a:pt x="224" y="356"/>
                    </a:lnTo>
                    <a:lnTo>
                      <a:pt x="217" y="332"/>
                    </a:lnTo>
                    <a:lnTo>
                      <a:pt x="329" y="314"/>
                    </a:lnTo>
                    <a:lnTo>
                      <a:pt x="329" y="259"/>
                    </a:lnTo>
                    <a:lnTo>
                      <a:pt x="391" y="224"/>
                    </a:lnTo>
                    <a:lnTo>
                      <a:pt x="323" y="224"/>
                    </a:lnTo>
                    <a:lnTo>
                      <a:pt x="308" y="208"/>
                    </a:lnTo>
                    <a:lnTo>
                      <a:pt x="426" y="160"/>
                    </a:lnTo>
                    <a:lnTo>
                      <a:pt x="479" y="107"/>
                    </a:lnTo>
                    <a:lnTo>
                      <a:pt x="631" y="169"/>
                    </a:lnTo>
                    <a:lnTo>
                      <a:pt x="655" y="160"/>
                    </a:lnTo>
                    <a:lnTo>
                      <a:pt x="527" y="0"/>
                    </a:lnTo>
                    <a:lnTo>
                      <a:pt x="479" y="0"/>
                    </a:lnTo>
                    <a:lnTo>
                      <a:pt x="290" y="99"/>
                    </a:lnTo>
                    <a:lnTo>
                      <a:pt x="140" y="187"/>
                    </a:lnTo>
                    <a:lnTo>
                      <a:pt x="134" y="238"/>
                    </a:lnTo>
                    <a:lnTo>
                      <a:pt x="90" y="245"/>
                    </a:lnTo>
                    <a:lnTo>
                      <a:pt x="0" y="1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2" name="Freeform 206"/>
              <p:cNvSpPr>
                <a:spLocks/>
              </p:cNvSpPr>
              <p:nvPr/>
            </p:nvSpPr>
            <p:spPr bwMode="auto">
              <a:xfrm>
                <a:off x="3502" y="1570"/>
                <a:ext cx="24" cy="10"/>
              </a:xfrm>
              <a:custGeom>
                <a:avLst/>
                <a:gdLst>
                  <a:gd name="T0" fmla="*/ 0 w 191"/>
                  <a:gd name="T1" fmla="*/ 0 h 81"/>
                  <a:gd name="T2" fmla="*/ 0 w 191"/>
                  <a:gd name="T3" fmla="*/ 0 h 81"/>
                  <a:gd name="T4" fmla="*/ 0 w 191"/>
                  <a:gd name="T5" fmla="*/ 0 h 81"/>
                  <a:gd name="T6" fmla="*/ 0 w 191"/>
                  <a:gd name="T7" fmla="*/ 0 h 81"/>
                  <a:gd name="T8" fmla="*/ 0 w 191"/>
                  <a:gd name="T9" fmla="*/ 0 h 81"/>
                  <a:gd name="T10" fmla="*/ 0 w 191"/>
                  <a:gd name="T11" fmla="*/ 0 h 81"/>
                  <a:gd name="T12" fmla="*/ 0 w 191"/>
                  <a:gd name="T13" fmla="*/ 0 h 81"/>
                  <a:gd name="T14" fmla="*/ 0 w 191"/>
                  <a:gd name="T15" fmla="*/ 0 h 81"/>
                  <a:gd name="T16" fmla="*/ 0 60000 65536"/>
                  <a:gd name="T17" fmla="*/ 0 60000 65536"/>
                  <a:gd name="T18" fmla="*/ 0 60000 65536"/>
                  <a:gd name="T19" fmla="*/ 0 60000 65536"/>
                  <a:gd name="T20" fmla="*/ 0 60000 65536"/>
                  <a:gd name="T21" fmla="*/ 0 60000 65536"/>
                  <a:gd name="T22" fmla="*/ 0 60000 65536"/>
                  <a:gd name="T23" fmla="*/ 0 60000 65536"/>
                  <a:gd name="T24" fmla="*/ 0 w 191"/>
                  <a:gd name="T25" fmla="*/ 0 h 81"/>
                  <a:gd name="T26" fmla="*/ 191 w 191"/>
                  <a:gd name="T27" fmla="*/ 81 h 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1" h="81">
                    <a:moveTo>
                      <a:pt x="0" y="0"/>
                    </a:moveTo>
                    <a:lnTo>
                      <a:pt x="34" y="65"/>
                    </a:lnTo>
                    <a:lnTo>
                      <a:pt x="20" y="81"/>
                    </a:lnTo>
                    <a:lnTo>
                      <a:pt x="176" y="72"/>
                    </a:lnTo>
                    <a:lnTo>
                      <a:pt x="191" y="50"/>
                    </a:lnTo>
                    <a:lnTo>
                      <a:pt x="101" y="0"/>
                    </a:lnTo>
                    <a:lnTo>
                      <a:pt x="29"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3" name="Freeform 207"/>
              <p:cNvSpPr>
                <a:spLocks/>
              </p:cNvSpPr>
              <p:nvPr/>
            </p:nvSpPr>
            <p:spPr bwMode="auto">
              <a:xfrm>
                <a:off x="3449" y="1630"/>
                <a:ext cx="49" cy="29"/>
              </a:xfrm>
              <a:custGeom>
                <a:avLst/>
                <a:gdLst>
                  <a:gd name="T0" fmla="*/ 0 w 396"/>
                  <a:gd name="T1" fmla="*/ 0 h 226"/>
                  <a:gd name="T2" fmla="*/ 0 w 396"/>
                  <a:gd name="T3" fmla="*/ 0 h 226"/>
                  <a:gd name="T4" fmla="*/ 0 w 396"/>
                  <a:gd name="T5" fmla="*/ 0 h 226"/>
                  <a:gd name="T6" fmla="*/ 0 w 396"/>
                  <a:gd name="T7" fmla="*/ 0 h 226"/>
                  <a:gd name="T8" fmla="*/ 0 w 396"/>
                  <a:gd name="T9" fmla="*/ 0 h 226"/>
                  <a:gd name="T10" fmla="*/ 0 w 396"/>
                  <a:gd name="T11" fmla="*/ 0 h 226"/>
                  <a:gd name="T12" fmla="*/ 0 w 396"/>
                  <a:gd name="T13" fmla="*/ 0 h 226"/>
                  <a:gd name="T14" fmla="*/ 0 w 396"/>
                  <a:gd name="T15" fmla="*/ 0 h 226"/>
                  <a:gd name="T16" fmla="*/ 0 w 396"/>
                  <a:gd name="T17" fmla="*/ 0 h 226"/>
                  <a:gd name="T18" fmla="*/ 0 w 396"/>
                  <a:gd name="T19" fmla="*/ 0 h 226"/>
                  <a:gd name="T20" fmla="*/ 0 w 396"/>
                  <a:gd name="T21" fmla="*/ 0 h 226"/>
                  <a:gd name="T22" fmla="*/ 0 w 396"/>
                  <a:gd name="T23" fmla="*/ 0 h 226"/>
                  <a:gd name="T24" fmla="*/ 0 w 396"/>
                  <a:gd name="T25" fmla="*/ 0 h 226"/>
                  <a:gd name="T26" fmla="*/ 0 w 396"/>
                  <a:gd name="T27" fmla="*/ 0 h 226"/>
                  <a:gd name="T28" fmla="*/ 0 w 396"/>
                  <a:gd name="T29" fmla="*/ 0 h 226"/>
                  <a:gd name="T30" fmla="*/ 0 w 396"/>
                  <a:gd name="T31" fmla="*/ 0 h 22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6"/>
                  <a:gd name="T49" fmla="*/ 0 h 226"/>
                  <a:gd name="T50" fmla="*/ 396 w 396"/>
                  <a:gd name="T51" fmla="*/ 226 h 22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6" h="226">
                    <a:moveTo>
                      <a:pt x="0" y="41"/>
                    </a:moveTo>
                    <a:lnTo>
                      <a:pt x="69" y="83"/>
                    </a:lnTo>
                    <a:lnTo>
                      <a:pt x="136" y="83"/>
                    </a:lnTo>
                    <a:lnTo>
                      <a:pt x="228" y="14"/>
                    </a:lnTo>
                    <a:lnTo>
                      <a:pt x="297" y="0"/>
                    </a:lnTo>
                    <a:lnTo>
                      <a:pt x="302" y="14"/>
                    </a:lnTo>
                    <a:lnTo>
                      <a:pt x="339" y="26"/>
                    </a:lnTo>
                    <a:lnTo>
                      <a:pt x="396" y="14"/>
                    </a:lnTo>
                    <a:lnTo>
                      <a:pt x="359" y="63"/>
                    </a:lnTo>
                    <a:lnTo>
                      <a:pt x="219" y="109"/>
                    </a:lnTo>
                    <a:lnTo>
                      <a:pt x="214" y="180"/>
                    </a:lnTo>
                    <a:lnTo>
                      <a:pt x="168" y="226"/>
                    </a:lnTo>
                    <a:lnTo>
                      <a:pt x="99" y="118"/>
                    </a:lnTo>
                    <a:lnTo>
                      <a:pt x="46" y="104"/>
                    </a:lnTo>
                    <a:lnTo>
                      <a:pt x="0" y="63"/>
                    </a:lnTo>
                    <a:lnTo>
                      <a:pt x="0"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4" name="Freeform 208"/>
              <p:cNvSpPr>
                <a:spLocks/>
              </p:cNvSpPr>
              <p:nvPr/>
            </p:nvSpPr>
            <p:spPr bwMode="auto">
              <a:xfrm>
                <a:off x="3476" y="1615"/>
                <a:ext cx="19" cy="7"/>
              </a:xfrm>
              <a:custGeom>
                <a:avLst/>
                <a:gdLst>
                  <a:gd name="T0" fmla="*/ 0 w 155"/>
                  <a:gd name="T1" fmla="*/ 0 h 58"/>
                  <a:gd name="T2" fmla="*/ 0 w 155"/>
                  <a:gd name="T3" fmla="*/ 0 h 58"/>
                  <a:gd name="T4" fmla="*/ 0 w 155"/>
                  <a:gd name="T5" fmla="*/ 0 h 58"/>
                  <a:gd name="T6" fmla="*/ 0 w 155"/>
                  <a:gd name="T7" fmla="*/ 0 h 58"/>
                  <a:gd name="T8" fmla="*/ 0 w 155"/>
                  <a:gd name="T9" fmla="*/ 0 h 58"/>
                  <a:gd name="T10" fmla="*/ 0 w 155"/>
                  <a:gd name="T11" fmla="*/ 0 h 58"/>
                  <a:gd name="T12" fmla="*/ 0 60000 65536"/>
                  <a:gd name="T13" fmla="*/ 0 60000 65536"/>
                  <a:gd name="T14" fmla="*/ 0 60000 65536"/>
                  <a:gd name="T15" fmla="*/ 0 60000 65536"/>
                  <a:gd name="T16" fmla="*/ 0 60000 65536"/>
                  <a:gd name="T17" fmla="*/ 0 60000 65536"/>
                  <a:gd name="T18" fmla="*/ 0 w 155"/>
                  <a:gd name="T19" fmla="*/ 0 h 58"/>
                  <a:gd name="T20" fmla="*/ 155 w 155"/>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155" h="58">
                    <a:moveTo>
                      <a:pt x="0" y="58"/>
                    </a:moveTo>
                    <a:lnTo>
                      <a:pt x="106" y="32"/>
                    </a:lnTo>
                    <a:lnTo>
                      <a:pt x="155" y="44"/>
                    </a:lnTo>
                    <a:lnTo>
                      <a:pt x="106" y="0"/>
                    </a:lnTo>
                    <a:lnTo>
                      <a:pt x="41" y="0"/>
                    </a:lnTo>
                    <a:lnTo>
                      <a:pt x="0" y="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5" name="Freeform 209"/>
              <p:cNvSpPr>
                <a:spLocks/>
              </p:cNvSpPr>
              <p:nvPr/>
            </p:nvSpPr>
            <p:spPr bwMode="auto">
              <a:xfrm>
                <a:off x="3498" y="1624"/>
                <a:ext cx="41" cy="57"/>
              </a:xfrm>
              <a:custGeom>
                <a:avLst/>
                <a:gdLst>
                  <a:gd name="T0" fmla="*/ 0 w 323"/>
                  <a:gd name="T1" fmla="*/ 0 h 453"/>
                  <a:gd name="T2" fmla="*/ 0 w 323"/>
                  <a:gd name="T3" fmla="*/ 0 h 453"/>
                  <a:gd name="T4" fmla="*/ 0 w 323"/>
                  <a:gd name="T5" fmla="*/ 0 h 453"/>
                  <a:gd name="T6" fmla="*/ 0 w 323"/>
                  <a:gd name="T7" fmla="*/ 0 h 453"/>
                  <a:gd name="T8" fmla="*/ 0 w 323"/>
                  <a:gd name="T9" fmla="*/ 0 h 453"/>
                  <a:gd name="T10" fmla="*/ 0 w 323"/>
                  <a:gd name="T11" fmla="*/ 0 h 453"/>
                  <a:gd name="T12" fmla="*/ 0 w 323"/>
                  <a:gd name="T13" fmla="*/ 0 h 453"/>
                  <a:gd name="T14" fmla="*/ 0 w 323"/>
                  <a:gd name="T15" fmla="*/ 0 h 453"/>
                  <a:gd name="T16" fmla="*/ 0 w 323"/>
                  <a:gd name="T17" fmla="*/ 0 h 453"/>
                  <a:gd name="T18" fmla="*/ 0 w 323"/>
                  <a:gd name="T19" fmla="*/ 0 h 453"/>
                  <a:gd name="T20" fmla="*/ 0 w 323"/>
                  <a:gd name="T21" fmla="*/ 0 h 453"/>
                  <a:gd name="T22" fmla="*/ 0 w 323"/>
                  <a:gd name="T23" fmla="*/ 0 h 453"/>
                  <a:gd name="T24" fmla="*/ 0 w 323"/>
                  <a:gd name="T25" fmla="*/ 0 h 45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23"/>
                  <a:gd name="T40" fmla="*/ 0 h 453"/>
                  <a:gd name="T41" fmla="*/ 323 w 323"/>
                  <a:gd name="T42" fmla="*/ 453 h 45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23" h="453">
                    <a:moveTo>
                      <a:pt x="0" y="0"/>
                    </a:moveTo>
                    <a:lnTo>
                      <a:pt x="7" y="54"/>
                    </a:lnTo>
                    <a:lnTo>
                      <a:pt x="84" y="119"/>
                    </a:lnTo>
                    <a:lnTo>
                      <a:pt x="169" y="229"/>
                    </a:lnTo>
                    <a:lnTo>
                      <a:pt x="99" y="275"/>
                    </a:lnTo>
                    <a:lnTo>
                      <a:pt x="209" y="453"/>
                    </a:lnTo>
                    <a:lnTo>
                      <a:pt x="282" y="453"/>
                    </a:lnTo>
                    <a:lnTo>
                      <a:pt x="323" y="299"/>
                    </a:lnTo>
                    <a:lnTo>
                      <a:pt x="308" y="250"/>
                    </a:lnTo>
                    <a:lnTo>
                      <a:pt x="224" y="222"/>
                    </a:lnTo>
                    <a:lnTo>
                      <a:pt x="205" y="119"/>
                    </a:lnTo>
                    <a:lnTo>
                      <a:pt x="104" y="4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6" name="Freeform 210"/>
              <p:cNvSpPr>
                <a:spLocks/>
              </p:cNvSpPr>
              <p:nvPr/>
            </p:nvSpPr>
            <p:spPr bwMode="auto">
              <a:xfrm>
                <a:off x="3412" y="1603"/>
                <a:ext cx="51" cy="104"/>
              </a:xfrm>
              <a:custGeom>
                <a:avLst/>
                <a:gdLst>
                  <a:gd name="T0" fmla="*/ 0 w 411"/>
                  <a:gd name="T1" fmla="*/ 0 h 827"/>
                  <a:gd name="T2" fmla="*/ 0 w 411"/>
                  <a:gd name="T3" fmla="*/ 0 h 827"/>
                  <a:gd name="T4" fmla="*/ 0 w 411"/>
                  <a:gd name="T5" fmla="*/ 0 h 827"/>
                  <a:gd name="T6" fmla="*/ 0 w 411"/>
                  <a:gd name="T7" fmla="*/ 0 h 827"/>
                  <a:gd name="T8" fmla="*/ 0 w 411"/>
                  <a:gd name="T9" fmla="*/ 0 h 827"/>
                  <a:gd name="T10" fmla="*/ 0 w 411"/>
                  <a:gd name="T11" fmla="*/ 0 h 827"/>
                  <a:gd name="T12" fmla="*/ 0 w 411"/>
                  <a:gd name="T13" fmla="*/ 0 h 827"/>
                  <a:gd name="T14" fmla="*/ 0 w 411"/>
                  <a:gd name="T15" fmla="*/ 0 h 827"/>
                  <a:gd name="T16" fmla="*/ 0 w 411"/>
                  <a:gd name="T17" fmla="*/ 0 h 827"/>
                  <a:gd name="T18" fmla="*/ 0 w 411"/>
                  <a:gd name="T19" fmla="*/ 0 h 827"/>
                  <a:gd name="T20" fmla="*/ 0 w 411"/>
                  <a:gd name="T21" fmla="*/ 0 h 827"/>
                  <a:gd name="T22" fmla="*/ 0 w 411"/>
                  <a:gd name="T23" fmla="*/ 0 h 827"/>
                  <a:gd name="T24" fmla="*/ 0 w 411"/>
                  <a:gd name="T25" fmla="*/ 0 h 827"/>
                  <a:gd name="T26" fmla="*/ 0 w 411"/>
                  <a:gd name="T27" fmla="*/ 0 h 827"/>
                  <a:gd name="T28" fmla="*/ 0 w 411"/>
                  <a:gd name="T29" fmla="*/ 0 h 827"/>
                  <a:gd name="T30" fmla="*/ 0 w 411"/>
                  <a:gd name="T31" fmla="*/ 0 h 827"/>
                  <a:gd name="T32" fmla="*/ 0 w 411"/>
                  <a:gd name="T33" fmla="*/ 0 h 827"/>
                  <a:gd name="T34" fmla="*/ 0 w 411"/>
                  <a:gd name="T35" fmla="*/ 0 h 827"/>
                  <a:gd name="T36" fmla="*/ 0 w 411"/>
                  <a:gd name="T37" fmla="*/ 0 h 827"/>
                  <a:gd name="T38" fmla="*/ 0 w 411"/>
                  <a:gd name="T39" fmla="*/ 0 h 82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11"/>
                  <a:gd name="T61" fmla="*/ 0 h 827"/>
                  <a:gd name="T62" fmla="*/ 411 w 411"/>
                  <a:gd name="T63" fmla="*/ 827 h 82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11" h="827">
                    <a:moveTo>
                      <a:pt x="290" y="272"/>
                    </a:moveTo>
                    <a:lnTo>
                      <a:pt x="197" y="272"/>
                    </a:lnTo>
                    <a:lnTo>
                      <a:pt x="121" y="230"/>
                    </a:lnTo>
                    <a:lnTo>
                      <a:pt x="51" y="167"/>
                    </a:lnTo>
                    <a:lnTo>
                      <a:pt x="0" y="0"/>
                    </a:lnTo>
                    <a:lnTo>
                      <a:pt x="29" y="193"/>
                    </a:lnTo>
                    <a:lnTo>
                      <a:pt x="160" y="378"/>
                    </a:lnTo>
                    <a:lnTo>
                      <a:pt x="282" y="629"/>
                    </a:lnTo>
                    <a:lnTo>
                      <a:pt x="342" y="708"/>
                    </a:lnTo>
                    <a:lnTo>
                      <a:pt x="395" y="827"/>
                    </a:lnTo>
                    <a:lnTo>
                      <a:pt x="354" y="636"/>
                    </a:lnTo>
                    <a:lnTo>
                      <a:pt x="411" y="609"/>
                    </a:lnTo>
                    <a:lnTo>
                      <a:pt x="354" y="565"/>
                    </a:lnTo>
                    <a:lnTo>
                      <a:pt x="354" y="530"/>
                    </a:lnTo>
                    <a:lnTo>
                      <a:pt x="386" y="507"/>
                    </a:lnTo>
                    <a:lnTo>
                      <a:pt x="319" y="523"/>
                    </a:lnTo>
                    <a:lnTo>
                      <a:pt x="282" y="507"/>
                    </a:lnTo>
                    <a:lnTo>
                      <a:pt x="268" y="466"/>
                    </a:lnTo>
                    <a:lnTo>
                      <a:pt x="268" y="356"/>
                    </a:lnTo>
                    <a:lnTo>
                      <a:pt x="290" y="2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7" name="Freeform 211"/>
              <p:cNvSpPr>
                <a:spLocks/>
              </p:cNvSpPr>
              <p:nvPr/>
            </p:nvSpPr>
            <p:spPr bwMode="auto">
              <a:xfrm>
                <a:off x="3466" y="1657"/>
                <a:ext cx="47" cy="9"/>
              </a:xfrm>
              <a:custGeom>
                <a:avLst/>
                <a:gdLst>
                  <a:gd name="T0" fmla="*/ 0 w 381"/>
                  <a:gd name="T1" fmla="*/ 0 h 76"/>
                  <a:gd name="T2" fmla="*/ 0 w 381"/>
                  <a:gd name="T3" fmla="*/ 0 h 76"/>
                  <a:gd name="T4" fmla="*/ 0 w 381"/>
                  <a:gd name="T5" fmla="*/ 0 h 76"/>
                  <a:gd name="T6" fmla="*/ 0 w 381"/>
                  <a:gd name="T7" fmla="*/ 0 h 76"/>
                  <a:gd name="T8" fmla="*/ 0 w 381"/>
                  <a:gd name="T9" fmla="*/ 0 h 76"/>
                  <a:gd name="T10" fmla="*/ 0 60000 65536"/>
                  <a:gd name="T11" fmla="*/ 0 60000 65536"/>
                  <a:gd name="T12" fmla="*/ 0 60000 65536"/>
                  <a:gd name="T13" fmla="*/ 0 60000 65536"/>
                  <a:gd name="T14" fmla="*/ 0 60000 65536"/>
                  <a:gd name="T15" fmla="*/ 0 w 381"/>
                  <a:gd name="T16" fmla="*/ 0 h 76"/>
                  <a:gd name="T17" fmla="*/ 381 w 381"/>
                  <a:gd name="T18" fmla="*/ 76 h 76"/>
                </a:gdLst>
                <a:ahLst/>
                <a:cxnLst>
                  <a:cxn ang="T10">
                    <a:pos x="T0" y="T1"/>
                  </a:cxn>
                  <a:cxn ang="T11">
                    <a:pos x="T2" y="T3"/>
                  </a:cxn>
                  <a:cxn ang="T12">
                    <a:pos x="T4" y="T5"/>
                  </a:cxn>
                  <a:cxn ang="T13">
                    <a:pos x="T6" y="T7"/>
                  </a:cxn>
                  <a:cxn ang="T14">
                    <a:pos x="T8" y="T9"/>
                  </a:cxn>
                </a:cxnLst>
                <a:rect l="T15" t="T16" r="T17" b="T18"/>
                <a:pathLst>
                  <a:path w="381" h="76">
                    <a:moveTo>
                      <a:pt x="0" y="76"/>
                    </a:moveTo>
                    <a:lnTo>
                      <a:pt x="175" y="40"/>
                    </a:lnTo>
                    <a:lnTo>
                      <a:pt x="260" y="0"/>
                    </a:lnTo>
                    <a:lnTo>
                      <a:pt x="313" y="0"/>
                    </a:lnTo>
                    <a:lnTo>
                      <a:pt x="381" y="21"/>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218" name="Freeform 212"/>
              <p:cNvSpPr>
                <a:spLocks/>
              </p:cNvSpPr>
              <p:nvPr/>
            </p:nvSpPr>
            <p:spPr bwMode="auto">
              <a:xfrm>
                <a:off x="3470" y="1669"/>
                <a:ext cx="39" cy="24"/>
              </a:xfrm>
              <a:custGeom>
                <a:avLst/>
                <a:gdLst>
                  <a:gd name="T0" fmla="*/ 0 w 316"/>
                  <a:gd name="T1" fmla="*/ 0 h 191"/>
                  <a:gd name="T2" fmla="*/ 0 w 316"/>
                  <a:gd name="T3" fmla="*/ 0 h 191"/>
                  <a:gd name="T4" fmla="*/ 0 w 316"/>
                  <a:gd name="T5" fmla="*/ 0 h 191"/>
                  <a:gd name="T6" fmla="*/ 0 w 316"/>
                  <a:gd name="T7" fmla="*/ 0 h 191"/>
                  <a:gd name="T8" fmla="*/ 0 w 316"/>
                  <a:gd name="T9" fmla="*/ 0 h 191"/>
                  <a:gd name="T10" fmla="*/ 0 w 316"/>
                  <a:gd name="T11" fmla="*/ 0 h 191"/>
                  <a:gd name="T12" fmla="*/ 0 w 316"/>
                  <a:gd name="T13" fmla="*/ 0 h 191"/>
                  <a:gd name="T14" fmla="*/ 0 w 316"/>
                  <a:gd name="T15" fmla="*/ 0 h 191"/>
                  <a:gd name="T16" fmla="*/ 0 w 316"/>
                  <a:gd name="T17" fmla="*/ 0 h 191"/>
                  <a:gd name="T18" fmla="*/ 0 w 316"/>
                  <a:gd name="T19" fmla="*/ 0 h 191"/>
                  <a:gd name="T20" fmla="*/ 0 w 316"/>
                  <a:gd name="T21" fmla="*/ 0 h 191"/>
                  <a:gd name="T22" fmla="*/ 0 w 316"/>
                  <a:gd name="T23" fmla="*/ 0 h 191"/>
                  <a:gd name="T24" fmla="*/ 0 w 316"/>
                  <a:gd name="T25" fmla="*/ 0 h 191"/>
                  <a:gd name="T26" fmla="*/ 0 w 316"/>
                  <a:gd name="T27" fmla="*/ 0 h 1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16"/>
                  <a:gd name="T43" fmla="*/ 0 h 191"/>
                  <a:gd name="T44" fmla="*/ 316 w 316"/>
                  <a:gd name="T45" fmla="*/ 191 h 1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16" h="191">
                    <a:moveTo>
                      <a:pt x="0" y="79"/>
                    </a:moveTo>
                    <a:lnTo>
                      <a:pt x="242" y="26"/>
                    </a:lnTo>
                    <a:lnTo>
                      <a:pt x="295" y="0"/>
                    </a:lnTo>
                    <a:lnTo>
                      <a:pt x="303" y="19"/>
                    </a:lnTo>
                    <a:lnTo>
                      <a:pt x="219" y="64"/>
                    </a:lnTo>
                    <a:lnTo>
                      <a:pt x="235" y="112"/>
                    </a:lnTo>
                    <a:lnTo>
                      <a:pt x="316" y="191"/>
                    </a:lnTo>
                    <a:lnTo>
                      <a:pt x="228" y="162"/>
                    </a:lnTo>
                    <a:lnTo>
                      <a:pt x="150" y="162"/>
                    </a:lnTo>
                    <a:lnTo>
                      <a:pt x="72" y="182"/>
                    </a:lnTo>
                    <a:lnTo>
                      <a:pt x="46" y="191"/>
                    </a:lnTo>
                    <a:lnTo>
                      <a:pt x="60" y="156"/>
                    </a:lnTo>
                    <a:lnTo>
                      <a:pt x="24" y="99"/>
                    </a:lnTo>
                    <a:lnTo>
                      <a:pt x="0" y="7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9" name="Freeform 213"/>
              <p:cNvSpPr>
                <a:spLocks/>
              </p:cNvSpPr>
              <p:nvPr/>
            </p:nvSpPr>
            <p:spPr bwMode="auto">
              <a:xfrm>
                <a:off x="3371" y="1448"/>
                <a:ext cx="214" cy="129"/>
              </a:xfrm>
              <a:custGeom>
                <a:avLst/>
                <a:gdLst>
                  <a:gd name="T0" fmla="*/ 0 w 1704"/>
                  <a:gd name="T1" fmla="*/ 0 h 1028"/>
                  <a:gd name="T2" fmla="*/ 0 w 1704"/>
                  <a:gd name="T3" fmla="*/ 0 h 1028"/>
                  <a:gd name="T4" fmla="*/ 0 w 1704"/>
                  <a:gd name="T5" fmla="*/ 0 h 1028"/>
                  <a:gd name="T6" fmla="*/ 0 w 1704"/>
                  <a:gd name="T7" fmla="*/ 0 h 1028"/>
                  <a:gd name="T8" fmla="*/ 0 w 1704"/>
                  <a:gd name="T9" fmla="*/ 0 h 1028"/>
                  <a:gd name="T10" fmla="*/ 0 w 1704"/>
                  <a:gd name="T11" fmla="*/ 0 h 1028"/>
                  <a:gd name="T12" fmla="*/ 0 w 1704"/>
                  <a:gd name="T13" fmla="*/ 0 h 1028"/>
                  <a:gd name="T14" fmla="*/ 0 w 1704"/>
                  <a:gd name="T15" fmla="*/ 0 h 1028"/>
                  <a:gd name="T16" fmla="*/ 0 w 1704"/>
                  <a:gd name="T17" fmla="*/ 0 h 1028"/>
                  <a:gd name="T18" fmla="*/ 0 w 1704"/>
                  <a:gd name="T19" fmla="*/ 0 h 1028"/>
                  <a:gd name="T20" fmla="*/ 0 w 1704"/>
                  <a:gd name="T21" fmla="*/ 0 h 1028"/>
                  <a:gd name="T22" fmla="*/ 0 w 1704"/>
                  <a:gd name="T23" fmla="*/ 0 h 1028"/>
                  <a:gd name="T24" fmla="*/ 0 w 1704"/>
                  <a:gd name="T25" fmla="*/ 0 h 1028"/>
                  <a:gd name="T26" fmla="*/ 0 w 1704"/>
                  <a:gd name="T27" fmla="*/ 0 h 1028"/>
                  <a:gd name="T28" fmla="*/ 0 w 1704"/>
                  <a:gd name="T29" fmla="*/ 0 h 1028"/>
                  <a:gd name="T30" fmla="*/ 0 w 1704"/>
                  <a:gd name="T31" fmla="*/ 0 h 1028"/>
                  <a:gd name="T32" fmla="*/ 0 w 1704"/>
                  <a:gd name="T33" fmla="*/ 0 h 1028"/>
                  <a:gd name="T34" fmla="*/ 0 w 1704"/>
                  <a:gd name="T35" fmla="*/ 0 h 1028"/>
                  <a:gd name="T36" fmla="*/ 0 w 1704"/>
                  <a:gd name="T37" fmla="*/ 0 h 1028"/>
                  <a:gd name="T38" fmla="*/ 0 w 1704"/>
                  <a:gd name="T39" fmla="*/ 0 h 1028"/>
                  <a:gd name="T40" fmla="*/ 0 w 1704"/>
                  <a:gd name="T41" fmla="*/ 0 h 1028"/>
                  <a:gd name="T42" fmla="*/ 0 w 1704"/>
                  <a:gd name="T43" fmla="*/ 0 h 1028"/>
                  <a:gd name="T44" fmla="*/ 0 w 1704"/>
                  <a:gd name="T45" fmla="*/ 0 h 1028"/>
                  <a:gd name="T46" fmla="*/ 0 w 1704"/>
                  <a:gd name="T47" fmla="*/ 0 h 1028"/>
                  <a:gd name="T48" fmla="*/ 0 w 1704"/>
                  <a:gd name="T49" fmla="*/ 0 h 1028"/>
                  <a:gd name="T50" fmla="*/ 0 w 1704"/>
                  <a:gd name="T51" fmla="*/ 0 h 1028"/>
                  <a:gd name="T52" fmla="*/ 0 w 1704"/>
                  <a:gd name="T53" fmla="*/ 0 h 1028"/>
                  <a:gd name="T54" fmla="*/ 0 w 1704"/>
                  <a:gd name="T55" fmla="*/ 0 h 1028"/>
                  <a:gd name="T56" fmla="*/ 0 w 1704"/>
                  <a:gd name="T57" fmla="*/ 0 h 1028"/>
                  <a:gd name="T58" fmla="*/ 0 w 1704"/>
                  <a:gd name="T59" fmla="*/ 0 h 1028"/>
                  <a:gd name="T60" fmla="*/ 0 w 1704"/>
                  <a:gd name="T61" fmla="*/ 0 h 1028"/>
                  <a:gd name="T62" fmla="*/ 0 w 1704"/>
                  <a:gd name="T63" fmla="*/ 0 h 1028"/>
                  <a:gd name="T64" fmla="*/ 0 w 1704"/>
                  <a:gd name="T65" fmla="*/ 0 h 1028"/>
                  <a:gd name="T66" fmla="*/ 0 w 1704"/>
                  <a:gd name="T67" fmla="*/ 0 h 1028"/>
                  <a:gd name="T68" fmla="*/ 0 w 1704"/>
                  <a:gd name="T69" fmla="*/ 0 h 1028"/>
                  <a:gd name="T70" fmla="*/ 0 w 1704"/>
                  <a:gd name="T71" fmla="*/ 0 h 1028"/>
                  <a:gd name="T72" fmla="*/ 0 w 1704"/>
                  <a:gd name="T73" fmla="*/ 0 h 1028"/>
                  <a:gd name="T74" fmla="*/ 0 w 1704"/>
                  <a:gd name="T75" fmla="*/ 0 h 1028"/>
                  <a:gd name="T76" fmla="*/ 0 w 1704"/>
                  <a:gd name="T77" fmla="*/ 0 h 1028"/>
                  <a:gd name="T78" fmla="*/ 0 w 1704"/>
                  <a:gd name="T79" fmla="*/ 0 h 1028"/>
                  <a:gd name="T80" fmla="*/ 0 w 1704"/>
                  <a:gd name="T81" fmla="*/ 0 h 1028"/>
                  <a:gd name="T82" fmla="*/ 0 w 1704"/>
                  <a:gd name="T83" fmla="*/ 0 h 1028"/>
                  <a:gd name="T84" fmla="*/ 0 w 1704"/>
                  <a:gd name="T85" fmla="*/ 0 h 1028"/>
                  <a:gd name="T86" fmla="*/ 0 w 1704"/>
                  <a:gd name="T87" fmla="*/ 0 h 1028"/>
                  <a:gd name="T88" fmla="*/ 0 w 1704"/>
                  <a:gd name="T89" fmla="*/ 0 h 1028"/>
                  <a:gd name="T90" fmla="*/ 0 w 1704"/>
                  <a:gd name="T91" fmla="*/ 0 h 1028"/>
                  <a:gd name="T92" fmla="*/ 0 w 1704"/>
                  <a:gd name="T93" fmla="*/ 0 h 1028"/>
                  <a:gd name="T94" fmla="*/ 0 w 1704"/>
                  <a:gd name="T95" fmla="*/ 0 h 1028"/>
                  <a:gd name="T96" fmla="*/ 0 w 1704"/>
                  <a:gd name="T97" fmla="*/ 0 h 1028"/>
                  <a:gd name="T98" fmla="*/ 0 w 1704"/>
                  <a:gd name="T99" fmla="*/ 0 h 1028"/>
                  <a:gd name="T100" fmla="*/ 0 w 1704"/>
                  <a:gd name="T101" fmla="*/ 0 h 1028"/>
                  <a:gd name="T102" fmla="*/ 0 w 1704"/>
                  <a:gd name="T103" fmla="*/ 0 h 1028"/>
                  <a:gd name="T104" fmla="*/ 0 w 1704"/>
                  <a:gd name="T105" fmla="*/ 0 h 1028"/>
                  <a:gd name="T106" fmla="*/ 0 w 1704"/>
                  <a:gd name="T107" fmla="*/ 0 h 102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04"/>
                  <a:gd name="T163" fmla="*/ 0 h 1028"/>
                  <a:gd name="T164" fmla="*/ 1704 w 1704"/>
                  <a:gd name="T165" fmla="*/ 1028 h 102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04" h="1028">
                    <a:moveTo>
                      <a:pt x="159" y="340"/>
                    </a:moveTo>
                    <a:lnTo>
                      <a:pt x="122" y="404"/>
                    </a:lnTo>
                    <a:lnTo>
                      <a:pt x="0" y="551"/>
                    </a:lnTo>
                    <a:lnTo>
                      <a:pt x="0" y="609"/>
                    </a:lnTo>
                    <a:lnTo>
                      <a:pt x="76" y="749"/>
                    </a:lnTo>
                    <a:lnTo>
                      <a:pt x="48" y="874"/>
                    </a:lnTo>
                    <a:lnTo>
                      <a:pt x="111" y="978"/>
                    </a:lnTo>
                    <a:lnTo>
                      <a:pt x="245" y="987"/>
                    </a:lnTo>
                    <a:lnTo>
                      <a:pt x="286" y="1028"/>
                    </a:lnTo>
                    <a:lnTo>
                      <a:pt x="252" y="692"/>
                    </a:lnTo>
                    <a:lnTo>
                      <a:pt x="252" y="588"/>
                    </a:lnTo>
                    <a:lnTo>
                      <a:pt x="265" y="507"/>
                    </a:lnTo>
                    <a:lnTo>
                      <a:pt x="286" y="457"/>
                    </a:lnTo>
                    <a:lnTo>
                      <a:pt x="408" y="507"/>
                    </a:lnTo>
                    <a:lnTo>
                      <a:pt x="555" y="529"/>
                    </a:lnTo>
                    <a:lnTo>
                      <a:pt x="738" y="529"/>
                    </a:lnTo>
                    <a:lnTo>
                      <a:pt x="966" y="507"/>
                    </a:lnTo>
                    <a:lnTo>
                      <a:pt x="851" y="503"/>
                    </a:lnTo>
                    <a:lnTo>
                      <a:pt x="708" y="434"/>
                    </a:lnTo>
                    <a:lnTo>
                      <a:pt x="865" y="441"/>
                    </a:lnTo>
                    <a:lnTo>
                      <a:pt x="992" y="434"/>
                    </a:lnTo>
                    <a:lnTo>
                      <a:pt x="1162" y="397"/>
                    </a:lnTo>
                    <a:lnTo>
                      <a:pt x="1280" y="349"/>
                    </a:lnTo>
                    <a:lnTo>
                      <a:pt x="1441" y="334"/>
                    </a:lnTo>
                    <a:lnTo>
                      <a:pt x="1513" y="362"/>
                    </a:lnTo>
                    <a:lnTo>
                      <a:pt x="1586" y="397"/>
                    </a:lnTo>
                    <a:lnTo>
                      <a:pt x="1644" y="397"/>
                    </a:lnTo>
                    <a:lnTo>
                      <a:pt x="1704" y="362"/>
                    </a:lnTo>
                    <a:lnTo>
                      <a:pt x="1634" y="272"/>
                    </a:lnTo>
                    <a:lnTo>
                      <a:pt x="1526" y="286"/>
                    </a:lnTo>
                    <a:lnTo>
                      <a:pt x="1441" y="259"/>
                    </a:lnTo>
                    <a:lnTo>
                      <a:pt x="1358" y="250"/>
                    </a:lnTo>
                    <a:lnTo>
                      <a:pt x="1280" y="279"/>
                    </a:lnTo>
                    <a:lnTo>
                      <a:pt x="1139" y="340"/>
                    </a:lnTo>
                    <a:lnTo>
                      <a:pt x="1014" y="371"/>
                    </a:lnTo>
                    <a:lnTo>
                      <a:pt x="878" y="378"/>
                    </a:lnTo>
                    <a:lnTo>
                      <a:pt x="766" y="384"/>
                    </a:lnTo>
                    <a:lnTo>
                      <a:pt x="590" y="362"/>
                    </a:lnTo>
                    <a:lnTo>
                      <a:pt x="696" y="334"/>
                    </a:lnTo>
                    <a:lnTo>
                      <a:pt x="570" y="318"/>
                    </a:lnTo>
                    <a:lnTo>
                      <a:pt x="443" y="291"/>
                    </a:lnTo>
                    <a:lnTo>
                      <a:pt x="379" y="265"/>
                    </a:lnTo>
                    <a:lnTo>
                      <a:pt x="482" y="226"/>
                    </a:lnTo>
                    <a:lnTo>
                      <a:pt x="300" y="201"/>
                    </a:lnTo>
                    <a:lnTo>
                      <a:pt x="265" y="173"/>
                    </a:lnTo>
                    <a:lnTo>
                      <a:pt x="258" y="145"/>
                    </a:lnTo>
                    <a:lnTo>
                      <a:pt x="265" y="102"/>
                    </a:lnTo>
                    <a:lnTo>
                      <a:pt x="295" y="54"/>
                    </a:lnTo>
                    <a:lnTo>
                      <a:pt x="373" y="0"/>
                    </a:lnTo>
                    <a:lnTo>
                      <a:pt x="217" y="67"/>
                    </a:lnTo>
                    <a:lnTo>
                      <a:pt x="60" y="164"/>
                    </a:lnTo>
                    <a:lnTo>
                      <a:pt x="69" y="189"/>
                    </a:lnTo>
                    <a:lnTo>
                      <a:pt x="118" y="286"/>
                    </a:lnTo>
                    <a:lnTo>
                      <a:pt x="159" y="3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20" name="Freeform 214"/>
              <p:cNvSpPr>
                <a:spLocks/>
              </p:cNvSpPr>
              <p:nvPr/>
            </p:nvSpPr>
            <p:spPr bwMode="auto">
              <a:xfrm>
                <a:off x="3429" y="1420"/>
                <a:ext cx="207" cy="329"/>
              </a:xfrm>
              <a:custGeom>
                <a:avLst/>
                <a:gdLst>
                  <a:gd name="T0" fmla="*/ 0 w 1658"/>
                  <a:gd name="T1" fmla="*/ 0 h 2635"/>
                  <a:gd name="T2" fmla="*/ 0 w 1658"/>
                  <a:gd name="T3" fmla="*/ 0 h 2635"/>
                  <a:gd name="T4" fmla="*/ 0 w 1658"/>
                  <a:gd name="T5" fmla="*/ 0 h 2635"/>
                  <a:gd name="T6" fmla="*/ 0 w 1658"/>
                  <a:gd name="T7" fmla="*/ 0 h 2635"/>
                  <a:gd name="T8" fmla="*/ 0 w 1658"/>
                  <a:gd name="T9" fmla="*/ 0 h 2635"/>
                  <a:gd name="T10" fmla="*/ 0 w 1658"/>
                  <a:gd name="T11" fmla="*/ 0 h 2635"/>
                  <a:gd name="T12" fmla="*/ 0 w 1658"/>
                  <a:gd name="T13" fmla="*/ 0 h 2635"/>
                  <a:gd name="T14" fmla="*/ 0 w 1658"/>
                  <a:gd name="T15" fmla="*/ 0 h 2635"/>
                  <a:gd name="T16" fmla="*/ 0 w 1658"/>
                  <a:gd name="T17" fmla="*/ 0 h 2635"/>
                  <a:gd name="T18" fmla="*/ 0 w 1658"/>
                  <a:gd name="T19" fmla="*/ 0 h 2635"/>
                  <a:gd name="T20" fmla="*/ 0 w 1658"/>
                  <a:gd name="T21" fmla="*/ 0 h 2635"/>
                  <a:gd name="T22" fmla="*/ 0 w 1658"/>
                  <a:gd name="T23" fmla="*/ 0 h 2635"/>
                  <a:gd name="T24" fmla="*/ 0 w 1658"/>
                  <a:gd name="T25" fmla="*/ 0 h 2635"/>
                  <a:gd name="T26" fmla="*/ 0 w 1658"/>
                  <a:gd name="T27" fmla="*/ 0 h 2635"/>
                  <a:gd name="T28" fmla="*/ 0 w 1658"/>
                  <a:gd name="T29" fmla="*/ 0 h 2635"/>
                  <a:gd name="T30" fmla="*/ 0 w 1658"/>
                  <a:gd name="T31" fmla="*/ 0 h 2635"/>
                  <a:gd name="T32" fmla="*/ 0 w 1658"/>
                  <a:gd name="T33" fmla="*/ 0 h 2635"/>
                  <a:gd name="T34" fmla="*/ 0 w 1658"/>
                  <a:gd name="T35" fmla="*/ 0 h 2635"/>
                  <a:gd name="T36" fmla="*/ 0 w 1658"/>
                  <a:gd name="T37" fmla="*/ 0 h 2635"/>
                  <a:gd name="T38" fmla="*/ 0 w 1658"/>
                  <a:gd name="T39" fmla="*/ 0 h 2635"/>
                  <a:gd name="T40" fmla="*/ 0 w 1658"/>
                  <a:gd name="T41" fmla="*/ 0 h 2635"/>
                  <a:gd name="T42" fmla="*/ 0 w 1658"/>
                  <a:gd name="T43" fmla="*/ 0 h 2635"/>
                  <a:gd name="T44" fmla="*/ 0 w 1658"/>
                  <a:gd name="T45" fmla="*/ 0 h 2635"/>
                  <a:gd name="T46" fmla="*/ 0 w 1658"/>
                  <a:gd name="T47" fmla="*/ 0 h 2635"/>
                  <a:gd name="T48" fmla="*/ 0 w 1658"/>
                  <a:gd name="T49" fmla="*/ 0 h 2635"/>
                  <a:gd name="T50" fmla="*/ 0 w 1658"/>
                  <a:gd name="T51" fmla="*/ 0 h 2635"/>
                  <a:gd name="T52" fmla="*/ 0 w 1658"/>
                  <a:gd name="T53" fmla="*/ 0 h 2635"/>
                  <a:gd name="T54" fmla="*/ 0 w 1658"/>
                  <a:gd name="T55" fmla="*/ 0 h 2635"/>
                  <a:gd name="T56" fmla="*/ 0 w 1658"/>
                  <a:gd name="T57" fmla="*/ 0 h 2635"/>
                  <a:gd name="T58" fmla="*/ 0 w 1658"/>
                  <a:gd name="T59" fmla="*/ 0 h 2635"/>
                  <a:gd name="T60" fmla="*/ 0 w 1658"/>
                  <a:gd name="T61" fmla="*/ 0 h 2635"/>
                  <a:gd name="T62" fmla="*/ 0 w 1658"/>
                  <a:gd name="T63" fmla="*/ 0 h 2635"/>
                  <a:gd name="T64" fmla="*/ 0 w 1658"/>
                  <a:gd name="T65" fmla="*/ 0 h 2635"/>
                  <a:gd name="T66" fmla="*/ 0 w 1658"/>
                  <a:gd name="T67" fmla="*/ 0 h 2635"/>
                  <a:gd name="T68" fmla="*/ 0 w 1658"/>
                  <a:gd name="T69" fmla="*/ 0 h 2635"/>
                  <a:gd name="T70" fmla="*/ 0 w 1658"/>
                  <a:gd name="T71" fmla="*/ 0 h 2635"/>
                  <a:gd name="T72" fmla="*/ 0 w 1658"/>
                  <a:gd name="T73" fmla="*/ 0 h 2635"/>
                  <a:gd name="T74" fmla="*/ 0 w 1658"/>
                  <a:gd name="T75" fmla="*/ 0 h 2635"/>
                  <a:gd name="T76" fmla="*/ 0 w 1658"/>
                  <a:gd name="T77" fmla="*/ 0 h 2635"/>
                  <a:gd name="T78" fmla="*/ 0 w 1658"/>
                  <a:gd name="T79" fmla="*/ 0 h 2635"/>
                  <a:gd name="T80" fmla="*/ 0 w 1658"/>
                  <a:gd name="T81" fmla="*/ 0 h 2635"/>
                  <a:gd name="T82" fmla="*/ 0 w 1658"/>
                  <a:gd name="T83" fmla="*/ 0 h 2635"/>
                  <a:gd name="T84" fmla="*/ 0 w 1658"/>
                  <a:gd name="T85" fmla="*/ 0 h 2635"/>
                  <a:gd name="T86" fmla="*/ 0 w 1658"/>
                  <a:gd name="T87" fmla="*/ 0 h 2635"/>
                  <a:gd name="T88" fmla="*/ 0 w 1658"/>
                  <a:gd name="T89" fmla="*/ 0 h 2635"/>
                  <a:gd name="T90" fmla="*/ 0 w 1658"/>
                  <a:gd name="T91" fmla="*/ 0 h 2635"/>
                  <a:gd name="T92" fmla="*/ 0 w 1658"/>
                  <a:gd name="T93" fmla="*/ 0 h 2635"/>
                  <a:gd name="T94" fmla="*/ 0 w 1658"/>
                  <a:gd name="T95" fmla="*/ 0 h 2635"/>
                  <a:gd name="T96" fmla="*/ 0 w 1658"/>
                  <a:gd name="T97" fmla="*/ 0 h 2635"/>
                  <a:gd name="T98" fmla="*/ 0 w 1658"/>
                  <a:gd name="T99" fmla="*/ 0 h 2635"/>
                  <a:gd name="T100" fmla="*/ 0 w 1658"/>
                  <a:gd name="T101" fmla="*/ 0 h 2635"/>
                  <a:gd name="T102" fmla="*/ 0 w 1658"/>
                  <a:gd name="T103" fmla="*/ 0 h 2635"/>
                  <a:gd name="T104" fmla="*/ 0 w 1658"/>
                  <a:gd name="T105" fmla="*/ 0 h 2635"/>
                  <a:gd name="T106" fmla="*/ 0 w 1658"/>
                  <a:gd name="T107" fmla="*/ 0 h 2635"/>
                  <a:gd name="T108" fmla="*/ 0 w 1658"/>
                  <a:gd name="T109" fmla="*/ 0 h 2635"/>
                  <a:gd name="T110" fmla="*/ 0 w 1658"/>
                  <a:gd name="T111" fmla="*/ 0 h 2635"/>
                  <a:gd name="T112" fmla="*/ 0 w 1658"/>
                  <a:gd name="T113" fmla="*/ 0 h 2635"/>
                  <a:gd name="T114" fmla="*/ 0 w 1658"/>
                  <a:gd name="T115" fmla="*/ 0 h 2635"/>
                  <a:gd name="T116" fmla="*/ 0 w 1658"/>
                  <a:gd name="T117" fmla="*/ 0 h 2635"/>
                  <a:gd name="T118" fmla="*/ 0 w 1658"/>
                  <a:gd name="T119" fmla="*/ 0 h 2635"/>
                  <a:gd name="T120" fmla="*/ 0 w 1658"/>
                  <a:gd name="T121" fmla="*/ 0 h 263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658"/>
                  <a:gd name="T184" fmla="*/ 0 h 2635"/>
                  <a:gd name="T185" fmla="*/ 1658 w 1658"/>
                  <a:gd name="T186" fmla="*/ 2635 h 263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658" h="2635">
                    <a:moveTo>
                      <a:pt x="7" y="196"/>
                    </a:moveTo>
                    <a:lnTo>
                      <a:pt x="0" y="216"/>
                    </a:lnTo>
                    <a:lnTo>
                      <a:pt x="14" y="231"/>
                    </a:lnTo>
                    <a:lnTo>
                      <a:pt x="58" y="251"/>
                    </a:lnTo>
                    <a:lnTo>
                      <a:pt x="106" y="260"/>
                    </a:lnTo>
                    <a:lnTo>
                      <a:pt x="185" y="260"/>
                    </a:lnTo>
                    <a:lnTo>
                      <a:pt x="291" y="244"/>
                    </a:lnTo>
                    <a:lnTo>
                      <a:pt x="208" y="279"/>
                    </a:lnTo>
                    <a:lnTo>
                      <a:pt x="114" y="292"/>
                    </a:lnTo>
                    <a:lnTo>
                      <a:pt x="35" y="292"/>
                    </a:lnTo>
                    <a:lnTo>
                      <a:pt x="35" y="315"/>
                    </a:lnTo>
                    <a:lnTo>
                      <a:pt x="58" y="341"/>
                    </a:lnTo>
                    <a:lnTo>
                      <a:pt x="114" y="366"/>
                    </a:lnTo>
                    <a:lnTo>
                      <a:pt x="185" y="354"/>
                    </a:lnTo>
                    <a:lnTo>
                      <a:pt x="231" y="385"/>
                    </a:lnTo>
                    <a:lnTo>
                      <a:pt x="226" y="398"/>
                    </a:lnTo>
                    <a:lnTo>
                      <a:pt x="185" y="420"/>
                    </a:lnTo>
                    <a:lnTo>
                      <a:pt x="141" y="426"/>
                    </a:lnTo>
                    <a:lnTo>
                      <a:pt x="220" y="435"/>
                    </a:lnTo>
                    <a:lnTo>
                      <a:pt x="354" y="435"/>
                    </a:lnTo>
                    <a:lnTo>
                      <a:pt x="510" y="414"/>
                    </a:lnTo>
                    <a:lnTo>
                      <a:pt x="611" y="385"/>
                    </a:lnTo>
                    <a:lnTo>
                      <a:pt x="487" y="426"/>
                    </a:lnTo>
                    <a:lnTo>
                      <a:pt x="345" y="456"/>
                    </a:lnTo>
                    <a:lnTo>
                      <a:pt x="244" y="475"/>
                    </a:lnTo>
                    <a:lnTo>
                      <a:pt x="305" y="504"/>
                    </a:lnTo>
                    <a:lnTo>
                      <a:pt x="437" y="523"/>
                    </a:lnTo>
                    <a:lnTo>
                      <a:pt x="543" y="532"/>
                    </a:lnTo>
                    <a:lnTo>
                      <a:pt x="662" y="532"/>
                    </a:lnTo>
                    <a:lnTo>
                      <a:pt x="741" y="511"/>
                    </a:lnTo>
                    <a:lnTo>
                      <a:pt x="625" y="475"/>
                    </a:lnTo>
                    <a:lnTo>
                      <a:pt x="824" y="398"/>
                    </a:lnTo>
                    <a:lnTo>
                      <a:pt x="763" y="370"/>
                    </a:lnTo>
                    <a:lnTo>
                      <a:pt x="875" y="378"/>
                    </a:lnTo>
                    <a:lnTo>
                      <a:pt x="945" y="414"/>
                    </a:lnTo>
                    <a:lnTo>
                      <a:pt x="1029" y="470"/>
                    </a:lnTo>
                    <a:lnTo>
                      <a:pt x="1095" y="511"/>
                    </a:lnTo>
                    <a:lnTo>
                      <a:pt x="1142" y="622"/>
                    </a:lnTo>
                    <a:lnTo>
                      <a:pt x="1204" y="622"/>
                    </a:lnTo>
                    <a:lnTo>
                      <a:pt x="1257" y="609"/>
                    </a:lnTo>
                    <a:lnTo>
                      <a:pt x="1296" y="580"/>
                    </a:lnTo>
                    <a:lnTo>
                      <a:pt x="1331" y="537"/>
                    </a:lnTo>
                    <a:lnTo>
                      <a:pt x="1354" y="511"/>
                    </a:lnTo>
                    <a:lnTo>
                      <a:pt x="1361" y="559"/>
                    </a:lnTo>
                    <a:lnTo>
                      <a:pt x="1347" y="609"/>
                    </a:lnTo>
                    <a:lnTo>
                      <a:pt x="1310" y="651"/>
                    </a:lnTo>
                    <a:lnTo>
                      <a:pt x="1382" y="651"/>
                    </a:lnTo>
                    <a:lnTo>
                      <a:pt x="1446" y="638"/>
                    </a:lnTo>
                    <a:lnTo>
                      <a:pt x="1485" y="651"/>
                    </a:lnTo>
                    <a:lnTo>
                      <a:pt x="1508" y="684"/>
                    </a:lnTo>
                    <a:lnTo>
                      <a:pt x="1523" y="765"/>
                    </a:lnTo>
                    <a:lnTo>
                      <a:pt x="1517" y="936"/>
                    </a:lnTo>
                    <a:lnTo>
                      <a:pt x="1543" y="996"/>
                    </a:lnTo>
                    <a:lnTo>
                      <a:pt x="1580" y="1030"/>
                    </a:lnTo>
                    <a:lnTo>
                      <a:pt x="1591" y="1073"/>
                    </a:lnTo>
                    <a:lnTo>
                      <a:pt x="1559" y="1073"/>
                    </a:lnTo>
                    <a:lnTo>
                      <a:pt x="1469" y="1014"/>
                    </a:lnTo>
                    <a:lnTo>
                      <a:pt x="1354" y="1009"/>
                    </a:lnTo>
                    <a:lnTo>
                      <a:pt x="1287" y="1095"/>
                    </a:lnTo>
                    <a:lnTo>
                      <a:pt x="1268" y="1226"/>
                    </a:lnTo>
                    <a:lnTo>
                      <a:pt x="1340" y="1284"/>
                    </a:lnTo>
                    <a:lnTo>
                      <a:pt x="1319" y="1457"/>
                    </a:lnTo>
                    <a:lnTo>
                      <a:pt x="1361" y="1374"/>
                    </a:lnTo>
                    <a:lnTo>
                      <a:pt x="1460" y="1330"/>
                    </a:lnTo>
                    <a:lnTo>
                      <a:pt x="1422" y="1240"/>
                    </a:lnTo>
                    <a:lnTo>
                      <a:pt x="1340" y="1219"/>
                    </a:lnTo>
                    <a:lnTo>
                      <a:pt x="1409" y="1143"/>
                    </a:lnTo>
                    <a:lnTo>
                      <a:pt x="1508" y="1212"/>
                    </a:lnTo>
                    <a:lnTo>
                      <a:pt x="1479" y="1106"/>
                    </a:lnTo>
                    <a:lnTo>
                      <a:pt x="1517" y="1095"/>
                    </a:lnTo>
                    <a:lnTo>
                      <a:pt x="1422" y="1099"/>
                    </a:lnTo>
                    <a:lnTo>
                      <a:pt x="1303" y="1189"/>
                    </a:lnTo>
                    <a:lnTo>
                      <a:pt x="1319" y="1099"/>
                    </a:lnTo>
                    <a:lnTo>
                      <a:pt x="1367" y="1035"/>
                    </a:lnTo>
                    <a:lnTo>
                      <a:pt x="1460" y="1035"/>
                    </a:lnTo>
                    <a:lnTo>
                      <a:pt x="1559" y="1095"/>
                    </a:lnTo>
                    <a:lnTo>
                      <a:pt x="1564" y="1198"/>
                    </a:lnTo>
                    <a:lnTo>
                      <a:pt x="1543" y="1316"/>
                    </a:lnTo>
                    <a:lnTo>
                      <a:pt x="1469" y="1435"/>
                    </a:lnTo>
                    <a:lnTo>
                      <a:pt x="1446" y="1519"/>
                    </a:lnTo>
                    <a:lnTo>
                      <a:pt x="1361" y="1560"/>
                    </a:lnTo>
                    <a:lnTo>
                      <a:pt x="1296" y="1493"/>
                    </a:lnTo>
                    <a:lnTo>
                      <a:pt x="1220" y="1968"/>
                    </a:lnTo>
                    <a:lnTo>
                      <a:pt x="1163" y="2261"/>
                    </a:lnTo>
                    <a:lnTo>
                      <a:pt x="939" y="2501"/>
                    </a:lnTo>
                    <a:lnTo>
                      <a:pt x="851" y="2635"/>
                    </a:lnTo>
                    <a:lnTo>
                      <a:pt x="958" y="2492"/>
                    </a:lnTo>
                    <a:lnTo>
                      <a:pt x="1257" y="2174"/>
                    </a:lnTo>
                    <a:lnTo>
                      <a:pt x="1446" y="1827"/>
                    </a:lnTo>
                    <a:lnTo>
                      <a:pt x="1430" y="1807"/>
                    </a:lnTo>
                    <a:lnTo>
                      <a:pt x="1382" y="1811"/>
                    </a:lnTo>
                    <a:lnTo>
                      <a:pt x="1384" y="1730"/>
                    </a:lnTo>
                    <a:lnTo>
                      <a:pt x="1494" y="1701"/>
                    </a:lnTo>
                    <a:lnTo>
                      <a:pt x="1494" y="1624"/>
                    </a:lnTo>
                    <a:lnTo>
                      <a:pt x="1591" y="1592"/>
                    </a:lnTo>
                    <a:lnTo>
                      <a:pt x="1619" y="1457"/>
                    </a:lnTo>
                    <a:lnTo>
                      <a:pt x="1658" y="1394"/>
                    </a:lnTo>
                    <a:lnTo>
                      <a:pt x="1580" y="1350"/>
                    </a:lnTo>
                    <a:lnTo>
                      <a:pt x="1573" y="1306"/>
                    </a:lnTo>
                    <a:lnTo>
                      <a:pt x="1591" y="1240"/>
                    </a:lnTo>
                    <a:lnTo>
                      <a:pt x="1591" y="1154"/>
                    </a:lnTo>
                    <a:lnTo>
                      <a:pt x="1580" y="1122"/>
                    </a:lnTo>
                    <a:lnTo>
                      <a:pt x="1642" y="1143"/>
                    </a:lnTo>
                    <a:lnTo>
                      <a:pt x="1619" y="1057"/>
                    </a:lnTo>
                    <a:lnTo>
                      <a:pt x="1564" y="967"/>
                    </a:lnTo>
                    <a:lnTo>
                      <a:pt x="1550" y="897"/>
                    </a:lnTo>
                    <a:lnTo>
                      <a:pt x="1550" y="813"/>
                    </a:lnTo>
                    <a:lnTo>
                      <a:pt x="1543" y="741"/>
                    </a:lnTo>
                    <a:lnTo>
                      <a:pt x="1550" y="700"/>
                    </a:lnTo>
                    <a:lnTo>
                      <a:pt x="1501" y="580"/>
                    </a:lnTo>
                    <a:lnTo>
                      <a:pt x="1418" y="462"/>
                    </a:lnTo>
                    <a:lnTo>
                      <a:pt x="1326" y="389"/>
                    </a:lnTo>
                    <a:lnTo>
                      <a:pt x="1257" y="341"/>
                    </a:lnTo>
                    <a:lnTo>
                      <a:pt x="1227" y="225"/>
                    </a:lnTo>
                    <a:lnTo>
                      <a:pt x="1137" y="147"/>
                    </a:lnTo>
                    <a:lnTo>
                      <a:pt x="1044" y="119"/>
                    </a:lnTo>
                    <a:lnTo>
                      <a:pt x="909" y="40"/>
                    </a:lnTo>
                    <a:lnTo>
                      <a:pt x="747" y="0"/>
                    </a:lnTo>
                    <a:lnTo>
                      <a:pt x="584" y="4"/>
                    </a:lnTo>
                    <a:lnTo>
                      <a:pt x="427" y="36"/>
                    </a:lnTo>
                    <a:lnTo>
                      <a:pt x="298" y="97"/>
                    </a:lnTo>
                    <a:lnTo>
                      <a:pt x="127" y="161"/>
                    </a:lnTo>
                    <a:lnTo>
                      <a:pt x="7" y="1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21" name="Freeform 215"/>
              <p:cNvSpPr>
                <a:spLocks/>
              </p:cNvSpPr>
              <p:nvPr/>
            </p:nvSpPr>
            <p:spPr bwMode="auto">
              <a:xfrm>
                <a:off x="3526" y="1487"/>
                <a:ext cx="56" cy="44"/>
              </a:xfrm>
              <a:custGeom>
                <a:avLst/>
                <a:gdLst>
                  <a:gd name="T0" fmla="*/ 0 w 445"/>
                  <a:gd name="T1" fmla="*/ 0 h 358"/>
                  <a:gd name="T2" fmla="*/ 0 w 445"/>
                  <a:gd name="T3" fmla="*/ 0 h 358"/>
                  <a:gd name="T4" fmla="*/ 0 w 445"/>
                  <a:gd name="T5" fmla="*/ 0 h 358"/>
                  <a:gd name="T6" fmla="*/ 0 w 445"/>
                  <a:gd name="T7" fmla="*/ 0 h 358"/>
                  <a:gd name="T8" fmla="*/ 0 w 445"/>
                  <a:gd name="T9" fmla="*/ 0 h 358"/>
                  <a:gd name="T10" fmla="*/ 0 w 445"/>
                  <a:gd name="T11" fmla="*/ 0 h 358"/>
                  <a:gd name="T12" fmla="*/ 0 w 445"/>
                  <a:gd name="T13" fmla="*/ 0 h 358"/>
                  <a:gd name="T14" fmla="*/ 0 w 445"/>
                  <a:gd name="T15" fmla="*/ 0 h 358"/>
                  <a:gd name="T16" fmla="*/ 0 w 445"/>
                  <a:gd name="T17" fmla="*/ 0 h 358"/>
                  <a:gd name="T18" fmla="*/ 0 w 445"/>
                  <a:gd name="T19" fmla="*/ 0 h 358"/>
                  <a:gd name="T20" fmla="*/ 0 w 445"/>
                  <a:gd name="T21" fmla="*/ 0 h 358"/>
                  <a:gd name="T22" fmla="*/ 0 w 445"/>
                  <a:gd name="T23" fmla="*/ 0 h 358"/>
                  <a:gd name="T24" fmla="*/ 0 w 445"/>
                  <a:gd name="T25" fmla="*/ 0 h 358"/>
                  <a:gd name="T26" fmla="*/ 0 w 445"/>
                  <a:gd name="T27" fmla="*/ 0 h 358"/>
                  <a:gd name="T28" fmla="*/ 0 w 445"/>
                  <a:gd name="T29" fmla="*/ 0 h 358"/>
                  <a:gd name="T30" fmla="*/ 0 w 445"/>
                  <a:gd name="T31" fmla="*/ 0 h 358"/>
                  <a:gd name="T32" fmla="*/ 0 w 445"/>
                  <a:gd name="T33" fmla="*/ 0 h 358"/>
                  <a:gd name="T34" fmla="*/ 0 w 445"/>
                  <a:gd name="T35" fmla="*/ 0 h 358"/>
                  <a:gd name="T36" fmla="*/ 0 w 445"/>
                  <a:gd name="T37" fmla="*/ 0 h 358"/>
                  <a:gd name="T38" fmla="*/ 0 w 445"/>
                  <a:gd name="T39" fmla="*/ 0 h 358"/>
                  <a:gd name="T40" fmla="*/ 0 w 445"/>
                  <a:gd name="T41" fmla="*/ 0 h 358"/>
                  <a:gd name="T42" fmla="*/ 0 w 445"/>
                  <a:gd name="T43" fmla="*/ 0 h 358"/>
                  <a:gd name="T44" fmla="*/ 0 w 445"/>
                  <a:gd name="T45" fmla="*/ 0 h 358"/>
                  <a:gd name="T46" fmla="*/ 0 w 445"/>
                  <a:gd name="T47" fmla="*/ 0 h 358"/>
                  <a:gd name="T48" fmla="*/ 0 w 445"/>
                  <a:gd name="T49" fmla="*/ 0 h 358"/>
                  <a:gd name="T50" fmla="*/ 0 w 445"/>
                  <a:gd name="T51" fmla="*/ 0 h 358"/>
                  <a:gd name="T52" fmla="*/ 0 w 445"/>
                  <a:gd name="T53" fmla="*/ 0 h 35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45"/>
                  <a:gd name="T82" fmla="*/ 0 h 358"/>
                  <a:gd name="T83" fmla="*/ 445 w 445"/>
                  <a:gd name="T84" fmla="*/ 358 h 35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45" h="358">
                    <a:moveTo>
                      <a:pt x="141" y="27"/>
                    </a:moveTo>
                    <a:lnTo>
                      <a:pt x="69" y="48"/>
                    </a:lnTo>
                    <a:lnTo>
                      <a:pt x="0" y="113"/>
                    </a:lnTo>
                    <a:lnTo>
                      <a:pt x="84" y="113"/>
                    </a:lnTo>
                    <a:lnTo>
                      <a:pt x="42" y="209"/>
                    </a:lnTo>
                    <a:lnTo>
                      <a:pt x="93" y="233"/>
                    </a:lnTo>
                    <a:lnTo>
                      <a:pt x="127" y="358"/>
                    </a:lnTo>
                    <a:lnTo>
                      <a:pt x="115" y="222"/>
                    </a:lnTo>
                    <a:lnTo>
                      <a:pt x="163" y="180"/>
                    </a:lnTo>
                    <a:lnTo>
                      <a:pt x="240" y="161"/>
                    </a:lnTo>
                    <a:lnTo>
                      <a:pt x="316" y="161"/>
                    </a:lnTo>
                    <a:lnTo>
                      <a:pt x="385" y="173"/>
                    </a:lnTo>
                    <a:lnTo>
                      <a:pt x="445" y="209"/>
                    </a:lnTo>
                    <a:lnTo>
                      <a:pt x="374" y="161"/>
                    </a:lnTo>
                    <a:lnTo>
                      <a:pt x="268" y="134"/>
                    </a:lnTo>
                    <a:lnTo>
                      <a:pt x="189" y="134"/>
                    </a:lnTo>
                    <a:lnTo>
                      <a:pt x="99" y="161"/>
                    </a:lnTo>
                    <a:lnTo>
                      <a:pt x="106" y="119"/>
                    </a:lnTo>
                    <a:lnTo>
                      <a:pt x="150" y="90"/>
                    </a:lnTo>
                    <a:lnTo>
                      <a:pt x="62" y="90"/>
                    </a:lnTo>
                    <a:lnTo>
                      <a:pt x="99" y="64"/>
                    </a:lnTo>
                    <a:lnTo>
                      <a:pt x="163" y="33"/>
                    </a:lnTo>
                    <a:lnTo>
                      <a:pt x="219" y="42"/>
                    </a:lnTo>
                    <a:lnTo>
                      <a:pt x="316" y="64"/>
                    </a:lnTo>
                    <a:lnTo>
                      <a:pt x="247" y="20"/>
                    </a:lnTo>
                    <a:lnTo>
                      <a:pt x="163" y="0"/>
                    </a:lnTo>
                    <a:lnTo>
                      <a:pt x="141"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22" name="Freeform 216"/>
              <p:cNvSpPr>
                <a:spLocks/>
              </p:cNvSpPr>
              <p:nvPr/>
            </p:nvSpPr>
            <p:spPr bwMode="auto">
              <a:xfrm>
                <a:off x="3544" y="1538"/>
                <a:ext cx="48" cy="38"/>
              </a:xfrm>
              <a:custGeom>
                <a:avLst/>
                <a:gdLst>
                  <a:gd name="T0" fmla="*/ 0 w 387"/>
                  <a:gd name="T1" fmla="*/ 0 h 303"/>
                  <a:gd name="T2" fmla="*/ 0 w 387"/>
                  <a:gd name="T3" fmla="*/ 0 h 303"/>
                  <a:gd name="T4" fmla="*/ 0 w 387"/>
                  <a:gd name="T5" fmla="*/ 0 h 303"/>
                  <a:gd name="T6" fmla="*/ 0 w 387"/>
                  <a:gd name="T7" fmla="*/ 0 h 303"/>
                  <a:gd name="T8" fmla="*/ 0 w 387"/>
                  <a:gd name="T9" fmla="*/ 0 h 303"/>
                  <a:gd name="T10" fmla="*/ 0 w 387"/>
                  <a:gd name="T11" fmla="*/ 0 h 303"/>
                  <a:gd name="T12" fmla="*/ 0 w 387"/>
                  <a:gd name="T13" fmla="*/ 0 h 303"/>
                  <a:gd name="T14" fmla="*/ 0 w 387"/>
                  <a:gd name="T15" fmla="*/ 0 h 303"/>
                  <a:gd name="T16" fmla="*/ 0 w 387"/>
                  <a:gd name="T17" fmla="*/ 0 h 303"/>
                  <a:gd name="T18" fmla="*/ 0 w 387"/>
                  <a:gd name="T19" fmla="*/ 0 h 303"/>
                  <a:gd name="T20" fmla="*/ 0 w 387"/>
                  <a:gd name="T21" fmla="*/ 0 h 303"/>
                  <a:gd name="T22" fmla="*/ 0 w 387"/>
                  <a:gd name="T23" fmla="*/ 0 h 303"/>
                  <a:gd name="T24" fmla="*/ 0 w 387"/>
                  <a:gd name="T25" fmla="*/ 0 h 303"/>
                  <a:gd name="T26" fmla="*/ 0 w 387"/>
                  <a:gd name="T27" fmla="*/ 0 h 303"/>
                  <a:gd name="T28" fmla="*/ 0 w 387"/>
                  <a:gd name="T29" fmla="*/ 0 h 303"/>
                  <a:gd name="T30" fmla="*/ 0 w 387"/>
                  <a:gd name="T31" fmla="*/ 0 h 303"/>
                  <a:gd name="T32" fmla="*/ 0 w 387"/>
                  <a:gd name="T33" fmla="*/ 0 h 303"/>
                  <a:gd name="T34" fmla="*/ 0 w 387"/>
                  <a:gd name="T35" fmla="*/ 0 h 303"/>
                  <a:gd name="T36" fmla="*/ 0 w 387"/>
                  <a:gd name="T37" fmla="*/ 0 h 303"/>
                  <a:gd name="T38" fmla="*/ 0 w 387"/>
                  <a:gd name="T39" fmla="*/ 0 h 303"/>
                  <a:gd name="T40" fmla="*/ 0 w 387"/>
                  <a:gd name="T41" fmla="*/ 0 h 303"/>
                  <a:gd name="T42" fmla="*/ 0 w 387"/>
                  <a:gd name="T43" fmla="*/ 0 h 303"/>
                  <a:gd name="T44" fmla="*/ 0 w 387"/>
                  <a:gd name="T45" fmla="*/ 0 h 303"/>
                  <a:gd name="T46" fmla="*/ 0 w 387"/>
                  <a:gd name="T47" fmla="*/ 0 h 3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87"/>
                  <a:gd name="T73" fmla="*/ 0 h 303"/>
                  <a:gd name="T74" fmla="*/ 387 w 387"/>
                  <a:gd name="T75" fmla="*/ 303 h 30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87" h="303">
                    <a:moveTo>
                      <a:pt x="22" y="18"/>
                    </a:moveTo>
                    <a:lnTo>
                      <a:pt x="115" y="0"/>
                    </a:lnTo>
                    <a:lnTo>
                      <a:pt x="191" y="18"/>
                    </a:lnTo>
                    <a:lnTo>
                      <a:pt x="244" y="53"/>
                    </a:lnTo>
                    <a:lnTo>
                      <a:pt x="281" y="92"/>
                    </a:lnTo>
                    <a:lnTo>
                      <a:pt x="288" y="138"/>
                    </a:lnTo>
                    <a:lnTo>
                      <a:pt x="281" y="156"/>
                    </a:lnTo>
                    <a:lnTo>
                      <a:pt x="255" y="152"/>
                    </a:lnTo>
                    <a:lnTo>
                      <a:pt x="219" y="130"/>
                    </a:lnTo>
                    <a:lnTo>
                      <a:pt x="175" y="92"/>
                    </a:lnTo>
                    <a:lnTo>
                      <a:pt x="127" y="87"/>
                    </a:lnTo>
                    <a:lnTo>
                      <a:pt x="172" y="152"/>
                    </a:lnTo>
                    <a:lnTo>
                      <a:pt x="191" y="207"/>
                    </a:lnTo>
                    <a:lnTo>
                      <a:pt x="182" y="260"/>
                    </a:lnTo>
                    <a:lnTo>
                      <a:pt x="360" y="290"/>
                    </a:lnTo>
                    <a:lnTo>
                      <a:pt x="387" y="303"/>
                    </a:lnTo>
                    <a:lnTo>
                      <a:pt x="147" y="276"/>
                    </a:lnTo>
                    <a:lnTo>
                      <a:pt x="163" y="239"/>
                    </a:lnTo>
                    <a:lnTo>
                      <a:pt x="156" y="191"/>
                    </a:lnTo>
                    <a:lnTo>
                      <a:pt x="121" y="130"/>
                    </a:lnTo>
                    <a:lnTo>
                      <a:pt x="83" y="87"/>
                    </a:lnTo>
                    <a:lnTo>
                      <a:pt x="16" y="53"/>
                    </a:lnTo>
                    <a:lnTo>
                      <a:pt x="0" y="9"/>
                    </a:lnTo>
                    <a:lnTo>
                      <a:pt x="22"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23" name="Freeform 217"/>
              <p:cNvSpPr>
                <a:spLocks/>
              </p:cNvSpPr>
              <p:nvPr/>
            </p:nvSpPr>
            <p:spPr bwMode="auto">
              <a:xfrm>
                <a:off x="3554" y="1572"/>
                <a:ext cx="27" cy="40"/>
              </a:xfrm>
              <a:custGeom>
                <a:avLst/>
                <a:gdLst>
                  <a:gd name="T0" fmla="*/ 0 w 214"/>
                  <a:gd name="T1" fmla="*/ 0 h 313"/>
                  <a:gd name="T2" fmla="*/ 0 w 214"/>
                  <a:gd name="T3" fmla="*/ 0 h 313"/>
                  <a:gd name="T4" fmla="*/ 0 w 214"/>
                  <a:gd name="T5" fmla="*/ 0 h 313"/>
                  <a:gd name="T6" fmla="*/ 0 w 214"/>
                  <a:gd name="T7" fmla="*/ 0 h 313"/>
                  <a:gd name="T8" fmla="*/ 0 w 214"/>
                  <a:gd name="T9" fmla="*/ 0 h 313"/>
                  <a:gd name="T10" fmla="*/ 0 w 214"/>
                  <a:gd name="T11" fmla="*/ 0 h 313"/>
                  <a:gd name="T12" fmla="*/ 0 60000 65536"/>
                  <a:gd name="T13" fmla="*/ 0 60000 65536"/>
                  <a:gd name="T14" fmla="*/ 0 60000 65536"/>
                  <a:gd name="T15" fmla="*/ 0 60000 65536"/>
                  <a:gd name="T16" fmla="*/ 0 60000 65536"/>
                  <a:gd name="T17" fmla="*/ 0 60000 65536"/>
                  <a:gd name="T18" fmla="*/ 0 w 214"/>
                  <a:gd name="T19" fmla="*/ 0 h 313"/>
                  <a:gd name="T20" fmla="*/ 214 w 214"/>
                  <a:gd name="T21" fmla="*/ 313 h 313"/>
                </a:gdLst>
                <a:ahLst/>
                <a:cxnLst>
                  <a:cxn ang="T12">
                    <a:pos x="T0" y="T1"/>
                  </a:cxn>
                  <a:cxn ang="T13">
                    <a:pos x="T2" y="T3"/>
                  </a:cxn>
                  <a:cxn ang="T14">
                    <a:pos x="T4" y="T5"/>
                  </a:cxn>
                  <a:cxn ang="T15">
                    <a:pos x="T6" y="T7"/>
                  </a:cxn>
                  <a:cxn ang="T16">
                    <a:pos x="T8" y="T9"/>
                  </a:cxn>
                  <a:cxn ang="T17">
                    <a:pos x="T10" y="T11"/>
                  </a:cxn>
                </a:cxnLst>
                <a:rect l="T18" t="T19" r="T20" b="T21"/>
                <a:pathLst>
                  <a:path w="214" h="313">
                    <a:moveTo>
                      <a:pt x="89" y="0"/>
                    </a:moveTo>
                    <a:lnTo>
                      <a:pt x="0" y="179"/>
                    </a:lnTo>
                    <a:lnTo>
                      <a:pt x="9" y="313"/>
                    </a:lnTo>
                    <a:lnTo>
                      <a:pt x="214" y="65"/>
                    </a:lnTo>
                    <a:lnTo>
                      <a:pt x="214" y="14"/>
                    </a:lnTo>
                    <a:lnTo>
                      <a:pt x="8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24" name="Freeform 218"/>
              <p:cNvSpPr>
                <a:spLocks/>
              </p:cNvSpPr>
              <p:nvPr/>
            </p:nvSpPr>
            <p:spPr bwMode="auto">
              <a:xfrm>
                <a:off x="3464" y="1673"/>
                <a:ext cx="107" cy="80"/>
              </a:xfrm>
              <a:custGeom>
                <a:avLst/>
                <a:gdLst>
                  <a:gd name="T0" fmla="*/ 0 w 857"/>
                  <a:gd name="T1" fmla="*/ 0 h 640"/>
                  <a:gd name="T2" fmla="*/ 0 w 857"/>
                  <a:gd name="T3" fmla="*/ 0 h 640"/>
                  <a:gd name="T4" fmla="*/ 0 w 857"/>
                  <a:gd name="T5" fmla="*/ 0 h 640"/>
                  <a:gd name="T6" fmla="*/ 0 w 857"/>
                  <a:gd name="T7" fmla="*/ 0 h 640"/>
                  <a:gd name="T8" fmla="*/ 0 w 857"/>
                  <a:gd name="T9" fmla="*/ 0 h 640"/>
                  <a:gd name="T10" fmla="*/ 0 w 857"/>
                  <a:gd name="T11" fmla="*/ 0 h 640"/>
                  <a:gd name="T12" fmla="*/ 0 w 857"/>
                  <a:gd name="T13" fmla="*/ 0 h 640"/>
                  <a:gd name="T14" fmla="*/ 0 w 857"/>
                  <a:gd name="T15" fmla="*/ 0 h 640"/>
                  <a:gd name="T16" fmla="*/ 0 w 857"/>
                  <a:gd name="T17" fmla="*/ 0 h 640"/>
                  <a:gd name="T18" fmla="*/ 0 w 857"/>
                  <a:gd name="T19" fmla="*/ 0 h 640"/>
                  <a:gd name="T20" fmla="*/ 0 w 857"/>
                  <a:gd name="T21" fmla="*/ 0 h 640"/>
                  <a:gd name="T22" fmla="*/ 0 w 857"/>
                  <a:gd name="T23" fmla="*/ 0 h 640"/>
                  <a:gd name="T24" fmla="*/ 0 w 857"/>
                  <a:gd name="T25" fmla="*/ 0 h 640"/>
                  <a:gd name="T26" fmla="*/ 0 w 857"/>
                  <a:gd name="T27" fmla="*/ 0 h 640"/>
                  <a:gd name="T28" fmla="*/ 0 w 857"/>
                  <a:gd name="T29" fmla="*/ 0 h 640"/>
                  <a:gd name="T30" fmla="*/ 0 w 857"/>
                  <a:gd name="T31" fmla="*/ 0 h 640"/>
                  <a:gd name="T32" fmla="*/ 0 w 857"/>
                  <a:gd name="T33" fmla="*/ 0 h 640"/>
                  <a:gd name="T34" fmla="*/ 0 w 857"/>
                  <a:gd name="T35" fmla="*/ 0 h 640"/>
                  <a:gd name="T36" fmla="*/ 0 w 857"/>
                  <a:gd name="T37" fmla="*/ 0 h 640"/>
                  <a:gd name="T38" fmla="*/ 0 w 857"/>
                  <a:gd name="T39" fmla="*/ 0 h 640"/>
                  <a:gd name="T40" fmla="*/ 0 w 857"/>
                  <a:gd name="T41" fmla="*/ 0 h 640"/>
                  <a:gd name="T42" fmla="*/ 0 w 857"/>
                  <a:gd name="T43" fmla="*/ 0 h 640"/>
                  <a:gd name="T44" fmla="*/ 0 w 857"/>
                  <a:gd name="T45" fmla="*/ 0 h 640"/>
                  <a:gd name="T46" fmla="*/ 0 w 857"/>
                  <a:gd name="T47" fmla="*/ 0 h 640"/>
                  <a:gd name="T48" fmla="*/ 0 w 857"/>
                  <a:gd name="T49" fmla="*/ 0 h 640"/>
                  <a:gd name="T50" fmla="*/ 0 w 857"/>
                  <a:gd name="T51" fmla="*/ 0 h 640"/>
                  <a:gd name="T52" fmla="*/ 0 w 857"/>
                  <a:gd name="T53" fmla="*/ 0 h 640"/>
                  <a:gd name="T54" fmla="*/ 0 w 857"/>
                  <a:gd name="T55" fmla="*/ 0 h 6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857"/>
                  <a:gd name="T85" fmla="*/ 0 h 640"/>
                  <a:gd name="T86" fmla="*/ 857 w 857"/>
                  <a:gd name="T87" fmla="*/ 640 h 64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857" h="640">
                    <a:moveTo>
                      <a:pt x="857" y="0"/>
                    </a:moveTo>
                    <a:lnTo>
                      <a:pt x="749" y="53"/>
                    </a:lnTo>
                    <a:lnTo>
                      <a:pt x="648" y="198"/>
                    </a:lnTo>
                    <a:lnTo>
                      <a:pt x="514" y="187"/>
                    </a:lnTo>
                    <a:lnTo>
                      <a:pt x="470" y="260"/>
                    </a:lnTo>
                    <a:lnTo>
                      <a:pt x="415" y="297"/>
                    </a:lnTo>
                    <a:lnTo>
                      <a:pt x="276" y="288"/>
                    </a:lnTo>
                    <a:lnTo>
                      <a:pt x="186" y="321"/>
                    </a:lnTo>
                    <a:lnTo>
                      <a:pt x="118" y="345"/>
                    </a:lnTo>
                    <a:lnTo>
                      <a:pt x="48" y="345"/>
                    </a:lnTo>
                    <a:lnTo>
                      <a:pt x="0" y="317"/>
                    </a:lnTo>
                    <a:lnTo>
                      <a:pt x="48" y="359"/>
                    </a:lnTo>
                    <a:lnTo>
                      <a:pt x="105" y="366"/>
                    </a:lnTo>
                    <a:lnTo>
                      <a:pt x="223" y="366"/>
                    </a:lnTo>
                    <a:lnTo>
                      <a:pt x="294" y="391"/>
                    </a:lnTo>
                    <a:lnTo>
                      <a:pt x="382" y="514"/>
                    </a:lnTo>
                    <a:lnTo>
                      <a:pt x="507" y="611"/>
                    </a:lnTo>
                    <a:lnTo>
                      <a:pt x="527" y="640"/>
                    </a:lnTo>
                    <a:lnTo>
                      <a:pt x="564" y="615"/>
                    </a:lnTo>
                    <a:lnTo>
                      <a:pt x="555" y="550"/>
                    </a:lnTo>
                    <a:lnTo>
                      <a:pt x="544" y="461"/>
                    </a:lnTo>
                    <a:lnTo>
                      <a:pt x="555" y="380"/>
                    </a:lnTo>
                    <a:lnTo>
                      <a:pt x="569" y="327"/>
                    </a:lnTo>
                    <a:lnTo>
                      <a:pt x="630" y="267"/>
                    </a:lnTo>
                    <a:lnTo>
                      <a:pt x="685" y="226"/>
                    </a:lnTo>
                    <a:lnTo>
                      <a:pt x="738" y="132"/>
                    </a:lnTo>
                    <a:lnTo>
                      <a:pt x="800" y="57"/>
                    </a:lnTo>
                    <a:lnTo>
                      <a:pt x="85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25" name="Freeform 219"/>
              <p:cNvSpPr>
                <a:spLocks/>
              </p:cNvSpPr>
              <p:nvPr/>
            </p:nvSpPr>
            <p:spPr bwMode="auto">
              <a:xfrm>
                <a:off x="3547" y="1625"/>
                <a:ext cx="9" cy="43"/>
              </a:xfrm>
              <a:custGeom>
                <a:avLst/>
                <a:gdLst>
                  <a:gd name="T0" fmla="*/ 0 w 72"/>
                  <a:gd name="T1" fmla="*/ 0 h 339"/>
                  <a:gd name="T2" fmla="*/ 0 w 72"/>
                  <a:gd name="T3" fmla="*/ 0 h 339"/>
                  <a:gd name="T4" fmla="*/ 0 w 72"/>
                  <a:gd name="T5" fmla="*/ 0 h 339"/>
                  <a:gd name="T6" fmla="*/ 0 w 72"/>
                  <a:gd name="T7" fmla="*/ 0 h 339"/>
                  <a:gd name="T8" fmla="*/ 0 60000 65536"/>
                  <a:gd name="T9" fmla="*/ 0 60000 65536"/>
                  <a:gd name="T10" fmla="*/ 0 60000 65536"/>
                  <a:gd name="T11" fmla="*/ 0 60000 65536"/>
                  <a:gd name="T12" fmla="*/ 0 w 72"/>
                  <a:gd name="T13" fmla="*/ 0 h 339"/>
                  <a:gd name="T14" fmla="*/ 72 w 72"/>
                  <a:gd name="T15" fmla="*/ 339 h 339"/>
                </a:gdLst>
                <a:ahLst/>
                <a:cxnLst>
                  <a:cxn ang="T8">
                    <a:pos x="T0" y="T1"/>
                  </a:cxn>
                  <a:cxn ang="T9">
                    <a:pos x="T2" y="T3"/>
                  </a:cxn>
                  <a:cxn ang="T10">
                    <a:pos x="T4" y="T5"/>
                  </a:cxn>
                  <a:cxn ang="T11">
                    <a:pos x="T6" y="T7"/>
                  </a:cxn>
                </a:cxnLst>
                <a:rect l="T12" t="T13" r="T14" b="T15"/>
                <a:pathLst>
                  <a:path w="72" h="339">
                    <a:moveTo>
                      <a:pt x="56" y="0"/>
                    </a:moveTo>
                    <a:lnTo>
                      <a:pt x="0" y="339"/>
                    </a:lnTo>
                    <a:lnTo>
                      <a:pt x="72" y="117"/>
                    </a:lnTo>
                    <a:lnTo>
                      <a:pt x="5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26" name="Freeform 220"/>
              <p:cNvSpPr>
                <a:spLocks/>
              </p:cNvSpPr>
              <p:nvPr/>
            </p:nvSpPr>
            <p:spPr bwMode="auto">
              <a:xfrm>
                <a:off x="3437" y="1527"/>
                <a:ext cx="94" cy="23"/>
              </a:xfrm>
              <a:custGeom>
                <a:avLst/>
                <a:gdLst>
                  <a:gd name="T0" fmla="*/ 0 w 747"/>
                  <a:gd name="T1" fmla="*/ 0 h 189"/>
                  <a:gd name="T2" fmla="*/ 0 w 747"/>
                  <a:gd name="T3" fmla="*/ 0 h 189"/>
                  <a:gd name="T4" fmla="*/ 0 w 747"/>
                  <a:gd name="T5" fmla="*/ 0 h 189"/>
                  <a:gd name="T6" fmla="*/ 0 w 747"/>
                  <a:gd name="T7" fmla="*/ 0 h 189"/>
                  <a:gd name="T8" fmla="*/ 0 w 747"/>
                  <a:gd name="T9" fmla="*/ 0 h 189"/>
                  <a:gd name="T10" fmla="*/ 0 w 747"/>
                  <a:gd name="T11" fmla="*/ 0 h 189"/>
                  <a:gd name="T12" fmla="*/ 0 w 747"/>
                  <a:gd name="T13" fmla="*/ 0 h 189"/>
                  <a:gd name="T14" fmla="*/ 0 w 747"/>
                  <a:gd name="T15" fmla="*/ 0 h 189"/>
                  <a:gd name="T16" fmla="*/ 0 w 747"/>
                  <a:gd name="T17" fmla="*/ 0 h 189"/>
                  <a:gd name="T18" fmla="*/ 0 w 747"/>
                  <a:gd name="T19" fmla="*/ 0 h 1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89"/>
                  <a:gd name="T32" fmla="*/ 747 w 747"/>
                  <a:gd name="T33" fmla="*/ 189 h 1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89">
                    <a:moveTo>
                      <a:pt x="0" y="189"/>
                    </a:moveTo>
                    <a:lnTo>
                      <a:pt x="38" y="145"/>
                    </a:lnTo>
                    <a:lnTo>
                      <a:pt x="95" y="117"/>
                    </a:lnTo>
                    <a:lnTo>
                      <a:pt x="189" y="97"/>
                    </a:lnTo>
                    <a:lnTo>
                      <a:pt x="341" y="78"/>
                    </a:lnTo>
                    <a:lnTo>
                      <a:pt x="460" y="39"/>
                    </a:lnTo>
                    <a:lnTo>
                      <a:pt x="581" y="0"/>
                    </a:lnTo>
                    <a:lnTo>
                      <a:pt x="664" y="0"/>
                    </a:lnTo>
                    <a:lnTo>
                      <a:pt x="715" y="29"/>
                    </a:lnTo>
                    <a:lnTo>
                      <a:pt x="747" y="44"/>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227" name="Freeform 221"/>
              <p:cNvSpPr>
                <a:spLocks/>
              </p:cNvSpPr>
              <p:nvPr/>
            </p:nvSpPr>
            <p:spPr bwMode="auto">
              <a:xfrm>
                <a:off x="3458" y="1519"/>
                <a:ext cx="70" cy="14"/>
              </a:xfrm>
              <a:custGeom>
                <a:avLst/>
                <a:gdLst>
                  <a:gd name="T0" fmla="*/ 0 w 563"/>
                  <a:gd name="T1" fmla="*/ 0 h 118"/>
                  <a:gd name="T2" fmla="*/ 0 w 563"/>
                  <a:gd name="T3" fmla="*/ 0 h 118"/>
                  <a:gd name="T4" fmla="*/ 0 w 563"/>
                  <a:gd name="T5" fmla="*/ 0 h 118"/>
                  <a:gd name="T6" fmla="*/ 0 w 563"/>
                  <a:gd name="T7" fmla="*/ 0 h 118"/>
                  <a:gd name="T8" fmla="*/ 0 w 563"/>
                  <a:gd name="T9" fmla="*/ 0 h 118"/>
                  <a:gd name="T10" fmla="*/ 0 w 563"/>
                  <a:gd name="T11" fmla="*/ 0 h 118"/>
                  <a:gd name="T12" fmla="*/ 0 w 563"/>
                  <a:gd name="T13" fmla="*/ 0 h 118"/>
                  <a:gd name="T14" fmla="*/ 0 60000 65536"/>
                  <a:gd name="T15" fmla="*/ 0 60000 65536"/>
                  <a:gd name="T16" fmla="*/ 0 60000 65536"/>
                  <a:gd name="T17" fmla="*/ 0 60000 65536"/>
                  <a:gd name="T18" fmla="*/ 0 60000 65536"/>
                  <a:gd name="T19" fmla="*/ 0 60000 65536"/>
                  <a:gd name="T20" fmla="*/ 0 60000 65536"/>
                  <a:gd name="T21" fmla="*/ 0 w 563"/>
                  <a:gd name="T22" fmla="*/ 0 h 118"/>
                  <a:gd name="T23" fmla="*/ 563 w 563"/>
                  <a:gd name="T24" fmla="*/ 118 h 1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3" h="118">
                    <a:moveTo>
                      <a:pt x="0" y="118"/>
                    </a:moveTo>
                    <a:lnTo>
                      <a:pt x="134" y="94"/>
                    </a:lnTo>
                    <a:lnTo>
                      <a:pt x="266" y="41"/>
                    </a:lnTo>
                    <a:lnTo>
                      <a:pt x="362" y="4"/>
                    </a:lnTo>
                    <a:lnTo>
                      <a:pt x="436" y="0"/>
                    </a:lnTo>
                    <a:lnTo>
                      <a:pt x="496" y="17"/>
                    </a:lnTo>
                    <a:lnTo>
                      <a:pt x="563" y="48"/>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228" name="Freeform 222"/>
              <p:cNvSpPr>
                <a:spLocks/>
              </p:cNvSpPr>
              <p:nvPr/>
            </p:nvSpPr>
            <p:spPr bwMode="auto">
              <a:xfrm>
                <a:off x="3484" y="1512"/>
                <a:ext cx="35" cy="7"/>
              </a:xfrm>
              <a:custGeom>
                <a:avLst/>
                <a:gdLst>
                  <a:gd name="T0" fmla="*/ 0 w 279"/>
                  <a:gd name="T1" fmla="*/ 0 h 62"/>
                  <a:gd name="T2" fmla="*/ 0 w 279"/>
                  <a:gd name="T3" fmla="*/ 0 h 62"/>
                  <a:gd name="T4" fmla="*/ 0 w 279"/>
                  <a:gd name="T5" fmla="*/ 0 h 62"/>
                  <a:gd name="T6" fmla="*/ 0 w 279"/>
                  <a:gd name="T7" fmla="*/ 0 h 62"/>
                  <a:gd name="T8" fmla="*/ 0 60000 65536"/>
                  <a:gd name="T9" fmla="*/ 0 60000 65536"/>
                  <a:gd name="T10" fmla="*/ 0 60000 65536"/>
                  <a:gd name="T11" fmla="*/ 0 60000 65536"/>
                  <a:gd name="T12" fmla="*/ 0 w 279"/>
                  <a:gd name="T13" fmla="*/ 0 h 62"/>
                  <a:gd name="T14" fmla="*/ 279 w 279"/>
                  <a:gd name="T15" fmla="*/ 62 h 62"/>
                </a:gdLst>
                <a:ahLst/>
                <a:cxnLst>
                  <a:cxn ang="T8">
                    <a:pos x="T0" y="T1"/>
                  </a:cxn>
                  <a:cxn ang="T9">
                    <a:pos x="T2" y="T3"/>
                  </a:cxn>
                  <a:cxn ang="T10">
                    <a:pos x="T4" y="T5"/>
                  </a:cxn>
                  <a:cxn ang="T11">
                    <a:pos x="T6" y="T7"/>
                  </a:cxn>
                </a:cxnLst>
                <a:rect l="T12" t="T13" r="T14" b="T15"/>
                <a:pathLst>
                  <a:path w="279" h="62">
                    <a:moveTo>
                      <a:pt x="0" y="62"/>
                    </a:moveTo>
                    <a:lnTo>
                      <a:pt x="161" y="7"/>
                    </a:lnTo>
                    <a:lnTo>
                      <a:pt x="223" y="0"/>
                    </a:lnTo>
                    <a:lnTo>
                      <a:pt x="279" y="12"/>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229" name="Freeform 223"/>
              <p:cNvSpPr>
                <a:spLocks/>
              </p:cNvSpPr>
              <p:nvPr/>
            </p:nvSpPr>
            <p:spPr bwMode="auto">
              <a:xfrm>
                <a:off x="3524" y="1556"/>
                <a:ext cx="13" cy="16"/>
              </a:xfrm>
              <a:custGeom>
                <a:avLst/>
                <a:gdLst>
                  <a:gd name="T0" fmla="*/ 0 w 105"/>
                  <a:gd name="T1" fmla="*/ 0 h 128"/>
                  <a:gd name="T2" fmla="*/ 0 w 105"/>
                  <a:gd name="T3" fmla="*/ 0 h 128"/>
                  <a:gd name="T4" fmla="*/ 0 w 105"/>
                  <a:gd name="T5" fmla="*/ 0 h 128"/>
                  <a:gd name="T6" fmla="*/ 0 w 105"/>
                  <a:gd name="T7" fmla="*/ 0 h 128"/>
                  <a:gd name="T8" fmla="*/ 0 w 105"/>
                  <a:gd name="T9" fmla="*/ 0 h 128"/>
                  <a:gd name="T10" fmla="*/ 0 60000 65536"/>
                  <a:gd name="T11" fmla="*/ 0 60000 65536"/>
                  <a:gd name="T12" fmla="*/ 0 60000 65536"/>
                  <a:gd name="T13" fmla="*/ 0 60000 65536"/>
                  <a:gd name="T14" fmla="*/ 0 60000 65536"/>
                  <a:gd name="T15" fmla="*/ 0 w 105"/>
                  <a:gd name="T16" fmla="*/ 0 h 128"/>
                  <a:gd name="T17" fmla="*/ 105 w 105"/>
                  <a:gd name="T18" fmla="*/ 128 h 128"/>
                </a:gdLst>
                <a:ahLst/>
                <a:cxnLst>
                  <a:cxn ang="T10">
                    <a:pos x="T0" y="T1"/>
                  </a:cxn>
                  <a:cxn ang="T11">
                    <a:pos x="T2" y="T3"/>
                  </a:cxn>
                  <a:cxn ang="T12">
                    <a:pos x="T4" y="T5"/>
                  </a:cxn>
                  <a:cxn ang="T13">
                    <a:pos x="T6" y="T7"/>
                  </a:cxn>
                  <a:cxn ang="T14">
                    <a:pos x="T8" y="T9"/>
                  </a:cxn>
                </a:cxnLst>
                <a:rect l="T15" t="T16" r="T17" b="T18"/>
                <a:pathLst>
                  <a:path w="105" h="128">
                    <a:moveTo>
                      <a:pt x="0" y="0"/>
                    </a:moveTo>
                    <a:lnTo>
                      <a:pt x="0" y="101"/>
                    </a:lnTo>
                    <a:lnTo>
                      <a:pt x="52" y="128"/>
                    </a:lnTo>
                    <a:lnTo>
                      <a:pt x="105" y="3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30" name="Freeform 224"/>
              <p:cNvSpPr>
                <a:spLocks/>
              </p:cNvSpPr>
              <p:nvPr/>
            </p:nvSpPr>
            <p:spPr bwMode="auto">
              <a:xfrm>
                <a:off x="3653" y="1758"/>
                <a:ext cx="266" cy="472"/>
              </a:xfrm>
              <a:custGeom>
                <a:avLst/>
                <a:gdLst>
                  <a:gd name="T0" fmla="*/ 0 w 2124"/>
                  <a:gd name="T1" fmla="*/ 0 h 3774"/>
                  <a:gd name="T2" fmla="*/ 0 w 2124"/>
                  <a:gd name="T3" fmla="*/ 0 h 3774"/>
                  <a:gd name="T4" fmla="*/ 0 w 2124"/>
                  <a:gd name="T5" fmla="*/ 0 h 3774"/>
                  <a:gd name="T6" fmla="*/ 0 w 2124"/>
                  <a:gd name="T7" fmla="*/ 0 h 3774"/>
                  <a:gd name="T8" fmla="*/ 0 w 2124"/>
                  <a:gd name="T9" fmla="*/ 0 h 3774"/>
                  <a:gd name="T10" fmla="*/ 0 w 2124"/>
                  <a:gd name="T11" fmla="*/ 0 h 3774"/>
                  <a:gd name="T12" fmla="*/ 0 w 2124"/>
                  <a:gd name="T13" fmla="*/ 0 h 3774"/>
                  <a:gd name="T14" fmla="*/ 0 w 2124"/>
                  <a:gd name="T15" fmla="*/ 0 h 3774"/>
                  <a:gd name="T16" fmla="*/ 0 w 2124"/>
                  <a:gd name="T17" fmla="*/ 0 h 3774"/>
                  <a:gd name="T18" fmla="*/ 0 w 2124"/>
                  <a:gd name="T19" fmla="*/ 0 h 3774"/>
                  <a:gd name="T20" fmla="*/ 0 w 2124"/>
                  <a:gd name="T21" fmla="*/ 0 h 3774"/>
                  <a:gd name="T22" fmla="*/ 0 w 2124"/>
                  <a:gd name="T23" fmla="*/ 0 h 3774"/>
                  <a:gd name="T24" fmla="*/ 0 w 2124"/>
                  <a:gd name="T25" fmla="*/ 0 h 3774"/>
                  <a:gd name="T26" fmla="*/ 0 w 2124"/>
                  <a:gd name="T27" fmla="*/ 0 h 3774"/>
                  <a:gd name="T28" fmla="*/ 0 w 2124"/>
                  <a:gd name="T29" fmla="*/ 0 h 3774"/>
                  <a:gd name="T30" fmla="*/ 0 w 2124"/>
                  <a:gd name="T31" fmla="*/ 0 h 3774"/>
                  <a:gd name="T32" fmla="*/ 0 w 2124"/>
                  <a:gd name="T33" fmla="*/ 0 h 3774"/>
                  <a:gd name="T34" fmla="*/ 0 w 2124"/>
                  <a:gd name="T35" fmla="*/ 0 h 3774"/>
                  <a:gd name="T36" fmla="*/ 0 w 2124"/>
                  <a:gd name="T37" fmla="*/ 0 h 3774"/>
                  <a:gd name="T38" fmla="*/ 0 w 2124"/>
                  <a:gd name="T39" fmla="*/ 0 h 3774"/>
                  <a:gd name="T40" fmla="*/ 0 w 2124"/>
                  <a:gd name="T41" fmla="*/ 0 h 3774"/>
                  <a:gd name="T42" fmla="*/ 0 w 2124"/>
                  <a:gd name="T43" fmla="*/ 0 h 3774"/>
                  <a:gd name="T44" fmla="*/ 0 w 2124"/>
                  <a:gd name="T45" fmla="*/ 0 h 3774"/>
                  <a:gd name="T46" fmla="*/ 0 w 2124"/>
                  <a:gd name="T47" fmla="*/ 0 h 3774"/>
                  <a:gd name="T48" fmla="*/ 0 w 2124"/>
                  <a:gd name="T49" fmla="*/ 0 h 3774"/>
                  <a:gd name="T50" fmla="*/ 0 w 2124"/>
                  <a:gd name="T51" fmla="*/ 0 h 3774"/>
                  <a:gd name="T52" fmla="*/ 0 w 2124"/>
                  <a:gd name="T53" fmla="*/ 0 h 3774"/>
                  <a:gd name="T54" fmla="*/ 0 w 2124"/>
                  <a:gd name="T55" fmla="*/ 0 h 3774"/>
                  <a:gd name="T56" fmla="*/ 0 w 2124"/>
                  <a:gd name="T57" fmla="*/ 0 h 3774"/>
                  <a:gd name="T58" fmla="*/ 0 w 2124"/>
                  <a:gd name="T59" fmla="*/ 0 h 377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124"/>
                  <a:gd name="T91" fmla="*/ 0 h 3774"/>
                  <a:gd name="T92" fmla="*/ 2124 w 2124"/>
                  <a:gd name="T93" fmla="*/ 3774 h 377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124" h="3774">
                    <a:moveTo>
                      <a:pt x="1483" y="509"/>
                    </a:moveTo>
                    <a:lnTo>
                      <a:pt x="1612" y="966"/>
                    </a:lnTo>
                    <a:lnTo>
                      <a:pt x="1929" y="1474"/>
                    </a:lnTo>
                    <a:lnTo>
                      <a:pt x="1810" y="2116"/>
                    </a:lnTo>
                    <a:lnTo>
                      <a:pt x="2124" y="3119"/>
                    </a:lnTo>
                    <a:lnTo>
                      <a:pt x="2124" y="3774"/>
                    </a:lnTo>
                    <a:lnTo>
                      <a:pt x="916" y="3766"/>
                    </a:lnTo>
                    <a:lnTo>
                      <a:pt x="0" y="3302"/>
                    </a:lnTo>
                    <a:lnTo>
                      <a:pt x="499" y="2990"/>
                    </a:lnTo>
                    <a:lnTo>
                      <a:pt x="510" y="2782"/>
                    </a:lnTo>
                    <a:lnTo>
                      <a:pt x="589" y="2443"/>
                    </a:lnTo>
                    <a:lnTo>
                      <a:pt x="589" y="2755"/>
                    </a:lnTo>
                    <a:lnTo>
                      <a:pt x="932" y="2375"/>
                    </a:lnTo>
                    <a:lnTo>
                      <a:pt x="995" y="2285"/>
                    </a:lnTo>
                    <a:lnTo>
                      <a:pt x="1024" y="2116"/>
                    </a:lnTo>
                    <a:lnTo>
                      <a:pt x="1063" y="1931"/>
                    </a:lnTo>
                    <a:lnTo>
                      <a:pt x="1301" y="1946"/>
                    </a:lnTo>
                    <a:lnTo>
                      <a:pt x="1377" y="1812"/>
                    </a:lnTo>
                    <a:lnTo>
                      <a:pt x="1206" y="1501"/>
                    </a:lnTo>
                    <a:lnTo>
                      <a:pt x="1377" y="1501"/>
                    </a:lnTo>
                    <a:lnTo>
                      <a:pt x="1377" y="1434"/>
                    </a:lnTo>
                    <a:lnTo>
                      <a:pt x="1232" y="1265"/>
                    </a:lnTo>
                    <a:lnTo>
                      <a:pt x="1246" y="1148"/>
                    </a:lnTo>
                    <a:lnTo>
                      <a:pt x="1457" y="966"/>
                    </a:lnTo>
                    <a:lnTo>
                      <a:pt x="1470" y="717"/>
                    </a:lnTo>
                    <a:lnTo>
                      <a:pt x="1351" y="496"/>
                    </a:lnTo>
                    <a:lnTo>
                      <a:pt x="1324" y="258"/>
                    </a:lnTo>
                    <a:lnTo>
                      <a:pt x="1206" y="0"/>
                    </a:lnTo>
                    <a:lnTo>
                      <a:pt x="1419" y="351"/>
                    </a:lnTo>
                    <a:lnTo>
                      <a:pt x="1483" y="5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31" name="Freeform 225"/>
              <p:cNvSpPr>
                <a:spLocks/>
              </p:cNvSpPr>
              <p:nvPr/>
            </p:nvSpPr>
            <p:spPr bwMode="auto">
              <a:xfrm>
                <a:off x="3612" y="1641"/>
                <a:ext cx="92" cy="109"/>
              </a:xfrm>
              <a:custGeom>
                <a:avLst/>
                <a:gdLst>
                  <a:gd name="T0" fmla="*/ 0 w 734"/>
                  <a:gd name="T1" fmla="*/ 0 h 874"/>
                  <a:gd name="T2" fmla="*/ 0 w 734"/>
                  <a:gd name="T3" fmla="*/ 0 h 874"/>
                  <a:gd name="T4" fmla="*/ 0 w 734"/>
                  <a:gd name="T5" fmla="*/ 0 h 874"/>
                  <a:gd name="T6" fmla="*/ 0 w 734"/>
                  <a:gd name="T7" fmla="*/ 0 h 874"/>
                  <a:gd name="T8" fmla="*/ 0 w 734"/>
                  <a:gd name="T9" fmla="*/ 0 h 874"/>
                  <a:gd name="T10" fmla="*/ 0 w 734"/>
                  <a:gd name="T11" fmla="*/ 0 h 874"/>
                  <a:gd name="T12" fmla="*/ 0 w 734"/>
                  <a:gd name="T13" fmla="*/ 0 h 874"/>
                  <a:gd name="T14" fmla="*/ 0 w 734"/>
                  <a:gd name="T15" fmla="*/ 0 h 874"/>
                  <a:gd name="T16" fmla="*/ 0 w 734"/>
                  <a:gd name="T17" fmla="*/ 0 h 874"/>
                  <a:gd name="T18" fmla="*/ 0 w 734"/>
                  <a:gd name="T19" fmla="*/ 0 h 874"/>
                  <a:gd name="T20" fmla="*/ 0 w 734"/>
                  <a:gd name="T21" fmla="*/ 0 h 874"/>
                  <a:gd name="T22" fmla="*/ 0 w 734"/>
                  <a:gd name="T23" fmla="*/ 0 h 874"/>
                  <a:gd name="T24" fmla="*/ 0 w 734"/>
                  <a:gd name="T25" fmla="*/ 0 h 874"/>
                  <a:gd name="T26" fmla="*/ 0 w 734"/>
                  <a:gd name="T27" fmla="*/ 0 h 874"/>
                  <a:gd name="T28" fmla="*/ 0 w 734"/>
                  <a:gd name="T29" fmla="*/ 0 h 874"/>
                  <a:gd name="T30" fmla="*/ 0 w 734"/>
                  <a:gd name="T31" fmla="*/ 0 h 874"/>
                  <a:gd name="T32" fmla="*/ 0 w 734"/>
                  <a:gd name="T33" fmla="*/ 0 h 874"/>
                  <a:gd name="T34" fmla="*/ 0 w 734"/>
                  <a:gd name="T35" fmla="*/ 0 h 874"/>
                  <a:gd name="T36" fmla="*/ 0 w 734"/>
                  <a:gd name="T37" fmla="*/ 0 h 874"/>
                  <a:gd name="T38" fmla="*/ 0 w 734"/>
                  <a:gd name="T39" fmla="*/ 0 h 874"/>
                  <a:gd name="T40" fmla="*/ 0 w 734"/>
                  <a:gd name="T41" fmla="*/ 0 h 874"/>
                  <a:gd name="T42" fmla="*/ 0 w 734"/>
                  <a:gd name="T43" fmla="*/ 0 h 874"/>
                  <a:gd name="T44" fmla="*/ 0 w 734"/>
                  <a:gd name="T45" fmla="*/ 0 h 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34"/>
                  <a:gd name="T70" fmla="*/ 0 h 874"/>
                  <a:gd name="T71" fmla="*/ 734 w 734"/>
                  <a:gd name="T72" fmla="*/ 874 h 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34" h="874">
                    <a:moveTo>
                      <a:pt x="38" y="65"/>
                    </a:moveTo>
                    <a:lnTo>
                      <a:pt x="156" y="301"/>
                    </a:lnTo>
                    <a:lnTo>
                      <a:pt x="0" y="874"/>
                    </a:lnTo>
                    <a:lnTo>
                      <a:pt x="220" y="222"/>
                    </a:lnTo>
                    <a:lnTo>
                      <a:pt x="220" y="158"/>
                    </a:lnTo>
                    <a:lnTo>
                      <a:pt x="195" y="106"/>
                    </a:lnTo>
                    <a:lnTo>
                      <a:pt x="328" y="158"/>
                    </a:lnTo>
                    <a:lnTo>
                      <a:pt x="420" y="250"/>
                    </a:lnTo>
                    <a:lnTo>
                      <a:pt x="446" y="367"/>
                    </a:lnTo>
                    <a:lnTo>
                      <a:pt x="378" y="547"/>
                    </a:lnTo>
                    <a:lnTo>
                      <a:pt x="486" y="404"/>
                    </a:lnTo>
                    <a:lnTo>
                      <a:pt x="576" y="433"/>
                    </a:lnTo>
                    <a:lnTo>
                      <a:pt x="290" y="874"/>
                    </a:lnTo>
                    <a:lnTo>
                      <a:pt x="734" y="378"/>
                    </a:lnTo>
                    <a:lnTo>
                      <a:pt x="681" y="325"/>
                    </a:lnTo>
                    <a:lnTo>
                      <a:pt x="617" y="367"/>
                    </a:lnTo>
                    <a:lnTo>
                      <a:pt x="499" y="339"/>
                    </a:lnTo>
                    <a:lnTo>
                      <a:pt x="472" y="235"/>
                    </a:lnTo>
                    <a:lnTo>
                      <a:pt x="393" y="158"/>
                    </a:lnTo>
                    <a:lnTo>
                      <a:pt x="248" y="79"/>
                    </a:lnTo>
                    <a:lnTo>
                      <a:pt x="156" y="79"/>
                    </a:lnTo>
                    <a:lnTo>
                      <a:pt x="0" y="0"/>
                    </a:lnTo>
                    <a:lnTo>
                      <a:pt x="38" y="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32" name="Freeform 226"/>
              <p:cNvSpPr>
                <a:spLocks/>
              </p:cNvSpPr>
              <p:nvPr/>
            </p:nvSpPr>
            <p:spPr bwMode="auto">
              <a:xfrm>
                <a:off x="3719" y="1693"/>
                <a:ext cx="80" cy="62"/>
              </a:xfrm>
              <a:custGeom>
                <a:avLst/>
                <a:gdLst>
                  <a:gd name="T0" fmla="*/ 0 w 643"/>
                  <a:gd name="T1" fmla="*/ 0 h 496"/>
                  <a:gd name="T2" fmla="*/ 0 w 643"/>
                  <a:gd name="T3" fmla="*/ 0 h 496"/>
                  <a:gd name="T4" fmla="*/ 0 w 643"/>
                  <a:gd name="T5" fmla="*/ 0 h 496"/>
                  <a:gd name="T6" fmla="*/ 0 w 643"/>
                  <a:gd name="T7" fmla="*/ 0 h 496"/>
                  <a:gd name="T8" fmla="*/ 0 w 643"/>
                  <a:gd name="T9" fmla="*/ 0 h 496"/>
                  <a:gd name="T10" fmla="*/ 0 w 643"/>
                  <a:gd name="T11" fmla="*/ 0 h 496"/>
                  <a:gd name="T12" fmla="*/ 0 w 643"/>
                  <a:gd name="T13" fmla="*/ 0 h 496"/>
                  <a:gd name="T14" fmla="*/ 0 60000 65536"/>
                  <a:gd name="T15" fmla="*/ 0 60000 65536"/>
                  <a:gd name="T16" fmla="*/ 0 60000 65536"/>
                  <a:gd name="T17" fmla="*/ 0 60000 65536"/>
                  <a:gd name="T18" fmla="*/ 0 60000 65536"/>
                  <a:gd name="T19" fmla="*/ 0 60000 65536"/>
                  <a:gd name="T20" fmla="*/ 0 60000 65536"/>
                  <a:gd name="T21" fmla="*/ 0 w 643"/>
                  <a:gd name="T22" fmla="*/ 0 h 496"/>
                  <a:gd name="T23" fmla="*/ 643 w 643"/>
                  <a:gd name="T24" fmla="*/ 496 h 4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3" h="496">
                    <a:moveTo>
                      <a:pt x="0" y="0"/>
                    </a:moveTo>
                    <a:lnTo>
                      <a:pt x="198" y="94"/>
                    </a:lnTo>
                    <a:lnTo>
                      <a:pt x="420" y="168"/>
                    </a:lnTo>
                    <a:lnTo>
                      <a:pt x="643" y="496"/>
                    </a:lnTo>
                    <a:lnTo>
                      <a:pt x="500" y="442"/>
                    </a:lnTo>
                    <a:lnTo>
                      <a:pt x="408" y="22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33" name="Freeform 227"/>
              <p:cNvSpPr>
                <a:spLocks/>
              </p:cNvSpPr>
              <p:nvPr/>
            </p:nvSpPr>
            <p:spPr bwMode="auto">
              <a:xfrm>
                <a:off x="3506" y="1757"/>
                <a:ext cx="83" cy="305"/>
              </a:xfrm>
              <a:custGeom>
                <a:avLst/>
                <a:gdLst>
                  <a:gd name="T0" fmla="*/ 0 w 667"/>
                  <a:gd name="T1" fmla="*/ 0 h 2442"/>
                  <a:gd name="T2" fmla="*/ 0 w 667"/>
                  <a:gd name="T3" fmla="*/ 0 h 2442"/>
                  <a:gd name="T4" fmla="*/ 0 w 667"/>
                  <a:gd name="T5" fmla="*/ 0 h 2442"/>
                  <a:gd name="T6" fmla="*/ 0 w 667"/>
                  <a:gd name="T7" fmla="*/ 0 h 2442"/>
                  <a:gd name="T8" fmla="*/ 0 w 667"/>
                  <a:gd name="T9" fmla="*/ 0 h 2442"/>
                  <a:gd name="T10" fmla="*/ 0 w 667"/>
                  <a:gd name="T11" fmla="*/ 0 h 2442"/>
                  <a:gd name="T12" fmla="*/ 0 w 667"/>
                  <a:gd name="T13" fmla="*/ 0 h 2442"/>
                  <a:gd name="T14" fmla="*/ 0 w 667"/>
                  <a:gd name="T15" fmla="*/ 0 h 2442"/>
                  <a:gd name="T16" fmla="*/ 0 w 667"/>
                  <a:gd name="T17" fmla="*/ 0 h 2442"/>
                  <a:gd name="T18" fmla="*/ 0 w 667"/>
                  <a:gd name="T19" fmla="*/ 0 h 2442"/>
                  <a:gd name="T20" fmla="*/ 0 w 667"/>
                  <a:gd name="T21" fmla="*/ 0 h 2442"/>
                  <a:gd name="T22" fmla="*/ 0 w 667"/>
                  <a:gd name="T23" fmla="*/ 0 h 2442"/>
                  <a:gd name="T24" fmla="*/ 0 w 667"/>
                  <a:gd name="T25" fmla="*/ 0 h 2442"/>
                  <a:gd name="T26" fmla="*/ 0 w 667"/>
                  <a:gd name="T27" fmla="*/ 0 h 2442"/>
                  <a:gd name="T28" fmla="*/ 0 w 667"/>
                  <a:gd name="T29" fmla="*/ 0 h 2442"/>
                  <a:gd name="T30" fmla="*/ 0 w 667"/>
                  <a:gd name="T31" fmla="*/ 0 h 2442"/>
                  <a:gd name="T32" fmla="*/ 0 w 667"/>
                  <a:gd name="T33" fmla="*/ 0 h 2442"/>
                  <a:gd name="T34" fmla="*/ 0 w 667"/>
                  <a:gd name="T35" fmla="*/ 0 h 2442"/>
                  <a:gd name="T36" fmla="*/ 0 w 667"/>
                  <a:gd name="T37" fmla="*/ 0 h 2442"/>
                  <a:gd name="T38" fmla="*/ 0 w 667"/>
                  <a:gd name="T39" fmla="*/ 0 h 2442"/>
                  <a:gd name="T40" fmla="*/ 0 w 667"/>
                  <a:gd name="T41" fmla="*/ 0 h 2442"/>
                  <a:gd name="T42" fmla="*/ 0 w 667"/>
                  <a:gd name="T43" fmla="*/ 0 h 2442"/>
                  <a:gd name="T44" fmla="*/ 0 w 667"/>
                  <a:gd name="T45" fmla="*/ 0 h 2442"/>
                  <a:gd name="T46" fmla="*/ 0 w 667"/>
                  <a:gd name="T47" fmla="*/ 0 h 2442"/>
                  <a:gd name="T48" fmla="*/ 0 w 667"/>
                  <a:gd name="T49" fmla="*/ 0 h 2442"/>
                  <a:gd name="T50" fmla="*/ 0 w 667"/>
                  <a:gd name="T51" fmla="*/ 0 h 2442"/>
                  <a:gd name="T52" fmla="*/ 0 w 667"/>
                  <a:gd name="T53" fmla="*/ 0 h 2442"/>
                  <a:gd name="T54" fmla="*/ 0 w 667"/>
                  <a:gd name="T55" fmla="*/ 0 h 2442"/>
                  <a:gd name="T56" fmla="*/ 0 w 667"/>
                  <a:gd name="T57" fmla="*/ 0 h 2442"/>
                  <a:gd name="T58" fmla="*/ 0 w 667"/>
                  <a:gd name="T59" fmla="*/ 0 h 244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667"/>
                  <a:gd name="T91" fmla="*/ 0 h 2442"/>
                  <a:gd name="T92" fmla="*/ 667 w 667"/>
                  <a:gd name="T93" fmla="*/ 2442 h 244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667" h="2442">
                    <a:moveTo>
                      <a:pt x="208" y="0"/>
                    </a:moveTo>
                    <a:lnTo>
                      <a:pt x="208" y="88"/>
                    </a:lnTo>
                    <a:lnTo>
                      <a:pt x="618" y="326"/>
                    </a:lnTo>
                    <a:lnTo>
                      <a:pt x="272" y="194"/>
                    </a:lnTo>
                    <a:lnTo>
                      <a:pt x="208" y="440"/>
                    </a:lnTo>
                    <a:lnTo>
                      <a:pt x="272" y="625"/>
                    </a:lnTo>
                    <a:lnTo>
                      <a:pt x="272" y="794"/>
                    </a:lnTo>
                    <a:lnTo>
                      <a:pt x="208" y="1190"/>
                    </a:lnTo>
                    <a:lnTo>
                      <a:pt x="153" y="1543"/>
                    </a:lnTo>
                    <a:lnTo>
                      <a:pt x="185" y="1734"/>
                    </a:lnTo>
                    <a:lnTo>
                      <a:pt x="314" y="1996"/>
                    </a:lnTo>
                    <a:lnTo>
                      <a:pt x="512" y="2218"/>
                    </a:lnTo>
                    <a:lnTo>
                      <a:pt x="667" y="2257"/>
                    </a:lnTo>
                    <a:lnTo>
                      <a:pt x="470" y="2242"/>
                    </a:lnTo>
                    <a:lnTo>
                      <a:pt x="404" y="2273"/>
                    </a:lnTo>
                    <a:lnTo>
                      <a:pt x="404" y="2442"/>
                    </a:lnTo>
                    <a:lnTo>
                      <a:pt x="272" y="2321"/>
                    </a:lnTo>
                    <a:lnTo>
                      <a:pt x="0" y="2400"/>
                    </a:lnTo>
                    <a:lnTo>
                      <a:pt x="245" y="2297"/>
                    </a:lnTo>
                    <a:lnTo>
                      <a:pt x="185" y="2089"/>
                    </a:lnTo>
                    <a:lnTo>
                      <a:pt x="129" y="1801"/>
                    </a:lnTo>
                    <a:lnTo>
                      <a:pt x="116" y="1501"/>
                    </a:lnTo>
                    <a:lnTo>
                      <a:pt x="143" y="1200"/>
                    </a:lnTo>
                    <a:lnTo>
                      <a:pt x="208" y="911"/>
                    </a:lnTo>
                    <a:lnTo>
                      <a:pt x="233" y="756"/>
                    </a:lnTo>
                    <a:lnTo>
                      <a:pt x="233" y="598"/>
                    </a:lnTo>
                    <a:lnTo>
                      <a:pt x="185" y="494"/>
                    </a:lnTo>
                    <a:lnTo>
                      <a:pt x="51" y="440"/>
                    </a:lnTo>
                    <a:lnTo>
                      <a:pt x="185" y="130"/>
                    </a:lnTo>
                    <a:lnTo>
                      <a:pt x="20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28" name="Freeform 228"/>
            <p:cNvSpPr>
              <a:spLocks/>
            </p:cNvSpPr>
            <p:nvPr/>
          </p:nvSpPr>
          <p:spPr bwMode="auto">
            <a:xfrm>
              <a:off x="3384" y="1753"/>
              <a:ext cx="136" cy="305"/>
            </a:xfrm>
            <a:custGeom>
              <a:avLst/>
              <a:gdLst>
                <a:gd name="T0" fmla="*/ 0 w 1088"/>
                <a:gd name="T1" fmla="*/ 0 h 2442"/>
                <a:gd name="T2" fmla="*/ 0 w 1088"/>
                <a:gd name="T3" fmla="*/ 0 h 2442"/>
                <a:gd name="T4" fmla="*/ 0 w 1088"/>
                <a:gd name="T5" fmla="*/ 0 h 2442"/>
                <a:gd name="T6" fmla="*/ 0 w 1088"/>
                <a:gd name="T7" fmla="*/ 0 h 2442"/>
                <a:gd name="T8" fmla="*/ 0 w 1088"/>
                <a:gd name="T9" fmla="*/ 0 h 2442"/>
                <a:gd name="T10" fmla="*/ 0 w 1088"/>
                <a:gd name="T11" fmla="*/ 0 h 2442"/>
                <a:gd name="T12" fmla="*/ 0 w 1088"/>
                <a:gd name="T13" fmla="*/ 0 h 2442"/>
                <a:gd name="T14" fmla="*/ 0 w 1088"/>
                <a:gd name="T15" fmla="*/ 0 h 2442"/>
                <a:gd name="T16" fmla="*/ 0 w 1088"/>
                <a:gd name="T17" fmla="*/ 0 h 2442"/>
                <a:gd name="T18" fmla="*/ 0 w 1088"/>
                <a:gd name="T19" fmla="*/ 0 h 2442"/>
                <a:gd name="T20" fmla="*/ 0 w 1088"/>
                <a:gd name="T21" fmla="*/ 0 h 2442"/>
                <a:gd name="T22" fmla="*/ 0 w 1088"/>
                <a:gd name="T23" fmla="*/ 0 h 2442"/>
                <a:gd name="T24" fmla="*/ 0 w 1088"/>
                <a:gd name="T25" fmla="*/ 0 h 2442"/>
                <a:gd name="T26" fmla="*/ 0 w 1088"/>
                <a:gd name="T27" fmla="*/ 0 h 2442"/>
                <a:gd name="T28" fmla="*/ 0 w 1088"/>
                <a:gd name="T29" fmla="*/ 0 h 2442"/>
                <a:gd name="T30" fmla="*/ 0 w 1088"/>
                <a:gd name="T31" fmla="*/ 0 h 2442"/>
                <a:gd name="T32" fmla="*/ 0 w 1088"/>
                <a:gd name="T33" fmla="*/ 0 h 2442"/>
                <a:gd name="T34" fmla="*/ 0 w 1088"/>
                <a:gd name="T35" fmla="*/ 0 h 2442"/>
                <a:gd name="T36" fmla="*/ 0 w 1088"/>
                <a:gd name="T37" fmla="*/ 0 h 2442"/>
                <a:gd name="T38" fmla="*/ 0 w 1088"/>
                <a:gd name="T39" fmla="*/ 0 h 2442"/>
                <a:gd name="T40" fmla="*/ 0 w 1088"/>
                <a:gd name="T41" fmla="*/ 0 h 2442"/>
                <a:gd name="T42" fmla="*/ 0 w 1088"/>
                <a:gd name="T43" fmla="*/ 0 h 2442"/>
                <a:gd name="T44" fmla="*/ 0 w 1088"/>
                <a:gd name="T45" fmla="*/ 0 h 2442"/>
                <a:gd name="T46" fmla="*/ 0 w 1088"/>
                <a:gd name="T47" fmla="*/ 0 h 2442"/>
                <a:gd name="T48" fmla="*/ 0 w 1088"/>
                <a:gd name="T49" fmla="*/ 0 h 2442"/>
                <a:gd name="T50" fmla="*/ 0 w 1088"/>
                <a:gd name="T51" fmla="*/ 0 h 2442"/>
                <a:gd name="T52" fmla="*/ 0 w 1088"/>
                <a:gd name="T53" fmla="*/ 0 h 2442"/>
                <a:gd name="T54" fmla="*/ 0 w 1088"/>
                <a:gd name="T55" fmla="*/ 0 h 2442"/>
                <a:gd name="T56" fmla="*/ 0 w 1088"/>
                <a:gd name="T57" fmla="*/ 0 h 2442"/>
                <a:gd name="T58" fmla="*/ 0 w 1088"/>
                <a:gd name="T59" fmla="*/ 0 h 2442"/>
                <a:gd name="T60" fmla="*/ 0 w 1088"/>
                <a:gd name="T61" fmla="*/ 0 h 2442"/>
                <a:gd name="T62" fmla="*/ 0 w 1088"/>
                <a:gd name="T63" fmla="*/ 0 h 2442"/>
                <a:gd name="T64" fmla="*/ 0 w 1088"/>
                <a:gd name="T65" fmla="*/ 0 h 244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088"/>
                <a:gd name="T100" fmla="*/ 0 h 2442"/>
                <a:gd name="T101" fmla="*/ 1088 w 1088"/>
                <a:gd name="T102" fmla="*/ 2442 h 244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088" h="2442">
                  <a:moveTo>
                    <a:pt x="1035" y="0"/>
                  </a:moveTo>
                  <a:lnTo>
                    <a:pt x="958" y="116"/>
                  </a:lnTo>
                  <a:lnTo>
                    <a:pt x="943" y="238"/>
                  </a:lnTo>
                  <a:lnTo>
                    <a:pt x="943" y="455"/>
                  </a:lnTo>
                  <a:lnTo>
                    <a:pt x="931" y="784"/>
                  </a:lnTo>
                  <a:lnTo>
                    <a:pt x="866" y="1292"/>
                  </a:lnTo>
                  <a:lnTo>
                    <a:pt x="838" y="1672"/>
                  </a:lnTo>
                  <a:lnTo>
                    <a:pt x="853" y="1894"/>
                  </a:lnTo>
                  <a:lnTo>
                    <a:pt x="890" y="2074"/>
                  </a:lnTo>
                  <a:lnTo>
                    <a:pt x="943" y="2207"/>
                  </a:lnTo>
                  <a:lnTo>
                    <a:pt x="1023" y="2338"/>
                  </a:lnTo>
                  <a:lnTo>
                    <a:pt x="1088" y="2378"/>
                  </a:lnTo>
                  <a:lnTo>
                    <a:pt x="980" y="2442"/>
                  </a:lnTo>
                  <a:lnTo>
                    <a:pt x="866" y="2442"/>
                  </a:lnTo>
                  <a:lnTo>
                    <a:pt x="866" y="2232"/>
                  </a:lnTo>
                  <a:lnTo>
                    <a:pt x="798" y="2052"/>
                  </a:lnTo>
                  <a:lnTo>
                    <a:pt x="576" y="1424"/>
                  </a:lnTo>
                  <a:lnTo>
                    <a:pt x="156" y="1488"/>
                  </a:lnTo>
                  <a:lnTo>
                    <a:pt x="75" y="1474"/>
                  </a:lnTo>
                  <a:lnTo>
                    <a:pt x="391" y="1345"/>
                  </a:lnTo>
                  <a:lnTo>
                    <a:pt x="341" y="1228"/>
                  </a:lnTo>
                  <a:lnTo>
                    <a:pt x="0" y="1228"/>
                  </a:lnTo>
                  <a:lnTo>
                    <a:pt x="260" y="1110"/>
                  </a:lnTo>
                  <a:lnTo>
                    <a:pt x="456" y="1096"/>
                  </a:lnTo>
                  <a:lnTo>
                    <a:pt x="417" y="849"/>
                  </a:lnTo>
                  <a:lnTo>
                    <a:pt x="798" y="1905"/>
                  </a:lnTo>
                  <a:lnTo>
                    <a:pt x="798" y="1608"/>
                  </a:lnTo>
                  <a:lnTo>
                    <a:pt x="838" y="1257"/>
                  </a:lnTo>
                  <a:lnTo>
                    <a:pt x="890" y="863"/>
                  </a:lnTo>
                  <a:lnTo>
                    <a:pt x="919" y="575"/>
                  </a:lnTo>
                  <a:lnTo>
                    <a:pt x="919" y="169"/>
                  </a:lnTo>
                  <a:lnTo>
                    <a:pt x="972" y="53"/>
                  </a:lnTo>
                  <a:lnTo>
                    <a:pt x="103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 name="Freeform 229"/>
            <p:cNvSpPr>
              <a:spLocks/>
            </p:cNvSpPr>
            <p:nvPr/>
          </p:nvSpPr>
          <p:spPr bwMode="auto">
            <a:xfrm>
              <a:off x="3566" y="1797"/>
              <a:ext cx="181" cy="263"/>
            </a:xfrm>
            <a:custGeom>
              <a:avLst/>
              <a:gdLst>
                <a:gd name="T0" fmla="*/ 0 w 1444"/>
                <a:gd name="T1" fmla="*/ 0 h 2100"/>
                <a:gd name="T2" fmla="*/ 0 w 1444"/>
                <a:gd name="T3" fmla="*/ 0 h 2100"/>
                <a:gd name="T4" fmla="*/ 0 w 1444"/>
                <a:gd name="T5" fmla="*/ 0 h 2100"/>
                <a:gd name="T6" fmla="*/ 0 w 1444"/>
                <a:gd name="T7" fmla="*/ 0 h 2100"/>
                <a:gd name="T8" fmla="*/ 0 w 1444"/>
                <a:gd name="T9" fmla="*/ 0 h 2100"/>
                <a:gd name="T10" fmla="*/ 0 w 1444"/>
                <a:gd name="T11" fmla="*/ 0 h 2100"/>
                <a:gd name="T12" fmla="*/ 0 w 1444"/>
                <a:gd name="T13" fmla="*/ 0 h 2100"/>
                <a:gd name="T14" fmla="*/ 0 w 1444"/>
                <a:gd name="T15" fmla="*/ 0 h 2100"/>
                <a:gd name="T16" fmla="*/ 0 w 1444"/>
                <a:gd name="T17" fmla="*/ 0 h 2100"/>
                <a:gd name="T18" fmla="*/ 0 w 1444"/>
                <a:gd name="T19" fmla="*/ 0 h 2100"/>
                <a:gd name="T20" fmla="*/ 0 w 1444"/>
                <a:gd name="T21" fmla="*/ 0 h 2100"/>
                <a:gd name="T22" fmla="*/ 0 w 1444"/>
                <a:gd name="T23" fmla="*/ 0 h 2100"/>
                <a:gd name="T24" fmla="*/ 0 w 1444"/>
                <a:gd name="T25" fmla="*/ 0 h 2100"/>
                <a:gd name="T26" fmla="*/ 0 w 1444"/>
                <a:gd name="T27" fmla="*/ 0 h 2100"/>
                <a:gd name="T28" fmla="*/ 0 w 1444"/>
                <a:gd name="T29" fmla="*/ 0 h 2100"/>
                <a:gd name="T30" fmla="*/ 0 w 1444"/>
                <a:gd name="T31" fmla="*/ 0 h 2100"/>
                <a:gd name="T32" fmla="*/ 0 w 1444"/>
                <a:gd name="T33" fmla="*/ 0 h 2100"/>
                <a:gd name="T34" fmla="*/ 0 w 1444"/>
                <a:gd name="T35" fmla="*/ 0 h 2100"/>
                <a:gd name="T36" fmla="*/ 0 w 1444"/>
                <a:gd name="T37" fmla="*/ 0 h 2100"/>
                <a:gd name="T38" fmla="*/ 0 w 1444"/>
                <a:gd name="T39" fmla="*/ 0 h 2100"/>
                <a:gd name="T40" fmla="*/ 0 w 1444"/>
                <a:gd name="T41" fmla="*/ 0 h 2100"/>
                <a:gd name="T42" fmla="*/ 0 w 1444"/>
                <a:gd name="T43" fmla="*/ 0 h 2100"/>
                <a:gd name="T44" fmla="*/ 0 w 1444"/>
                <a:gd name="T45" fmla="*/ 0 h 2100"/>
                <a:gd name="T46" fmla="*/ 0 w 1444"/>
                <a:gd name="T47" fmla="*/ 0 h 2100"/>
                <a:gd name="T48" fmla="*/ 0 w 1444"/>
                <a:gd name="T49" fmla="*/ 0 h 2100"/>
                <a:gd name="T50" fmla="*/ 0 w 1444"/>
                <a:gd name="T51" fmla="*/ 0 h 2100"/>
                <a:gd name="T52" fmla="*/ 0 w 1444"/>
                <a:gd name="T53" fmla="*/ 0 h 2100"/>
                <a:gd name="T54" fmla="*/ 0 w 1444"/>
                <a:gd name="T55" fmla="*/ 0 h 2100"/>
                <a:gd name="T56" fmla="*/ 0 w 1444"/>
                <a:gd name="T57" fmla="*/ 0 h 2100"/>
                <a:gd name="T58" fmla="*/ 0 w 1444"/>
                <a:gd name="T59" fmla="*/ 0 h 2100"/>
                <a:gd name="T60" fmla="*/ 0 w 1444"/>
                <a:gd name="T61" fmla="*/ 0 h 210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444"/>
                <a:gd name="T94" fmla="*/ 0 h 2100"/>
                <a:gd name="T95" fmla="*/ 1444 w 1444"/>
                <a:gd name="T96" fmla="*/ 2100 h 210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444" h="2100">
                  <a:moveTo>
                    <a:pt x="198" y="1931"/>
                  </a:moveTo>
                  <a:lnTo>
                    <a:pt x="407" y="1995"/>
                  </a:lnTo>
                  <a:lnTo>
                    <a:pt x="589" y="2100"/>
                  </a:lnTo>
                  <a:lnTo>
                    <a:pt x="446" y="1931"/>
                  </a:lnTo>
                  <a:lnTo>
                    <a:pt x="343" y="1841"/>
                  </a:lnTo>
                  <a:lnTo>
                    <a:pt x="248" y="1826"/>
                  </a:lnTo>
                  <a:lnTo>
                    <a:pt x="211" y="1812"/>
                  </a:lnTo>
                  <a:lnTo>
                    <a:pt x="211" y="1632"/>
                  </a:lnTo>
                  <a:lnTo>
                    <a:pt x="264" y="1593"/>
                  </a:lnTo>
                  <a:lnTo>
                    <a:pt x="499" y="1498"/>
                  </a:lnTo>
                  <a:lnTo>
                    <a:pt x="776" y="1318"/>
                  </a:lnTo>
                  <a:lnTo>
                    <a:pt x="1025" y="1070"/>
                  </a:lnTo>
                  <a:lnTo>
                    <a:pt x="1444" y="495"/>
                  </a:lnTo>
                  <a:lnTo>
                    <a:pt x="1444" y="403"/>
                  </a:lnTo>
                  <a:lnTo>
                    <a:pt x="1092" y="834"/>
                  </a:lnTo>
                  <a:lnTo>
                    <a:pt x="710" y="1217"/>
                  </a:lnTo>
                  <a:lnTo>
                    <a:pt x="369" y="1448"/>
                  </a:lnTo>
                  <a:lnTo>
                    <a:pt x="578" y="1081"/>
                  </a:lnTo>
                  <a:lnTo>
                    <a:pt x="684" y="732"/>
                  </a:lnTo>
                  <a:lnTo>
                    <a:pt x="710" y="495"/>
                  </a:lnTo>
                  <a:lnTo>
                    <a:pt x="879" y="140"/>
                  </a:lnTo>
                  <a:lnTo>
                    <a:pt x="1117" y="0"/>
                  </a:lnTo>
                  <a:lnTo>
                    <a:pt x="855" y="127"/>
                  </a:lnTo>
                  <a:lnTo>
                    <a:pt x="644" y="442"/>
                  </a:lnTo>
                  <a:lnTo>
                    <a:pt x="644" y="769"/>
                  </a:lnTo>
                  <a:lnTo>
                    <a:pt x="525" y="1081"/>
                  </a:lnTo>
                  <a:lnTo>
                    <a:pt x="356" y="1371"/>
                  </a:lnTo>
                  <a:lnTo>
                    <a:pt x="184" y="1604"/>
                  </a:lnTo>
                  <a:lnTo>
                    <a:pt x="184" y="1826"/>
                  </a:lnTo>
                  <a:lnTo>
                    <a:pt x="0" y="1905"/>
                  </a:lnTo>
                  <a:lnTo>
                    <a:pt x="198" y="19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 name="Freeform 230"/>
            <p:cNvSpPr>
              <a:spLocks/>
            </p:cNvSpPr>
            <p:nvPr/>
          </p:nvSpPr>
          <p:spPr bwMode="auto">
            <a:xfrm>
              <a:off x="3561" y="2070"/>
              <a:ext cx="102" cy="96"/>
            </a:xfrm>
            <a:custGeom>
              <a:avLst/>
              <a:gdLst>
                <a:gd name="T0" fmla="*/ 0 w 818"/>
                <a:gd name="T1" fmla="*/ 0 h 773"/>
                <a:gd name="T2" fmla="*/ 0 w 818"/>
                <a:gd name="T3" fmla="*/ 0 h 773"/>
                <a:gd name="T4" fmla="*/ 0 w 818"/>
                <a:gd name="T5" fmla="*/ 0 h 773"/>
                <a:gd name="T6" fmla="*/ 0 w 818"/>
                <a:gd name="T7" fmla="*/ 0 h 773"/>
                <a:gd name="T8" fmla="*/ 0 w 818"/>
                <a:gd name="T9" fmla="*/ 0 h 773"/>
                <a:gd name="T10" fmla="*/ 0 w 818"/>
                <a:gd name="T11" fmla="*/ 0 h 773"/>
                <a:gd name="T12" fmla="*/ 0 w 818"/>
                <a:gd name="T13" fmla="*/ 0 h 773"/>
                <a:gd name="T14" fmla="*/ 0 w 818"/>
                <a:gd name="T15" fmla="*/ 0 h 773"/>
                <a:gd name="T16" fmla="*/ 0 w 818"/>
                <a:gd name="T17" fmla="*/ 0 h 773"/>
                <a:gd name="T18" fmla="*/ 0 w 818"/>
                <a:gd name="T19" fmla="*/ 0 h 773"/>
                <a:gd name="T20" fmla="*/ 0 w 818"/>
                <a:gd name="T21" fmla="*/ 0 h 773"/>
                <a:gd name="T22" fmla="*/ 0 w 818"/>
                <a:gd name="T23" fmla="*/ 0 h 773"/>
                <a:gd name="T24" fmla="*/ 0 w 818"/>
                <a:gd name="T25" fmla="*/ 0 h 773"/>
                <a:gd name="T26" fmla="*/ 0 w 818"/>
                <a:gd name="T27" fmla="*/ 0 h 773"/>
                <a:gd name="T28" fmla="*/ 0 w 818"/>
                <a:gd name="T29" fmla="*/ 0 h 773"/>
                <a:gd name="T30" fmla="*/ 0 w 818"/>
                <a:gd name="T31" fmla="*/ 0 h 773"/>
                <a:gd name="T32" fmla="*/ 0 w 818"/>
                <a:gd name="T33" fmla="*/ 0 h 773"/>
                <a:gd name="T34" fmla="*/ 0 w 818"/>
                <a:gd name="T35" fmla="*/ 0 h 773"/>
                <a:gd name="T36" fmla="*/ 0 w 818"/>
                <a:gd name="T37" fmla="*/ 0 h 77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18"/>
                <a:gd name="T58" fmla="*/ 0 h 773"/>
                <a:gd name="T59" fmla="*/ 818 w 818"/>
                <a:gd name="T60" fmla="*/ 773 h 77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18" h="773">
                  <a:moveTo>
                    <a:pt x="671" y="0"/>
                  </a:moveTo>
                  <a:lnTo>
                    <a:pt x="776" y="184"/>
                  </a:lnTo>
                  <a:lnTo>
                    <a:pt x="818" y="419"/>
                  </a:lnTo>
                  <a:lnTo>
                    <a:pt x="818" y="564"/>
                  </a:lnTo>
                  <a:lnTo>
                    <a:pt x="739" y="758"/>
                  </a:lnTo>
                  <a:lnTo>
                    <a:pt x="606" y="773"/>
                  </a:lnTo>
                  <a:lnTo>
                    <a:pt x="369" y="654"/>
                  </a:lnTo>
                  <a:lnTo>
                    <a:pt x="226" y="498"/>
                  </a:lnTo>
                  <a:lnTo>
                    <a:pt x="0" y="14"/>
                  </a:lnTo>
                  <a:lnTo>
                    <a:pt x="161" y="290"/>
                  </a:lnTo>
                  <a:lnTo>
                    <a:pt x="435" y="512"/>
                  </a:lnTo>
                  <a:lnTo>
                    <a:pt x="739" y="588"/>
                  </a:lnTo>
                  <a:lnTo>
                    <a:pt x="752" y="474"/>
                  </a:lnTo>
                  <a:lnTo>
                    <a:pt x="712" y="327"/>
                  </a:lnTo>
                  <a:lnTo>
                    <a:pt x="620" y="235"/>
                  </a:lnTo>
                  <a:lnTo>
                    <a:pt x="477" y="184"/>
                  </a:lnTo>
                  <a:lnTo>
                    <a:pt x="620" y="147"/>
                  </a:lnTo>
                  <a:lnTo>
                    <a:pt x="671" y="65"/>
                  </a:lnTo>
                  <a:lnTo>
                    <a:pt x="6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 name="Freeform 231"/>
            <p:cNvSpPr>
              <a:spLocks/>
            </p:cNvSpPr>
            <p:nvPr/>
          </p:nvSpPr>
          <p:spPr bwMode="auto">
            <a:xfrm>
              <a:off x="3351" y="2093"/>
              <a:ext cx="264" cy="76"/>
            </a:xfrm>
            <a:custGeom>
              <a:avLst/>
              <a:gdLst>
                <a:gd name="T0" fmla="*/ 0 w 2111"/>
                <a:gd name="T1" fmla="*/ 0 h 613"/>
                <a:gd name="T2" fmla="*/ 0 w 2111"/>
                <a:gd name="T3" fmla="*/ 0 h 613"/>
                <a:gd name="T4" fmla="*/ 0 w 2111"/>
                <a:gd name="T5" fmla="*/ 0 h 613"/>
                <a:gd name="T6" fmla="*/ 0 w 2111"/>
                <a:gd name="T7" fmla="*/ 0 h 613"/>
                <a:gd name="T8" fmla="*/ 0 w 2111"/>
                <a:gd name="T9" fmla="*/ 0 h 613"/>
                <a:gd name="T10" fmla="*/ 0 w 2111"/>
                <a:gd name="T11" fmla="*/ 0 h 613"/>
                <a:gd name="T12" fmla="*/ 0 w 2111"/>
                <a:gd name="T13" fmla="*/ 0 h 613"/>
                <a:gd name="T14" fmla="*/ 0 w 2111"/>
                <a:gd name="T15" fmla="*/ 0 h 613"/>
                <a:gd name="T16" fmla="*/ 0 w 2111"/>
                <a:gd name="T17" fmla="*/ 0 h 613"/>
                <a:gd name="T18" fmla="*/ 0 w 2111"/>
                <a:gd name="T19" fmla="*/ 0 h 613"/>
                <a:gd name="T20" fmla="*/ 0 w 2111"/>
                <a:gd name="T21" fmla="*/ 0 h 613"/>
                <a:gd name="T22" fmla="*/ 0 w 2111"/>
                <a:gd name="T23" fmla="*/ 0 h 613"/>
                <a:gd name="T24" fmla="*/ 0 w 2111"/>
                <a:gd name="T25" fmla="*/ 0 h 613"/>
                <a:gd name="T26" fmla="*/ 0 w 2111"/>
                <a:gd name="T27" fmla="*/ 0 h 613"/>
                <a:gd name="T28" fmla="*/ 0 w 2111"/>
                <a:gd name="T29" fmla="*/ 0 h 613"/>
                <a:gd name="T30" fmla="*/ 0 w 2111"/>
                <a:gd name="T31" fmla="*/ 0 h 613"/>
                <a:gd name="T32" fmla="*/ 0 w 2111"/>
                <a:gd name="T33" fmla="*/ 0 h 613"/>
                <a:gd name="T34" fmla="*/ 0 w 2111"/>
                <a:gd name="T35" fmla="*/ 0 h 613"/>
                <a:gd name="T36" fmla="*/ 0 w 2111"/>
                <a:gd name="T37" fmla="*/ 0 h 613"/>
                <a:gd name="T38" fmla="*/ 0 w 2111"/>
                <a:gd name="T39" fmla="*/ 0 h 613"/>
                <a:gd name="T40" fmla="*/ 0 w 2111"/>
                <a:gd name="T41" fmla="*/ 0 h 613"/>
                <a:gd name="T42" fmla="*/ 0 w 2111"/>
                <a:gd name="T43" fmla="*/ 0 h 613"/>
                <a:gd name="T44" fmla="*/ 0 w 2111"/>
                <a:gd name="T45" fmla="*/ 0 h 613"/>
                <a:gd name="T46" fmla="*/ 0 w 2111"/>
                <a:gd name="T47" fmla="*/ 0 h 613"/>
                <a:gd name="T48" fmla="*/ 0 w 2111"/>
                <a:gd name="T49" fmla="*/ 0 h 613"/>
                <a:gd name="T50" fmla="*/ 0 w 2111"/>
                <a:gd name="T51" fmla="*/ 0 h 61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111"/>
                <a:gd name="T79" fmla="*/ 0 h 613"/>
                <a:gd name="T80" fmla="*/ 2111 w 2111"/>
                <a:gd name="T81" fmla="*/ 613 h 61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111" h="613">
                  <a:moveTo>
                    <a:pt x="2111" y="613"/>
                  </a:moveTo>
                  <a:lnTo>
                    <a:pt x="1718" y="602"/>
                  </a:lnTo>
                  <a:lnTo>
                    <a:pt x="1194" y="549"/>
                  </a:lnTo>
                  <a:lnTo>
                    <a:pt x="593" y="380"/>
                  </a:lnTo>
                  <a:lnTo>
                    <a:pt x="103" y="301"/>
                  </a:lnTo>
                  <a:lnTo>
                    <a:pt x="26" y="235"/>
                  </a:lnTo>
                  <a:lnTo>
                    <a:pt x="0" y="90"/>
                  </a:lnTo>
                  <a:lnTo>
                    <a:pt x="353" y="143"/>
                  </a:lnTo>
                  <a:lnTo>
                    <a:pt x="364" y="0"/>
                  </a:lnTo>
                  <a:lnTo>
                    <a:pt x="406" y="143"/>
                  </a:lnTo>
                  <a:lnTo>
                    <a:pt x="643" y="143"/>
                  </a:lnTo>
                  <a:lnTo>
                    <a:pt x="419" y="249"/>
                  </a:lnTo>
                  <a:lnTo>
                    <a:pt x="445" y="328"/>
                  </a:lnTo>
                  <a:lnTo>
                    <a:pt x="929" y="290"/>
                  </a:lnTo>
                  <a:lnTo>
                    <a:pt x="1243" y="301"/>
                  </a:lnTo>
                  <a:lnTo>
                    <a:pt x="1586" y="362"/>
                  </a:lnTo>
                  <a:lnTo>
                    <a:pt x="1773" y="433"/>
                  </a:lnTo>
                  <a:lnTo>
                    <a:pt x="1625" y="249"/>
                  </a:lnTo>
                  <a:lnTo>
                    <a:pt x="1494" y="169"/>
                  </a:lnTo>
                  <a:lnTo>
                    <a:pt x="1221" y="106"/>
                  </a:lnTo>
                  <a:lnTo>
                    <a:pt x="1549" y="106"/>
                  </a:lnTo>
                  <a:lnTo>
                    <a:pt x="1747" y="235"/>
                  </a:lnTo>
                  <a:lnTo>
                    <a:pt x="1821" y="393"/>
                  </a:lnTo>
                  <a:lnTo>
                    <a:pt x="1929" y="496"/>
                  </a:lnTo>
                  <a:lnTo>
                    <a:pt x="2019" y="574"/>
                  </a:lnTo>
                  <a:lnTo>
                    <a:pt x="2111" y="6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2" name="Freeform 232"/>
            <p:cNvSpPr>
              <a:spLocks/>
            </p:cNvSpPr>
            <p:nvPr/>
          </p:nvSpPr>
          <p:spPr bwMode="auto">
            <a:xfrm>
              <a:off x="3351" y="1948"/>
              <a:ext cx="114" cy="91"/>
            </a:xfrm>
            <a:custGeom>
              <a:avLst/>
              <a:gdLst>
                <a:gd name="T0" fmla="*/ 0 w 905"/>
                <a:gd name="T1" fmla="*/ 0 h 731"/>
                <a:gd name="T2" fmla="*/ 0 w 905"/>
                <a:gd name="T3" fmla="*/ 0 h 731"/>
                <a:gd name="T4" fmla="*/ 0 w 905"/>
                <a:gd name="T5" fmla="*/ 0 h 731"/>
                <a:gd name="T6" fmla="*/ 0 w 905"/>
                <a:gd name="T7" fmla="*/ 0 h 731"/>
                <a:gd name="T8" fmla="*/ 0 w 905"/>
                <a:gd name="T9" fmla="*/ 0 h 731"/>
                <a:gd name="T10" fmla="*/ 0 w 905"/>
                <a:gd name="T11" fmla="*/ 0 h 731"/>
                <a:gd name="T12" fmla="*/ 0 w 905"/>
                <a:gd name="T13" fmla="*/ 0 h 731"/>
                <a:gd name="T14" fmla="*/ 0 w 905"/>
                <a:gd name="T15" fmla="*/ 0 h 731"/>
                <a:gd name="T16" fmla="*/ 0 w 905"/>
                <a:gd name="T17" fmla="*/ 0 h 731"/>
                <a:gd name="T18" fmla="*/ 0 w 905"/>
                <a:gd name="T19" fmla="*/ 0 h 731"/>
                <a:gd name="T20" fmla="*/ 0 w 905"/>
                <a:gd name="T21" fmla="*/ 0 h 731"/>
                <a:gd name="T22" fmla="*/ 0 w 905"/>
                <a:gd name="T23" fmla="*/ 0 h 731"/>
                <a:gd name="T24" fmla="*/ 0 w 905"/>
                <a:gd name="T25" fmla="*/ 0 h 731"/>
                <a:gd name="T26" fmla="*/ 0 w 905"/>
                <a:gd name="T27" fmla="*/ 0 h 731"/>
                <a:gd name="T28" fmla="*/ 0 w 905"/>
                <a:gd name="T29" fmla="*/ 0 h 731"/>
                <a:gd name="T30" fmla="*/ 0 w 905"/>
                <a:gd name="T31" fmla="*/ 0 h 731"/>
                <a:gd name="T32" fmla="*/ 0 w 905"/>
                <a:gd name="T33" fmla="*/ 0 h 731"/>
                <a:gd name="T34" fmla="*/ 0 w 905"/>
                <a:gd name="T35" fmla="*/ 0 h 731"/>
                <a:gd name="T36" fmla="*/ 0 w 905"/>
                <a:gd name="T37" fmla="*/ 0 h 731"/>
                <a:gd name="T38" fmla="*/ 0 w 905"/>
                <a:gd name="T39" fmla="*/ 0 h 731"/>
                <a:gd name="T40" fmla="*/ 0 w 905"/>
                <a:gd name="T41" fmla="*/ 0 h 731"/>
                <a:gd name="T42" fmla="*/ 0 w 905"/>
                <a:gd name="T43" fmla="*/ 0 h 731"/>
                <a:gd name="T44" fmla="*/ 0 w 905"/>
                <a:gd name="T45" fmla="*/ 0 h 731"/>
                <a:gd name="T46" fmla="*/ 0 w 905"/>
                <a:gd name="T47" fmla="*/ 0 h 731"/>
                <a:gd name="T48" fmla="*/ 0 w 905"/>
                <a:gd name="T49" fmla="*/ 0 h 731"/>
                <a:gd name="T50" fmla="*/ 0 w 905"/>
                <a:gd name="T51" fmla="*/ 0 h 731"/>
                <a:gd name="T52" fmla="*/ 0 w 905"/>
                <a:gd name="T53" fmla="*/ 0 h 731"/>
                <a:gd name="T54" fmla="*/ 0 w 905"/>
                <a:gd name="T55" fmla="*/ 0 h 731"/>
                <a:gd name="T56" fmla="*/ 0 w 905"/>
                <a:gd name="T57" fmla="*/ 0 h 731"/>
                <a:gd name="T58" fmla="*/ 0 w 905"/>
                <a:gd name="T59" fmla="*/ 0 h 731"/>
                <a:gd name="T60" fmla="*/ 0 w 905"/>
                <a:gd name="T61" fmla="*/ 0 h 731"/>
                <a:gd name="T62" fmla="*/ 0 w 905"/>
                <a:gd name="T63" fmla="*/ 0 h 731"/>
                <a:gd name="T64" fmla="*/ 0 w 905"/>
                <a:gd name="T65" fmla="*/ 0 h 7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5"/>
                <a:gd name="T100" fmla="*/ 0 h 731"/>
                <a:gd name="T101" fmla="*/ 905 w 905"/>
                <a:gd name="T102" fmla="*/ 731 h 7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5" h="731">
                  <a:moveTo>
                    <a:pt x="168" y="731"/>
                  </a:moveTo>
                  <a:lnTo>
                    <a:pt x="301" y="612"/>
                  </a:lnTo>
                  <a:lnTo>
                    <a:pt x="301" y="563"/>
                  </a:lnTo>
                  <a:lnTo>
                    <a:pt x="263" y="512"/>
                  </a:lnTo>
                  <a:lnTo>
                    <a:pt x="143" y="457"/>
                  </a:lnTo>
                  <a:lnTo>
                    <a:pt x="26" y="417"/>
                  </a:lnTo>
                  <a:lnTo>
                    <a:pt x="0" y="393"/>
                  </a:lnTo>
                  <a:lnTo>
                    <a:pt x="0" y="340"/>
                  </a:lnTo>
                  <a:lnTo>
                    <a:pt x="26" y="312"/>
                  </a:lnTo>
                  <a:lnTo>
                    <a:pt x="103" y="275"/>
                  </a:lnTo>
                  <a:lnTo>
                    <a:pt x="118" y="312"/>
                  </a:lnTo>
                  <a:lnTo>
                    <a:pt x="158" y="351"/>
                  </a:lnTo>
                  <a:lnTo>
                    <a:pt x="301" y="379"/>
                  </a:lnTo>
                  <a:lnTo>
                    <a:pt x="285" y="287"/>
                  </a:lnTo>
                  <a:lnTo>
                    <a:pt x="221" y="208"/>
                  </a:lnTo>
                  <a:lnTo>
                    <a:pt x="143" y="129"/>
                  </a:lnTo>
                  <a:lnTo>
                    <a:pt x="13" y="54"/>
                  </a:lnTo>
                  <a:lnTo>
                    <a:pt x="90" y="39"/>
                  </a:lnTo>
                  <a:lnTo>
                    <a:pt x="237" y="79"/>
                  </a:lnTo>
                  <a:lnTo>
                    <a:pt x="364" y="158"/>
                  </a:lnTo>
                  <a:lnTo>
                    <a:pt x="472" y="298"/>
                  </a:lnTo>
                  <a:lnTo>
                    <a:pt x="617" y="235"/>
                  </a:lnTo>
                  <a:lnTo>
                    <a:pt x="461" y="158"/>
                  </a:lnTo>
                  <a:lnTo>
                    <a:pt x="433" y="118"/>
                  </a:lnTo>
                  <a:lnTo>
                    <a:pt x="461" y="79"/>
                  </a:lnTo>
                  <a:lnTo>
                    <a:pt x="562" y="39"/>
                  </a:lnTo>
                  <a:lnTo>
                    <a:pt x="747" y="0"/>
                  </a:lnTo>
                  <a:lnTo>
                    <a:pt x="905" y="0"/>
                  </a:lnTo>
                  <a:lnTo>
                    <a:pt x="823" y="158"/>
                  </a:lnTo>
                  <a:lnTo>
                    <a:pt x="643" y="362"/>
                  </a:lnTo>
                  <a:lnTo>
                    <a:pt x="445" y="549"/>
                  </a:lnTo>
                  <a:lnTo>
                    <a:pt x="301" y="667"/>
                  </a:lnTo>
                  <a:lnTo>
                    <a:pt x="168" y="7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 name="Freeform 233"/>
            <p:cNvSpPr>
              <a:spLocks/>
            </p:cNvSpPr>
            <p:nvPr/>
          </p:nvSpPr>
          <p:spPr bwMode="auto">
            <a:xfrm>
              <a:off x="3410" y="1753"/>
              <a:ext cx="20" cy="97"/>
            </a:xfrm>
            <a:custGeom>
              <a:avLst/>
              <a:gdLst>
                <a:gd name="T0" fmla="*/ 0 w 157"/>
                <a:gd name="T1" fmla="*/ 0 h 771"/>
                <a:gd name="T2" fmla="*/ 0 w 157"/>
                <a:gd name="T3" fmla="*/ 0 h 771"/>
                <a:gd name="T4" fmla="*/ 0 w 157"/>
                <a:gd name="T5" fmla="*/ 0 h 771"/>
                <a:gd name="T6" fmla="*/ 0 w 157"/>
                <a:gd name="T7" fmla="*/ 0 h 771"/>
                <a:gd name="T8" fmla="*/ 0 w 157"/>
                <a:gd name="T9" fmla="*/ 0 h 771"/>
                <a:gd name="T10" fmla="*/ 0 w 157"/>
                <a:gd name="T11" fmla="*/ 0 h 771"/>
                <a:gd name="T12" fmla="*/ 0 w 157"/>
                <a:gd name="T13" fmla="*/ 0 h 771"/>
                <a:gd name="T14" fmla="*/ 0 w 157"/>
                <a:gd name="T15" fmla="*/ 0 h 771"/>
                <a:gd name="T16" fmla="*/ 0 60000 65536"/>
                <a:gd name="T17" fmla="*/ 0 60000 65536"/>
                <a:gd name="T18" fmla="*/ 0 60000 65536"/>
                <a:gd name="T19" fmla="*/ 0 60000 65536"/>
                <a:gd name="T20" fmla="*/ 0 60000 65536"/>
                <a:gd name="T21" fmla="*/ 0 60000 65536"/>
                <a:gd name="T22" fmla="*/ 0 60000 65536"/>
                <a:gd name="T23" fmla="*/ 0 60000 65536"/>
                <a:gd name="T24" fmla="*/ 0 w 157"/>
                <a:gd name="T25" fmla="*/ 0 h 771"/>
                <a:gd name="T26" fmla="*/ 157 w 157"/>
                <a:gd name="T27" fmla="*/ 771 h 77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7" h="771">
                  <a:moveTo>
                    <a:pt x="65" y="116"/>
                  </a:moveTo>
                  <a:lnTo>
                    <a:pt x="90" y="378"/>
                  </a:lnTo>
                  <a:lnTo>
                    <a:pt x="132" y="626"/>
                  </a:lnTo>
                  <a:lnTo>
                    <a:pt x="157" y="771"/>
                  </a:lnTo>
                  <a:lnTo>
                    <a:pt x="24" y="354"/>
                  </a:lnTo>
                  <a:lnTo>
                    <a:pt x="0" y="222"/>
                  </a:lnTo>
                  <a:lnTo>
                    <a:pt x="51" y="0"/>
                  </a:lnTo>
                  <a:lnTo>
                    <a:pt x="65" y="1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234" name="Text Box 234"/>
          <p:cNvSpPr txBox="1">
            <a:spLocks noChangeArrowheads="1"/>
          </p:cNvSpPr>
          <p:nvPr/>
        </p:nvSpPr>
        <p:spPr bwMode="auto">
          <a:xfrm>
            <a:off x="5095797" y="5829082"/>
            <a:ext cx="18573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800">
                <a:solidFill>
                  <a:srgbClr val="000000"/>
                </a:solidFill>
              </a:rPr>
              <a:t>time de</a:t>
            </a:r>
          </a:p>
          <a:p>
            <a:pPr eaLnBrk="1" hangingPunct="1"/>
            <a:r>
              <a:rPr lang="pt-BR" altLang="pt-BR" sz="1800">
                <a:solidFill>
                  <a:srgbClr val="000000"/>
                </a:solidFill>
              </a:rPr>
              <a:t>desenvolvimento</a:t>
            </a:r>
          </a:p>
        </p:txBody>
      </p:sp>
      <p:sp>
        <p:nvSpPr>
          <p:cNvPr id="235" name="Line 235"/>
          <p:cNvSpPr>
            <a:spLocks noChangeShapeType="1"/>
          </p:cNvSpPr>
          <p:nvPr/>
        </p:nvSpPr>
        <p:spPr bwMode="auto">
          <a:xfrm>
            <a:off x="7659609" y="4651157"/>
            <a:ext cx="0" cy="1887538"/>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pic>
        <p:nvPicPr>
          <p:cNvPr id="236" name="Picture 236" descr="BS00877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5284" y="5278220"/>
            <a:ext cx="658813"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 name="Text Box 237"/>
          <p:cNvSpPr txBox="1">
            <a:spLocks noChangeArrowheads="1"/>
          </p:cNvSpPr>
          <p:nvPr/>
        </p:nvSpPr>
        <p:spPr bwMode="auto">
          <a:xfrm>
            <a:off x="7178597" y="4960720"/>
            <a:ext cx="968375" cy="274637"/>
          </a:xfrm>
          <a:prstGeom prst="rect">
            <a:avLst/>
          </a:prstGeom>
          <a:solidFill>
            <a:schemeClr val="bg1"/>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800">
                <a:solidFill>
                  <a:srgbClr val="000000"/>
                </a:solidFill>
              </a:rPr>
              <a:t>relatório</a:t>
            </a:r>
          </a:p>
        </p:txBody>
      </p:sp>
      <p:grpSp>
        <p:nvGrpSpPr>
          <p:cNvPr id="238" name="Group 238"/>
          <p:cNvGrpSpPr>
            <a:grpSpLocks/>
          </p:cNvGrpSpPr>
          <p:nvPr/>
        </p:nvGrpSpPr>
        <p:grpSpPr bwMode="auto">
          <a:xfrm>
            <a:off x="8516859" y="5749707"/>
            <a:ext cx="1274763" cy="720725"/>
            <a:chOff x="1837" y="1409"/>
            <a:chExt cx="2086" cy="1349"/>
          </a:xfrm>
        </p:grpSpPr>
        <p:sp>
          <p:nvSpPr>
            <p:cNvPr id="239" name="Freeform 239"/>
            <p:cNvSpPr>
              <a:spLocks/>
            </p:cNvSpPr>
            <p:nvPr/>
          </p:nvSpPr>
          <p:spPr bwMode="auto">
            <a:xfrm>
              <a:off x="2396" y="2330"/>
              <a:ext cx="928" cy="250"/>
            </a:xfrm>
            <a:custGeom>
              <a:avLst/>
              <a:gdLst>
                <a:gd name="T0" fmla="*/ 0 w 7426"/>
                <a:gd name="T1" fmla="*/ 0 h 2003"/>
                <a:gd name="T2" fmla="*/ 0 w 7426"/>
                <a:gd name="T3" fmla="*/ 0 h 2003"/>
                <a:gd name="T4" fmla="*/ 0 w 7426"/>
                <a:gd name="T5" fmla="*/ 0 h 2003"/>
                <a:gd name="T6" fmla="*/ 0 w 7426"/>
                <a:gd name="T7" fmla="*/ 0 h 2003"/>
                <a:gd name="T8" fmla="*/ 0 w 7426"/>
                <a:gd name="T9" fmla="*/ 0 h 2003"/>
                <a:gd name="T10" fmla="*/ 0 60000 65536"/>
                <a:gd name="T11" fmla="*/ 0 60000 65536"/>
                <a:gd name="T12" fmla="*/ 0 60000 65536"/>
                <a:gd name="T13" fmla="*/ 0 60000 65536"/>
                <a:gd name="T14" fmla="*/ 0 60000 65536"/>
                <a:gd name="T15" fmla="*/ 0 w 7426"/>
                <a:gd name="T16" fmla="*/ 0 h 2003"/>
                <a:gd name="T17" fmla="*/ 7426 w 7426"/>
                <a:gd name="T18" fmla="*/ 2003 h 2003"/>
              </a:gdLst>
              <a:ahLst/>
              <a:cxnLst>
                <a:cxn ang="T10">
                  <a:pos x="T0" y="T1"/>
                </a:cxn>
                <a:cxn ang="T11">
                  <a:pos x="T2" y="T3"/>
                </a:cxn>
                <a:cxn ang="T12">
                  <a:pos x="T4" y="T5"/>
                </a:cxn>
                <a:cxn ang="T13">
                  <a:pos x="T6" y="T7"/>
                </a:cxn>
                <a:cxn ang="T14">
                  <a:pos x="T8" y="T9"/>
                </a:cxn>
              </a:cxnLst>
              <a:rect l="T15" t="T16" r="T17" b="T18"/>
              <a:pathLst>
                <a:path w="7426" h="2003">
                  <a:moveTo>
                    <a:pt x="0" y="0"/>
                  </a:moveTo>
                  <a:lnTo>
                    <a:pt x="7426" y="0"/>
                  </a:lnTo>
                  <a:lnTo>
                    <a:pt x="6050" y="2003"/>
                  </a:lnTo>
                  <a:lnTo>
                    <a:pt x="0" y="2003"/>
                  </a:lnTo>
                  <a:lnTo>
                    <a:pt x="0"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40" name="Freeform 240"/>
            <p:cNvSpPr>
              <a:spLocks/>
            </p:cNvSpPr>
            <p:nvPr/>
          </p:nvSpPr>
          <p:spPr bwMode="auto">
            <a:xfrm>
              <a:off x="2763" y="2343"/>
              <a:ext cx="566" cy="77"/>
            </a:xfrm>
            <a:custGeom>
              <a:avLst/>
              <a:gdLst>
                <a:gd name="T0" fmla="*/ 0 w 4520"/>
                <a:gd name="T1" fmla="*/ 0 h 620"/>
                <a:gd name="T2" fmla="*/ 0 w 4520"/>
                <a:gd name="T3" fmla="*/ 0 h 620"/>
                <a:gd name="T4" fmla="*/ 0 w 4520"/>
                <a:gd name="T5" fmla="*/ 0 h 620"/>
                <a:gd name="T6" fmla="*/ 0 w 4520"/>
                <a:gd name="T7" fmla="*/ 0 h 620"/>
                <a:gd name="T8" fmla="*/ 0 w 4520"/>
                <a:gd name="T9" fmla="*/ 0 h 620"/>
                <a:gd name="T10" fmla="*/ 0 w 4520"/>
                <a:gd name="T11" fmla="*/ 0 h 620"/>
                <a:gd name="T12" fmla="*/ 0 60000 65536"/>
                <a:gd name="T13" fmla="*/ 0 60000 65536"/>
                <a:gd name="T14" fmla="*/ 0 60000 65536"/>
                <a:gd name="T15" fmla="*/ 0 60000 65536"/>
                <a:gd name="T16" fmla="*/ 0 60000 65536"/>
                <a:gd name="T17" fmla="*/ 0 60000 65536"/>
                <a:gd name="T18" fmla="*/ 0 w 4520"/>
                <a:gd name="T19" fmla="*/ 0 h 620"/>
                <a:gd name="T20" fmla="*/ 4520 w 4520"/>
                <a:gd name="T21" fmla="*/ 620 h 620"/>
              </a:gdLst>
              <a:ahLst/>
              <a:cxnLst>
                <a:cxn ang="T12">
                  <a:pos x="T0" y="T1"/>
                </a:cxn>
                <a:cxn ang="T13">
                  <a:pos x="T2" y="T3"/>
                </a:cxn>
                <a:cxn ang="T14">
                  <a:pos x="T4" y="T5"/>
                </a:cxn>
                <a:cxn ang="T15">
                  <a:pos x="T6" y="T7"/>
                </a:cxn>
                <a:cxn ang="T16">
                  <a:pos x="T8" y="T9"/>
                </a:cxn>
                <a:cxn ang="T17">
                  <a:pos x="T10" y="T11"/>
                </a:cxn>
              </a:cxnLst>
              <a:rect l="T18" t="T19" r="T20" b="T21"/>
              <a:pathLst>
                <a:path w="4520" h="620">
                  <a:moveTo>
                    <a:pt x="541" y="620"/>
                  </a:moveTo>
                  <a:lnTo>
                    <a:pt x="0" y="0"/>
                  </a:lnTo>
                  <a:lnTo>
                    <a:pt x="3269" y="0"/>
                  </a:lnTo>
                  <a:lnTo>
                    <a:pt x="4520" y="362"/>
                  </a:lnTo>
                  <a:lnTo>
                    <a:pt x="4520" y="620"/>
                  </a:lnTo>
                  <a:lnTo>
                    <a:pt x="541" y="6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41" name="Freeform 241"/>
            <p:cNvSpPr>
              <a:spLocks/>
            </p:cNvSpPr>
            <p:nvPr/>
          </p:nvSpPr>
          <p:spPr bwMode="auto">
            <a:xfrm>
              <a:off x="1839" y="1789"/>
              <a:ext cx="826" cy="966"/>
            </a:xfrm>
            <a:custGeom>
              <a:avLst/>
              <a:gdLst>
                <a:gd name="T0" fmla="*/ 0 w 6609"/>
                <a:gd name="T1" fmla="*/ 0 h 7730"/>
                <a:gd name="T2" fmla="*/ 0 w 6609"/>
                <a:gd name="T3" fmla="*/ 0 h 7730"/>
                <a:gd name="T4" fmla="*/ 0 w 6609"/>
                <a:gd name="T5" fmla="*/ 0 h 7730"/>
                <a:gd name="T6" fmla="*/ 0 w 6609"/>
                <a:gd name="T7" fmla="*/ 0 h 7730"/>
                <a:gd name="T8" fmla="*/ 0 w 6609"/>
                <a:gd name="T9" fmla="*/ 0 h 7730"/>
                <a:gd name="T10" fmla="*/ 0 w 6609"/>
                <a:gd name="T11" fmla="*/ 0 h 7730"/>
                <a:gd name="T12" fmla="*/ 0 w 6609"/>
                <a:gd name="T13" fmla="*/ 0 h 7730"/>
                <a:gd name="T14" fmla="*/ 0 w 6609"/>
                <a:gd name="T15" fmla="*/ 0 h 7730"/>
                <a:gd name="T16" fmla="*/ 0 w 6609"/>
                <a:gd name="T17" fmla="*/ 0 h 7730"/>
                <a:gd name="T18" fmla="*/ 0 w 6609"/>
                <a:gd name="T19" fmla="*/ 0 h 7730"/>
                <a:gd name="T20" fmla="*/ 0 w 6609"/>
                <a:gd name="T21" fmla="*/ 0 h 7730"/>
                <a:gd name="T22" fmla="*/ 0 w 6609"/>
                <a:gd name="T23" fmla="*/ 0 h 7730"/>
                <a:gd name="T24" fmla="*/ 0 w 6609"/>
                <a:gd name="T25" fmla="*/ 0 h 7730"/>
                <a:gd name="T26" fmla="*/ 0 w 6609"/>
                <a:gd name="T27" fmla="*/ 0 h 7730"/>
                <a:gd name="T28" fmla="*/ 0 w 6609"/>
                <a:gd name="T29" fmla="*/ 0 h 7730"/>
                <a:gd name="T30" fmla="*/ 0 w 6609"/>
                <a:gd name="T31" fmla="*/ 0 h 7730"/>
                <a:gd name="T32" fmla="*/ 0 w 6609"/>
                <a:gd name="T33" fmla="*/ 0 h 7730"/>
                <a:gd name="T34" fmla="*/ 0 w 6609"/>
                <a:gd name="T35" fmla="*/ 0 h 7730"/>
                <a:gd name="T36" fmla="*/ 0 w 6609"/>
                <a:gd name="T37" fmla="*/ 0 h 7730"/>
                <a:gd name="T38" fmla="*/ 0 w 6609"/>
                <a:gd name="T39" fmla="*/ 0 h 7730"/>
                <a:gd name="T40" fmla="*/ 0 w 6609"/>
                <a:gd name="T41" fmla="*/ 0 h 7730"/>
                <a:gd name="T42" fmla="*/ 0 w 6609"/>
                <a:gd name="T43" fmla="*/ 0 h 7730"/>
                <a:gd name="T44" fmla="*/ 0 w 6609"/>
                <a:gd name="T45" fmla="*/ 0 h 7730"/>
                <a:gd name="T46" fmla="*/ 0 w 6609"/>
                <a:gd name="T47" fmla="*/ 0 h 7730"/>
                <a:gd name="T48" fmla="*/ 0 w 6609"/>
                <a:gd name="T49" fmla="*/ 0 h 7730"/>
                <a:gd name="T50" fmla="*/ 0 w 6609"/>
                <a:gd name="T51" fmla="*/ 0 h 7730"/>
                <a:gd name="T52" fmla="*/ 0 w 6609"/>
                <a:gd name="T53" fmla="*/ 0 h 7730"/>
                <a:gd name="T54" fmla="*/ 0 w 6609"/>
                <a:gd name="T55" fmla="*/ 0 h 7730"/>
                <a:gd name="T56" fmla="*/ 0 w 6609"/>
                <a:gd name="T57" fmla="*/ 0 h 7730"/>
                <a:gd name="T58" fmla="*/ 0 w 6609"/>
                <a:gd name="T59" fmla="*/ 0 h 7730"/>
                <a:gd name="T60" fmla="*/ 0 w 6609"/>
                <a:gd name="T61" fmla="*/ 0 h 7730"/>
                <a:gd name="T62" fmla="*/ 0 w 6609"/>
                <a:gd name="T63" fmla="*/ 0 h 7730"/>
                <a:gd name="T64" fmla="*/ 0 w 6609"/>
                <a:gd name="T65" fmla="*/ 0 h 773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09"/>
                <a:gd name="T100" fmla="*/ 0 h 7730"/>
                <a:gd name="T101" fmla="*/ 6609 w 6609"/>
                <a:gd name="T102" fmla="*/ 7730 h 773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09" h="7730">
                  <a:moveTo>
                    <a:pt x="0" y="1307"/>
                  </a:moveTo>
                  <a:lnTo>
                    <a:pt x="0" y="4054"/>
                  </a:lnTo>
                  <a:lnTo>
                    <a:pt x="524" y="4182"/>
                  </a:lnTo>
                  <a:lnTo>
                    <a:pt x="1012" y="4509"/>
                  </a:lnTo>
                  <a:lnTo>
                    <a:pt x="1421" y="4893"/>
                  </a:lnTo>
                  <a:lnTo>
                    <a:pt x="1881" y="5439"/>
                  </a:lnTo>
                  <a:lnTo>
                    <a:pt x="2204" y="6144"/>
                  </a:lnTo>
                  <a:lnTo>
                    <a:pt x="2513" y="7020"/>
                  </a:lnTo>
                  <a:lnTo>
                    <a:pt x="2737" y="7730"/>
                  </a:lnTo>
                  <a:lnTo>
                    <a:pt x="5123" y="7730"/>
                  </a:lnTo>
                  <a:lnTo>
                    <a:pt x="6609" y="6091"/>
                  </a:lnTo>
                  <a:lnTo>
                    <a:pt x="6609" y="5746"/>
                  </a:lnTo>
                  <a:lnTo>
                    <a:pt x="6480" y="5508"/>
                  </a:lnTo>
                  <a:lnTo>
                    <a:pt x="6185" y="5344"/>
                  </a:lnTo>
                  <a:lnTo>
                    <a:pt x="5416" y="5031"/>
                  </a:lnTo>
                  <a:lnTo>
                    <a:pt x="5365" y="4985"/>
                  </a:lnTo>
                  <a:lnTo>
                    <a:pt x="4911" y="4906"/>
                  </a:lnTo>
                  <a:lnTo>
                    <a:pt x="4746" y="4856"/>
                  </a:lnTo>
                  <a:lnTo>
                    <a:pt x="4581" y="3272"/>
                  </a:lnTo>
                  <a:lnTo>
                    <a:pt x="4468" y="2742"/>
                  </a:lnTo>
                  <a:lnTo>
                    <a:pt x="4434" y="2490"/>
                  </a:lnTo>
                  <a:lnTo>
                    <a:pt x="4212" y="2017"/>
                  </a:lnTo>
                  <a:lnTo>
                    <a:pt x="4117" y="1909"/>
                  </a:lnTo>
                  <a:lnTo>
                    <a:pt x="3959" y="1760"/>
                  </a:lnTo>
                  <a:lnTo>
                    <a:pt x="3610" y="1580"/>
                  </a:lnTo>
                  <a:lnTo>
                    <a:pt x="3115" y="1199"/>
                  </a:lnTo>
                  <a:lnTo>
                    <a:pt x="2333" y="417"/>
                  </a:lnTo>
                  <a:lnTo>
                    <a:pt x="1748" y="125"/>
                  </a:lnTo>
                  <a:lnTo>
                    <a:pt x="1222" y="0"/>
                  </a:lnTo>
                  <a:lnTo>
                    <a:pt x="894" y="399"/>
                  </a:lnTo>
                  <a:lnTo>
                    <a:pt x="599" y="582"/>
                  </a:lnTo>
                  <a:lnTo>
                    <a:pt x="146" y="1142"/>
                  </a:lnTo>
                  <a:lnTo>
                    <a:pt x="0" y="1307"/>
                  </a:lnTo>
                  <a:close/>
                </a:path>
              </a:pathLst>
            </a:custGeom>
            <a:solidFill>
              <a:srgbClr val="5151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42" name="Freeform 242"/>
            <p:cNvSpPr>
              <a:spLocks/>
            </p:cNvSpPr>
            <p:nvPr/>
          </p:nvSpPr>
          <p:spPr bwMode="auto">
            <a:xfrm>
              <a:off x="2849" y="1850"/>
              <a:ext cx="1062" cy="904"/>
            </a:xfrm>
            <a:custGeom>
              <a:avLst/>
              <a:gdLst>
                <a:gd name="T0" fmla="*/ 0 w 8500"/>
                <a:gd name="T1" fmla="*/ 0 h 7234"/>
                <a:gd name="T2" fmla="*/ 0 w 8500"/>
                <a:gd name="T3" fmla="*/ 0 h 7234"/>
                <a:gd name="T4" fmla="*/ 0 w 8500"/>
                <a:gd name="T5" fmla="*/ 0 h 7234"/>
                <a:gd name="T6" fmla="*/ 0 w 8500"/>
                <a:gd name="T7" fmla="*/ 0 h 7234"/>
                <a:gd name="T8" fmla="*/ 0 w 8500"/>
                <a:gd name="T9" fmla="*/ 0 h 7234"/>
                <a:gd name="T10" fmla="*/ 0 w 8500"/>
                <a:gd name="T11" fmla="*/ 0 h 7234"/>
                <a:gd name="T12" fmla="*/ 0 w 8500"/>
                <a:gd name="T13" fmla="*/ 0 h 7234"/>
                <a:gd name="T14" fmla="*/ 0 w 8500"/>
                <a:gd name="T15" fmla="*/ 0 h 7234"/>
                <a:gd name="T16" fmla="*/ 0 w 8500"/>
                <a:gd name="T17" fmla="*/ 0 h 7234"/>
                <a:gd name="T18" fmla="*/ 0 w 8500"/>
                <a:gd name="T19" fmla="*/ 0 h 7234"/>
                <a:gd name="T20" fmla="*/ 0 w 8500"/>
                <a:gd name="T21" fmla="*/ 0 h 7234"/>
                <a:gd name="T22" fmla="*/ 0 w 8500"/>
                <a:gd name="T23" fmla="*/ 0 h 7234"/>
                <a:gd name="T24" fmla="*/ 0 w 8500"/>
                <a:gd name="T25" fmla="*/ 0 h 7234"/>
                <a:gd name="T26" fmla="*/ 0 w 8500"/>
                <a:gd name="T27" fmla="*/ 0 h 7234"/>
                <a:gd name="T28" fmla="*/ 0 w 8500"/>
                <a:gd name="T29" fmla="*/ 0 h 7234"/>
                <a:gd name="T30" fmla="*/ 0 w 8500"/>
                <a:gd name="T31" fmla="*/ 0 h 7234"/>
                <a:gd name="T32" fmla="*/ 0 w 8500"/>
                <a:gd name="T33" fmla="*/ 0 h 7234"/>
                <a:gd name="T34" fmla="*/ 0 w 8500"/>
                <a:gd name="T35" fmla="*/ 0 h 7234"/>
                <a:gd name="T36" fmla="*/ 0 w 8500"/>
                <a:gd name="T37" fmla="*/ 0 h 7234"/>
                <a:gd name="T38" fmla="*/ 0 w 8500"/>
                <a:gd name="T39" fmla="*/ 0 h 7234"/>
                <a:gd name="T40" fmla="*/ 0 w 8500"/>
                <a:gd name="T41" fmla="*/ 0 h 7234"/>
                <a:gd name="T42" fmla="*/ 0 w 8500"/>
                <a:gd name="T43" fmla="*/ 0 h 7234"/>
                <a:gd name="T44" fmla="*/ 0 w 8500"/>
                <a:gd name="T45" fmla="*/ 0 h 7234"/>
                <a:gd name="T46" fmla="*/ 0 w 8500"/>
                <a:gd name="T47" fmla="*/ 0 h 7234"/>
                <a:gd name="T48" fmla="*/ 0 w 8500"/>
                <a:gd name="T49" fmla="*/ 0 h 7234"/>
                <a:gd name="T50" fmla="*/ 0 w 8500"/>
                <a:gd name="T51" fmla="*/ 0 h 7234"/>
                <a:gd name="T52" fmla="*/ 0 w 8500"/>
                <a:gd name="T53" fmla="*/ 0 h 7234"/>
                <a:gd name="T54" fmla="*/ 0 w 8500"/>
                <a:gd name="T55" fmla="*/ 0 h 7234"/>
                <a:gd name="T56" fmla="*/ 0 w 8500"/>
                <a:gd name="T57" fmla="*/ 0 h 7234"/>
                <a:gd name="T58" fmla="*/ 0 w 8500"/>
                <a:gd name="T59" fmla="*/ 0 h 7234"/>
                <a:gd name="T60" fmla="*/ 0 w 8500"/>
                <a:gd name="T61" fmla="*/ 0 h 7234"/>
                <a:gd name="T62" fmla="*/ 0 w 8500"/>
                <a:gd name="T63" fmla="*/ 0 h 7234"/>
                <a:gd name="T64" fmla="*/ 0 w 8500"/>
                <a:gd name="T65" fmla="*/ 0 h 7234"/>
                <a:gd name="T66" fmla="*/ 0 w 8500"/>
                <a:gd name="T67" fmla="*/ 0 h 7234"/>
                <a:gd name="T68" fmla="*/ 0 w 8500"/>
                <a:gd name="T69" fmla="*/ 0 h 7234"/>
                <a:gd name="T70" fmla="*/ 0 w 8500"/>
                <a:gd name="T71" fmla="*/ 0 h 723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500"/>
                <a:gd name="T109" fmla="*/ 0 h 7234"/>
                <a:gd name="T110" fmla="*/ 8500 w 8500"/>
                <a:gd name="T111" fmla="*/ 7234 h 723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500" h="7234">
                  <a:moveTo>
                    <a:pt x="1999" y="4964"/>
                  </a:moveTo>
                  <a:lnTo>
                    <a:pt x="2075" y="4850"/>
                  </a:lnTo>
                  <a:lnTo>
                    <a:pt x="2430" y="4721"/>
                  </a:lnTo>
                  <a:lnTo>
                    <a:pt x="2665" y="4593"/>
                  </a:lnTo>
                  <a:lnTo>
                    <a:pt x="2915" y="4406"/>
                  </a:lnTo>
                  <a:lnTo>
                    <a:pt x="3339" y="4350"/>
                  </a:lnTo>
                  <a:lnTo>
                    <a:pt x="3412" y="3980"/>
                  </a:lnTo>
                  <a:lnTo>
                    <a:pt x="3507" y="3739"/>
                  </a:lnTo>
                  <a:lnTo>
                    <a:pt x="3658" y="2910"/>
                  </a:lnTo>
                  <a:lnTo>
                    <a:pt x="3788" y="2312"/>
                  </a:lnTo>
                  <a:lnTo>
                    <a:pt x="3954" y="1906"/>
                  </a:lnTo>
                  <a:lnTo>
                    <a:pt x="4137" y="1651"/>
                  </a:lnTo>
                  <a:lnTo>
                    <a:pt x="4454" y="1540"/>
                  </a:lnTo>
                  <a:lnTo>
                    <a:pt x="4641" y="1356"/>
                  </a:lnTo>
                  <a:lnTo>
                    <a:pt x="4710" y="1277"/>
                  </a:lnTo>
                  <a:lnTo>
                    <a:pt x="4710" y="1116"/>
                  </a:lnTo>
                  <a:lnTo>
                    <a:pt x="4803" y="876"/>
                  </a:lnTo>
                  <a:lnTo>
                    <a:pt x="5123" y="449"/>
                  </a:lnTo>
                  <a:lnTo>
                    <a:pt x="5717" y="76"/>
                  </a:lnTo>
                  <a:lnTo>
                    <a:pt x="6158" y="0"/>
                  </a:lnTo>
                  <a:lnTo>
                    <a:pt x="6737" y="466"/>
                  </a:lnTo>
                  <a:lnTo>
                    <a:pt x="6999" y="648"/>
                  </a:lnTo>
                  <a:lnTo>
                    <a:pt x="7329" y="1042"/>
                  </a:lnTo>
                  <a:lnTo>
                    <a:pt x="7679" y="1589"/>
                  </a:lnTo>
                  <a:lnTo>
                    <a:pt x="8016" y="2312"/>
                  </a:lnTo>
                  <a:lnTo>
                    <a:pt x="8389" y="3147"/>
                  </a:lnTo>
                  <a:lnTo>
                    <a:pt x="8500" y="3499"/>
                  </a:lnTo>
                  <a:lnTo>
                    <a:pt x="7772" y="3776"/>
                  </a:lnTo>
                  <a:lnTo>
                    <a:pt x="7128" y="4350"/>
                  </a:lnTo>
                  <a:lnTo>
                    <a:pt x="6807" y="4795"/>
                  </a:lnTo>
                  <a:lnTo>
                    <a:pt x="6495" y="5330"/>
                  </a:lnTo>
                  <a:lnTo>
                    <a:pt x="6289" y="5980"/>
                  </a:lnTo>
                  <a:lnTo>
                    <a:pt x="6091" y="7234"/>
                  </a:lnTo>
                  <a:lnTo>
                    <a:pt x="0" y="7234"/>
                  </a:lnTo>
                  <a:lnTo>
                    <a:pt x="1355" y="5533"/>
                  </a:lnTo>
                  <a:lnTo>
                    <a:pt x="1999" y="4964"/>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43" name="Freeform 243"/>
            <p:cNvSpPr>
              <a:spLocks/>
            </p:cNvSpPr>
            <p:nvPr/>
          </p:nvSpPr>
          <p:spPr bwMode="auto">
            <a:xfrm>
              <a:off x="3150" y="2394"/>
              <a:ext cx="116" cy="185"/>
            </a:xfrm>
            <a:custGeom>
              <a:avLst/>
              <a:gdLst>
                <a:gd name="T0" fmla="*/ 0 w 927"/>
                <a:gd name="T1" fmla="*/ 0 h 1480"/>
                <a:gd name="T2" fmla="*/ 0 w 927"/>
                <a:gd name="T3" fmla="*/ 0 h 1480"/>
                <a:gd name="T4" fmla="*/ 0 w 927"/>
                <a:gd name="T5" fmla="*/ 0 h 1480"/>
                <a:gd name="T6" fmla="*/ 0 w 927"/>
                <a:gd name="T7" fmla="*/ 0 h 1480"/>
                <a:gd name="T8" fmla="*/ 0 w 927"/>
                <a:gd name="T9" fmla="*/ 0 h 1480"/>
                <a:gd name="T10" fmla="*/ 0 w 927"/>
                <a:gd name="T11" fmla="*/ 0 h 1480"/>
                <a:gd name="T12" fmla="*/ 0 w 927"/>
                <a:gd name="T13" fmla="*/ 0 h 1480"/>
                <a:gd name="T14" fmla="*/ 0 w 927"/>
                <a:gd name="T15" fmla="*/ 0 h 1480"/>
                <a:gd name="T16" fmla="*/ 0 w 927"/>
                <a:gd name="T17" fmla="*/ 0 h 1480"/>
                <a:gd name="T18" fmla="*/ 0 w 927"/>
                <a:gd name="T19" fmla="*/ 0 h 1480"/>
                <a:gd name="T20" fmla="*/ 0 w 927"/>
                <a:gd name="T21" fmla="*/ 0 h 14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27"/>
                <a:gd name="T34" fmla="*/ 0 h 1480"/>
                <a:gd name="T35" fmla="*/ 927 w 927"/>
                <a:gd name="T36" fmla="*/ 1480 h 148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27" h="1480">
                  <a:moveTo>
                    <a:pt x="394" y="113"/>
                  </a:moveTo>
                  <a:lnTo>
                    <a:pt x="670" y="386"/>
                  </a:lnTo>
                  <a:lnTo>
                    <a:pt x="670" y="540"/>
                  </a:lnTo>
                  <a:lnTo>
                    <a:pt x="0" y="851"/>
                  </a:lnTo>
                  <a:lnTo>
                    <a:pt x="112" y="1480"/>
                  </a:lnTo>
                  <a:lnTo>
                    <a:pt x="670" y="1245"/>
                  </a:lnTo>
                  <a:lnTo>
                    <a:pt x="778" y="962"/>
                  </a:lnTo>
                  <a:lnTo>
                    <a:pt x="855" y="243"/>
                  </a:lnTo>
                  <a:lnTo>
                    <a:pt x="927" y="0"/>
                  </a:lnTo>
                  <a:lnTo>
                    <a:pt x="479" y="56"/>
                  </a:lnTo>
                  <a:lnTo>
                    <a:pt x="394" y="113"/>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44" name="Freeform 244"/>
            <p:cNvSpPr>
              <a:spLocks/>
            </p:cNvSpPr>
            <p:nvPr/>
          </p:nvSpPr>
          <p:spPr bwMode="auto">
            <a:xfrm>
              <a:off x="3104" y="1927"/>
              <a:ext cx="819" cy="827"/>
            </a:xfrm>
            <a:custGeom>
              <a:avLst/>
              <a:gdLst>
                <a:gd name="T0" fmla="*/ 0 w 6551"/>
                <a:gd name="T1" fmla="*/ 0 h 6616"/>
                <a:gd name="T2" fmla="*/ 0 w 6551"/>
                <a:gd name="T3" fmla="*/ 0 h 6616"/>
                <a:gd name="T4" fmla="*/ 0 w 6551"/>
                <a:gd name="T5" fmla="*/ 0 h 6616"/>
                <a:gd name="T6" fmla="*/ 0 w 6551"/>
                <a:gd name="T7" fmla="*/ 0 h 6616"/>
                <a:gd name="T8" fmla="*/ 0 w 6551"/>
                <a:gd name="T9" fmla="*/ 0 h 6616"/>
                <a:gd name="T10" fmla="*/ 0 w 6551"/>
                <a:gd name="T11" fmla="*/ 0 h 6616"/>
                <a:gd name="T12" fmla="*/ 0 w 6551"/>
                <a:gd name="T13" fmla="*/ 0 h 6616"/>
                <a:gd name="T14" fmla="*/ 0 w 6551"/>
                <a:gd name="T15" fmla="*/ 0 h 6616"/>
                <a:gd name="T16" fmla="*/ 0 w 6551"/>
                <a:gd name="T17" fmla="*/ 0 h 6616"/>
                <a:gd name="T18" fmla="*/ 0 w 6551"/>
                <a:gd name="T19" fmla="*/ 0 h 6616"/>
                <a:gd name="T20" fmla="*/ 0 w 6551"/>
                <a:gd name="T21" fmla="*/ 0 h 6616"/>
                <a:gd name="T22" fmla="*/ 0 w 6551"/>
                <a:gd name="T23" fmla="*/ 0 h 6616"/>
                <a:gd name="T24" fmla="*/ 0 w 6551"/>
                <a:gd name="T25" fmla="*/ 0 h 6616"/>
                <a:gd name="T26" fmla="*/ 0 w 6551"/>
                <a:gd name="T27" fmla="*/ 0 h 6616"/>
                <a:gd name="T28" fmla="*/ 0 w 6551"/>
                <a:gd name="T29" fmla="*/ 0 h 6616"/>
                <a:gd name="T30" fmla="*/ 0 w 6551"/>
                <a:gd name="T31" fmla="*/ 0 h 6616"/>
                <a:gd name="T32" fmla="*/ 0 w 6551"/>
                <a:gd name="T33" fmla="*/ 0 h 6616"/>
                <a:gd name="T34" fmla="*/ 0 w 6551"/>
                <a:gd name="T35" fmla="*/ 0 h 6616"/>
                <a:gd name="T36" fmla="*/ 0 w 6551"/>
                <a:gd name="T37" fmla="*/ 0 h 6616"/>
                <a:gd name="T38" fmla="*/ 0 w 6551"/>
                <a:gd name="T39" fmla="*/ 0 h 6616"/>
                <a:gd name="T40" fmla="*/ 0 w 6551"/>
                <a:gd name="T41" fmla="*/ 0 h 6616"/>
                <a:gd name="T42" fmla="*/ 0 w 6551"/>
                <a:gd name="T43" fmla="*/ 0 h 6616"/>
                <a:gd name="T44" fmla="*/ 0 w 6551"/>
                <a:gd name="T45" fmla="*/ 0 h 6616"/>
                <a:gd name="T46" fmla="*/ 0 w 6551"/>
                <a:gd name="T47" fmla="*/ 0 h 6616"/>
                <a:gd name="T48" fmla="*/ 0 w 6551"/>
                <a:gd name="T49" fmla="*/ 0 h 6616"/>
                <a:gd name="T50" fmla="*/ 0 w 6551"/>
                <a:gd name="T51" fmla="*/ 0 h 6616"/>
                <a:gd name="T52" fmla="*/ 0 w 6551"/>
                <a:gd name="T53" fmla="*/ 0 h 6616"/>
                <a:gd name="T54" fmla="*/ 0 w 6551"/>
                <a:gd name="T55" fmla="*/ 0 h 6616"/>
                <a:gd name="T56" fmla="*/ 0 w 6551"/>
                <a:gd name="T57" fmla="*/ 0 h 6616"/>
                <a:gd name="T58" fmla="*/ 0 w 6551"/>
                <a:gd name="T59" fmla="*/ 0 h 6616"/>
                <a:gd name="T60" fmla="*/ 0 w 6551"/>
                <a:gd name="T61" fmla="*/ 0 h 6616"/>
                <a:gd name="T62" fmla="*/ 0 w 6551"/>
                <a:gd name="T63" fmla="*/ 0 h 6616"/>
                <a:gd name="T64" fmla="*/ 0 w 6551"/>
                <a:gd name="T65" fmla="*/ 0 h 6616"/>
                <a:gd name="T66" fmla="*/ 0 w 6551"/>
                <a:gd name="T67" fmla="*/ 0 h 6616"/>
                <a:gd name="T68" fmla="*/ 0 w 6551"/>
                <a:gd name="T69" fmla="*/ 0 h 6616"/>
                <a:gd name="T70" fmla="*/ 0 w 6551"/>
                <a:gd name="T71" fmla="*/ 0 h 6616"/>
                <a:gd name="T72" fmla="*/ 0 w 6551"/>
                <a:gd name="T73" fmla="*/ 0 h 6616"/>
                <a:gd name="T74" fmla="*/ 0 w 6551"/>
                <a:gd name="T75" fmla="*/ 0 h 6616"/>
                <a:gd name="T76" fmla="*/ 0 w 6551"/>
                <a:gd name="T77" fmla="*/ 0 h 6616"/>
                <a:gd name="T78" fmla="*/ 0 w 6551"/>
                <a:gd name="T79" fmla="*/ 0 h 6616"/>
                <a:gd name="T80" fmla="*/ 0 w 6551"/>
                <a:gd name="T81" fmla="*/ 0 h 6616"/>
                <a:gd name="T82" fmla="*/ 0 w 6551"/>
                <a:gd name="T83" fmla="*/ 0 h 6616"/>
                <a:gd name="T84" fmla="*/ 0 w 6551"/>
                <a:gd name="T85" fmla="*/ 0 h 6616"/>
                <a:gd name="T86" fmla="*/ 0 w 6551"/>
                <a:gd name="T87" fmla="*/ 0 h 661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551"/>
                <a:gd name="T133" fmla="*/ 0 h 6616"/>
                <a:gd name="T134" fmla="*/ 6551 w 6551"/>
                <a:gd name="T135" fmla="*/ 6616 h 661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551" h="6616">
                  <a:moveTo>
                    <a:pt x="6551" y="2921"/>
                  </a:moveTo>
                  <a:lnTo>
                    <a:pt x="6133" y="3048"/>
                  </a:lnTo>
                  <a:lnTo>
                    <a:pt x="5692" y="3252"/>
                  </a:lnTo>
                  <a:lnTo>
                    <a:pt x="5378" y="3432"/>
                  </a:lnTo>
                  <a:lnTo>
                    <a:pt x="5048" y="3801"/>
                  </a:lnTo>
                  <a:lnTo>
                    <a:pt x="4712" y="4252"/>
                  </a:lnTo>
                  <a:lnTo>
                    <a:pt x="4470" y="4694"/>
                  </a:lnTo>
                  <a:lnTo>
                    <a:pt x="3396" y="6547"/>
                  </a:lnTo>
                  <a:lnTo>
                    <a:pt x="2278" y="6616"/>
                  </a:lnTo>
                  <a:lnTo>
                    <a:pt x="0" y="6616"/>
                  </a:lnTo>
                  <a:lnTo>
                    <a:pt x="108" y="6197"/>
                  </a:lnTo>
                  <a:lnTo>
                    <a:pt x="367" y="6485"/>
                  </a:lnTo>
                  <a:lnTo>
                    <a:pt x="606" y="6524"/>
                  </a:lnTo>
                  <a:lnTo>
                    <a:pt x="457" y="6322"/>
                  </a:lnTo>
                  <a:lnTo>
                    <a:pt x="457" y="5971"/>
                  </a:lnTo>
                  <a:lnTo>
                    <a:pt x="870" y="5599"/>
                  </a:lnTo>
                  <a:lnTo>
                    <a:pt x="1145" y="6227"/>
                  </a:lnTo>
                  <a:lnTo>
                    <a:pt x="1332" y="6524"/>
                  </a:lnTo>
                  <a:lnTo>
                    <a:pt x="1909" y="6098"/>
                  </a:lnTo>
                  <a:lnTo>
                    <a:pt x="2466" y="5252"/>
                  </a:lnTo>
                  <a:lnTo>
                    <a:pt x="1481" y="5671"/>
                  </a:lnTo>
                  <a:lnTo>
                    <a:pt x="2134" y="4837"/>
                  </a:lnTo>
                  <a:lnTo>
                    <a:pt x="1462" y="4936"/>
                  </a:lnTo>
                  <a:lnTo>
                    <a:pt x="1446" y="4751"/>
                  </a:lnTo>
                  <a:lnTo>
                    <a:pt x="2206" y="4103"/>
                  </a:lnTo>
                  <a:lnTo>
                    <a:pt x="2241" y="4435"/>
                  </a:lnTo>
                  <a:lnTo>
                    <a:pt x="2448" y="4498"/>
                  </a:lnTo>
                  <a:lnTo>
                    <a:pt x="3188" y="3956"/>
                  </a:lnTo>
                  <a:lnTo>
                    <a:pt x="3465" y="3342"/>
                  </a:lnTo>
                  <a:lnTo>
                    <a:pt x="3558" y="2377"/>
                  </a:lnTo>
                  <a:lnTo>
                    <a:pt x="3211" y="1477"/>
                  </a:lnTo>
                  <a:lnTo>
                    <a:pt x="4212" y="2342"/>
                  </a:lnTo>
                  <a:lnTo>
                    <a:pt x="5378" y="2694"/>
                  </a:lnTo>
                  <a:lnTo>
                    <a:pt x="5766" y="2960"/>
                  </a:lnTo>
                  <a:lnTo>
                    <a:pt x="6254" y="2881"/>
                  </a:lnTo>
                  <a:lnTo>
                    <a:pt x="6087" y="2248"/>
                  </a:lnTo>
                  <a:lnTo>
                    <a:pt x="5582" y="971"/>
                  </a:lnTo>
                  <a:lnTo>
                    <a:pt x="5140" y="258"/>
                  </a:lnTo>
                  <a:lnTo>
                    <a:pt x="4894" y="0"/>
                  </a:lnTo>
                  <a:lnTo>
                    <a:pt x="5250" y="327"/>
                  </a:lnTo>
                  <a:lnTo>
                    <a:pt x="5634" y="940"/>
                  </a:lnTo>
                  <a:lnTo>
                    <a:pt x="6030" y="1810"/>
                  </a:lnTo>
                  <a:lnTo>
                    <a:pt x="6344" y="2513"/>
                  </a:lnTo>
                  <a:lnTo>
                    <a:pt x="6551" y="2921"/>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45" name="Freeform 245"/>
            <p:cNvSpPr>
              <a:spLocks/>
            </p:cNvSpPr>
            <p:nvPr/>
          </p:nvSpPr>
          <p:spPr bwMode="auto">
            <a:xfrm>
              <a:off x="3536" y="1853"/>
              <a:ext cx="99" cy="108"/>
            </a:xfrm>
            <a:custGeom>
              <a:avLst/>
              <a:gdLst>
                <a:gd name="T0" fmla="*/ 0 w 791"/>
                <a:gd name="T1" fmla="*/ 0 h 867"/>
                <a:gd name="T2" fmla="*/ 0 w 791"/>
                <a:gd name="T3" fmla="*/ 0 h 867"/>
                <a:gd name="T4" fmla="*/ 0 w 791"/>
                <a:gd name="T5" fmla="*/ 0 h 867"/>
                <a:gd name="T6" fmla="*/ 0 w 791"/>
                <a:gd name="T7" fmla="*/ 0 h 867"/>
                <a:gd name="T8" fmla="*/ 0 w 791"/>
                <a:gd name="T9" fmla="*/ 0 h 867"/>
                <a:gd name="T10" fmla="*/ 0 w 791"/>
                <a:gd name="T11" fmla="*/ 0 h 867"/>
                <a:gd name="T12" fmla="*/ 0 w 791"/>
                <a:gd name="T13" fmla="*/ 0 h 867"/>
                <a:gd name="T14" fmla="*/ 0 w 791"/>
                <a:gd name="T15" fmla="*/ 0 h 867"/>
                <a:gd name="T16" fmla="*/ 0 w 791"/>
                <a:gd name="T17" fmla="*/ 0 h 867"/>
                <a:gd name="T18" fmla="*/ 0 w 791"/>
                <a:gd name="T19" fmla="*/ 0 h 8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91"/>
                <a:gd name="T31" fmla="*/ 0 h 867"/>
                <a:gd name="T32" fmla="*/ 791 w 791"/>
                <a:gd name="T33" fmla="*/ 867 h 86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91" h="867">
                  <a:moveTo>
                    <a:pt x="197" y="120"/>
                  </a:moveTo>
                  <a:lnTo>
                    <a:pt x="307" y="199"/>
                  </a:lnTo>
                  <a:lnTo>
                    <a:pt x="386" y="512"/>
                  </a:lnTo>
                  <a:lnTo>
                    <a:pt x="346" y="625"/>
                  </a:lnTo>
                  <a:lnTo>
                    <a:pt x="0" y="867"/>
                  </a:lnTo>
                  <a:lnTo>
                    <a:pt x="791" y="535"/>
                  </a:lnTo>
                  <a:lnTo>
                    <a:pt x="791" y="298"/>
                  </a:lnTo>
                  <a:lnTo>
                    <a:pt x="573" y="0"/>
                  </a:lnTo>
                  <a:lnTo>
                    <a:pt x="346" y="39"/>
                  </a:lnTo>
                  <a:lnTo>
                    <a:pt x="197" y="120"/>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46" name="Freeform 246"/>
            <p:cNvSpPr>
              <a:spLocks/>
            </p:cNvSpPr>
            <p:nvPr/>
          </p:nvSpPr>
          <p:spPr bwMode="auto">
            <a:xfrm>
              <a:off x="2434" y="1708"/>
              <a:ext cx="870" cy="661"/>
            </a:xfrm>
            <a:custGeom>
              <a:avLst/>
              <a:gdLst>
                <a:gd name="T0" fmla="*/ 0 w 6960"/>
                <a:gd name="T1" fmla="*/ 0 h 5288"/>
                <a:gd name="T2" fmla="*/ 0 w 6960"/>
                <a:gd name="T3" fmla="*/ 0 h 5288"/>
                <a:gd name="T4" fmla="*/ 0 w 6960"/>
                <a:gd name="T5" fmla="*/ 0 h 5288"/>
                <a:gd name="T6" fmla="*/ 0 w 6960"/>
                <a:gd name="T7" fmla="*/ 0 h 5288"/>
                <a:gd name="T8" fmla="*/ 0 w 6960"/>
                <a:gd name="T9" fmla="*/ 0 h 5288"/>
                <a:gd name="T10" fmla="*/ 0 w 6960"/>
                <a:gd name="T11" fmla="*/ 0 h 5288"/>
                <a:gd name="T12" fmla="*/ 0 w 6960"/>
                <a:gd name="T13" fmla="*/ 0 h 5288"/>
                <a:gd name="T14" fmla="*/ 0 w 6960"/>
                <a:gd name="T15" fmla="*/ 0 h 5288"/>
                <a:gd name="T16" fmla="*/ 0 w 6960"/>
                <a:gd name="T17" fmla="*/ 0 h 5288"/>
                <a:gd name="T18" fmla="*/ 0 w 6960"/>
                <a:gd name="T19" fmla="*/ 0 h 5288"/>
                <a:gd name="T20" fmla="*/ 0 w 6960"/>
                <a:gd name="T21" fmla="*/ 0 h 5288"/>
                <a:gd name="T22" fmla="*/ 0 w 6960"/>
                <a:gd name="T23" fmla="*/ 0 h 5288"/>
                <a:gd name="T24" fmla="*/ 0 w 6960"/>
                <a:gd name="T25" fmla="*/ 0 h 5288"/>
                <a:gd name="T26" fmla="*/ 0 w 6960"/>
                <a:gd name="T27" fmla="*/ 0 h 5288"/>
                <a:gd name="T28" fmla="*/ 0 w 6960"/>
                <a:gd name="T29" fmla="*/ 0 h 5288"/>
                <a:gd name="T30" fmla="*/ 0 w 6960"/>
                <a:gd name="T31" fmla="*/ 0 h 5288"/>
                <a:gd name="T32" fmla="*/ 0 w 6960"/>
                <a:gd name="T33" fmla="*/ 0 h 5288"/>
                <a:gd name="T34" fmla="*/ 0 w 6960"/>
                <a:gd name="T35" fmla="*/ 0 h 5288"/>
                <a:gd name="T36" fmla="*/ 0 w 6960"/>
                <a:gd name="T37" fmla="*/ 0 h 5288"/>
                <a:gd name="T38" fmla="*/ 0 w 6960"/>
                <a:gd name="T39" fmla="*/ 0 h 5288"/>
                <a:gd name="T40" fmla="*/ 0 w 6960"/>
                <a:gd name="T41" fmla="*/ 0 h 5288"/>
                <a:gd name="T42" fmla="*/ 0 w 6960"/>
                <a:gd name="T43" fmla="*/ 0 h 5288"/>
                <a:gd name="T44" fmla="*/ 0 w 6960"/>
                <a:gd name="T45" fmla="*/ 0 h 5288"/>
                <a:gd name="T46" fmla="*/ 0 w 6960"/>
                <a:gd name="T47" fmla="*/ 0 h 5288"/>
                <a:gd name="T48" fmla="*/ 0 w 6960"/>
                <a:gd name="T49" fmla="*/ 0 h 5288"/>
                <a:gd name="T50" fmla="*/ 0 w 6960"/>
                <a:gd name="T51" fmla="*/ 0 h 5288"/>
                <a:gd name="T52" fmla="*/ 0 w 6960"/>
                <a:gd name="T53" fmla="*/ 0 h 5288"/>
                <a:gd name="T54" fmla="*/ 0 w 6960"/>
                <a:gd name="T55" fmla="*/ 0 h 5288"/>
                <a:gd name="T56" fmla="*/ 0 w 6960"/>
                <a:gd name="T57" fmla="*/ 0 h 5288"/>
                <a:gd name="T58" fmla="*/ 0 w 6960"/>
                <a:gd name="T59" fmla="*/ 0 h 5288"/>
                <a:gd name="T60" fmla="*/ 0 w 6960"/>
                <a:gd name="T61" fmla="*/ 0 h 5288"/>
                <a:gd name="T62" fmla="*/ 0 w 6960"/>
                <a:gd name="T63" fmla="*/ 0 h 5288"/>
                <a:gd name="T64" fmla="*/ 0 w 6960"/>
                <a:gd name="T65" fmla="*/ 0 h 5288"/>
                <a:gd name="T66" fmla="*/ 0 w 6960"/>
                <a:gd name="T67" fmla="*/ 0 h 5288"/>
                <a:gd name="T68" fmla="*/ 0 w 6960"/>
                <a:gd name="T69" fmla="*/ 0 h 5288"/>
                <a:gd name="T70" fmla="*/ 0 w 6960"/>
                <a:gd name="T71" fmla="*/ 0 h 5288"/>
                <a:gd name="T72" fmla="*/ 0 w 6960"/>
                <a:gd name="T73" fmla="*/ 0 h 5288"/>
                <a:gd name="T74" fmla="*/ 0 w 6960"/>
                <a:gd name="T75" fmla="*/ 0 h 5288"/>
                <a:gd name="T76" fmla="*/ 0 w 6960"/>
                <a:gd name="T77" fmla="*/ 0 h 5288"/>
                <a:gd name="T78" fmla="*/ 0 w 6960"/>
                <a:gd name="T79" fmla="*/ 0 h 5288"/>
                <a:gd name="T80" fmla="*/ 0 w 6960"/>
                <a:gd name="T81" fmla="*/ 0 h 5288"/>
                <a:gd name="T82" fmla="*/ 0 w 6960"/>
                <a:gd name="T83" fmla="*/ 0 h 5288"/>
                <a:gd name="T84" fmla="*/ 0 w 6960"/>
                <a:gd name="T85" fmla="*/ 0 h 5288"/>
                <a:gd name="T86" fmla="*/ 0 w 6960"/>
                <a:gd name="T87" fmla="*/ 0 h 5288"/>
                <a:gd name="T88" fmla="*/ 0 w 6960"/>
                <a:gd name="T89" fmla="*/ 0 h 5288"/>
                <a:gd name="T90" fmla="*/ 0 w 6960"/>
                <a:gd name="T91" fmla="*/ 0 h 5288"/>
                <a:gd name="T92" fmla="*/ 0 w 6960"/>
                <a:gd name="T93" fmla="*/ 0 h 5288"/>
                <a:gd name="T94" fmla="*/ 0 w 6960"/>
                <a:gd name="T95" fmla="*/ 0 h 5288"/>
                <a:gd name="T96" fmla="*/ 0 w 6960"/>
                <a:gd name="T97" fmla="*/ 0 h 5288"/>
                <a:gd name="T98" fmla="*/ 0 w 6960"/>
                <a:gd name="T99" fmla="*/ 0 h 528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6960"/>
                <a:gd name="T151" fmla="*/ 0 h 5288"/>
                <a:gd name="T152" fmla="*/ 6960 w 6960"/>
                <a:gd name="T153" fmla="*/ 5288 h 5288"/>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6960" h="5288">
                  <a:moveTo>
                    <a:pt x="2583" y="0"/>
                  </a:moveTo>
                  <a:lnTo>
                    <a:pt x="2425" y="32"/>
                  </a:lnTo>
                  <a:lnTo>
                    <a:pt x="2146" y="173"/>
                  </a:lnTo>
                  <a:lnTo>
                    <a:pt x="1372" y="233"/>
                  </a:lnTo>
                  <a:lnTo>
                    <a:pt x="592" y="498"/>
                  </a:lnTo>
                  <a:lnTo>
                    <a:pt x="229" y="706"/>
                  </a:lnTo>
                  <a:lnTo>
                    <a:pt x="141" y="876"/>
                  </a:lnTo>
                  <a:lnTo>
                    <a:pt x="93" y="1047"/>
                  </a:lnTo>
                  <a:lnTo>
                    <a:pt x="141" y="1374"/>
                  </a:lnTo>
                  <a:lnTo>
                    <a:pt x="229" y="1625"/>
                  </a:lnTo>
                  <a:lnTo>
                    <a:pt x="141" y="2183"/>
                  </a:lnTo>
                  <a:lnTo>
                    <a:pt x="102" y="2308"/>
                  </a:lnTo>
                  <a:lnTo>
                    <a:pt x="32" y="2356"/>
                  </a:lnTo>
                  <a:lnTo>
                    <a:pt x="0" y="2444"/>
                  </a:lnTo>
                  <a:lnTo>
                    <a:pt x="12" y="2620"/>
                  </a:lnTo>
                  <a:lnTo>
                    <a:pt x="155" y="3086"/>
                  </a:lnTo>
                  <a:lnTo>
                    <a:pt x="155" y="3277"/>
                  </a:lnTo>
                  <a:lnTo>
                    <a:pt x="141" y="3525"/>
                  </a:lnTo>
                  <a:lnTo>
                    <a:pt x="126" y="3655"/>
                  </a:lnTo>
                  <a:lnTo>
                    <a:pt x="32" y="3928"/>
                  </a:lnTo>
                  <a:lnTo>
                    <a:pt x="44" y="4198"/>
                  </a:lnTo>
                  <a:lnTo>
                    <a:pt x="556" y="4862"/>
                  </a:lnTo>
                  <a:lnTo>
                    <a:pt x="888" y="4980"/>
                  </a:lnTo>
                  <a:lnTo>
                    <a:pt x="1003" y="5053"/>
                  </a:lnTo>
                  <a:lnTo>
                    <a:pt x="1361" y="5022"/>
                  </a:lnTo>
                  <a:lnTo>
                    <a:pt x="1671" y="5148"/>
                  </a:lnTo>
                  <a:lnTo>
                    <a:pt x="2062" y="5288"/>
                  </a:lnTo>
                  <a:lnTo>
                    <a:pt x="2704" y="4862"/>
                  </a:lnTo>
                  <a:lnTo>
                    <a:pt x="6835" y="4837"/>
                  </a:lnTo>
                  <a:lnTo>
                    <a:pt x="6960" y="4152"/>
                  </a:lnTo>
                  <a:lnTo>
                    <a:pt x="6621" y="4119"/>
                  </a:lnTo>
                  <a:lnTo>
                    <a:pt x="6446" y="3917"/>
                  </a:lnTo>
                  <a:lnTo>
                    <a:pt x="6333" y="3853"/>
                  </a:lnTo>
                  <a:lnTo>
                    <a:pt x="6151" y="3536"/>
                  </a:lnTo>
                  <a:lnTo>
                    <a:pt x="6022" y="3011"/>
                  </a:lnTo>
                  <a:lnTo>
                    <a:pt x="5955" y="2780"/>
                  </a:lnTo>
                  <a:lnTo>
                    <a:pt x="5912" y="2483"/>
                  </a:lnTo>
                  <a:lnTo>
                    <a:pt x="5773" y="2420"/>
                  </a:lnTo>
                  <a:lnTo>
                    <a:pt x="5745" y="2229"/>
                  </a:lnTo>
                  <a:lnTo>
                    <a:pt x="5773" y="1812"/>
                  </a:lnTo>
                  <a:lnTo>
                    <a:pt x="5745" y="1515"/>
                  </a:lnTo>
                  <a:lnTo>
                    <a:pt x="5710" y="1314"/>
                  </a:lnTo>
                  <a:lnTo>
                    <a:pt x="5660" y="1097"/>
                  </a:lnTo>
                  <a:lnTo>
                    <a:pt x="5584" y="998"/>
                  </a:lnTo>
                  <a:lnTo>
                    <a:pt x="5521" y="966"/>
                  </a:lnTo>
                  <a:lnTo>
                    <a:pt x="5424" y="936"/>
                  </a:lnTo>
                  <a:lnTo>
                    <a:pt x="4848" y="717"/>
                  </a:lnTo>
                  <a:lnTo>
                    <a:pt x="4240" y="438"/>
                  </a:lnTo>
                  <a:lnTo>
                    <a:pt x="3850" y="267"/>
                  </a:lnTo>
                  <a:lnTo>
                    <a:pt x="2583" y="0"/>
                  </a:lnTo>
                  <a:close/>
                </a:path>
              </a:pathLst>
            </a:custGeom>
            <a:solidFill>
              <a:srgbClr val="5151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47" name="Freeform 247"/>
            <p:cNvSpPr>
              <a:spLocks/>
            </p:cNvSpPr>
            <p:nvPr/>
          </p:nvSpPr>
          <p:spPr bwMode="auto">
            <a:xfrm>
              <a:off x="2683" y="2251"/>
              <a:ext cx="113" cy="116"/>
            </a:xfrm>
            <a:custGeom>
              <a:avLst/>
              <a:gdLst>
                <a:gd name="T0" fmla="*/ 0 w 904"/>
                <a:gd name="T1" fmla="*/ 0 h 929"/>
                <a:gd name="T2" fmla="*/ 0 w 904"/>
                <a:gd name="T3" fmla="*/ 0 h 929"/>
                <a:gd name="T4" fmla="*/ 0 w 904"/>
                <a:gd name="T5" fmla="*/ 0 h 929"/>
                <a:gd name="T6" fmla="*/ 0 w 904"/>
                <a:gd name="T7" fmla="*/ 0 h 929"/>
                <a:gd name="T8" fmla="*/ 0 w 904"/>
                <a:gd name="T9" fmla="*/ 0 h 929"/>
                <a:gd name="T10" fmla="*/ 0 w 904"/>
                <a:gd name="T11" fmla="*/ 0 h 929"/>
                <a:gd name="T12" fmla="*/ 0 w 904"/>
                <a:gd name="T13" fmla="*/ 0 h 929"/>
                <a:gd name="T14" fmla="*/ 0 w 904"/>
                <a:gd name="T15" fmla="*/ 0 h 929"/>
                <a:gd name="T16" fmla="*/ 0 w 904"/>
                <a:gd name="T17" fmla="*/ 0 h 929"/>
                <a:gd name="T18" fmla="*/ 0 w 904"/>
                <a:gd name="T19" fmla="*/ 0 h 929"/>
                <a:gd name="T20" fmla="*/ 0 w 904"/>
                <a:gd name="T21" fmla="*/ 0 h 9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04"/>
                <a:gd name="T34" fmla="*/ 0 h 929"/>
                <a:gd name="T35" fmla="*/ 904 w 904"/>
                <a:gd name="T36" fmla="*/ 929 h 9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04" h="929">
                  <a:moveTo>
                    <a:pt x="626" y="0"/>
                  </a:moveTo>
                  <a:lnTo>
                    <a:pt x="904" y="74"/>
                  </a:lnTo>
                  <a:lnTo>
                    <a:pt x="720" y="221"/>
                  </a:lnTo>
                  <a:lnTo>
                    <a:pt x="477" y="584"/>
                  </a:lnTo>
                  <a:lnTo>
                    <a:pt x="293" y="929"/>
                  </a:lnTo>
                  <a:lnTo>
                    <a:pt x="0" y="843"/>
                  </a:lnTo>
                  <a:lnTo>
                    <a:pt x="26" y="558"/>
                  </a:lnTo>
                  <a:lnTo>
                    <a:pt x="132" y="378"/>
                  </a:lnTo>
                  <a:lnTo>
                    <a:pt x="277" y="228"/>
                  </a:lnTo>
                  <a:lnTo>
                    <a:pt x="487" y="74"/>
                  </a:lnTo>
                  <a:lnTo>
                    <a:pt x="62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48" name="Freeform 248"/>
            <p:cNvSpPr>
              <a:spLocks/>
            </p:cNvSpPr>
            <p:nvPr/>
          </p:nvSpPr>
          <p:spPr bwMode="auto">
            <a:xfrm>
              <a:off x="2682" y="2272"/>
              <a:ext cx="65" cy="95"/>
            </a:xfrm>
            <a:custGeom>
              <a:avLst/>
              <a:gdLst>
                <a:gd name="T0" fmla="*/ 0 w 521"/>
                <a:gd name="T1" fmla="*/ 0 h 763"/>
                <a:gd name="T2" fmla="*/ 0 w 521"/>
                <a:gd name="T3" fmla="*/ 0 h 763"/>
                <a:gd name="T4" fmla="*/ 0 w 521"/>
                <a:gd name="T5" fmla="*/ 0 h 763"/>
                <a:gd name="T6" fmla="*/ 0 w 521"/>
                <a:gd name="T7" fmla="*/ 0 h 763"/>
                <a:gd name="T8" fmla="*/ 0 w 521"/>
                <a:gd name="T9" fmla="*/ 0 h 763"/>
                <a:gd name="T10" fmla="*/ 0 w 521"/>
                <a:gd name="T11" fmla="*/ 0 h 763"/>
                <a:gd name="T12" fmla="*/ 0 w 521"/>
                <a:gd name="T13" fmla="*/ 0 h 763"/>
                <a:gd name="T14" fmla="*/ 0 w 521"/>
                <a:gd name="T15" fmla="*/ 0 h 763"/>
                <a:gd name="T16" fmla="*/ 0 w 521"/>
                <a:gd name="T17" fmla="*/ 0 h 763"/>
                <a:gd name="T18" fmla="*/ 0 w 521"/>
                <a:gd name="T19" fmla="*/ 0 h 763"/>
                <a:gd name="T20" fmla="*/ 0 w 521"/>
                <a:gd name="T21" fmla="*/ 0 h 763"/>
                <a:gd name="T22" fmla="*/ 0 w 521"/>
                <a:gd name="T23" fmla="*/ 0 h 7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21"/>
                <a:gd name="T37" fmla="*/ 0 h 763"/>
                <a:gd name="T38" fmla="*/ 521 w 521"/>
                <a:gd name="T39" fmla="*/ 763 h 76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21" h="763">
                  <a:moveTo>
                    <a:pt x="402" y="0"/>
                  </a:moveTo>
                  <a:lnTo>
                    <a:pt x="249" y="172"/>
                  </a:lnTo>
                  <a:lnTo>
                    <a:pt x="152" y="366"/>
                  </a:lnTo>
                  <a:lnTo>
                    <a:pt x="327" y="378"/>
                  </a:lnTo>
                  <a:lnTo>
                    <a:pt x="521" y="212"/>
                  </a:lnTo>
                  <a:lnTo>
                    <a:pt x="378" y="535"/>
                  </a:lnTo>
                  <a:lnTo>
                    <a:pt x="327" y="763"/>
                  </a:lnTo>
                  <a:lnTo>
                    <a:pt x="0" y="763"/>
                  </a:lnTo>
                  <a:lnTo>
                    <a:pt x="11" y="574"/>
                  </a:lnTo>
                  <a:lnTo>
                    <a:pt x="77" y="322"/>
                  </a:lnTo>
                  <a:lnTo>
                    <a:pt x="207" y="172"/>
                  </a:lnTo>
                  <a:lnTo>
                    <a:pt x="402"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49" name="Freeform 249"/>
            <p:cNvSpPr>
              <a:spLocks/>
            </p:cNvSpPr>
            <p:nvPr/>
          </p:nvSpPr>
          <p:spPr bwMode="auto">
            <a:xfrm>
              <a:off x="2738" y="1713"/>
              <a:ext cx="188" cy="486"/>
            </a:xfrm>
            <a:custGeom>
              <a:avLst/>
              <a:gdLst>
                <a:gd name="T0" fmla="*/ 0 w 1500"/>
                <a:gd name="T1" fmla="*/ 0 h 3892"/>
                <a:gd name="T2" fmla="*/ 0 w 1500"/>
                <a:gd name="T3" fmla="*/ 0 h 3892"/>
                <a:gd name="T4" fmla="*/ 0 w 1500"/>
                <a:gd name="T5" fmla="*/ 0 h 3892"/>
                <a:gd name="T6" fmla="*/ 0 w 1500"/>
                <a:gd name="T7" fmla="*/ 0 h 3892"/>
                <a:gd name="T8" fmla="*/ 0 w 1500"/>
                <a:gd name="T9" fmla="*/ 0 h 3892"/>
                <a:gd name="T10" fmla="*/ 0 w 1500"/>
                <a:gd name="T11" fmla="*/ 0 h 3892"/>
                <a:gd name="T12" fmla="*/ 0 w 1500"/>
                <a:gd name="T13" fmla="*/ 0 h 3892"/>
                <a:gd name="T14" fmla="*/ 0 w 1500"/>
                <a:gd name="T15" fmla="*/ 0 h 3892"/>
                <a:gd name="T16" fmla="*/ 0 w 1500"/>
                <a:gd name="T17" fmla="*/ 0 h 3892"/>
                <a:gd name="T18" fmla="*/ 0 w 1500"/>
                <a:gd name="T19" fmla="*/ 0 h 3892"/>
                <a:gd name="T20" fmla="*/ 0 w 1500"/>
                <a:gd name="T21" fmla="*/ 0 h 3892"/>
                <a:gd name="T22" fmla="*/ 0 w 1500"/>
                <a:gd name="T23" fmla="*/ 0 h 3892"/>
                <a:gd name="T24" fmla="*/ 0 w 1500"/>
                <a:gd name="T25" fmla="*/ 0 h 3892"/>
                <a:gd name="T26" fmla="*/ 0 w 1500"/>
                <a:gd name="T27" fmla="*/ 0 h 3892"/>
                <a:gd name="T28" fmla="*/ 0 w 1500"/>
                <a:gd name="T29" fmla="*/ 0 h 3892"/>
                <a:gd name="T30" fmla="*/ 0 w 1500"/>
                <a:gd name="T31" fmla="*/ 0 h 3892"/>
                <a:gd name="T32" fmla="*/ 0 w 1500"/>
                <a:gd name="T33" fmla="*/ 0 h 3892"/>
                <a:gd name="T34" fmla="*/ 0 w 1500"/>
                <a:gd name="T35" fmla="*/ 0 h 3892"/>
                <a:gd name="T36" fmla="*/ 0 w 1500"/>
                <a:gd name="T37" fmla="*/ 0 h 389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00"/>
                <a:gd name="T58" fmla="*/ 0 h 3892"/>
                <a:gd name="T59" fmla="*/ 1500 w 1500"/>
                <a:gd name="T60" fmla="*/ 3892 h 389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00" h="3892">
                  <a:moveTo>
                    <a:pt x="143" y="0"/>
                  </a:moveTo>
                  <a:lnTo>
                    <a:pt x="1500" y="561"/>
                  </a:lnTo>
                  <a:lnTo>
                    <a:pt x="1500" y="1046"/>
                  </a:lnTo>
                  <a:lnTo>
                    <a:pt x="1426" y="1553"/>
                  </a:lnTo>
                  <a:lnTo>
                    <a:pt x="1336" y="2078"/>
                  </a:lnTo>
                  <a:lnTo>
                    <a:pt x="1193" y="2760"/>
                  </a:lnTo>
                  <a:lnTo>
                    <a:pt x="1053" y="3259"/>
                  </a:lnTo>
                  <a:lnTo>
                    <a:pt x="815" y="3892"/>
                  </a:lnTo>
                  <a:lnTo>
                    <a:pt x="774" y="3293"/>
                  </a:lnTo>
                  <a:lnTo>
                    <a:pt x="642" y="2523"/>
                  </a:lnTo>
                  <a:lnTo>
                    <a:pt x="560" y="2041"/>
                  </a:lnTo>
                  <a:lnTo>
                    <a:pt x="488" y="1659"/>
                  </a:lnTo>
                  <a:lnTo>
                    <a:pt x="338" y="1336"/>
                  </a:lnTo>
                  <a:lnTo>
                    <a:pt x="172" y="995"/>
                  </a:lnTo>
                  <a:lnTo>
                    <a:pt x="43" y="705"/>
                  </a:lnTo>
                  <a:lnTo>
                    <a:pt x="0" y="497"/>
                  </a:lnTo>
                  <a:lnTo>
                    <a:pt x="0" y="301"/>
                  </a:lnTo>
                  <a:lnTo>
                    <a:pt x="66" y="121"/>
                  </a:lnTo>
                  <a:lnTo>
                    <a:pt x="14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50" name="Freeform 250"/>
            <p:cNvSpPr>
              <a:spLocks/>
            </p:cNvSpPr>
            <p:nvPr/>
          </p:nvSpPr>
          <p:spPr bwMode="auto">
            <a:xfrm>
              <a:off x="2804" y="1842"/>
              <a:ext cx="61" cy="360"/>
            </a:xfrm>
            <a:custGeom>
              <a:avLst/>
              <a:gdLst>
                <a:gd name="T0" fmla="*/ 0 w 486"/>
                <a:gd name="T1" fmla="*/ 0 h 2874"/>
                <a:gd name="T2" fmla="*/ 0 w 486"/>
                <a:gd name="T3" fmla="*/ 0 h 2874"/>
                <a:gd name="T4" fmla="*/ 0 w 486"/>
                <a:gd name="T5" fmla="*/ 0 h 2874"/>
                <a:gd name="T6" fmla="*/ 0 w 486"/>
                <a:gd name="T7" fmla="*/ 0 h 2874"/>
                <a:gd name="T8" fmla="*/ 0 w 486"/>
                <a:gd name="T9" fmla="*/ 0 h 2874"/>
                <a:gd name="T10" fmla="*/ 0 w 486"/>
                <a:gd name="T11" fmla="*/ 0 h 2874"/>
                <a:gd name="T12" fmla="*/ 0 w 486"/>
                <a:gd name="T13" fmla="*/ 0 h 2874"/>
                <a:gd name="T14" fmla="*/ 0 w 486"/>
                <a:gd name="T15" fmla="*/ 0 h 2874"/>
                <a:gd name="T16" fmla="*/ 0 w 486"/>
                <a:gd name="T17" fmla="*/ 0 h 2874"/>
                <a:gd name="T18" fmla="*/ 0 w 486"/>
                <a:gd name="T19" fmla="*/ 0 h 2874"/>
                <a:gd name="T20" fmla="*/ 0 w 486"/>
                <a:gd name="T21" fmla="*/ 0 h 2874"/>
                <a:gd name="T22" fmla="*/ 0 w 486"/>
                <a:gd name="T23" fmla="*/ 0 h 2874"/>
                <a:gd name="T24" fmla="*/ 0 w 486"/>
                <a:gd name="T25" fmla="*/ 0 h 2874"/>
                <a:gd name="T26" fmla="*/ 0 w 486"/>
                <a:gd name="T27" fmla="*/ 0 h 2874"/>
                <a:gd name="T28" fmla="*/ 0 w 486"/>
                <a:gd name="T29" fmla="*/ 0 h 2874"/>
                <a:gd name="T30" fmla="*/ 0 w 486"/>
                <a:gd name="T31" fmla="*/ 0 h 2874"/>
                <a:gd name="T32" fmla="*/ 0 w 486"/>
                <a:gd name="T33" fmla="*/ 0 h 287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86"/>
                <a:gd name="T52" fmla="*/ 0 h 2874"/>
                <a:gd name="T53" fmla="*/ 486 w 486"/>
                <a:gd name="T54" fmla="*/ 2874 h 287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86" h="2874">
                  <a:moveTo>
                    <a:pt x="194" y="0"/>
                  </a:moveTo>
                  <a:lnTo>
                    <a:pt x="51" y="126"/>
                  </a:lnTo>
                  <a:lnTo>
                    <a:pt x="139" y="455"/>
                  </a:lnTo>
                  <a:lnTo>
                    <a:pt x="0" y="806"/>
                  </a:lnTo>
                  <a:lnTo>
                    <a:pt x="81" y="1235"/>
                  </a:lnTo>
                  <a:lnTo>
                    <a:pt x="178" y="1853"/>
                  </a:lnTo>
                  <a:lnTo>
                    <a:pt x="265" y="2463"/>
                  </a:lnTo>
                  <a:lnTo>
                    <a:pt x="328" y="2874"/>
                  </a:lnTo>
                  <a:lnTo>
                    <a:pt x="486" y="2371"/>
                  </a:lnTo>
                  <a:lnTo>
                    <a:pt x="459" y="1973"/>
                  </a:lnTo>
                  <a:lnTo>
                    <a:pt x="440" y="1265"/>
                  </a:lnTo>
                  <a:lnTo>
                    <a:pt x="436" y="857"/>
                  </a:lnTo>
                  <a:lnTo>
                    <a:pt x="401" y="622"/>
                  </a:lnTo>
                  <a:lnTo>
                    <a:pt x="365" y="477"/>
                  </a:lnTo>
                  <a:lnTo>
                    <a:pt x="440" y="248"/>
                  </a:lnTo>
                  <a:lnTo>
                    <a:pt x="355" y="24"/>
                  </a:lnTo>
                  <a:lnTo>
                    <a:pt x="194"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51" name="Freeform 251"/>
            <p:cNvSpPr>
              <a:spLocks/>
            </p:cNvSpPr>
            <p:nvPr/>
          </p:nvSpPr>
          <p:spPr bwMode="auto">
            <a:xfrm>
              <a:off x="2804" y="1844"/>
              <a:ext cx="58" cy="295"/>
            </a:xfrm>
            <a:custGeom>
              <a:avLst/>
              <a:gdLst>
                <a:gd name="T0" fmla="*/ 0 w 459"/>
                <a:gd name="T1" fmla="*/ 0 h 2362"/>
                <a:gd name="T2" fmla="*/ 0 w 459"/>
                <a:gd name="T3" fmla="*/ 0 h 2362"/>
                <a:gd name="T4" fmla="*/ 0 w 459"/>
                <a:gd name="T5" fmla="*/ 0 h 2362"/>
                <a:gd name="T6" fmla="*/ 0 w 459"/>
                <a:gd name="T7" fmla="*/ 0 h 2362"/>
                <a:gd name="T8" fmla="*/ 0 w 459"/>
                <a:gd name="T9" fmla="*/ 0 h 2362"/>
                <a:gd name="T10" fmla="*/ 0 w 459"/>
                <a:gd name="T11" fmla="*/ 0 h 2362"/>
                <a:gd name="T12" fmla="*/ 0 w 459"/>
                <a:gd name="T13" fmla="*/ 0 h 2362"/>
                <a:gd name="T14" fmla="*/ 0 w 459"/>
                <a:gd name="T15" fmla="*/ 0 h 2362"/>
                <a:gd name="T16" fmla="*/ 0 w 459"/>
                <a:gd name="T17" fmla="*/ 0 h 2362"/>
                <a:gd name="T18" fmla="*/ 0 w 459"/>
                <a:gd name="T19" fmla="*/ 0 h 2362"/>
                <a:gd name="T20" fmla="*/ 0 w 459"/>
                <a:gd name="T21" fmla="*/ 0 h 2362"/>
                <a:gd name="T22" fmla="*/ 0 w 459"/>
                <a:gd name="T23" fmla="*/ 0 h 2362"/>
                <a:gd name="T24" fmla="*/ 0 w 459"/>
                <a:gd name="T25" fmla="*/ 0 h 2362"/>
                <a:gd name="T26" fmla="*/ 0 w 459"/>
                <a:gd name="T27" fmla="*/ 0 h 2362"/>
                <a:gd name="T28" fmla="*/ 0 w 459"/>
                <a:gd name="T29" fmla="*/ 0 h 2362"/>
                <a:gd name="T30" fmla="*/ 0 w 459"/>
                <a:gd name="T31" fmla="*/ 0 h 2362"/>
                <a:gd name="T32" fmla="*/ 0 w 459"/>
                <a:gd name="T33" fmla="*/ 0 h 2362"/>
                <a:gd name="T34" fmla="*/ 0 w 459"/>
                <a:gd name="T35" fmla="*/ 0 h 2362"/>
                <a:gd name="T36" fmla="*/ 0 w 459"/>
                <a:gd name="T37" fmla="*/ 0 h 2362"/>
                <a:gd name="T38" fmla="*/ 0 w 459"/>
                <a:gd name="T39" fmla="*/ 0 h 2362"/>
                <a:gd name="T40" fmla="*/ 0 w 459"/>
                <a:gd name="T41" fmla="*/ 0 h 2362"/>
                <a:gd name="T42" fmla="*/ 0 w 459"/>
                <a:gd name="T43" fmla="*/ 0 h 2362"/>
                <a:gd name="T44" fmla="*/ 0 w 459"/>
                <a:gd name="T45" fmla="*/ 0 h 2362"/>
                <a:gd name="T46" fmla="*/ 0 w 459"/>
                <a:gd name="T47" fmla="*/ 0 h 2362"/>
                <a:gd name="T48" fmla="*/ 0 w 459"/>
                <a:gd name="T49" fmla="*/ 0 h 2362"/>
                <a:gd name="T50" fmla="*/ 0 w 459"/>
                <a:gd name="T51" fmla="*/ 0 h 2362"/>
                <a:gd name="T52" fmla="*/ 0 w 459"/>
                <a:gd name="T53" fmla="*/ 0 h 236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59"/>
                <a:gd name="T82" fmla="*/ 0 h 2362"/>
                <a:gd name="T83" fmla="*/ 459 w 459"/>
                <a:gd name="T84" fmla="*/ 2362 h 236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59" h="2362">
                  <a:moveTo>
                    <a:pt x="365" y="94"/>
                  </a:moveTo>
                  <a:lnTo>
                    <a:pt x="288" y="79"/>
                  </a:lnTo>
                  <a:lnTo>
                    <a:pt x="207" y="169"/>
                  </a:lnTo>
                  <a:lnTo>
                    <a:pt x="247" y="433"/>
                  </a:lnTo>
                  <a:lnTo>
                    <a:pt x="288" y="433"/>
                  </a:lnTo>
                  <a:lnTo>
                    <a:pt x="385" y="272"/>
                  </a:lnTo>
                  <a:lnTo>
                    <a:pt x="355" y="523"/>
                  </a:lnTo>
                  <a:lnTo>
                    <a:pt x="440" y="875"/>
                  </a:lnTo>
                  <a:lnTo>
                    <a:pt x="436" y="1701"/>
                  </a:lnTo>
                  <a:lnTo>
                    <a:pt x="459" y="2362"/>
                  </a:lnTo>
                  <a:lnTo>
                    <a:pt x="401" y="2000"/>
                  </a:lnTo>
                  <a:lnTo>
                    <a:pt x="365" y="1542"/>
                  </a:lnTo>
                  <a:lnTo>
                    <a:pt x="355" y="1097"/>
                  </a:lnTo>
                  <a:lnTo>
                    <a:pt x="339" y="848"/>
                  </a:lnTo>
                  <a:lnTo>
                    <a:pt x="265" y="613"/>
                  </a:lnTo>
                  <a:lnTo>
                    <a:pt x="247" y="940"/>
                  </a:lnTo>
                  <a:lnTo>
                    <a:pt x="178" y="1009"/>
                  </a:lnTo>
                  <a:lnTo>
                    <a:pt x="139" y="940"/>
                  </a:lnTo>
                  <a:lnTo>
                    <a:pt x="207" y="606"/>
                  </a:lnTo>
                  <a:lnTo>
                    <a:pt x="104" y="769"/>
                  </a:lnTo>
                  <a:lnTo>
                    <a:pt x="51" y="1085"/>
                  </a:lnTo>
                  <a:lnTo>
                    <a:pt x="0" y="797"/>
                  </a:lnTo>
                  <a:lnTo>
                    <a:pt x="139" y="446"/>
                  </a:lnTo>
                  <a:lnTo>
                    <a:pt x="69" y="117"/>
                  </a:lnTo>
                  <a:lnTo>
                    <a:pt x="171" y="0"/>
                  </a:lnTo>
                  <a:lnTo>
                    <a:pt x="339" y="15"/>
                  </a:lnTo>
                  <a:lnTo>
                    <a:pt x="365" y="94"/>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52" name="Freeform 252"/>
            <p:cNvSpPr>
              <a:spLocks/>
            </p:cNvSpPr>
            <p:nvPr/>
          </p:nvSpPr>
          <p:spPr bwMode="auto">
            <a:xfrm>
              <a:off x="2850" y="1788"/>
              <a:ext cx="77" cy="342"/>
            </a:xfrm>
            <a:custGeom>
              <a:avLst/>
              <a:gdLst>
                <a:gd name="T0" fmla="*/ 0 w 620"/>
                <a:gd name="T1" fmla="*/ 0 h 2734"/>
                <a:gd name="T2" fmla="*/ 0 w 620"/>
                <a:gd name="T3" fmla="*/ 0 h 2734"/>
                <a:gd name="T4" fmla="*/ 0 w 620"/>
                <a:gd name="T5" fmla="*/ 0 h 2734"/>
                <a:gd name="T6" fmla="*/ 0 w 620"/>
                <a:gd name="T7" fmla="*/ 0 h 2734"/>
                <a:gd name="T8" fmla="*/ 0 w 620"/>
                <a:gd name="T9" fmla="*/ 0 h 2734"/>
                <a:gd name="T10" fmla="*/ 0 w 620"/>
                <a:gd name="T11" fmla="*/ 0 h 2734"/>
                <a:gd name="T12" fmla="*/ 0 w 620"/>
                <a:gd name="T13" fmla="*/ 0 h 2734"/>
                <a:gd name="T14" fmla="*/ 0 w 620"/>
                <a:gd name="T15" fmla="*/ 0 h 2734"/>
                <a:gd name="T16" fmla="*/ 0 w 620"/>
                <a:gd name="T17" fmla="*/ 0 h 2734"/>
                <a:gd name="T18" fmla="*/ 0 w 620"/>
                <a:gd name="T19" fmla="*/ 0 h 2734"/>
                <a:gd name="T20" fmla="*/ 0 w 620"/>
                <a:gd name="T21" fmla="*/ 0 h 2734"/>
                <a:gd name="T22" fmla="*/ 0 w 620"/>
                <a:gd name="T23" fmla="*/ 0 h 2734"/>
                <a:gd name="T24" fmla="*/ 0 w 620"/>
                <a:gd name="T25" fmla="*/ 0 h 2734"/>
                <a:gd name="T26" fmla="*/ 0 w 620"/>
                <a:gd name="T27" fmla="*/ 0 h 2734"/>
                <a:gd name="T28" fmla="*/ 0 w 620"/>
                <a:gd name="T29" fmla="*/ 0 h 2734"/>
                <a:gd name="T30" fmla="*/ 0 w 620"/>
                <a:gd name="T31" fmla="*/ 0 h 2734"/>
                <a:gd name="T32" fmla="*/ 0 w 620"/>
                <a:gd name="T33" fmla="*/ 0 h 2734"/>
                <a:gd name="T34" fmla="*/ 0 w 620"/>
                <a:gd name="T35" fmla="*/ 0 h 2734"/>
                <a:gd name="T36" fmla="*/ 0 w 620"/>
                <a:gd name="T37" fmla="*/ 0 h 2734"/>
                <a:gd name="T38" fmla="*/ 0 w 620"/>
                <a:gd name="T39" fmla="*/ 0 h 273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20"/>
                <a:gd name="T61" fmla="*/ 0 h 2734"/>
                <a:gd name="T62" fmla="*/ 620 w 620"/>
                <a:gd name="T63" fmla="*/ 2734 h 273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20" h="2734">
                  <a:moveTo>
                    <a:pt x="94" y="1255"/>
                  </a:moveTo>
                  <a:lnTo>
                    <a:pt x="266" y="953"/>
                  </a:lnTo>
                  <a:lnTo>
                    <a:pt x="394" y="758"/>
                  </a:lnTo>
                  <a:lnTo>
                    <a:pt x="354" y="1204"/>
                  </a:lnTo>
                  <a:lnTo>
                    <a:pt x="266" y="1709"/>
                  </a:lnTo>
                  <a:lnTo>
                    <a:pt x="106" y="2410"/>
                  </a:lnTo>
                  <a:lnTo>
                    <a:pt x="130" y="2734"/>
                  </a:lnTo>
                  <a:lnTo>
                    <a:pt x="369" y="1831"/>
                  </a:lnTo>
                  <a:lnTo>
                    <a:pt x="525" y="1125"/>
                  </a:lnTo>
                  <a:lnTo>
                    <a:pt x="589" y="703"/>
                  </a:lnTo>
                  <a:lnTo>
                    <a:pt x="620" y="224"/>
                  </a:lnTo>
                  <a:lnTo>
                    <a:pt x="608" y="0"/>
                  </a:lnTo>
                  <a:lnTo>
                    <a:pt x="477" y="105"/>
                  </a:lnTo>
                  <a:lnTo>
                    <a:pt x="477" y="277"/>
                  </a:lnTo>
                  <a:lnTo>
                    <a:pt x="428" y="540"/>
                  </a:lnTo>
                  <a:lnTo>
                    <a:pt x="233" y="899"/>
                  </a:lnTo>
                  <a:lnTo>
                    <a:pt x="75" y="639"/>
                  </a:lnTo>
                  <a:lnTo>
                    <a:pt x="0" y="945"/>
                  </a:lnTo>
                  <a:lnTo>
                    <a:pt x="71" y="1140"/>
                  </a:lnTo>
                  <a:lnTo>
                    <a:pt x="94" y="1255"/>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53" name="Freeform 253"/>
            <p:cNvSpPr>
              <a:spLocks/>
            </p:cNvSpPr>
            <p:nvPr/>
          </p:nvSpPr>
          <p:spPr bwMode="auto">
            <a:xfrm>
              <a:off x="2788" y="1858"/>
              <a:ext cx="34" cy="79"/>
            </a:xfrm>
            <a:custGeom>
              <a:avLst/>
              <a:gdLst>
                <a:gd name="T0" fmla="*/ 0 w 268"/>
                <a:gd name="T1" fmla="*/ 0 h 627"/>
                <a:gd name="T2" fmla="*/ 0 w 268"/>
                <a:gd name="T3" fmla="*/ 0 h 627"/>
                <a:gd name="T4" fmla="*/ 0 w 268"/>
                <a:gd name="T5" fmla="*/ 0 h 627"/>
                <a:gd name="T6" fmla="*/ 0 w 268"/>
                <a:gd name="T7" fmla="*/ 0 h 627"/>
                <a:gd name="T8" fmla="*/ 0 w 268"/>
                <a:gd name="T9" fmla="*/ 0 h 627"/>
                <a:gd name="T10" fmla="*/ 0 w 268"/>
                <a:gd name="T11" fmla="*/ 0 h 627"/>
                <a:gd name="T12" fmla="*/ 0 60000 65536"/>
                <a:gd name="T13" fmla="*/ 0 60000 65536"/>
                <a:gd name="T14" fmla="*/ 0 60000 65536"/>
                <a:gd name="T15" fmla="*/ 0 60000 65536"/>
                <a:gd name="T16" fmla="*/ 0 60000 65536"/>
                <a:gd name="T17" fmla="*/ 0 60000 65536"/>
                <a:gd name="T18" fmla="*/ 0 w 268"/>
                <a:gd name="T19" fmla="*/ 0 h 627"/>
                <a:gd name="T20" fmla="*/ 268 w 268"/>
                <a:gd name="T21" fmla="*/ 627 h 627"/>
              </a:gdLst>
              <a:ahLst/>
              <a:cxnLst>
                <a:cxn ang="T12">
                  <a:pos x="T0" y="T1"/>
                </a:cxn>
                <a:cxn ang="T13">
                  <a:pos x="T2" y="T3"/>
                </a:cxn>
                <a:cxn ang="T14">
                  <a:pos x="T4" y="T5"/>
                </a:cxn>
                <a:cxn ang="T15">
                  <a:pos x="T6" y="T7"/>
                </a:cxn>
                <a:cxn ang="T16">
                  <a:pos x="T8" y="T9"/>
                </a:cxn>
                <a:cxn ang="T17">
                  <a:pos x="T10" y="T11"/>
                </a:cxn>
              </a:cxnLst>
              <a:rect l="T18" t="T19" r="T20" b="T21"/>
              <a:pathLst>
                <a:path w="268" h="627">
                  <a:moveTo>
                    <a:pt x="108" y="627"/>
                  </a:moveTo>
                  <a:lnTo>
                    <a:pt x="0" y="249"/>
                  </a:lnTo>
                  <a:lnTo>
                    <a:pt x="159" y="0"/>
                  </a:lnTo>
                  <a:lnTo>
                    <a:pt x="268" y="329"/>
                  </a:lnTo>
                  <a:lnTo>
                    <a:pt x="198" y="512"/>
                  </a:lnTo>
                  <a:lnTo>
                    <a:pt x="108" y="627"/>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54" name="Freeform 254"/>
            <p:cNvSpPr>
              <a:spLocks/>
            </p:cNvSpPr>
            <p:nvPr/>
          </p:nvSpPr>
          <p:spPr bwMode="auto">
            <a:xfrm>
              <a:off x="2738" y="1713"/>
              <a:ext cx="27" cy="112"/>
            </a:xfrm>
            <a:custGeom>
              <a:avLst/>
              <a:gdLst>
                <a:gd name="T0" fmla="*/ 0 w 211"/>
                <a:gd name="T1" fmla="*/ 0 h 900"/>
                <a:gd name="T2" fmla="*/ 0 w 211"/>
                <a:gd name="T3" fmla="*/ 0 h 900"/>
                <a:gd name="T4" fmla="*/ 0 w 211"/>
                <a:gd name="T5" fmla="*/ 0 h 900"/>
                <a:gd name="T6" fmla="*/ 0 w 211"/>
                <a:gd name="T7" fmla="*/ 0 h 900"/>
                <a:gd name="T8" fmla="*/ 0 w 211"/>
                <a:gd name="T9" fmla="*/ 0 h 900"/>
                <a:gd name="T10" fmla="*/ 0 w 211"/>
                <a:gd name="T11" fmla="*/ 0 h 900"/>
                <a:gd name="T12" fmla="*/ 0 w 211"/>
                <a:gd name="T13" fmla="*/ 0 h 900"/>
                <a:gd name="T14" fmla="*/ 0 w 211"/>
                <a:gd name="T15" fmla="*/ 0 h 900"/>
                <a:gd name="T16" fmla="*/ 0 w 211"/>
                <a:gd name="T17" fmla="*/ 0 h 900"/>
                <a:gd name="T18" fmla="*/ 0 w 211"/>
                <a:gd name="T19" fmla="*/ 0 h 900"/>
                <a:gd name="T20" fmla="*/ 0 w 211"/>
                <a:gd name="T21" fmla="*/ 0 h 900"/>
                <a:gd name="T22" fmla="*/ 0 w 211"/>
                <a:gd name="T23" fmla="*/ 0 h 9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1"/>
                <a:gd name="T37" fmla="*/ 0 h 900"/>
                <a:gd name="T38" fmla="*/ 211 w 211"/>
                <a:gd name="T39" fmla="*/ 900 h 9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1" h="900">
                  <a:moveTo>
                    <a:pt x="211" y="549"/>
                  </a:moveTo>
                  <a:lnTo>
                    <a:pt x="161" y="681"/>
                  </a:lnTo>
                  <a:lnTo>
                    <a:pt x="132" y="780"/>
                  </a:lnTo>
                  <a:lnTo>
                    <a:pt x="119" y="900"/>
                  </a:lnTo>
                  <a:lnTo>
                    <a:pt x="50" y="705"/>
                  </a:lnTo>
                  <a:lnTo>
                    <a:pt x="0" y="561"/>
                  </a:lnTo>
                  <a:lnTo>
                    <a:pt x="0" y="354"/>
                  </a:lnTo>
                  <a:lnTo>
                    <a:pt x="43" y="209"/>
                  </a:lnTo>
                  <a:lnTo>
                    <a:pt x="96" y="66"/>
                  </a:lnTo>
                  <a:lnTo>
                    <a:pt x="143" y="0"/>
                  </a:lnTo>
                  <a:lnTo>
                    <a:pt x="182" y="323"/>
                  </a:lnTo>
                  <a:lnTo>
                    <a:pt x="211" y="549"/>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55" name="Freeform 255"/>
            <p:cNvSpPr>
              <a:spLocks/>
            </p:cNvSpPr>
            <p:nvPr/>
          </p:nvSpPr>
          <p:spPr bwMode="auto">
            <a:xfrm>
              <a:off x="2729" y="2472"/>
              <a:ext cx="425" cy="240"/>
            </a:xfrm>
            <a:custGeom>
              <a:avLst/>
              <a:gdLst>
                <a:gd name="T0" fmla="*/ 0 w 3405"/>
                <a:gd name="T1" fmla="*/ 0 h 1922"/>
                <a:gd name="T2" fmla="*/ 0 w 3405"/>
                <a:gd name="T3" fmla="*/ 0 h 1922"/>
                <a:gd name="T4" fmla="*/ 0 w 3405"/>
                <a:gd name="T5" fmla="*/ 0 h 1922"/>
                <a:gd name="T6" fmla="*/ 0 w 3405"/>
                <a:gd name="T7" fmla="*/ 0 h 1922"/>
                <a:gd name="T8" fmla="*/ 0 w 3405"/>
                <a:gd name="T9" fmla="*/ 0 h 1922"/>
                <a:gd name="T10" fmla="*/ 0 w 3405"/>
                <a:gd name="T11" fmla="*/ 0 h 1922"/>
                <a:gd name="T12" fmla="*/ 0 w 3405"/>
                <a:gd name="T13" fmla="*/ 0 h 1922"/>
                <a:gd name="T14" fmla="*/ 0 w 3405"/>
                <a:gd name="T15" fmla="*/ 0 h 1922"/>
                <a:gd name="T16" fmla="*/ 0 w 3405"/>
                <a:gd name="T17" fmla="*/ 0 h 1922"/>
                <a:gd name="T18" fmla="*/ 0 w 3405"/>
                <a:gd name="T19" fmla="*/ 0 h 1922"/>
                <a:gd name="T20" fmla="*/ 0 w 3405"/>
                <a:gd name="T21" fmla="*/ 0 h 1922"/>
                <a:gd name="T22" fmla="*/ 0 w 3405"/>
                <a:gd name="T23" fmla="*/ 0 h 1922"/>
                <a:gd name="T24" fmla="*/ 0 w 3405"/>
                <a:gd name="T25" fmla="*/ 0 h 1922"/>
                <a:gd name="T26" fmla="*/ 0 w 3405"/>
                <a:gd name="T27" fmla="*/ 0 h 1922"/>
                <a:gd name="T28" fmla="*/ 0 w 3405"/>
                <a:gd name="T29" fmla="*/ 0 h 19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405"/>
                <a:gd name="T46" fmla="*/ 0 h 1922"/>
                <a:gd name="T47" fmla="*/ 3405 w 3405"/>
                <a:gd name="T48" fmla="*/ 1922 h 19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405" h="1922">
                  <a:moveTo>
                    <a:pt x="2938" y="0"/>
                  </a:moveTo>
                  <a:lnTo>
                    <a:pt x="2852" y="59"/>
                  </a:lnTo>
                  <a:lnTo>
                    <a:pt x="2017" y="375"/>
                  </a:lnTo>
                  <a:lnTo>
                    <a:pt x="1040" y="587"/>
                  </a:lnTo>
                  <a:lnTo>
                    <a:pt x="581" y="949"/>
                  </a:lnTo>
                  <a:lnTo>
                    <a:pt x="565" y="1028"/>
                  </a:lnTo>
                  <a:lnTo>
                    <a:pt x="191" y="1074"/>
                  </a:lnTo>
                  <a:lnTo>
                    <a:pt x="0" y="1173"/>
                  </a:lnTo>
                  <a:lnTo>
                    <a:pt x="0" y="1274"/>
                  </a:lnTo>
                  <a:lnTo>
                    <a:pt x="1980" y="1922"/>
                  </a:lnTo>
                  <a:lnTo>
                    <a:pt x="2246" y="1371"/>
                  </a:lnTo>
                  <a:lnTo>
                    <a:pt x="3405" y="501"/>
                  </a:lnTo>
                  <a:lnTo>
                    <a:pt x="3331" y="241"/>
                  </a:lnTo>
                  <a:lnTo>
                    <a:pt x="3094" y="0"/>
                  </a:lnTo>
                  <a:lnTo>
                    <a:pt x="2938" y="0"/>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56" name="Freeform 256"/>
            <p:cNvSpPr>
              <a:spLocks/>
            </p:cNvSpPr>
            <p:nvPr/>
          </p:nvSpPr>
          <p:spPr bwMode="auto">
            <a:xfrm>
              <a:off x="2804" y="2602"/>
              <a:ext cx="38" cy="21"/>
            </a:xfrm>
            <a:custGeom>
              <a:avLst/>
              <a:gdLst>
                <a:gd name="T0" fmla="*/ 0 w 308"/>
                <a:gd name="T1" fmla="*/ 0 h 163"/>
                <a:gd name="T2" fmla="*/ 0 w 308"/>
                <a:gd name="T3" fmla="*/ 0 h 163"/>
                <a:gd name="T4" fmla="*/ 0 w 308"/>
                <a:gd name="T5" fmla="*/ 0 h 163"/>
                <a:gd name="T6" fmla="*/ 0 w 308"/>
                <a:gd name="T7" fmla="*/ 0 h 163"/>
                <a:gd name="T8" fmla="*/ 0 w 308"/>
                <a:gd name="T9" fmla="*/ 0 h 163"/>
                <a:gd name="T10" fmla="*/ 0 w 308"/>
                <a:gd name="T11" fmla="*/ 0 h 163"/>
                <a:gd name="T12" fmla="*/ 0 w 308"/>
                <a:gd name="T13" fmla="*/ 0 h 163"/>
                <a:gd name="T14" fmla="*/ 0 w 308"/>
                <a:gd name="T15" fmla="*/ 0 h 163"/>
                <a:gd name="T16" fmla="*/ 0 w 308"/>
                <a:gd name="T17" fmla="*/ 0 h 163"/>
                <a:gd name="T18" fmla="*/ 0 w 308"/>
                <a:gd name="T19" fmla="*/ 0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8"/>
                <a:gd name="T31" fmla="*/ 0 h 163"/>
                <a:gd name="T32" fmla="*/ 308 w 308"/>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8" h="163">
                  <a:moveTo>
                    <a:pt x="34" y="51"/>
                  </a:moveTo>
                  <a:lnTo>
                    <a:pt x="0" y="81"/>
                  </a:lnTo>
                  <a:lnTo>
                    <a:pt x="4" y="123"/>
                  </a:lnTo>
                  <a:lnTo>
                    <a:pt x="31" y="143"/>
                  </a:lnTo>
                  <a:lnTo>
                    <a:pt x="244" y="163"/>
                  </a:lnTo>
                  <a:lnTo>
                    <a:pt x="297" y="132"/>
                  </a:lnTo>
                  <a:lnTo>
                    <a:pt x="308" y="77"/>
                  </a:lnTo>
                  <a:lnTo>
                    <a:pt x="279" y="18"/>
                  </a:lnTo>
                  <a:lnTo>
                    <a:pt x="226" y="0"/>
                  </a:lnTo>
                  <a:lnTo>
                    <a:pt x="34" y="5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57" name="Freeform 257"/>
            <p:cNvSpPr>
              <a:spLocks/>
            </p:cNvSpPr>
            <p:nvPr/>
          </p:nvSpPr>
          <p:spPr bwMode="auto">
            <a:xfrm>
              <a:off x="2730" y="2615"/>
              <a:ext cx="40" cy="18"/>
            </a:xfrm>
            <a:custGeom>
              <a:avLst/>
              <a:gdLst>
                <a:gd name="T0" fmla="*/ 0 w 319"/>
                <a:gd name="T1" fmla="*/ 0 h 145"/>
                <a:gd name="T2" fmla="*/ 0 w 319"/>
                <a:gd name="T3" fmla="*/ 0 h 145"/>
                <a:gd name="T4" fmla="*/ 0 w 319"/>
                <a:gd name="T5" fmla="*/ 0 h 145"/>
                <a:gd name="T6" fmla="*/ 0 w 319"/>
                <a:gd name="T7" fmla="*/ 0 h 145"/>
                <a:gd name="T8" fmla="*/ 0 w 319"/>
                <a:gd name="T9" fmla="*/ 0 h 145"/>
                <a:gd name="T10" fmla="*/ 0 w 319"/>
                <a:gd name="T11" fmla="*/ 0 h 145"/>
                <a:gd name="T12" fmla="*/ 0 w 319"/>
                <a:gd name="T13" fmla="*/ 0 h 145"/>
                <a:gd name="T14" fmla="*/ 0 w 319"/>
                <a:gd name="T15" fmla="*/ 0 h 145"/>
                <a:gd name="T16" fmla="*/ 0 w 319"/>
                <a:gd name="T17" fmla="*/ 0 h 1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9"/>
                <a:gd name="T28" fmla="*/ 0 h 145"/>
                <a:gd name="T29" fmla="*/ 319 w 319"/>
                <a:gd name="T30" fmla="*/ 145 h 14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9" h="145">
                  <a:moveTo>
                    <a:pt x="0" y="111"/>
                  </a:moveTo>
                  <a:lnTo>
                    <a:pt x="13" y="40"/>
                  </a:lnTo>
                  <a:lnTo>
                    <a:pt x="109" y="0"/>
                  </a:lnTo>
                  <a:lnTo>
                    <a:pt x="209" y="0"/>
                  </a:lnTo>
                  <a:lnTo>
                    <a:pt x="294" y="33"/>
                  </a:lnTo>
                  <a:lnTo>
                    <a:pt x="319" y="99"/>
                  </a:lnTo>
                  <a:lnTo>
                    <a:pt x="308" y="134"/>
                  </a:lnTo>
                  <a:lnTo>
                    <a:pt x="282" y="145"/>
                  </a:lnTo>
                  <a:lnTo>
                    <a:pt x="0" y="11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58" name="Freeform 258"/>
            <p:cNvSpPr>
              <a:spLocks/>
            </p:cNvSpPr>
            <p:nvPr/>
          </p:nvSpPr>
          <p:spPr bwMode="auto">
            <a:xfrm>
              <a:off x="2573" y="2348"/>
              <a:ext cx="221" cy="149"/>
            </a:xfrm>
            <a:custGeom>
              <a:avLst/>
              <a:gdLst>
                <a:gd name="T0" fmla="*/ 0 w 1763"/>
                <a:gd name="T1" fmla="*/ 0 h 1187"/>
                <a:gd name="T2" fmla="*/ 0 w 1763"/>
                <a:gd name="T3" fmla="*/ 0 h 1187"/>
                <a:gd name="T4" fmla="*/ 0 w 1763"/>
                <a:gd name="T5" fmla="*/ 0 h 1187"/>
                <a:gd name="T6" fmla="*/ 0 w 1763"/>
                <a:gd name="T7" fmla="*/ 0 h 1187"/>
                <a:gd name="T8" fmla="*/ 0 w 1763"/>
                <a:gd name="T9" fmla="*/ 0 h 1187"/>
                <a:gd name="T10" fmla="*/ 0 w 1763"/>
                <a:gd name="T11" fmla="*/ 0 h 1187"/>
                <a:gd name="T12" fmla="*/ 0 w 1763"/>
                <a:gd name="T13" fmla="*/ 0 h 1187"/>
                <a:gd name="T14" fmla="*/ 0 w 1763"/>
                <a:gd name="T15" fmla="*/ 0 h 1187"/>
                <a:gd name="T16" fmla="*/ 0 w 1763"/>
                <a:gd name="T17" fmla="*/ 0 h 1187"/>
                <a:gd name="T18" fmla="*/ 0 w 1763"/>
                <a:gd name="T19" fmla="*/ 0 h 1187"/>
                <a:gd name="T20" fmla="*/ 0 w 1763"/>
                <a:gd name="T21" fmla="*/ 0 h 1187"/>
                <a:gd name="T22" fmla="*/ 0 w 1763"/>
                <a:gd name="T23" fmla="*/ 0 h 1187"/>
                <a:gd name="T24" fmla="*/ 0 w 1763"/>
                <a:gd name="T25" fmla="*/ 0 h 1187"/>
                <a:gd name="T26" fmla="*/ 0 w 1763"/>
                <a:gd name="T27" fmla="*/ 0 h 1187"/>
                <a:gd name="T28" fmla="*/ 0 w 1763"/>
                <a:gd name="T29" fmla="*/ 0 h 1187"/>
                <a:gd name="T30" fmla="*/ 0 w 1763"/>
                <a:gd name="T31" fmla="*/ 0 h 1187"/>
                <a:gd name="T32" fmla="*/ 0 w 1763"/>
                <a:gd name="T33" fmla="*/ 0 h 1187"/>
                <a:gd name="T34" fmla="*/ 0 w 1763"/>
                <a:gd name="T35" fmla="*/ 0 h 1187"/>
                <a:gd name="T36" fmla="*/ 0 w 1763"/>
                <a:gd name="T37" fmla="*/ 0 h 118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63"/>
                <a:gd name="T58" fmla="*/ 0 h 1187"/>
                <a:gd name="T59" fmla="*/ 1763 w 1763"/>
                <a:gd name="T60" fmla="*/ 1187 h 118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63" h="1187">
                  <a:moveTo>
                    <a:pt x="0" y="653"/>
                  </a:moveTo>
                  <a:lnTo>
                    <a:pt x="115" y="226"/>
                  </a:lnTo>
                  <a:lnTo>
                    <a:pt x="569" y="0"/>
                  </a:lnTo>
                  <a:lnTo>
                    <a:pt x="827" y="131"/>
                  </a:lnTo>
                  <a:lnTo>
                    <a:pt x="1193" y="157"/>
                  </a:lnTo>
                  <a:lnTo>
                    <a:pt x="1268" y="226"/>
                  </a:lnTo>
                  <a:lnTo>
                    <a:pt x="1290" y="291"/>
                  </a:lnTo>
                  <a:lnTo>
                    <a:pt x="1464" y="376"/>
                  </a:lnTo>
                  <a:lnTo>
                    <a:pt x="1572" y="458"/>
                  </a:lnTo>
                  <a:lnTo>
                    <a:pt x="1624" y="466"/>
                  </a:lnTo>
                  <a:lnTo>
                    <a:pt x="1763" y="553"/>
                  </a:lnTo>
                  <a:lnTo>
                    <a:pt x="1756" y="629"/>
                  </a:lnTo>
                  <a:lnTo>
                    <a:pt x="1585" y="783"/>
                  </a:lnTo>
                  <a:lnTo>
                    <a:pt x="1597" y="911"/>
                  </a:lnTo>
                  <a:lnTo>
                    <a:pt x="1657" y="917"/>
                  </a:lnTo>
                  <a:lnTo>
                    <a:pt x="1659" y="1035"/>
                  </a:lnTo>
                  <a:lnTo>
                    <a:pt x="1488" y="1176"/>
                  </a:lnTo>
                  <a:lnTo>
                    <a:pt x="1027" y="1187"/>
                  </a:lnTo>
                  <a:lnTo>
                    <a:pt x="0" y="653"/>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59" name="Freeform 259"/>
            <p:cNvSpPr>
              <a:spLocks/>
            </p:cNvSpPr>
            <p:nvPr/>
          </p:nvSpPr>
          <p:spPr bwMode="auto">
            <a:xfrm>
              <a:off x="2510" y="2417"/>
              <a:ext cx="169" cy="122"/>
            </a:xfrm>
            <a:custGeom>
              <a:avLst/>
              <a:gdLst>
                <a:gd name="T0" fmla="*/ 0 w 1351"/>
                <a:gd name="T1" fmla="*/ 0 h 980"/>
                <a:gd name="T2" fmla="*/ 0 w 1351"/>
                <a:gd name="T3" fmla="*/ 0 h 980"/>
                <a:gd name="T4" fmla="*/ 0 w 1351"/>
                <a:gd name="T5" fmla="*/ 0 h 980"/>
                <a:gd name="T6" fmla="*/ 0 w 1351"/>
                <a:gd name="T7" fmla="*/ 0 h 980"/>
                <a:gd name="T8" fmla="*/ 0 w 1351"/>
                <a:gd name="T9" fmla="*/ 0 h 980"/>
                <a:gd name="T10" fmla="*/ 0 w 1351"/>
                <a:gd name="T11" fmla="*/ 0 h 980"/>
                <a:gd name="T12" fmla="*/ 0 w 1351"/>
                <a:gd name="T13" fmla="*/ 0 h 980"/>
                <a:gd name="T14" fmla="*/ 0 w 1351"/>
                <a:gd name="T15" fmla="*/ 0 h 980"/>
                <a:gd name="T16" fmla="*/ 0 w 1351"/>
                <a:gd name="T17" fmla="*/ 0 h 980"/>
                <a:gd name="T18" fmla="*/ 0 w 1351"/>
                <a:gd name="T19" fmla="*/ 0 h 980"/>
                <a:gd name="T20" fmla="*/ 0 w 1351"/>
                <a:gd name="T21" fmla="*/ 0 h 980"/>
                <a:gd name="T22" fmla="*/ 0 w 1351"/>
                <a:gd name="T23" fmla="*/ 0 h 980"/>
                <a:gd name="T24" fmla="*/ 0 w 1351"/>
                <a:gd name="T25" fmla="*/ 0 h 980"/>
                <a:gd name="T26" fmla="*/ 0 w 1351"/>
                <a:gd name="T27" fmla="*/ 0 h 980"/>
                <a:gd name="T28" fmla="*/ 0 w 1351"/>
                <a:gd name="T29" fmla="*/ 0 h 980"/>
                <a:gd name="T30" fmla="*/ 0 w 1351"/>
                <a:gd name="T31" fmla="*/ 0 h 980"/>
                <a:gd name="T32" fmla="*/ 0 w 1351"/>
                <a:gd name="T33" fmla="*/ 0 h 980"/>
                <a:gd name="T34" fmla="*/ 0 w 1351"/>
                <a:gd name="T35" fmla="*/ 0 h 980"/>
                <a:gd name="T36" fmla="*/ 0 w 1351"/>
                <a:gd name="T37" fmla="*/ 0 h 980"/>
                <a:gd name="T38" fmla="*/ 0 w 1351"/>
                <a:gd name="T39" fmla="*/ 0 h 980"/>
                <a:gd name="T40" fmla="*/ 0 w 1351"/>
                <a:gd name="T41" fmla="*/ 0 h 980"/>
                <a:gd name="T42" fmla="*/ 0 w 1351"/>
                <a:gd name="T43" fmla="*/ 0 h 980"/>
                <a:gd name="T44" fmla="*/ 0 w 1351"/>
                <a:gd name="T45" fmla="*/ 0 h 9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351"/>
                <a:gd name="T70" fmla="*/ 0 h 980"/>
                <a:gd name="T71" fmla="*/ 1351 w 1351"/>
                <a:gd name="T72" fmla="*/ 980 h 98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351" h="980">
                  <a:moveTo>
                    <a:pt x="0" y="393"/>
                  </a:moveTo>
                  <a:lnTo>
                    <a:pt x="4" y="296"/>
                  </a:lnTo>
                  <a:lnTo>
                    <a:pt x="16" y="176"/>
                  </a:lnTo>
                  <a:lnTo>
                    <a:pt x="66" y="17"/>
                  </a:lnTo>
                  <a:lnTo>
                    <a:pt x="389" y="5"/>
                  </a:lnTo>
                  <a:lnTo>
                    <a:pt x="514" y="0"/>
                  </a:lnTo>
                  <a:lnTo>
                    <a:pt x="837" y="31"/>
                  </a:lnTo>
                  <a:lnTo>
                    <a:pt x="998" y="81"/>
                  </a:lnTo>
                  <a:lnTo>
                    <a:pt x="1095" y="145"/>
                  </a:lnTo>
                  <a:lnTo>
                    <a:pt x="1249" y="259"/>
                  </a:lnTo>
                  <a:lnTo>
                    <a:pt x="1330" y="409"/>
                  </a:lnTo>
                  <a:lnTo>
                    <a:pt x="1351" y="563"/>
                  </a:lnTo>
                  <a:lnTo>
                    <a:pt x="1351" y="708"/>
                  </a:lnTo>
                  <a:lnTo>
                    <a:pt x="1330" y="846"/>
                  </a:lnTo>
                  <a:lnTo>
                    <a:pt x="1270" y="980"/>
                  </a:lnTo>
                  <a:lnTo>
                    <a:pt x="1240" y="773"/>
                  </a:lnTo>
                  <a:lnTo>
                    <a:pt x="1185" y="628"/>
                  </a:lnTo>
                  <a:lnTo>
                    <a:pt x="1072" y="487"/>
                  </a:lnTo>
                  <a:lnTo>
                    <a:pt x="945" y="369"/>
                  </a:lnTo>
                  <a:lnTo>
                    <a:pt x="756" y="316"/>
                  </a:lnTo>
                  <a:lnTo>
                    <a:pt x="589" y="294"/>
                  </a:lnTo>
                  <a:lnTo>
                    <a:pt x="362" y="296"/>
                  </a:lnTo>
                  <a:lnTo>
                    <a:pt x="0" y="39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0" name="Freeform 260"/>
            <p:cNvSpPr>
              <a:spLocks/>
            </p:cNvSpPr>
            <p:nvPr/>
          </p:nvSpPr>
          <p:spPr bwMode="auto">
            <a:xfrm>
              <a:off x="3201" y="1418"/>
              <a:ext cx="489" cy="404"/>
            </a:xfrm>
            <a:custGeom>
              <a:avLst/>
              <a:gdLst>
                <a:gd name="T0" fmla="*/ 0 w 3911"/>
                <a:gd name="T1" fmla="*/ 0 h 3232"/>
                <a:gd name="T2" fmla="*/ 0 w 3911"/>
                <a:gd name="T3" fmla="*/ 0 h 3232"/>
                <a:gd name="T4" fmla="*/ 0 w 3911"/>
                <a:gd name="T5" fmla="*/ 0 h 3232"/>
                <a:gd name="T6" fmla="*/ 0 w 3911"/>
                <a:gd name="T7" fmla="*/ 0 h 3232"/>
                <a:gd name="T8" fmla="*/ 0 w 3911"/>
                <a:gd name="T9" fmla="*/ 0 h 3232"/>
                <a:gd name="T10" fmla="*/ 0 w 3911"/>
                <a:gd name="T11" fmla="*/ 0 h 3232"/>
                <a:gd name="T12" fmla="*/ 0 w 3911"/>
                <a:gd name="T13" fmla="*/ 0 h 3232"/>
                <a:gd name="T14" fmla="*/ 0 w 3911"/>
                <a:gd name="T15" fmla="*/ 0 h 3232"/>
                <a:gd name="T16" fmla="*/ 0 w 3911"/>
                <a:gd name="T17" fmla="*/ 0 h 3232"/>
                <a:gd name="T18" fmla="*/ 0 w 3911"/>
                <a:gd name="T19" fmla="*/ 0 h 3232"/>
                <a:gd name="T20" fmla="*/ 0 w 3911"/>
                <a:gd name="T21" fmla="*/ 0 h 3232"/>
                <a:gd name="T22" fmla="*/ 0 w 3911"/>
                <a:gd name="T23" fmla="*/ 0 h 3232"/>
                <a:gd name="T24" fmla="*/ 0 w 3911"/>
                <a:gd name="T25" fmla="*/ 0 h 3232"/>
                <a:gd name="T26" fmla="*/ 0 w 3911"/>
                <a:gd name="T27" fmla="*/ 0 h 3232"/>
                <a:gd name="T28" fmla="*/ 0 w 3911"/>
                <a:gd name="T29" fmla="*/ 0 h 3232"/>
                <a:gd name="T30" fmla="*/ 0 w 3911"/>
                <a:gd name="T31" fmla="*/ 0 h 3232"/>
                <a:gd name="T32" fmla="*/ 0 w 3911"/>
                <a:gd name="T33" fmla="*/ 0 h 3232"/>
                <a:gd name="T34" fmla="*/ 0 w 3911"/>
                <a:gd name="T35" fmla="*/ 0 h 3232"/>
                <a:gd name="T36" fmla="*/ 0 w 3911"/>
                <a:gd name="T37" fmla="*/ 0 h 3232"/>
                <a:gd name="T38" fmla="*/ 0 w 3911"/>
                <a:gd name="T39" fmla="*/ 0 h 3232"/>
                <a:gd name="T40" fmla="*/ 0 w 3911"/>
                <a:gd name="T41" fmla="*/ 0 h 3232"/>
                <a:gd name="T42" fmla="*/ 0 w 3911"/>
                <a:gd name="T43" fmla="*/ 0 h 3232"/>
                <a:gd name="T44" fmla="*/ 0 w 3911"/>
                <a:gd name="T45" fmla="*/ 0 h 3232"/>
                <a:gd name="T46" fmla="*/ 0 w 3911"/>
                <a:gd name="T47" fmla="*/ 0 h 3232"/>
                <a:gd name="T48" fmla="*/ 0 w 3911"/>
                <a:gd name="T49" fmla="*/ 0 h 3232"/>
                <a:gd name="T50" fmla="*/ 0 w 3911"/>
                <a:gd name="T51" fmla="*/ 0 h 3232"/>
                <a:gd name="T52" fmla="*/ 0 w 3911"/>
                <a:gd name="T53" fmla="*/ 0 h 3232"/>
                <a:gd name="T54" fmla="*/ 0 w 3911"/>
                <a:gd name="T55" fmla="*/ 0 h 3232"/>
                <a:gd name="T56" fmla="*/ 0 w 3911"/>
                <a:gd name="T57" fmla="*/ 0 h 3232"/>
                <a:gd name="T58" fmla="*/ 0 w 3911"/>
                <a:gd name="T59" fmla="*/ 0 h 3232"/>
                <a:gd name="T60" fmla="*/ 0 w 3911"/>
                <a:gd name="T61" fmla="*/ 0 h 3232"/>
                <a:gd name="T62" fmla="*/ 0 w 3911"/>
                <a:gd name="T63" fmla="*/ 0 h 3232"/>
                <a:gd name="T64" fmla="*/ 0 w 3911"/>
                <a:gd name="T65" fmla="*/ 0 h 3232"/>
                <a:gd name="T66" fmla="*/ 0 w 3911"/>
                <a:gd name="T67" fmla="*/ 0 h 3232"/>
                <a:gd name="T68" fmla="*/ 0 w 3911"/>
                <a:gd name="T69" fmla="*/ 0 h 3232"/>
                <a:gd name="T70" fmla="*/ 0 w 3911"/>
                <a:gd name="T71" fmla="*/ 0 h 323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911"/>
                <a:gd name="T109" fmla="*/ 0 h 3232"/>
                <a:gd name="T110" fmla="*/ 3911 w 3911"/>
                <a:gd name="T111" fmla="*/ 3232 h 323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911" h="3232">
                  <a:moveTo>
                    <a:pt x="426" y="1795"/>
                  </a:moveTo>
                  <a:lnTo>
                    <a:pt x="180" y="1718"/>
                  </a:lnTo>
                  <a:lnTo>
                    <a:pt x="37" y="1609"/>
                  </a:lnTo>
                  <a:lnTo>
                    <a:pt x="0" y="1478"/>
                  </a:lnTo>
                  <a:lnTo>
                    <a:pt x="26" y="1333"/>
                  </a:lnTo>
                  <a:lnTo>
                    <a:pt x="37" y="1160"/>
                  </a:lnTo>
                  <a:lnTo>
                    <a:pt x="120" y="995"/>
                  </a:lnTo>
                  <a:lnTo>
                    <a:pt x="237" y="905"/>
                  </a:lnTo>
                  <a:lnTo>
                    <a:pt x="346" y="850"/>
                  </a:lnTo>
                  <a:lnTo>
                    <a:pt x="386" y="749"/>
                  </a:lnTo>
                  <a:lnTo>
                    <a:pt x="459" y="689"/>
                  </a:lnTo>
                  <a:lnTo>
                    <a:pt x="614" y="659"/>
                  </a:lnTo>
                  <a:lnTo>
                    <a:pt x="777" y="433"/>
                  </a:lnTo>
                  <a:lnTo>
                    <a:pt x="1035" y="292"/>
                  </a:lnTo>
                  <a:lnTo>
                    <a:pt x="1300" y="268"/>
                  </a:lnTo>
                  <a:lnTo>
                    <a:pt x="1515" y="90"/>
                  </a:lnTo>
                  <a:lnTo>
                    <a:pt x="1707" y="57"/>
                  </a:lnTo>
                  <a:lnTo>
                    <a:pt x="1914" y="65"/>
                  </a:lnTo>
                  <a:lnTo>
                    <a:pt x="2221" y="0"/>
                  </a:lnTo>
                  <a:lnTo>
                    <a:pt x="2474" y="39"/>
                  </a:lnTo>
                  <a:lnTo>
                    <a:pt x="2624" y="79"/>
                  </a:lnTo>
                  <a:lnTo>
                    <a:pt x="2795" y="90"/>
                  </a:lnTo>
                  <a:lnTo>
                    <a:pt x="2933" y="178"/>
                  </a:lnTo>
                  <a:lnTo>
                    <a:pt x="3048" y="281"/>
                  </a:lnTo>
                  <a:lnTo>
                    <a:pt x="3254" y="332"/>
                  </a:lnTo>
                  <a:lnTo>
                    <a:pt x="3440" y="468"/>
                  </a:lnTo>
                  <a:lnTo>
                    <a:pt x="3659" y="714"/>
                  </a:lnTo>
                  <a:lnTo>
                    <a:pt x="3788" y="943"/>
                  </a:lnTo>
                  <a:lnTo>
                    <a:pt x="3880" y="1259"/>
                  </a:lnTo>
                  <a:lnTo>
                    <a:pt x="3911" y="1609"/>
                  </a:lnTo>
                  <a:lnTo>
                    <a:pt x="3850" y="1936"/>
                  </a:lnTo>
                  <a:lnTo>
                    <a:pt x="3647" y="2254"/>
                  </a:lnTo>
                  <a:lnTo>
                    <a:pt x="3331" y="2704"/>
                  </a:lnTo>
                  <a:lnTo>
                    <a:pt x="2819" y="3232"/>
                  </a:lnTo>
                  <a:lnTo>
                    <a:pt x="1349" y="2428"/>
                  </a:lnTo>
                  <a:lnTo>
                    <a:pt x="426" y="1795"/>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1" name="Freeform 261"/>
            <p:cNvSpPr>
              <a:spLocks/>
            </p:cNvSpPr>
            <p:nvPr/>
          </p:nvSpPr>
          <p:spPr bwMode="auto">
            <a:xfrm>
              <a:off x="3230" y="1619"/>
              <a:ext cx="314" cy="355"/>
            </a:xfrm>
            <a:custGeom>
              <a:avLst/>
              <a:gdLst>
                <a:gd name="T0" fmla="*/ 0 w 2514"/>
                <a:gd name="T1" fmla="*/ 0 h 2843"/>
                <a:gd name="T2" fmla="*/ 0 w 2514"/>
                <a:gd name="T3" fmla="*/ 0 h 2843"/>
                <a:gd name="T4" fmla="*/ 0 w 2514"/>
                <a:gd name="T5" fmla="*/ 0 h 2843"/>
                <a:gd name="T6" fmla="*/ 0 w 2514"/>
                <a:gd name="T7" fmla="*/ 0 h 2843"/>
                <a:gd name="T8" fmla="*/ 0 w 2514"/>
                <a:gd name="T9" fmla="*/ 0 h 2843"/>
                <a:gd name="T10" fmla="*/ 0 w 2514"/>
                <a:gd name="T11" fmla="*/ 0 h 2843"/>
                <a:gd name="T12" fmla="*/ 0 w 2514"/>
                <a:gd name="T13" fmla="*/ 0 h 2843"/>
                <a:gd name="T14" fmla="*/ 0 w 2514"/>
                <a:gd name="T15" fmla="*/ 0 h 2843"/>
                <a:gd name="T16" fmla="*/ 0 w 2514"/>
                <a:gd name="T17" fmla="*/ 0 h 2843"/>
                <a:gd name="T18" fmla="*/ 0 w 2514"/>
                <a:gd name="T19" fmla="*/ 0 h 2843"/>
                <a:gd name="T20" fmla="*/ 0 w 2514"/>
                <a:gd name="T21" fmla="*/ 0 h 2843"/>
                <a:gd name="T22" fmla="*/ 0 w 2514"/>
                <a:gd name="T23" fmla="*/ 0 h 2843"/>
                <a:gd name="T24" fmla="*/ 0 w 2514"/>
                <a:gd name="T25" fmla="*/ 0 h 2843"/>
                <a:gd name="T26" fmla="*/ 0 w 2514"/>
                <a:gd name="T27" fmla="*/ 0 h 2843"/>
                <a:gd name="T28" fmla="*/ 0 w 2514"/>
                <a:gd name="T29" fmla="*/ 0 h 2843"/>
                <a:gd name="T30" fmla="*/ 0 w 2514"/>
                <a:gd name="T31" fmla="*/ 0 h 2843"/>
                <a:gd name="T32" fmla="*/ 0 w 2514"/>
                <a:gd name="T33" fmla="*/ 0 h 2843"/>
                <a:gd name="T34" fmla="*/ 0 w 2514"/>
                <a:gd name="T35" fmla="*/ 0 h 2843"/>
                <a:gd name="T36" fmla="*/ 0 w 2514"/>
                <a:gd name="T37" fmla="*/ 0 h 2843"/>
                <a:gd name="T38" fmla="*/ 0 w 2514"/>
                <a:gd name="T39" fmla="*/ 0 h 2843"/>
                <a:gd name="T40" fmla="*/ 0 w 2514"/>
                <a:gd name="T41" fmla="*/ 0 h 2843"/>
                <a:gd name="T42" fmla="*/ 0 w 2514"/>
                <a:gd name="T43" fmla="*/ 0 h 2843"/>
                <a:gd name="T44" fmla="*/ 0 w 2514"/>
                <a:gd name="T45" fmla="*/ 0 h 2843"/>
                <a:gd name="T46" fmla="*/ 0 w 2514"/>
                <a:gd name="T47" fmla="*/ 0 h 2843"/>
                <a:gd name="T48" fmla="*/ 0 w 2514"/>
                <a:gd name="T49" fmla="*/ 0 h 2843"/>
                <a:gd name="T50" fmla="*/ 0 w 2514"/>
                <a:gd name="T51" fmla="*/ 0 h 2843"/>
                <a:gd name="T52" fmla="*/ 0 w 2514"/>
                <a:gd name="T53" fmla="*/ 0 h 2843"/>
                <a:gd name="T54" fmla="*/ 0 w 2514"/>
                <a:gd name="T55" fmla="*/ 0 h 2843"/>
                <a:gd name="T56" fmla="*/ 0 w 2514"/>
                <a:gd name="T57" fmla="*/ 0 h 2843"/>
                <a:gd name="T58" fmla="*/ 0 w 2514"/>
                <a:gd name="T59" fmla="*/ 0 h 2843"/>
                <a:gd name="T60" fmla="*/ 0 w 2514"/>
                <a:gd name="T61" fmla="*/ 0 h 2843"/>
                <a:gd name="T62" fmla="*/ 0 w 2514"/>
                <a:gd name="T63" fmla="*/ 0 h 2843"/>
                <a:gd name="T64" fmla="*/ 0 w 2514"/>
                <a:gd name="T65" fmla="*/ 0 h 2843"/>
                <a:gd name="T66" fmla="*/ 0 w 2514"/>
                <a:gd name="T67" fmla="*/ 0 h 2843"/>
                <a:gd name="T68" fmla="*/ 0 w 2514"/>
                <a:gd name="T69" fmla="*/ 0 h 2843"/>
                <a:gd name="T70" fmla="*/ 0 w 2514"/>
                <a:gd name="T71" fmla="*/ 0 h 2843"/>
                <a:gd name="T72" fmla="*/ 0 w 2514"/>
                <a:gd name="T73" fmla="*/ 0 h 2843"/>
                <a:gd name="T74" fmla="*/ 0 w 2514"/>
                <a:gd name="T75" fmla="*/ 0 h 2843"/>
                <a:gd name="T76" fmla="*/ 0 w 2514"/>
                <a:gd name="T77" fmla="*/ 0 h 2843"/>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514"/>
                <a:gd name="T118" fmla="*/ 0 h 2843"/>
                <a:gd name="T119" fmla="*/ 2514 w 2514"/>
                <a:gd name="T120" fmla="*/ 2843 h 2843"/>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514" h="2843">
                  <a:moveTo>
                    <a:pt x="1734" y="570"/>
                  </a:moveTo>
                  <a:lnTo>
                    <a:pt x="1644" y="621"/>
                  </a:lnTo>
                  <a:lnTo>
                    <a:pt x="1556" y="744"/>
                  </a:lnTo>
                  <a:lnTo>
                    <a:pt x="1262" y="645"/>
                  </a:lnTo>
                  <a:lnTo>
                    <a:pt x="840" y="232"/>
                  </a:lnTo>
                  <a:lnTo>
                    <a:pt x="524" y="146"/>
                  </a:lnTo>
                  <a:lnTo>
                    <a:pt x="409" y="0"/>
                  </a:lnTo>
                  <a:lnTo>
                    <a:pt x="330" y="41"/>
                  </a:lnTo>
                  <a:lnTo>
                    <a:pt x="242" y="159"/>
                  </a:lnTo>
                  <a:lnTo>
                    <a:pt x="156" y="645"/>
                  </a:lnTo>
                  <a:lnTo>
                    <a:pt x="178" y="744"/>
                  </a:lnTo>
                  <a:lnTo>
                    <a:pt x="242" y="854"/>
                  </a:lnTo>
                  <a:lnTo>
                    <a:pt x="264" y="984"/>
                  </a:lnTo>
                  <a:lnTo>
                    <a:pt x="264" y="1125"/>
                  </a:lnTo>
                  <a:lnTo>
                    <a:pt x="229" y="1252"/>
                  </a:lnTo>
                  <a:lnTo>
                    <a:pt x="0" y="1713"/>
                  </a:lnTo>
                  <a:lnTo>
                    <a:pt x="24" y="1790"/>
                  </a:lnTo>
                  <a:lnTo>
                    <a:pt x="303" y="1773"/>
                  </a:lnTo>
                  <a:lnTo>
                    <a:pt x="384" y="1979"/>
                  </a:lnTo>
                  <a:lnTo>
                    <a:pt x="460" y="2003"/>
                  </a:lnTo>
                  <a:lnTo>
                    <a:pt x="547" y="2170"/>
                  </a:lnTo>
                  <a:lnTo>
                    <a:pt x="483" y="2267"/>
                  </a:lnTo>
                  <a:lnTo>
                    <a:pt x="483" y="2298"/>
                  </a:lnTo>
                  <a:lnTo>
                    <a:pt x="596" y="2419"/>
                  </a:lnTo>
                  <a:lnTo>
                    <a:pt x="596" y="2504"/>
                  </a:lnTo>
                  <a:lnTo>
                    <a:pt x="561" y="2579"/>
                  </a:lnTo>
                  <a:lnTo>
                    <a:pt x="572" y="2698"/>
                  </a:lnTo>
                  <a:lnTo>
                    <a:pt x="622" y="2735"/>
                  </a:lnTo>
                  <a:lnTo>
                    <a:pt x="723" y="2764"/>
                  </a:lnTo>
                  <a:lnTo>
                    <a:pt x="1402" y="2698"/>
                  </a:lnTo>
                  <a:lnTo>
                    <a:pt x="1684" y="2843"/>
                  </a:lnTo>
                  <a:lnTo>
                    <a:pt x="1824" y="2612"/>
                  </a:lnTo>
                  <a:lnTo>
                    <a:pt x="1963" y="2483"/>
                  </a:lnTo>
                  <a:lnTo>
                    <a:pt x="2209" y="2232"/>
                  </a:lnTo>
                  <a:lnTo>
                    <a:pt x="2514" y="1979"/>
                  </a:lnTo>
                  <a:lnTo>
                    <a:pt x="2260" y="1162"/>
                  </a:lnTo>
                  <a:lnTo>
                    <a:pt x="2165" y="667"/>
                  </a:lnTo>
                  <a:lnTo>
                    <a:pt x="1951" y="524"/>
                  </a:lnTo>
                  <a:lnTo>
                    <a:pt x="1734" y="570"/>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2" name="Freeform 262"/>
            <p:cNvSpPr>
              <a:spLocks/>
            </p:cNvSpPr>
            <p:nvPr/>
          </p:nvSpPr>
          <p:spPr bwMode="auto">
            <a:xfrm>
              <a:off x="3418" y="1793"/>
              <a:ext cx="41" cy="41"/>
            </a:xfrm>
            <a:custGeom>
              <a:avLst/>
              <a:gdLst>
                <a:gd name="T0" fmla="*/ 0 w 334"/>
                <a:gd name="T1" fmla="*/ 0 h 330"/>
                <a:gd name="T2" fmla="*/ 0 w 334"/>
                <a:gd name="T3" fmla="*/ 0 h 330"/>
                <a:gd name="T4" fmla="*/ 0 w 334"/>
                <a:gd name="T5" fmla="*/ 0 h 330"/>
                <a:gd name="T6" fmla="*/ 0 w 334"/>
                <a:gd name="T7" fmla="*/ 0 h 330"/>
                <a:gd name="T8" fmla="*/ 0 w 334"/>
                <a:gd name="T9" fmla="*/ 0 h 330"/>
                <a:gd name="T10" fmla="*/ 0 w 334"/>
                <a:gd name="T11" fmla="*/ 0 h 330"/>
                <a:gd name="T12" fmla="*/ 0 w 334"/>
                <a:gd name="T13" fmla="*/ 0 h 330"/>
                <a:gd name="T14" fmla="*/ 0 w 334"/>
                <a:gd name="T15" fmla="*/ 0 h 330"/>
                <a:gd name="T16" fmla="*/ 0 w 334"/>
                <a:gd name="T17" fmla="*/ 0 h 330"/>
                <a:gd name="T18" fmla="*/ 0 w 334"/>
                <a:gd name="T19" fmla="*/ 0 h 330"/>
                <a:gd name="T20" fmla="*/ 0 w 334"/>
                <a:gd name="T21" fmla="*/ 0 h 330"/>
                <a:gd name="T22" fmla="*/ 0 w 334"/>
                <a:gd name="T23" fmla="*/ 0 h 33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4"/>
                <a:gd name="T37" fmla="*/ 0 h 330"/>
                <a:gd name="T38" fmla="*/ 334 w 334"/>
                <a:gd name="T39" fmla="*/ 330 h 33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4" h="330">
                  <a:moveTo>
                    <a:pt x="230" y="0"/>
                  </a:moveTo>
                  <a:lnTo>
                    <a:pt x="155" y="20"/>
                  </a:lnTo>
                  <a:lnTo>
                    <a:pt x="65" y="47"/>
                  </a:lnTo>
                  <a:lnTo>
                    <a:pt x="0" y="130"/>
                  </a:lnTo>
                  <a:lnTo>
                    <a:pt x="0" y="231"/>
                  </a:lnTo>
                  <a:lnTo>
                    <a:pt x="52" y="321"/>
                  </a:lnTo>
                  <a:lnTo>
                    <a:pt x="155" y="330"/>
                  </a:lnTo>
                  <a:lnTo>
                    <a:pt x="281" y="291"/>
                  </a:lnTo>
                  <a:lnTo>
                    <a:pt x="334" y="215"/>
                  </a:lnTo>
                  <a:lnTo>
                    <a:pt x="334" y="104"/>
                  </a:lnTo>
                  <a:lnTo>
                    <a:pt x="291" y="47"/>
                  </a:lnTo>
                  <a:lnTo>
                    <a:pt x="230"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3" name="Freeform 263"/>
            <p:cNvSpPr>
              <a:spLocks/>
            </p:cNvSpPr>
            <p:nvPr/>
          </p:nvSpPr>
          <p:spPr bwMode="auto">
            <a:xfrm>
              <a:off x="3290" y="1874"/>
              <a:ext cx="22" cy="28"/>
            </a:xfrm>
            <a:custGeom>
              <a:avLst/>
              <a:gdLst>
                <a:gd name="T0" fmla="*/ 0 w 179"/>
                <a:gd name="T1" fmla="*/ 0 h 227"/>
                <a:gd name="T2" fmla="*/ 0 w 179"/>
                <a:gd name="T3" fmla="*/ 0 h 227"/>
                <a:gd name="T4" fmla="*/ 0 w 179"/>
                <a:gd name="T5" fmla="*/ 0 h 227"/>
                <a:gd name="T6" fmla="*/ 0 w 179"/>
                <a:gd name="T7" fmla="*/ 0 h 227"/>
                <a:gd name="T8" fmla="*/ 0 w 179"/>
                <a:gd name="T9" fmla="*/ 0 h 227"/>
                <a:gd name="T10" fmla="*/ 0 w 179"/>
                <a:gd name="T11" fmla="*/ 0 h 227"/>
                <a:gd name="T12" fmla="*/ 0 60000 65536"/>
                <a:gd name="T13" fmla="*/ 0 60000 65536"/>
                <a:gd name="T14" fmla="*/ 0 60000 65536"/>
                <a:gd name="T15" fmla="*/ 0 60000 65536"/>
                <a:gd name="T16" fmla="*/ 0 60000 65536"/>
                <a:gd name="T17" fmla="*/ 0 60000 65536"/>
                <a:gd name="T18" fmla="*/ 0 w 179"/>
                <a:gd name="T19" fmla="*/ 0 h 227"/>
                <a:gd name="T20" fmla="*/ 179 w 179"/>
                <a:gd name="T21" fmla="*/ 227 h 227"/>
              </a:gdLst>
              <a:ahLst/>
              <a:cxnLst>
                <a:cxn ang="T12">
                  <a:pos x="T0" y="T1"/>
                </a:cxn>
                <a:cxn ang="T13">
                  <a:pos x="T2" y="T3"/>
                </a:cxn>
                <a:cxn ang="T14">
                  <a:pos x="T4" y="T5"/>
                </a:cxn>
                <a:cxn ang="T15">
                  <a:pos x="T6" y="T7"/>
                </a:cxn>
                <a:cxn ang="T16">
                  <a:pos x="T8" y="T9"/>
                </a:cxn>
                <a:cxn ang="T17">
                  <a:pos x="T10" y="T11"/>
                </a:cxn>
              </a:cxnLst>
              <a:rect l="T18" t="T19" r="T20" b="T21"/>
              <a:pathLst>
                <a:path w="179" h="227">
                  <a:moveTo>
                    <a:pt x="0" y="137"/>
                  </a:moveTo>
                  <a:lnTo>
                    <a:pt x="0" y="227"/>
                  </a:lnTo>
                  <a:lnTo>
                    <a:pt x="168" y="130"/>
                  </a:lnTo>
                  <a:lnTo>
                    <a:pt x="179" y="0"/>
                  </a:lnTo>
                  <a:lnTo>
                    <a:pt x="51" y="84"/>
                  </a:lnTo>
                  <a:lnTo>
                    <a:pt x="0" y="137"/>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4" name="Freeform 264"/>
            <p:cNvSpPr>
              <a:spLocks/>
            </p:cNvSpPr>
            <p:nvPr/>
          </p:nvSpPr>
          <p:spPr bwMode="auto">
            <a:xfrm>
              <a:off x="3286" y="1864"/>
              <a:ext cx="30" cy="27"/>
            </a:xfrm>
            <a:custGeom>
              <a:avLst/>
              <a:gdLst>
                <a:gd name="T0" fmla="*/ 0 w 242"/>
                <a:gd name="T1" fmla="*/ 0 h 213"/>
                <a:gd name="T2" fmla="*/ 0 w 242"/>
                <a:gd name="T3" fmla="*/ 0 h 213"/>
                <a:gd name="T4" fmla="*/ 0 w 242"/>
                <a:gd name="T5" fmla="*/ 0 h 213"/>
                <a:gd name="T6" fmla="*/ 0 w 242"/>
                <a:gd name="T7" fmla="*/ 0 h 213"/>
                <a:gd name="T8" fmla="*/ 0 w 242"/>
                <a:gd name="T9" fmla="*/ 0 h 213"/>
                <a:gd name="T10" fmla="*/ 0 w 242"/>
                <a:gd name="T11" fmla="*/ 0 h 213"/>
                <a:gd name="T12" fmla="*/ 0 60000 65536"/>
                <a:gd name="T13" fmla="*/ 0 60000 65536"/>
                <a:gd name="T14" fmla="*/ 0 60000 65536"/>
                <a:gd name="T15" fmla="*/ 0 60000 65536"/>
                <a:gd name="T16" fmla="*/ 0 60000 65536"/>
                <a:gd name="T17" fmla="*/ 0 60000 65536"/>
                <a:gd name="T18" fmla="*/ 0 w 242"/>
                <a:gd name="T19" fmla="*/ 0 h 213"/>
                <a:gd name="T20" fmla="*/ 242 w 242"/>
                <a:gd name="T21" fmla="*/ 213 h 213"/>
              </a:gdLst>
              <a:ahLst/>
              <a:cxnLst>
                <a:cxn ang="T12">
                  <a:pos x="T0" y="T1"/>
                </a:cxn>
                <a:cxn ang="T13">
                  <a:pos x="T2" y="T3"/>
                </a:cxn>
                <a:cxn ang="T14">
                  <a:pos x="T4" y="T5"/>
                </a:cxn>
                <a:cxn ang="T15">
                  <a:pos x="T6" y="T7"/>
                </a:cxn>
                <a:cxn ang="T16">
                  <a:pos x="T8" y="T9"/>
                </a:cxn>
                <a:cxn ang="T17">
                  <a:pos x="T10" y="T11"/>
                </a:cxn>
              </a:cxnLst>
              <a:rect l="T18" t="T19" r="T20" b="T21"/>
              <a:pathLst>
                <a:path w="242" h="213">
                  <a:moveTo>
                    <a:pt x="0" y="51"/>
                  </a:moveTo>
                  <a:lnTo>
                    <a:pt x="64" y="213"/>
                  </a:lnTo>
                  <a:lnTo>
                    <a:pt x="203" y="152"/>
                  </a:lnTo>
                  <a:lnTo>
                    <a:pt x="242" y="39"/>
                  </a:lnTo>
                  <a:lnTo>
                    <a:pt x="124" y="0"/>
                  </a:lnTo>
                  <a:lnTo>
                    <a:pt x="0" y="5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5" name="Freeform 265"/>
            <p:cNvSpPr>
              <a:spLocks/>
            </p:cNvSpPr>
            <p:nvPr/>
          </p:nvSpPr>
          <p:spPr bwMode="auto">
            <a:xfrm>
              <a:off x="3258" y="1716"/>
              <a:ext cx="34" cy="30"/>
            </a:xfrm>
            <a:custGeom>
              <a:avLst/>
              <a:gdLst>
                <a:gd name="T0" fmla="*/ 0 w 270"/>
                <a:gd name="T1" fmla="*/ 0 h 242"/>
                <a:gd name="T2" fmla="*/ 0 w 270"/>
                <a:gd name="T3" fmla="*/ 0 h 242"/>
                <a:gd name="T4" fmla="*/ 0 w 270"/>
                <a:gd name="T5" fmla="*/ 0 h 242"/>
                <a:gd name="T6" fmla="*/ 0 w 270"/>
                <a:gd name="T7" fmla="*/ 0 h 242"/>
                <a:gd name="T8" fmla="*/ 0 w 270"/>
                <a:gd name="T9" fmla="*/ 0 h 242"/>
                <a:gd name="T10" fmla="*/ 0 w 270"/>
                <a:gd name="T11" fmla="*/ 0 h 242"/>
                <a:gd name="T12" fmla="*/ 0 60000 65536"/>
                <a:gd name="T13" fmla="*/ 0 60000 65536"/>
                <a:gd name="T14" fmla="*/ 0 60000 65536"/>
                <a:gd name="T15" fmla="*/ 0 60000 65536"/>
                <a:gd name="T16" fmla="*/ 0 60000 65536"/>
                <a:gd name="T17" fmla="*/ 0 60000 65536"/>
                <a:gd name="T18" fmla="*/ 0 w 270"/>
                <a:gd name="T19" fmla="*/ 0 h 242"/>
                <a:gd name="T20" fmla="*/ 270 w 270"/>
                <a:gd name="T21" fmla="*/ 242 h 242"/>
              </a:gdLst>
              <a:ahLst/>
              <a:cxnLst>
                <a:cxn ang="T12">
                  <a:pos x="T0" y="T1"/>
                </a:cxn>
                <a:cxn ang="T13">
                  <a:pos x="T2" y="T3"/>
                </a:cxn>
                <a:cxn ang="T14">
                  <a:pos x="T4" y="T5"/>
                </a:cxn>
                <a:cxn ang="T15">
                  <a:pos x="T6" y="T7"/>
                </a:cxn>
                <a:cxn ang="T16">
                  <a:pos x="T8" y="T9"/>
                </a:cxn>
                <a:cxn ang="T17">
                  <a:pos x="T10" y="T11"/>
                </a:cxn>
              </a:cxnLst>
              <a:rect l="T18" t="T19" r="T20" b="T21"/>
              <a:pathLst>
                <a:path w="270" h="242">
                  <a:moveTo>
                    <a:pt x="136" y="40"/>
                  </a:moveTo>
                  <a:lnTo>
                    <a:pt x="270" y="242"/>
                  </a:lnTo>
                  <a:lnTo>
                    <a:pt x="28" y="102"/>
                  </a:lnTo>
                  <a:lnTo>
                    <a:pt x="0" y="28"/>
                  </a:lnTo>
                  <a:lnTo>
                    <a:pt x="55" y="0"/>
                  </a:lnTo>
                  <a:lnTo>
                    <a:pt x="136" y="40"/>
                  </a:lnTo>
                  <a:close/>
                </a:path>
              </a:pathLst>
            </a:custGeom>
            <a:solidFill>
              <a:srgbClr val="0CC1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6" name="Freeform 266"/>
            <p:cNvSpPr>
              <a:spLocks/>
            </p:cNvSpPr>
            <p:nvPr/>
          </p:nvSpPr>
          <p:spPr bwMode="auto">
            <a:xfrm>
              <a:off x="2021" y="1465"/>
              <a:ext cx="409" cy="280"/>
            </a:xfrm>
            <a:custGeom>
              <a:avLst/>
              <a:gdLst>
                <a:gd name="T0" fmla="*/ 0 w 3274"/>
                <a:gd name="T1" fmla="*/ 0 h 2237"/>
                <a:gd name="T2" fmla="*/ 0 w 3274"/>
                <a:gd name="T3" fmla="*/ 0 h 2237"/>
                <a:gd name="T4" fmla="*/ 0 w 3274"/>
                <a:gd name="T5" fmla="*/ 0 h 2237"/>
                <a:gd name="T6" fmla="*/ 0 w 3274"/>
                <a:gd name="T7" fmla="*/ 0 h 2237"/>
                <a:gd name="T8" fmla="*/ 0 w 3274"/>
                <a:gd name="T9" fmla="*/ 0 h 2237"/>
                <a:gd name="T10" fmla="*/ 0 w 3274"/>
                <a:gd name="T11" fmla="*/ 0 h 2237"/>
                <a:gd name="T12" fmla="*/ 0 w 3274"/>
                <a:gd name="T13" fmla="*/ 0 h 2237"/>
                <a:gd name="T14" fmla="*/ 0 w 3274"/>
                <a:gd name="T15" fmla="*/ 0 h 2237"/>
                <a:gd name="T16" fmla="*/ 0 w 3274"/>
                <a:gd name="T17" fmla="*/ 0 h 2237"/>
                <a:gd name="T18" fmla="*/ 0 w 3274"/>
                <a:gd name="T19" fmla="*/ 0 h 2237"/>
                <a:gd name="T20" fmla="*/ 0 w 3274"/>
                <a:gd name="T21" fmla="*/ 0 h 2237"/>
                <a:gd name="T22" fmla="*/ 0 w 3274"/>
                <a:gd name="T23" fmla="*/ 0 h 2237"/>
                <a:gd name="T24" fmla="*/ 0 w 3274"/>
                <a:gd name="T25" fmla="*/ 0 h 2237"/>
                <a:gd name="T26" fmla="*/ 0 w 3274"/>
                <a:gd name="T27" fmla="*/ 0 h 2237"/>
                <a:gd name="T28" fmla="*/ 0 w 3274"/>
                <a:gd name="T29" fmla="*/ 0 h 2237"/>
                <a:gd name="T30" fmla="*/ 0 w 3274"/>
                <a:gd name="T31" fmla="*/ 0 h 2237"/>
                <a:gd name="T32" fmla="*/ 0 w 3274"/>
                <a:gd name="T33" fmla="*/ 0 h 2237"/>
                <a:gd name="T34" fmla="*/ 0 w 3274"/>
                <a:gd name="T35" fmla="*/ 0 h 2237"/>
                <a:gd name="T36" fmla="*/ 0 w 3274"/>
                <a:gd name="T37" fmla="*/ 0 h 2237"/>
                <a:gd name="T38" fmla="*/ 0 w 3274"/>
                <a:gd name="T39" fmla="*/ 0 h 223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274"/>
                <a:gd name="T61" fmla="*/ 0 h 2237"/>
                <a:gd name="T62" fmla="*/ 3274 w 3274"/>
                <a:gd name="T63" fmla="*/ 2237 h 223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274" h="2237">
                  <a:moveTo>
                    <a:pt x="19" y="2140"/>
                  </a:moveTo>
                  <a:lnTo>
                    <a:pt x="35" y="1930"/>
                  </a:lnTo>
                  <a:lnTo>
                    <a:pt x="0" y="1342"/>
                  </a:lnTo>
                  <a:lnTo>
                    <a:pt x="61" y="1035"/>
                  </a:lnTo>
                  <a:lnTo>
                    <a:pt x="229" y="760"/>
                  </a:lnTo>
                  <a:lnTo>
                    <a:pt x="397" y="468"/>
                  </a:lnTo>
                  <a:lnTo>
                    <a:pt x="740" y="226"/>
                  </a:lnTo>
                  <a:lnTo>
                    <a:pt x="1169" y="77"/>
                  </a:lnTo>
                  <a:lnTo>
                    <a:pt x="1511" y="7"/>
                  </a:lnTo>
                  <a:lnTo>
                    <a:pt x="1894" y="0"/>
                  </a:lnTo>
                  <a:lnTo>
                    <a:pt x="2338" y="127"/>
                  </a:lnTo>
                  <a:lnTo>
                    <a:pt x="2654" y="296"/>
                  </a:lnTo>
                  <a:lnTo>
                    <a:pt x="2922" y="487"/>
                  </a:lnTo>
                  <a:lnTo>
                    <a:pt x="3103" y="549"/>
                  </a:lnTo>
                  <a:lnTo>
                    <a:pt x="3252" y="694"/>
                  </a:lnTo>
                  <a:lnTo>
                    <a:pt x="3274" y="844"/>
                  </a:lnTo>
                  <a:lnTo>
                    <a:pt x="3223" y="945"/>
                  </a:lnTo>
                  <a:lnTo>
                    <a:pt x="3078" y="973"/>
                  </a:lnTo>
                  <a:lnTo>
                    <a:pt x="136" y="2237"/>
                  </a:lnTo>
                  <a:lnTo>
                    <a:pt x="19" y="2140"/>
                  </a:lnTo>
                  <a:close/>
                </a:path>
              </a:pathLst>
            </a:custGeom>
            <a:solidFill>
              <a:srgbClr val="5151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7" name="Freeform 267"/>
            <p:cNvSpPr>
              <a:spLocks/>
            </p:cNvSpPr>
            <p:nvPr/>
          </p:nvSpPr>
          <p:spPr bwMode="auto">
            <a:xfrm>
              <a:off x="2007" y="1558"/>
              <a:ext cx="438" cy="387"/>
            </a:xfrm>
            <a:custGeom>
              <a:avLst/>
              <a:gdLst>
                <a:gd name="T0" fmla="*/ 0 w 3504"/>
                <a:gd name="T1" fmla="*/ 0 h 3096"/>
                <a:gd name="T2" fmla="*/ 0 w 3504"/>
                <a:gd name="T3" fmla="*/ 0 h 3096"/>
                <a:gd name="T4" fmla="*/ 0 w 3504"/>
                <a:gd name="T5" fmla="*/ 0 h 3096"/>
                <a:gd name="T6" fmla="*/ 0 w 3504"/>
                <a:gd name="T7" fmla="*/ 0 h 3096"/>
                <a:gd name="T8" fmla="*/ 0 w 3504"/>
                <a:gd name="T9" fmla="*/ 0 h 3096"/>
                <a:gd name="T10" fmla="*/ 0 w 3504"/>
                <a:gd name="T11" fmla="*/ 0 h 3096"/>
                <a:gd name="T12" fmla="*/ 0 w 3504"/>
                <a:gd name="T13" fmla="*/ 0 h 3096"/>
                <a:gd name="T14" fmla="*/ 0 w 3504"/>
                <a:gd name="T15" fmla="*/ 0 h 3096"/>
                <a:gd name="T16" fmla="*/ 0 w 3504"/>
                <a:gd name="T17" fmla="*/ 0 h 3096"/>
                <a:gd name="T18" fmla="*/ 0 w 3504"/>
                <a:gd name="T19" fmla="*/ 0 h 3096"/>
                <a:gd name="T20" fmla="*/ 0 w 3504"/>
                <a:gd name="T21" fmla="*/ 0 h 3096"/>
                <a:gd name="T22" fmla="*/ 0 w 3504"/>
                <a:gd name="T23" fmla="*/ 0 h 3096"/>
                <a:gd name="T24" fmla="*/ 0 w 3504"/>
                <a:gd name="T25" fmla="*/ 0 h 3096"/>
                <a:gd name="T26" fmla="*/ 0 w 3504"/>
                <a:gd name="T27" fmla="*/ 0 h 3096"/>
                <a:gd name="T28" fmla="*/ 0 w 3504"/>
                <a:gd name="T29" fmla="*/ 0 h 3096"/>
                <a:gd name="T30" fmla="*/ 0 w 3504"/>
                <a:gd name="T31" fmla="*/ 0 h 3096"/>
                <a:gd name="T32" fmla="*/ 0 w 3504"/>
                <a:gd name="T33" fmla="*/ 0 h 3096"/>
                <a:gd name="T34" fmla="*/ 0 w 3504"/>
                <a:gd name="T35" fmla="*/ 0 h 3096"/>
                <a:gd name="T36" fmla="*/ 0 w 3504"/>
                <a:gd name="T37" fmla="*/ 0 h 3096"/>
                <a:gd name="T38" fmla="*/ 0 w 3504"/>
                <a:gd name="T39" fmla="*/ 0 h 3096"/>
                <a:gd name="T40" fmla="*/ 0 w 3504"/>
                <a:gd name="T41" fmla="*/ 0 h 3096"/>
                <a:gd name="T42" fmla="*/ 0 w 3504"/>
                <a:gd name="T43" fmla="*/ 0 h 3096"/>
                <a:gd name="T44" fmla="*/ 0 w 3504"/>
                <a:gd name="T45" fmla="*/ 0 h 3096"/>
                <a:gd name="T46" fmla="*/ 0 w 3504"/>
                <a:gd name="T47" fmla="*/ 0 h 3096"/>
                <a:gd name="T48" fmla="*/ 0 w 3504"/>
                <a:gd name="T49" fmla="*/ 0 h 3096"/>
                <a:gd name="T50" fmla="*/ 0 w 3504"/>
                <a:gd name="T51" fmla="*/ 0 h 3096"/>
                <a:gd name="T52" fmla="*/ 0 w 3504"/>
                <a:gd name="T53" fmla="*/ 0 h 3096"/>
                <a:gd name="T54" fmla="*/ 0 w 3504"/>
                <a:gd name="T55" fmla="*/ 0 h 3096"/>
                <a:gd name="T56" fmla="*/ 0 w 3504"/>
                <a:gd name="T57" fmla="*/ 0 h 309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504"/>
                <a:gd name="T88" fmla="*/ 0 h 3096"/>
                <a:gd name="T89" fmla="*/ 3504 w 3504"/>
                <a:gd name="T90" fmla="*/ 3096 h 309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504" h="3096">
                  <a:moveTo>
                    <a:pt x="0" y="1865"/>
                  </a:moveTo>
                  <a:lnTo>
                    <a:pt x="345" y="1955"/>
                  </a:lnTo>
                  <a:lnTo>
                    <a:pt x="710" y="2087"/>
                  </a:lnTo>
                  <a:lnTo>
                    <a:pt x="1097" y="2344"/>
                  </a:lnTo>
                  <a:lnTo>
                    <a:pt x="1365" y="2591"/>
                  </a:lnTo>
                  <a:lnTo>
                    <a:pt x="1696" y="2953"/>
                  </a:lnTo>
                  <a:lnTo>
                    <a:pt x="2865" y="3096"/>
                  </a:lnTo>
                  <a:lnTo>
                    <a:pt x="2921" y="3023"/>
                  </a:lnTo>
                  <a:lnTo>
                    <a:pt x="2921" y="2889"/>
                  </a:lnTo>
                  <a:lnTo>
                    <a:pt x="2949" y="2817"/>
                  </a:lnTo>
                  <a:lnTo>
                    <a:pt x="3024" y="2740"/>
                  </a:lnTo>
                  <a:lnTo>
                    <a:pt x="3017" y="2600"/>
                  </a:lnTo>
                  <a:lnTo>
                    <a:pt x="2826" y="2469"/>
                  </a:lnTo>
                  <a:lnTo>
                    <a:pt x="3032" y="2419"/>
                  </a:lnTo>
                  <a:lnTo>
                    <a:pt x="3098" y="2213"/>
                  </a:lnTo>
                  <a:lnTo>
                    <a:pt x="3173" y="2167"/>
                  </a:lnTo>
                  <a:lnTo>
                    <a:pt x="3362" y="2177"/>
                  </a:lnTo>
                  <a:lnTo>
                    <a:pt x="3472" y="2158"/>
                  </a:lnTo>
                  <a:lnTo>
                    <a:pt x="3504" y="2118"/>
                  </a:lnTo>
                  <a:lnTo>
                    <a:pt x="3494" y="2068"/>
                  </a:lnTo>
                  <a:lnTo>
                    <a:pt x="3223" y="1378"/>
                  </a:lnTo>
                  <a:lnTo>
                    <a:pt x="3248" y="1303"/>
                  </a:lnTo>
                  <a:lnTo>
                    <a:pt x="3310" y="1222"/>
                  </a:lnTo>
                  <a:lnTo>
                    <a:pt x="3278" y="826"/>
                  </a:lnTo>
                  <a:lnTo>
                    <a:pt x="3239" y="538"/>
                  </a:lnTo>
                  <a:lnTo>
                    <a:pt x="3149" y="242"/>
                  </a:lnTo>
                  <a:lnTo>
                    <a:pt x="2296" y="0"/>
                  </a:lnTo>
                  <a:lnTo>
                    <a:pt x="83" y="1630"/>
                  </a:lnTo>
                  <a:lnTo>
                    <a:pt x="0" y="1865"/>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8" name="Freeform 268"/>
            <p:cNvSpPr>
              <a:spLocks/>
            </p:cNvSpPr>
            <p:nvPr/>
          </p:nvSpPr>
          <p:spPr bwMode="auto">
            <a:xfrm>
              <a:off x="2381" y="1745"/>
              <a:ext cx="16" cy="16"/>
            </a:xfrm>
            <a:custGeom>
              <a:avLst/>
              <a:gdLst>
                <a:gd name="T0" fmla="*/ 0 w 122"/>
                <a:gd name="T1" fmla="*/ 0 h 129"/>
                <a:gd name="T2" fmla="*/ 0 w 122"/>
                <a:gd name="T3" fmla="*/ 0 h 129"/>
                <a:gd name="T4" fmla="*/ 0 w 122"/>
                <a:gd name="T5" fmla="*/ 0 h 129"/>
                <a:gd name="T6" fmla="*/ 0 w 122"/>
                <a:gd name="T7" fmla="*/ 0 h 129"/>
                <a:gd name="T8" fmla="*/ 0 60000 65536"/>
                <a:gd name="T9" fmla="*/ 0 60000 65536"/>
                <a:gd name="T10" fmla="*/ 0 60000 65536"/>
                <a:gd name="T11" fmla="*/ 0 60000 65536"/>
                <a:gd name="T12" fmla="*/ 0 w 122"/>
                <a:gd name="T13" fmla="*/ 0 h 129"/>
                <a:gd name="T14" fmla="*/ 122 w 122"/>
                <a:gd name="T15" fmla="*/ 129 h 129"/>
              </a:gdLst>
              <a:ahLst/>
              <a:cxnLst>
                <a:cxn ang="T8">
                  <a:pos x="T0" y="T1"/>
                </a:cxn>
                <a:cxn ang="T9">
                  <a:pos x="T2" y="T3"/>
                </a:cxn>
                <a:cxn ang="T10">
                  <a:pos x="T4" y="T5"/>
                </a:cxn>
                <a:cxn ang="T11">
                  <a:pos x="T6" y="T7"/>
                </a:cxn>
              </a:cxnLst>
              <a:rect l="T12" t="T13" r="T14" b="T15"/>
              <a:pathLst>
                <a:path w="122" h="129">
                  <a:moveTo>
                    <a:pt x="122" y="0"/>
                  </a:moveTo>
                  <a:lnTo>
                    <a:pt x="71" y="129"/>
                  </a:lnTo>
                  <a:lnTo>
                    <a:pt x="0" y="26"/>
                  </a:lnTo>
                  <a:lnTo>
                    <a:pt x="12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69" name="Freeform 269"/>
            <p:cNvSpPr>
              <a:spLocks/>
            </p:cNvSpPr>
            <p:nvPr/>
          </p:nvSpPr>
          <p:spPr bwMode="auto">
            <a:xfrm>
              <a:off x="2847" y="2219"/>
              <a:ext cx="213" cy="93"/>
            </a:xfrm>
            <a:custGeom>
              <a:avLst/>
              <a:gdLst>
                <a:gd name="T0" fmla="*/ 0 w 1699"/>
                <a:gd name="T1" fmla="*/ 0 h 744"/>
                <a:gd name="T2" fmla="*/ 0 w 1699"/>
                <a:gd name="T3" fmla="*/ 0 h 744"/>
                <a:gd name="T4" fmla="*/ 0 w 1699"/>
                <a:gd name="T5" fmla="*/ 0 h 744"/>
                <a:gd name="T6" fmla="*/ 0 w 1699"/>
                <a:gd name="T7" fmla="*/ 0 h 744"/>
                <a:gd name="T8" fmla="*/ 0 w 1699"/>
                <a:gd name="T9" fmla="*/ 0 h 744"/>
                <a:gd name="T10" fmla="*/ 0 w 1699"/>
                <a:gd name="T11" fmla="*/ 0 h 744"/>
                <a:gd name="T12" fmla="*/ 0 w 1699"/>
                <a:gd name="T13" fmla="*/ 0 h 744"/>
                <a:gd name="T14" fmla="*/ 0 w 1699"/>
                <a:gd name="T15" fmla="*/ 0 h 744"/>
                <a:gd name="T16" fmla="*/ 0 60000 65536"/>
                <a:gd name="T17" fmla="*/ 0 60000 65536"/>
                <a:gd name="T18" fmla="*/ 0 60000 65536"/>
                <a:gd name="T19" fmla="*/ 0 60000 65536"/>
                <a:gd name="T20" fmla="*/ 0 60000 65536"/>
                <a:gd name="T21" fmla="*/ 0 60000 65536"/>
                <a:gd name="T22" fmla="*/ 0 60000 65536"/>
                <a:gd name="T23" fmla="*/ 0 60000 65536"/>
                <a:gd name="T24" fmla="*/ 0 w 1699"/>
                <a:gd name="T25" fmla="*/ 0 h 744"/>
                <a:gd name="T26" fmla="*/ 1699 w 1699"/>
                <a:gd name="T27" fmla="*/ 744 h 7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99" h="744">
                  <a:moveTo>
                    <a:pt x="0" y="80"/>
                  </a:moveTo>
                  <a:lnTo>
                    <a:pt x="42" y="0"/>
                  </a:lnTo>
                  <a:lnTo>
                    <a:pt x="814" y="300"/>
                  </a:lnTo>
                  <a:lnTo>
                    <a:pt x="1517" y="616"/>
                  </a:lnTo>
                  <a:lnTo>
                    <a:pt x="1699" y="744"/>
                  </a:lnTo>
                  <a:lnTo>
                    <a:pt x="1460" y="708"/>
                  </a:lnTo>
                  <a:lnTo>
                    <a:pt x="206" y="157"/>
                  </a:lnTo>
                  <a:lnTo>
                    <a:pt x="0" y="8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0" name="Freeform 270"/>
            <p:cNvSpPr>
              <a:spLocks/>
            </p:cNvSpPr>
            <p:nvPr/>
          </p:nvSpPr>
          <p:spPr bwMode="auto">
            <a:xfrm>
              <a:off x="2767" y="2236"/>
              <a:ext cx="250" cy="154"/>
            </a:xfrm>
            <a:custGeom>
              <a:avLst/>
              <a:gdLst>
                <a:gd name="T0" fmla="*/ 0 w 2003"/>
                <a:gd name="T1" fmla="*/ 0 h 1230"/>
                <a:gd name="T2" fmla="*/ 0 w 2003"/>
                <a:gd name="T3" fmla="*/ 0 h 1230"/>
                <a:gd name="T4" fmla="*/ 0 w 2003"/>
                <a:gd name="T5" fmla="*/ 0 h 1230"/>
                <a:gd name="T6" fmla="*/ 0 w 2003"/>
                <a:gd name="T7" fmla="*/ 0 h 1230"/>
                <a:gd name="T8" fmla="*/ 0 w 2003"/>
                <a:gd name="T9" fmla="*/ 0 h 1230"/>
                <a:gd name="T10" fmla="*/ 0 w 2003"/>
                <a:gd name="T11" fmla="*/ 0 h 1230"/>
                <a:gd name="T12" fmla="*/ 0 w 2003"/>
                <a:gd name="T13" fmla="*/ 0 h 1230"/>
                <a:gd name="T14" fmla="*/ 0 w 2003"/>
                <a:gd name="T15" fmla="*/ 0 h 1230"/>
                <a:gd name="T16" fmla="*/ 0 w 2003"/>
                <a:gd name="T17" fmla="*/ 0 h 1230"/>
                <a:gd name="T18" fmla="*/ 0 w 2003"/>
                <a:gd name="T19" fmla="*/ 0 h 1230"/>
                <a:gd name="T20" fmla="*/ 0 w 2003"/>
                <a:gd name="T21" fmla="*/ 0 h 1230"/>
                <a:gd name="T22" fmla="*/ 0 w 2003"/>
                <a:gd name="T23" fmla="*/ 0 h 1230"/>
                <a:gd name="T24" fmla="*/ 0 w 2003"/>
                <a:gd name="T25" fmla="*/ 0 h 1230"/>
                <a:gd name="T26" fmla="*/ 0 w 2003"/>
                <a:gd name="T27" fmla="*/ 0 h 1230"/>
                <a:gd name="T28" fmla="*/ 0 w 2003"/>
                <a:gd name="T29" fmla="*/ 0 h 1230"/>
                <a:gd name="T30" fmla="*/ 0 w 2003"/>
                <a:gd name="T31" fmla="*/ 0 h 1230"/>
                <a:gd name="T32" fmla="*/ 0 w 2003"/>
                <a:gd name="T33" fmla="*/ 0 h 1230"/>
                <a:gd name="T34" fmla="*/ 0 w 2003"/>
                <a:gd name="T35" fmla="*/ 0 h 1230"/>
                <a:gd name="T36" fmla="*/ 0 w 2003"/>
                <a:gd name="T37" fmla="*/ 0 h 1230"/>
                <a:gd name="T38" fmla="*/ 0 w 2003"/>
                <a:gd name="T39" fmla="*/ 0 h 1230"/>
                <a:gd name="T40" fmla="*/ 0 w 2003"/>
                <a:gd name="T41" fmla="*/ 0 h 123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003"/>
                <a:gd name="T64" fmla="*/ 0 h 1230"/>
                <a:gd name="T65" fmla="*/ 2003 w 2003"/>
                <a:gd name="T66" fmla="*/ 1230 h 123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003" h="1230">
                  <a:moveTo>
                    <a:pt x="80" y="253"/>
                  </a:moveTo>
                  <a:lnTo>
                    <a:pt x="278" y="218"/>
                  </a:lnTo>
                  <a:lnTo>
                    <a:pt x="477" y="195"/>
                  </a:lnTo>
                  <a:lnTo>
                    <a:pt x="945" y="11"/>
                  </a:lnTo>
                  <a:lnTo>
                    <a:pt x="1262" y="11"/>
                  </a:lnTo>
                  <a:lnTo>
                    <a:pt x="1646" y="0"/>
                  </a:lnTo>
                  <a:lnTo>
                    <a:pt x="2003" y="345"/>
                  </a:lnTo>
                  <a:lnTo>
                    <a:pt x="1973" y="393"/>
                  </a:lnTo>
                  <a:lnTo>
                    <a:pt x="1941" y="380"/>
                  </a:lnTo>
                  <a:lnTo>
                    <a:pt x="1927" y="472"/>
                  </a:lnTo>
                  <a:lnTo>
                    <a:pt x="1869" y="534"/>
                  </a:lnTo>
                  <a:lnTo>
                    <a:pt x="1578" y="725"/>
                  </a:lnTo>
                  <a:lnTo>
                    <a:pt x="1491" y="861"/>
                  </a:lnTo>
                  <a:lnTo>
                    <a:pt x="1297" y="991"/>
                  </a:lnTo>
                  <a:lnTo>
                    <a:pt x="1229" y="1112"/>
                  </a:lnTo>
                  <a:lnTo>
                    <a:pt x="926" y="1221"/>
                  </a:lnTo>
                  <a:lnTo>
                    <a:pt x="848" y="1230"/>
                  </a:lnTo>
                  <a:lnTo>
                    <a:pt x="539" y="1158"/>
                  </a:lnTo>
                  <a:lnTo>
                    <a:pt x="34" y="855"/>
                  </a:lnTo>
                  <a:lnTo>
                    <a:pt x="0" y="419"/>
                  </a:lnTo>
                  <a:lnTo>
                    <a:pt x="80" y="253"/>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1" name="Freeform 271"/>
            <p:cNvSpPr>
              <a:spLocks/>
            </p:cNvSpPr>
            <p:nvPr/>
          </p:nvSpPr>
          <p:spPr bwMode="auto">
            <a:xfrm>
              <a:off x="2738" y="1507"/>
              <a:ext cx="285" cy="337"/>
            </a:xfrm>
            <a:custGeom>
              <a:avLst/>
              <a:gdLst>
                <a:gd name="T0" fmla="*/ 0 w 2284"/>
                <a:gd name="T1" fmla="*/ 0 h 2689"/>
                <a:gd name="T2" fmla="*/ 0 w 2284"/>
                <a:gd name="T3" fmla="*/ 0 h 2689"/>
                <a:gd name="T4" fmla="*/ 0 w 2284"/>
                <a:gd name="T5" fmla="*/ 0 h 2689"/>
                <a:gd name="T6" fmla="*/ 0 w 2284"/>
                <a:gd name="T7" fmla="*/ 0 h 2689"/>
                <a:gd name="T8" fmla="*/ 0 w 2284"/>
                <a:gd name="T9" fmla="*/ 0 h 2689"/>
                <a:gd name="T10" fmla="*/ 0 w 2284"/>
                <a:gd name="T11" fmla="*/ 0 h 2689"/>
                <a:gd name="T12" fmla="*/ 0 w 2284"/>
                <a:gd name="T13" fmla="*/ 0 h 2689"/>
                <a:gd name="T14" fmla="*/ 0 w 2284"/>
                <a:gd name="T15" fmla="*/ 0 h 2689"/>
                <a:gd name="T16" fmla="*/ 0 w 2284"/>
                <a:gd name="T17" fmla="*/ 0 h 2689"/>
                <a:gd name="T18" fmla="*/ 0 w 2284"/>
                <a:gd name="T19" fmla="*/ 0 h 2689"/>
                <a:gd name="T20" fmla="*/ 0 w 2284"/>
                <a:gd name="T21" fmla="*/ 0 h 2689"/>
                <a:gd name="T22" fmla="*/ 0 w 2284"/>
                <a:gd name="T23" fmla="*/ 0 h 2689"/>
                <a:gd name="T24" fmla="*/ 0 w 2284"/>
                <a:gd name="T25" fmla="*/ 0 h 2689"/>
                <a:gd name="T26" fmla="*/ 0 w 2284"/>
                <a:gd name="T27" fmla="*/ 0 h 2689"/>
                <a:gd name="T28" fmla="*/ 0 w 2284"/>
                <a:gd name="T29" fmla="*/ 0 h 2689"/>
                <a:gd name="T30" fmla="*/ 0 w 2284"/>
                <a:gd name="T31" fmla="*/ 0 h 2689"/>
                <a:gd name="T32" fmla="*/ 0 w 2284"/>
                <a:gd name="T33" fmla="*/ 0 h 2689"/>
                <a:gd name="T34" fmla="*/ 0 w 2284"/>
                <a:gd name="T35" fmla="*/ 0 h 2689"/>
                <a:gd name="T36" fmla="*/ 0 w 2284"/>
                <a:gd name="T37" fmla="*/ 0 h 2689"/>
                <a:gd name="T38" fmla="*/ 0 w 2284"/>
                <a:gd name="T39" fmla="*/ 0 h 2689"/>
                <a:gd name="T40" fmla="*/ 0 w 2284"/>
                <a:gd name="T41" fmla="*/ 0 h 2689"/>
                <a:gd name="T42" fmla="*/ 0 w 2284"/>
                <a:gd name="T43" fmla="*/ 0 h 2689"/>
                <a:gd name="T44" fmla="*/ 0 w 2284"/>
                <a:gd name="T45" fmla="*/ 0 h 2689"/>
                <a:gd name="T46" fmla="*/ 0 w 2284"/>
                <a:gd name="T47" fmla="*/ 0 h 2689"/>
                <a:gd name="T48" fmla="*/ 0 w 2284"/>
                <a:gd name="T49" fmla="*/ 0 h 2689"/>
                <a:gd name="T50" fmla="*/ 0 w 2284"/>
                <a:gd name="T51" fmla="*/ 0 h 2689"/>
                <a:gd name="T52" fmla="*/ 0 w 2284"/>
                <a:gd name="T53" fmla="*/ 0 h 2689"/>
                <a:gd name="T54" fmla="*/ 0 w 2284"/>
                <a:gd name="T55" fmla="*/ 0 h 268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84"/>
                <a:gd name="T85" fmla="*/ 0 h 2689"/>
                <a:gd name="T86" fmla="*/ 2284 w 2284"/>
                <a:gd name="T87" fmla="*/ 2689 h 2689"/>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84" h="2689">
                  <a:moveTo>
                    <a:pt x="166" y="357"/>
                  </a:moveTo>
                  <a:lnTo>
                    <a:pt x="55" y="468"/>
                  </a:lnTo>
                  <a:lnTo>
                    <a:pt x="0" y="597"/>
                  </a:lnTo>
                  <a:lnTo>
                    <a:pt x="0" y="740"/>
                  </a:lnTo>
                  <a:lnTo>
                    <a:pt x="14" y="869"/>
                  </a:lnTo>
                  <a:lnTo>
                    <a:pt x="75" y="1095"/>
                  </a:lnTo>
                  <a:lnTo>
                    <a:pt x="187" y="1190"/>
                  </a:lnTo>
                  <a:lnTo>
                    <a:pt x="148" y="1552"/>
                  </a:lnTo>
                  <a:lnTo>
                    <a:pt x="172" y="1731"/>
                  </a:lnTo>
                  <a:lnTo>
                    <a:pt x="247" y="2225"/>
                  </a:lnTo>
                  <a:lnTo>
                    <a:pt x="326" y="2329"/>
                  </a:lnTo>
                  <a:lnTo>
                    <a:pt x="479" y="2513"/>
                  </a:lnTo>
                  <a:lnTo>
                    <a:pt x="715" y="2689"/>
                  </a:lnTo>
                  <a:lnTo>
                    <a:pt x="1117" y="2548"/>
                  </a:lnTo>
                  <a:lnTo>
                    <a:pt x="1238" y="2467"/>
                  </a:lnTo>
                  <a:lnTo>
                    <a:pt x="1399" y="2357"/>
                  </a:lnTo>
                  <a:lnTo>
                    <a:pt x="1473" y="2252"/>
                  </a:lnTo>
                  <a:lnTo>
                    <a:pt x="1567" y="2201"/>
                  </a:lnTo>
                  <a:lnTo>
                    <a:pt x="1858" y="1681"/>
                  </a:lnTo>
                  <a:lnTo>
                    <a:pt x="1971" y="1690"/>
                  </a:lnTo>
                  <a:lnTo>
                    <a:pt x="2040" y="1607"/>
                  </a:lnTo>
                  <a:lnTo>
                    <a:pt x="2157" y="1439"/>
                  </a:lnTo>
                  <a:lnTo>
                    <a:pt x="2199" y="1298"/>
                  </a:lnTo>
                  <a:lnTo>
                    <a:pt x="2199" y="1190"/>
                  </a:lnTo>
                  <a:lnTo>
                    <a:pt x="2284" y="423"/>
                  </a:lnTo>
                  <a:lnTo>
                    <a:pt x="987" y="0"/>
                  </a:lnTo>
                  <a:lnTo>
                    <a:pt x="341" y="263"/>
                  </a:lnTo>
                  <a:lnTo>
                    <a:pt x="166" y="357"/>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2" name="Freeform 272"/>
            <p:cNvSpPr>
              <a:spLocks/>
            </p:cNvSpPr>
            <p:nvPr/>
          </p:nvSpPr>
          <p:spPr bwMode="auto">
            <a:xfrm>
              <a:off x="2817" y="1602"/>
              <a:ext cx="65" cy="74"/>
            </a:xfrm>
            <a:custGeom>
              <a:avLst/>
              <a:gdLst>
                <a:gd name="T0" fmla="*/ 0 w 516"/>
                <a:gd name="T1" fmla="*/ 0 h 592"/>
                <a:gd name="T2" fmla="*/ 0 w 516"/>
                <a:gd name="T3" fmla="*/ 0 h 592"/>
                <a:gd name="T4" fmla="*/ 0 w 516"/>
                <a:gd name="T5" fmla="*/ 0 h 592"/>
                <a:gd name="T6" fmla="*/ 0 w 516"/>
                <a:gd name="T7" fmla="*/ 0 h 592"/>
                <a:gd name="T8" fmla="*/ 0 w 516"/>
                <a:gd name="T9" fmla="*/ 0 h 592"/>
                <a:gd name="T10" fmla="*/ 0 w 516"/>
                <a:gd name="T11" fmla="*/ 0 h 592"/>
                <a:gd name="T12" fmla="*/ 0 w 516"/>
                <a:gd name="T13" fmla="*/ 0 h 592"/>
                <a:gd name="T14" fmla="*/ 0 w 516"/>
                <a:gd name="T15" fmla="*/ 0 h 592"/>
                <a:gd name="T16" fmla="*/ 0 w 516"/>
                <a:gd name="T17" fmla="*/ 0 h 592"/>
                <a:gd name="T18" fmla="*/ 0 w 516"/>
                <a:gd name="T19" fmla="*/ 0 h 59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16"/>
                <a:gd name="T31" fmla="*/ 0 h 592"/>
                <a:gd name="T32" fmla="*/ 516 w 516"/>
                <a:gd name="T33" fmla="*/ 592 h 59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16" h="592">
                  <a:moveTo>
                    <a:pt x="0" y="0"/>
                  </a:moveTo>
                  <a:lnTo>
                    <a:pt x="230" y="592"/>
                  </a:lnTo>
                  <a:lnTo>
                    <a:pt x="351" y="521"/>
                  </a:lnTo>
                  <a:lnTo>
                    <a:pt x="424" y="449"/>
                  </a:lnTo>
                  <a:lnTo>
                    <a:pt x="481" y="357"/>
                  </a:lnTo>
                  <a:lnTo>
                    <a:pt x="516" y="246"/>
                  </a:lnTo>
                  <a:lnTo>
                    <a:pt x="445" y="145"/>
                  </a:lnTo>
                  <a:lnTo>
                    <a:pt x="288" y="46"/>
                  </a:lnTo>
                  <a:lnTo>
                    <a:pt x="131" y="9"/>
                  </a:lnTo>
                  <a:lnTo>
                    <a:pt x="0" y="0"/>
                  </a:lnTo>
                  <a:close/>
                </a:path>
              </a:pathLst>
            </a:custGeom>
            <a:solidFill>
              <a:srgbClr val="00E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3" name="Freeform 273"/>
            <p:cNvSpPr>
              <a:spLocks/>
            </p:cNvSpPr>
            <p:nvPr/>
          </p:nvSpPr>
          <p:spPr bwMode="auto">
            <a:xfrm>
              <a:off x="2931" y="1643"/>
              <a:ext cx="50" cy="59"/>
            </a:xfrm>
            <a:custGeom>
              <a:avLst/>
              <a:gdLst>
                <a:gd name="T0" fmla="*/ 0 w 404"/>
                <a:gd name="T1" fmla="*/ 0 h 473"/>
                <a:gd name="T2" fmla="*/ 0 w 404"/>
                <a:gd name="T3" fmla="*/ 0 h 473"/>
                <a:gd name="T4" fmla="*/ 0 w 404"/>
                <a:gd name="T5" fmla="*/ 0 h 473"/>
                <a:gd name="T6" fmla="*/ 0 w 404"/>
                <a:gd name="T7" fmla="*/ 0 h 473"/>
                <a:gd name="T8" fmla="*/ 0 w 404"/>
                <a:gd name="T9" fmla="*/ 0 h 473"/>
                <a:gd name="T10" fmla="*/ 0 w 404"/>
                <a:gd name="T11" fmla="*/ 0 h 473"/>
                <a:gd name="T12" fmla="*/ 0 w 404"/>
                <a:gd name="T13" fmla="*/ 0 h 473"/>
                <a:gd name="T14" fmla="*/ 0 60000 65536"/>
                <a:gd name="T15" fmla="*/ 0 60000 65536"/>
                <a:gd name="T16" fmla="*/ 0 60000 65536"/>
                <a:gd name="T17" fmla="*/ 0 60000 65536"/>
                <a:gd name="T18" fmla="*/ 0 60000 65536"/>
                <a:gd name="T19" fmla="*/ 0 60000 65536"/>
                <a:gd name="T20" fmla="*/ 0 60000 65536"/>
                <a:gd name="T21" fmla="*/ 0 w 404"/>
                <a:gd name="T22" fmla="*/ 0 h 473"/>
                <a:gd name="T23" fmla="*/ 404 w 404"/>
                <a:gd name="T24" fmla="*/ 473 h 4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4" h="473">
                  <a:moveTo>
                    <a:pt x="0" y="0"/>
                  </a:moveTo>
                  <a:lnTo>
                    <a:pt x="231" y="473"/>
                  </a:lnTo>
                  <a:lnTo>
                    <a:pt x="303" y="376"/>
                  </a:lnTo>
                  <a:lnTo>
                    <a:pt x="393" y="242"/>
                  </a:lnTo>
                  <a:lnTo>
                    <a:pt x="404" y="146"/>
                  </a:lnTo>
                  <a:lnTo>
                    <a:pt x="171" y="34"/>
                  </a:lnTo>
                  <a:lnTo>
                    <a:pt x="0" y="0"/>
                  </a:lnTo>
                  <a:close/>
                </a:path>
              </a:pathLst>
            </a:custGeom>
            <a:solidFill>
              <a:srgbClr val="00E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4" name="Freeform 274"/>
            <p:cNvSpPr>
              <a:spLocks/>
            </p:cNvSpPr>
            <p:nvPr/>
          </p:nvSpPr>
          <p:spPr bwMode="auto">
            <a:xfrm>
              <a:off x="2784" y="1616"/>
              <a:ext cx="26" cy="55"/>
            </a:xfrm>
            <a:custGeom>
              <a:avLst/>
              <a:gdLst>
                <a:gd name="T0" fmla="*/ 0 w 210"/>
                <a:gd name="T1" fmla="*/ 0 h 443"/>
                <a:gd name="T2" fmla="*/ 0 w 210"/>
                <a:gd name="T3" fmla="*/ 0 h 443"/>
                <a:gd name="T4" fmla="*/ 0 w 210"/>
                <a:gd name="T5" fmla="*/ 0 h 443"/>
                <a:gd name="T6" fmla="*/ 0 w 210"/>
                <a:gd name="T7" fmla="*/ 0 h 443"/>
                <a:gd name="T8" fmla="*/ 0 w 210"/>
                <a:gd name="T9" fmla="*/ 0 h 443"/>
                <a:gd name="T10" fmla="*/ 0 w 210"/>
                <a:gd name="T11" fmla="*/ 0 h 443"/>
                <a:gd name="T12" fmla="*/ 0 w 210"/>
                <a:gd name="T13" fmla="*/ 0 h 443"/>
                <a:gd name="T14" fmla="*/ 0 60000 65536"/>
                <a:gd name="T15" fmla="*/ 0 60000 65536"/>
                <a:gd name="T16" fmla="*/ 0 60000 65536"/>
                <a:gd name="T17" fmla="*/ 0 60000 65536"/>
                <a:gd name="T18" fmla="*/ 0 60000 65536"/>
                <a:gd name="T19" fmla="*/ 0 60000 65536"/>
                <a:gd name="T20" fmla="*/ 0 60000 65536"/>
                <a:gd name="T21" fmla="*/ 0 w 210"/>
                <a:gd name="T22" fmla="*/ 0 h 443"/>
                <a:gd name="T23" fmla="*/ 210 w 210"/>
                <a:gd name="T24" fmla="*/ 443 h 44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0" h="443">
                  <a:moveTo>
                    <a:pt x="39" y="0"/>
                  </a:moveTo>
                  <a:lnTo>
                    <a:pt x="210" y="443"/>
                  </a:lnTo>
                  <a:lnTo>
                    <a:pt x="97" y="374"/>
                  </a:lnTo>
                  <a:lnTo>
                    <a:pt x="39" y="302"/>
                  </a:lnTo>
                  <a:lnTo>
                    <a:pt x="10" y="226"/>
                  </a:lnTo>
                  <a:lnTo>
                    <a:pt x="0" y="97"/>
                  </a:lnTo>
                  <a:lnTo>
                    <a:pt x="39" y="0"/>
                  </a:lnTo>
                  <a:close/>
                </a:path>
              </a:pathLst>
            </a:custGeom>
            <a:solidFill>
              <a:srgbClr val="00E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5" name="Freeform 275"/>
            <p:cNvSpPr>
              <a:spLocks/>
            </p:cNvSpPr>
            <p:nvPr/>
          </p:nvSpPr>
          <p:spPr bwMode="auto">
            <a:xfrm>
              <a:off x="2899" y="1648"/>
              <a:ext cx="37" cy="60"/>
            </a:xfrm>
            <a:custGeom>
              <a:avLst/>
              <a:gdLst>
                <a:gd name="T0" fmla="*/ 0 w 292"/>
                <a:gd name="T1" fmla="*/ 0 h 480"/>
                <a:gd name="T2" fmla="*/ 0 w 292"/>
                <a:gd name="T3" fmla="*/ 0 h 480"/>
                <a:gd name="T4" fmla="*/ 0 w 292"/>
                <a:gd name="T5" fmla="*/ 0 h 480"/>
                <a:gd name="T6" fmla="*/ 0 w 292"/>
                <a:gd name="T7" fmla="*/ 0 h 480"/>
                <a:gd name="T8" fmla="*/ 0 w 292"/>
                <a:gd name="T9" fmla="*/ 0 h 480"/>
                <a:gd name="T10" fmla="*/ 0 w 292"/>
                <a:gd name="T11" fmla="*/ 0 h 480"/>
                <a:gd name="T12" fmla="*/ 0 60000 65536"/>
                <a:gd name="T13" fmla="*/ 0 60000 65536"/>
                <a:gd name="T14" fmla="*/ 0 60000 65536"/>
                <a:gd name="T15" fmla="*/ 0 60000 65536"/>
                <a:gd name="T16" fmla="*/ 0 60000 65536"/>
                <a:gd name="T17" fmla="*/ 0 60000 65536"/>
                <a:gd name="T18" fmla="*/ 0 w 292"/>
                <a:gd name="T19" fmla="*/ 0 h 480"/>
                <a:gd name="T20" fmla="*/ 292 w 292"/>
                <a:gd name="T21" fmla="*/ 480 h 480"/>
              </a:gdLst>
              <a:ahLst/>
              <a:cxnLst>
                <a:cxn ang="T12">
                  <a:pos x="T0" y="T1"/>
                </a:cxn>
                <a:cxn ang="T13">
                  <a:pos x="T2" y="T3"/>
                </a:cxn>
                <a:cxn ang="T14">
                  <a:pos x="T4" y="T5"/>
                </a:cxn>
                <a:cxn ang="T15">
                  <a:pos x="T6" y="T7"/>
                </a:cxn>
                <a:cxn ang="T16">
                  <a:pos x="T8" y="T9"/>
                </a:cxn>
                <a:cxn ang="T17">
                  <a:pos x="T10" y="T11"/>
                </a:cxn>
              </a:cxnLst>
              <a:rect l="T18" t="T19" r="T20" b="T21"/>
              <a:pathLst>
                <a:path w="292" h="480">
                  <a:moveTo>
                    <a:pt x="32" y="0"/>
                  </a:moveTo>
                  <a:lnTo>
                    <a:pt x="292" y="480"/>
                  </a:lnTo>
                  <a:lnTo>
                    <a:pt x="131" y="432"/>
                  </a:lnTo>
                  <a:lnTo>
                    <a:pt x="32" y="386"/>
                  </a:lnTo>
                  <a:lnTo>
                    <a:pt x="0" y="224"/>
                  </a:lnTo>
                  <a:lnTo>
                    <a:pt x="32" y="0"/>
                  </a:lnTo>
                  <a:close/>
                </a:path>
              </a:pathLst>
            </a:custGeom>
            <a:solidFill>
              <a:srgbClr val="00E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6" name="Freeform 276"/>
            <p:cNvSpPr>
              <a:spLocks/>
            </p:cNvSpPr>
            <p:nvPr/>
          </p:nvSpPr>
          <p:spPr bwMode="auto">
            <a:xfrm>
              <a:off x="2789" y="1608"/>
              <a:ext cx="28" cy="66"/>
            </a:xfrm>
            <a:custGeom>
              <a:avLst/>
              <a:gdLst>
                <a:gd name="T0" fmla="*/ 0 w 222"/>
                <a:gd name="T1" fmla="*/ 0 h 523"/>
                <a:gd name="T2" fmla="*/ 0 w 222"/>
                <a:gd name="T3" fmla="*/ 0 h 523"/>
                <a:gd name="T4" fmla="*/ 0 w 222"/>
                <a:gd name="T5" fmla="*/ 0 h 523"/>
                <a:gd name="T6" fmla="*/ 0 w 222"/>
                <a:gd name="T7" fmla="*/ 0 h 523"/>
                <a:gd name="T8" fmla="*/ 0 w 222"/>
                <a:gd name="T9" fmla="*/ 0 h 523"/>
                <a:gd name="T10" fmla="*/ 0 60000 65536"/>
                <a:gd name="T11" fmla="*/ 0 60000 65536"/>
                <a:gd name="T12" fmla="*/ 0 60000 65536"/>
                <a:gd name="T13" fmla="*/ 0 60000 65536"/>
                <a:gd name="T14" fmla="*/ 0 60000 65536"/>
                <a:gd name="T15" fmla="*/ 0 w 222"/>
                <a:gd name="T16" fmla="*/ 0 h 523"/>
                <a:gd name="T17" fmla="*/ 222 w 222"/>
                <a:gd name="T18" fmla="*/ 523 h 523"/>
              </a:gdLst>
              <a:ahLst/>
              <a:cxnLst>
                <a:cxn ang="T10">
                  <a:pos x="T0" y="T1"/>
                </a:cxn>
                <a:cxn ang="T11">
                  <a:pos x="T2" y="T3"/>
                </a:cxn>
                <a:cxn ang="T12">
                  <a:pos x="T4" y="T5"/>
                </a:cxn>
                <a:cxn ang="T13">
                  <a:pos x="T6" y="T7"/>
                </a:cxn>
                <a:cxn ang="T14">
                  <a:pos x="T8" y="T9"/>
                </a:cxn>
              </a:cxnLst>
              <a:rect l="T15" t="T16" r="T17" b="T18"/>
              <a:pathLst>
                <a:path w="222" h="523">
                  <a:moveTo>
                    <a:pt x="0" y="119"/>
                  </a:moveTo>
                  <a:lnTo>
                    <a:pt x="150" y="493"/>
                  </a:lnTo>
                  <a:lnTo>
                    <a:pt x="222" y="523"/>
                  </a:lnTo>
                  <a:lnTo>
                    <a:pt x="17" y="0"/>
                  </a:lnTo>
                  <a:lnTo>
                    <a:pt x="0" y="11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7" name="Freeform 277"/>
            <p:cNvSpPr>
              <a:spLocks/>
            </p:cNvSpPr>
            <p:nvPr/>
          </p:nvSpPr>
          <p:spPr bwMode="auto">
            <a:xfrm>
              <a:off x="2903" y="1647"/>
              <a:ext cx="36" cy="62"/>
            </a:xfrm>
            <a:custGeom>
              <a:avLst/>
              <a:gdLst>
                <a:gd name="T0" fmla="*/ 0 w 288"/>
                <a:gd name="T1" fmla="*/ 0 h 498"/>
                <a:gd name="T2" fmla="*/ 0 w 288"/>
                <a:gd name="T3" fmla="*/ 0 h 498"/>
                <a:gd name="T4" fmla="*/ 0 w 288"/>
                <a:gd name="T5" fmla="*/ 0 h 498"/>
                <a:gd name="T6" fmla="*/ 0 w 288"/>
                <a:gd name="T7" fmla="*/ 0 h 498"/>
                <a:gd name="T8" fmla="*/ 0 w 288"/>
                <a:gd name="T9" fmla="*/ 0 h 498"/>
                <a:gd name="T10" fmla="*/ 0 60000 65536"/>
                <a:gd name="T11" fmla="*/ 0 60000 65536"/>
                <a:gd name="T12" fmla="*/ 0 60000 65536"/>
                <a:gd name="T13" fmla="*/ 0 60000 65536"/>
                <a:gd name="T14" fmla="*/ 0 60000 65536"/>
                <a:gd name="T15" fmla="*/ 0 w 288"/>
                <a:gd name="T16" fmla="*/ 0 h 498"/>
                <a:gd name="T17" fmla="*/ 288 w 288"/>
                <a:gd name="T18" fmla="*/ 498 h 498"/>
              </a:gdLst>
              <a:ahLst/>
              <a:cxnLst>
                <a:cxn ang="T10">
                  <a:pos x="T0" y="T1"/>
                </a:cxn>
                <a:cxn ang="T11">
                  <a:pos x="T2" y="T3"/>
                </a:cxn>
                <a:cxn ang="T12">
                  <a:pos x="T4" y="T5"/>
                </a:cxn>
                <a:cxn ang="T13">
                  <a:pos x="T6" y="T7"/>
                </a:cxn>
                <a:cxn ang="T14">
                  <a:pos x="T8" y="T9"/>
                </a:cxn>
              </a:cxnLst>
              <a:rect l="T15" t="T16" r="T17" b="T18"/>
              <a:pathLst>
                <a:path w="288" h="498">
                  <a:moveTo>
                    <a:pt x="0" y="35"/>
                  </a:moveTo>
                  <a:lnTo>
                    <a:pt x="224" y="498"/>
                  </a:lnTo>
                  <a:lnTo>
                    <a:pt x="288" y="477"/>
                  </a:lnTo>
                  <a:lnTo>
                    <a:pt x="36" y="0"/>
                  </a:lnTo>
                  <a:lnTo>
                    <a:pt x="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8" name="Freeform 278"/>
            <p:cNvSpPr>
              <a:spLocks/>
            </p:cNvSpPr>
            <p:nvPr/>
          </p:nvSpPr>
          <p:spPr bwMode="auto">
            <a:xfrm>
              <a:off x="2761" y="1427"/>
              <a:ext cx="306" cy="232"/>
            </a:xfrm>
            <a:custGeom>
              <a:avLst/>
              <a:gdLst>
                <a:gd name="T0" fmla="*/ 0 w 2454"/>
                <a:gd name="T1" fmla="*/ 0 h 1848"/>
                <a:gd name="T2" fmla="*/ 0 w 2454"/>
                <a:gd name="T3" fmla="*/ 0 h 1848"/>
                <a:gd name="T4" fmla="*/ 0 w 2454"/>
                <a:gd name="T5" fmla="*/ 0 h 1848"/>
                <a:gd name="T6" fmla="*/ 0 w 2454"/>
                <a:gd name="T7" fmla="*/ 0 h 1848"/>
                <a:gd name="T8" fmla="*/ 0 w 2454"/>
                <a:gd name="T9" fmla="*/ 0 h 1848"/>
                <a:gd name="T10" fmla="*/ 0 w 2454"/>
                <a:gd name="T11" fmla="*/ 0 h 1848"/>
                <a:gd name="T12" fmla="*/ 0 w 2454"/>
                <a:gd name="T13" fmla="*/ 0 h 1848"/>
                <a:gd name="T14" fmla="*/ 0 w 2454"/>
                <a:gd name="T15" fmla="*/ 0 h 1848"/>
                <a:gd name="T16" fmla="*/ 0 w 2454"/>
                <a:gd name="T17" fmla="*/ 0 h 1848"/>
                <a:gd name="T18" fmla="*/ 0 w 2454"/>
                <a:gd name="T19" fmla="*/ 0 h 1848"/>
                <a:gd name="T20" fmla="*/ 0 w 2454"/>
                <a:gd name="T21" fmla="*/ 0 h 1848"/>
                <a:gd name="T22" fmla="*/ 0 w 2454"/>
                <a:gd name="T23" fmla="*/ 0 h 1848"/>
                <a:gd name="T24" fmla="*/ 0 w 2454"/>
                <a:gd name="T25" fmla="*/ 0 h 1848"/>
                <a:gd name="T26" fmla="*/ 0 w 2454"/>
                <a:gd name="T27" fmla="*/ 0 h 1848"/>
                <a:gd name="T28" fmla="*/ 0 w 2454"/>
                <a:gd name="T29" fmla="*/ 0 h 1848"/>
                <a:gd name="T30" fmla="*/ 0 w 2454"/>
                <a:gd name="T31" fmla="*/ 0 h 1848"/>
                <a:gd name="T32" fmla="*/ 0 w 2454"/>
                <a:gd name="T33" fmla="*/ 0 h 1848"/>
                <a:gd name="T34" fmla="*/ 0 w 2454"/>
                <a:gd name="T35" fmla="*/ 0 h 1848"/>
                <a:gd name="T36" fmla="*/ 0 w 2454"/>
                <a:gd name="T37" fmla="*/ 0 h 1848"/>
                <a:gd name="T38" fmla="*/ 0 w 2454"/>
                <a:gd name="T39" fmla="*/ 0 h 1848"/>
                <a:gd name="T40" fmla="*/ 0 w 2454"/>
                <a:gd name="T41" fmla="*/ 0 h 1848"/>
                <a:gd name="T42" fmla="*/ 0 w 2454"/>
                <a:gd name="T43" fmla="*/ 0 h 1848"/>
                <a:gd name="T44" fmla="*/ 0 w 2454"/>
                <a:gd name="T45" fmla="*/ 0 h 1848"/>
                <a:gd name="T46" fmla="*/ 0 w 2454"/>
                <a:gd name="T47" fmla="*/ 0 h 1848"/>
                <a:gd name="T48" fmla="*/ 0 w 2454"/>
                <a:gd name="T49" fmla="*/ 0 h 1848"/>
                <a:gd name="T50" fmla="*/ 0 w 2454"/>
                <a:gd name="T51" fmla="*/ 0 h 1848"/>
                <a:gd name="T52" fmla="*/ 0 w 2454"/>
                <a:gd name="T53" fmla="*/ 0 h 184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454"/>
                <a:gd name="T82" fmla="*/ 0 h 1848"/>
                <a:gd name="T83" fmla="*/ 2454 w 2454"/>
                <a:gd name="T84" fmla="*/ 1848 h 184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454" h="1848">
                  <a:moveTo>
                    <a:pt x="226" y="1063"/>
                  </a:moveTo>
                  <a:lnTo>
                    <a:pt x="323" y="1046"/>
                  </a:lnTo>
                  <a:lnTo>
                    <a:pt x="672" y="790"/>
                  </a:lnTo>
                  <a:lnTo>
                    <a:pt x="943" y="817"/>
                  </a:lnTo>
                  <a:lnTo>
                    <a:pt x="1804" y="960"/>
                  </a:lnTo>
                  <a:lnTo>
                    <a:pt x="2092" y="1063"/>
                  </a:lnTo>
                  <a:lnTo>
                    <a:pt x="1965" y="1735"/>
                  </a:lnTo>
                  <a:lnTo>
                    <a:pt x="2037" y="1848"/>
                  </a:lnTo>
                  <a:lnTo>
                    <a:pt x="2297" y="1666"/>
                  </a:lnTo>
                  <a:lnTo>
                    <a:pt x="2357" y="1544"/>
                  </a:lnTo>
                  <a:lnTo>
                    <a:pt x="2419" y="1364"/>
                  </a:lnTo>
                  <a:lnTo>
                    <a:pt x="2454" y="1248"/>
                  </a:lnTo>
                  <a:lnTo>
                    <a:pt x="2444" y="1122"/>
                  </a:lnTo>
                  <a:lnTo>
                    <a:pt x="2403" y="1059"/>
                  </a:lnTo>
                  <a:lnTo>
                    <a:pt x="2223" y="1009"/>
                  </a:lnTo>
                  <a:lnTo>
                    <a:pt x="2025" y="380"/>
                  </a:lnTo>
                  <a:lnTo>
                    <a:pt x="1848" y="173"/>
                  </a:lnTo>
                  <a:lnTo>
                    <a:pt x="1472" y="11"/>
                  </a:lnTo>
                  <a:lnTo>
                    <a:pt x="1264" y="0"/>
                  </a:lnTo>
                  <a:lnTo>
                    <a:pt x="1004" y="27"/>
                  </a:lnTo>
                  <a:lnTo>
                    <a:pt x="760" y="76"/>
                  </a:lnTo>
                  <a:lnTo>
                    <a:pt x="554" y="207"/>
                  </a:lnTo>
                  <a:lnTo>
                    <a:pt x="202" y="633"/>
                  </a:lnTo>
                  <a:lnTo>
                    <a:pt x="0" y="982"/>
                  </a:lnTo>
                  <a:lnTo>
                    <a:pt x="88" y="1035"/>
                  </a:lnTo>
                  <a:lnTo>
                    <a:pt x="127" y="1162"/>
                  </a:lnTo>
                  <a:lnTo>
                    <a:pt x="226" y="1063"/>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79" name="Freeform 279"/>
            <p:cNvSpPr>
              <a:spLocks/>
            </p:cNvSpPr>
            <p:nvPr/>
          </p:nvSpPr>
          <p:spPr bwMode="auto">
            <a:xfrm>
              <a:off x="2918" y="1648"/>
              <a:ext cx="22" cy="16"/>
            </a:xfrm>
            <a:custGeom>
              <a:avLst/>
              <a:gdLst>
                <a:gd name="T0" fmla="*/ 0 w 171"/>
                <a:gd name="T1" fmla="*/ 0 h 132"/>
                <a:gd name="T2" fmla="*/ 0 w 171"/>
                <a:gd name="T3" fmla="*/ 0 h 132"/>
                <a:gd name="T4" fmla="*/ 0 w 171"/>
                <a:gd name="T5" fmla="*/ 0 h 132"/>
                <a:gd name="T6" fmla="*/ 0 w 171"/>
                <a:gd name="T7" fmla="*/ 0 h 132"/>
                <a:gd name="T8" fmla="*/ 0 w 171"/>
                <a:gd name="T9" fmla="*/ 0 h 132"/>
                <a:gd name="T10" fmla="*/ 0 w 171"/>
                <a:gd name="T11" fmla="*/ 0 h 132"/>
                <a:gd name="T12" fmla="*/ 0 60000 65536"/>
                <a:gd name="T13" fmla="*/ 0 60000 65536"/>
                <a:gd name="T14" fmla="*/ 0 60000 65536"/>
                <a:gd name="T15" fmla="*/ 0 60000 65536"/>
                <a:gd name="T16" fmla="*/ 0 60000 65536"/>
                <a:gd name="T17" fmla="*/ 0 60000 65536"/>
                <a:gd name="T18" fmla="*/ 0 w 171"/>
                <a:gd name="T19" fmla="*/ 0 h 132"/>
                <a:gd name="T20" fmla="*/ 171 w 171"/>
                <a:gd name="T21" fmla="*/ 132 h 132"/>
              </a:gdLst>
              <a:ahLst/>
              <a:cxnLst>
                <a:cxn ang="T12">
                  <a:pos x="T0" y="T1"/>
                </a:cxn>
                <a:cxn ang="T13">
                  <a:pos x="T2" y="T3"/>
                </a:cxn>
                <a:cxn ang="T14">
                  <a:pos x="T4" y="T5"/>
                </a:cxn>
                <a:cxn ang="T15">
                  <a:pos x="T6" y="T7"/>
                </a:cxn>
                <a:cxn ang="T16">
                  <a:pos x="T8" y="T9"/>
                </a:cxn>
                <a:cxn ang="T17">
                  <a:pos x="T10" y="T11"/>
                </a:cxn>
              </a:cxnLst>
              <a:rect l="T18" t="T19" r="T20" b="T21"/>
              <a:pathLst>
                <a:path w="171" h="132">
                  <a:moveTo>
                    <a:pt x="0" y="51"/>
                  </a:moveTo>
                  <a:lnTo>
                    <a:pt x="72" y="132"/>
                  </a:lnTo>
                  <a:lnTo>
                    <a:pt x="171" y="40"/>
                  </a:lnTo>
                  <a:lnTo>
                    <a:pt x="102" y="0"/>
                  </a:lnTo>
                  <a:lnTo>
                    <a:pt x="17" y="0"/>
                  </a:lnTo>
                  <a:lnTo>
                    <a:pt x="0" y="5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0" name="Freeform 280"/>
            <p:cNvSpPr>
              <a:spLocks/>
            </p:cNvSpPr>
            <p:nvPr/>
          </p:nvSpPr>
          <p:spPr bwMode="auto">
            <a:xfrm>
              <a:off x="2822" y="1617"/>
              <a:ext cx="31" cy="19"/>
            </a:xfrm>
            <a:custGeom>
              <a:avLst/>
              <a:gdLst>
                <a:gd name="T0" fmla="*/ 0 w 251"/>
                <a:gd name="T1" fmla="*/ 0 h 148"/>
                <a:gd name="T2" fmla="*/ 0 w 251"/>
                <a:gd name="T3" fmla="*/ 0 h 148"/>
                <a:gd name="T4" fmla="*/ 0 w 251"/>
                <a:gd name="T5" fmla="*/ 0 h 148"/>
                <a:gd name="T6" fmla="*/ 0 w 251"/>
                <a:gd name="T7" fmla="*/ 0 h 148"/>
                <a:gd name="T8" fmla="*/ 0 w 251"/>
                <a:gd name="T9" fmla="*/ 0 h 148"/>
                <a:gd name="T10" fmla="*/ 0 w 251"/>
                <a:gd name="T11" fmla="*/ 0 h 148"/>
                <a:gd name="T12" fmla="*/ 0 w 251"/>
                <a:gd name="T13" fmla="*/ 0 h 148"/>
                <a:gd name="T14" fmla="*/ 0 60000 65536"/>
                <a:gd name="T15" fmla="*/ 0 60000 65536"/>
                <a:gd name="T16" fmla="*/ 0 60000 65536"/>
                <a:gd name="T17" fmla="*/ 0 60000 65536"/>
                <a:gd name="T18" fmla="*/ 0 60000 65536"/>
                <a:gd name="T19" fmla="*/ 0 60000 65536"/>
                <a:gd name="T20" fmla="*/ 0 60000 65536"/>
                <a:gd name="T21" fmla="*/ 0 w 251"/>
                <a:gd name="T22" fmla="*/ 0 h 148"/>
                <a:gd name="T23" fmla="*/ 251 w 251"/>
                <a:gd name="T24" fmla="*/ 148 h 1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1" h="148">
                  <a:moveTo>
                    <a:pt x="0" y="46"/>
                  </a:moveTo>
                  <a:lnTo>
                    <a:pt x="83" y="127"/>
                  </a:lnTo>
                  <a:lnTo>
                    <a:pt x="182" y="148"/>
                  </a:lnTo>
                  <a:lnTo>
                    <a:pt x="251" y="35"/>
                  </a:lnTo>
                  <a:lnTo>
                    <a:pt x="140" y="0"/>
                  </a:lnTo>
                  <a:lnTo>
                    <a:pt x="24" y="12"/>
                  </a:lnTo>
                  <a:lnTo>
                    <a:pt x="0"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1" name="Freeform 281"/>
            <p:cNvSpPr>
              <a:spLocks/>
            </p:cNvSpPr>
            <p:nvPr/>
          </p:nvSpPr>
          <p:spPr bwMode="auto">
            <a:xfrm>
              <a:off x="3202" y="1627"/>
              <a:ext cx="73" cy="117"/>
            </a:xfrm>
            <a:custGeom>
              <a:avLst/>
              <a:gdLst>
                <a:gd name="T0" fmla="*/ 0 w 585"/>
                <a:gd name="T1" fmla="*/ 0 h 936"/>
                <a:gd name="T2" fmla="*/ 0 w 585"/>
                <a:gd name="T3" fmla="*/ 0 h 936"/>
                <a:gd name="T4" fmla="*/ 0 w 585"/>
                <a:gd name="T5" fmla="*/ 0 h 936"/>
                <a:gd name="T6" fmla="*/ 0 w 585"/>
                <a:gd name="T7" fmla="*/ 0 h 936"/>
                <a:gd name="T8" fmla="*/ 0 w 585"/>
                <a:gd name="T9" fmla="*/ 0 h 936"/>
                <a:gd name="T10" fmla="*/ 0 w 585"/>
                <a:gd name="T11" fmla="*/ 0 h 936"/>
                <a:gd name="T12" fmla="*/ 0 w 585"/>
                <a:gd name="T13" fmla="*/ 0 h 936"/>
                <a:gd name="T14" fmla="*/ 0 w 585"/>
                <a:gd name="T15" fmla="*/ 0 h 936"/>
                <a:gd name="T16" fmla="*/ 0 w 585"/>
                <a:gd name="T17" fmla="*/ 0 h 936"/>
                <a:gd name="T18" fmla="*/ 0 w 585"/>
                <a:gd name="T19" fmla="*/ 0 h 936"/>
                <a:gd name="T20" fmla="*/ 0 w 585"/>
                <a:gd name="T21" fmla="*/ 0 h 936"/>
                <a:gd name="T22" fmla="*/ 0 w 585"/>
                <a:gd name="T23" fmla="*/ 0 h 936"/>
                <a:gd name="T24" fmla="*/ 0 w 585"/>
                <a:gd name="T25" fmla="*/ 0 h 936"/>
                <a:gd name="T26" fmla="*/ 0 w 585"/>
                <a:gd name="T27" fmla="*/ 0 h 936"/>
                <a:gd name="T28" fmla="*/ 0 w 585"/>
                <a:gd name="T29" fmla="*/ 0 h 936"/>
                <a:gd name="T30" fmla="*/ 0 w 585"/>
                <a:gd name="T31" fmla="*/ 0 h 936"/>
                <a:gd name="T32" fmla="*/ 0 w 585"/>
                <a:gd name="T33" fmla="*/ 0 h 936"/>
                <a:gd name="T34" fmla="*/ 0 w 585"/>
                <a:gd name="T35" fmla="*/ 0 h 936"/>
                <a:gd name="T36" fmla="*/ 0 w 585"/>
                <a:gd name="T37" fmla="*/ 0 h 936"/>
                <a:gd name="T38" fmla="*/ 0 w 585"/>
                <a:gd name="T39" fmla="*/ 0 h 936"/>
                <a:gd name="T40" fmla="*/ 0 w 585"/>
                <a:gd name="T41" fmla="*/ 0 h 936"/>
                <a:gd name="T42" fmla="*/ 0 w 585"/>
                <a:gd name="T43" fmla="*/ 0 h 936"/>
                <a:gd name="T44" fmla="*/ 0 w 585"/>
                <a:gd name="T45" fmla="*/ 0 h 936"/>
                <a:gd name="T46" fmla="*/ 0 w 585"/>
                <a:gd name="T47" fmla="*/ 0 h 936"/>
                <a:gd name="T48" fmla="*/ 0 w 585"/>
                <a:gd name="T49" fmla="*/ 0 h 936"/>
                <a:gd name="T50" fmla="*/ 0 w 585"/>
                <a:gd name="T51" fmla="*/ 0 h 936"/>
                <a:gd name="T52" fmla="*/ 0 w 585"/>
                <a:gd name="T53" fmla="*/ 0 h 936"/>
                <a:gd name="T54" fmla="*/ 0 w 585"/>
                <a:gd name="T55" fmla="*/ 0 h 936"/>
                <a:gd name="T56" fmla="*/ 0 w 585"/>
                <a:gd name="T57" fmla="*/ 0 h 936"/>
                <a:gd name="T58" fmla="*/ 0 w 585"/>
                <a:gd name="T59" fmla="*/ 0 h 936"/>
                <a:gd name="T60" fmla="*/ 0 w 585"/>
                <a:gd name="T61" fmla="*/ 0 h 936"/>
                <a:gd name="T62" fmla="*/ 0 w 585"/>
                <a:gd name="T63" fmla="*/ 0 h 936"/>
                <a:gd name="T64" fmla="*/ 0 w 585"/>
                <a:gd name="T65" fmla="*/ 0 h 936"/>
                <a:gd name="T66" fmla="*/ 0 w 585"/>
                <a:gd name="T67" fmla="*/ 0 h 9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85"/>
                <a:gd name="T103" fmla="*/ 0 h 936"/>
                <a:gd name="T104" fmla="*/ 585 w 585"/>
                <a:gd name="T105" fmla="*/ 936 h 9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85" h="936">
                  <a:moveTo>
                    <a:pt x="532" y="0"/>
                  </a:moveTo>
                  <a:lnTo>
                    <a:pt x="464" y="79"/>
                  </a:lnTo>
                  <a:lnTo>
                    <a:pt x="407" y="22"/>
                  </a:lnTo>
                  <a:lnTo>
                    <a:pt x="315" y="22"/>
                  </a:lnTo>
                  <a:lnTo>
                    <a:pt x="137" y="129"/>
                  </a:lnTo>
                  <a:lnTo>
                    <a:pt x="18" y="277"/>
                  </a:lnTo>
                  <a:lnTo>
                    <a:pt x="0" y="398"/>
                  </a:lnTo>
                  <a:lnTo>
                    <a:pt x="18" y="532"/>
                  </a:lnTo>
                  <a:lnTo>
                    <a:pt x="62" y="592"/>
                  </a:lnTo>
                  <a:lnTo>
                    <a:pt x="112" y="620"/>
                  </a:lnTo>
                  <a:lnTo>
                    <a:pt x="62" y="562"/>
                  </a:lnTo>
                  <a:lnTo>
                    <a:pt x="53" y="484"/>
                  </a:lnTo>
                  <a:lnTo>
                    <a:pt x="77" y="407"/>
                  </a:lnTo>
                  <a:lnTo>
                    <a:pt x="143" y="301"/>
                  </a:lnTo>
                  <a:lnTo>
                    <a:pt x="222" y="262"/>
                  </a:lnTo>
                  <a:lnTo>
                    <a:pt x="264" y="235"/>
                  </a:lnTo>
                  <a:lnTo>
                    <a:pt x="222" y="301"/>
                  </a:lnTo>
                  <a:lnTo>
                    <a:pt x="200" y="407"/>
                  </a:lnTo>
                  <a:lnTo>
                    <a:pt x="213" y="484"/>
                  </a:lnTo>
                  <a:lnTo>
                    <a:pt x="235" y="558"/>
                  </a:lnTo>
                  <a:lnTo>
                    <a:pt x="283" y="613"/>
                  </a:lnTo>
                  <a:lnTo>
                    <a:pt x="350" y="659"/>
                  </a:lnTo>
                  <a:lnTo>
                    <a:pt x="350" y="688"/>
                  </a:lnTo>
                  <a:lnTo>
                    <a:pt x="378" y="735"/>
                  </a:lnTo>
                  <a:lnTo>
                    <a:pt x="435" y="776"/>
                  </a:lnTo>
                  <a:lnTo>
                    <a:pt x="486" y="936"/>
                  </a:lnTo>
                  <a:lnTo>
                    <a:pt x="479" y="754"/>
                  </a:lnTo>
                  <a:lnTo>
                    <a:pt x="506" y="730"/>
                  </a:lnTo>
                  <a:lnTo>
                    <a:pt x="585" y="747"/>
                  </a:lnTo>
                  <a:lnTo>
                    <a:pt x="474" y="688"/>
                  </a:lnTo>
                  <a:lnTo>
                    <a:pt x="382" y="652"/>
                  </a:lnTo>
                  <a:lnTo>
                    <a:pt x="389" y="507"/>
                  </a:lnTo>
                  <a:lnTo>
                    <a:pt x="455" y="228"/>
                  </a:lnTo>
                  <a:lnTo>
                    <a:pt x="53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2" name="Freeform 282"/>
            <p:cNvSpPr>
              <a:spLocks/>
            </p:cNvSpPr>
            <p:nvPr/>
          </p:nvSpPr>
          <p:spPr bwMode="auto">
            <a:xfrm>
              <a:off x="3255" y="1722"/>
              <a:ext cx="39" cy="52"/>
            </a:xfrm>
            <a:custGeom>
              <a:avLst/>
              <a:gdLst>
                <a:gd name="T0" fmla="*/ 0 w 310"/>
                <a:gd name="T1" fmla="*/ 0 h 417"/>
                <a:gd name="T2" fmla="*/ 0 w 310"/>
                <a:gd name="T3" fmla="*/ 0 h 417"/>
                <a:gd name="T4" fmla="*/ 0 w 310"/>
                <a:gd name="T5" fmla="*/ 0 h 417"/>
                <a:gd name="T6" fmla="*/ 0 w 310"/>
                <a:gd name="T7" fmla="*/ 0 h 417"/>
                <a:gd name="T8" fmla="*/ 0 w 310"/>
                <a:gd name="T9" fmla="*/ 0 h 417"/>
                <a:gd name="T10" fmla="*/ 0 w 310"/>
                <a:gd name="T11" fmla="*/ 0 h 417"/>
                <a:gd name="T12" fmla="*/ 0 w 310"/>
                <a:gd name="T13" fmla="*/ 0 h 417"/>
                <a:gd name="T14" fmla="*/ 0 w 310"/>
                <a:gd name="T15" fmla="*/ 0 h 417"/>
                <a:gd name="T16" fmla="*/ 0 w 310"/>
                <a:gd name="T17" fmla="*/ 0 h 417"/>
                <a:gd name="T18" fmla="*/ 0 w 310"/>
                <a:gd name="T19" fmla="*/ 0 h 417"/>
                <a:gd name="T20" fmla="*/ 0 w 310"/>
                <a:gd name="T21" fmla="*/ 0 h 417"/>
                <a:gd name="T22" fmla="*/ 0 w 310"/>
                <a:gd name="T23" fmla="*/ 0 h 417"/>
                <a:gd name="T24" fmla="*/ 0 w 310"/>
                <a:gd name="T25" fmla="*/ 0 h 417"/>
                <a:gd name="T26" fmla="*/ 0 w 310"/>
                <a:gd name="T27" fmla="*/ 0 h 41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10"/>
                <a:gd name="T43" fmla="*/ 0 h 417"/>
                <a:gd name="T44" fmla="*/ 310 w 310"/>
                <a:gd name="T45" fmla="*/ 417 h 41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10" h="417">
                  <a:moveTo>
                    <a:pt x="0" y="0"/>
                  </a:moveTo>
                  <a:lnTo>
                    <a:pt x="126" y="96"/>
                  </a:lnTo>
                  <a:lnTo>
                    <a:pt x="310" y="202"/>
                  </a:lnTo>
                  <a:lnTo>
                    <a:pt x="297" y="237"/>
                  </a:lnTo>
                  <a:lnTo>
                    <a:pt x="310" y="248"/>
                  </a:lnTo>
                  <a:lnTo>
                    <a:pt x="126" y="417"/>
                  </a:lnTo>
                  <a:lnTo>
                    <a:pt x="115" y="387"/>
                  </a:lnTo>
                  <a:lnTo>
                    <a:pt x="163" y="302"/>
                  </a:lnTo>
                  <a:lnTo>
                    <a:pt x="143" y="242"/>
                  </a:lnTo>
                  <a:lnTo>
                    <a:pt x="27" y="248"/>
                  </a:lnTo>
                  <a:lnTo>
                    <a:pt x="80" y="202"/>
                  </a:lnTo>
                  <a:lnTo>
                    <a:pt x="108" y="173"/>
                  </a:lnTo>
                  <a:lnTo>
                    <a:pt x="55" y="9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3" name="Freeform 283"/>
            <p:cNvSpPr>
              <a:spLocks/>
            </p:cNvSpPr>
            <p:nvPr/>
          </p:nvSpPr>
          <p:spPr bwMode="auto">
            <a:xfrm>
              <a:off x="3230" y="1757"/>
              <a:ext cx="51" cy="106"/>
            </a:xfrm>
            <a:custGeom>
              <a:avLst/>
              <a:gdLst>
                <a:gd name="T0" fmla="*/ 0 w 409"/>
                <a:gd name="T1" fmla="*/ 0 h 848"/>
                <a:gd name="T2" fmla="*/ 0 w 409"/>
                <a:gd name="T3" fmla="*/ 0 h 848"/>
                <a:gd name="T4" fmla="*/ 0 w 409"/>
                <a:gd name="T5" fmla="*/ 0 h 848"/>
                <a:gd name="T6" fmla="*/ 0 w 409"/>
                <a:gd name="T7" fmla="*/ 0 h 848"/>
                <a:gd name="T8" fmla="*/ 0 w 409"/>
                <a:gd name="T9" fmla="*/ 0 h 848"/>
                <a:gd name="T10" fmla="*/ 0 w 409"/>
                <a:gd name="T11" fmla="*/ 0 h 848"/>
                <a:gd name="T12" fmla="*/ 0 w 409"/>
                <a:gd name="T13" fmla="*/ 0 h 848"/>
                <a:gd name="T14" fmla="*/ 0 w 409"/>
                <a:gd name="T15" fmla="*/ 0 h 848"/>
                <a:gd name="T16" fmla="*/ 0 w 409"/>
                <a:gd name="T17" fmla="*/ 0 h 848"/>
                <a:gd name="T18" fmla="*/ 0 w 409"/>
                <a:gd name="T19" fmla="*/ 0 h 848"/>
                <a:gd name="T20" fmla="*/ 0 w 409"/>
                <a:gd name="T21" fmla="*/ 0 h 848"/>
                <a:gd name="T22" fmla="*/ 0 w 409"/>
                <a:gd name="T23" fmla="*/ 0 h 848"/>
                <a:gd name="T24" fmla="*/ 0 w 409"/>
                <a:gd name="T25" fmla="*/ 0 h 848"/>
                <a:gd name="T26" fmla="*/ 0 w 409"/>
                <a:gd name="T27" fmla="*/ 0 h 848"/>
                <a:gd name="T28" fmla="*/ 0 w 409"/>
                <a:gd name="T29" fmla="*/ 0 h 848"/>
                <a:gd name="T30" fmla="*/ 0 w 409"/>
                <a:gd name="T31" fmla="*/ 0 h 848"/>
                <a:gd name="T32" fmla="*/ 0 w 409"/>
                <a:gd name="T33" fmla="*/ 0 h 848"/>
                <a:gd name="T34" fmla="*/ 0 w 409"/>
                <a:gd name="T35" fmla="*/ 0 h 848"/>
                <a:gd name="T36" fmla="*/ 0 w 409"/>
                <a:gd name="T37" fmla="*/ 0 h 848"/>
                <a:gd name="T38" fmla="*/ 0 w 409"/>
                <a:gd name="T39" fmla="*/ 0 h 848"/>
                <a:gd name="T40" fmla="*/ 0 w 409"/>
                <a:gd name="T41" fmla="*/ 0 h 848"/>
                <a:gd name="T42" fmla="*/ 0 w 409"/>
                <a:gd name="T43" fmla="*/ 0 h 848"/>
                <a:gd name="T44" fmla="*/ 0 w 409"/>
                <a:gd name="T45" fmla="*/ 0 h 848"/>
                <a:gd name="T46" fmla="*/ 0 w 409"/>
                <a:gd name="T47" fmla="*/ 0 h 848"/>
                <a:gd name="T48" fmla="*/ 0 w 409"/>
                <a:gd name="T49" fmla="*/ 0 h 848"/>
                <a:gd name="T50" fmla="*/ 0 w 409"/>
                <a:gd name="T51" fmla="*/ 0 h 84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09"/>
                <a:gd name="T79" fmla="*/ 0 h 848"/>
                <a:gd name="T80" fmla="*/ 409 w 409"/>
                <a:gd name="T81" fmla="*/ 848 h 84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09" h="848">
                  <a:moveTo>
                    <a:pt x="264" y="0"/>
                  </a:moveTo>
                  <a:lnTo>
                    <a:pt x="252" y="55"/>
                  </a:lnTo>
                  <a:lnTo>
                    <a:pt x="202" y="200"/>
                  </a:lnTo>
                  <a:lnTo>
                    <a:pt x="97" y="401"/>
                  </a:lnTo>
                  <a:lnTo>
                    <a:pt x="0" y="606"/>
                  </a:lnTo>
                  <a:lnTo>
                    <a:pt x="0" y="661"/>
                  </a:lnTo>
                  <a:lnTo>
                    <a:pt x="61" y="696"/>
                  </a:lnTo>
                  <a:lnTo>
                    <a:pt x="220" y="719"/>
                  </a:lnTo>
                  <a:lnTo>
                    <a:pt x="317" y="740"/>
                  </a:lnTo>
                  <a:lnTo>
                    <a:pt x="338" y="753"/>
                  </a:lnTo>
                  <a:lnTo>
                    <a:pt x="354" y="809"/>
                  </a:lnTo>
                  <a:lnTo>
                    <a:pt x="365" y="848"/>
                  </a:lnTo>
                  <a:lnTo>
                    <a:pt x="354" y="740"/>
                  </a:lnTo>
                  <a:lnTo>
                    <a:pt x="328" y="696"/>
                  </a:lnTo>
                  <a:lnTo>
                    <a:pt x="354" y="666"/>
                  </a:lnTo>
                  <a:lnTo>
                    <a:pt x="409" y="633"/>
                  </a:lnTo>
                  <a:lnTo>
                    <a:pt x="391" y="615"/>
                  </a:lnTo>
                  <a:lnTo>
                    <a:pt x="338" y="615"/>
                  </a:lnTo>
                  <a:lnTo>
                    <a:pt x="202" y="641"/>
                  </a:lnTo>
                  <a:lnTo>
                    <a:pt x="97" y="666"/>
                  </a:lnTo>
                  <a:lnTo>
                    <a:pt x="35" y="661"/>
                  </a:lnTo>
                  <a:lnTo>
                    <a:pt x="13" y="626"/>
                  </a:lnTo>
                  <a:lnTo>
                    <a:pt x="13" y="590"/>
                  </a:lnTo>
                  <a:lnTo>
                    <a:pt x="218" y="200"/>
                  </a:lnTo>
                  <a:lnTo>
                    <a:pt x="233" y="120"/>
                  </a:lnTo>
                  <a:lnTo>
                    <a:pt x="26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4" name="Freeform 284"/>
            <p:cNvSpPr>
              <a:spLocks/>
            </p:cNvSpPr>
            <p:nvPr/>
          </p:nvSpPr>
          <p:spPr bwMode="auto">
            <a:xfrm>
              <a:off x="3275" y="1809"/>
              <a:ext cx="57" cy="85"/>
            </a:xfrm>
            <a:custGeom>
              <a:avLst/>
              <a:gdLst>
                <a:gd name="T0" fmla="*/ 0 w 452"/>
                <a:gd name="T1" fmla="*/ 0 h 679"/>
                <a:gd name="T2" fmla="*/ 0 w 452"/>
                <a:gd name="T3" fmla="*/ 0 h 679"/>
                <a:gd name="T4" fmla="*/ 0 w 452"/>
                <a:gd name="T5" fmla="*/ 0 h 679"/>
                <a:gd name="T6" fmla="*/ 0 w 452"/>
                <a:gd name="T7" fmla="*/ 0 h 679"/>
                <a:gd name="T8" fmla="*/ 0 w 452"/>
                <a:gd name="T9" fmla="*/ 0 h 679"/>
                <a:gd name="T10" fmla="*/ 0 w 452"/>
                <a:gd name="T11" fmla="*/ 0 h 679"/>
                <a:gd name="T12" fmla="*/ 0 w 452"/>
                <a:gd name="T13" fmla="*/ 0 h 679"/>
                <a:gd name="T14" fmla="*/ 0 w 452"/>
                <a:gd name="T15" fmla="*/ 0 h 679"/>
                <a:gd name="T16" fmla="*/ 0 w 452"/>
                <a:gd name="T17" fmla="*/ 0 h 679"/>
                <a:gd name="T18" fmla="*/ 0 w 452"/>
                <a:gd name="T19" fmla="*/ 0 h 679"/>
                <a:gd name="T20" fmla="*/ 0 w 452"/>
                <a:gd name="T21" fmla="*/ 0 h 679"/>
                <a:gd name="T22" fmla="*/ 0 w 452"/>
                <a:gd name="T23" fmla="*/ 0 h 679"/>
                <a:gd name="T24" fmla="*/ 0 w 452"/>
                <a:gd name="T25" fmla="*/ 0 h 679"/>
                <a:gd name="T26" fmla="*/ 0 w 452"/>
                <a:gd name="T27" fmla="*/ 0 h 679"/>
                <a:gd name="T28" fmla="*/ 0 w 452"/>
                <a:gd name="T29" fmla="*/ 0 h 679"/>
                <a:gd name="T30" fmla="*/ 0 w 452"/>
                <a:gd name="T31" fmla="*/ 0 h 679"/>
                <a:gd name="T32" fmla="*/ 0 w 452"/>
                <a:gd name="T33" fmla="*/ 0 h 679"/>
                <a:gd name="T34" fmla="*/ 0 w 452"/>
                <a:gd name="T35" fmla="*/ 0 h 679"/>
                <a:gd name="T36" fmla="*/ 0 w 452"/>
                <a:gd name="T37" fmla="*/ 0 h 67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52"/>
                <a:gd name="T58" fmla="*/ 0 h 679"/>
                <a:gd name="T59" fmla="*/ 452 w 452"/>
                <a:gd name="T60" fmla="*/ 679 h 67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52" h="679">
                  <a:moveTo>
                    <a:pt x="0" y="0"/>
                  </a:moveTo>
                  <a:lnTo>
                    <a:pt x="28" y="101"/>
                  </a:lnTo>
                  <a:lnTo>
                    <a:pt x="72" y="180"/>
                  </a:lnTo>
                  <a:lnTo>
                    <a:pt x="154" y="277"/>
                  </a:lnTo>
                  <a:lnTo>
                    <a:pt x="283" y="338"/>
                  </a:lnTo>
                  <a:lnTo>
                    <a:pt x="404" y="433"/>
                  </a:lnTo>
                  <a:lnTo>
                    <a:pt x="424" y="484"/>
                  </a:lnTo>
                  <a:lnTo>
                    <a:pt x="452" y="679"/>
                  </a:lnTo>
                  <a:lnTo>
                    <a:pt x="404" y="574"/>
                  </a:lnTo>
                  <a:lnTo>
                    <a:pt x="283" y="463"/>
                  </a:lnTo>
                  <a:lnTo>
                    <a:pt x="184" y="457"/>
                  </a:lnTo>
                  <a:lnTo>
                    <a:pt x="53" y="495"/>
                  </a:lnTo>
                  <a:lnTo>
                    <a:pt x="0" y="457"/>
                  </a:lnTo>
                  <a:lnTo>
                    <a:pt x="72" y="413"/>
                  </a:lnTo>
                  <a:lnTo>
                    <a:pt x="166" y="403"/>
                  </a:lnTo>
                  <a:lnTo>
                    <a:pt x="256" y="394"/>
                  </a:lnTo>
                  <a:lnTo>
                    <a:pt x="120" y="281"/>
                  </a:lnTo>
                  <a:lnTo>
                    <a:pt x="53" y="17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5" name="Freeform 285"/>
            <p:cNvSpPr>
              <a:spLocks/>
            </p:cNvSpPr>
            <p:nvPr/>
          </p:nvSpPr>
          <p:spPr bwMode="auto">
            <a:xfrm>
              <a:off x="3292" y="1873"/>
              <a:ext cx="23" cy="21"/>
            </a:xfrm>
            <a:custGeom>
              <a:avLst/>
              <a:gdLst>
                <a:gd name="T0" fmla="*/ 0 w 182"/>
                <a:gd name="T1" fmla="*/ 0 h 170"/>
                <a:gd name="T2" fmla="*/ 0 w 182"/>
                <a:gd name="T3" fmla="*/ 0 h 170"/>
                <a:gd name="T4" fmla="*/ 0 w 182"/>
                <a:gd name="T5" fmla="*/ 0 h 170"/>
                <a:gd name="T6" fmla="*/ 0 w 182"/>
                <a:gd name="T7" fmla="*/ 0 h 170"/>
                <a:gd name="T8" fmla="*/ 0 w 182"/>
                <a:gd name="T9" fmla="*/ 0 h 170"/>
                <a:gd name="T10" fmla="*/ 0 w 182"/>
                <a:gd name="T11" fmla="*/ 0 h 170"/>
                <a:gd name="T12" fmla="*/ 0 w 182"/>
                <a:gd name="T13" fmla="*/ 0 h 170"/>
                <a:gd name="T14" fmla="*/ 0 w 182"/>
                <a:gd name="T15" fmla="*/ 0 h 170"/>
                <a:gd name="T16" fmla="*/ 0 w 182"/>
                <a:gd name="T17" fmla="*/ 0 h 17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2"/>
                <a:gd name="T28" fmla="*/ 0 h 170"/>
                <a:gd name="T29" fmla="*/ 182 w 182"/>
                <a:gd name="T30" fmla="*/ 170 h 17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2" h="170">
                  <a:moveTo>
                    <a:pt x="182" y="0"/>
                  </a:moveTo>
                  <a:lnTo>
                    <a:pt x="123" y="85"/>
                  </a:lnTo>
                  <a:lnTo>
                    <a:pt x="62" y="111"/>
                  </a:lnTo>
                  <a:lnTo>
                    <a:pt x="0" y="146"/>
                  </a:lnTo>
                  <a:lnTo>
                    <a:pt x="0" y="170"/>
                  </a:lnTo>
                  <a:lnTo>
                    <a:pt x="92" y="115"/>
                  </a:lnTo>
                  <a:lnTo>
                    <a:pt x="147" y="99"/>
                  </a:lnTo>
                  <a:lnTo>
                    <a:pt x="173" y="30"/>
                  </a:lnTo>
                  <a:lnTo>
                    <a:pt x="18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6" name="Freeform 286"/>
            <p:cNvSpPr>
              <a:spLocks/>
            </p:cNvSpPr>
            <p:nvPr/>
          </p:nvSpPr>
          <p:spPr bwMode="auto">
            <a:xfrm>
              <a:off x="3292" y="1848"/>
              <a:ext cx="169" cy="145"/>
            </a:xfrm>
            <a:custGeom>
              <a:avLst/>
              <a:gdLst>
                <a:gd name="T0" fmla="*/ 0 w 1349"/>
                <a:gd name="T1" fmla="*/ 0 h 1162"/>
                <a:gd name="T2" fmla="*/ 0 w 1349"/>
                <a:gd name="T3" fmla="*/ 0 h 1162"/>
                <a:gd name="T4" fmla="*/ 0 w 1349"/>
                <a:gd name="T5" fmla="*/ 0 h 1162"/>
                <a:gd name="T6" fmla="*/ 0 w 1349"/>
                <a:gd name="T7" fmla="*/ 0 h 1162"/>
                <a:gd name="T8" fmla="*/ 0 w 1349"/>
                <a:gd name="T9" fmla="*/ 0 h 1162"/>
                <a:gd name="T10" fmla="*/ 0 w 1349"/>
                <a:gd name="T11" fmla="*/ 0 h 1162"/>
                <a:gd name="T12" fmla="*/ 0 w 1349"/>
                <a:gd name="T13" fmla="*/ 0 h 1162"/>
                <a:gd name="T14" fmla="*/ 0 w 1349"/>
                <a:gd name="T15" fmla="*/ 0 h 1162"/>
                <a:gd name="T16" fmla="*/ 0 w 1349"/>
                <a:gd name="T17" fmla="*/ 0 h 1162"/>
                <a:gd name="T18" fmla="*/ 0 w 1349"/>
                <a:gd name="T19" fmla="*/ 0 h 1162"/>
                <a:gd name="T20" fmla="*/ 0 w 1349"/>
                <a:gd name="T21" fmla="*/ 0 h 1162"/>
                <a:gd name="T22" fmla="*/ 0 w 1349"/>
                <a:gd name="T23" fmla="*/ 0 h 1162"/>
                <a:gd name="T24" fmla="*/ 0 w 1349"/>
                <a:gd name="T25" fmla="*/ 0 h 1162"/>
                <a:gd name="T26" fmla="*/ 0 w 1349"/>
                <a:gd name="T27" fmla="*/ 0 h 1162"/>
                <a:gd name="T28" fmla="*/ 0 w 1349"/>
                <a:gd name="T29" fmla="*/ 0 h 1162"/>
                <a:gd name="T30" fmla="*/ 0 w 1349"/>
                <a:gd name="T31" fmla="*/ 0 h 1162"/>
                <a:gd name="T32" fmla="*/ 0 w 1349"/>
                <a:gd name="T33" fmla="*/ 0 h 1162"/>
                <a:gd name="T34" fmla="*/ 0 w 1349"/>
                <a:gd name="T35" fmla="*/ 0 h 1162"/>
                <a:gd name="T36" fmla="*/ 0 w 1349"/>
                <a:gd name="T37" fmla="*/ 0 h 1162"/>
                <a:gd name="T38" fmla="*/ 0 w 1349"/>
                <a:gd name="T39" fmla="*/ 0 h 1162"/>
                <a:gd name="T40" fmla="*/ 0 w 1349"/>
                <a:gd name="T41" fmla="*/ 0 h 1162"/>
                <a:gd name="T42" fmla="*/ 0 w 1349"/>
                <a:gd name="T43" fmla="*/ 0 h 1162"/>
                <a:gd name="T44" fmla="*/ 0 w 1349"/>
                <a:gd name="T45" fmla="*/ 0 h 1162"/>
                <a:gd name="T46" fmla="*/ 0 w 1349"/>
                <a:gd name="T47" fmla="*/ 0 h 1162"/>
                <a:gd name="T48" fmla="*/ 0 w 1349"/>
                <a:gd name="T49" fmla="*/ 0 h 1162"/>
                <a:gd name="T50" fmla="*/ 0 w 1349"/>
                <a:gd name="T51" fmla="*/ 0 h 1162"/>
                <a:gd name="T52" fmla="*/ 0 w 1349"/>
                <a:gd name="T53" fmla="*/ 0 h 1162"/>
                <a:gd name="T54" fmla="*/ 0 w 1349"/>
                <a:gd name="T55" fmla="*/ 0 h 1162"/>
                <a:gd name="T56" fmla="*/ 0 w 1349"/>
                <a:gd name="T57" fmla="*/ 0 h 1162"/>
                <a:gd name="T58" fmla="*/ 0 w 1349"/>
                <a:gd name="T59" fmla="*/ 0 h 1162"/>
                <a:gd name="T60" fmla="*/ 0 w 1349"/>
                <a:gd name="T61" fmla="*/ 0 h 1162"/>
                <a:gd name="T62" fmla="*/ 0 w 1349"/>
                <a:gd name="T63" fmla="*/ 0 h 1162"/>
                <a:gd name="T64" fmla="*/ 0 w 1349"/>
                <a:gd name="T65" fmla="*/ 0 h 1162"/>
                <a:gd name="T66" fmla="*/ 0 w 1349"/>
                <a:gd name="T67" fmla="*/ 0 h 1162"/>
                <a:gd name="T68" fmla="*/ 0 w 1349"/>
                <a:gd name="T69" fmla="*/ 0 h 1162"/>
                <a:gd name="T70" fmla="*/ 0 w 1349"/>
                <a:gd name="T71" fmla="*/ 0 h 1162"/>
                <a:gd name="T72" fmla="*/ 0 w 1349"/>
                <a:gd name="T73" fmla="*/ 0 h 1162"/>
                <a:gd name="T74" fmla="*/ 0 w 1349"/>
                <a:gd name="T75" fmla="*/ 0 h 1162"/>
                <a:gd name="T76" fmla="*/ 0 w 1349"/>
                <a:gd name="T77" fmla="*/ 0 h 1162"/>
                <a:gd name="T78" fmla="*/ 0 w 1349"/>
                <a:gd name="T79" fmla="*/ 0 h 1162"/>
                <a:gd name="T80" fmla="*/ 0 w 1349"/>
                <a:gd name="T81" fmla="*/ 0 h 1162"/>
                <a:gd name="T82" fmla="*/ 0 w 1349"/>
                <a:gd name="T83" fmla="*/ 0 h 1162"/>
                <a:gd name="T84" fmla="*/ 0 w 1349"/>
                <a:gd name="T85" fmla="*/ 0 h 1162"/>
                <a:gd name="T86" fmla="*/ 0 w 1349"/>
                <a:gd name="T87" fmla="*/ 0 h 1162"/>
                <a:gd name="T88" fmla="*/ 0 w 1349"/>
                <a:gd name="T89" fmla="*/ 0 h 1162"/>
                <a:gd name="T90" fmla="*/ 0 w 1349"/>
                <a:gd name="T91" fmla="*/ 0 h 1162"/>
                <a:gd name="T92" fmla="*/ 0 w 1349"/>
                <a:gd name="T93" fmla="*/ 0 h 1162"/>
                <a:gd name="T94" fmla="*/ 0 w 1349"/>
                <a:gd name="T95" fmla="*/ 0 h 1162"/>
                <a:gd name="T96" fmla="*/ 0 w 1349"/>
                <a:gd name="T97" fmla="*/ 0 h 1162"/>
                <a:gd name="T98" fmla="*/ 0 w 1349"/>
                <a:gd name="T99" fmla="*/ 0 h 1162"/>
                <a:gd name="T100" fmla="*/ 0 w 1349"/>
                <a:gd name="T101" fmla="*/ 0 h 1162"/>
                <a:gd name="T102" fmla="*/ 0 w 1349"/>
                <a:gd name="T103" fmla="*/ 0 h 1162"/>
                <a:gd name="T104" fmla="*/ 0 w 1349"/>
                <a:gd name="T105" fmla="*/ 0 h 1162"/>
                <a:gd name="T106" fmla="*/ 0 w 1349"/>
                <a:gd name="T107" fmla="*/ 0 h 1162"/>
                <a:gd name="T108" fmla="*/ 0 w 1349"/>
                <a:gd name="T109" fmla="*/ 0 h 116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349"/>
                <a:gd name="T166" fmla="*/ 0 h 1162"/>
                <a:gd name="T167" fmla="*/ 1349 w 1349"/>
                <a:gd name="T168" fmla="*/ 1162 h 116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349" h="1162">
                  <a:moveTo>
                    <a:pt x="0" y="465"/>
                  </a:moveTo>
                  <a:lnTo>
                    <a:pt x="97" y="579"/>
                  </a:lnTo>
                  <a:lnTo>
                    <a:pt x="117" y="634"/>
                  </a:lnTo>
                  <a:lnTo>
                    <a:pt x="117" y="664"/>
                  </a:lnTo>
                  <a:lnTo>
                    <a:pt x="92" y="724"/>
                  </a:lnTo>
                  <a:lnTo>
                    <a:pt x="81" y="770"/>
                  </a:lnTo>
                  <a:lnTo>
                    <a:pt x="81" y="827"/>
                  </a:lnTo>
                  <a:lnTo>
                    <a:pt x="97" y="880"/>
                  </a:lnTo>
                  <a:lnTo>
                    <a:pt x="120" y="899"/>
                  </a:lnTo>
                  <a:lnTo>
                    <a:pt x="198" y="860"/>
                  </a:lnTo>
                  <a:lnTo>
                    <a:pt x="268" y="814"/>
                  </a:lnTo>
                  <a:lnTo>
                    <a:pt x="327" y="728"/>
                  </a:lnTo>
                  <a:lnTo>
                    <a:pt x="345" y="634"/>
                  </a:lnTo>
                  <a:lnTo>
                    <a:pt x="345" y="564"/>
                  </a:lnTo>
                  <a:lnTo>
                    <a:pt x="394" y="814"/>
                  </a:lnTo>
                  <a:lnTo>
                    <a:pt x="505" y="786"/>
                  </a:lnTo>
                  <a:lnTo>
                    <a:pt x="646" y="724"/>
                  </a:lnTo>
                  <a:lnTo>
                    <a:pt x="730" y="643"/>
                  </a:lnTo>
                  <a:lnTo>
                    <a:pt x="802" y="568"/>
                  </a:lnTo>
                  <a:lnTo>
                    <a:pt x="897" y="454"/>
                  </a:lnTo>
                  <a:lnTo>
                    <a:pt x="958" y="408"/>
                  </a:lnTo>
                  <a:lnTo>
                    <a:pt x="1051" y="368"/>
                  </a:lnTo>
                  <a:lnTo>
                    <a:pt x="1125" y="309"/>
                  </a:lnTo>
                  <a:lnTo>
                    <a:pt x="1176" y="238"/>
                  </a:lnTo>
                  <a:lnTo>
                    <a:pt x="1224" y="152"/>
                  </a:lnTo>
                  <a:lnTo>
                    <a:pt x="1257" y="0"/>
                  </a:lnTo>
                  <a:lnTo>
                    <a:pt x="1242" y="223"/>
                  </a:lnTo>
                  <a:lnTo>
                    <a:pt x="1219" y="376"/>
                  </a:lnTo>
                  <a:lnTo>
                    <a:pt x="1164" y="482"/>
                  </a:lnTo>
                  <a:lnTo>
                    <a:pt x="1120" y="568"/>
                  </a:lnTo>
                  <a:lnTo>
                    <a:pt x="1120" y="634"/>
                  </a:lnTo>
                  <a:lnTo>
                    <a:pt x="1153" y="705"/>
                  </a:lnTo>
                  <a:lnTo>
                    <a:pt x="1196" y="790"/>
                  </a:lnTo>
                  <a:lnTo>
                    <a:pt x="1219" y="851"/>
                  </a:lnTo>
                  <a:lnTo>
                    <a:pt x="1226" y="920"/>
                  </a:lnTo>
                  <a:lnTo>
                    <a:pt x="1349" y="746"/>
                  </a:lnTo>
                  <a:lnTo>
                    <a:pt x="1219" y="992"/>
                  </a:lnTo>
                  <a:lnTo>
                    <a:pt x="1160" y="1132"/>
                  </a:lnTo>
                  <a:lnTo>
                    <a:pt x="1160" y="1162"/>
                  </a:lnTo>
                  <a:lnTo>
                    <a:pt x="1090" y="1091"/>
                  </a:lnTo>
                  <a:lnTo>
                    <a:pt x="1000" y="987"/>
                  </a:lnTo>
                  <a:lnTo>
                    <a:pt x="922" y="959"/>
                  </a:lnTo>
                  <a:lnTo>
                    <a:pt x="844" y="926"/>
                  </a:lnTo>
                  <a:lnTo>
                    <a:pt x="712" y="926"/>
                  </a:lnTo>
                  <a:lnTo>
                    <a:pt x="277" y="1021"/>
                  </a:lnTo>
                  <a:lnTo>
                    <a:pt x="173" y="1012"/>
                  </a:lnTo>
                  <a:lnTo>
                    <a:pt x="112" y="986"/>
                  </a:lnTo>
                  <a:lnTo>
                    <a:pt x="48" y="920"/>
                  </a:lnTo>
                  <a:lnTo>
                    <a:pt x="30" y="851"/>
                  </a:lnTo>
                  <a:lnTo>
                    <a:pt x="35" y="786"/>
                  </a:lnTo>
                  <a:lnTo>
                    <a:pt x="62" y="724"/>
                  </a:lnTo>
                  <a:lnTo>
                    <a:pt x="81" y="664"/>
                  </a:lnTo>
                  <a:lnTo>
                    <a:pt x="81" y="610"/>
                  </a:lnTo>
                  <a:lnTo>
                    <a:pt x="48" y="548"/>
                  </a:lnTo>
                  <a:lnTo>
                    <a:pt x="0" y="4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7" name="Freeform 287"/>
            <p:cNvSpPr>
              <a:spLocks/>
            </p:cNvSpPr>
            <p:nvPr/>
          </p:nvSpPr>
          <p:spPr bwMode="auto">
            <a:xfrm>
              <a:off x="3278" y="1454"/>
              <a:ext cx="417" cy="517"/>
            </a:xfrm>
            <a:custGeom>
              <a:avLst/>
              <a:gdLst>
                <a:gd name="T0" fmla="*/ 0 w 3329"/>
                <a:gd name="T1" fmla="*/ 0 h 4141"/>
                <a:gd name="T2" fmla="*/ 0 w 3329"/>
                <a:gd name="T3" fmla="*/ 0 h 4141"/>
                <a:gd name="T4" fmla="*/ 0 w 3329"/>
                <a:gd name="T5" fmla="*/ 0 h 4141"/>
                <a:gd name="T6" fmla="*/ 0 w 3329"/>
                <a:gd name="T7" fmla="*/ 0 h 4141"/>
                <a:gd name="T8" fmla="*/ 0 w 3329"/>
                <a:gd name="T9" fmla="*/ 0 h 4141"/>
                <a:gd name="T10" fmla="*/ 0 w 3329"/>
                <a:gd name="T11" fmla="*/ 0 h 4141"/>
                <a:gd name="T12" fmla="*/ 0 w 3329"/>
                <a:gd name="T13" fmla="*/ 0 h 4141"/>
                <a:gd name="T14" fmla="*/ 0 w 3329"/>
                <a:gd name="T15" fmla="*/ 0 h 4141"/>
                <a:gd name="T16" fmla="*/ 0 w 3329"/>
                <a:gd name="T17" fmla="*/ 0 h 4141"/>
                <a:gd name="T18" fmla="*/ 0 w 3329"/>
                <a:gd name="T19" fmla="*/ 0 h 4141"/>
                <a:gd name="T20" fmla="*/ 0 w 3329"/>
                <a:gd name="T21" fmla="*/ 0 h 4141"/>
                <a:gd name="T22" fmla="*/ 0 w 3329"/>
                <a:gd name="T23" fmla="*/ 0 h 4141"/>
                <a:gd name="T24" fmla="*/ 0 w 3329"/>
                <a:gd name="T25" fmla="*/ 0 h 4141"/>
                <a:gd name="T26" fmla="*/ 0 w 3329"/>
                <a:gd name="T27" fmla="*/ 0 h 4141"/>
                <a:gd name="T28" fmla="*/ 0 w 3329"/>
                <a:gd name="T29" fmla="*/ 0 h 4141"/>
                <a:gd name="T30" fmla="*/ 0 w 3329"/>
                <a:gd name="T31" fmla="*/ 0 h 4141"/>
                <a:gd name="T32" fmla="*/ 0 w 3329"/>
                <a:gd name="T33" fmla="*/ 0 h 4141"/>
                <a:gd name="T34" fmla="*/ 0 w 3329"/>
                <a:gd name="T35" fmla="*/ 0 h 4141"/>
                <a:gd name="T36" fmla="*/ 0 w 3329"/>
                <a:gd name="T37" fmla="*/ 0 h 4141"/>
                <a:gd name="T38" fmla="*/ 0 w 3329"/>
                <a:gd name="T39" fmla="*/ 0 h 4141"/>
                <a:gd name="T40" fmla="*/ 0 w 3329"/>
                <a:gd name="T41" fmla="*/ 0 h 4141"/>
                <a:gd name="T42" fmla="*/ 0 w 3329"/>
                <a:gd name="T43" fmla="*/ 0 h 4141"/>
                <a:gd name="T44" fmla="*/ 0 w 3329"/>
                <a:gd name="T45" fmla="*/ 0 h 4141"/>
                <a:gd name="T46" fmla="*/ 0 w 3329"/>
                <a:gd name="T47" fmla="*/ 0 h 4141"/>
                <a:gd name="T48" fmla="*/ 0 w 3329"/>
                <a:gd name="T49" fmla="*/ 0 h 4141"/>
                <a:gd name="T50" fmla="*/ 0 w 3329"/>
                <a:gd name="T51" fmla="*/ 0 h 4141"/>
                <a:gd name="T52" fmla="*/ 0 w 3329"/>
                <a:gd name="T53" fmla="*/ 0 h 4141"/>
                <a:gd name="T54" fmla="*/ 0 w 3329"/>
                <a:gd name="T55" fmla="*/ 0 h 4141"/>
                <a:gd name="T56" fmla="*/ 0 w 3329"/>
                <a:gd name="T57" fmla="*/ 0 h 4141"/>
                <a:gd name="T58" fmla="*/ 0 w 3329"/>
                <a:gd name="T59" fmla="*/ 0 h 4141"/>
                <a:gd name="T60" fmla="*/ 0 w 3329"/>
                <a:gd name="T61" fmla="*/ 0 h 4141"/>
                <a:gd name="T62" fmla="*/ 0 w 3329"/>
                <a:gd name="T63" fmla="*/ 0 h 4141"/>
                <a:gd name="T64" fmla="*/ 0 w 3329"/>
                <a:gd name="T65" fmla="*/ 0 h 4141"/>
                <a:gd name="T66" fmla="*/ 0 w 3329"/>
                <a:gd name="T67" fmla="*/ 0 h 4141"/>
                <a:gd name="T68" fmla="*/ 0 w 3329"/>
                <a:gd name="T69" fmla="*/ 0 h 4141"/>
                <a:gd name="T70" fmla="*/ 0 w 3329"/>
                <a:gd name="T71" fmla="*/ 0 h 4141"/>
                <a:gd name="T72" fmla="*/ 0 w 3329"/>
                <a:gd name="T73" fmla="*/ 0 h 4141"/>
                <a:gd name="T74" fmla="*/ 0 w 3329"/>
                <a:gd name="T75" fmla="*/ 0 h 4141"/>
                <a:gd name="T76" fmla="*/ 0 w 3329"/>
                <a:gd name="T77" fmla="*/ 0 h 4141"/>
                <a:gd name="T78" fmla="*/ 0 w 3329"/>
                <a:gd name="T79" fmla="*/ 0 h 4141"/>
                <a:gd name="T80" fmla="*/ 0 w 3329"/>
                <a:gd name="T81" fmla="*/ 0 h 4141"/>
                <a:gd name="T82" fmla="*/ 0 w 3329"/>
                <a:gd name="T83" fmla="*/ 0 h 4141"/>
                <a:gd name="T84" fmla="*/ 0 w 3329"/>
                <a:gd name="T85" fmla="*/ 0 h 4141"/>
                <a:gd name="T86" fmla="*/ 0 w 3329"/>
                <a:gd name="T87" fmla="*/ 0 h 4141"/>
                <a:gd name="T88" fmla="*/ 0 w 3329"/>
                <a:gd name="T89" fmla="*/ 0 h 4141"/>
                <a:gd name="T90" fmla="*/ 0 w 3329"/>
                <a:gd name="T91" fmla="*/ 0 h 4141"/>
                <a:gd name="T92" fmla="*/ 0 w 3329"/>
                <a:gd name="T93" fmla="*/ 0 h 4141"/>
                <a:gd name="T94" fmla="*/ 0 w 3329"/>
                <a:gd name="T95" fmla="*/ 0 h 4141"/>
                <a:gd name="T96" fmla="*/ 0 w 3329"/>
                <a:gd name="T97" fmla="*/ 0 h 4141"/>
                <a:gd name="T98" fmla="*/ 0 w 3329"/>
                <a:gd name="T99" fmla="*/ 0 h 4141"/>
                <a:gd name="T100" fmla="*/ 0 w 3329"/>
                <a:gd name="T101" fmla="*/ 0 h 4141"/>
                <a:gd name="T102" fmla="*/ 0 w 3329"/>
                <a:gd name="T103" fmla="*/ 0 h 4141"/>
                <a:gd name="T104" fmla="*/ 0 w 3329"/>
                <a:gd name="T105" fmla="*/ 0 h 4141"/>
                <a:gd name="T106" fmla="*/ 0 w 3329"/>
                <a:gd name="T107" fmla="*/ 0 h 4141"/>
                <a:gd name="T108" fmla="*/ 0 w 3329"/>
                <a:gd name="T109" fmla="*/ 0 h 4141"/>
                <a:gd name="T110" fmla="*/ 0 w 3329"/>
                <a:gd name="T111" fmla="*/ 0 h 4141"/>
                <a:gd name="T112" fmla="*/ 0 w 3329"/>
                <a:gd name="T113" fmla="*/ 0 h 4141"/>
                <a:gd name="T114" fmla="*/ 0 w 3329"/>
                <a:gd name="T115" fmla="*/ 0 h 4141"/>
                <a:gd name="T116" fmla="*/ 0 w 3329"/>
                <a:gd name="T117" fmla="*/ 0 h 4141"/>
                <a:gd name="T118" fmla="*/ 0 w 3329"/>
                <a:gd name="T119" fmla="*/ 0 h 414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329"/>
                <a:gd name="T181" fmla="*/ 0 h 4141"/>
                <a:gd name="T182" fmla="*/ 3329 w 3329"/>
                <a:gd name="T183" fmla="*/ 4141 h 4141"/>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329" h="4141">
                  <a:moveTo>
                    <a:pt x="64" y="1229"/>
                  </a:moveTo>
                  <a:lnTo>
                    <a:pt x="103" y="1344"/>
                  </a:lnTo>
                  <a:lnTo>
                    <a:pt x="174" y="1418"/>
                  </a:lnTo>
                  <a:lnTo>
                    <a:pt x="271" y="1457"/>
                  </a:lnTo>
                  <a:lnTo>
                    <a:pt x="462" y="1480"/>
                  </a:lnTo>
                  <a:lnTo>
                    <a:pt x="618" y="1457"/>
                  </a:lnTo>
                  <a:lnTo>
                    <a:pt x="774" y="1395"/>
                  </a:lnTo>
                  <a:lnTo>
                    <a:pt x="521" y="1406"/>
                  </a:lnTo>
                  <a:lnTo>
                    <a:pt x="361" y="1367"/>
                  </a:lnTo>
                  <a:lnTo>
                    <a:pt x="271" y="1291"/>
                  </a:lnTo>
                  <a:lnTo>
                    <a:pt x="214" y="1199"/>
                  </a:lnTo>
                  <a:lnTo>
                    <a:pt x="361" y="1261"/>
                  </a:lnTo>
                  <a:lnTo>
                    <a:pt x="488" y="1280"/>
                  </a:lnTo>
                  <a:lnTo>
                    <a:pt x="679" y="1261"/>
                  </a:lnTo>
                  <a:lnTo>
                    <a:pt x="850" y="1206"/>
                  </a:lnTo>
                  <a:lnTo>
                    <a:pt x="1030" y="1081"/>
                  </a:lnTo>
                  <a:lnTo>
                    <a:pt x="926" y="1241"/>
                  </a:lnTo>
                  <a:lnTo>
                    <a:pt x="1104" y="1137"/>
                  </a:lnTo>
                  <a:lnTo>
                    <a:pt x="1263" y="1081"/>
                  </a:lnTo>
                  <a:lnTo>
                    <a:pt x="1413" y="1081"/>
                  </a:lnTo>
                  <a:lnTo>
                    <a:pt x="1572" y="1137"/>
                  </a:lnTo>
                  <a:lnTo>
                    <a:pt x="1401" y="1137"/>
                  </a:lnTo>
                  <a:lnTo>
                    <a:pt x="1275" y="1160"/>
                  </a:lnTo>
                  <a:lnTo>
                    <a:pt x="1168" y="1229"/>
                  </a:lnTo>
                  <a:lnTo>
                    <a:pt x="1327" y="1241"/>
                  </a:lnTo>
                  <a:lnTo>
                    <a:pt x="1539" y="1199"/>
                  </a:lnTo>
                  <a:lnTo>
                    <a:pt x="1685" y="1137"/>
                  </a:lnTo>
                  <a:lnTo>
                    <a:pt x="1611" y="1229"/>
                  </a:lnTo>
                  <a:lnTo>
                    <a:pt x="1389" y="1375"/>
                  </a:lnTo>
                  <a:lnTo>
                    <a:pt x="1203" y="1430"/>
                  </a:lnTo>
                  <a:lnTo>
                    <a:pt x="1039" y="1443"/>
                  </a:lnTo>
                  <a:lnTo>
                    <a:pt x="1113" y="1344"/>
                  </a:lnTo>
                  <a:lnTo>
                    <a:pt x="926" y="1367"/>
                  </a:lnTo>
                  <a:lnTo>
                    <a:pt x="745" y="1480"/>
                  </a:lnTo>
                  <a:lnTo>
                    <a:pt x="850" y="1517"/>
                  </a:lnTo>
                  <a:lnTo>
                    <a:pt x="754" y="1591"/>
                  </a:lnTo>
                  <a:lnTo>
                    <a:pt x="906" y="1591"/>
                  </a:lnTo>
                  <a:lnTo>
                    <a:pt x="1141" y="1526"/>
                  </a:lnTo>
                  <a:lnTo>
                    <a:pt x="1275" y="1465"/>
                  </a:lnTo>
                  <a:lnTo>
                    <a:pt x="1141" y="1639"/>
                  </a:lnTo>
                  <a:lnTo>
                    <a:pt x="1214" y="1702"/>
                  </a:lnTo>
                  <a:lnTo>
                    <a:pt x="1401" y="1711"/>
                  </a:lnTo>
                  <a:lnTo>
                    <a:pt x="1636" y="1687"/>
                  </a:lnTo>
                  <a:lnTo>
                    <a:pt x="1807" y="1711"/>
                  </a:lnTo>
                  <a:lnTo>
                    <a:pt x="1947" y="1784"/>
                  </a:lnTo>
                  <a:lnTo>
                    <a:pt x="2066" y="1905"/>
                  </a:lnTo>
                  <a:lnTo>
                    <a:pt x="2145" y="2019"/>
                  </a:lnTo>
                  <a:lnTo>
                    <a:pt x="1967" y="1905"/>
                  </a:lnTo>
                  <a:lnTo>
                    <a:pt x="2095" y="2045"/>
                  </a:lnTo>
                  <a:lnTo>
                    <a:pt x="2153" y="2215"/>
                  </a:lnTo>
                  <a:lnTo>
                    <a:pt x="2153" y="2379"/>
                  </a:lnTo>
                  <a:lnTo>
                    <a:pt x="2125" y="2511"/>
                  </a:lnTo>
                  <a:lnTo>
                    <a:pt x="2084" y="2340"/>
                  </a:lnTo>
                  <a:lnTo>
                    <a:pt x="2066" y="2599"/>
                  </a:lnTo>
                  <a:lnTo>
                    <a:pt x="2003" y="2817"/>
                  </a:lnTo>
                  <a:lnTo>
                    <a:pt x="2145" y="2573"/>
                  </a:lnTo>
                  <a:lnTo>
                    <a:pt x="2153" y="2698"/>
                  </a:lnTo>
                  <a:lnTo>
                    <a:pt x="2215" y="2502"/>
                  </a:lnTo>
                  <a:lnTo>
                    <a:pt x="2247" y="2315"/>
                  </a:lnTo>
                  <a:lnTo>
                    <a:pt x="2330" y="2416"/>
                  </a:lnTo>
                  <a:lnTo>
                    <a:pt x="2365" y="2259"/>
                  </a:lnTo>
                  <a:lnTo>
                    <a:pt x="2365" y="2085"/>
                  </a:lnTo>
                  <a:lnTo>
                    <a:pt x="2316" y="1978"/>
                  </a:lnTo>
                  <a:lnTo>
                    <a:pt x="2215" y="1824"/>
                  </a:lnTo>
                  <a:lnTo>
                    <a:pt x="2406" y="1942"/>
                  </a:lnTo>
                  <a:lnTo>
                    <a:pt x="2391" y="1817"/>
                  </a:lnTo>
                  <a:lnTo>
                    <a:pt x="2567" y="1944"/>
                  </a:lnTo>
                  <a:lnTo>
                    <a:pt x="2624" y="2109"/>
                  </a:lnTo>
                  <a:lnTo>
                    <a:pt x="2674" y="1920"/>
                  </a:lnTo>
                  <a:lnTo>
                    <a:pt x="2635" y="1711"/>
                  </a:lnTo>
                  <a:lnTo>
                    <a:pt x="2778" y="1839"/>
                  </a:lnTo>
                  <a:lnTo>
                    <a:pt x="2881" y="1874"/>
                  </a:lnTo>
                  <a:lnTo>
                    <a:pt x="2960" y="1748"/>
                  </a:lnTo>
                  <a:lnTo>
                    <a:pt x="3006" y="1540"/>
                  </a:lnTo>
                  <a:lnTo>
                    <a:pt x="3035" y="1663"/>
                  </a:lnTo>
                  <a:lnTo>
                    <a:pt x="3142" y="1526"/>
                  </a:lnTo>
                  <a:lnTo>
                    <a:pt x="3178" y="1344"/>
                  </a:lnTo>
                  <a:lnTo>
                    <a:pt x="3237" y="1206"/>
                  </a:lnTo>
                  <a:lnTo>
                    <a:pt x="3237" y="1045"/>
                  </a:lnTo>
                  <a:lnTo>
                    <a:pt x="3204" y="839"/>
                  </a:lnTo>
                  <a:lnTo>
                    <a:pt x="3112" y="581"/>
                  </a:lnTo>
                  <a:lnTo>
                    <a:pt x="2925" y="305"/>
                  </a:lnTo>
                  <a:lnTo>
                    <a:pt x="2669" y="72"/>
                  </a:lnTo>
                  <a:lnTo>
                    <a:pt x="2503" y="0"/>
                  </a:lnTo>
                  <a:lnTo>
                    <a:pt x="2778" y="109"/>
                  </a:lnTo>
                  <a:lnTo>
                    <a:pt x="3112" y="491"/>
                  </a:lnTo>
                  <a:lnTo>
                    <a:pt x="3266" y="867"/>
                  </a:lnTo>
                  <a:lnTo>
                    <a:pt x="3319" y="1241"/>
                  </a:lnTo>
                  <a:lnTo>
                    <a:pt x="3319" y="1591"/>
                  </a:lnTo>
                  <a:lnTo>
                    <a:pt x="3266" y="1893"/>
                  </a:lnTo>
                  <a:lnTo>
                    <a:pt x="3197" y="2121"/>
                  </a:lnTo>
                  <a:lnTo>
                    <a:pt x="3096" y="2315"/>
                  </a:lnTo>
                  <a:lnTo>
                    <a:pt x="2971" y="2502"/>
                  </a:lnTo>
                  <a:lnTo>
                    <a:pt x="2863" y="2599"/>
                  </a:lnTo>
                  <a:lnTo>
                    <a:pt x="2807" y="2713"/>
                  </a:lnTo>
                  <a:lnTo>
                    <a:pt x="2784" y="2817"/>
                  </a:lnTo>
                  <a:lnTo>
                    <a:pt x="2784" y="2928"/>
                  </a:lnTo>
                  <a:lnTo>
                    <a:pt x="2807" y="3050"/>
                  </a:lnTo>
                  <a:lnTo>
                    <a:pt x="2846" y="3120"/>
                  </a:lnTo>
                  <a:lnTo>
                    <a:pt x="3006" y="3124"/>
                  </a:lnTo>
                  <a:lnTo>
                    <a:pt x="3112" y="3256"/>
                  </a:lnTo>
                  <a:lnTo>
                    <a:pt x="3142" y="3428"/>
                  </a:lnTo>
                  <a:lnTo>
                    <a:pt x="3290" y="3562"/>
                  </a:lnTo>
                  <a:lnTo>
                    <a:pt x="3329" y="3663"/>
                  </a:lnTo>
                  <a:lnTo>
                    <a:pt x="3096" y="3670"/>
                  </a:lnTo>
                  <a:lnTo>
                    <a:pt x="2710" y="3812"/>
                  </a:lnTo>
                  <a:lnTo>
                    <a:pt x="2255" y="3981"/>
                  </a:lnTo>
                  <a:lnTo>
                    <a:pt x="1912" y="4141"/>
                  </a:lnTo>
                  <a:lnTo>
                    <a:pt x="2381" y="3894"/>
                  </a:lnTo>
                  <a:lnTo>
                    <a:pt x="2710" y="3733"/>
                  </a:lnTo>
                  <a:lnTo>
                    <a:pt x="2778" y="3663"/>
                  </a:lnTo>
                  <a:lnTo>
                    <a:pt x="2750" y="3491"/>
                  </a:lnTo>
                  <a:lnTo>
                    <a:pt x="2653" y="3327"/>
                  </a:lnTo>
                  <a:lnTo>
                    <a:pt x="2549" y="3256"/>
                  </a:lnTo>
                  <a:lnTo>
                    <a:pt x="2187" y="3352"/>
                  </a:lnTo>
                  <a:lnTo>
                    <a:pt x="1848" y="3537"/>
                  </a:lnTo>
                  <a:lnTo>
                    <a:pt x="1560" y="3830"/>
                  </a:lnTo>
                  <a:lnTo>
                    <a:pt x="1795" y="3537"/>
                  </a:lnTo>
                  <a:lnTo>
                    <a:pt x="2084" y="3289"/>
                  </a:lnTo>
                  <a:lnTo>
                    <a:pt x="1980" y="3111"/>
                  </a:lnTo>
                  <a:lnTo>
                    <a:pt x="1894" y="2949"/>
                  </a:lnTo>
                  <a:lnTo>
                    <a:pt x="1857" y="2778"/>
                  </a:lnTo>
                  <a:lnTo>
                    <a:pt x="1830" y="2573"/>
                  </a:lnTo>
                  <a:lnTo>
                    <a:pt x="1772" y="2722"/>
                  </a:lnTo>
                  <a:lnTo>
                    <a:pt x="1685" y="2873"/>
                  </a:lnTo>
                  <a:lnTo>
                    <a:pt x="1646" y="2979"/>
                  </a:lnTo>
                  <a:lnTo>
                    <a:pt x="1624" y="3094"/>
                  </a:lnTo>
                  <a:lnTo>
                    <a:pt x="1545" y="3168"/>
                  </a:lnTo>
                  <a:lnTo>
                    <a:pt x="1503" y="3181"/>
                  </a:lnTo>
                  <a:lnTo>
                    <a:pt x="1389" y="3181"/>
                  </a:lnTo>
                  <a:lnTo>
                    <a:pt x="1350" y="3181"/>
                  </a:lnTo>
                  <a:lnTo>
                    <a:pt x="1309" y="3054"/>
                  </a:lnTo>
                  <a:lnTo>
                    <a:pt x="1203" y="3050"/>
                  </a:lnTo>
                  <a:lnTo>
                    <a:pt x="1350" y="3034"/>
                  </a:lnTo>
                  <a:lnTo>
                    <a:pt x="1429" y="2972"/>
                  </a:lnTo>
                  <a:lnTo>
                    <a:pt x="1452" y="2893"/>
                  </a:lnTo>
                  <a:lnTo>
                    <a:pt x="1452" y="2817"/>
                  </a:lnTo>
                  <a:lnTo>
                    <a:pt x="1401" y="2748"/>
                  </a:lnTo>
                  <a:lnTo>
                    <a:pt x="1309" y="2722"/>
                  </a:lnTo>
                  <a:lnTo>
                    <a:pt x="1429" y="2733"/>
                  </a:lnTo>
                  <a:lnTo>
                    <a:pt x="1475" y="2760"/>
                  </a:lnTo>
                  <a:lnTo>
                    <a:pt x="1585" y="2698"/>
                  </a:lnTo>
                  <a:lnTo>
                    <a:pt x="1659" y="2573"/>
                  </a:lnTo>
                  <a:lnTo>
                    <a:pt x="1723" y="2416"/>
                  </a:lnTo>
                  <a:lnTo>
                    <a:pt x="1747" y="2259"/>
                  </a:lnTo>
                  <a:lnTo>
                    <a:pt x="1747" y="2133"/>
                  </a:lnTo>
                  <a:lnTo>
                    <a:pt x="1723" y="2019"/>
                  </a:lnTo>
                  <a:lnTo>
                    <a:pt x="1646" y="1920"/>
                  </a:lnTo>
                  <a:lnTo>
                    <a:pt x="1560" y="1874"/>
                  </a:lnTo>
                  <a:lnTo>
                    <a:pt x="1475" y="1874"/>
                  </a:lnTo>
                  <a:lnTo>
                    <a:pt x="1334" y="1891"/>
                  </a:lnTo>
                  <a:lnTo>
                    <a:pt x="1214" y="1858"/>
                  </a:lnTo>
                  <a:lnTo>
                    <a:pt x="1066" y="1784"/>
                  </a:lnTo>
                  <a:lnTo>
                    <a:pt x="976" y="1711"/>
                  </a:lnTo>
                  <a:lnTo>
                    <a:pt x="1090" y="1920"/>
                  </a:lnTo>
                  <a:lnTo>
                    <a:pt x="1182" y="2006"/>
                  </a:lnTo>
                  <a:lnTo>
                    <a:pt x="1327" y="2059"/>
                  </a:lnTo>
                  <a:lnTo>
                    <a:pt x="1182" y="2094"/>
                  </a:lnTo>
                  <a:lnTo>
                    <a:pt x="1077" y="2085"/>
                  </a:lnTo>
                  <a:lnTo>
                    <a:pt x="1113" y="2195"/>
                  </a:lnTo>
                  <a:lnTo>
                    <a:pt x="1168" y="2269"/>
                  </a:lnTo>
                  <a:lnTo>
                    <a:pt x="1228" y="2305"/>
                  </a:lnTo>
                  <a:lnTo>
                    <a:pt x="1113" y="2305"/>
                  </a:lnTo>
                  <a:lnTo>
                    <a:pt x="945" y="2305"/>
                  </a:lnTo>
                  <a:lnTo>
                    <a:pt x="844" y="2241"/>
                  </a:lnTo>
                  <a:lnTo>
                    <a:pt x="776" y="2144"/>
                  </a:lnTo>
                  <a:lnTo>
                    <a:pt x="774" y="2094"/>
                  </a:lnTo>
                  <a:lnTo>
                    <a:pt x="645" y="2038"/>
                  </a:lnTo>
                  <a:lnTo>
                    <a:pt x="548" y="1944"/>
                  </a:lnTo>
                  <a:lnTo>
                    <a:pt x="502" y="1824"/>
                  </a:lnTo>
                  <a:lnTo>
                    <a:pt x="470" y="1711"/>
                  </a:lnTo>
                  <a:lnTo>
                    <a:pt x="350" y="1678"/>
                  </a:lnTo>
                  <a:lnTo>
                    <a:pt x="299" y="1628"/>
                  </a:lnTo>
                  <a:lnTo>
                    <a:pt x="231" y="1566"/>
                  </a:lnTo>
                  <a:lnTo>
                    <a:pt x="121" y="1526"/>
                  </a:lnTo>
                  <a:lnTo>
                    <a:pt x="36" y="1443"/>
                  </a:lnTo>
                  <a:lnTo>
                    <a:pt x="0" y="1344"/>
                  </a:lnTo>
                  <a:lnTo>
                    <a:pt x="0" y="1261"/>
                  </a:lnTo>
                  <a:lnTo>
                    <a:pt x="64" y="1160"/>
                  </a:lnTo>
                  <a:lnTo>
                    <a:pt x="64" y="12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8" name="Freeform 288"/>
            <p:cNvSpPr>
              <a:spLocks/>
            </p:cNvSpPr>
            <p:nvPr/>
          </p:nvSpPr>
          <p:spPr bwMode="auto">
            <a:xfrm>
              <a:off x="3442" y="1597"/>
              <a:ext cx="132" cy="62"/>
            </a:xfrm>
            <a:custGeom>
              <a:avLst/>
              <a:gdLst>
                <a:gd name="T0" fmla="*/ 0 w 1056"/>
                <a:gd name="T1" fmla="*/ 0 h 495"/>
                <a:gd name="T2" fmla="*/ 0 w 1056"/>
                <a:gd name="T3" fmla="*/ 0 h 495"/>
                <a:gd name="T4" fmla="*/ 0 w 1056"/>
                <a:gd name="T5" fmla="*/ 0 h 495"/>
                <a:gd name="T6" fmla="*/ 0 w 1056"/>
                <a:gd name="T7" fmla="*/ 0 h 495"/>
                <a:gd name="T8" fmla="*/ 0 w 1056"/>
                <a:gd name="T9" fmla="*/ 0 h 495"/>
                <a:gd name="T10" fmla="*/ 0 w 1056"/>
                <a:gd name="T11" fmla="*/ 0 h 495"/>
                <a:gd name="T12" fmla="*/ 0 w 1056"/>
                <a:gd name="T13" fmla="*/ 0 h 495"/>
                <a:gd name="T14" fmla="*/ 0 w 1056"/>
                <a:gd name="T15" fmla="*/ 0 h 495"/>
                <a:gd name="T16" fmla="*/ 0 w 1056"/>
                <a:gd name="T17" fmla="*/ 0 h 495"/>
                <a:gd name="T18" fmla="*/ 0 w 1056"/>
                <a:gd name="T19" fmla="*/ 0 h 495"/>
                <a:gd name="T20" fmla="*/ 0 w 1056"/>
                <a:gd name="T21" fmla="*/ 0 h 495"/>
                <a:gd name="T22" fmla="*/ 0 w 1056"/>
                <a:gd name="T23" fmla="*/ 0 h 495"/>
                <a:gd name="T24" fmla="*/ 0 w 1056"/>
                <a:gd name="T25" fmla="*/ 0 h 495"/>
                <a:gd name="T26" fmla="*/ 0 w 1056"/>
                <a:gd name="T27" fmla="*/ 0 h 495"/>
                <a:gd name="T28" fmla="*/ 0 w 1056"/>
                <a:gd name="T29" fmla="*/ 0 h 495"/>
                <a:gd name="T30" fmla="*/ 0 w 1056"/>
                <a:gd name="T31" fmla="*/ 0 h 495"/>
                <a:gd name="T32" fmla="*/ 0 w 1056"/>
                <a:gd name="T33" fmla="*/ 0 h 495"/>
                <a:gd name="T34" fmla="*/ 0 w 1056"/>
                <a:gd name="T35" fmla="*/ 0 h 495"/>
                <a:gd name="T36" fmla="*/ 0 w 1056"/>
                <a:gd name="T37" fmla="*/ 0 h 495"/>
                <a:gd name="T38" fmla="*/ 0 w 1056"/>
                <a:gd name="T39" fmla="*/ 0 h 495"/>
                <a:gd name="T40" fmla="*/ 0 w 1056"/>
                <a:gd name="T41" fmla="*/ 0 h 495"/>
                <a:gd name="T42" fmla="*/ 0 w 1056"/>
                <a:gd name="T43" fmla="*/ 0 h 495"/>
                <a:gd name="T44" fmla="*/ 0 w 1056"/>
                <a:gd name="T45" fmla="*/ 0 h 495"/>
                <a:gd name="T46" fmla="*/ 0 w 1056"/>
                <a:gd name="T47" fmla="*/ 0 h 495"/>
                <a:gd name="T48" fmla="*/ 0 w 1056"/>
                <a:gd name="T49" fmla="*/ 0 h 495"/>
                <a:gd name="T50" fmla="*/ 0 w 1056"/>
                <a:gd name="T51" fmla="*/ 0 h 495"/>
                <a:gd name="T52" fmla="*/ 0 w 1056"/>
                <a:gd name="T53" fmla="*/ 0 h 495"/>
                <a:gd name="T54" fmla="*/ 0 w 1056"/>
                <a:gd name="T55" fmla="*/ 0 h 495"/>
                <a:gd name="T56" fmla="*/ 0 w 1056"/>
                <a:gd name="T57" fmla="*/ 0 h 49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056"/>
                <a:gd name="T88" fmla="*/ 0 h 495"/>
                <a:gd name="T89" fmla="*/ 1056 w 1056"/>
                <a:gd name="T90" fmla="*/ 495 h 49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056" h="495">
                  <a:moveTo>
                    <a:pt x="41" y="274"/>
                  </a:moveTo>
                  <a:lnTo>
                    <a:pt x="166" y="286"/>
                  </a:lnTo>
                  <a:lnTo>
                    <a:pt x="327" y="251"/>
                  </a:lnTo>
                  <a:lnTo>
                    <a:pt x="438" y="177"/>
                  </a:lnTo>
                  <a:lnTo>
                    <a:pt x="560" y="80"/>
                  </a:lnTo>
                  <a:lnTo>
                    <a:pt x="650" y="0"/>
                  </a:lnTo>
                  <a:lnTo>
                    <a:pt x="585" y="136"/>
                  </a:lnTo>
                  <a:lnTo>
                    <a:pt x="477" y="262"/>
                  </a:lnTo>
                  <a:lnTo>
                    <a:pt x="658" y="200"/>
                  </a:lnTo>
                  <a:lnTo>
                    <a:pt x="800" y="200"/>
                  </a:lnTo>
                  <a:lnTo>
                    <a:pt x="922" y="231"/>
                  </a:lnTo>
                  <a:lnTo>
                    <a:pt x="996" y="313"/>
                  </a:lnTo>
                  <a:lnTo>
                    <a:pt x="1056" y="409"/>
                  </a:lnTo>
                  <a:lnTo>
                    <a:pt x="970" y="348"/>
                  </a:lnTo>
                  <a:lnTo>
                    <a:pt x="878" y="321"/>
                  </a:lnTo>
                  <a:lnTo>
                    <a:pt x="775" y="321"/>
                  </a:lnTo>
                  <a:lnTo>
                    <a:pt x="671" y="348"/>
                  </a:lnTo>
                  <a:lnTo>
                    <a:pt x="800" y="409"/>
                  </a:lnTo>
                  <a:lnTo>
                    <a:pt x="618" y="396"/>
                  </a:lnTo>
                  <a:lnTo>
                    <a:pt x="486" y="447"/>
                  </a:lnTo>
                  <a:lnTo>
                    <a:pt x="350" y="484"/>
                  </a:lnTo>
                  <a:lnTo>
                    <a:pt x="201" y="495"/>
                  </a:lnTo>
                  <a:lnTo>
                    <a:pt x="65" y="458"/>
                  </a:lnTo>
                  <a:lnTo>
                    <a:pt x="0" y="396"/>
                  </a:lnTo>
                  <a:lnTo>
                    <a:pt x="150" y="396"/>
                  </a:lnTo>
                  <a:lnTo>
                    <a:pt x="315" y="336"/>
                  </a:lnTo>
                  <a:lnTo>
                    <a:pt x="166" y="336"/>
                  </a:lnTo>
                  <a:lnTo>
                    <a:pt x="65" y="299"/>
                  </a:lnTo>
                  <a:lnTo>
                    <a:pt x="41" y="2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89" name="Freeform 289"/>
            <p:cNvSpPr>
              <a:spLocks/>
            </p:cNvSpPr>
            <p:nvPr/>
          </p:nvSpPr>
          <p:spPr bwMode="auto">
            <a:xfrm>
              <a:off x="3433" y="1704"/>
              <a:ext cx="49" cy="76"/>
            </a:xfrm>
            <a:custGeom>
              <a:avLst/>
              <a:gdLst>
                <a:gd name="T0" fmla="*/ 0 w 387"/>
                <a:gd name="T1" fmla="*/ 0 h 613"/>
                <a:gd name="T2" fmla="*/ 0 w 387"/>
                <a:gd name="T3" fmla="*/ 0 h 613"/>
                <a:gd name="T4" fmla="*/ 0 w 387"/>
                <a:gd name="T5" fmla="*/ 0 h 613"/>
                <a:gd name="T6" fmla="*/ 0 w 387"/>
                <a:gd name="T7" fmla="*/ 0 h 613"/>
                <a:gd name="T8" fmla="*/ 0 w 387"/>
                <a:gd name="T9" fmla="*/ 0 h 613"/>
                <a:gd name="T10" fmla="*/ 0 w 387"/>
                <a:gd name="T11" fmla="*/ 0 h 613"/>
                <a:gd name="T12" fmla="*/ 0 w 387"/>
                <a:gd name="T13" fmla="*/ 0 h 613"/>
                <a:gd name="T14" fmla="*/ 0 w 387"/>
                <a:gd name="T15" fmla="*/ 0 h 613"/>
                <a:gd name="T16" fmla="*/ 0 w 387"/>
                <a:gd name="T17" fmla="*/ 0 h 613"/>
                <a:gd name="T18" fmla="*/ 0 w 387"/>
                <a:gd name="T19" fmla="*/ 0 h 613"/>
                <a:gd name="T20" fmla="*/ 0 w 387"/>
                <a:gd name="T21" fmla="*/ 0 h 613"/>
                <a:gd name="T22" fmla="*/ 0 w 387"/>
                <a:gd name="T23" fmla="*/ 0 h 613"/>
                <a:gd name="T24" fmla="*/ 0 w 387"/>
                <a:gd name="T25" fmla="*/ 0 h 613"/>
                <a:gd name="T26" fmla="*/ 0 w 387"/>
                <a:gd name="T27" fmla="*/ 0 h 613"/>
                <a:gd name="T28" fmla="*/ 0 w 387"/>
                <a:gd name="T29" fmla="*/ 0 h 613"/>
                <a:gd name="T30" fmla="*/ 0 w 387"/>
                <a:gd name="T31" fmla="*/ 0 h 613"/>
                <a:gd name="T32" fmla="*/ 0 w 387"/>
                <a:gd name="T33" fmla="*/ 0 h 613"/>
                <a:gd name="T34" fmla="*/ 0 w 387"/>
                <a:gd name="T35" fmla="*/ 0 h 613"/>
                <a:gd name="T36" fmla="*/ 0 w 387"/>
                <a:gd name="T37" fmla="*/ 0 h 613"/>
                <a:gd name="T38" fmla="*/ 0 w 387"/>
                <a:gd name="T39" fmla="*/ 0 h 61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87"/>
                <a:gd name="T61" fmla="*/ 0 h 613"/>
                <a:gd name="T62" fmla="*/ 387 w 387"/>
                <a:gd name="T63" fmla="*/ 613 h 61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87" h="613">
                  <a:moveTo>
                    <a:pt x="67" y="60"/>
                  </a:moveTo>
                  <a:lnTo>
                    <a:pt x="152" y="0"/>
                  </a:lnTo>
                  <a:lnTo>
                    <a:pt x="266" y="0"/>
                  </a:lnTo>
                  <a:lnTo>
                    <a:pt x="348" y="46"/>
                  </a:lnTo>
                  <a:lnTo>
                    <a:pt x="387" y="152"/>
                  </a:lnTo>
                  <a:lnTo>
                    <a:pt x="335" y="86"/>
                  </a:lnTo>
                  <a:lnTo>
                    <a:pt x="266" y="60"/>
                  </a:lnTo>
                  <a:lnTo>
                    <a:pt x="164" y="152"/>
                  </a:lnTo>
                  <a:lnTo>
                    <a:pt x="266" y="270"/>
                  </a:lnTo>
                  <a:lnTo>
                    <a:pt x="266" y="429"/>
                  </a:lnTo>
                  <a:lnTo>
                    <a:pt x="90" y="528"/>
                  </a:lnTo>
                  <a:lnTo>
                    <a:pt x="38" y="613"/>
                  </a:lnTo>
                  <a:lnTo>
                    <a:pt x="0" y="613"/>
                  </a:lnTo>
                  <a:lnTo>
                    <a:pt x="14" y="440"/>
                  </a:lnTo>
                  <a:lnTo>
                    <a:pt x="113" y="367"/>
                  </a:lnTo>
                  <a:lnTo>
                    <a:pt x="113" y="306"/>
                  </a:lnTo>
                  <a:lnTo>
                    <a:pt x="38" y="260"/>
                  </a:lnTo>
                  <a:lnTo>
                    <a:pt x="72" y="152"/>
                  </a:lnTo>
                  <a:lnTo>
                    <a:pt x="0" y="71"/>
                  </a:lnTo>
                  <a:lnTo>
                    <a:pt x="67"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0" name="Freeform 290"/>
            <p:cNvSpPr>
              <a:spLocks/>
            </p:cNvSpPr>
            <p:nvPr/>
          </p:nvSpPr>
          <p:spPr bwMode="auto">
            <a:xfrm>
              <a:off x="3461" y="1730"/>
              <a:ext cx="21" cy="53"/>
            </a:xfrm>
            <a:custGeom>
              <a:avLst/>
              <a:gdLst>
                <a:gd name="T0" fmla="*/ 0 w 165"/>
                <a:gd name="T1" fmla="*/ 0 h 424"/>
                <a:gd name="T2" fmla="*/ 0 w 165"/>
                <a:gd name="T3" fmla="*/ 0 h 424"/>
                <a:gd name="T4" fmla="*/ 0 w 165"/>
                <a:gd name="T5" fmla="*/ 0 h 424"/>
                <a:gd name="T6" fmla="*/ 0 w 165"/>
                <a:gd name="T7" fmla="*/ 0 h 424"/>
                <a:gd name="T8" fmla="*/ 0 w 165"/>
                <a:gd name="T9" fmla="*/ 0 h 424"/>
                <a:gd name="T10" fmla="*/ 0 w 165"/>
                <a:gd name="T11" fmla="*/ 0 h 424"/>
                <a:gd name="T12" fmla="*/ 0 w 165"/>
                <a:gd name="T13" fmla="*/ 0 h 424"/>
                <a:gd name="T14" fmla="*/ 0 w 165"/>
                <a:gd name="T15" fmla="*/ 0 h 424"/>
                <a:gd name="T16" fmla="*/ 0 60000 65536"/>
                <a:gd name="T17" fmla="*/ 0 60000 65536"/>
                <a:gd name="T18" fmla="*/ 0 60000 65536"/>
                <a:gd name="T19" fmla="*/ 0 60000 65536"/>
                <a:gd name="T20" fmla="*/ 0 60000 65536"/>
                <a:gd name="T21" fmla="*/ 0 60000 65536"/>
                <a:gd name="T22" fmla="*/ 0 60000 65536"/>
                <a:gd name="T23" fmla="*/ 0 60000 65536"/>
                <a:gd name="T24" fmla="*/ 0 w 165"/>
                <a:gd name="T25" fmla="*/ 0 h 424"/>
                <a:gd name="T26" fmla="*/ 165 w 165"/>
                <a:gd name="T27" fmla="*/ 424 h 4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5" h="424">
                  <a:moveTo>
                    <a:pt x="152" y="0"/>
                  </a:moveTo>
                  <a:lnTo>
                    <a:pt x="152" y="120"/>
                  </a:lnTo>
                  <a:lnTo>
                    <a:pt x="101" y="240"/>
                  </a:lnTo>
                  <a:lnTo>
                    <a:pt x="0" y="362"/>
                  </a:lnTo>
                  <a:lnTo>
                    <a:pt x="0" y="424"/>
                  </a:lnTo>
                  <a:lnTo>
                    <a:pt x="66" y="401"/>
                  </a:lnTo>
                  <a:lnTo>
                    <a:pt x="165" y="129"/>
                  </a:lnTo>
                  <a:lnTo>
                    <a:pt x="15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1" name="Freeform 291"/>
            <p:cNvSpPr>
              <a:spLocks/>
            </p:cNvSpPr>
            <p:nvPr/>
          </p:nvSpPr>
          <p:spPr bwMode="auto">
            <a:xfrm>
              <a:off x="3250" y="1455"/>
              <a:ext cx="286" cy="154"/>
            </a:xfrm>
            <a:custGeom>
              <a:avLst/>
              <a:gdLst>
                <a:gd name="T0" fmla="*/ 0 w 2291"/>
                <a:gd name="T1" fmla="*/ 0 h 1231"/>
                <a:gd name="T2" fmla="*/ 0 w 2291"/>
                <a:gd name="T3" fmla="*/ 0 h 1231"/>
                <a:gd name="T4" fmla="*/ 0 w 2291"/>
                <a:gd name="T5" fmla="*/ 0 h 1231"/>
                <a:gd name="T6" fmla="*/ 0 w 2291"/>
                <a:gd name="T7" fmla="*/ 0 h 1231"/>
                <a:gd name="T8" fmla="*/ 0 w 2291"/>
                <a:gd name="T9" fmla="*/ 0 h 1231"/>
                <a:gd name="T10" fmla="*/ 0 w 2291"/>
                <a:gd name="T11" fmla="*/ 0 h 1231"/>
                <a:gd name="T12" fmla="*/ 0 w 2291"/>
                <a:gd name="T13" fmla="*/ 0 h 1231"/>
                <a:gd name="T14" fmla="*/ 0 w 2291"/>
                <a:gd name="T15" fmla="*/ 0 h 1231"/>
                <a:gd name="T16" fmla="*/ 0 w 2291"/>
                <a:gd name="T17" fmla="*/ 0 h 1231"/>
                <a:gd name="T18" fmla="*/ 0 w 2291"/>
                <a:gd name="T19" fmla="*/ 0 h 1231"/>
                <a:gd name="T20" fmla="*/ 0 w 2291"/>
                <a:gd name="T21" fmla="*/ 0 h 1231"/>
                <a:gd name="T22" fmla="*/ 0 w 2291"/>
                <a:gd name="T23" fmla="*/ 0 h 1231"/>
                <a:gd name="T24" fmla="*/ 0 w 2291"/>
                <a:gd name="T25" fmla="*/ 0 h 1231"/>
                <a:gd name="T26" fmla="*/ 0 w 2291"/>
                <a:gd name="T27" fmla="*/ 0 h 1231"/>
                <a:gd name="T28" fmla="*/ 0 w 2291"/>
                <a:gd name="T29" fmla="*/ 0 h 1231"/>
                <a:gd name="T30" fmla="*/ 0 w 2291"/>
                <a:gd name="T31" fmla="*/ 0 h 1231"/>
                <a:gd name="T32" fmla="*/ 0 w 2291"/>
                <a:gd name="T33" fmla="*/ 0 h 1231"/>
                <a:gd name="T34" fmla="*/ 0 w 2291"/>
                <a:gd name="T35" fmla="*/ 0 h 1231"/>
                <a:gd name="T36" fmla="*/ 0 w 2291"/>
                <a:gd name="T37" fmla="*/ 0 h 1231"/>
                <a:gd name="T38" fmla="*/ 0 w 2291"/>
                <a:gd name="T39" fmla="*/ 0 h 1231"/>
                <a:gd name="T40" fmla="*/ 0 w 2291"/>
                <a:gd name="T41" fmla="*/ 0 h 1231"/>
                <a:gd name="T42" fmla="*/ 0 w 2291"/>
                <a:gd name="T43" fmla="*/ 0 h 1231"/>
                <a:gd name="T44" fmla="*/ 0 w 2291"/>
                <a:gd name="T45" fmla="*/ 0 h 1231"/>
                <a:gd name="T46" fmla="*/ 0 w 2291"/>
                <a:gd name="T47" fmla="*/ 0 h 1231"/>
                <a:gd name="T48" fmla="*/ 0 w 2291"/>
                <a:gd name="T49" fmla="*/ 0 h 1231"/>
                <a:gd name="T50" fmla="*/ 0 w 2291"/>
                <a:gd name="T51" fmla="*/ 0 h 1231"/>
                <a:gd name="T52" fmla="*/ 0 w 2291"/>
                <a:gd name="T53" fmla="*/ 0 h 1231"/>
                <a:gd name="T54" fmla="*/ 0 w 2291"/>
                <a:gd name="T55" fmla="*/ 0 h 1231"/>
                <a:gd name="T56" fmla="*/ 0 w 2291"/>
                <a:gd name="T57" fmla="*/ 0 h 1231"/>
                <a:gd name="T58" fmla="*/ 0 w 2291"/>
                <a:gd name="T59" fmla="*/ 0 h 1231"/>
                <a:gd name="T60" fmla="*/ 0 w 2291"/>
                <a:gd name="T61" fmla="*/ 0 h 1231"/>
                <a:gd name="T62" fmla="*/ 0 w 2291"/>
                <a:gd name="T63" fmla="*/ 0 h 1231"/>
                <a:gd name="T64" fmla="*/ 0 w 2291"/>
                <a:gd name="T65" fmla="*/ 0 h 1231"/>
                <a:gd name="T66" fmla="*/ 0 w 2291"/>
                <a:gd name="T67" fmla="*/ 0 h 1231"/>
                <a:gd name="T68" fmla="*/ 0 w 2291"/>
                <a:gd name="T69" fmla="*/ 0 h 1231"/>
                <a:gd name="T70" fmla="*/ 0 w 2291"/>
                <a:gd name="T71" fmla="*/ 0 h 1231"/>
                <a:gd name="T72" fmla="*/ 0 w 2291"/>
                <a:gd name="T73" fmla="*/ 0 h 1231"/>
                <a:gd name="T74" fmla="*/ 0 w 2291"/>
                <a:gd name="T75" fmla="*/ 0 h 1231"/>
                <a:gd name="T76" fmla="*/ 0 w 2291"/>
                <a:gd name="T77" fmla="*/ 0 h 1231"/>
                <a:gd name="T78" fmla="*/ 0 w 2291"/>
                <a:gd name="T79" fmla="*/ 0 h 1231"/>
                <a:gd name="T80" fmla="*/ 0 w 2291"/>
                <a:gd name="T81" fmla="*/ 0 h 1231"/>
                <a:gd name="T82" fmla="*/ 0 w 2291"/>
                <a:gd name="T83" fmla="*/ 0 h 123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291"/>
                <a:gd name="T127" fmla="*/ 0 h 1231"/>
                <a:gd name="T128" fmla="*/ 2291 w 2291"/>
                <a:gd name="T129" fmla="*/ 1231 h 123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291" h="1231">
                  <a:moveTo>
                    <a:pt x="231" y="1231"/>
                  </a:moveTo>
                  <a:lnTo>
                    <a:pt x="124" y="1231"/>
                  </a:lnTo>
                  <a:lnTo>
                    <a:pt x="46" y="1170"/>
                  </a:lnTo>
                  <a:lnTo>
                    <a:pt x="0" y="1071"/>
                  </a:lnTo>
                  <a:lnTo>
                    <a:pt x="0" y="984"/>
                  </a:lnTo>
                  <a:lnTo>
                    <a:pt x="23" y="880"/>
                  </a:lnTo>
                  <a:lnTo>
                    <a:pt x="69" y="829"/>
                  </a:lnTo>
                  <a:lnTo>
                    <a:pt x="132" y="728"/>
                  </a:lnTo>
                  <a:lnTo>
                    <a:pt x="205" y="580"/>
                  </a:lnTo>
                  <a:lnTo>
                    <a:pt x="185" y="682"/>
                  </a:lnTo>
                  <a:lnTo>
                    <a:pt x="124" y="804"/>
                  </a:lnTo>
                  <a:lnTo>
                    <a:pt x="124" y="892"/>
                  </a:lnTo>
                  <a:lnTo>
                    <a:pt x="157" y="974"/>
                  </a:lnTo>
                  <a:lnTo>
                    <a:pt x="221" y="1035"/>
                  </a:lnTo>
                  <a:lnTo>
                    <a:pt x="221" y="912"/>
                  </a:lnTo>
                  <a:lnTo>
                    <a:pt x="304" y="937"/>
                  </a:lnTo>
                  <a:lnTo>
                    <a:pt x="284" y="840"/>
                  </a:lnTo>
                  <a:lnTo>
                    <a:pt x="295" y="728"/>
                  </a:lnTo>
                  <a:lnTo>
                    <a:pt x="352" y="668"/>
                  </a:lnTo>
                  <a:lnTo>
                    <a:pt x="405" y="596"/>
                  </a:lnTo>
                  <a:lnTo>
                    <a:pt x="462" y="513"/>
                  </a:lnTo>
                  <a:lnTo>
                    <a:pt x="521" y="456"/>
                  </a:lnTo>
                  <a:lnTo>
                    <a:pt x="631" y="414"/>
                  </a:lnTo>
                  <a:lnTo>
                    <a:pt x="779" y="380"/>
                  </a:lnTo>
                  <a:lnTo>
                    <a:pt x="950" y="286"/>
                  </a:lnTo>
                  <a:lnTo>
                    <a:pt x="1007" y="179"/>
                  </a:lnTo>
                  <a:lnTo>
                    <a:pt x="985" y="310"/>
                  </a:lnTo>
                  <a:lnTo>
                    <a:pt x="943" y="361"/>
                  </a:lnTo>
                  <a:lnTo>
                    <a:pt x="825" y="481"/>
                  </a:lnTo>
                  <a:lnTo>
                    <a:pt x="1005" y="396"/>
                  </a:lnTo>
                  <a:lnTo>
                    <a:pt x="1097" y="373"/>
                  </a:lnTo>
                  <a:lnTo>
                    <a:pt x="1176" y="276"/>
                  </a:lnTo>
                  <a:lnTo>
                    <a:pt x="1236" y="135"/>
                  </a:lnTo>
                  <a:lnTo>
                    <a:pt x="1236" y="225"/>
                  </a:lnTo>
                  <a:lnTo>
                    <a:pt x="1201" y="373"/>
                  </a:lnTo>
                  <a:lnTo>
                    <a:pt x="1372" y="246"/>
                  </a:lnTo>
                  <a:lnTo>
                    <a:pt x="1468" y="218"/>
                  </a:lnTo>
                  <a:lnTo>
                    <a:pt x="1581" y="232"/>
                  </a:lnTo>
                  <a:lnTo>
                    <a:pt x="1683" y="225"/>
                  </a:lnTo>
                  <a:lnTo>
                    <a:pt x="1776" y="179"/>
                  </a:lnTo>
                  <a:lnTo>
                    <a:pt x="1890" y="80"/>
                  </a:lnTo>
                  <a:lnTo>
                    <a:pt x="1978" y="51"/>
                  </a:lnTo>
                  <a:lnTo>
                    <a:pt x="2088" y="0"/>
                  </a:lnTo>
                  <a:lnTo>
                    <a:pt x="1941" y="87"/>
                  </a:lnTo>
                  <a:lnTo>
                    <a:pt x="2061" y="99"/>
                  </a:lnTo>
                  <a:lnTo>
                    <a:pt x="2291" y="51"/>
                  </a:lnTo>
                  <a:lnTo>
                    <a:pt x="2150" y="150"/>
                  </a:lnTo>
                  <a:lnTo>
                    <a:pt x="1994" y="200"/>
                  </a:lnTo>
                  <a:lnTo>
                    <a:pt x="1855" y="186"/>
                  </a:lnTo>
                  <a:lnTo>
                    <a:pt x="1776" y="225"/>
                  </a:lnTo>
                  <a:lnTo>
                    <a:pt x="1713" y="286"/>
                  </a:lnTo>
                  <a:lnTo>
                    <a:pt x="1683" y="361"/>
                  </a:lnTo>
                  <a:lnTo>
                    <a:pt x="1581" y="421"/>
                  </a:lnTo>
                  <a:lnTo>
                    <a:pt x="1434" y="451"/>
                  </a:lnTo>
                  <a:lnTo>
                    <a:pt x="1321" y="481"/>
                  </a:lnTo>
                  <a:lnTo>
                    <a:pt x="1247" y="571"/>
                  </a:lnTo>
                  <a:lnTo>
                    <a:pt x="1201" y="657"/>
                  </a:lnTo>
                  <a:lnTo>
                    <a:pt x="1183" y="717"/>
                  </a:lnTo>
                  <a:lnTo>
                    <a:pt x="1183" y="557"/>
                  </a:lnTo>
                  <a:lnTo>
                    <a:pt x="1207" y="475"/>
                  </a:lnTo>
                  <a:lnTo>
                    <a:pt x="1069" y="481"/>
                  </a:lnTo>
                  <a:lnTo>
                    <a:pt x="910" y="557"/>
                  </a:lnTo>
                  <a:lnTo>
                    <a:pt x="849" y="633"/>
                  </a:lnTo>
                  <a:lnTo>
                    <a:pt x="809" y="754"/>
                  </a:lnTo>
                  <a:lnTo>
                    <a:pt x="752" y="633"/>
                  </a:lnTo>
                  <a:lnTo>
                    <a:pt x="680" y="717"/>
                  </a:lnTo>
                  <a:lnTo>
                    <a:pt x="631" y="880"/>
                  </a:lnTo>
                  <a:lnTo>
                    <a:pt x="592" y="790"/>
                  </a:lnTo>
                  <a:lnTo>
                    <a:pt x="616" y="682"/>
                  </a:lnTo>
                  <a:lnTo>
                    <a:pt x="680" y="633"/>
                  </a:lnTo>
                  <a:lnTo>
                    <a:pt x="701" y="557"/>
                  </a:lnTo>
                  <a:lnTo>
                    <a:pt x="655" y="528"/>
                  </a:lnTo>
                  <a:lnTo>
                    <a:pt x="548" y="580"/>
                  </a:lnTo>
                  <a:lnTo>
                    <a:pt x="502" y="645"/>
                  </a:lnTo>
                  <a:lnTo>
                    <a:pt x="521" y="717"/>
                  </a:lnTo>
                  <a:lnTo>
                    <a:pt x="491" y="880"/>
                  </a:lnTo>
                  <a:lnTo>
                    <a:pt x="456" y="954"/>
                  </a:lnTo>
                  <a:lnTo>
                    <a:pt x="456" y="1025"/>
                  </a:lnTo>
                  <a:lnTo>
                    <a:pt x="456" y="1048"/>
                  </a:lnTo>
                  <a:lnTo>
                    <a:pt x="385" y="1000"/>
                  </a:lnTo>
                  <a:lnTo>
                    <a:pt x="387" y="1127"/>
                  </a:lnTo>
                  <a:lnTo>
                    <a:pt x="284" y="1048"/>
                  </a:lnTo>
                  <a:lnTo>
                    <a:pt x="284" y="1196"/>
                  </a:lnTo>
                  <a:lnTo>
                    <a:pt x="231" y="12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2" name="Freeform 292"/>
            <p:cNvSpPr>
              <a:spLocks/>
            </p:cNvSpPr>
            <p:nvPr/>
          </p:nvSpPr>
          <p:spPr bwMode="auto">
            <a:xfrm>
              <a:off x="3189" y="1625"/>
              <a:ext cx="27" cy="35"/>
            </a:xfrm>
            <a:custGeom>
              <a:avLst/>
              <a:gdLst>
                <a:gd name="T0" fmla="*/ 0 w 217"/>
                <a:gd name="T1" fmla="*/ 0 h 276"/>
                <a:gd name="T2" fmla="*/ 0 w 217"/>
                <a:gd name="T3" fmla="*/ 0 h 276"/>
                <a:gd name="T4" fmla="*/ 0 w 217"/>
                <a:gd name="T5" fmla="*/ 0 h 276"/>
                <a:gd name="T6" fmla="*/ 0 w 217"/>
                <a:gd name="T7" fmla="*/ 0 h 276"/>
                <a:gd name="T8" fmla="*/ 0 w 217"/>
                <a:gd name="T9" fmla="*/ 0 h 276"/>
                <a:gd name="T10" fmla="*/ 0 w 217"/>
                <a:gd name="T11" fmla="*/ 0 h 276"/>
                <a:gd name="T12" fmla="*/ 0 w 217"/>
                <a:gd name="T13" fmla="*/ 0 h 276"/>
                <a:gd name="T14" fmla="*/ 0 w 217"/>
                <a:gd name="T15" fmla="*/ 0 h 276"/>
                <a:gd name="T16" fmla="*/ 0 60000 65536"/>
                <a:gd name="T17" fmla="*/ 0 60000 65536"/>
                <a:gd name="T18" fmla="*/ 0 60000 65536"/>
                <a:gd name="T19" fmla="*/ 0 60000 65536"/>
                <a:gd name="T20" fmla="*/ 0 60000 65536"/>
                <a:gd name="T21" fmla="*/ 0 60000 65536"/>
                <a:gd name="T22" fmla="*/ 0 60000 65536"/>
                <a:gd name="T23" fmla="*/ 0 60000 65536"/>
                <a:gd name="T24" fmla="*/ 0 w 217"/>
                <a:gd name="T25" fmla="*/ 0 h 276"/>
                <a:gd name="T26" fmla="*/ 217 w 217"/>
                <a:gd name="T27" fmla="*/ 276 h 27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7" h="276">
                  <a:moveTo>
                    <a:pt x="0" y="0"/>
                  </a:moveTo>
                  <a:lnTo>
                    <a:pt x="51" y="117"/>
                  </a:lnTo>
                  <a:lnTo>
                    <a:pt x="125" y="165"/>
                  </a:lnTo>
                  <a:lnTo>
                    <a:pt x="217" y="191"/>
                  </a:lnTo>
                  <a:lnTo>
                    <a:pt x="153" y="276"/>
                  </a:lnTo>
                  <a:lnTo>
                    <a:pt x="72" y="239"/>
                  </a:lnTo>
                  <a:lnTo>
                    <a:pt x="8" y="15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3" name="Freeform 293"/>
            <p:cNvSpPr>
              <a:spLocks/>
            </p:cNvSpPr>
            <p:nvPr/>
          </p:nvSpPr>
          <p:spPr bwMode="auto">
            <a:xfrm>
              <a:off x="3190" y="1409"/>
              <a:ext cx="386" cy="239"/>
            </a:xfrm>
            <a:custGeom>
              <a:avLst/>
              <a:gdLst>
                <a:gd name="T0" fmla="*/ 0 w 3089"/>
                <a:gd name="T1" fmla="*/ 0 h 1908"/>
                <a:gd name="T2" fmla="*/ 0 w 3089"/>
                <a:gd name="T3" fmla="*/ 0 h 1908"/>
                <a:gd name="T4" fmla="*/ 0 w 3089"/>
                <a:gd name="T5" fmla="*/ 0 h 1908"/>
                <a:gd name="T6" fmla="*/ 0 w 3089"/>
                <a:gd name="T7" fmla="*/ 0 h 1908"/>
                <a:gd name="T8" fmla="*/ 0 w 3089"/>
                <a:gd name="T9" fmla="*/ 0 h 1908"/>
                <a:gd name="T10" fmla="*/ 0 w 3089"/>
                <a:gd name="T11" fmla="*/ 0 h 1908"/>
                <a:gd name="T12" fmla="*/ 0 w 3089"/>
                <a:gd name="T13" fmla="*/ 0 h 1908"/>
                <a:gd name="T14" fmla="*/ 0 w 3089"/>
                <a:gd name="T15" fmla="*/ 0 h 1908"/>
                <a:gd name="T16" fmla="*/ 0 w 3089"/>
                <a:gd name="T17" fmla="*/ 0 h 1908"/>
                <a:gd name="T18" fmla="*/ 0 w 3089"/>
                <a:gd name="T19" fmla="*/ 0 h 1908"/>
                <a:gd name="T20" fmla="*/ 0 w 3089"/>
                <a:gd name="T21" fmla="*/ 0 h 1908"/>
                <a:gd name="T22" fmla="*/ 0 w 3089"/>
                <a:gd name="T23" fmla="*/ 0 h 1908"/>
                <a:gd name="T24" fmla="*/ 0 w 3089"/>
                <a:gd name="T25" fmla="*/ 0 h 1908"/>
                <a:gd name="T26" fmla="*/ 0 w 3089"/>
                <a:gd name="T27" fmla="*/ 0 h 1908"/>
                <a:gd name="T28" fmla="*/ 0 w 3089"/>
                <a:gd name="T29" fmla="*/ 0 h 1908"/>
                <a:gd name="T30" fmla="*/ 0 w 3089"/>
                <a:gd name="T31" fmla="*/ 0 h 1908"/>
                <a:gd name="T32" fmla="*/ 0 w 3089"/>
                <a:gd name="T33" fmla="*/ 0 h 1908"/>
                <a:gd name="T34" fmla="*/ 0 w 3089"/>
                <a:gd name="T35" fmla="*/ 0 h 1908"/>
                <a:gd name="T36" fmla="*/ 0 w 3089"/>
                <a:gd name="T37" fmla="*/ 0 h 1908"/>
                <a:gd name="T38" fmla="*/ 0 w 3089"/>
                <a:gd name="T39" fmla="*/ 0 h 1908"/>
                <a:gd name="T40" fmla="*/ 0 w 3089"/>
                <a:gd name="T41" fmla="*/ 0 h 1908"/>
                <a:gd name="T42" fmla="*/ 0 w 3089"/>
                <a:gd name="T43" fmla="*/ 0 h 1908"/>
                <a:gd name="T44" fmla="*/ 0 w 3089"/>
                <a:gd name="T45" fmla="*/ 0 h 1908"/>
                <a:gd name="T46" fmla="*/ 0 w 3089"/>
                <a:gd name="T47" fmla="*/ 0 h 1908"/>
                <a:gd name="T48" fmla="*/ 0 w 3089"/>
                <a:gd name="T49" fmla="*/ 0 h 1908"/>
                <a:gd name="T50" fmla="*/ 0 w 3089"/>
                <a:gd name="T51" fmla="*/ 0 h 1908"/>
                <a:gd name="T52" fmla="*/ 0 w 3089"/>
                <a:gd name="T53" fmla="*/ 0 h 1908"/>
                <a:gd name="T54" fmla="*/ 0 w 3089"/>
                <a:gd name="T55" fmla="*/ 0 h 1908"/>
                <a:gd name="T56" fmla="*/ 0 w 3089"/>
                <a:gd name="T57" fmla="*/ 0 h 1908"/>
                <a:gd name="T58" fmla="*/ 0 w 3089"/>
                <a:gd name="T59" fmla="*/ 0 h 1908"/>
                <a:gd name="T60" fmla="*/ 0 w 3089"/>
                <a:gd name="T61" fmla="*/ 0 h 1908"/>
                <a:gd name="T62" fmla="*/ 0 w 3089"/>
                <a:gd name="T63" fmla="*/ 0 h 1908"/>
                <a:gd name="T64" fmla="*/ 0 w 3089"/>
                <a:gd name="T65" fmla="*/ 0 h 1908"/>
                <a:gd name="T66" fmla="*/ 0 w 3089"/>
                <a:gd name="T67" fmla="*/ 0 h 1908"/>
                <a:gd name="T68" fmla="*/ 0 w 3089"/>
                <a:gd name="T69" fmla="*/ 0 h 1908"/>
                <a:gd name="T70" fmla="*/ 0 w 3089"/>
                <a:gd name="T71" fmla="*/ 0 h 1908"/>
                <a:gd name="T72" fmla="*/ 0 w 3089"/>
                <a:gd name="T73" fmla="*/ 0 h 190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089"/>
                <a:gd name="T112" fmla="*/ 0 h 1908"/>
                <a:gd name="T113" fmla="*/ 3089 w 3089"/>
                <a:gd name="T114" fmla="*/ 1908 h 190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089" h="1908">
                  <a:moveTo>
                    <a:pt x="267" y="1860"/>
                  </a:moveTo>
                  <a:lnTo>
                    <a:pt x="145" y="1812"/>
                  </a:lnTo>
                  <a:lnTo>
                    <a:pt x="55" y="1722"/>
                  </a:lnTo>
                  <a:lnTo>
                    <a:pt x="16" y="1584"/>
                  </a:lnTo>
                  <a:lnTo>
                    <a:pt x="0" y="1492"/>
                  </a:lnTo>
                  <a:lnTo>
                    <a:pt x="27" y="1429"/>
                  </a:lnTo>
                  <a:lnTo>
                    <a:pt x="78" y="1374"/>
                  </a:lnTo>
                  <a:lnTo>
                    <a:pt x="64" y="1302"/>
                  </a:lnTo>
                  <a:lnTo>
                    <a:pt x="87" y="1155"/>
                  </a:lnTo>
                  <a:lnTo>
                    <a:pt x="152" y="1058"/>
                  </a:lnTo>
                  <a:lnTo>
                    <a:pt x="249" y="985"/>
                  </a:lnTo>
                  <a:lnTo>
                    <a:pt x="359" y="936"/>
                  </a:lnTo>
                  <a:lnTo>
                    <a:pt x="420" y="846"/>
                  </a:lnTo>
                  <a:lnTo>
                    <a:pt x="523" y="745"/>
                  </a:lnTo>
                  <a:lnTo>
                    <a:pt x="609" y="738"/>
                  </a:lnTo>
                  <a:lnTo>
                    <a:pt x="514" y="800"/>
                  </a:lnTo>
                  <a:lnTo>
                    <a:pt x="460" y="860"/>
                  </a:lnTo>
                  <a:lnTo>
                    <a:pt x="460" y="886"/>
                  </a:lnTo>
                  <a:lnTo>
                    <a:pt x="560" y="860"/>
                  </a:lnTo>
                  <a:lnTo>
                    <a:pt x="671" y="745"/>
                  </a:lnTo>
                  <a:lnTo>
                    <a:pt x="733" y="641"/>
                  </a:lnTo>
                  <a:lnTo>
                    <a:pt x="816" y="489"/>
                  </a:lnTo>
                  <a:lnTo>
                    <a:pt x="922" y="416"/>
                  </a:lnTo>
                  <a:lnTo>
                    <a:pt x="1040" y="339"/>
                  </a:lnTo>
                  <a:lnTo>
                    <a:pt x="1196" y="319"/>
                  </a:lnTo>
                  <a:lnTo>
                    <a:pt x="1326" y="302"/>
                  </a:lnTo>
                  <a:lnTo>
                    <a:pt x="1387" y="293"/>
                  </a:lnTo>
                  <a:lnTo>
                    <a:pt x="1453" y="183"/>
                  </a:lnTo>
                  <a:lnTo>
                    <a:pt x="1546" y="106"/>
                  </a:lnTo>
                  <a:lnTo>
                    <a:pt x="1724" y="42"/>
                  </a:lnTo>
                  <a:lnTo>
                    <a:pt x="1862" y="62"/>
                  </a:lnTo>
                  <a:lnTo>
                    <a:pt x="1945" y="81"/>
                  </a:lnTo>
                  <a:lnTo>
                    <a:pt x="2058" y="0"/>
                  </a:lnTo>
                  <a:lnTo>
                    <a:pt x="2344" y="0"/>
                  </a:lnTo>
                  <a:lnTo>
                    <a:pt x="2526" y="27"/>
                  </a:lnTo>
                  <a:lnTo>
                    <a:pt x="2655" y="67"/>
                  </a:lnTo>
                  <a:lnTo>
                    <a:pt x="2734" y="132"/>
                  </a:lnTo>
                  <a:lnTo>
                    <a:pt x="2873" y="132"/>
                  </a:lnTo>
                  <a:lnTo>
                    <a:pt x="3013" y="196"/>
                  </a:lnTo>
                  <a:lnTo>
                    <a:pt x="3089" y="293"/>
                  </a:lnTo>
                  <a:lnTo>
                    <a:pt x="3013" y="231"/>
                  </a:lnTo>
                  <a:lnTo>
                    <a:pt x="2895" y="173"/>
                  </a:lnTo>
                  <a:lnTo>
                    <a:pt x="2774" y="183"/>
                  </a:lnTo>
                  <a:lnTo>
                    <a:pt x="2577" y="132"/>
                  </a:lnTo>
                  <a:lnTo>
                    <a:pt x="2367" y="132"/>
                  </a:lnTo>
                  <a:lnTo>
                    <a:pt x="2190" y="173"/>
                  </a:lnTo>
                  <a:lnTo>
                    <a:pt x="2017" y="245"/>
                  </a:lnTo>
                  <a:lnTo>
                    <a:pt x="1922" y="319"/>
                  </a:lnTo>
                  <a:lnTo>
                    <a:pt x="1862" y="330"/>
                  </a:lnTo>
                  <a:lnTo>
                    <a:pt x="1890" y="157"/>
                  </a:lnTo>
                  <a:lnTo>
                    <a:pt x="1763" y="132"/>
                  </a:lnTo>
                  <a:lnTo>
                    <a:pt x="1653" y="207"/>
                  </a:lnTo>
                  <a:lnTo>
                    <a:pt x="1592" y="330"/>
                  </a:lnTo>
                  <a:lnTo>
                    <a:pt x="1339" y="339"/>
                  </a:lnTo>
                  <a:lnTo>
                    <a:pt x="1093" y="416"/>
                  </a:lnTo>
                  <a:lnTo>
                    <a:pt x="882" y="583"/>
                  </a:lnTo>
                  <a:lnTo>
                    <a:pt x="772" y="779"/>
                  </a:lnTo>
                  <a:lnTo>
                    <a:pt x="647" y="860"/>
                  </a:lnTo>
                  <a:lnTo>
                    <a:pt x="477" y="936"/>
                  </a:lnTo>
                  <a:lnTo>
                    <a:pt x="317" y="985"/>
                  </a:lnTo>
                  <a:lnTo>
                    <a:pt x="227" y="1082"/>
                  </a:lnTo>
                  <a:lnTo>
                    <a:pt x="209" y="1245"/>
                  </a:lnTo>
                  <a:lnTo>
                    <a:pt x="267" y="1390"/>
                  </a:lnTo>
                  <a:lnTo>
                    <a:pt x="359" y="1471"/>
                  </a:lnTo>
                  <a:lnTo>
                    <a:pt x="460" y="1535"/>
                  </a:lnTo>
                  <a:lnTo>
                    <a:pt x="278" y="1499"/>
                  </a:lnTo>
                  <a:lnTo>
                    <a:pt x="145" y="1429"/>
                  </a:lnTo>
                  <a:lnTo>
                    <a:pt x="124" y="1554"/>
                  </a:lnTo>
                  <a:lnTo>
                    <a:pt x="209" y="1676"/>
                  </a:lnTo>
                  <a:lnTo>
                    <a:pt x="359" y="1730"/>
                  </a:lnTo>
                  <a:lnTo>
                    <a:pt x="477" y="1730"/>
                  </a:lnTo>
                  <a:lnTo>
                    <a:pt x="647" y="1710"/>
                  </a:lnTo>
                  <a:lnTo>
                    <a:pt x="574" y="1835"/>
                  </a:lnTo>
                  <a:lnTo>
                    <a:pt x="449" y="1908"/>
                  </a:lnTo>
                  <a:lnTo>
                    <a:pt x="267" y="18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4" name="Freeform 294"/>
            <p:cNvSpPr>
              <a:spLocks/>
            </p:cNvSpPr>
            <p:nvPr/>
          </p:nvSpPr>
          <p:spPr bwMode="auto">
            <a:xfrm>
              <a:off x="3487" y="1794"/>
              <a:ext cx="39" cy="122"/>
            </a:xfrm>
            <a:custGeom>
              <a:avLst/>
              <a:gdLst>
                <a:gd name="T0" fmla="*/ 0 w 309"/>
                <a:gd name="T1" fmla="*/ 0 h 976"/>
                <a:gd name="T2" fmla="*/ 0 w 309"/>
                <a:gd name="T3" fmla="*/ 0 h 976"/>
                <a:gd name="T4" fmla="*/ 0 w 309"/>
                <a:gd name="T5" fmla="*/ 0 h 976"/>
                <a:gd name="T6" fmla="*/ 0 w 309"/>
                <a:gd name="T7" fmla="*/ 0 h 976"/>
                <a:gd name="T8" fmla="*/ 0 w 309"/>
                <a:gd name="T9" fmla="*/ 0 h 976"/>
                <a:gd name="T10" fmla="*/ 0 w 309"/>
                <a:gd name="T11" fmla="*/ 0 h 976"/>
                <a:gd name="T12" fmla="*/ 0 w 309"/>
                <a:gd name="T13" fmla="*/ 0 h 976"/>
                <a:gd name="T14" fmla="*/ 0 w 309"/>
                <a:gd name="T15" fmla="*/ 0 h 976"/>
                <a:gd name="T16" fmla="*/ 0 w 309"/>
                <a:gd name="T17" fmla="*/ 0 h 976"/>
                <a:gd name="T18" fmla="*/ 0 w 309"/>
                <a:gd name="T19" fmla="*/ 0 h 9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9"/>
                <a:gd name="T31" fmla="*/ 0 h 976"/>
                <a:gd name="T32" fmla="*/ 309 w 309"/>
                <a:gd name="T33" fmla="*/ 976 h 97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9" h="976">
                  <a:moveTo>
                    <a:pt x="186" y="0"/>
                  </a:moveTo>
                  <a:lnTo>
                    <a:pt x="186" y="187"/>
                  </a:lnTo>
                  <a:lnTo>
                    <a:pt x="147" y="459"/>
                  </a:lnTo>
                  <a:lnTo>
                    <a:pt x="101" y="666"/>
                  </a:lnTo>
                  <a:lnTo>
                    <a:pt x="0" y="976"/>
                  </a:lnTo>
                  <a:lnTo>
                    <a:pt x="136" y="831"/>
                  </a:lnTo>
                  <a:lnTo>
                    <a:pt x="241" y="605"/>
                  </a:lnTo>
                  <a:lnTo>
                    <a:pt x="288" y="446"/>
                  </a:lnTo>
                  <a:lnTo>
                    <a:pt x="309" y="296"/>
                  </a:lnTo>
                  <a:lnTo>
                    <a:pt x="18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5" name="Freeform 295"/>
            <p:cNvSpPr>
              <a:spLocks/>
            </p:cNvSpPr>
            <p:nvPr/>
          </p:nvSpPr>
          <p:spPr bwMode="auto">
            <a:xfrm>
              <a:off x="3324" y="2121"/>
              <a:ext cx="559" cy="634"/>
            </a:xfrm>
            <a:custGeom>
              <a:avLst/>
              <a:gdLst>
                <a:gd name="T0" fmla="*/ 0 w 4469"/>
                <a:gd name="T1" fmla="*/ 0 h 5071"/>
                <a:gd name="T2" fmla="*/ 0 w 4469"/>
                <a:gd name="T3" fmla="*/ 0 h 5071"/>
                <a:gd name="T4" fmla="*/ 0 w 4469"/>
                <a:gd name="T5" fmla="*/ 0 h 5071"/>
                <a:gd name="T6" fmla="*/ 0 w 4469"/>
                <a:gd name="T7" fmla="*/ 0 h 5071"/>
                <a:gd name="T8" fmla="*/ 0 w 4469"/>
                <a:gd name="T9" fmla="*/ 0 h 5071"/>
                <a:gd name="T10" fmla="*/ 0 w 4469"/>
                <a:gd name="T11" fmla="*/ 0 h 5071"/>
                <a:gd name="T12" fmla="*/ 0 w 4469"/>
                <a:gd name="T13" fmla="*/ 0 h 5071"/>
                <a:gd name="T14" fmla="*/ 0 w 4469"/>
                <a:gd name="T15" fmla="*/ 0 h 5071"/>
                <a:gd name="T16" fmla="*/ 0 w 4469"/>
                <a:gd name="T17" fmla="*/ 0 h 5071"/>
                <a:gd name="T18" fmla="*/ 0 w 4469"/>
                <a:gd name="T19" fmla="*/ 0 h 5071"/>
                <a:gd name="T20" fmla="*/ 0 w 4469"/>
                <a:gd name="T21" fmla="*/ 0 h 5071"/>
                <a:gd name="T22" fmla="*/ 0 w 4469"/>
                <a:gd name="T23" fmla="*/ 0 h 5071"/>
                <a:gd name="T24" fmla="*/ 0 w 4469"/>
                <a:gd name="T25" fmla="*/ 0 h 5071"/>
                <a:gd name="T26" fmla="*/ 0 w 4469"/>
                <a:gd name="T27" fmla="*/ 0 h 5071"/>
                <a:gd name="T28" fmla="*/ 0 w 4469"/>
                <a:gd name="T29" fmla="*/ 0 h 5071"/>
                <a:gd name="T30" fmla="*/ 0 w 4469"/>
                <a:gd name="T31" fmla="*/ 0 h 5071"/>
                <a:gd name="T32" fmla="*/ 0 w 4469"/>
                <a:gd name="T33" fmla="*/ 0 h 5071"/>
                <a:gd name="T34" fmla="*/ 0 w 4469"/>
                <a:gd name="T35" fmla="*/ 0 h 5071"/>
                <a:gd name="T36" fmla="*/ 0 w 4469"/>
                <a:gd name="T37" fmla="*/ 0 h 5071"/>
                <a:gd name="T38" fmla="*/ 0 w 4469"/>
                <a:gd name="T39" fmla="*/ 0 h 5071"/>
                <a:gd name="T40" fmla="*/ 0 w 4469"/>
                <a:gd name="T41" fmla="*/ 0 h 5071"/>
                <a:gd name="T42" fmla="*/ 0 w 4469"/>
                <a:gd name="T43" fmla="*/ 0 h 5071"/>
                <a:gd name="T44" fmla="*/ 0 w 4469"/>
                <a:gd name="T45" fmla="*/ 0 h 5071"/>
                <a:gd name="T46" fmla="*/ 0 w 4469"/>
                <a:gd name="T47" fmla="*/ 0 h 5071"/>
                <a:gd name="T48" fmla="*/ 0 w 4469"/>
                <a:gd name="T49" fmla="*/ 0 h 5071"/>
                <a:gd name="T50" fmla="*/ 0 w 4469"/>
                <a:gd name="T51" fmla="*/ 0 h 5071"/>
                <a:gd name="T52" fmla="*/ 0 w 4469"/>
                <a:gd name="T53" fmla="*/ 0 h 5071"/>
                <a:gd name="T54" fmla="*/ 0 w 4469"/>
                <a:gd name="T55" fmla="*/ 0 h 5071"/>
                <a:gd name="T56" fmla="*/ 0 w 4469"/>
                <a:gd name="T57" fmla="*/ 0 h 5071"/>
                <a:gd name="T58" fmla="*/ 0 w 4469"/>
                <a:gd name="T59" fmla="*/ 0 h 5071"/>
                <a:gd name="T60" fmla="*/ 0 w 4469"/>
                <a:gd name="T61" fmla="*/ 0 h 5071"/>
                <a:gd name="T62" fmla="*/ 0 w 4469"/>
                <a:gd name="T63" fmla="*/ 0 h 5071"/>
                <a:gd name="T64" fmla="*/ 0 w 4469"/>
                <a:gd name="T65" fmla="*/ 0 h 5071"/>
                <a:gd name="T66" fmla="*/ 0 w 4469"/>
                <a:gd name="T67" fmla="*/ 0 h 5071"/>
                <a:gd name="T68" fmla="*/ 0 w 4469"/>
                <a:gd name="T69" fmla="*/ 0 h 5071"/>
                <a:gd name="T70" fmla="*/ 0 w 4469"/>
                <a:gd name="T71" fmla="*/ 0 h 5071"/>
                <a:gd name="T72" fmla="*/ 0 w 4469"/>
                <a:gd name="T73" fmla="*/ 0 h 5071"/>
                <a:gd name="T74" fmla="*/ 0 w 4469"/>
                <a:gd name="T75" fmla="*/ 0 h 5071"/>
                <a:gd name="T76" fmla="*/ 0 w 4469"/>
                <a:gd name="T77" fmla="*/ 0 h 5071"/>
                <a:gd name="T78" fmla="*/ 0 w 4469"/>
                <a:gd name="T79" fmla="*/ 0 h 5071"/>
                <a:gd name="T80" fmla="*/ 0 w 4469"/>
                <a:gd name="T81" fmla="*/ 0 h 5071"/>
                <a:gd name="T82" fmla="*/ 0 w 4469"/>
                <a:gd name="T83" fmla="*/ 0 h 5071"/>
                <a:gd name="T84" fmla="*/ 0 w 4469"/>
                <a:gd name="T85" fmla="*/ 0 h 5071"/>
                <a:gd name="T86" fmla="*/ 0 w 4469"/>
                <a:gd name="T87" fmla="*/ 0 h 5071"/>
                <a:gd name="T88" fmla="*/ 0 w 4469"/>
                <a:gd name="T89" fmla="*/ 0 h 5071"/>
                <a:gd name="T90" fmla="*/ 0 w 4469"/>
                <a:gd name="T91" fmla="*/ 0 h 5071"/>
                <a:gd name="T92" fmla="*/ 0 w 4469"/>
                <a:gd name="T93" fmla="*/ 0 h 5071"/>
                <a:gd name="T94" fmla="*/ 0 w 4469"/>
                <a:gd name="T95" fmla="*/ 0 h 5071"/>
                <a:gd name="T96" fmla="*/ 0 w 4469"/>
                <a:gd name="T97" fmla="*/ 0 h 5071"/>
                <a:gd name="T98" fmla="*/ 0 w 4469"/>
                <a:gd name="T99" fmla="*/ 0 h 5071"/>
                <a:gd name="T100" fmla="*/ 0 w 4469"/>
                <a:gd name="T101" fmla="*/ 0 h 5071"/>
                <a:gd name="T102" fmla="*/ 0 w 4469"/>
                <a:gd name="T103" fmla="*/ 0 h 5071"/>
                <a:gd name="T104" fmla="*/ 0 w 4469"/>
                <a:gd name="T105" fmla="*/ 0 h 507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469"/>
                <a:gd name="T160" fmla="*/ 0 h 5071"/>
                <a:gd name="T161" fmla="*/ 4469 w 4469"/>
                <a:gd name="T162" fmla="*/ 5071 h 5071"/>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469" h="5071">
                  <a:moveTo>
                    <a:pt x="4469" y="1452"/>
                  </a:moveTo>
                  <a:lnTo>
                    <a:pt x="3878" y="1759"/>
                  </a:lnTo>
                  <a:lnTo>
                    <a:pt x="3544" y="2040"/>
                  </a:lnTo>
                  <a:lnTo>
                    <a:pt x="3228" y="2346"/>
                  </a:lnTo>
                  <a:lnTo>
                    <a:pt x="2956" y="2784"/>
                  </a:lnTo>
                  <a:lnTo>
                    <a:pt x="2733" y="3276"/>
                  </a:lnTo>
                  <a:lnTo>
                    <a:pt x="2578" y="3865"/>
                  </a:lnTo>
                  <a:lnTo>
                    <a:pt x="2483" y="4482"/>
                  </a:lnTo>
                  <a:lnTo>
                    <a:pt x="2421" y="5071"/>
                  </a:lnTo>
                  <a:lnTo>
                    <a:pt x="0" y="5071"/>
                  </a:lnTo>
                  <a:lnTo>
                    <a:pt x="282" y="4821"/>
                  </a:lnTo>
                  <a:lnTo>
                    <a:pt x="499" y="4544"/>
                  </a:lnTo>
                  <a:lnTo>
                    <a:pt x="657" y="4297"/>
                  </a:lnTo>
                  <a:lnTo>
                    <a:pt x="900" y="4080"/>
                  </a:lnTo>
                  <a:lnTo>
                    <a:pt x="1182" y="3924"/>
                  </a:lnTo>
                  <a:lnTo>
                    <a:pt x="1525" y="3087"/>
                  </a:lnTo>
                  <a:lnTo>
                    <a:pt x="1089" y="3243"/>
                  </a:lnTo>
                  <a:lnTo>
                    <a:pt x="99" y="3801"/>
                  </a:lnTo>
                  <a:lnTo>
                    <a:pt x="900" y="3214"/>
                  </a:lnTo>
                  <a:lnTo>
                    <a:pt x="1525" y="2784"/>
                  </a:lnTo>
                  <a:lnTo>
                    <a:pt x="1835" y="2443"/>
                  </a:lnTo>
                  <a:lnTo>
                    <a:pt x="2055" y="2100"/>
                  </a:lnTo>
                  <a:lnTo>
                    <a:pt x="2209" y="1698"/>
                  </a:lnTo>
                  <a:lnTo>
                    <a:pt x="2306" y="1362"/>
                  </a:lnTo>
                  <a:lnTo>
                    <a:pt x="2145" y="894"/>
                  </a:lnTo>
                  <a:lnTo>
                    <a:pt x="1771" y="307"/>
                  </a:lnTo>
                  <a:lnTo>
                    <a:pt x="1459" y="0"/>
                  </a:lnTo>
                  <a:lnTo>
                    <a:pt x="1894" y="341"/>
                  </a:lnTo>
                  <a:lnTo>
                    <a:pt x="2306" y="894"/>
                  </a:lnTo>
                  <a:lnTo>
                    <a:pt x="2456" y="1298"/>
                  </a:lnTo>
                  <a:lnTo>
                    <a:pt x="2610" y="1698"/>
                  </a:lnTo>
                  <a:lnTo>
                    <a:pt x="2707" y="2135"/>
                  </a:lnTo>
                  <a:lnTo>
                    <a:pt x="3076" y="1913"/>
                  </a:lnTo>
                  <a:lnTo>
                    <a:pt x="2578" y="2346"/>
                  </a:lnTo>
                  <a:lnTo>
                    <a:pt x="2209" y="2784"/>
                  </a:lnTo>
                  <a:lnTo>
                    <a:pt x="2020" y="3119"/>
                  </a:lnTo>
                  <a:lnTo>
                    <a:pt x="1894" y="3463"/>
                  </a:lnTo>
                  <a:lnTo>
                    <a:pt x="1802" y="3801"/>
                  </a:lnTo>
                  <a:lnTo>
                    <a:pt x="1617" y="4177"/>
                  </a:lnTo>
                  <a:lnTo>
                    <a:pt x="1459" y="4423"/>
                  </a:lnTo>
                  <a:lnTo>
                    <a:pt x="1432" y="4669"/>
                  </a:lnTo>
                  <a:lnTo>
                    <a:pt x="1432" y="4857"/>
                  </a:lnTo>
                  <a:lnTo>
                    <a:pt x="1556" y="4509"/>
                  </a:lnTo>
                  <a:lnTo>
                    <a:pt x="1736" y="4177"/>
                  </a:lnTo>
                  <a:lnTo>
                    <a:pt x="1958" y="3865"/>
                  </a:lnTo>
                  <a:lnTo>
                    <a:pt x="2055" y="3619"/>
                  </a:lnTo>
                  <a:lnTo>
                    <a:pt x="2270" y="3340"/>
                  </a:lnTo>
                  <a:lnTo>
                    <a:pt x="2639" y="3054"/>
                  </a:lnTo>
                  <a:lnTo>
                    <a:pt x="2920" y="2658"/>
                  </a:lnTo>
                  <a:lnTo>
                    <a:pt x="3228" y="2226"/>
                  </a:lnTo>
                  <a:lnTo>
                    <a:pt x="3602" y="1883"/>
                  </a:lnTo>
                  <a:lnTo>
                    <a:pt x="3943" y="1637"/>
                  </a:lnTo>
                  <a:lnTo>
                    <a:pt x="4469" y="14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6" name="Freeform 296"/>
            <p:cNvSpPr>
              <a:spLocks/>
            </p:cNvSpPr>
            <p:nvPr/>
          </p:nvSpPr>
          <p:spPr bwMode="auto">
            <a:xfrm>
              <a:off x="3286" y="2256"/>
              <a:ext cx="220" cy="267"/>
            </a:xfrm>
            <a:custGeom>
              <a:avLst/>
              <a:gdLst>
                <a:gd name="T0" fmla="*/ 0 w 1765"/>
                <a:gd name="T1" fmla="*/ 0 h 2135"/>
                <a:gd name="T2" fmla="*/ 0 w 1765"/>
                <a:gd name="T3" fmla="*/ 0 h 2135"/>
                <a:gd name="T4" fmla="*/ 0 w 1765"/>
                <a:gd name="T5" fmla="*/ 0 h 2135"/>
                <a:gd name="T6" fmla="*/ 0 w 1765"/>
                <a:gd name="T7" fmla="*/ 0 h 2135"/>
                <a:gd name="T8" fmla="*/ 0 w 1765"/>
                <a:gd name="T9" fmla="*/ 0 h 2135"/>
                <a:gd name="T10" fmla="*/ 0 w 1765"/>
                <a:gd name="T11" fmla="*/ 0 h 2135"/>
                <a:gd name="T12" fmla="*/ 0 w 1765"/>
                <a:gd name="T13" fmla="*/ 0 h 2135"/>
                <a:gd name="T14" fmla="*/ 0 w 1765"/>
                <a:gd name="T15" fmla="*/ 0 h 2135"/>
                <a:gd name="T16" fmla="*/ 0 w 1765"/>
                <a:gd name="T17" fmla="*/ 0 h 2135"/>
                <a:gd name="T18" fmla="*/ 0 w 1765"/>
                <a:gd name="T19" fmla="*/ 0 h 213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65"/>
                <a:gd name="T31" fmla="*/ 0 h 2135"/>
                <a:gd name="T32" fmla="*/ 1765 w 1765"/>
                <a:gd name="T33" fmla="*/ 2135 h 213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65" h="2135">
                  <a:moveTo>
                    <a:pt x="1710" y="0"/>
                  </a:moveTo>
                  <a:lnTo>
                    <a:pt x="1765" y="61"/>
                  </a:lnTo>
                  <a:lnTo>
                    <a:pt x="1425" y="744"/>
                  </a:lnTo>
                  <a:lnTo>
                    <a:pt x="994" y="1147"/>
                  </a:lnTo>
                  <a:lnTo>
                    <a:pt x="743" y="1579"/>
                  </a:lnTo>
                  <a:lnTo>
                    <a:pt x="0" y="2135"/>
                  </a:lnTo>
                  <a:lnTo>
                    <a:pt x="306" y="1482"/>
                  </a:lnTo>
                  <a:lnTo>
                    <a:pt x="1020" y="645"/>
                  </a:lnTo>
                  <a:lnTo>
                    <a:pt x="1579" y="248"/>
                  </a:lnTo>
                  <a:lnTo>
                    <a:pt x="17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7" name="Freeform 297"/>
            <p:cNvSpPr>
              <a:spLocks/>
            </p:cNvSpPr>
            <p:nvPr/>
          </p:nvSpPr>
          <p:spPr bwMode="auto">
            <a:xfrm>
              <a:off x="3712" y="1920"/>
              <a:ext cx="179" cy="305"/>
            </a:xfrm>
            <a:custGeom>
              <a:avLst/>
              <a:gdLst>
                <a:gd name="T0" fmla="*/ 0 w 1430"/>
                <a:gd name="T1" fmla="*/ 0 h 2441"/>
                <a:gd name="T2" fmla="*/ 0 w 1430"/>
                <a:gd name="T3" fmla="*/ 0 h 2441"/>
                <a:gd name="T4" fmla="*/ 0 w 1430"/>
                <a:gd name="T5" fmla="*/ 0 h 2441"/>
                <a:gd name="T6" fmla="*/ 0 w 1430"/>
                <a:gd name="T7" fmla="*/ 0 h 2441"/>
                <a:gd name="T8" fmla="*/ 0 w 1430"/>
                <a:gd name="T9" fmla="*/ 0 h 2441"/>
                <a:gd name="T10" fmla="*/ 0 w 1430"/>
                <a:gd name="T11" fmla="*/ 0 h 2441"/>
                <a:gd name="T12" fmla="*/ 0 w 1430"/>
                <a:gd name="T13" fmla="*/ 0 h 2441"/>
                <a:gd name="T14" fmla="*/ 0 60000 65536"/>
                <a:gd name="T15" fmla="*/ 0 60000 65536"/>
                <a:gd name="T16" fmla="*/ 0 60000 65536"/>
                <a:gd name="T17" fmla="*/ 0 60000 65536"/>
                <a:gd name="T18" fmla="*/ 0 60000 65536"/>
                <a:gd name="T19" fmla="*/ 0 60000 65536"/>
                <a:gd name="T20" fmla="*/ 0 60000 65536"/>
                <a:gd name="T21" fmla="*/ 0 w 1430"/>
                <a:gd name="T22" fmla="*/ 0 h 2441"/>
                <a:gd name="T23" fmla="*/ 1430 w 1430"/>
                <a:gd name="T24" fmla="*/ 2441 h 24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0" h="2441">
                  <a:moveTo>
                    <a:pt x="0" y="0"/>
                  </a:moveTo>
                  <a:lnTo>
                    <a:pt x="374" y="373"/>
                  </a:lnTo>
                  <a:lnTo>
                    <a:pt x="745" y="929"/>
                  </a:lnTo>
                  <a:lnTo>
                    <a:pt x="1430" y="2441"/>
                  </a:lnTo>
                  <a:lnTo>
                    <a:pt x="718" y="961"/>
                  </a:lnTo>
                  <a:lnTo>
                    <a:pt x="347" y="40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8" name="Freeform 298"/>
            <p:cNvSpPr>
              <a:spLocks/>
            </p:cNvSpPr>
            <p:nvPr/>
          </p:nvSpPr>
          <p:spPr bwMode="auto">
            <a:xfrm>
              <a:off x="3216" y="1975"/>
              <a:ext cx="286" cy="604"/>
            </a:xfrm>
            <a:custGeom>
              <a:avLst/>
              <a:gdLst>
                <a:gd name="T0" fmla="*/ 0 w 2285"/>
                <a:gd name="T1" fmla="*/ 0 h 4830"/>
                <a:gd name="T2" fmla="*/ 0 w 2285"/>
                <a:gd name="T3" fmla="*/ 0 h 4830"/>
                <a:gd name="T4" fmla="*/ 0 w 2285"/>
                <a:gd name="T5" fmla="*/ 0 h 4830"/>
                <a:gd name="T6" fmla="*/ 0 w 2285"/>
                <a:gd name="T7" fmla="*/ 0 h 4830"/>
                <a:gd name="T8" fmla="*/ 0 w 2285"/>
                <a:gd name="T9" fmla="*/ 0 h 4830"/>
                <a:gd name="T10" fmla="*/ 0 w 2285"/>
                <a:gd name="T11" fmla="*/ 0 h 4830"/>
                <a:gd name="T12" fmla="*/ 0 w 2285"/>
                <a:gd name="T13" fmla="*/ 0 h 4830"/>
                <a:gd name="T14" fmla="*/ 0 w 2285"/>
                <a:gd name="T15" fmla="*/ 0 h 4830"/>
                <a:gd name="T16" fmla="*/ 0 w 2285"/>
                <a:gd name="T17" fmla="*/ 0 h 4830"/>
                <a:gd name="T18" fmla="*/ 0 w 2285"/>
                <a:gd name="T19" fmla="*/ 0 h 4830"/>
                <a:gd name="T20" fmla="*/ 0 w 2285"/>
                <a:gd name="T21" fmla="*/ 0 h 4830"/>
                <a:gd name="T22" fmla="*/ 0 w 2285"/>
                <a:gd name="T23" fmla="*/ 0 h 4830"/>
                <a:gd name="T24" fmla="*/ 0 w 2285"/>
                <a:gd name="T25" fmla="*/ 0 h 4830"/>
                <a:gd name="T26" fmla="*/ 0 w 2285"/>
                <a:gd name="T27" fmla="*/ 0 h 4830"/>
                <a:gd name="T28" fmla="*/ 0 w 2285"/>
                <a:gd name="T29" fmla="*/ 0 h 4830"/>
                <a:gd name="T30" fmla="*/ 0 w 2285"/>
                <a:gd name="T31" fmla="*/ 0 h 4830"/>
                <a:gd name="T32" fmla="*/ 0 w 2285"/>
                <a:gd name="T33" fmla="*/ 0 h 4830"/>
                <a:gd name="T34" fmla="*/ 0 w 2285"/>
                <a:gd name="T35" fmla="*/ 0 h 4830"/>
                <a:gd name="T36" fmla="*/ 0 w 2285"/>
                <a:gd name="T37" fmla="*/ 0 h 4830"/>
                <a:gd name="T38" fmla="*/ 0 w 2285"/>
                <a:gd name="T39" fmla="*/ 0 h 4830"/>
                <a:gd name="T40" fmla="*/ 0 w 2285"/>
                <a:gd name="T41" fmla="*/ 0 h 4830"/>
                <a:gd name="T42" fmla="*/ 0 w 2285"/>
                <a:gd name="T43" fmla="*/ 0 h 4830"/>
                <a:gd name="T44" fmla="*/ 0 w 2285"/>
                <a:gd name="T45" fmla="*/ 0 h 4830"/>
                <a:gd name="T46" fmla="*/ 0 w 2285"/>
                <a:gd name="T47" fmla="*/ 0 h 4830"/>
                <a:gd name="T48" fmla="*/ 0 w 2285"/>
                <a:gd name="T49" fmla="*/ 0 h 4830"/>
                <a:gd name="T50" fmla="*/ 0 w 2285"/>
                <a:gd name="T51" fmla="*/ 0 h 4830"/>
                <a:gd name="T52" fmla="*/ 0 w 2285"/>
                <a:gd name="T53" fmla="*/ 0 h 4830"/>
                <a:gd name="T54" fmla="*/ 0 w 2285"/>
                <a:gd name="T55" fmla="*/ 0 h 4830"/>
                <a:gd name="T56" fmla="*/ 0 w 2285"/>
                <a:gd name="T57" fmla="*/ 0 h 4830"/>
                <a:gd name="T58" fmla="*/ 0 w 2285"/>
                <a:gd name="T59" fmla="*/ 0 h 4830"/>
                <a:gd name="T60" fmla="*/ 0 w 2285"/>
                <a:gd name="T61" fmla="*/ 0 h 4830"/>
                <a:gd name="T62" fmla="*/ 0 w 2285"/>
                <a:gd name="T63" fmla="*/ 0 h 4830"/>
                <a:gd name="T64" fmla="*/ 0 w 2285"/>
                <a:gd name="T65" fmla="*/ 0 h 4830"/>
                <a:gd name="T66" fmla="*/ 0 w 2285"/>
                <a:gd name="T67" fmla="*/ 0 h 4830"/>
                <a:gd name="T68" fmla="*/ 0 w 2285"/>
                <a:gd name="T69" fmla="*/ 0 h 483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285"/>
                <a:gd name="T106" fmla="*/ 0 h 4830"/>
                <a:gd name="T107" fmla="*/ 2285 w 2285"/>
                <a:gd name="T108" fmla="*/ 4830 h 483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285" h="4830">
                  <a:moveTo>
                    <a:pt x="2285" y="0"/>
                  </a:moveTo>
                  <a:lnTo>
                    <a:pt x="1736" y="296"/>
                  </a:lnTo>
                  <a:lnTo>
                    <a:pt x="1471" y="507"/>
                  </a:lnTo>
                  <a:lnTo>
                    <a:pt x="1198" y="646"/>
                  </a:lnTo>
                  <a:lnTo>
                    <a:pt x="862" y="1140"/>
                  </a:lnTo>
                  <a:lnTo>
                    <a:pt x="688" y="1755"/>
                  </a:lnTo>
                  <a:lnTo>
                    <a:pt x="620" y="2283"/>
                  </a:lnTo>
                  <a:lnTo>
                    <a:pt x="559" y="2690"/>
                  </a:lnTo>
                  <a:lnTo>
                    <a:pt x="446" y="3017"/>
                  </a:lnTo>
                  <a:lnTo>
                    <a:pt x="365" y="3412"/>
                  </a:lnTo>
                  <a:lnTo>
                    <a:pt x="286" y="3753"/>
                  </a:lnTo>
                  <a:lnTo>
                    <a:pt x="270" y="4021"/>
                  </a:lnTo>
                  <a:lnTo>
                    <a:pt x="224" y="4254"/>
                  </a:lnTo>
                  <a:lnTo>
                    <a:pt x="207" y="4383"/>
                  </a:lnTo>
                  <a:lnTo>
                    <a:pt x="132" y="4577"/>
                  </a:lnTo>
                  <a:lnTo>
                    <a:pt x="0" y="4830"/>
                  </a:lnTo>
                  <a:lnTo>
                    <a:pt x="240" y="4421"/>
                  </a:lnTo>
                  <a:lnTo>
                    <a:pt x="381" y="4104"/>
                  </a:lnTo>
                  <a:lnTo>
                    <a:pt x="574" y="3689"/>
                  </a:lnTo>
                  <a:lnTo>
                    <a:pt x="688" y="3368"/>
                  </a:lnTo>
                  <a:lnTo>
                    <a:pt x="780" y="2986"/>
                  </a:lnTo>
                  <a:lnTo>
                    <a:pt x="826" y="2430"/>
                  </a:lnTo>
                  <a:lnTo>
                    <a:pt x="766" y="3006"/>
                  </a:lnTo>
                  <a:lnTo>
                    <a:pt x="574" y="3592"/>
                  </a:lnTo>
                  <a:lnTo>
                    <a:pt x="305" y="4083"/>
                  </a:lnTo>
                  <a:lnTo>
                    <a:pt x="365" y="3592"/>
                  </a:lnTo>
                  <a:lnTo>
                    <a:pt x="497" y="3006"/>
                  </a:lnTo>
                  <a:lnTo>
                    <a:pt x="607" y="2718"/>
                  </a:lnTo>
                  <a:lnTo>
                    <a:pt x="730" y="1920"/>
                  </a:lnTo>
                  <a:lnTo>
                    <a:pt x="862" y="1377"/>
                  </a:lnTo>
                  <a:lnTo>
                    <a:pt x="1022" y="973"/>
                  </a:lnTo>
                  <a:lnTo>
                    <a:pt x="1229" y="692"/>
                  </a:lnTo>
                  <a:lnTo>
                    <a:pt x="1532" y="523"/>
                  </a:lnTo>
                  <a:lnTo>
                    <a:pt x="1833" y="268"/>
                  </a:lnTo>
                  <a:lnTo>
                    <a:pt x="228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9" name="Freeform 299"/>
            <p:cNvSpPr>
              <a:spLocks/>
            </p:cNvSpPr>
            <p:nvPr/>
          </p:nvSpPr>
          <p:spPr bwMode="auto">
            <a:xfrm>
              <a:off x="2817" y="2393"/>
              <a:ext cx="457" cy="365"/>
            </a:xfrm>
            <a:custGeom>
              <a:avLst/>
              <a:gdLst>
                <a:gd name="T0" fmla="*/ 0 w 3654"/>
                <a:gd name="T1" fmla="*/ 0 h 2924"/>
                <a:gd name="T2" fmla="*/ 0 w 3654"/>
                <a:gd name="T3" fmla="*/ 0 h 2924"/>
                <a:gd name="T4" fmla="*/ 0 w 3654"/>
                <a:gd name="T5" fmla="*/ 0 h 2924"/>
                <a:gd name="T6" fmla="*/ 0 w 3654"/>
                <a:gd name="T7" fmla="*/ 0 h 2924"/>
                <a:gd name="T8" fmla="*/ 0 w 3654"/>
                <a:gd name="T9" fmla="*/ 0 h 2924"/>
                <a:gd name="T10" fmla="*/ 0 w 3654"/>
                <a:gd name="T11" fmla="*/ 0 h 2924"/>
                <a:gd name="T12" fmla="*/ 0 w 3654"/>
                <a:gd name="T13" fmla="*/ 0 h 2924"/>
                <a:gd name="T14" fmla="*/ 0 w 3654"/>
                <a:gd name="T15" fmla="*/ 0 h 2924"/>
                <a:gd name="T16" fmla="*/ 0 w 3654"/>
                <a:gd name="T17" fmla="*/ 0 h 2924"/>
                <a:gd name="T18" fmla="*/ 0 w 3654"/>
                <a:gd name="T19" fmla="*/ 0 h 2924"/>
                <a:gd name="T20" fmla="*/ 0 w 3654"/>
                <a:gd name="T21" fmla="*/ 0 h 2924"/>
                <a:gd name="T22" fmla="*/ 0 w 3654"/>
                <a:gd name="T23" fmla="*/ 0 h 2924"/>
                <a:gd name="T24" fmla="*/ 0 w 3654"/>
                <a:gd name="T25" fmla="*/ 0 h 2924"/>
                <a:gd name="T26" fmla="*/ 0 w 3654"/>
                <a:gd name="T27" fmla="*/ 0 h 2924"/>
                <a:gd name="T28" fmla="*/ 0 w 3654"/>
                <a:gd name="T29" fmla="*/ 0 h 2924"/>
                <a:gd name="T30" fmla="*/ 0 w 3654"/>
                <a:gd name="T31" fmla="*/ 0 h 2924"/>
                <a:gd name="T32" fmla="*/ 0 w 3654"/>
                <a:gd name="T33" fmla="*/ 0 h 2924"/>
                <a:gd name="T34" fmla="*/ 0 w 3654"/>
                <a:gd name="T35" fmla="*/ 0 h 2924"/>
                <a:gd name="T36" fmla="*/ 0 w 3654"/>
                <a:gd name="T37" fmla="*/ 0 h 2924"/>
                <a:gd name="T38" fmla="*/ 0 w 3654"/>
                <a:gd name="T39" fmla="*/ 0 h 2924"/>
                <a:gd name="T40" fmla="*/ 0 w 3654"/>
                <a:gd name="T41" fmla="*/ 0 h 2924"/>
                <a:gd name="T42" fmla="*/ 0 w 3654"/>
                <a:gd name="T43" fmla="*/ 0 h 2924"/>
                <a:gd name="T44" fmla="*/ 0 w 3654"/>
                <a:gd name="T45" fmla="*/ 0 h 2924"/>
                <a:gd name="T46" fmla="*/ 0 w 3654"/>
                <a:gd name="T47" fmla="*/ 0 h 2924"/>
                <a:gd name="T48" fmla="*/ 0 w 3654"/>
                <a:gd name="T49" fmla="*/ 0 h 2924"/>
                <a:gd name="T50" fmla="*/ 0 w 3654"/>
                <a:gd name="T51" fmla="*/ 0 h 2924"/>
                <a:gd name="T52" fmla="*/ 0 w 3654"/>
                <a:gd name="T53" fmla="*/ 0 h 2924"/>
                <a:gd name="T54" fmla="*/ 0 w 3654"/>
                <a:gd name="T55" fmla="*/ 0 h 2924"/>
                <a:gd name="T56" fmla="*/ 0 w 3654"/>
                <a:gd name="T57" fmla="*/ 0 h 2924"/>
                <a:gd name="T58" fmla="*/ 0 w 3654"/>
                <a:gd name="T59" fmla="*/ 0 h 2924"/>
                <a:gd name="T60" fmla="*/ 0 w 3654"/>
                <a:gd name="T61" fmla="*/ 0 h 2924"/>
                <a:gd name="T62" fmla="*/ 0 w 3654"/>
                <a:gd name="T63" fmla="*/ 0 h 2924"/>
                <a:gd name="T64" fmla="*/ 0 w 3654"/>
                <a:gd name="T65" fmla="*/ 0 h 2924"/>
                <a:gd name="T66" fmla="*/ 0 w 3654"/>
                <a:gd name="T67" fmla="*/ 0 h 2924"/>
                <a:gd name="T68" fmla="*/ 0 w 3654"/>
                <a:gd name="T69" fmla="*/ 0 h 2924"/>
                <a:gd name="T70" fmla="*/ 0 w 3654"/>
                <a:gd name="T71" fmla="*/ 0 h 292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654"/>
                <a:gd name="T109" fmla="*/ 0 h 2924"/>
                <a:gd name="T110" fmla="*/ 3654 w 3654"/>
                <a:gd name="T111" fmla="*/ 2924 h 292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654" h="2924">
                  <a:moveTo>
                    <a:pt x="3236" y="1418"/>
                  </a:moveTo>
                  <a:lnTo>
                    <a:pt x="3179" y="1729"/>
                  </a:lnTo>
                  <a:lnTo>
                    <a:pt x="3291" y="2195"/>
                  </a:lnTo>
                  <a:lnTo>
                    <a:pt x="3543" y="2562"/>
                  </a:lnTo>
                  <a:lnTo>
                    <a:pt x="3654" y="2845"/>
                  </a:lnTo>
                  <a:lnTo>
                    <a:pt x="3432" y="2654"/>
                  </a:lnTo>
                  <a:lnTo>
                    <a:pt x="3261" y="2237"/>
                  </a:lnTo>
                  <a:lnTo>
                    <a:pt x="3192" y="1925"/>
                  </a:lnTo>
                  <a:lnTo>
                    <a:pt x="2796" y="2272"/>
                  </a:lnTo>
                  <a:lnTo>
                    <a:pt x="2796" y="2592"/>
                  </a:lnTo>
                  <a:lnTo>
                    <a:pt x="3015" y="2924"/>
                  </a:lnTo>
                  <a:lnTo>
                    <a:pt x="2777" y="2668"/>
                  </a:lnTo>
                  <a:lnTo>
                    <a:pt x="2715" y="2527"/>
                  </a:lnTo>
                  <a:lnTo>
                    <a:pt x="2683" y="2356"/>
                  </a:lnTo>
                  <a:lnTo>
                    <a:pt x="2683" y="2237"/>
                  </a:lnTo>
                  <a:lnTo>
                    <a:pt x="2733" y="2114"/>
                  </a:lnTo>
                  <a:lnTo>
                    <a:pt x="2937" y="1815"/>
                  </a:lnTo>
                  <a:lnTo>
                    <a:pt x="2983" y="1775"/>
                  </a:lnTo>
                  <a:lnTo>
                    <a:pt x="3131" y="1753"/>
                  </a:lnTo>
                  <a:lnTo>
                    <a:pt x="3131" y="1683"/>
                  </a:lnTo>
                  <a:lnTo>
                    <a:pt x="2904" y="1608"/>
                  </a:lnTo>
                  <a:lnTo>
                    <a:pt x="2808" y="1619"/>
                  </a:lnTo>
                  <a:lnTo>
                    <a:pt x="2427" y="2068"/>
                  </a:lnTo>
                  <a:lnTo>
                    <a:pt x="2505" y="1826"/>
                  </a:lnTo>
                  <a:lnTo>
                    <a:pt x="2268" y="1826"/>
                  </a:lnTo>
                  <a:lnTo>
                    <a:pt x="1579" y="2045"/>
                  </a:lnTo>
                  <a:lnTo>
                    <a:pt x="1401" y="2356"/>
                  </a:lnTo>
                  <a:lnTo>
                    <a:pt x="1309" y="2578"/>
                  </a:lnTo>
                  <a:lnTo>
                    <a:pt x="1296" y="2832"/>
                  </a:lnTo>
                  <a:lnTo>
                    <a:pt x="1265" y="2608"/>
                  </a:lnTo>
                  <a:lnTo>
                    <a:pt x="1276" y="2452"/>
                  </a:lnTo>
                  <a:lnTo>
                    <a:pt x="1447" y="2015"/>
                  </a:lnTo>
                  <a:lnTo>
                    <a:pt x="1039" y="1889"/>
                  </a:lnTo>
                  <a:lnTo>
                    <a:pt x="797" y="1859"/>
                  </a:lnTo>
                  <a:lnTo>
                    <a:pt x="493" y="1909"/>
                  </a:lnTo>
                  <a:lnTo>
                    <a:pt x="219" y="1925"/>
                  </a:lnTo>
                  <a:lnTo>
                    <a:pt x="0" y="1874"/>
                  </a:lnTo>
                  <a:lnTo>
                    <a:pt x="255" y="1889"/>
                  </a:lnTo>
                  <a:lnTo>
                    <a:pt x="529" y="1859"/>
                  </a:lnTo>
                  <a:lnTo>
                    <a:pt x="828" y="1799"/>
                  </a:lnTo>
                  <a:lnTo>
                    <a:pt x="973" y="1775"/>
                  </a:lnTo>
                  <a:lnTo>
                    <a:pt x="1199" y="1826"/>
                  </a:lnTo>
                  <a:lnTo>
                    <a:pt x="1436" y="1826"/>
                  </a:lnTo>
                  <a:lnTo>
                    <a:pt x="1639" y="1753"/>
                  </a:lnTo>
                  <a:lnTo>
                    <a:pt x="1821" y="1619"/>
                  </a:lnTo>
                  <a:lnTo>
                    <a:pt x="1982" y="1481"/>
                  </a:lnTo>
                  <a:lnTo>
                    <a:pt x="2091" y="1367"/>
                  </a:lnTo>
                  <a:lnTo>
                    <a:pt x="2224" y="1176"/>
                  </a:lnTo>
                  <a:lnTo>
                    <a:pt x="2224" y="1257"/>
                  </a:lnTo>
                  <a:lnTo>
                    <a:pt x="2634" y="1107"/>
                  </a:lnTo>
                  <a:lnTo>
                    <a:pt x="2591" y="955"/>
                  </a:lnTo>
                  <a:lnTo>
                    <a:pt x="2476" y="777"/>
                  </a:lnTo>
                  <a:lnTo>
                    <a:pt x="2314" y="648"/>
                  </a:lnTo>
                  <a:lnTo>
                    <a:pt x="2188" y="648"/>
                  </a:lnTo>
                  <a:lnTo>
                    <a:pt x="2268" y="527"/>
                  </a:lnTo>
                  <a:lnTo>
                    <a:pt x="2556" y="393"/>
                  </a:lnTo>
                  <a:lnTo>
                    <a:pt x="2746" y="316"/>
                  </a:lnTo>
                  <a:lnTo>
                    <a:pt x="2983" y="141"/>
                  </a:lnTo>
                  <a:lnTo>
                    <a:pt x="3131" y="30"/>
                  </a:lnTo>
                  <a:lnTo>
                    <a:pt x="3592" y="0"/>
                  </a:lnTo>
                  <a:lnTo>
                    <a:pt x="3573" y="30"/>
                  </a:lnTo>
                  <a:lnTo>
                    <a:pt x="3140" y="74"/>
                  </a:lnTo>
                  <a:lnTo>
                    <a:pt x="2886" y="316"/>
                  </a:lnTo>
                  <a:lnTo>
                    <a:pt x="2591" y="461"/>
                  </a:lnTo>
                  <a:lnTo>
                    <a:pt x="2492" y="478"/>
                  </a:lnTo>
                  <a:lnTo>
                    <a:pt x="2314" y="558"/>
                  </a:lnTo>
                  <a:lnTo>
                    <a:pt x="2476" y="635"/>
                  </a:lnTo>
                  <a:lnTo>
                    <a:pt x="2634" y="777"/>
                  </a:lnTo>
                  <a:lnTo>
                    <a:pt x="2733" y="916"/>
                  </a:lnTo>
                  <a:lnTo>
                    <a:pt x="2796" y="1107"/>
                  </a:lnTo>
                  <a:lnTo>
                    <a:pt x="2832" y="1386"/>
                  </a:lnTo>
                  <a:lnTo>
                    <a:pt x="3370" y="1176"/>
                  </a:lnTo>
                  <a:lnTo>
                    <a:pt x="3236" y="14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0" name="Freeform 300"/>
            <p:cNvSpPr>
              <a:spLocks/>
            </p:cNvSpPr>
            <p:nvPr/>
          </p:nvSpPr>
          <p:spPr bwMode="auto">
            <a:xfrm>
              <a:off x="2360" y="1588"/>
              <a:ext cx="77" cy="144"/>
            </a:xfrm>
            <a:custGeom>
              <a:avLst/>
              <a:gdLst>
                <a:gd name="T0" fmla="*/ 0 w 620"/>
                <a:gd name="T1" fmla="*/ 0 h 1156"/>
                <a:gd name="T2" fmla="*/ 0 w 620"/>
                <a:gd name="T3" fmla="*/ 0 h 1156"/>
                <a:gd name="T4" fmla="*/ 0 w 620"/>
                <a:gd name="T5" fmla="*/ 0 h 1156"/>
                <a:gd name="T6" fmla="*/ 0 w 620"/>
                <a:gd name="T7" fmla="*/ 0 h 1156"/>
                <a:gd name="T8" fmla="*/ 0 w 620"/>
                <a:gd name="T9" fmla="*/ 0 h 1156"/>
                <a:gd name="T10" fmla="*/ 0 w 620"/>
                <a:gd name="T11" fmla="*/ 0 h 1156"/>
                <a:gd name="T12" fmla="*/ 0 w 620"/>
                <a:gd name="T13" fmla="*/ 0 h 1156"/>
                <a:gd name="T14" fmla="*/ 0 w 620"/>
                <a:gd name="T15" fmla="*/ 0 h 1156"/>
                <a:gd name="T16" fmla="*/ 0 w 620"/>
                <a:gd name="T17" fmla="*/ 0 h 1156"/>
                <a:gd name="T18" fmla="*/ 0 w 620"/>
                <a:gd name="T19" fmla="*/ 0 h 1156"/>
                <a:gd name="T20" fmla="*/ 0 w 620"/>
                <a:gd name="T21" fmla="*/ 0 h 1156"/>
                <a:gd name="T22" fmla="*/ 0 w 620"/>
                <a:gd name="T23" fmla="*/ 0 h 1156"/>
                <a:gd name="T24" fmla="*/ 0 w 620"/>
                <a:gd name="T25" fmla="*/ 0 h 1156"/>
                <a:gd name="T26" fmla="*/ 0 w 620"/>
                <a:gd name="T27" fmla="*/ 0 h 1156"/>
                <a:gd name="T28" fmla="*/ 0 w 620"/>
                <a:gd name="T29" fmla="*/ 0 h 1156"/>
                <a:gd name="T30" fmla="*/ 0 w 620"/>
                <a:gd name="T31" fmla="*/ 0 h 1156"/>
                <a:gd name="T32" fmla="*/ 0 w 620"/>
                <a:gd name="T33" fmla="*/ 0 h 1156"/>
                <a:gd name="T34" fmla="*/ 0 w 620"/>
                <a:gd name="T35" fmla="*/ 0 h 1156"/>
                <a:gd name="T36" fmla="*/ 0 w 620"/>
                <a:gd name="T37" fmla="*/ 0 h 1156"/>
                <a:gd name="T38" fmla="*/ 0 w 620"/>
                <a:gd name="T39" fmla="*/ 0 h 1156"/>
                <a:gd name="T40" fmla="*/ 0 w 620"/>
                <a:gd name="T41" fmla="*/ 0 h 115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20"/>
                <a:gd name="T64" fmla="*/ 0 h 1156"/>
                <a:gd name="T65" fmla="*/ 620 w 620"/>
                <a:gd name="T66" fmla="*/ 1156 h 115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20" h="1156">
                  <a:moveTo>
                    <a:pt x="519" y="950"/>
                  </a:moveTo>
                  <a:lnTo>
                    <a:pt x="620" y="971"/>
                  </a:lnTo>
                  <a:lnTo>
                    <a:pt x="620" y="1059"/>
                  </a:lnTo>
                  <a:lnTo>
                    <a:pt x="547" y="1088"/>
                  </a:lnTo>
                  <a:lnTo>
                    <a:pt x="341" y="1098"/>
                  </a:lnTo>
                  <a:lnTo>
                    <a:pt x="242" y="1059"/>
                  </a:lnTo>
                  <a:lnTo>
                    <a:pt x="169" y="1075"/>
                  </a:lnTo>
                  <a:lnTo>
                    <a:pt x="0" y="1156"/>
                  </a:lnTo>
                  <a:lnTo>
                    <a:pt x="116" y="1015"/>
                  </a:lnTo>
                  <a:lnTo>
                    <a:pt x="305" y="909"/>
                  </a:lnTo>
                  <a:lnTo>
                    <a:pt x="429" y="978"/>
                  </a:lnTo>
                  <a:lnTo>
                    <a:pt x="464" y="964"/>
                  </a:lnTo>
                  <a:lnTo>
                    <a:pt x="452" y="782"/>
                  </a:lnTo>
                  <a:lnTo>
                    <a:pt x="429" y="540"/>
                  </a:lnTo>
                  <a:lnTo>
                    <a:pt x="393" y="293"/>
                  </a:lnTo>
                  <a:lnTo>
                    <a:pt x="305" y="24"/>
                  </a:lnTo>
                  <a:lnTo>
                    <a:pt x="351" y="0"/>
                  </a:lnTo>
                  <a:lnTo>
                    <a:pt x="413" y="202"/>
                  </a:lnTo>
                  <a:lnTo>
                    <a:pt x="464" y="540"/>
                  </a:lnTo>
                  <a:lnTo>
                    <a:pt x="489" y="941"/>
                  </a:lnTo>
                  <a:lnTo>
                    <a:pt x="519" y="9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1" name="Freeform 301"/>
            <p:cNvSpPr>
              <a:spLocks/>
            </p:cNvSpPr>
            <p:nvPr/>
          </p:nvSpPr>
          <p:spPr bwMode="auto">
            <a:xfrm>
              <a:off x="2372" y="1724"/>
              <a:ext cx="38" cy="66"/>
            </a:xfrm>
            <a:custGeom>
              <a:avLst/>
              <a:gdLst>
                <a:gd name="T0" fmla="*/ 0 w 298"/>
                <a:gd name="T1" fmla="*/ 0 h 529"/>
                <a:gd name="T2" fmla="*/ 0 w 298"/>
                <a:gd name="T3" fmla="*/ 0 h 529"/>
                <a:gd name="T4" fmla="*/ 0 w 298"/>
                <a:gd name="T5" fmla="*/ 0 h 529"/>
                <a:gd name="T6" fmla="*/ 0 w 298"/>
                <a:gd name="T7" fmla="*/ 0 h 529"/>
                <a:gd name="T8" fmla="*/ 0 w 298"/>
                <a:gd name="T9" fmla="*/ 0 h 529"/>
                <a:gd name="T10" fmla="*/ 0 w 298"/>
                <a:gd name="T11" fmla="*/ 0 h 529"/>
                <a:gd name="T12" fmla="*/ 0 w 298"/>
                <a:gd name="T13" fmla="*/ 0 h 529"/>
                <a:gd name="T14" fmla="*/ 0 w 298"/>
                <a:gd name="T15" fmla="*/ 0 h 529"/>
                <a:gd name="T16" fmla="*/ 0 w 298"/>
                <a:gd name="T17" fmla="*/ 0 h 529"/>
                <a:gd name="T18" fmla="*/ 0 w 298"/>
                <a:gd name="T19" fmla="*/ 0 h 529"/>
                <a:gd name="T20" fmla="*/ 0 w 298"/>
                <a:gd name="T21" fmla="*/ 0 h 529"/>
                <a:gd name="T22" fmla="*/ 0 w 298"/>
                <a:gd name="T23" fmla="*/ 0 h 529"/>
                <a:gd name="T24" fmla="*/ 0 w 298"/>
                <a:gd name="T25" fmla="*/ 0 h 529"/>
                <a:gd name="T26" fmla="*/ 0 w 298"/>
                <a:gd name="T27" fmla="*/ 0 h 529"/>
                <a:gd name="T28" fmla="*/ 0 w 298"/>
                <a:gd name="T29" fmla="*/ 0 h 529"/>
                <a:gd name="T30" fmla="*/ 0 w 298"/>
                <a:gd name="T31" fmla="*/ 0 h 52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98"/>
                <a:gd name="T49" fmla="*/ 0 h 529"/>
                <a:gd name="T50" fmla="*/ 298 w 298"/>
                <a:gd name="T51" fmla="*/ 529 h 52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98" h="529">
                  <a:moveTo>
                    <a:pt x="298" y="0"/>
                  </a:moveTo>
                  <a:lnTo>
                    <a:pt x="263" y="99"/>
                  </a:lnTo>
                  <a:lnTo>
                    <a:pt x="37" y="169"/>
                  </a:lnTo>
                  <a:lnTo>
                    <a:pt x="77" y="266"/>
                  </a:lnTo>
                  <a:lnTo>
                    <a:pt x="167" y="344"/>
                  </a:lnTo>
                  <a:lnTo>
                    <a:pt x="0" y="494"/>
                  </a:lnTo>
                  <a:lnTo>
                    <a:pt x="7" y="529"/>
                  </a:lnTo>
                  <a:lnTo>
                    <a:pt x="107" y="501"/>
                  </a:lnTo>
                  <a:lnTo>
                    <a:pt x="206" y="400"/>
                  </a:lnTo>
                  <a:lnTo>
                    <a:pt x="206" y="330"/>
                  </a:lnTo>
                  <a:lnTo>
                    <a:pt x="99" y="213"/>
                  </a:lnTo>
                  <a:lnTo>
                    <a:pt x="198" y="160"/>
                  </a:lnTo>
                  <a:lnTo>
                    <a:pt x="173" y="213"/>
                  </a:lnTo>
                  <a:lnTo>
                    <a:pt x="263" y="160"/>
                  </a:lnTo>
                  <a:lnTo>
                    <a:pt x="294" y="83"/>
                  </a:lnTo>
                  <a:lnTo>
                    <a:pt x="29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2" name="Freeform 302"/>
            <p:cNvSpPr>
              <a:spLocks/>
            </p:cNvSpPr>
            <p:nvPr/>
          </p:nvSpPr>
          <p:spPr bwMode="auto">
            <a:xfrm>
              <a:off x="2359" y="1725"/>
              <a:ext cx="90" cy="146"/>
            </a:xfrm>
            <a:custGeom>
              <a:avLst/>
              <a:gdLst>
                <a:gd name="T0" fmla="*/ 0 w 721"/>
                <a:gd name="T1" fmla="*/ 0 h 1164"/>
                <a:gd name="T2" fmla="*/ 0 w 721"/>
                <a:gd name="T3" fmla="*/ 0 h 1164"/>
                <a:gd name="T4" fmla="*/ 0 w 721"/>
                <a:gd name="T5" fmla="*/ 0 h 1164"/>
                <a:gd name="T6" fmla="*/ 0 w 721"/>
                <a:gd name="T7" fmla="*/ 0 h 1164"/>
                <a:gd name="T8" fmla="*/ 0 w 721"/>
                <a:gd name="T9" fmla="*/ 0 h 1164"/>
                <a:gd name="T10" fmla="*/ 0 w 721"/>
                <a:gd name="T11" fmla="*/ 0 h 1164"/>
                <a:gd name="T12" fmla="*/ 0 w 721"/>
                <a:gd name="T13" fmla="*/ 0 h 1164"/>
                <a:gd name="T14" fmla="*/ 0 w 721"/>
                <a:gd name="T15" fmla="*/ 0 h 1164"/>
                <a:gd name="T16" fmla="*/ 0 w 721"/>
                <a:gd name="T17" fmla="*/ 0 h 1164"/>
                <a:gd name="T18" fmla="*/ 0 w 721"/>
                <a:gd name="T19" fmla="*/ 0 h 1164"/>
                <a:gd name="T20" fmla="*/ 0 w 721"/>
                <a:gd name="T21" fmla="*/ 0 h 1164"/>
                <a:gd name="T22" fmla="*/ 0 w 721"/>
                <a:gd name="T23" fmla="*/ 0 h 1164"/>
                <a:gd name="T24" fmla="*/ 0 w 721"/>
                <a:gd name="T25" fmla="*/ 0 h 1164"/>
                <a:gd name="T26" fmla="*/ 0 w 721"/>
                <a:gd name="T27" fmla="*/ 0 h 1164"/>
                <a:gd name="T28" fmla="*/ 0 w 721"/>
                <a:gd name="T29" fmla="*/ 0 h 1164"/>
                <a:gd name="T30" fmla="*/ 0 w 721"/>
                <a:gd name="T31" fmla="*/ 0 h 1164"/>
                <a:gd name="T32" fmla="*/ 0 w 721"/>
                <a:gd name="T33" fmla="*/ 0 h 1164"/>
                <a:gd name="T34" fmla="*/ 0 w 721"/>
                <a:gd name="T35" fmla="*/ 0 h 1164"/>
                <a:gd name="T36" fmla="*/ 0 w 721"/>
                <a:gd name="T37" fmla="*/ 0 h 1164"/>
                <a:gd name="T38" fmla="*/ 0 w 721"/>
                <a:gd name="T39" fmla="*/ 0 h 1164"/>
                <a:gd name="T40" fmla="*/ 0 w 721"/>
                <a:gd name="T41" fmla="*/ 0 h 1164"/>
                <a:gd name="T42" fmla="*/ 0 w 721"/>
                <a:gd name="T43" fmla="*/ 0 h 116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21"/>
                <a:gd name="T67" fmla="*/ 0 h 1164"/>
                <a:gd name="T68" fmla="*/ 721 w 721"/>
                <a:gd name="T69" fmla="*/ 1164 h 116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21" h="1164">
                  <a:moveTo>
                    <a:pt x="433" y="0"/>
                  </a:moveTo>
                  <a:lnTo>
                    <a:pt x="440" y="73"/>
                  </a:lnTo>
                  <a:lnTo>
                    <a:pt x="721" y="779"/>
                  </a:lnTo>
                  <a:lnTo>
                    <a:pt x="679" y="846"/>
                  </a:lnTo>
                  <a:lnTo>
                    <a:pt x="599" y="878"/>
                  </a:lnTo>
                  <a:lnTo>
                    <a:pt x="373" y="864"/>
                  </a:lnTo>
                  <a:lnTo>
                    <a:pt x="295" y="899"/>
                  </a:lnTo>
                  <a:lnTo>
                    <a:pt x="242" y="1095"/>
                  </a:lnTo>
                  <a:lnTo>
                    <a:pt x="0" y="1164"/>
                  </a:lnTo>
                  <a:lnTo>
                    <a:pt x="11" y="1084"/>
                  </a:lnTo>
                  <a:lnTo>
                    <a:pt x="76" y="1095"/>
                  </a:lnTo>
                  <a:lnTo>
                    <a:pt x="217" y="1065"/>
                  </a:lnTo>
                  <a:lnTo>
                    <a:pt x="265" y="882"/>
                  </a:lnTo>
                  <a:lnTo>
                    <a:pt x="202" y="832"/>
                  </a:lnTo>
                  <a:lnTo>
                    <a:pt x="217" y="814"/>
                  </a:lnTo>
                  <a:lnTo>
                    <a:pt x="362" y="779"/>
                  </a:lnTo>
                  <a:lnTo>
                    <a:pt x="518" y="814"/>
                  </a:lnTo>
                  <a:lnTo>
                    <a:pt x="606" y="802"/>
                  </a:lnTo>
                  <a:lnTo>
                    <a:pt x="679" y="756"/>
                  </a:lnTo>
                  <a:lnTo>
                    <a:pt x="449" y="194"/>
                  </a:lnTo>
                  <a:lnTo>
                    <a:pt x="373" y="97"/>
                  </a:lnTo>
                  <a:lnTo>
                    <a:pt x="4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3" name="Freeform 303"/>
            <p:cNvSpPr>
              <a:spLocks/>
            </p:cNvSpPr>
            <p:nvPr/>
          </p:nvSpPr>
          <p:spPr bwMode="auto">
            <a:xfrm>
              <a:off x="2348" y="1798"/>
              <a:ext cx="42" cy="98"/>
            </a:xfrm>
            <a:custGeom>
              <a:avLst/>
              <a:gdLst>
                <a:gd name="T0" fmla="*/ 0 w 339"/>
                <a:gd name="T1" fmla="*/ 0 h 788"/>
                <a:gd name="T2" fmla="*/ 0 w 339"/>
                <a:gd name="T3" fmla="*/ 0 h 788"/>
                <a:gd name="T4" fmla="*/ 0 w 339"/>
                <a:gd name="T5" fmla="*/ 0 h 788"/>
                <a:gd name="T6" fmla="*/ 0 w 339"/>
                <a:gd name="T7" fmla="*/ 0 h 788"/>
                <a:gd name="T8" fmla="*/ 0 w 339"/>
                <a:gd name="T9" fmla="*/ 0 h 788"/>
                <a:gd name="T10" fmla="*/ 0 w 339"/>
                <a:gd name="T11" fmla="*/ 0 h 788"/>
                <a:gd name="T12" fmla="*/ 0 w 339"/>
                <a:gd name="T13" fmla="*/ 0 h 788"/>
                <a:gd name="T14" fmla="*/ 0 w 339"/>
                <a:gd name="T15" fmla="*/ 0 h 788"/>
                <a:gd name="T16" fmla="*/ 0 w 339"/>
                <a:gd name="T17" fmla="*/ 0 h 788"/>
                <a:gd name="T18" fmla="*/ 0 w 339"/>
                <a:gd name="T19" fmla="*/ 0 h 788"/>
                <a:gd name="T20" fmla="*/ 0 w 339"/>
                <a:gd name="T21" fmla="*/ 0 h 788"/>
                <a:gd name="T22" fmla="*/ 0 w 339"/>
                <a:gd name="T23" fmla="*/ 0 h 788"/>
                <a:gd name="T24" fmla="*/ 0 w 339"/>
                <a:gd name="T25" fmla="*/ 0 h 788"/>
                <a:gd name="T26" fmla="*/ 0 w 339"/>
                <a:gd name="T27" fmla="*/ 0 h 788"/>
                <a:gd name="T28" fmla="*/ 0 w 339"/>
                <a:gd name="T29" fmla="*/ 0 h 7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39"/>
                <a:gd name="T46" fmla="*/ 0 h 788"/>
                <a:gd name="T47" fmla="*/ 339 w 339"/>
                <a:gd name="T48" fmla="*/ 788 h 78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39" h="788">
                  <a:moveTo>
                    <a:pt x="339" y="0"/>
                  </a:moveTo>
                  <a:lnTo>
                    <a:pt x="319" y="120"/>
                  </a:lnTo>
                  <a:lnTo>
                    <a:pt x="288" y="209"/>
                  </a:lnTo>
                  <a:lnTo>
                    <a:pt x="233" y="283"/>
                  </a:lnTo>
                  <a:lnTo>
                    <a:pt x="152" y="382"/>
                  </a:lnTo>
                  <a:lnTo>
                    <a:pt x="97" y="428"/>
                  </a:lnTo>
                  <a:lnTo>
                    <a:pt x="72" y="391"/>
                  </a:lnTo>
                  <a:lnTo>
                    <a:pt x="42" y="583"/>
                  </a:lnTo>
                  <a:lnTo>
                    <a:pt x="0" y="788"/>
                  </a:lnTo>
                  <a:lnTo>
                    <a:pt x="97" y="599"/>
                  </a:lnTo>
                  <a:lnTo>
                    <a:pt x="127" y="463"/>
                  </a:lnTo>
                  <a:lnTo>
                    <a:pt x="266" y="329"/>
                  </a:lnTo>
                  <a:lnTo>
                    <a:pt x="319" y="221"/>
                  </a:lnTo>
                  <a:lnTo>
                    <a:pt x="339" y="101"/>
                  </a:lnTo>
                  <a:lnTo>
                    <a:pt x="3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4" name="Freeform 304"/>
            <p:cNvSpPr>
              <a:spLocks/>
            </p:cNvSpPr>
            <p:nvPr/>
          </p:nvSpPr>
          <p:spPr bwMode="auto">
            <a:xfrm>
              <a:off x="2357" y="1866"/>
              <a:ext cx="27" cy="17"/>
            </a:xfrm>
            <a:custGeom>
              <a:avLst/>
              <a:gdLst>
                <a:gd name="T0" fmla="*/ 0 w 216"/>
                <a:gd name="T1" fmla="*/ 0 h 137"/>
                <a:gd name="T2" fmla="*/ 0 w 216"/>
                <a:gd name="T3" fmla="*/ 0 h 137"/>
                <a:gd name="T4" fmla="*/ 0 w 216"/>
                <a:gd name="T5" fmla="*/ 0 h 137"/>
                <a:gd name="T6" fmla="*/ 0 w 216"/>
                <a:gd name="T7" fmla="*/ 0 h 137"/>
                <a:gd name="T8" fmla="*/ 0 w 216"/>
                <a:gd name="T9" fmla="*/ 0 h 137"/>
                <a:gd name="T10" fmla="*/ 0 w 216"/>
                <a:gd name="T11" fmla="*/ 0 h 137"/>
                <a:gd name="T12" fmla="*/ 0 60000 65536"/>
                <a:gd name="T13" fmla="*/ 0 60000 65536"/>
                <a:gd name="T14" fmla="*/ 0 60000 65536"/>
                <a:gd name="T15" fmla="*/ 0 60000 65536"/>
                <a:gd name="T16" fmla="*/ 0 60000 65536"/>
                <a:gd name="T17" fmla="*/ 0 60000 65536"/>
                <a:gd name="T18" fmla="*/ 0 w 216"/>
                <a:gd name="T19" fmla="*/ 0 h 137"/>
                <a:gd name="T20" fmla="*/ 216 w 216"/>
                <a:gd name="T21" fmla="*/ 137 h 137"/>
              </a:gdLst>
              <a:ahLst/>
              <a:cxnLst>
                <a:cxn ang="T12">
                  <a:pos x="T0" y="T1"/>
                </a:cxn>
                <a:cxn ang="T13">
                  <a:pos x="T2" y="T3"/>
                </a:cxn>
                <a:cxn ang="T14">
                  <a:pos x="T4" y="T5"/>
                </a:cxn>
                <a:cxn ang="T15">
                  <a:pos x="T6" y="T7"/>
                </a:cxn>
                <a:cxn ang="T16">
                  <a:pos x="T8" y="T9"/>
                </a:cxn>
                <a:cxn ang="T17">
                  <a:pos x="T10" y="T11"/>
                </a:cxn>
              </a:cxnLst>
              <a:rect l="T18" t="T19" r="T20" b="T21"/>
              <a:pathLst>
                <a:path w="216" h="137">
                  <a:moveTo>
                    <a:pt x="49" y="0"/>
                  </a:moveTo>
                  <a:lnTo>
                    <a:pt x="216" y="117"/>
                  </a:lnTo>
                  <a:lnTo>
                    <a:pt x="216" y="137"/>
                  </a:lnTo>
                  <a:lnTo>
                    <a:pt x="0" y="61"/>
                  </a:lnTo>
                  <a:lnTo>
                    <a:pt x="0" y="6"/>
                  </a:lnTo>
                  <a:lnTo>
                    <a:pt x="4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5" name="Freeform 305"/>
            <p:cNvSpPr>
              <a:spLocks/>
            </p:cNvSpPr>
            <p:nvPr/>
          </p:nvSpPr>
          <p:spPr bwMode="auto">
            <a:xfrm>
              <a:off x="2365" y="1899"/>
              <a:ext cx="20" cy="17"/>
            </a:xfrm>
            <a:custGeom>
              <a:avLst/>
              <a:gdLst>
                <a:gd name="T0" fmla="*/ 0 w 159"/>
                <a:gd name="T1" fmla="*/ 0 h 136"/>
                <a:gd name="T2" fmla="*/ 0 w 159"/>
                <a:gd name="T3" fmla="*/ 0 h 136"/>
                <a:gd name="T4" fmla="*/ 0 w 159"/>
                <a:gd name="T5" fmla="*/ 0 h 136"/>
                <a:gd name="T6" fmla="*/ 0 w 159"/>
                <a:gd name="T7" fmla="*/ 0 h 136"/>
                <a:gd name="T8" fmla="*/ 0 w 159"/>
                <a:gd name="T9" fmla="*/ 0 h 136"/>
                <a:gd name="T10" fmla="*/ 0 w 159"/>
                <a:gd name="T11" fmla="*/ 0 h 136"/>
                <a:gd name="T12" fmla="*/ 0 60000 65536"/>
                <a:gd name="T13" fmla="*/ 0 60000 65536"/>
                <a:gd name="T14" fmla="*/ 0 60000 65536"/>
                <a:gd name="T15" fmla="*/ 0 60000 65536"/>
                <a:gd name="T16" fmla="*/ 0 60000 65536"/>
                <a:gd name="T17" fmla="*/ 0 60000 65536"/>
                <a:gd name="T18" fmla="*/ 0 w 159"/>
                <a:gd name="T19" fmla="*/ 0 h 136"/>
                <a:gd name="T20" fmla="*/ 159 w 159"/>
                <a:gd name="T21" fmla="*/ 136 h 136"/>
              </a:gdLst>
              <a:ahLst/>
              <a:cxnLst>
                <a:cxn ang="T12">
                  <a:pos x="T0" y="T1"/>
                </a:cxn>
                <a:cxn ang="T13">
                  <a:pos x="T2" y="T3"/>
                </a:cxn>
                <a:cxn ang="T14">
                  <a:pos x="T4" y="T5"/>
                </a:cxn>
                <a:cxn ang="T15">
                  <a:pos x="T6" y="T7"/>
                </a:cxn>
                <a:cxn ang="T16">
                  <a:pos x="T8" y="T9"/>
                </a:cxn>
                <a:cxn ang="T17">
                  <a:pos x="T10" y="T11"/>
                </a:cxn>
              </a:cxnLst>
              <a:rect l="T18" t="T19" r="T20" b="T21"/>
              <a:pathLst>
                <a:path w="159" h="136">
                  <a:moveTo>
                    <a:pt x="152" y="0"/>
                  </a:moveTo>
                  <a:lnTo>
                    <a:pt x="0" y="31"/>
                  </a:lnTo>
                  <a:lnTo>
                    <a:pt x="0" y="97"/>
                  </a:lnTo>
                  <a:lnTo>
                    <a:pt x="67" y="136"/>
                  </a:lnTo>
                  <a:lnTo>
                    <a:pt x="159" y="31"/>
                  </a:lnTo>
                  <a:lnTo>
                    <a:pt x="15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6" name="Freeform 306"/>
            <p:cNvSpPr>
              <a:spLocks/>
            </p:cNvSpPr>
            <p:nvPr/>
          </p:nvSpPr>
          <p:spPr bwMode="auto">
            <a:xfrm>
              <a:off x="1964" y="1753"/>
              <a:ext cx="408" cy="235"/>
            </a:xfrm>
            <a:custGeom>
              <a:avLst/>
              <a:gdLst>
                <a:gd name="T0" fmla="*/ 0 w 3264"/>
                <a:gd name="T1" fmla="*/ 0 h 1881"/>
                <a:gd name="T2" fmla="*/ 0 w 3264"/>
                <a:gd name="T3" fmla="*/ 0 h 1881"/>
                <a:gd name="T4" fmla="*/ 0 w 3264"/>
                <a:gd name="T5" fmla="*/ 0 h 1881"/>
                <a:gd name="T6" fmla="*/ 0 w 3264"/>
                <a:gd name="T7" fmla="*/ 0 h 1881"/>
                <a:gd name="T8" fmla="*/ 0 w 3264"/>
                <a:gd name="T9" fmla="*/ 0 h 1881"/>
                <a:gd name="T10" fmla="*/ 0 w 3264"/>
                <a:gd name="T11" fmla="*/ 0 h 1881"/>
                <a:gd name="T12" fmla="*/ 0 w 3264"/>
                <a:gd name="T13" fmla="*/ 0 h 1881"/>
                <a:gd name="T14" fmla="*/ 0 w 3264"/>
                <a:gd name="T15" fmla="*/ 0 h 1881"/>
                <a:gd name="T16" fmla="*/ 0 w 3264"/>
                <a:gd name="T17" fmla="*/ 0 h 1881"/>
                <a:gd name="T18" fmla="*/ 0 w 3264"/>
                <a:gd name="T19" fmla="*/ 0 h 1881"/>
                <a:gd name="T20" fmla="*/ 0 w 3264"/>
                <a:gd name="T21" fmla="*/ 0 h 1881"/>
                <a:gd name="T22" fmla="*/ 0 w 3264"/>
                <a:gd name="T23" fmla="*/ 0 h 1881"/>
                <a:gd name="T24" fmla="*/ 0 w 3264"/>
                <a:gd name="T25" fmla="*/ 0 h 1881"/>
                <a:gd name="T26" fmla="*/ 0 w 3264"/>
                <a:gd name="T27" fmla="*/ 0 h 1881"/>
                <a:gd name="T28" fmla="*/ 0 w 3264"/>
                <a:gd name="T29" fmla="*/ 0 h 1881"/>
                <a:gd name="T30" fmla="*/ 0 w 3264"/>
                <a:gd name="T31" fmla="*/ 0 h 1881"/>
                <a:gd name="T32" fmla="*/ 0 w 3264"/>
                <a:gd name="T33" fmla="*/ 0 h 1881"/>
                <a:gd name="T34" fmla="*/ 0 w 3264"/>
                <a:gd name="T35" fmla="*/ 0 h 1881"/>
                <a:gd name="T36" fmla="*/ 0 w 3264"/>
                <a:gd name="T37" fmla="*/ 0 h 1881"/>
                <a:gd name="T38" fmla="*/ 0 w 3264"/>
                <a:gd name="T39" fmla="*/ 0 h 1881"/>
                <a:gd name="T40" fmla="*/ 0 w 3264"/>
                <a:gd name="T41" fmla="*/ 0 h 1881"/>
                <a:gd name="T42" fmla="*/ 0 w 3264"/>
                <a:gd name="T43" fmla="*/ 0 h 1881"/>
                <a:gd name="T44" fmla="*/ 0 w 3264"/>
                <a:gd name="T45" fmla="*/ 0 h 1881"/>
                <a:gd name="T46" fmla="*/ 0 w 3264"/>
                <a:gd name="T47" fmla="*/ 0 h 1881"/>
                <a:gd name="T48" fmla="*/ 0 w 3264"/>
                <a:gd name="T49" fmla="*/ 0 h 1881"/>
                <a:gd name="T50" fmla="*/ 0 w 3264"/>
                <a:gd name="T51" fmla="*/ 0 h 1881"/>
                <a:gd name="T52" fmla="*/ 0 w 3264"/>
                <a:gd name="T53" fmla="*/ 0 h 1881"/>
                <a:gd name="T54" fmla="*/ 0 w 3264"/>
                <a:gd name="T55" fmla="*/ 0 h 1881"/>
                <a:gd name="T56" fmla="*/ 0 w 3264"/>
                <a:gd name="T57" fmla="*/ 0 h 1881"/>
                <a:gd name="T58" fmla="*/ 0 w 3264"/>
                <a:gd name="T59" fmla="*/ 0 h 1881"/>
                <a:gd name="T60" fmla="*/ 0 w 3264"/>
                <a:gd name="T61" fmla="*/ 0 h 1881"/>
                <a:gd name="T62" fmla="*/ 0 w 3264"/>
                <a:gd name="T63" fmla="*/ 0 h 188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264"/>
                <a:gd name="T97" fmla="*/ 0 h 1881"/>
                <a:gd name="T98" fmla="*/ 3264 w 3264"/>
                <a:gd name="T99" fmla="*/ 1881 h 188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264" h="1881">
                  <a:moveTo>
                    <a:pt x="3264" y="1419"/>
                  </a:moveTo>
                  <a:lnTo>
                    <a:pt x="3264" y="1489"/>
                  </a:lnTo>
                  <a:lnTo>
                    <a:pt x="3204" y="1586"/>
                  </a:lnTo>
                  <a:lnTo>
                    <a:pt x="3082" y="1626"/>
                  </a:lnTo>
                  <a:lnTo>
                    <a:pt x="2943" y="1617"/>
                  </a:lnTo>
                  <a:lnTo>
                    <a:pt x="2679" y="1593"/>
                  </a:lnTo>
                  <a:lnTo>
                    <a:pt x="2515" y="1617"/>
                  </a:lnTo>
                  <a:lnTo>
                    <a:pt x="2400" y="1687"/>
                  </a:lnTo>
                  <a:lnTo>
                    <a:pt x="2646" y="1881"/>
                  </a:lnTo>
                  <a:lnTo>
                    <a:pt x="2086" y="1531"/>
                  </a:lnTo>
                  <a:lnTo>
                    <a:pt x="1563" y="1226"/>
                  </a:lnTo>
                  <a:lnTo>
                    <a:pt x="1058" y="920"/>
                  </a:lnTo>
                  <a:lnTo>
                    <a:pt x="602" y="775"/>
                  </a:lnTo>
                  <a:lnTo>
                    <a:pt x="390" y="718"/>
                  </a:lnTo>
                  <a:lnTo>
                    <a:pt x="752" y="800"/>
                  </a:lnTo>
                  <a:lnTo>
                    <a:pt x="1183" y="920"/>
                  </a:lnTo>
                  <a:lnTo>
                    <a:pt x="1533" y="1139"/>
                  </a:lnTo>
                  <a:lnTo>
                    <a:pt x="1381" y="839"/>
                  </a:lnTo>
                  <a:lnTo>
                    <a:pt x="1067" y="593"/>
                  </a:lnTo>
                  <a:lnTo>
                    <a:pt x="655" y="410"/>
                  </a:lnTo>
                  <a:lnTo>
                    <a:pt x="231" y="316"/>
                  </a:lnTo>
                  <a:lnTo>
                    <a:pt x="0" y="551"/>
                  </a:lnTo>
                  <a:lnTo>
                    <a:pt x="196" y="270"/>
                  </a:lnTo>
                  <a:lnTo>
                    <a:pt x="602" y="351"/>
                  </a:lnTo>
                  <a:lnTo>
                    <a:pt x="1026" y="496"/>
                  </a:lnTo>
                  <a:lnTo>
                    <a:pt x="1446" y="751"/>
                  </a:lnTo>
                  <a:lnTo>
                    <a:pt x="1734" y="1012"/>
                  </a:lnTo>
                  <a:lnTo>
                    <a:pt x="1957" y="1270"/>
                  </a:lnTo>
                  <a:lnTo>
                    <a:pt x="1673" y="775"/>
                  </a:lnTo>
                  <a:lnTo>
                    <a:pt x="1914" y="1067"/>
                  </a:lnTo>
                  <a:lnTo>
                    <a:pt x="1914" y="839"/>
                  </a:lnTo>
                  <a:lnTo>
                    <a:pt x="1807" y="661"/>
                  </a:lnTo>
                  <a:lnTo>
                    <a:pt x="1807" y="551"/>
                  </a:lnTo>
                  <a:lnTo>
                    <a:pt x="1673" y="399"/>
                  </a:lnTo>
                  <a:lnTo>
                    <a:pt x="1600" y="242"/>
                  </a:lnTo>
                  <a:lnTo>
                    <a:pt x="1543" y="53"/>
                  </a:lnTo>
                  <a:lnTo>
                    <a:pt x="1591" y="0"/>
                  </a:lnTo>
                  <a:lnTo>
                    <a:pt x="1607" y="138"/>
                  </a:lnTo>
                  <a:lnTo>
                    <a:pt x="1683" y="316"/>
                  </a:lnTo>
                  <a:lnTo>
                    <a:pt x="1778" y="424"/>
                  </a:lnTo>
                  <a:lnTo>
                    <a:pt x="1866" y="535"/>
                  </a:lnTo>
                  <a:lnTo>
                    <a:pt x="1914" y="558"/>
                  </a:lnTo>
                  <a:lnTo>
                    <a:pt x="1987" y="551"/>
                  </a:lnTo>
                  <a:lnTo>
                    <a:pt x="2066" y="480"/>
                  </a:lnTo>
                  <a:lnTo>
                    <a:pt x="2086" y="602"/>
                  </a:lnTo>
                  <a:lnTo>
                    <a:pt x="2061" y="718"/>
                  </a:lnTo>
                  <a:lnTo>
                    <a:pt x="2013" y="782"/>
                  </a:lnTo>
                  <a:lnTo>
                    <a:pt x="1965" y="800"/>
                  </a:lnTo>
                  <a:lnTo>
                    <a:pt x="2031" y="984"/>
                  </a:lnTo>
                  <a:lnTo>
                    <a:pt x="2086" y="1160"/>
                  </a:lnTo>
                  <a:lnTo>
                    <a:pt x="2255" y="1067"/>
                  </a:lnTo>
                  <a:lnTo>
                    <a:pt x="2156" y="839"/>
                  </a:lnTo>
                  <a:lnTo>
                    <a:pt x="2280" y="1035"/>
                  </a:lnTo>
                  <a:lnTo>
                    <a:pt x="2365" y="1052"/>
                  </a:lnTo>
                  <a:lnTo>
                    <a:pt x="2495" y="1052"/>
                  </a:lnTo>
                  <a:lnTo>
                    <a:pt x="2635" y="1234"/>
                  </a:lnTo>
                  <a:lnTo>
                    <a:pt x="2741" y="1300"/>
                  </a:lnTo>
                  <a:lnTo>
                    <a:pt x="2852" y="1277"/>
                  </a:lnTo>
                  <a:lnTo>
                    <a:pt x="3068" y="1173"/>
                  </a:lnTo>
                  <a:lnTo>
                    <a:pt x="3082" y="1347"/>
                  </a:lnTo>
                  <a:lnTo>
                    <a:pt x="3140" y="1507"/>
                  </a:lnTo>
                  <a:lnTo>
                    <a:pt x="3204" y="1507"/>
                  </a:lnTo>
                  <a:lnTo>
                    <a:pt x="3248" y="1467"/>
                  </a:lnTo>
                  <a:lnTo>
                    <a:pt x="3264" y="14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7" name="Freeform 307"/>
            <p:cNvSpPr>
              <a:spLocks/>
            </p:cNvSpPr>
            <p:nvPr/>
          </p:nvSpPr>
          <p:spPr bwMode="auto">
            <a:xfrm>
              <a:off x="2006" y="1461"/>
              <a:ext cx="427" cy="330"/>
            </a:xfrm>
            <a:custGeom>
              <a:avLst/>
              <a:gdLst>
                <a:gd name="T0" fmla="*/ 0 w 3415"/>
                <a:gd name="T1" fmla="*/ 0 h 2637"/>
                <a:gd name="T2" fmla="*/ 0 w 3415"/>
                <a:gd name="T3" fmla="*/ 0 h 2637"/>
                <a:gd name="T4" fmla="*/ 0 w 3415"/>
                <a:gd name="T5" fmla="*/ 0 h 2637"/>
                <a:gd name="T6" fmla="*/ 0 w 3415"/>
                <a:gd name="T7" fmla="*/ 0 h 2637"/>
                <a:gd name="T8" fmla="*/ 0 w 3415"/>
                <a:gd name="T9" fmla="*/ 0 h 2637"/>
                <a:gd name="T10" fmla="*/ 0 w 3415"/>
                <a:gd name="T11" fmla="*/ 0 h 2637"/>
                <a:gd name="T12" fmla="*/ 0 w 3415"/>
                <a:gd name="T13" fmla="*/ 0 h 2637"/>
                <a:gd name="T14" fmla="*/ 0 w 3415"/>
                <a:gd name="T15" fmla="*/ 0 h 2637"/>
                <a:gd name="T16" fmla="*/ 0 w 3415"/>
                <a:gd name="T17" fmla="*/ 0 h 2637"/>
                <a:gd name="T18" fmla="*/ 0 w 3415"/>
                <a:gd name="T19" fmla="*/ 0 h 2637"/>
                <a:gd name="T20" fmla="*/ 0 w 3415"/>
                <a:gd name="T21" fmla="*/ 0 h 2637"/>
                <a:gd name="T22" fmla="*/ 0 w 3415"/>
                <a:gd name="T23" fmla="*/ 0 h 2637"/>
                <a:gd name="T24" fmla="*/ 0 w 3415"/>
                <a:gd name="T25" fmla="*/ 0 h 2637"/>
                <a:gd name="T26" fmla="*/ 0 w 3415"/>
                <a:gd name="T27" fmla="*/ 0 h 2637"/>
                <a:gd name="T28" fmla="*/ 0 w 3415"/>
                <a:gd name="T29" fmla="*/ 0 h 2637"/>
                <a:gd name="T30" fmla="*/ 0 w 3415"/>
                <a:gd name="T31" fmla="*/ 0 h 2637"/>
                <a:gd name="T32" fmla="*/ 0 w 3415"/>
                <a:gd name="T33" fmla="*/ 0 h 2637"/>
                <a:gd name="T34" fmla="*/ 0 w 3415"/>
                <a:gd name="T35" fmla="*/ 0 h 2637"/>
                <a:gd name="T36" fmla="*/ 0 w 3415"/>
                <a:gd name="T37" fmla="*/ 0 h 2637"/>
                <a:gd name="T38" fmla="*/ 0 w 3415"/>
                <a:gd name="T39" fmla="*/ 0 h 2637"/>
                <a:gd name="T40" fmla="*/ 0 w 3415"/>
                <a:gd name="T41" fmla="*/ 0 h 2637"/>
                <a:gd name="T42" fmla="*/ 0 w 3415"/>
                <a:gd name="T43" fmla="*/ 0 h 2637"/>
                <a:gd name="T44" fmla="*/ 0 w 3415"/>
                <a:gd name="T45" fmla="*/ 0 h 2637"/>
                <a:gd name="T46" fmla="*/ 0 w 3415"/>
                <a:gd name="T47" fmla="*/ 0 h 2637"/>
                <a:gd name="T48" fmla="*/ 0 w 3415"/>
                <a:gd name="T49" fmla="*/ 0 h 2637"/>
                <a:gd name="T50" fmla="*/ 0 w 3415"/>
                <a:gd name="T51" fmla="*/ 0 h 2637"/>
                <a:gd name="T52" fmla="*/ 0 w 3415"/>
                <a:gd name="T53" fmla="*/ 0 h 2637"/>
                <a:gd name="T54" fmla="*/ 0 w 3415"/>
                <a:gd name="T55" fmla="*/ 0 h 2637"/>
                <a:gd name="T56" fmla="*/ 0 w 3415"/>
                <a:gd name="T57" fmla="*/ 0 h 2637"/>
                <a:gd name="T58" fmla="*/ 0 w 3415"/>
                <a:gd name="T59" fmla="*/ 0 h 2637"/>
                <a:gd name="T60" fmla="*/ 0 w 3415"/>
                <a:gd name="T61" fmla="*/ 0 h 2637"/>
                <a:gd name="T62" fmla="*/ 0 w 3415"/>
                <a:gd name="T63" fmla="*/ 0 h 2637"/>
                <a:gd name="T64" fmla="*/ 0 w 3415"/>
                <a:gd name="T65" fmla="*/ 0 h 2637"/>
                <a:gd name="T66" fmla="*/ 0 w 3415"/>
                <a:gd name="T67" fmla="*/ 0 h 2637"/>
                <a:gd name="T68" fmla="*/ 0 w 3415"/>
                <a:gd name="T69" fmla="*/ 0 h 2637"/>
                <a:gd name="T70" fmla="*/ 0 w 3415"/>
                <a:gd name="T71" fmla="*/ 0 h 2637"/>
                <a:gd name="T72" fmla="*/ 0 w 3415"/>
                <a:gd name="T73" fmla="*/ 0 h 263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415"/>
                <a:gd name="T112" fmla="*/ 0 h 2637"/>
                <a:gd name="T113" fmla="*/ 3415 w 3415"/>
                <a:gd name="T114" fmla="*/ 2637 h 263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415" h="2637">
                  <a:moveTo>
                    <a:pt x="3195" y="1078"/>
                  </a:moveTo>
                  <a:lnTo>
                    <a:pt x="3340" y="1037"/>
                  </a:lnTo>
                  <a:lnTo>
                    <a:pt x="3415" y="882"/>
                  </a:lnTo>
                  <a:lnTo>
                    <a:pt x="3380" y="721"/>
                  </a:lnTo>
                  <a:lnTo>
                    <a:pt x="3198" y="547"/>
                  </a:lnTo>
                  <a:lnTo>
                    <a:pt x="3009" y="477"/>
                  </a:lnTo>
                  <a:lnTo>
                    <a:pt x="2778" y="299"/>
                  </a:lnTo>
                  <a:lnTo>
                    <a:pt x="2418" y="119"/>
                  </a:lnTo>
                  <a:lnTo>
                    <a:pt x="1996" y="0"/>
                  </a:lnTo>
                  <a:lnTo>
                    <a:pt x="1457" y="46"/>
                  </a:lnTo>
                  <a:lnTo>
                    <a:pt x="1033" y="167"/>
                  </a:lnTo>
                  <a:lnTo>
                    <a:pt x="798" y="279"/>
                  </a:lnTo>
                  <a:lnTo>
                    <a:pt x="514" y="444"/>
                  </a:lnTo>
                  <a:lnTo>
                    <a:pt x="145" y="1078"/>
                  </a:lnTo>
                  <a:lnTo>
                    <a:pt x="81" y="1490"/>
                  </a:lnTo>
                  <a:lnTo>
                    <a:pt x="145" y="1963"/>
                  </a:lnTo>
                  <a:lnTo>
                    <a:pt x="90" y="2228"/>
                  </a:lnTo>
                  <a:lnTo>
                    <a:pt x="0" y="2637"/>
                  </a:lnTo>
                  <a:lnTo>
                    <a:pt x="97" y="2439"/>
                  </a:lnTo>
                  <a:lnTo>
                    <a:pt x="288" y="2415"/>
                  </a:lnTo>
                  <a:lnTo>
                    <a:pt x="479" y="1756"/>
                  </a:lnTo>
                  <a:lnTo>
                    <a:pt x="212" y="2101"/>
                  </a:lnTo>
                  <a:lnTo>
                    <a:pt x="127" y="1426"/>
                  </a:lnTo>
                  <a:lnTo>
                    <a:pt x="196" y="1068"/>
                  </a:lnTo>
                  <a:lnTo>
                    <a:pt x="535" y="497"/>
                  </a:lnTo>
                  <a:lnTo>
                    <a:pt x="873" y="255"/>
                  </a:lnTo>
                  <a:lnTo>
                    <a:pt x="1395" y="75"/>
                  </a:lnTo>
                  <a:lnTo>
                    <a:pt x="1923" y="52"/>
                  </a:lnTo>
                  <a:lnTo>
                    <a:pt x="2503" y="218"/>
                  </a:lnTo>
                  <a:lnTo>
                    <a:pt x="2863" y="419"/>
                  </a:lnTo>
                  <a:lnTo>
                    <a:pt x="3024" y="547"/>
                  </a:lnTo>
                  <a:lnTo>
                    <a:pt x="3226" y="617"/>
                  </a:lnTo>
                  <a:lnTo>
                    <a:pt x="3352" y="753"/>
                  </a:lnTo>
                  <a:lnTo>
                    <a:pt x="3358" y="882"/>
                  </a:lnTo>
                  <a:lnTo>
                    <a:pt x="3306" y="949"/>
                  </a:lnTo>
                  <a:lnTo>
                    <a:pt x="3151" y="1037"/>
                  </a:lnTo>
                  <a:lnTo>
                    <a:pt x="3195" y="10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8" name="Freeform 308"/>
            <p:cNvSpPr>
              <a:spLocks/>
            </p:cNvSpPr>
            <p:nvPr/>
          </p:nvSpPr>
          <p:spPr bwMode="auto">
            <a:xfrm>
              <a:off x="2024" y="1483"/>
              <a:ext cx="397" cy="334"/>
            </a:xfrm>
            <a:custGeom>
              <a:avLst/>
              <a:gdLst>
                <a:gd name="T0" fmla="*/ 0 w 3177"/>
                <a:gd name="T1" fmla="*/ 0 h 2674"/>
                <a:gd name="T2" fmla="*/ 0 w 3177"/>
                <a:gd name="T3" fmla="*/ 0 h 2674"/>
                <a:gd name="T4" fmla="*/ 0 w 3177"/>
                <a:gd name="T5" fmla="*/ 0 h 2674"/>
                <a:gd name="T6" fmla="*/ 0 w 3177"/>
                <a:gd name="T7" fmla="*/ 0 h 2674"/>
                <a:gd name="T8" fmla="*/ 0 w 3177"/>
                <a:gd name="T9" fmla="*/ 0 h 2674"/>
                <a:gd name="T10" fmla="*/ 0 w 3177"/>
                <a:gd name="T11" fmla="*/ 0 h 2674"/>
                <a:gd name="T12" fmla="*/ 0 w 3177"/>
                <a:gd name="T13" fmla="*/ 0 h 2674"/>
                <a:gd name="T14" fmla="*/ 0 w 3177"/>
                <a:gd name="T15" fmla="*/ 0 h 2674"/>
                <a:gd name="T16" fmla="*/ 0 w 3177"/>
                <a:gd name="T17" fmla="*/ 0 h 2674"/>
                <a:gd name="T18" fmla="*/ 0 w 3177"/>
                <a:gd name="T19" fmla="*/ 0 h 2674"/>
                <a:gd name="T20" fmla="*/ 0 w 3177"/>
                <a:gd name="T21" fmla="*/ 0 h 2674"/>
                <a:gd name="T22" fmla="*/ 0 w 3177"/>
                <a:gd name="T23" fmla="*/ 0 h 2674"/>
                <a:gd name="T24" fmla="*/ 0 w 3177"/>
                <a:gd name="T25" fmla="*/ 0 h 2674"/>
                <a:gd name="T26" fmla="*/ 0 w 3177"/>
                <a:gd name="T27" fmla="*/ 0 h 2674"/>
                <a:gd name="T28" fmla="*/ 0 w 3177"/>
                <a:gd name="T29" fmla="*/ 0 h 2674"/>
                <a:gd name="T30" fmla="*/ 0 w 3177"/>
                <a:gd name="T31" fmla="*/ 0 h 2674"/>
                <a:gd name="T32" fmla="*/ 0 w 3177"/>
                <a:gd name="T33" fmla="*/ 0 h 2674"/>
                <a:gd name="T34" fmla="*/ 0 w 3177"/>
                <a:gd name="T35" fmla="*/ 0 h 2674"/>
                <a:gd name="T36" fmla="*/ 0 w 3177"/>
                <a:gd name="T37" fmla="*/ 0 h 2674"/>
                <a:gd name="T38" fmla="*/ 0 w 3177"/>
                <a:gd name="T39" fmla="*/ 0 h 2674"/>
                <a:gd name="T40" fmla="*/ 0 w 3177"/>
                <a:gd name="T41" fmla="*/ 0 h 2674"/>
                <a:gd name="T42" fmla="*/ 0 w 3177"/>
                <a:gd name="T43" fmla="*/ 0 h 2674"/>
                <a:gd name="T44" fmla="*/ 0 w 3177"/>
                <a:gd name="T45" fmla="*/ 0 h 2674"/>
                <a:gd name="T46" fmla="*/ 0 w 3177"/>
                <a:gd name="T47" fmla="*/ 0 h 2674"/>
                <a:gd name="T48" fmla="*/ 0 w 3177"/>
                <a:gd name="T49" fmla="*/ 0 h 2674"/>
                <a:gd name="T50" fmla="*/ 0 w 3177"/>
                <a:gd name="T51" fmla="*/ 0 h 2674"/>
                <a:gd name="T52" fmla="*/ 0 w 3177"/>
                <a:gd name="T53" fmla="*/ 0 h 2674"/>
                <a:gd name="T54" fmla="*/ 0 w 3177"/>
                <a:gd name="T55" fmla="*/ 0 h 2674"/>
                <a:gd name="T56" fmla="*/ 0 w 3177"/>
                <a:gd name="T57" fmla="*/ 0 h 2674"/>
                <a:gd name="T58" fmla="*/ 0 w 3177"/>
                <a:gd name="T59" fmla="*/ 0 h 2674"/>
                <a:gd name="T60" fmla="*/ 0 w 3177"/>
                <a:gd name="T61" fmla="*/ 0 h 2674"/>
                <a:gd name="T62" fmla="*/ 0 w 3177"/>
                <a:gd name="T63" fmla="*/ 0 h 2674"/>
                <a:gd name="T64" fmla="*/ 0 w 3177"/>
                <a:gd name="T65" fmla="*/ 0 h 2674"/>
                <a:gd name="T66" fmla="*/ 0 w 3177"/>
                <a:gd name="T67" fmla="*/ 0 h 2674"/>
                <a:gd name="T68" fmla="*/ 0 w 3177"/>
                <a:gd name="T69" fmla="*/ 0 h 2674"/>
                <a:gd name="T70" fmla="*/ 0 w 3177"/>
                <a:gd name="T71" fmla="*/ 0 h 2674"/>
                <a:gd name="T72" fmla="*/ 0 w 3177"/>
                <a:gd name="T73" fmla="*/ 0 h 2674"/>
                <a:gd name="T74" fmla="*/ 0 w 3177"/>
                <a:gd name="T75" fmla="*/ 0 h 2674"/>
                <a:gd name="T76" fmla="*/ 0 w 3177"/>
                <a:gd name="T77" fmla="*/ 0 h 2674"/>
                <a:gd name="T78" fmla="*/ 0 w 3177"/>
                <a:gd name="T79" fmla="*/ 0 h 2674"/>
                <a:gd name="T80" fmla="*/ 0 w 3177"/>
                <a:gd name="T81" fmla="*/ 0 h 2674"/>
                <a:gd name="T82" fmla="*/ 0 w 3177"/>
                <a:gd name="T83" fmla="*/ 0 h 2674"/>
                <a:gd name="T84" fmla="*/ 0 w 3177"/>
                <a:gd name="T85" fmla="*/ 0 h 2674"/>
                <a:gd name="T86" fmla="*/ 0 w 3177"/>
                <a:gd name="T87" fmla="*/ 0 h 267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177"/>
                <a:gd name="T133" fmla="*/ 0 h 2674"/>
                <a:gd name="T134" fmla="*/ 3177 w 3177"/>
                <a:gd name="T135" fmla="*/ 2674 h 267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177" h="2674">
                  <a:moveTo>
                    <a:pt x="3039" y="881"/>
                  </a:moveTo>
                  <a:lnTo>
                    <a:pt x="3177" y="784"/>
                  </a:lnTo>
                  <a:lnTo>
                    <a:pt x="3172" y="664"/>
                  </a:lnTo>
                  <a:lnTo>
                    <a:pt x="3039" y="494"/>
                  </a:lnTo>
                  <a:lnTo>
                    <a:pt x="3011" y="565"/>
                  </a:lnTo>
                  <a:lnTo>
                    <a:pt x="2886" y="472"/>
                  </a:lnTo>
                  <a:lnTo>
                    <a:pt x="2421" y="420"/>
                  </a:lnTo>
                  <a:lnTo>
                    <a:pt x="2220" y="420"/>
                  </a:lnTo>
                  <a:lnTo>
                    <a:pt x="2567" y="355"/>
                  </a:lnTo>
                  <a:lnTo>
                    <a:pt x="2580" y="296"/>
                  </a:lnTo>
                  <a:lnTo>
                    <a:pt x="2255" y="136"/>
                  </a:lnTo>
                  <a:lnTo>
                    <a:pt x="1840" y="0"/>
                  </a:lnTo>
                  <a:lnTo>
                    <a:pt x="1312" y="7"/>
                  </a:lnTo>
                  <a:lnTo>
                    <a:pt x="826" y="166"/>
                  </a:lnTo>
                  <a:lnTo>
                    <a:pt x="510" y="408"/>
                  </a:lnTo>
                  <a:lnTo>
                    <a:pt x="309" y="733"/>
                  </a:lnTo>
                  <a:lnTo>
                    <a:pt x="233" y="975"/>
                  </a:lnTo>
                  <a:lnTo>
                    <a:pt x="233" y="1230"/>
                  </a:lnTo>
                  <a:lnTo>
                    <a:pt x="279" y="1464"/>
                  </a:lnTo>
                  <a:lnTo>
                    <a:pt x="279" y="1658"/>
                  </a:lnTo>
                  <a:lnTo>
                    <a:pt x="0" y="2257"/>
                  </a:lnTo>
                  <a:lnTo>
                    <a:pt x="275" y="2271"/>
                  </a:lnTo>
                  <a:lnTo>
                    <a:pt x="528" y="2456"/>
                  </a:lnTo>
                  <a:lnTo>
                    <a:pt x="756" y="2674"/>
                  </a:lnTo>
                  <a:lnTo>
                    <a:pt x="877" y="2557"/>
                  </a:lnTo>
                  <a:lnTo>
                    <a:pt x="952" y="2364"/>
                  </a:lnTo>
                  <a:lnTo>
                    <a:pt x="1123" y="2225"/>
                  </a:lnTo>
                  <a:lnTo>
                    <a:pt x="1114" y="1980"/>
                  </a:lnTo>
                  <a:lnTo>
                    <a:pt x="1183" y="1769"/>
                  </a:lnTo>
                  <a:lnTo>
                    <a:pt x="1319" y="1694"/>
                  </a:lnTo>
                  <a:lnTo>
                    <a:pt x="1437" y="1709"/>
                  </a:lnTo>
                  <a:lnTo>
                    <a:pt x="1497" y="1780"/>
                  </a:lnTo>
                  <a:lnTo>
                    <a:pt x="1554" y="1914"/>
                  </a:lnTo>
                  <a:lnTo>
                    <a:pt x="1875" y="2034"/>
                  </a:lnTo>
                  <a:lnTo>
                    <a:pt x="2009" y="1780"/>
                  </a:lnTo>
                  <a:lnTo>
                    <a:pt x="2525" y="1549"/>
                  </a:lnTo>
                  <a:lnTo>
                    <a:pt x="2516" y="1367"/>
                  </a:lnTo>
                  <a:lnTo>
                    <a:pt x="2421" y="1230"/>
                  </a:lnTo>
                  <a:lnTo>
                    <a:pt x="2490" y="1167"/>
                  </a:lnTo>
                  <a:lnTo>
                    <a:pt x="2455" y="832"/>
                  </a:lnTo>
                  <a:lnTo>
                    <a:pt x="2615" y="814"/>
                  </a:lnTo>
                  <a:lnTo>
                    <a:pt x="2824" y="832"/>
                  </a:lnTo>
                  <a:lnTo>
                    <a:pt x="3006" y="870"/>
                  </a:lnTo>
                  <a:lnTo>
                    <a:pt x="3039" y="8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09" name="Freeform 309"/>
            <p:cNvSpPr>
              <a:spLocks/>
            </p:cNvSpPr>
            <p:nvPr/>
          </p:nvSpPr>
          <p:spPr bwMode="auto">
            <a:xfrm>
              <a:off x="2343" y="1652"/>
              <a:ext cx="14" cy="76"/>
            </a:xfrm>
            <a:custGeom>
              <a:avLst/>
              <a:gdLst>
                <a:gd name="T0" fmla="*/ 0 w 111"/>
                <a:gd name="T1" fmla="*/ 0 h 609"/>
                <a:gd name="T2" fmla="*/ 0 w 111"/>
                <a:gd name="T3" fmla="*/ 0 h 609"/>
                <a:gd name="T4" fmla="*/ 0 w 111"/>
                <a:gd name="T5" fmla="*/ 0 h 609"/>
                <a:gd name="T6" fmla="*/ 0 w 111"/>
                <a:gd name="T7" fmla="*/ 0 h 609"/>
                <a:gd name="T8" fmla="*/ 0 w 111"/>
                <a:gd name="T9" fmla="*/ 0 h 609"/>
                <a:gd name="T10" fmla="*/ 0 w 111"/>
                <a:gd name="T11" fmla="*/ 0 h 609"/>
                <a:gd name="T12" fmla="*/ 0 w 111"/>
                <a:gd name="T13" fmla="*/ 0 h 609"/>
                <a:gd name="T14" fmla="*/ 0 60000 65536"/>
                <a:gd name="T15" fmla="*/ 0 60000 65536"/>
                <a:gd name="T16" fmla="*/ 0 60000 65536"/>
                <a:gd name="T17" fmla="*/ 0 60000 65536"/>
                <a:gd name="T18" fmla="*/ 0 60000 65536"/>
                <a:gd name="T19" fmla="*/ 0 60000 65536"/>
                <a:gd name="T20" fmla="*/ 0 60000 65536"/>
                <a:gd name="T21" fmla="*/ 0 w 111"/>
                <a:gd name="T22" fmla="*/ 0 h 609"/>
                <a:gd name="T23" fmla="*/ 111 w 111"/>
                <a:gd name="T24" fmla="*/ 609 h 6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1" h="609">
                  <a:moveTo>
                    <a:pt x="53" y="609"/>
                  </a:moveTo>
                  <a:lnTo>
                    <a:pt x="0" y="459"/>
                  </a:lnTo>
                  <a:lnTo>
                    <a:pt x="39" y="307"/>
                  </a:lnTo>
                  <a:lnTo>
                    <a:pt x="0" y="0"/>
                  </a:lnTo>
                  <a:lnTo>
                    <a:pt x="111" y="466"/>
                  </a:lnTo>
                  <a:lnTo>
                    <a:pt x="105" y="563"/>
                  </a:lnTo>
                  <a:lnTo>
                    <a:pt x="53" y="6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0" name="Freeform 310"/>
            <p:cNvSpPr>
              <a:spLocks/>
            </p:cNvSpPr>
            <p:nvPr/>
          </p:nvSpPr>
          <p:spPr bwMode="auto">
            <a:xfrm>
              <a:off x="2177" y="1715"/>
              <a:ext cx="43" cy="82"/>
            </a:xfrm>
            <a:custGeom>
              <a:avLst/>
              <a:gdLst>
                <a:gd name="T0" fmla="*/ 0 w 343"/>
                <a:gd name="T1" fmla="*/ 0 h 655"/>
                <a:gd name="T2" fmla="*/ 0 w 343"/>
                <a:gd name="T3" fmla="*/ 0 h 655"/>
                <a:gd name="T4" fmla="*/ 0 w 343"/>
                <a:gd name="T5" fmla="*/ 0 h 655"/>
                <a:gd name="T6" fmla="*/ 0 w 343"/>
                <a:gd name="T7" fmla="*/ 0 h 655"/>
                <a:gd name="T8" fmla="*/ 0 w 343"/>
                <a:gd name="T9" fmla="*/ 0 h 655"/>
                <a:gd name="T10" fmla="*/ 0 w 343"/>
                <a:gd name="T11" fmla="*/ 0 h 655"/>
                <a:gd name="T12" fmla="*/ 0 w 343"/>
                <a:gd name="T13" fmla="*/ 0 h 655"/>
                <a:gd name="T14" fmla="*/ 0 w 343"/>
                <a:gd name="T15" fmla="*/ 0 h 655"/>
                <a:gd name="T16" fmla="*/ 0 w 343"/>
                <a:gd name="T17" fmla="*/ 0 h 655"/>
                <a:gd name="T18" fmla="*/ 0 w 343"/>
                <a:gd name="T19" fmla="*/ 0 h 655"/>
                <a:gd name="T20" fmla="*/ 0 w 343"/>
                <a:gd name="T21" fmla="*/ 0 h 655"/>
                <a:gd name="T22" fmla="*/ 0 w 343"/>
                <a:gd name="T23" fmla="*/ 0 h 655"/>
                <a:gd name="T24" fmla="*/ 0 w 343"/>
                <a:gd name="T25" fmla="*/ 0 h 655"/>
                <a:gd name="T26" fmla="*/ 0 w 343"/>
                <a:gd name="T27" fmla="*/ 0 h 655"/>
                <a:gd name="T28" fmla="*/ 0 w 343"/>
                <a:gd name="T29" fmla="*/ 0 h 655"/>
                <a:gd name="T30" fmla="*/ 0 w 343"/>
                <a:gd name="T31" fmla="*/ 0 h 655"/>
                <a:gd name="T32" fmla="*/ 0 w 343"/>
                <a:gd name="T33" fmla="*/ 0 h 655"/>
                <a:gd name="T34" fmla="*/ 0 w 343"/>
                <a:gd name="T35" fmla="*/ 0 h 655"/>
                <a:gd name="T36" fmla="*/ 0 w 343"/>
                <a:gd name="T37" fmla="*/ 0 h 655"/>
                <a:gd name="T38" fmla="*/ 0 w 343"/>
                <a:gd name="T39" fmla="*/ 0 h 655"/>
                <a:gd name="T40" fmla="*/ 0 w 343"/>
                <a:gd name="T41" fmla="*/ 0 h 655"/>
                <a:gd name="T42" fmla="*/ 0 w 343"/>
                <a:gd name="T43" fmla="*/ 0 h 655"/>
                <a:gd name="T44" fmla="*/ 0 w 343"/>
                <a:gd name="T45" fmla="*/ 0 h 655"/>
                <a:gd name="T46" fmla="*/ 0 w 343"/>
                <a:gd name="T47" fmla="*/ 0 h 65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43"/>
                <a:gd name="T73" fmla="*/ 0 h 655"/>
                <a:gd name="T74" fmla="*/ 343 w 343"/>
                <a:gd name="T75" fmla="*/ 655 h 65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43" h="655">
                  <a:moveTo>
                    <a:pt x="266" y="172"/>
                  </a:moveTo>
                  <a:lnTo>
                    <a:pt x="343" y="60"/>
                  </a:lnTo>
                  <a:lnTo>
                    <a:pt x="275" y="0"/>
                  </a:lnTo>
                  <a:lnTo>
                    <a:pt x="132" y="0"/>
                  </a:lnTo>
                  <a:lnTo>
                    <a:pt x="28" y="113"/>
                  </a:lnTo>
                  <a:lnTo>
                    <a:pt x="0" y="327"/>
                  </a:lnTo>
                  <a:lnTo>
                    <a:pt x="79" y="106"/>
                  </a:lnTo>
                  <a:lnTo>
                    <a:pt x="196" y="83"/>
                  </a:lnTo>
                  <a:lnTo>
                    <a:pt x="108" y="277"/>
                  </a:lnTo>
                  <a:lnTo>
                    <a:pt x="108" y="429"/>
                  </a:lnTo>
                  <a:lnTo>
                    <a:pt x="60" y="417"/>
                  </a:lnTo>
                  <a:lnTo>
                    <a:pt x="23" y="387"/>
                  </a:lnTo>
                  <a:lnTo>
                    <a:pt x="60" y="523"/>
                  </a:lnTo>
                  <a:lnTo>
                    <a:pt x="132" y="655"/>
                  </a:lnTo>
                  <a:lnTo>
                    <a:pt x="119" y="539"/>
                  </a:lnTo>
                  <a:lnTo>
                    <a:pt x="189" y="484"/>
                  </a:lnTo>
                  <a:lnTo>
                    <a:pt x="297" y="558"/>
                  </a:lnTo>
                  <a:lnTo>
                    <a:pt x="316" y="523"/>
                  </a:lnTo>
                  <a:lnTo>
                    <a:pt x="297" y="473"/>
                  </a:lnTo>
                  <a:lnTo>
                    <a:pt x="332" y="387"/>
                  </a:lnTo>
                  <a:lnTo>
                    <a:pt x="314" y="304"/>
                  </a:lnTo>
                  <a:lnTo>
                    <a:pt x="240" y="297"/>
                  </a:lnTo>
                  <a:lnTo>
                    <a:pt x="224" y="207"/>
                  </a:lnTo>
                  <a:lnTo>
                    <a:pt x="266"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1" name="Freeform 311"/>
            <p:cNvSpPr>
              <a:spLocks/>
            </p:cNvSpPr>
            <p:nvPr/>
          </p:nvSpPr>
          <p:spPr bwMode="auto">
            <a:xfrm>
              <a:off x="2196" y="1786"/>
              <a:ext cx="18" cy="22"/>
            </a:xfrm>
            <a:custGeom>
              <a:avLst/>
              <a:gdLst>
                <a:gd name="T0" fmla="*/ 0 w 143"/>
                <a:gd name="T1" fmla="*/ 0 h 175"/>
                <a:gd name="T2" fmla="*/ 0 w 143"/>
                <a:gd name="T3" fmla="*/ 0 h 175"/>
                <a:gd name="T4" fmla="*/ 0 w 143"/>
                <a:gd name="T5" fmla="*/ 0 h 175"/>
                <a:gd name="T6" fmla="*/ 0 w 143"/>
                <a:gd name="T7" fmla="*/ 0 h 175"/>
                <a:gd name="T8" fmla="*/ 0 w 143"/>
                <a:gd name="T9" fmla="*/ 0 h 175"/>
                <a:gd name="T10" fmla="*/ 0 60000 65536"/>
                <a:gd name="T11" fmla="*/ 0 60000 65536"/>
                <a:gd name="T12" fmla="*/ 0 60000 65536"/>
                <a:gd name="T13" fmla="*/ 0 60000 65536"/>
                <a:gd name="T14" fmla="*/ 0 60000 65536"/>
                <a:gd name="T15" fmla="*/ 0 w 143"/>
                <a:gd name="T16" fmla="*/ 0 h 175"/>
                <a:gd name="T17" fmla="*/ 143 w 143"/>
                <a:gd name="T18" fmla="*/ 175 h 175"/>
              </a:gdLst>
              <a:ahLst/>
              <a:cxnLst>
                <a:cxn ang="T10">
                  <a:pos x="T0" y="T1"/>
                </a:cxn>
                <a:cxn ang="T11">
                  <a:pos x="T2" y="T3"/>
                </a:cxn>
                <a:cxn ang="T12">
                  <a:pos x="T4" y="T5"/>
                </a:cxn>
                <a:cxn ang="T13">
                  <a:pos x="T6" y="T7"/>
                </a:cxn>
                <a:cxn ang="T14">
                  <a:pos x="T8" y="T9"/>
                </a:cxn>
              </a:cxnLst>
              <a:rect l="T15" t="T16" r="T17" b="T18"/>
              <a:pathLst>
                <a:path w="143" h="175">
                  <a:moveTo>
                    <a:pt x="0" y="90"/>
                  </a:moveTo>
                  <a:lnTo>
                    <a:pt x="86" y="0"/>
                  </a:lnTo>
                  <a:lnTo>
                    <a:pt x="143" y="20"/>
                  </a:lnTo>
                  <a:lnTo>
                    <a:pt x="104" y="175"/>
                  </a:lnTo>
                  <a:lnTo>
                    <a:pt x="0"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2" name="Freeform 312"/>
            <p:cNvSpPr>
              <a:spLocks/>
            </p:cNvSpPr>
            <p:nvPr/>
          </p:nvSpPr>
          <p:spPr bwMode="auto">
            <a:xfrm>
              <a:off x="2389" y="1782"/>
              <a:ext cx="26" cy="22"/>
            </a:xfrm>
            <a:custGeom>
              <a:avLst/>
              <a:gdLst>
                <a:gd name="T0" fmla="*/ 0 w 207"/>
                <a:gd name="T1" fmla="*/ 0 h 175"/>
                <a:gd name="T2" fmla="*/ 0 w 207"/>
                <a:gd name="T3" fmla="*/ 0 h 175"/>
                <a:gd name="T4" fmla="*/ 0 w 207"/>
                <a:gd name="T5" fmla="*/ 0 h 175"/>
                <a:gd name="T6" fmla="*/ 0 w 207"/>
                <a:gd name="T7" fmla="*/ 0 h 175"/>
                <a:gd name="T8" fmla="*/ 0 60000 65536"/>
                <a:gd name="T9" fmla="*/ 0 60000 65536"/>
                <a:gd name="T10" fmla="*/ 0 60000 65536"/>
                <a:gd name="T11" fmla="*/ 0 60000 65536"/>
                <a:gd name="T12" fmla="*/ 0 w 207"/>
                <a:gd name="T13" fmla="*/ 0 h 175"/>
                <a:gd name="T14" fmla="*/ 207 w 207"/>
                <a:gd name="T15" fmla="*/ 175 h 175"/>
              </a:gdLst>
              <a:ahLst/>
              <a:cxnLst>
                <a:cxn ang="T8">
                  <a:pos x="T0" y="T1"/>
                </a:cxn>
                <a:cxn ang="T9">
                  <a:pos x="T2" y="T3"/>
                </a:cxn>
                <a:cxn ang="T10">
                  <a:pos x="T4" y="T5"/>
                </a:cxn>
                <a:cxn ang="T11">
                  <a:pos x="T6" y="T7"/>
                </a:cxn>
              </a:cxnLst>
              <a:rect l="T12" t="T13" r="T14" b="T15"/>
              <a:pathLst>
                <a:path w="207" h="175">
                  <a:moveTo>
                    <a:pt x="11" y="132"/>
                  </a:moveTo>
                  <a:lnTo>
                    <a:pt x="207" y="175"/>
                  </a:lnTo>
                  <a:lnTo>
                    <a:pt x="0" y="0"/>
                  </a:lnTo>
                  <a:lnTo>
                    <a:pt x="11" y="1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3" name="Freeform 313"/>
            <p:cNvSpPr>
              <a:spLocks/>
            </p:cNvSpPr>
            <p:nvPr/>
          </p:nvSpPr>
          <p:spPr bwMode="auto">
            <a:xfrm>
              <a:off x="1837" y="1835"/>
              <a:ext cx="119" cy="137"/>
            </a:xfrm>
            <a:custGeom>
              <a:avLst/>
              <a:gdLst>
                <a:gd name="T0" fmla="*/ 0 w 947"/>
                <a:gd name="T1" fmla="*/ 0 h 1096"/>
                <a:gd name="T2" fmla="*/ 0 w 947"/>
                <a:gd name="T3" fmla="*/ 0 h 1096"/>
                <a:gd name="T4" fmla="*/ 0 w 947"/>
                <a:gd name="T5" fmla="*/ 0 h 1096"/>
                <a:gd name="T6" fmla="*/ 0 w 947"/>
                <a:gd name="T7" fmla="*/ 0 h 1096"/>
                <a:gd name="T8" fmla="*/ 0 w 947"/>
                <a:gd name="T9" fmla="*/ 0 h 1096"/>
                <a:gd name="T10" fmla="*/ 0 w 947"/>
                <a:gd name="T11" fmla="*/ 0 h 1096"/>
                <a:gd name="T12" fmla="*/ 0 w 947"/>
                <a:gd name="T13" fmla="*/ 0 h 1096"/>
                <a:gd name="T14" fmla="*/ 0 w 947"/>
                <a:gd name="T15" fmla="*/ 0 h 1096"/>
                <a:gd name="T16" fmla="*/ 0 60000 65536"/>
                <a:gd name="T17" fmla="*/ 0 60000 65536"/>
                <a:gd name="T18" fmla="*/ 0 60000 65536"/>
                <a:gd name="T19" fmla="*/ 0 60000 65536"/>
                <a:gd name="T20" fmla="*/ 0 60000 65536"/>
                <a:gd name="T21" fmla="*/ 0 60000 65536"/>
                <a:gd name="T22" fmla="*/ 0 60000 65536"/>
                <a:gd name="T23" fmla="*/ 0 60000 65536"/>
                <a:gd name="T24" fmla="*/ 0 w 947"/>
                <a:gd name="T25" fmla="*/ 0 h 1096"/>
                <a:gd name="T26" fmla="*/ 947 w 947"/>
                <a:gd name="T27" fmla="*/ 1096 h 109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47" h="1096">
                  <a:moveTo>
                    <a:pt x="947" y="0"/>
                  </a:moveTo>
                  <a:lnTo>
                    <a:pt x="628" y="164"/>
                  </a:lnTo>
                  <a:lnTo>
                    <a:pt x="167" y="643"/>
                  </a:lnTo>
                  <a:lnTo>
                    <a:pt x="0" y="883"/>
                  </a:lnTo>
                  <a:lnTo>
                    <a:pt x="0" y="1096"/>
                  </a:lnTo>
                  <a:lnTo>
                    <a:pt x="270" y="672"/>
                  </a:lnTo>
                  <a:lnTo>
                    <a:pt x="628" y="235"/>
                  </a:lnTo>
                  <a:lnTo>
                    <a:pt x="94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4" name="Freeform 314"/>
            <p:cNvSpPr>
              <a:spLocks/>
            </p:cNvSpPr>
            <p:nvPr/>
          </p:nvSpPr>
          <p:spPr bwMode="auto">
            <a:xfrm>
              <a:off x="1837" y="2008"/>
              <a:ext cx="1259" cy="748"/>
            </a:xfrm>
            <a:custGeom>
              <a:avLst/>
              <a:gdLst>
                <a:gd name="T0" fmla="*/ 0 w 10071"/>
                <a:gd name="T1" fmla="*/ 0 h 5987"/>
                <a:gd name="T2" fmla="*/ 0 w 10071"/>
                <a:gd name="T3" fmla="*/ 0 h 5987"/>
                <a:gd name="T4" fmla="*/ 0 w 10071"/>
                <a:gd name="T5" fmla="*/ 0 h 5987"/>
                <a:gd name="T6" fmla="*/ 0 w 10071"/>
                <a:gd name="T7" fmla="*/ 0 h 5987"/>
                <a:gd name="T8" fmla="*/ 0 w 10071"/>
                <a:gd name="T9" fmla="*/ 0 h 5987"/>
                <a:gd name="T10" fmla="*/ 0 w 10071"/>
                <a:gd name="T11" fmla="*/ 0 h 5987"/>
                <a:gd name="T12" fmla="*/ 0 w 10071"/>
                <a:gd name="T13" fmla="*/ 0 h 5987"/>
                <a:gd name="T14" fmla="*/ 0 w 10071"/>
                <a:gd name="T15" fmla="*/ 0 h 5987"/>
                <a:gd name="T16" fmla="*/ 0 w 10071"/>
                <a:gd name="T17" fmla="*/ 0 h 5987"/>
                <a:gd name="T18" fmla="*/ 0 w 10071"/>
                <a:gd name="T19" fmla="*/ 0 h 5987"/>
                <a:gd name="T20" fmla="*/ 0 w 10071"/>
                <a:gd name="T21" fmla="*/ 0 h 5987"/>
                <a:gd name="T22" fmla="*/ 0 w 10071"/>
                <a:gd name="T23" fmla="*/ 0 h 5987"/>
                <a:gd name="T24" fmla="*/ 0 w 10071"/>
                <a:gd name="T25" fmla="*/ 0 h 5987"/>
                <a:gd name="T26" fmla="*/ 0 w 10071"/>
                <a:gd name="T27" fmla="*/ 0 h 5987"/>
                <a:gd name="T28" fmla="*/ 0 w 10071"/>
                <a:gd name="T29" fmla="*/ 0 h 5987"/>
                <a:gd name="T30" fmla="*/ 0 w 10071"/>
                <a:gd name="T31" fmla="*/ 0 h 5987"/>
                <a:gd name="T32" fmla="*/ 0 w 10071"/>
                <a:gd name="T33" fmla="*/ 0 h 5987"/>
                <a:gd name="T34" fmla="*/ 0 w 10071"/>
                <a:gd name="T35" fmla="*/ 0 h 5987"/>
                <a:gd name="T36" fmla="*/ 0 w 10071"/>
                <a:gd name="T37" fmla="*/ 0 h 5987"/>
                <a:gd name="T38" fmla="*/ 0 w 10071"/>
                <a:gd name="T39" fmla="*/ 0 h 5987"/>
                <a:gd name="T40" fmla="*/ 0 w 10071"/>
                <a:gd name="T41" fmla="*/ 0 h 5987"/>
                <a:gd name="T42" fmla="*/ 0 w 10071"/>
                <a:gd name="T43" fmla="*/ 0 h 5987"/>
                <a:gd name="T44" fmla="*/ 0 w 10071"/>
                <a:gd name="T45" fmla="*/ 0 h 5987"/>
                <a:gd name="T46" fmla="*/ 0 w 10071"/>
                <a:gd name="T47" fmla="*/ 0 h 5987"/>
                <a:gd name="T48" fmla="*/ 0 w 10071"/>
                <a:gd name="T49" fmla="*/ 0 h 5987"/>
                <a:gd name="T50" fmla="*/ 0 w 10071"/>
                <a:gd name="T51" fmla="*/ 0 h 5987"/>
                <a:gd name="T52" fmla="*/ 0 w 10071"/>
                <a:gd name="T53" fmla="*/ 0 h 5987"/>
                <a:gd name="T54" fmla="*/ 0 w 10071"/>
                <a:gd name="T55" fmla="*/ 0 h 5987"/>
                <a:gd name="T56" fmla="*/ 0 w 10071"/>
                <a:gd name="T57" fmla="*/ 0 h 5987"/>
                <a:gd name="T58" fmla="*/ 0 w 10071"/>
                <a:gd name="T59" fmla="*/ 0 h 5987"/>
                <a:gd name="T60" fmla="*/ 0 w 10071"/>
                <a:gd name="T61" fmla="*/ 0 h 5987"/>
                <a:gd name="T62" fmla="*/ 0 w 10071"/>
                <a:gd name="T63" fmla="*/ 0 h 5987"/>
                <a:gd name="T64" fmla="*/ 0 w 10071"/>
                <a:gd name="T65" fmla="*/ 0 h 5987"/>
                <a:gd name="T66" fmla="*/ 0 w 10071"/>
                <a:gd name="T67" fmla="*/ 0 h 5987"/>
                <a:gd name="T68" fmla="*/ 0 w 10071"/>
                <a:gd name="T69" fmla="*/ 0 h 5987"/>
                <a:gd name="T70" fmla="*/ 0 w 10071"/>
                <a:gd name="T71" fmla="*/ 0 h 5987"/>
                <a:gd name="T72" fmla="*/ 0 w 10071"/>
                <a:gd name="T73" fmla="*/ 0 h 5987"/>
                <a:gd name="T74" fmla="*/ 0 w 10071"/>
                <a:gd name="T75" fmla="*/ 0 h 5987"/>
                <a:gd name="T76" fmla="*/ 0 w 10071"/>
                <a:gd name="T77" fmla="*/ 0 h 5987"/>
                <a:gd name="T78" fmla="*/ 0 w 10071"/>
                <a:gd name="T79" fmla="*/ 0 h 5987"/>
                <a:gd name="T80" fmla="*/ 0 w 10071"/>
                <a:gd name="T81" fmla="*/ 0 h 5987"/>
                <a:gd name="T82" fmla="*/ 0 w 10071"/>
                <a:gd name="T83" fmla="*/ 0 h 5987"/>
                <a:gd name="T84" fmla="*/ 0 w 10071"/>
                <a:gd name="T85" fmla="*/ 0 h 5987"/>
                <a:gd name="T86" fmla="*/ 0 w 10071"/>
                <a:gd name="T87" fmla="*/ 0 h 5987"/>
                <a:gd name="T88" fmla="*/ 0 w 10071"/>
                <a:gd name="T89" fmla="*/ 0 h 5987"/>
                <a:gd name="T90" fmla="*/ 0 w 10071"/>
                <a:gd name="T91" fmla="*/ 0 h 5987"/>
                <a:gd name="T92" fmla="*/ 0 w 10071"/>
                <a:gd name="T93" fmla="*/ 0 h 5987"/>
                <a:gd name="T94" fmla="*/ 0 w 10071"/>
                <a:gd name="T95" fmla="*/ 0 h 5987"/>
                <a:gd name="T96" fmla="*/ 0 w 10071"/>
                <a:gd name="T97" fmla="*/ 0 h 5987"/>
                <a:gd name="T98" fmla="*/ 0 w 10071"/>
                <a:gd name="T99" fmla="*/ 0 h 5987"/>
                <a:gd name="T100" fmla="*/ 0 w 10071"/>
                <a:gd name="T101" fmla="*/ 0 h 5987"/>
                <a:gd name="T102" fmla="*/ 0 w 10071"/>
                <a:gd name="T103" fmla="*/ 0 h 5987"/>
                <a:gd name="T104" fmla="*/ 0 w 10071"/>
                <a:gd name="T105" fmla="*/ 0 h 5987"/>
                <a:gd name="T106" fmla="*/ 0 w 10071"/>
                <a:gd name="T107" fmla="*/ 0 h 5987"/>
                <a:gd name="T108" fmla="*/ 0 w 10071"/>
                <a:gd name="T109" fmla="*/ 0 h 5987"/>
                <a:gd name="T110" fmla="*/ 0 w 10071"/>
                <a:gd name="T111" fmla="*/ 0 h 598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071"/>
                <a:gd name="T169" fmla="*/ 0 h 5987"/>
                <a:gd name="T170" fmla="*/ 10071 w 10071"/>
                <a:gd name="T171" fmla="*/ 5987 h 5987"/>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071" h="5987">
                  <a:moveTo>
                    <a:pt x="3078" y="337"/>
                  </a:moveTo>
                  <a:lnTo>
                    <a:pt x="2554" y="961"/>
                  </a:lnTo>
                  <a:lnTo>
                    <a:pt x="2043" y="1895"/>
                  </a:lnTo>
                  <a:lnTo>
                    <a:pt x="989" y="2609"/>
                  </a:lnTo>
                  <a:lnTo>
                    <a:pt x="508" y="2393"/>
                  </a:lnTo>
                  <a:lnTo>
                    <a:pt x="0" y="2301"/>
                  </a:lnTo>
                  <a:lnTo>
                    <a:pt x="413" y="2423"/>
                  </a:lnTo>
                  <a:lnTo>
                    <a:pt x="796" y="2635"/>
                  </a:lnTo>
                  <a:lnTo>
                    <a:pt x="1109" y="2900"/>
                  </a:lnTo>
                  <a:lnTo>
                    <a:pt x="1446" y="3279"/>
                  </a:lnTo>
                  <a:lnTo>
                    <a:pt x="1758" y="3760"/>
                  </a:lnTo>
                  <a:lnTo>
                    <a:pt x="2119" y="4719"/>
                  </a:lnTo>
                  <a:lnTo>
                    <a:pt x="2336" y="5343"/>
                  </a:lnTo>
                  <a:lnTo>
                    <a:pt x="2457" y="5987"/>
                  </a:lnTo>
                  <a:lnTo>
                    <a:pt x="3945" y="5987"/>
                  </a:lnTo>
                  <a:lnTo>
                    <a:pt x="2982" y="4482"/>
                  </a:lnTo>
                  <a:lnTo>
                    <a:pt x="2527" y="3187"/>
                  </a:lnTo>
                  <a:lnTo>
                    <a:pt x="2578" y="2444"/>
                  </a:lnTo>
                  <a:lnTo>
                    <a:pt x="2624" y="3158"/>
                  </a:lnTo>
                  <a:lnTo>
                    <a:pt x="3052" y="4288"/>
                  </a:lnTo>
                  <a:lnTo>
                    <a:pt x="3991" y="5701"/>
                  </a:lnTo>
                  <a:lnTo>
                    <a:pt x="4281" y="5750"/>
                  </a:lnTo>
                  <a:lnTo>
                    <a:pt x="4378" y="5987"/>
                  </a:lnTo>
                  <a:lnTo>
                    <a:pt x="8152" y="5987"/>
                  </a:lnTo>
                  <a:lnTo>
                    <a:pt x="8322" y="5892"/>
                  </a:lnTo>
                  <a:lnTo>
                    <a:pt x="8722" y="5701"/>
                  </a:lnTo>
                  <a:lnTo>
                    <a:pt x="9113" y="5674"/>
                  </a:lnTo>
                  <a:lnTo>
                    <a:pt x="9135" y="5604"/>
                  </a:lnTo>
                  <a:lnTo>
                    <a:pt x="8843" y="5534"/>
                  </a:lnTo>
                  <a:lnTo>
                    <a:pt x="8530" y="5358"/>
                  </a:lnTo>
                  <a:lnTo>
                    <a:pt x="8242" y="5173"/>
                  </a:lnTo>
                  <a:lnTo>
                    <a:pt x="7839" y="5097"/>
                  </a:lnTo>
                  <a:lnTo>
                    <a:pt x="7546" y="5002"/>
                  </a:lnTo>
                  <a:lnTo>
                    <a:pt x="7168" y="4956"/>
                  </a:lnTo>
                  <a:lnTo>
                    <a:pt x="7168" y="4885"/>
                  </a:lnTo>
                  <a:lnTo>
                    <a:pt x="7452" y="4811"/>
                  </a:lnTo>
                  <a:lnTo>
                    <a:pt x="7767" y="4811"/>
                  </a:lnTo>
                  <a:lnTo>
                    <a:pt x="8080" y="4719"/>
                  </a:lnTo>
                  <a:lnTo>
                    <a:pt x="8652" y="4624"/>
                  </a:lnTo>
                  <a:lnTo>
                    <a:pt x="8992" y="4530"/>
                  </a:lnTo>
                  <a:lnTo>
                    <a:pt x="8821" y="4530"/>
                  </a:lnTo>
                  <a:lnTo>
                    <a:pt x="8627" y="4602"/>
                  </a:lnTo>
                  <a:lnTo>
                    <a:pt x="8339" y="4644"/>
                  </a:lnTo>
                  <a:lnTo>
                    <a:pt x="8030" y="4666"/>
                  </a:lnTo>
                  <a:lnTo>
                    <a:pt x="7818" y="4736"/>
                  </a:lnTo>
                  <a:lnTo>
                    <a:pt x="7818" y="4644"/>
                  </a:lnTo>
                  <a:lnTo>
                    <a:pt x="7931" y="4530"/>
                  </a:lnTo>
                  <a:lnTo>
                    <a:pt x="8201" y="4339"/>
                  </a:lnTo>
                  <a:lnTo>
                    <a:pt x="9234" y="4069"/>
                  </a:lnTo>
                  <a:lnTo>
                    <a:pt x="10071" y="3735"/>
                  </a:lnTo>
                  <a:lnTo>
                    <a:pt x="9159" y="4069"/>
                  </a:lnTo>
                  <a:lnTo>
                    <a:pt x="8516" y="4165"/>
                  </a:lnTo>
                  <a:lnTo>
                    <a:pt x="8272" y="4218"/>
                  </a:lnTo>
                  <a:lnTo>
                    <a:pt x="6778" y="4218"/>
                  </a:lnTo>
                  <a:lnTo>
                    <a:pt x="7117" y="4023"/>
                  </a:lnTo>
                  <a:lnTo>
                    <a:pt x="7382" y="3976"/>
                  </a:lnTo>
                  <a:lnTo>
                    <a:pt x="7594" y="3877"/>
                  </a:lnTo>
                  <a:lnTo>
                    <a:pt x="7670" y="3827"/>
                  </a:lnTo>
                  <a:lnTo>
                    <a:pt x="7670" y="3710"/>
                  </a:lnTo>
                  <a:lnTo>
                    <a:pt x="7643" y="3664"/>
                  </a:lnTo>
                  <a:lnTo>
                    <a:pt x="7522" y="3640"/>
                  </a:lnTo>
                  <a:lnTo>
                    <a:pt x="7474" y="3735"/>
                  </a:lnTo>
                  <a:lnTo>
                    <a:pt x="7353" y="3785"/>
                  </a:lnTo>
                  <a:lnTo>
                    <a:pt x="6832" y="3735"/>
                  </a:lnTo>
                  <a:lnTo>
                    <a:pt x="6685" y="3594"/>
                  </a:lnTo>
                  <a:lnTo>
                    <a:pt x="6731" y="3804"/>
                  </a:lnTo>
                  <a:lnTo>
                    <a:pt x="6731" y="3976"/>
                  </a:lnTo>
                  <a:lnTo>
                    <a:pt x="6661" y="4218"/>
                  </a:lnTo>
                  <a:lnTo>
                    <a:pt x="6661" y="3976"/>
                  </a:lnTo>
                  <a:lnTo>
                    <a:pt x="6441" y="3710"/>
                  </a:lnTo>
                  <a:lnTo>
                    <a:pt x="6589" y="4023"/>
                  </a:lnTo>
                  <a:lnTo>
                    <a:pt x="6589" y="4311"/>
                  </a:lnTo>
                  <a:lnTo>
                    <a:pt x="5434" y="5026"/>
                  </a:lnTo>
                  <a:lnTo>
                    <a:pt x="5265" y="4574"/>
                  </a:lnTo>
                  <a:lnTo>
                    <a:pt x="5265" y="3877"/>
                  </a:lnTo>
                  <a:lnTo>
                    <a:pt x="5602" y="3710"/>
                  </a:lnTo>
                  <a:lnTo>
                    <a:pt x="6107" y="3594"/>
                  </a:lnTo>
                  <a:lnTo>
                    <a:pt x="5773" y="3521"/>
                  </a:lnTo>
                  <a:lnTo>
                    <a:pt x="6056" y="3279"/>
                  </a:lnTo>
                  <a:lnTo>
                    <a:pt x="5173" y="3760"/>
                  </a:lnTo>
                  <a:lnTo>
                    <a:pt x="4810" y="3187"/>
                  </a:lnTo>
                  <a:lnTo>
                    <a:pt x="4666" y="1754"/>
                  </a:lnTo>
                  <a:lnTo>
                    <a:pt x="4500" y="790"/>
                  </a:lnTo>
                  <a:lnTo>
                    <a:pt x="4256" y="242"/>
                  </a:lnTo>
                  <a:lnTo>
                    <a:pt x="3964" y="0"/>
                  </a:lnTo>
                  <a:lnTo>
                    <a:pt x="4187" y="242"/>
                  </a:lnTo>
                  <a:lnTo>
                    <a:pt x="4424" y="693"/>
                  </a:lnTo>
                  <a:lnTo>
                    <a:pt x="4544" y="1271"/>
                  </a:lnTo>
                  <a:lnTo>
                    <a:pt x="4620" y="2181"/>
                  </a:lnTo>
                  <a:lnTo>
                    <a:pt x="4712" y="3140"/>
                  </a:lnTo>
                  <a:lnTo>
                    <a:pt x="3611" y="1531"/>
                  </a:lnTo>
                  <a:lnTo>
                    <a:pt x="4019" y="2469"/>
                  </a:lnTo>
                  <a:lnTo>
                    <a:pt x="4782" y="3543"/>
                  </a:lnTo>
                  <a:lnTo>
                    <a:pt x="4782" y="3947"/>
                  </a:lnTo>
                  <a:lnTo>
                    <a:pt x="4544" y="4549"/>
                  </a:lnTo>
                  <a:lnTo>
                    <a:pt x="5047" y="3947"/>
                  </a:lnTo>
                  <a:lnTo>
                    <a:pt x="5148" y="4288"/>
                  </a:lnTo>
                  <a:lnTo>
                    <a:pt x="5148" y="4574"/>
                  </a:lnTo>
                  <a:lnTo>
                    <a:pt x="4666" y="5125"/>
                  </a:lnTo>
                  <a:lnTo>
                    <a:pt x="4208" y="4736"/>
                  </a:lnTo>
                  <a:lnTo>
                    <a:pt x="3964" y="4908"/>
                  </a:lnTo>
                  <a:lnTo>
                    <a:pt x="3899" y="4811"/>
                  </a:lnTo>
                  <a:lnTo>
                    <a:pt x="4019" y="4359"/>
                  </a:lnTo>
                  <a:lnTo>
                    <a:pt x="3991" y="4189"/>
                  </a:lnTo>
                  <a:lnTo>
                    <a:pt x="2744" y="2589"/>
                  </a:lnTo>
                  <a:lnTo>
                    <a:pt x="2716" y="2324"/>
                  </a:lnTo>
                  <a:lnTo>
                    <a:pt x="2716" y="1824"/>
                  </a:lnTo>
                  <a:lnTo>
                    <a:pt x="2767" y="1339"/>
                  </a:lnTo>
                  <a:lnTo>
                    <a:pt x="2883" y="840"/>
                  </a:lnTo>
                  <a:lnTo>
                    <a:pt x="3078" y="482"/>
                  </a:lnTo>
                  <a:lnTo>
                    <a:pt x="3345" y="173"/>
                  </a:lnTo>
                  <a:lnTo>
                    <a:pt x="3078" y="3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5" name="Freeform 315"/>
            <p:cNvSpPr>
              <a:spLocks/>
            </p:cNvSpPr>
            <p:nvPr/>
          </p:nvSpPr>
          <p:spPr bwMode="auto">
            <a:xfrm>
              <a:off x="2433" y="2387"/>
              <a:ext cx="127" cy="83"/>
            </a:xfrm>
            <a:custGeom>
              <a:avLst/>
              <a:gdLst>
                <a:gd name="T0" fmla="*/ 0 w 1016"/>
                <a:gd name="T1" fmla="*/ 0 h 665"/>
                <a:gd name="T2" fmla="*/ 0 w 1016"/>
                <a:gd name="T3" fmla="*/ 0 h 665"/>
                <a:gd name="T4" fmla="*/ 0 w 1016"/>
                <a:gd name="T5" fmla="*/ 0 h 665"/>
                <a:gd name="T6" fmla="*/ 0 w 1016"/>
                <a:gd name="T7" fmla="*/ 0 h 665"/>
                <a:gd name="T8" fmla="*/ 0 w 1016"/>
                <a:gd name="T9" fmla="*/ 0 h 665"/>
                <a:gd name="T10" fmla="*/ 0 w 1016"/>
                <a:gd name="T11" fmla="*/ 0 h 665"/>
                <a:gd name="T12" fmla="*/ 0 w 1016"/>
                <a:gd name="T13" fmla="*/ 0 h 665"/>
                <a:gd name="T14" fmla="*/ 0 w 1016"/>
                <a:gd name="T15" fmla="*/ 0 h 665"/>
                <a:gd name="T16" fmla="*/ 0 w 1016"/>
                <a:gd name="T17" fmla="*/ 0 h 665"/>
                <a:gd name="T18" fmla="*/ 0 w 1016"/>
                <a:gd name="T19" fmla="*/ 0 h 665"/>
                <a:gd name="T20" fmla="*/ 0 w 1016"/>
                <a:gd name="T21" fmla="*/ 0 h 665"/>
                <a:gd name="T22" fmla="*/ 0 w 1016"/>
                <a:gd name="T23" fmla="*/ 0 h 665"/>
                <a:gd name="T24" fmla="*/ 0 w 1016"/>
                <a:gd name="T25" fmla="*/ 0 h 665"/>
                <a:gd name="T26" fmla="*/ 0 w 1016"/>
                <a:gd name="T27" fmla="*/ 0 h 66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16"/>
                <a:gd name="T43" fmla="*/ 0 h 665"/>
                <a:gd name="T44" fmla="*/ 1016 w 1016"/>
                <a:gd name="T45" fmla="*/ 665 h 66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16" h="665">
                  <a:moveTo>
                    <a:pt x="6" y="0"/>
                  </a:moveTo>
                  <a:lnTo>
                    <a:pt x="218" y="118"/>
                  </a:lnTo>
                  <a:lnTo>
                    <a:pt x="705" y="173"/>
                  </a:lnTo>
                  <a:lnTo>
                    <a:pt x="705" y="228"/>
                  </a:lnTo>
                  <a:lnTo>
                    <a:pt x="1016" y="240"/>
                  </a:lnTo>
                  <a:lnTo>
                    <a:pt x="697" y="275"/>
                  </a:lnTo>
                  <a:lnTo>
                    <a:pt x="653" y="446"/>
                  </a:lnTo>
                  <a:lnTo>
                    <a:pt x="626" y="662"/>
                  </a:lnTo>
                  <a:lnTo>
                    <a:pt x="596" y="665"/>
                  </a:lnTo>
                  <a:lnTo>
                    <a:pt x="615" y="406"/>
                  </a:lnTo>
                  <a:lnTo>
                    <a:pt x="653" y="235"/>
                  </a:lnTo>
                  <a:lnTo>
                    <a:pt x="218" y="178"/>
                  </a:lnTo>
                  <a:lnTo>
                    <a:pt x="0" y="99"/>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6" name="Freeform 316"/>
            <p:cNvSpPr>
              <a:spLocks/>
            </p:cNvSpPr>
            <p:nvPr/>
          </p:nvSpPr>
          <p:spPr bwMode="auto">
            <a:xfrm>
              <a:off x="2568" y="2345"/>
              <a:ext cx="228" cy="133"/>
            </a:xfrm>
            <a:custGeom>
              <a:avLst/>
              <a:gdLst>
                <a:gd name="T0" fmla="*/ 0 w 1821"/>
                <a:gd name="T1" fmla="*/ 0 h 1066"/>
                <a:gd name="T2" fmla="*/ 0 w 1821"/>
                <a:gd name="T3" fmla="*/ 0 h 1066"/>
                <a:gd name="T4" fmla="*/ 0 w 1821"/>
                <a:gd name="T5" fmla="*/ 0 h 1066"/>
                <a:gd name="T6" fmla="*/ 0 w 1821"/>
                <a:gd name="T7" fmla="*/ 0 h 1066"/>
                <a:gd name="T8" fmla="*/ 0 w 1821"/>
                <a:gd name="T9" fmla="*/ 0 h 1066"/>
                <a:gd name="T10" fmla="*/ 0 w 1821"/>
                <a:gd name="T11" fmla="*/ 0 h 1066"/>
                <a:gd name="T12" fmla="*/ 0 w 1821"/>
                <a:gd name="T13" fmla="*/ 0 h 1066"/>
                <a:gd name="T14" fmla="*/ 0 w 1821"/>
                <a:gd name="T15" fmla="*/ 0 h 1066"/>
                <a:gd name="T16" fmla="*/ 0 w 1821"/>
                <a:gd name="T17" fmla="*/ 0 h 1066"/>
                <a:gd name="T18" fmla="*/ 0 w 1821"/>
                <a:gd name="T19" fmla="*/ 0 h 1066"/>
                <a:gd name="T20" fmla="*/ 0 w 1821"/>
                <a:gd name="T21" fmla="*/ 0 h 1066"/>
                <a:gd name="T22" fmla="*/ 0 w 1821"/>
                <a:gd name="T23" fmla="*/ 0 h 1066"/>
                <a:gd name="T24" fmla="*/ 0 w 1821"/>
                <a:gd name="T25" fmla="*/ 0 h 1066"/>
                <a:gd name="T26" fmla="*/ 0 w 1821"/>
                <a:gd name="T27" fmla="*/ 0 h 1066"/>
                <a:gd name="T28" fmla="*/ 0 w 1821"/>
                <a:gd name="T29" fmla="*/ 0 h 1066"/>
                <a:gd name="T30" fmla="*/ 0 w 1821"/>
                <a:gd name="T31" fmla="*/ 0 h 1066"/>
                <a:gd name="T32" fmla="*/ 0 w 1821"/>
                <a:gd name="T33" fmla="*/ 0 h 1066"/>
                <a:gd name="T34" fmla="*/ 0 w 1821"/>
                <a:gd name="T35" fmla="*/ 0 h 1066"/>
                <a:gd name="T36" fmla="*/ 0 w 1821"/>
                <a:gd name="T37" fmla="*/ 0 h 1066"/>
                <a:gd name="T38" fmla="*/ 0 w 1821"/>
                <a:gd name="T39" fmla="*/ 0 h 1066"/>
                <a:gd name="T40" fmla="*/ 0 w 1821"/>
                <a:gd name="T41" fmla="*/ 0 h 1066"/>
                <a:gd name="T42" fmla="*/ 0 w 1821"/>
                <a:gd name="T43" fmla="*/ 0 h 1066"/>
                <a:gd name="T44" fmla="*/ 0 w 1821"/>
                <a:gd name="T45" fmla="*/ 0 h 1066"/>
                <a:gd name="T46" fmla="*/ 0 w 1821"/>
                <a:gd name="T47" fmla="*/ 0 h 1066"/>
                <a:gd name="T48" fmla="*/ 0 w 1821"/>
                <a:gd name="T49" fmla="*/ 0 h 1066"/>
                <a:gd name="T50" fmla="*/ 0 w 1821"/>
                <a:gd name="T51" fmla="*/ 0 h 1066"/>
                <a:gd name="T52" fmla="*/ 0 w 1821"/>
                <a:gd name="T53" fmla="*/ 0 h 1066"/>
                <a:gd name="T54" fmla="*/ 0 w 1821"/>
                <a:gd name="T55" fmla="*/ 0 h 1066"/>
                <a:gd name="T56" fmla="*/ 0 w 1821"/>
                <a:gd name="T57" fmla="*/ 0 h 1066"/>
                <a:gd name="T58" fmla="*/ 0 w 1821"/>
                <a:gd name="T59" fmla="*/ 0 h 1066"/>
                <a:gd name="T60" fmla="*/ 0 w 1821"/>
                <a:gd name="T61" fmla="*/ 0 h 1066"/>
                <a:gd name="T62" fmla="*/ 0 w 1821"/>
                <a:gd name="T63" fmla="*/ 0 h 1066"/>
                <a:gd name="T64" fmla="*/ 0 w 1821"/>
                <a:gd name="T65" fmla="*/ 0 h 1066"/>
                <a:gd name="T66" fmla="*/ 0 w 1821"/>
                <a:gd name="T67" fmla="*/ 0 h 1066"/>
                <a:gd name="T68" fmla="*/ 0 w 1821"/>
                <a:gd name="T69" fmla="*/ 0 h 1066"/>
                <a:gd name="T70" fmla="*/ 0 w 1821"/>
                <a:gd name="T71" fmla="*/ 0 h 1066"/>
                <a:gd name="T72" fmla="*/ 0 w 1821"/>
                <a:gd name="T73" fmla="*/ 0 h 1066"/>
                <a:gd name="T74" fmla="*/ 0 w 1821"/>
                <a:gd name="T75" fmla="*/ 0 h 1066"/>
                <a:gd name="T76" fmla="*/ 0 w 1821"/>
                <a:gd name="T77" fmla="*/ 0 h 1066"/>
                <a:gd name="T78" fmla="*/ 0 w 1821"/>
                <a:gd name="T79" fmla="*/ 0 h 1066"/>
                <a:gd name="T80" fmla="*/ 0 w 1821"/>
                <a:gd name="T81" fmla="*/ 0 h 1066"/>
                <a:gd name="T82" fmla="*/ 0 w 1821"/>
                <a:gd name="T83" fmla="*/ 0 h 1066"/>
                <a:gd name="T84" fmla="*/ 0 w 1821"/>
                <a:gd name="T85" fmla="*/ 0 h 1066"/>
                <a:gd name="T86" fmla="*/ 0 w 1821"/>
                <a:gd name="T87" fmla="*/ 0 h 1066"/>
                <a:gd name="T88" fmla="*/ 0 w 1821"/>
                <a:gd name="T89" fmla="*/ 0 h 106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21"/>
                <a:gd name="T136" fmla="*/ 0 h 1066"/>
                <a:gd name="T137" fmla="*/ 1821 w 1821"/>
                <a:gd name="T138" fmla="*/ 1066 h 106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21" h="1066">
                  <a:moveTo>
                    <a:pt x="0" y="706"/>
                  </a:moveTo>
                  <a:lnTo>
                    <a:pt x="137" y="242"/>
                  </a:lnTo>
                  <a:lnTo>
                    <a:pt x="597" y="0"/>
                  </a:lnTo>
                  <a:lnTo>
                    <a:pt x="906" y="137"/>
                  </a:lnTo>
                  <a:lnTo>
                    <a:pt x="1268" y="176"/>
                  </a:lnTo>
                  <a:lnTo>
                    <a:pt x="1330" y="227"/>
                  </a:lnTo>
                  <a:lnTo>
                    <a:pt x="1341" y="317"/>
                  </a:lnTo>
                  <a:lnTo>
                    <a:pt x="1504" y="360"/>
                  </a:lnTo>
                  <a:lnTo>
                    <a:pt x="1634" y="459"/>
                  </a:lnTo>
                  <a:lnTo>
                    <a:pt x="1708" y="488"/>
                  </a:lnTo>
                  <a:lnTo>
                    <a:pt x="1819" y="579"/>
                  </a:lnTo>
                  <a:lnTo>
                    <a:pt x="1821" y="655"/>
                  </a:lnTo>
                  <a:lnTo>
                    <a:pt x="1763" y="706"/>
                  </a:lnTo>
                  <a:lnTo>
                    <a:pt x="1634" y="822"/>
                  </a:lnTo>
                  <a:lnTo>
                    <a:pt x="1637" y="910"/>
                  </a:lnTo>
                  <a:lnTo>
                    <a:pt x="1612" y="800"/>
                  </a:lnTo>
                  <a:lnTo>
                    <a:pt x="1785" y="640"/>
                  </a:lnTo>
                  <a:lnTo>
                    <a:pt x="1785" y="584"/>
                  </a:lnTo>
                  <a:lnTo>
                    <a:pt x="1637" y="499"/>
                  </a:lnTo>
                  <a:lnTo>
                    <a:pt x="1577" y="512"/>
                  </a:lnTo>
                  <a:lnTo>
                    <a:pt x="1504" y="503"/>
                  </a:lnTo>
                  <a:lnTo>
                    <a:pt x="1370" y="579"/>
                  </a:lnTo>
                  <a:lnTo>
                    <a:pt x="1543" y="448"/>
                  </a:lnTo>
                  <a:lnTo>
                    <a:pt x="1471" y="383"/>
                  </a:lnTo>
                  <a:lnTo>
                    <a:pt x="1341" y="356"/>
                  </a:lnTo>
                  <a:lnTo>
                    <a:pt x="1341" y="409"/>
                  </a:lnTo>
                  <a:lnTo>
                    <a:pt x="1394" y="503"/>
                  </a:lnTo>
                  <a:lnTo>
                    <a:pt x="1319" y="413"/>
                  </a:lnTo>
                  <a:lnTo>
                    <a:pt x="1268" y="247"/>
                  </a:lnTo>
                  <a:lnTo>
                    <a:pt x="1205" y="192"/>
                  </a:lnTo>
                  <a:lnTo>
                    <a:pt x="885" y="176"/>
                  </a:lnTo>
                  <a:lnTo>
                    <a:pt x="641" y="47"/>
                  </a:lnTo>
                  <a:lnTo>
                    <a:pt x="161" y="264"/>
                  </a:lnTo>
                  <a:lnTo>
                    <a:pt x="90" y="552"/>
                  </a:lnTo>
                  <a:lnTo>
                    <a:pt x="321" y="574"/>
                  </a:lnTo>
                  <a:lnTo>
                    <a:pt x="590" y="655"/>
                  </a:lnTo>
                  <a:lnTo>
                    <a:pt x="791" y="822"/>
                  </a:lnTo>
                  <a:lnTo>
                    <a:pt x="1053" y="719"/>
                  </a:lnTo>
                  <a:lnTo>
                    <a:pt x="873" y="930"/>
                  </a:lnTo>
                  <a:lnTo>
                    <a:pt x="873" y="1066"/>
                  </a:lnTo>
                  <a:lnTo>
                    <a:pt x="786" y="851"/>
                  </a:lnTo>
                  <a:lnTo>
                    <a:pt x="597" y="699"/>
                  </a:lnTo>
                  <a:lnTo>
                    <a:pt x="403" y="633"/>
                  </a:lnTo>
                  <a:lnTo>
                    <a:pt x="173" y="614"/>
                  </a:lnTo>
                  <a:lnTo>
                    <a:pt x="0" y="70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7" name="Freeform 317"/>
            <p:cNvSpPr>
              <a:spLocks/>
            </p:cNvSpPr>
            <p:nvPr/>
          </p:nvSpPr>
          <p:spPr bwMode="auto">
            <a:xfrm>
              <a:off x="2555" y="2447"/>
              <a:ext cx="112" cy="58"/>
            </a:xfrm>
            <a:custGeom>
              <a:avLst/>
              <a:gdLst>
                <a:gd name="T0" fmla="*/ 0 w 895"/>
                <a:gd name="T1" fmla="*/ 0 h 462"/>
                <a:gd name="T2" fmla="*/ 0 w 895"/>
                <a:gd name="T3" fmla="*/ 0 h 462"/>
                <a:gd name="T4" fmla="*/ 0 w 895"/>
                <a:gd name="T5" fmla="*/ 0 h 462"/>
                <a:gd name="T6" fmla="*/ 0 w 895"/>
                <a:gd name="T7" fmla="*/ 0 h 462"/>
                <a:gd name="T8" fmla="*/ 0 w 895"/>
                <a:gd name="T9" fmla="*/ 0 h 462"/>
                <a:gd name="T10" fmla="*/ 0 w 895"/>
                <a:gd name="T11" fmla="*/ 0 h 462"/>
                <a:gd name="T12" fmla="*/ 0 w 895"/>
                <a:gd name="T13" fmla="*/ 0 h 462"/>
                <a:gd name="T14" fmla="*/ 0 w 895"/>
                <a:gd name="T15" fmla="*/ 0 h 462"/>
                <a:gd name="T16" fmla="*/ 0 w 895"/>
                <a:gd name="T17" fmla="*/ 0 h 462"/>
                <a:gd name="T18" fmla="*/ 0 w 895"/>
                <a:gd name="T19" fmla="*/ 0 h 462"/>
                <a:gd name="T20" fmla="*/ 0 w 895"/>
                <a:gd name="T21" fmla="*/ 0 h 462"/>
                <a:gd name="T22" fmla="*/ 0 w 895"/>
                <a:gd name="T23" fmla="*/ 0 h 4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95"/>
                <a:gd name="T37" fmla="*/ 0 h 462"/>
                <a:gd name="T38" fmla="*/ 895 w 895"/>
                <a:gd name="T39" fmla="*/ 462 h 4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95" h="462">
                  <a:moveTo>
                    <a:pt x="0" y="69"/>
                  </a:moveTo>
                  <a:lnTo>
                    <a:pt x="363" y="91"/>
                  </a:lnTo>
                  <a:lnTo>
                    <a:pt x="593" y="177"/>
                  </a:lnTo>
                  <a:lnTo>
                    <a:pt x="764" y="313"/>
                  </a:lnTo>
                  <a:lnTo>
                    <a:pt x="844" y="462"/>
                  </a:lnTo>
                  <a:lnTo>
                    <a:pt x="895" y="421"/>
                  </a:lnTo>
                  <a:lnTo>
                    <a:pt x="791" y="262"/>
                  </a:lnTo>
                  <a:lnTo>
                    <a:pt x="642" y="126"/>
                  </a:lnTo>
                  <a:lnTo>
                    <a:pt x="427" y="20"/>
                  </a:lnTo>
                  <a:lnTo>
                    <a:pt x="180" y="0"/>
                  </a:lnTo>
                  <a:lnTo>
                    <a:pt x="13" y="0"/>
                  </a:lnTo>
                  <a:lnTo>
                    <a:pt x="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8" name="Freeform 318"/>
            <p:cNvSpPr>
              <a:spLocks/>
            </p:cNvSpPr>
            <p:nvPr/>
          </p:nvSpPr>
          <p:spPr bwMode="auto">
            <a:xfrm>
              <a:off x="2747" y="2612"/>
              <a:ext cx="26" cy="23"/>
            </a:xfrm>
            <a:custGeom>
              <a:avLst/>
              <a:gdLst>
                <a:gd name="T0" fmla="*/ 0 w 203"/>
                <a:gd name="T1" fmla="*/ 0 h 182"/>
                <a:gd name="T2" fmla="*/ 0 w 203"/>
                <a:gd name="T3" fmla="*/ 0 h 182"/>
                <a:gd name="T4" fmla="*/ 0 w 203"/>
                <a:gd name="T5" fmla="*/ 0 h 182"/>
                <a:gd name="T6" fmla="*/ 0 w 203"/>
                <a:gd name="T7" fmla="*/ 0 h 182"/>
                <a:gd name="T8" fmla="*/ 0 w 203"/>
                <a:gd name="T9" fmla="*/ 0 h 182"/>
                <a:gd name="T10" fmla="*/ 0 w 203"/>
                <a:gd name="T11" fmla="*/ 0 h 182"/>
                <a:gd name="T12" fmla="*/ 0 w 203"/>
                <a:gd name="T13" fmla="*/ 0 h 182"/>
                <a:gd name="T14" fmla="*/ 0 w 203"/>
                <a:gd name="T15" fmla="*/ 0 h 182"/>
                <a:gd name="T16" fmla="*/ 0 w 203"/>
                <a:gd name="T17" fmla="*/ 0 h 182"/>
                <a:gd name="T18" fmla="*/ 0 w 203"/>
                <a:gd name="T19" fmla="*/ 0 h 182"/>
                <a:gd name="T20" fmla="*/ 0 w 203"/>
                <a:gd name="T21" fmla="*/ 0 h 182"/>
                <a:gd name="T22" fmla="*/ 0 w 203"/>
                <a:gd name="T23" fmla="*/ 0 h 182"/>
                <a:gd name="T24" fmla="*/ 0 w 203"/>
                <a:gd name="T25" fmla="*/ 0 h 18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3"/>
                <a:gd name="T40" fmla="*/ 0 h 182"/>
                <a:gd name="T41" fmla="*/ 203 w 203"/>
                <a:gd name="T42" fmla="*/ 182 h 18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3" h="182">
                  <a:moveTo>
                    <a:pt x="0" y="20"/>
                  </a:moveTo>
                  <a:lnTo>
                    <a:pt x="95" y="22"/>
                  </a:lnTo>
                  <a:lnTo>
                    <a:pt x="146" y="62"/>
                  </a:lnTo>
                  <a:lnTo>
                    <a:pt x="169" y="97"/>
                  </a:lnTo>
                  <a:lnTo>
                    <a:pt x="169" y="133"/>
                  </a:lnTo>
                  <a:lnTo>
                    <a:pt x="146" y="182"/>
                  </a:lnTo>
                  <a:lnTo>
                    <a:pt x="181" y="167"/>
                  </a:lnTo>
                  <a:lnTo>
                    <a:pt x="203" y="121"/>
                  </a:lnTo>
                  <a:lnTo>
                    <a:pt x="194" y="86"/>
                  </a:lnTo>
                  <a:lnTo>
                    <a:pt x="165" y="38"/>
                  </a:lnTo>
                  <a:lnTo>
                    <a:pt x="130" y="20"/>
                  </a:lnTo>
                  <a:lnTo>
                    <a:pt x="40" y="0"/>
                  </a:lnTo>
                  <a:lnTo>
                    <a:pt x="0"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19" name="Freeform 319"/>
            <p:cNvSpPr>
              <a:spLocks/>
            </p:cNvSpPr>
            <p:nvPr/>
          </p:nvSpPr>
          <p:spPr bwMode="auto">
            <a:xfrm>
              <a:off x="2802" y="2599"/>
              <a:ext cx="45" cy="25"/>
            </a:xfrm>
            <a:custGeom>
              <a:avLst/>
              <a:gdLst>
                <a:gd name="T0" fmla="*/ 0 w 360"/>
                <a:gd name="T1" fmla="*/ 0 h 197"/>
                <a:gd name="T2" fmla="*/ 0 w 360"/>
                <a:gd name="T3" fmla="*/ 0 h 197"/>
                <a:gd name="T4" fmla="*/ 0 w 360"/>
                <a:gd name="T5" fmla="*/ 0 h 197"/>
                <a:gd name="T6" fmla="*/ 0 w 360"/>
                <a:gd name="T7" fmla="*/ 0 h 197"/>
                <a:gd name="T8" fmla="*/ 0 w 360"/>
                <a:gd name="T9" fmla="*/ 0 h 197"/>
                <a:gd name="T10" fmla="*/ 0 w 360"/>
                <a:gd name="T11" fmla="*/ 0 h 197"/>
                <a:gd name="T12" fmla="*/ 0 w 360"/>
                <a:gd name="T13" fmla="*/ 0 h 197"/>
                <a:gd name="T14" fmla="*/ 0 w 360"/>
                <a:gd name="T15" fmla="*/ 0 h 197"/>
                <a:gd name="T16" fmla="*/ 0 w 360"/>
                <a:gd name="T17" fmla="*/ 0 h 197"/>
                <a:gd name="T18" fmla="*/ 0 w 360"/>
                <a:gd name="T19" fmla="*/ 0 h 197"/>
                <a:gd name="T20" fmla="*/ 0 w 360"/>
                <a:gd name="T21" fmla="*/ 0 h 197"/>
                <a:gd name="T22" fmla="*/ 0 w 360"/>
                <a:gd name="T23" fmla="*/ 0 h 197"/>
                <a:gd name="T24" fmla="*/ 0 w 360"/>
                <a:gd name="T25" fmla="*/ 0 h 197"/>
                <a:gd name="T26" fmla="*/ 0 w 360"/>
                <a:gd name="T27" fmla="*/ 0 h 197"/>
                <a:gd name="T28" fmla="*/ 0 w 360"/>
                <a:gd name="T29" fmla="*/ 0 h 197"/>
                <a:gd name="T30" fmla="*/ 0 w 360"/>
                <a:gd name="T31" fmla="*/ 0 h 197"/>
                <a:gd name="T32" fmla="*/ 0 w 360"/>
                <a:gd name="T33" fmla="*/ 0 h 197"/>
                <a:gd name="T34" fmla="*/ 0 w 360"/>
                <a:gd name="T35" fmla="*/ 0 h 19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60"/>
                <a:gd name="T55" fmla="*/ 0 h 197"/>
                <a:gd name="T56" fmla="*/ 360 w 360"/>
                <a:gd name="T57" fmla="*/ 197 h 19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60" h="197">
                  <a:moveTo>
                    <a:pt x="245" y="26"/>
                  </a:moveTo>
                  <a:lnTo>
                    <a:pt x="286" y="51"/>
                  </a:lnTo>
                  <a:lnTo>
                    <a:pt x="309" y="100"/>
                  </a:lnTo>
                  <a:lnTo>
                    <a:pt x="296" y="138"/>
                  </a:lnTo>
                  <a:lnTo>
                    <a:pt x="261" y="177"/>
                  </a:lnTo>
                  <a:lnTo>
                    <a:pt x="63" y="166"/>
                  </a:lnTo>
                  <a:lnTo>
                    <a:pt x="28" y="150"/>
                  </a:lnTo>
                  <a:lnTo>
                    <a:pt x="24" y="104"/>
                  </a:lnTo>
                  <a:lnTo>
                    <a:pt x="28" y="100"/>
                  </a:lnTo>
                  <a:lnTo>
                    <a:pt x="0" y="104"/>
                  </a:lnTo>
                  <a:lnTo>
                    <a:pt x="0" y="138"/>
                  </a:lnTo>
                  <a:lnTo>
                    <a:pt x="39" y="186"/>
                  </a:lnTo>
                  <a:lnTo>
                    <a:pt x="296" y="197"/>
                  </a:lnTo>
                  <a:lnTo>
                    <a:pt x="349" y="150"/>
                  </a:lnTo>
                  <a:lnTo>
                    <a:pt x="360" y="87"/>
                  </a:lnTo>
                  <a:lnTo>
                    <a:pt x="325" y="26"/>
                  </a:lnTo>
                  <a:lnTo>
                    <a:pt x="274" y="0"/>
                  </a:lnTo>
                  <a:lnTo>
                    <a:pt x="245"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20" name="Line 320"/>
            <p:cNvSpPr>
              <a:spLocks noChangeShapeType="1"/>
            </p:cNvSpPr>
            <p:nvPr/>
          </p:nvSpPr>
          <p:spPr bwMode="auto">
            <a:xfrm>
              <a:off x="3286" y="1871"/>
              <a:ext cx="8" cy="2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1" name="Line 321"/>
            <p:cNvSpPr>
              <a:spLocks noChangeShapeType="1"/>
            </p:cNvSpPr>
            <p:nvPr/>
          </p:nvSpPr>
          <p:spPr bwMode="auto">
            <a:xfrm>
              <a:off x="3390" y="1730"/>
              <a:ext cx="4" cy="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2" name="Line 322"/>
            <p:cNvSpPr>
              <a:spLocks noChangeShapeType="1"/>
            </p:cNvSpPr>
            <p:nvPr/>
          </p:nvSpPr>
          <p:spPr bwMode="auto">
            <a:xfrm>
              <a:off x="3383" y="1731"/>
              <a:ext cx="6" cy="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3" name="Line 323"/>
            <p:cNvSpPr>
              <a:spLocks noChangeShapeType="1"/>
            </p:cNvSpPr>
            <p:nvPr/>
          </p:nvSpPr>
          <p:spPr bwMode="auto">
            <a:xfrm>
              <a:off x="3376" y="1742"/>
              <a:ext cx="2" cy="5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4" name="Line 324"/>
            <p:cNvSpPr>
              <a:spLocks noChangeShapeType="1"/>
            </p:cNvSpPr>
            <p:nvPr/>
          </p:nvSpPr>
          <p:spPr bwMode="auto">
            <a:xfrm flipH="1">
              <a:off x="3368" y="1760"/>
              <a:ext cx="1" cy="4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5" name="Line 325"/>
            <p:cNvSpPr>
              <a:spLocks noChangeShapeType="1"/>
            </p:cNvSpPr>
            <p:nvPr/>
          </p:nvSpPr>
          <p:spPr bwMode="auto">
            <a:xfrm flipH="1">
              <a:off x="3355" y="1775"/>
              <a:ext cx="4" cy="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6" name="Line 326"/>
            <p:cNvSpPr>
              <a:spLocks noChangeShapeType="1"/>
            </p:cNvSpPr>
            <p:nvPr/>
          </p:nvSpPr>
          <p:spPr bwMode="auto">
            <a:xfrm flipH="1">
              <a:off x="3344" y="1799"/>
              <a:ext cx="3" cy="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7" name="Freeform 327"/>
            <p:cNvSpPr>
              <a:spLocks/>
            </p:cNvSpPr>
            <p:nvPr/>
          </p:nvSpPr>
          <p:spPr bwMode="auto">
            <a:xfrm>
              <a:off x="3417" y="1793"/>
              <a:ext cx="28" cy="42"/>
            </a:xfrm>
            <a:custGeom>
              <a:avLst/>
              <a:gdLst>
                <a:gd name="T0" fmla="*/ 0 w 226"/>
                <a:gd name="T1" fmla="*/ 0 h 341"/>
                <a:gd name="T2" fmla="*/ 0 w 226"/>
                <a:gd name="T3" fmla="*/ 0 h 341"/>
                <a:gd name="T4" fmla="*/ 0 w 226"/>
                <a:gd name="T5" fmla="*/ 0 h 341"/>
                <a:gd name="T6" fmla="*/ 0 w 226"/>
                <a:gd name="T7" fmla="*/ 0 h 341"/>
                <a:gd name="T8" fmla="*/ 0 w 226"/>
                <a:gd name="T9" fmla="*/ 0 h 341"/>
                <a:gd name="T10" fmla="*/ 0 w 226"/>
                <a:gd name="T11" fmla="*/ 0 h 341"/>
                <a:gd name="T12" fmla="*/ 0 w 226"/>
                <a:gd name="T13" fmla="*/ 0 h 341"/>
                <a:gd name="T14" fmla="*/ 0 w 226"/>
                <a:gd name="T15" fmla="*/ 0 h 341"/>
                <a:gd name="T16" fmla="*/ 0 w 226"/>
                <a:gd name="T17" fmla="*/ 0 h 341"/>
                <a:gd name="T18" fmla="*/ 0 w 226"/>
                <a:gd name="T19" fmla="*/ 0 h 341"/>
                <a:gd name="T20" fmla="*/ 0 w 226"/>
                <a:gd name="T21" fmla="*/ 0 h 341"/>
                <a:gd name="T22" fmla="*/ 0 w 226"/>
                <a:gd name="T23" fmla="*/ 0 h 341"/>
                <a:gd name="T24" fmla="*/ 0 w 226"/>
                <a:gd name="T25" fmla="*/ 0 h 341"/>
                <a:gd name="T26" fmla="*/ 0 w 226"/>
                <a:gd name="T27" fmla="*/ 0 h 341"/>
                <a:gd name="T28" fmla="*/ 0 w 226"/>
                <a:gd name="T29" fmla="*/ 0 h 341"/>
                <a:gd name="T30" fmla="*/ 0 w 226"/>
                <a:gd name="T31" fmla="*/ 0 h 341"/>
                <a:gd name="T32" fmla="*/ 0 w 226"/>
                <a:gd name="T33" fmla="*/ 0 h 341"/>
                <a:gd name="T34" fmla="*/ 0 w 226"/>
                <a:gd name="T35" fmla="*/ 0 h 341"/>
                <a:gd name="T36" fmla="*/ 0 w 226"/>
                <a:gd name="T37" fmla="*/ 0 h 341"/>
                <a:gd name="T38" fmla="*/ 0 w 226"/>
                <a:gd name="T39" fmla="*/ 0 h 341"/>
                <a:gd name="T40" fmla="*/ 0 w 226"/>
                <a:gd name="T41" fmla="*/ 0 h 34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26"/>
                <a:gd name="T64" fmla="*/ 0 h 341"/>
                <a:gd name="T65" fmla="*/ 226 w 226"/>
                <a:gd name="T66" fmla="*/ 341 h 34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26" h="341">
                  <a:moveTo>
                    <a:pt x="191" y="0"/>
                  </a:moveTo>
                  <a:lnTo>
                    <a:pt x="155" y="0"/>
                  </a:lnTo>
                  <a:lnTo>
                    <a:pt x="125" y="5"/>
                  </a:lnTo>
                  <a:lnTo>
                    <a:pt x="104" y="14"/>
                  </a:lnTo>
                  <a:lnTo>
                    <a:pt x="70" y="31"/>
                  </a:lnTo>
                  <a:lnTo>
                    <a:pt x="46" y="47"/>
                  </a:lnTo>
                  <a:lnTo>
                    <a:pt x="28" y="70"/>
                  </a:lnTo>
                  <a:lnTo>
                    <a:pt x="12" y="104"/>
                  </a:lnTo>
                  <a:lnTo>
                    <a:pt x="0" y="130"/>
                  </a:lnTo>
                  <a:lnTo>
                    <a:pt x="0" y="160"/>
                  </a:lnTo>
                  <a:lnTo>
                    <a:pt x="0" y="192"/>
                  </a:lnTo>
                  <a:lnTo>
                    <a:pt x="0" y="215"/>
                  </a:lnTo>
                  <a:lnTo>
                    <a:pt x="12" y="249"/>
                  </a:lnTo>
                  <a:lnTo>
                    <a:pt x="33" y="273"/>
                  </a:lnTo>
                  <a:lnTo>
                    <a:pt x="51" y="301"/>
                  </a:lnTo>
                  <a:lnTo>
                    <a:pt x="74" y="321"/>
                  </a:lnTo>
                  <a:lnTo>
                    <a:pt x="104" y="337"/>
                  </a:lnTo>
                  <a:lnTo>
                    <a:pt x="129" y="341"/>
                  </a:lnTo>
                  <a:lnTo>
                    <a:pt x="164" y="341"/>
                  </a:lnTo>
                  <a:lnTo>
                    <a:pt x="196" y="341"/>
                  </a:lnTo>
                  <a:lnTo>
                    <a:pt x="226" y="337"/>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28" name="Line 328"/>
            <p:cNvSpPr>
              <a:spLocks noChangeShapeType="1"/>
            </p:cNvSpPr>
            <p:nvPr/>
          </p:nvSpPr>
          <p:spPr bwMode="auto">
            <a:xfrm flipV="1">
              <a:off x="2392" y="1742"/>
              <a:ext cx="5" cy="1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29" name="Line 329"/>
            <p:cNvSpPr>
              <a:spLocks noChangeShapeType="1"/>
            </p:cNvSpPr>
            <p:nvPr/>
          </p:nvSpPr>
          <p:spPr bwMode="auto">
            <a:xfrm>
              <a:off x="2238" y="1719"/>
              <a:ext cx="21"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30" name="Line 330"/>
            <p:cNvSpPr>
              <a:spLocks noChangeShapeType="1"/>
            </p:cNvSpPr>
            <p:nvPr/>
          </p:nvSpPr>
          <p:spPr bwMode="auto">
            <a:xfrm>
              <a:off x="2252" y="1729"/>
              <a:ext cx="23" cy="6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31" name="Line 331"/>
            <p:cNvSpPr>
              <a:spLocks noChangeShapeType="1"/>
            </p:cNvSpPr>
            <p:nvPr/>
          </p:nvSpPr>
          <p:spPr bwMode="auto">
            <a:xfrm>
              <a:off x="2267" y="1741"/>
              <a:ext cx="22" cy="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32" name="Line 332"/>
            <p:cNvSpPr>
              <a:spLocks noChangeShapeType="1"/>
            </p:cNvSpPr>
            <p:nvPr/>
          </p:nvSpPr>
          <p:spPr bwMode="auto">
            <a:xfrm>
              <a:off x="2286" y="1756"/>
              <a:ext cx="16" cy="4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33" name="Freeform 333"/>
            <p:cNvSpPr>
              <a:spLocks/>
            </p:cNvSpPr>
            <p:nvPr/>
          </p:nvSpPr>
          <p:spPr bwMode="auto">
            <a:xfrm>
              <a:off x="2841" y="1426"/>
              <a:ext cx="226" cy="271"/>
            </a:xfrm>
            <a:custGeom>
              <a:avLst/>
              <a:gdLst>
                <a:gd name="T0" fmla="*/ 0 w 1810"/>
                <a:gd name="T1" fmla="*/ 0 h 2171"/>
                <a:gd name="T2" fmla="*/ 0 w 1810"/>
                <a:gd name="T3" fmla="*/ 0 h 2171"/>
                <a:gd name="T4" fmla="*/ 0 w 1810"/>
                <a:gd name="T5" fmla="*/ 0 h 2171"/>
                <a:gd name="T6" fmla="*/ 0 w 1810"/>
                <a:gd name="T7" fmla="*/ 0 h 2171"/>
                <a:gd name="T8" fmla="*/ 0 w 1810"/>
                <a:gd name="T9" fmla="*/ 0 h 2171"/>
                <a:gd name="T10" fmla="*/ 0 w 1810"/>
                <a:gd name="T11" fmla="*/ 0 h 2171"/>
                <a:gd name="T12" fmla="*/ 0 w 1810"/>
                <a:gd name="T13" fmla="*/ 0 h 2171"/>
                <a:gd name="T14" fmla="*/ 0 w 1810"/>
                <a:gd name="T15" fmla="*/ 0 h 2171"/>
                <a:gd name="T16" fmla="*/ 0 w 1810"/>
                <a:gd name="T17" fmla="*/ 0 h 2171"/>
                <a:gd name="T18" fmla="*/ 0 w 1810"/>
                <a:gd name="T19" fmla="*/ 0 h 2171"/>
                <a:gd name="T20" fmla="*/ 0 w 1810"/>
                <a:gd name="T21" fmla="*/ 0 h 2171"/>
                <a:gd name="T22" fmla="*/ 0 w 1810"/>
                <a:gd name="T23" fmla="*/ 0 h 2171"/>
                <a:gd name="T24" fmla="*/ 0 w 1810"/>
                <a:gd name="T25" fmla="*/ 0 h 2171"/>
                <a:gd name="T26" fmla="*/ 0 w 1810"/>
                <a:gd name="T27" fmla="*/ 0 h 2171"/>
                <a:gd name="T28" fmla="*/ 0 w 1810"/>
                <a:gd name="T29" fmla="*/ 0 h 2171"/>
                <a:gd name="T30" fmla="*/ 0 w 1810"/>
                <a:gd name="T31" fmla="*/ 0 h 2171"/>
                <a:gd name="T32" fmla="*/ 0 w 1810"/>
                <a:gd name="T33" fmla="*/ 0 h 2171"/>
                <a:gd name="T34" fmla="*/ 0 w 1810"/>
                <a:gd name="T35" fmla="*/ 0 h 2171"/>
                <a:gd name="T36" fmla="*/ 0 w 1810"/>
                <a:gd name="T37" fmla="*/ 0 h 2171"/>
                <a:gd name="T38" fmla="*/ 0 w 1810"/>
                <a:gd name="T39" fmla="*/ 0 h 2171"/>
                <a:gd name="T40" fmla="*/ 0 w 1810"/>
                <a:gd name="T41" fmla="*/ 0 h 2171"/>
                <a:gd name="T42" fmla="*/ 0 w 1810"/>
                <a:gd name="T43" fmla="*/ 0 h 2171"/>
                <a:gd name="T44" fmla="*/ 0 w 1810"/>
                <a:gd name="T45" fmla="*/ 0 h 2171"/>
                <a:gd name="T46" fmla="*/ 0 w 1810"/>
                <a:gd name="T47" fmla="*/ 0 h 2171"/>
                <a:gd name="T48" fmla="*/ 0 w 1810"/>
                <a:gd name="T49" fmla="*/ 0 h 2171"/>
                <a:gd name="T50" fmla="*/ 0 w 1810"/>
                <a:gd name="T51" fmla="*/ 0 h 2171"/>
                <a:gd name="T52" fmla="*/ 0 w 1810"/>
                <a:gd name="T53" fmla="*/ 0 h 2171"/>
                <a:gd name="T54" fmla="*/ 0 w 1810"/>
                <a:gd name="T55" fmla="*/ 0 h 2171"/>
                <a:gd name="T56" fmla="*/ 0 w 1810"/>
                <a:gd name="T57" fmla="*/ 0 h 2171"/>
                <a:gd name="T58" fmla="*/ 0 w 1810"/>
                <a:gd name="T59" fmla="*/ 0 h 2171"/>
                <a:gd name="T60" fmla="*/ 0 w 1810"/>
                <a:gd name="T61" fmla="*/ 0 h 2171"/>
                <a:gd name="T62" fmla="*/ 0 w 1810"/>
                <a:gd name="T63" fmla="*/ 0 h 2171"/>
                <a:gd name="T64" fmla="*/ 0 w 1810"/>
                <a:gd name="T65" fmla="*/ 0 h 2171"/>
                <a:gd name="T66" fmla="*/ 0 w 1810"/>
                <a:gd name="T67" fmla="*/ 0 h 2171"/>
                <a:gd name="T68" fmla="*/ 0 w 1810"/>
                <a:gd name="T69" fmla="*/ 0 h 2171"/>
                <a:gd name="T70" fmla="*/ 0 w 1810"/>
                <a:gd name="T71" fmla="*/ 0 h 2171"/>
                <a:gd name="T72" fmla="*/ 0 w 1810"/>
                <a:gd name="T73" fmla="*/ 0 h 2171"/>
                <a:gd name="T74" fmla="*/ 0 w 1810"/>
                <a:gd name="T75" fmla="*/ 0 h 2171"/>
                <a:gd name="T76" fmla="*/ 0 w 1810"/>
                <a:gd name="T77" fmla="*/ 0 h 2171"/>
                <a:gd name="T78" fmla="*/ 0 w 1810"/>
                <a:gd name="T79" fmla="*/ 0 h 2171"/>
                <a:gd name="T80" fmla="*/ 0 w 1810"/>
                <a:gd name="T81" fmla="*/ 0 h 2171"/>
                <a:gd name="T82" fmla="*/ 0 w 1810"/>
                <a:gd name="T83" fmla="*/ 0 h 2171"/>
                <a:gd name="T84" fmla="*/ 0 w 1810"/>
                <a:gd name="T85" fmla="*/ 0 h 2171"/>
                <a:gd name="T86" fmla="*/ 0 w 1810"/>
                <a:gd name="T87" fmla="*/ 0 h 2171"/>
                <a:gd name="T88" fmla="*/ 0 w 1810"/>
                <a:gd name="T89" fmla="*/ 0 h 2171"/>
                <a:gd name="T90" fmla="*/ 0 w 1810"/>
                <a:gd name="T91" fmla="*/ 0 h 2171"/>
                <a:gd name="T92" fmla="*/ 0 w 1810"/>
                <a:gd name="T93" fmla="*/ 0 h 2171"/>
                <a:gd name="T94" fmla="*/ 0 w 1810"/>
                <a:gd name="T95" fmla="*/ 0 h 2171"/>
                <a:gd name="T96" fmla="*/ 0 w 1810"/>
                <a:gd name="T97" fmla="*/ 0 h 2171"/>
                <a:gd name="T98" fmla="*/ 0 w 1810"/>
                <a:gd name="T99" fmla="*/ 0 h 2171"/>
                <a:gd name="T100" fmla="*/ 0 w 1810"/>
                <a:gd name="T101" fmla="*/ 0 h 2171"/>
                <a:gd name="T102" fmla="*/ 0 w 1810"/>
                <a:gd name="T103" fmla="*/ 0 h 217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810"/>
                <a:gd name="T157" fmla="*/ 0 h 2171"/>
                <a:gd name="T158" fmla="*/ 1810 w 1810"/>
                <a:gd name="T159" fmla="*/ 2171 h 2171"/>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810" h="2171">
                  <a:moveTo>
                    <a:pt x="1367" y="1125"/>
                  </a:moveTo>
                  <a:lnTo>
                    <a:pt x="1215" y="1136"/>
                  </a:lnTo>
                  <a:lnTo>
                    <a:pt x="1090" y="1113"/>
                  </a:lnTo>
                  <a:lnTo>
                    <a:pt x="1033" y="1060"/>
                  </a:lnTo>
                  <a:lnTo>
                    <a:pt x="1120" y="1095"/>
                  </a:lnTo>
                  <a:lnTo>
                    <a:pt x="1206" y="1073"/>
                  </a:lnTo>
                  <a:lnTo>
                    <a:pt x="1265" y="1062"/>
                  </a:lnTo>
                  <a:lnTo>
                    <a:pt x="1145" y="1037"/>
                  </a:lnTo>
                  <a:lnTo>
                    <a:pt x="1044" y="998"/>
                  </a:lnTo>
                  <a:lnTo>
                    <a:pt x="973" y="998"/>
                  </a:lnTo>
                  <a:lnTo>
                    <a:pt x="890" y="1020"/>
                  </a:lnTo>
                  <a:lnTo>
                    <a:pt x="813" y="1023"/>
                  </a:lnTo>
                  <a:lnTo>
                    <a:pt x="740" y="1035"/>
                  </a:lnTo>
                  <a:lnTo>
                    <a:pt x="606" y="998"/>
                  </a:lnTo>
                  <a:lnTo>
                    <a:pt x="556" y="981"/>
                  </a:lnTo>
                  <a:lnTo>
                    <a:pt x="424" y="910"/>
                  </a:lnTo>
                  <a:lnTo>
                    <a:pt x="338" y="878"/>
                  </a:lnTo>
                  <a:lnTo>
                    <a:pt x="263" y="853"/>
                  </a:lnTo>
                  <a:lnTo>
                    <a:pt x="122" y="840"/>
                  </a:lnTo>
                  <a:lnTo>
                    <a:pt x="0" y="829"/>
                  </a:lnTo>
                  <a:lnTo>
                    <a:pt x="178" y="813"/>
                  </a:lnTo>
                  <a:lnTo>
                    <a:pt x="345" y="820"/>
                  </a:lnTo>
                  <a:lnTo>
                    <a:pt x="470" y="840"/>
                  </a:lnTo>
                  <a:lnTo>
                    <a:pt x="574" y="866"/>
                  </a:lnTo>
                  <a:lnTo>
                    <a:pt x="648" y="840"/>
                  </a:lnTo>
                  <a:lnTo>
                    <a:pt x="848" y="820"/>
                  </a:lnTo>
                  <a:lnTo>
                    <a:pt x="986" y="829"/>
                  </a:lnTo>
                  <a:lnTo>
                    <a:pt x="878" y="779"/>
                  </a:lnTo>
                  <a:lnTo>
                    <a:pt x="756" y="746"/>
                  </a:lnTo>
                  <a:lnTo>
                    <a:pt x="648" y="746"/>
                  </a:lnTo>
                  <a:lnTo>
                    <a:pt x="534" y="721"/>
                  </a:lnTo>
                  <a:lnTo>
                    <a:pt x="435" y="689"/>
                  </a:lnTo>
                  <a:lnTo>
                    <a:pt x="597" y="721"/>
                  </a:lnTo>
                  <a:lnTo>
                    <a:pt x="705" y="708"/>
                  </a:lnTo>
                  <a:lnTo>
                    <a:pt x="813" y="703"/>
                  </a:lnTo>
                  <a:lnTo>
                    <a:pt x="908" y="703"/>
                  </a:lnTo>
                  <a:lnTo>
                    <a:pt x="779" y="629"/>
                  </a:lnTo>
                  <a:lnTo>
                    <a:pt x="648" y="587"/>
                  </a:lnTo>
                  <a:lnTo>
                    <a:pt x="779" y="606"/>
                  </a:lnTo>
                  <a:lnTo>
                    <a:pt x="890" y="613"/>
                  </a:lnTo>
                  <a:lnTo>
                    <a:pt x="1019" y="647"/>
                  </a:lnTo>
                  <a:lnTo>
                    <a:pt x="883" y="548"/>
                  </a:lnTo>
                  <a:lnTo>
                    <a:pt x="756" y="479"/>
                  </a:lnTo>
                  <a:lnTo>
                    <a:pt x="899" y="509"/>
                  </a:lnTo>
                  <a:lnTo>
                    <a:pt x="1061" y="548"/>
                  </a:lnTo>
                  <a:lnTo>
                    <a:pt x="986" y="465"/>
                  </a:lnTo>
                  <a:lnTo>
                    <a:pt x="864" y="394"/>
                  </a:lnTo>
                  <a:lnTo>
                    <a:pt x="1039" y="444"/>
                  </a:lnTo>
                  <a:lnTo>
                    <a:pt x="1129" y="479"/>
                  </a:lnTo>
                  <a:lnTo>
                    <a:pt x="1083" y="387"/>
                  </a:lnTo>
                  <a:lnTo>
                    <a:pt x="962" y="281"/>
                  </a:lnTo>
                  <a:lnTo>
                    <a:pt x="1090" y="317"/>
                  </a:lnTo>
                  <a:lnTo>
                    <a:pt x="1235" y="419"/>
                  </a:lnTo>
                  <a:lnTo>
                    <a:pt x="1206" y="320"/>
                  </a:lnTo>
                  <a:lnTo>
                    <a:pt x="1129" y="262"/>
                  </a:lnTo>
                  <a:lnTo>
                    <a:pt x="1256" y="330"/>
                  </a:lnTo>
                  <a:lnTo>
                    <a:pt x="1109" y="191"/>
                  </a:lnTo>
                  <a:lnTo>
                    <a:pt x="899" y="101"/>
                  </a:lnTo>
                  <a:lnTo>
                    <a:pt x="727" y="27"/>
                  </a:lnTo>
                  <a:lnTo>
                    <a:pt x="516" y="0"/>
                  </a:lnTo>
                  <a:lnTo>
                    <a:pt x="793" y="0"/>
                  </a:lnTo>
                  <a:lnTo>
                    <a:pt x="1085" y="75"/>
                  </a:lnTo>
                  <a:lnTo>
                    <a:pt x="1332" y="216"/>
                  </a:lnTo>
                  <a:lnTo>
                    <a:pt x="1519" y="444"/>
                  </a:lnTo>
                  <a:lnTo>
                    <a:pt x="1609" y="613"/>
                  </a:lnTo>
                  <a:lnTo>
                    <a:pt x="1639" y="779"/>
                  </a:lnTo>
                  <a:lnTo>
                    <a:pt x="1623" y="981"/>
                  </a:lnTo>
                  <a:lnTo>
                    <a:pt x="1613" y="1011"/>
                  </a:lnTo>
                  <a:lnTo>
                    <a:pt x="1725" y="1011"/>
                  </a:lnTo>
                  <a:lnTo>
                    <a:pt x="1810" y="1113"/>
                  </a:lnTo>
                  <a:lnTo>
                    <a:pt x="1810" y="1290"/>
                  </a:lnTo>
                  <a:lnTo>
                    <a:pt x="1784" y="1130"/>
                  </a:lnTo>
                  <a:lnTo>
                    <a:pt x="1740" y="1095"/>
                  </a:lnTo>
                  <a:lnTo>
                    <a:pt x="1669" y="1095"/>
                  </a:lnTo>
                  <a:lnTo>
                    <a:pt x="1716" y="1194"/>
                  </a:lnTo>
                  <a:lnTo>
                    <a:pt x="1694" y="1314"/>
                  </a:lnTo>
                  <a:lnTo>
                    <a:pt x="1630" y="1422"/>
                  </a:lnTo>
                  <a:lnTo>
                    <a:pt x="1609" y="1266"/>
                  </a:lnTo>
                  <a:lnTo>
                    <a:pt x="1542" y="1152"/>
                  </a:lnTo>
                  <a:lnTo>
                    <a:pt x="1542" y="1360"/>
                  </a:lnTo>
                  <a:lnTo>
                    <a:pt x="1519" y="1497"/>
                  </a:lnTo>
                  <a:lnTo>
                    <a:pt x="1473" y="1304"/>
                  </a:lnTo>
                  <a:lnTo>
                    <a:pt x="1448" y="1447"/>
                  </a:lnTo>
                  <a:lnTo>
                    <a:pt x="1388" y="1629"/>
                  </a:lnTo>
                  <a:lnTo>
                    <a:pt x="1448" y="1609"/>
                  </a:lnTo>
                  <a:lnTo>
                    <a:pt x="1428" y="1776"/>
                  </a:lnTo>
                  <a:lnTo>
                    <a:pt x="1519" y="1567"/>
                  </a:lnTo>
                  <a:lnTo>
                    <a:pt x="1510" y="1730"/>
                  </a:lnTo>
                  <a:lnTo>
                    <a:pt x="1613" y="1510"/>
                  </a:lnTo>
                  <a:lnTo>
                    <a:pt x="1573" y="1710"/>
                  </a:lnTo>
                  <a:lnTo>
                    <a:pt x="1669" y="1625"/>
                  </a:lnTo>
                  <a:lnTo>
                    <a:pt x="1795" y="1371"/>
                  </a:lnTo>
                  <a:lnTo>
                    <a:pt x="1694" y="1653"/>
                  </a:lnTo>
                  <a:lnTo>
                    <a:pt x="1600" y="1752"/>
                  </a:lnTo>
                  <a:lnTo>
                    <a:pt x="1422" y="1883"/>
                  </a:lnTo>
                  <a:lnTo>
                    <a:pt x="1316" y="1922"/>
                  </a:lnTo>
                  <a:lnTo>
                    <a:pt x="1204" y="2068"/>
                  </a:lnTo>
                  <a:lnTo>
                    <a:pt x="1109" y="2171"/>
                  </a:lnTo>
                  <a:lnTo>
                    <a:pt x="1226" y="1922"/>
                  </a:lnTo>
                  <a:lnTo>
                    <a:pt x="1235" y="1653"/>
                  </a:lnTo>
                  <a:lnTo>
                    <a:pt x="1250" y="1482"/>
                  </a:lnTo>
                  <a:lnTo>
                    <a:pt x="1307" y="1302"/>
                  </a:lnTo>
                  <a:lnTo>
                    <a:pt x="1402" y="1136"/>
                  </a:lnTo>
                  <a:lnTo>
                    <a:pt x="1367" y="11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4" name="Freeform 334"/>
            <p:cNvSpPr>
              <a:spLocks/>
            </p:cNvSpPr>
            <p:nvPr/>
          </p:nvSpPr>
          <p:spPr bwMode="auto">
            <a:xfrm>
              <a:off x="2752" y="1426"/>
              <a:ext cx="193" cy="199"/>
            </a:xfrm>
            <a:custGeom>
              <a:avLst/>
              <a:gdLst>
                <a:gd name="T0" fmla="*/ 0 w 1547"/>
                <a:gd name="T1" fmla="*/ 0 h 1598"/>
                <a:gd name="T2" fmla="*/ 0 w 1547"/>
                <a:gd name="T3" fmla="*/ 0 h 1598"/>
                <a:gd name="T4" fmla="*/ 0 w 1547"/>
                <a:gd name="T5" fmla="*/ 0 h 1598"/>
                <a:gd name="T6" fmla="*/ 0 w 1547"/>
                <a:gd name="T7" fmla="*/ 0 h 1598"/>
                <a:gd name="T8" fmla="*/ 0 w 1547"/>
                <a:gd name="T9" fmla="*/ 0 h 1598"/>
                <a:gd name="T10" fmla="*/ 0 w 1547"/>
                <a:gd name="T11" fmla="*/ 0 h 1598"/>
                <a:gd name="T12" fmla="*/ 0 w 1547"/>
                <a:gd name="T13" fmla="*/ 0 h 1598"/>
                <a:gd name="T14" fmla="*/ 0 w 1547"/>
                <a:gd name="T15" fmla="*/ 0 h 1598"/>
                <a:gd name="T16" fmla="*/ 0 w 1547"/>
                <a:gd name="T17" fmla="*/ 0 h 1598"/>
                <a:gd name="T18" fmla="*/ 0 w 1547"/>
                <a:gd name="T19" fmla="*/ 0 h 1598"/>
                <a:gd name="T20" fmla="*/ 0 w 1547"/>
                <a:gd name="T21" fmla="*/ 0 h 1598"/>
                <a:gd name="T22" fmla="*/ 0 w 1547"/>
                <a:gd name="T23" fmla="*/ 0 h 1598"/>
                <a:gd name="T24" fmla="*/ 0 w 1547"/>
                <a:gd name="T25" fmla="*/ 0 h 1598"/>
                <a:gd name="T26" fmla="*/ 0 w 1547"/>
                <a:gd name="T27" fmla="*/ 0 h 1598"/>
                <a:gd name="T28" fmla="*/ 0 w 1547"/>
                <a:gd name="T29" fmla="*/ 0 h 1598"/>
                <a:gd name="T30" fmla="*/ 0 w 1547"/>
                <a:gd name="T31" fmla="*/ 0 h 1598"/>
                <a:gd name="T32" fmla="*/ 0 w 1547"/>
                <a:gd name="T33" fmla="*/ 0 h 1598"/>
                <a:gd name="T34" fmla="*/ 0 w 1547"/>
                <a:gd name="T35" fmla="*/ 0 h 1598"/>
                <a:gd name="T36" fmla="*/ 0 w 1547"/>
                <a:gd name="T37" fmla="*/ 0 h 1598"/>
                <a:gd name="T38" fmla="*/ 0 w 1547"/>
                <a:gd name="T39" fmla="*/ 0 h 1598"/>
                <a:gd name="T40" fmla="*/ 0 w 1547"/>
                <a:gd name="T41" fmla="*/ 0 h 1598"/>
                <a:gd name="T42" fmla="*/ 0 w 1547"/>
                <a:gd name="T43" fmla="*/ 0 h 1598"/>
                <a:gd name="T44" fmla="*/ 0 w 1547"/>
                <a:gd name="T45" fmla="*/ 0 h 1598"/>
                <a:gd name="T46" fmla="*/ 0 w 1547"/>
                <a:gd name="T47" fmla="*/ 0 h 1598"/>
                <a:gd name="T48" fmla="*/ 0 w 1547"/>
                <a:gd name="T49" fmla="*/ 0 h 1598"/>
                <a:gd name="T50" fmla="*/ 0 w 1547"/>
                <a:gd name="T51" fmla="*/ 0 h 1598"/>
                <a:gd name="T52" fmla="*/ 0 w 1547"/>
                <a:gd name="T53" fmla="*/ 0 h 1598"/>
                <a:gd name="T54" fmla="*/ 0 w 1547"/>
                <a:gd name="T55" fmla="*/ 0 h 1598"/>
                <a:gd name="T56" fmla="*/ 0 w 1547"/>
                <a:gd name="T57" fmla="*/ 0 h 1598"/>
                <a:gd name="T58" fmla="*/ 0 w 1547"/>
                <a:gd name="T59" fmla="*/ 0 h 1598"/>
                <a:gd name="T60" fmla="*/ 0 w 1547"/>
                <a:gd name="T61" fmla="*/ 0 h 1598"/>
                <a:gd name="T62" fmla="*/ 0 w 1547"/>
                <a:gd name="T63" fmla="*/ 0 h 1598"/>
                <a:gd name="T64" fmla="*/ 0 w 1547"/>
                <a:gd name="T65" fmla="*/ 0 h 1598"/>
                <a:gd name="T66" fmla="*/ 0 w 1547"/>
                <a:gd name="T67" fmla="*/ 0 h 1598"/>
                <a:gd name="T68" fmla="*/ 0 w 1547"/>
                <a:gd name="T69" fmla="*/ 0 h 1598"/>
                <a:gd name="T70" fmla="*/ 0 w 1547"/>
                <a:gd name="T71" fmla="*/ 0 h 1598"/>
                <a:gd name="T72" fmla="*/ 0 w 1547"/>
                <a:gd name="T73" fmla="*/ 0 h 1598"/>
                <a:gd name="T74" fmla="*/ 0 w 1547"/>
                <a:gd name="T75" fmla="*/ 0 h 1598"/>
                <a:gd name="T76" fmla="*/ 0 w 1547"/>
                <a:gd name="T77" fmla="*/ 0 h 1598"/>
                <a:gd name="T78" fmla="*/ 0 w 1547"/>
                <a:gd name="T79" fmla="*/ 0 h 1598"/>
                <a:gd name="T80" fmla="*/ 0 w 1547"/>
                <a:gd name="T81" fmla="*/ 0 h 1598"/>
                <a:gd name="T82" fmla="*/ 0 w 1547"/>
                <a:gd name="T83" fmla="*/ 0 h 1598"/>
                <a:gd name="T84" fmla="*/ 0 w 1547"/>
                <a:gd name="T85" fmla="*/ 0 h 1598"/>
                <a:gd name="T86" fmla="*/ 0 w 1547"/>
                <a:gd name="T87" fmla="*/ 0 h 1598"/>
                <a:gd name="T88" fmla="*/ 0 w 1547"/>
                <a:gd name="T89" fmla="*/ 0 h 1598"/>
                <a:gd name="T90" fmla="*/ 0 w 1547"/>
                <a:gd name="T91" fmla="*/ 0 h 1598"/>
                <a:gd name="T92" fmla="*/ 0 w 1547"/>
                <a:gd name="T93" fmla="*/ 0 h 1598"/>
                <a:gd name="T94" fmla="*/ 0 w 1547"/>
                <a:gd name="T95" fmla="*/ 0 h 1598"/>
                <a:gd name="T96" fmla="*/ 0 w 1547"/>
                <a:gd name="T97" fmla="*/ 0 h 1598"/>
                <a:gd name="T98" fmla="*/ 0 w 1547"/>
                <a:gd name="T99" fmla="*/ 0 h 1598"/>
                <a:gd name="T100" fmla="*/ 0 w 1547"/>
                <a:gd name="T101" fmla="*/ 0 h 1598"/>
                <a:gd name="T102" fmla="*/ 0 w 1547"/>
                <a:gd name="T103" fmla="*/ 0 h 1598"/>
                <a:gd name="T104" fmla="*/ 0 w 1547"/>
                <a:gd name="T105" fmla="*/ 0 h 1598"/>
                <a:gd name="T106" fmla="*/ 0 w 1547"/>
                <a:gd name="T107" fmla="*/ 0 h 1598"/>
                <a:gd name="T108" fmla="*/ 0 w 1547"/>
                <a:gd name="T109" fmla="*/ 0 h 1598"/>
                <a:gd name="T110" fmla="*/ 0 w 1547"/>
                <a:gd name="T111" fmla="*/ 0 h 1598"/>
                <a:gd name="T112" fmla="*/ 0 w 1547"/>
                <a:gd name="T113" fmla="*/ 0 h 1598"/>
                <a:gd name="T114" fmla="*/ 0 w 1547"/>
                <a:gd name="T115" fmla="*/ 0 h 1598"/>
                <a:gd name="T116" fmla="*/ 0 w 1547"/>
                <a:gd name="T117" fmla="*/ 0 h 1598"/>
                <a:gd name="T118" fmla="*/ 0 w 1547"/>
                <a:gd name="T119" fmla="*/ 0 h 1598"/>
                <a:gd name="T120" fmla="*/ 0 w 1547"/>
                <a:gd name="T121" fmla="*/ 0 h 159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547"/>
                <a:gd name="T184" fmla="*/ 0 h 1598"/>
                <a:gd name="T185" fmla="*/ 1547 w 1547"/>
                <a:gd name="T186" fmla="*/ 1598 h 159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547" h="1598">
                  <a:moveTo>
                    <a:pt x="1038" y="25"/>
                  </a:moveTo>
                  <a:lnTo>
                    <a:pt x="877" y="75"/>
                  </a:lnTo>
                  <a:lnTo>
                    <a:pt x="669" y="163"/>
                  </a:lnTo>
                  <a:lnTo>
                    <a:pt x="491" y="284"/>
                  </a:lnTo>
                  <a:lnTo>
                    <a:pt x="369" y="422"/>
                  </a:lnTo>
                  <a:lnTo>
                    <a:pt x="268" y="606"/>
                  </a:lnTo>
                  <a:lnTo>
                    <a:pt x="183" y="746"/>
                  </a:lnTo>
                  <a:lnTo>
                    <a:pt x="106" y="884"/>
                  </a:lnTo>
                  <a:lnTo>
                    <a:pt x="0" y="1060"/>
                  </a:lnTo>
                  <a:lnTo>
                    <a:pt x="77" y="1023"/>
                  </a:lnTo>
                  <a:lnTo>
                    <a:pt x="157" y="1062"/>
                  </a:lnTo>
                  <a:lnTo>
                    <a:pt x="146" y="1176"/>
                  </a:lnTo>
                  <a:lnTo>
                    <a:pt x="159" y="1262"/>
                  </a:lnTo>
                  <a:lnTo>
                    <a:pt x="159" y="1360"/>
                  </a:lnTo>
                  <a:lnTo>
                    <a:pt x="97" y="1389"/>
                  </a:lnTo>
                  <a:lnTo>
                    <a:pt x="49" y="1348"/>
                  </a:lnTo>
                  <a:lnTo>
                    <a:pt x="25" y="1389"/>
                  </a:lnTo>
                  <a:lnTo>
                    <a:pt x="27" y="1583"/>
                  </a:lnTo>
                  <a:lnTo>
                    <a:pt x="62" y="1598"/>
                  </a:lnTo>
                  <a:lnTo>
                    <a:pt x="111" y="1429"/>
                  </a:lnTo>
                  <a:lnTo>
                    <a:pt x="168" y="1436"/>
                  </a:lnTo>
                  <a:lnTo>
                    <a:pt x="168" y="1567"/>
                  </a:lnTo>
                  <a:lnTo>
                    <a:pt x="304" y="1145"/>
                  </a:lnTo>
                  <a:lnTo>
                    <a:pt x="319" y="1020"/>
                  </a:lnTo>
                  <a:lnTo>
                    <a:pt x="194" y="1130"/>
                  </a:lnTo>
                  <a:lnTo>
                    <a:pt x="176" y="1035"/>
                  </a:lnTo>
                  <a:lnTo>
                    <a:pt x="106" y="991"/>
                  </a:lnTo>
                  <a:lnTo>
                    <a:pt x="198" y="878"/>
                  </a:lnTo>
                  <a:lnTo>
                    <a:pt x="231" y="840"/>
                  </a:lnTo>
                  <a:lnTo>
                    <a:pt x="662" y="829"/>
                  </a:lnTo>
                  <a:lnTo>
                    <a:pt x="231" y="941"/>
                  </a:lnTo>
                  <a:lnTo>
                    <a:pt x="207" y="1011"/>
                  </a:lnTo>
                  <a:lnTo>
                    <a:pt x="434" y="977"/>
                  </a:lnTo>
                  <a:lnTo>
                    <a:pt x="355" y="1062"/>
                  </a:lnTo>
                  <a:lnTo>
                    <a:pt x="515" y="991"/>
                  </a:lnTo>
                  <a:lnTo>
                    <a:pt x="743" y="829"/>
                  </a:lnTo>
                  <a:lnTo>
                    <a:pt x="963" y="820"/>
                  </a:lnTo>
                  <a:lnTo>
                    <a:pt x="917" y="746"/>
                  </a:lnTo>
                  <a:lnTo>
                    <a:pt x="921" y="719"/>
                  </a:lnTo>
                  <a:lnTo>
                    <a:pt x="1053" y="680"/>
                  </a:lnTo>
                  <a:lnTo>
                    <a:pt x="978" y="636"/>
                  </a:lnTo>
                  <a:lnTo>
                    <a:pt x="985" y="574"/>
                  </a:lnTo>
                  <a:lnTo>
                    <a:pt x="1082" y="519"/>
                  </a:lnTo>
                  <a:lnTo>
                    <a:pt x="1038" y="465"/>
                  </a:lnTo>
                  <a:lnTo>
                    <a:pt x="1053" y="394"/>
                  </a:lnTo>
                  <a:lnTo>
                    <a:pt x="978" y="336"/>
                  </a:lnTo>
                  <a:lnTo>
                    <a:pt x="886" y="330"/>
                  </a:lnTo>
                  <a:lnTo>
                    <a:pt x="1014" y="284"/>
                  </a:lnTo>
                  <a:lnTo>
                    <a:pt x="1167" y="281"/>
                  </a:lnTo>
                  <a:lnTo>
                    <a:pt x="1093" y="233"/>
                  </a:lnTo>
                  <a:lnTo>
                    <a:pt x="1167" y="198"/>
                  </a:lnTo>
                  <a:lnTo>
                    <a:pt x="985" y="161"/>
                  </a:lnTo>
                  <a:lnTo>
                    <a:pt x="814" y="161"/>
                  </a:lnTo>
                  <a:lnTo>
                    <a:pt x="662" y="191"/>
                  </a:lnTo>
                  <a:lnTo>
                    <a:pt x="886" y="101"/>
                  </a:lnTo>
                  <a:lnTo>
                    <a:pt x="1110" y="41"/>
                  </a:lnTo>
                  <a:lnTo>
                    <a:pt x="1289" y="25"/>
                  </a:lnTo>
                  <a:lnTo>
                    <a:pt x="1547" y="25"/>
                  </a:lnTo>
                  <a:lnTo>
                    <a:pt x="1466" y="0"/>
                  </a:lnTo>
                  <a:lnTo>
                    <a:pt x="1185" y="0"/>
                  </a:lnTo>
                  <a:lnTo>
                    <a:pt x="1038"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5" name="Freeform 335"/>
            <p:cNvSpPr>
              <a:spLocks/>
            </p:cNvSpPr>
            <p:nvPr/>
          </p:nvSpPr>
          <p:spPr bwMode="auto">
            <a:xfrm>
              <a:off x="2743" y="1567"/>
              <a:ext cx="16" cy="42"/>
            </a:xfrm>
            <a:custGeom>
              <a:avLst/>
              <a:gdLst>
                <a:gd name="T0" fmla="*/ 0 w 134"/>
                <a:gd name="T1" fmla="*/ 0 h 334"/>
                <a:gd name="T2" fmla="*/ 0 w 134"/>
                <a:gd name="T3" fmla="*/ 0 h 334"/>
                <a:gd name="T4" fmla="*/ 0 w 134"/>
                <a:gd name="T5" fmla="*/ 0 h 334"/>
                <a:gd name="T6" fmla="*/ 0 w 134"/>
                <a:gd name="T7" fmla="*/ 0 h 334"/>
                <a:gd name="T8" fmla="*/ 0 w 134"/>
                <a:gd name="T9" fmla="*/ 0 h 334"/>
                <a:gd name="T10" fmla="*/ 0 w 134"/>
                <a:gd name="T11" fmla="*/ 0 h 334"/>
                <a:gd name="T12" fmla="*/ 0 w 134"/>
                <a:gd name="T13" fmla="*/ 0 h 334"/>
                <a:gd name="T14" fmla="*/ 0 w 134"/>
                <a:gd name="T15" fmla="*/ 0 h 334"/>
                <a:gd name="T16" fmla="*/ 0 w 134"/>
                <a:gd name="T17" fmla="*/ 0 h 334"/>
                <a:gd name="T18" fmla="*/ 0 w 134"/>
                <a:gd name="T19" fmla="*/ 0 h 334"/>
                <a:gd name="T20" fmla="*/ 0 w 134"/>
                <a:gd name="T21" fmla="*/ 0 h 334"/>
                <a:gd name="T22" fmla="*/ 0 w 134"/>
                <a:gd name="T23" fmla="*/ 0 h 3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4"/>
                <a:gd name="T37" fmla="*/ 0 h 334"/>
                <a:gd name="T38" fmla="*/ 134 w 134"/>
                <a:gd name="T39" fmla="*/ 334 h 3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4" h="334">
                  <a:moveTo>
                    <a:pt x="132" y="6"/>
                  </a:moveTo>
                  <a:lnTo>
                    <a:pt x="134" y="68"/>
                  </a:lnTo>
                  <a:lnTo>
                    <a:pt x="86" y="112"/>
                  </a:lnTo>
                  <a:lnTo>
                    <a:pt x="49" y="195"/>
                  </a:lnTo>
                  <a:lnTo>
                    <a:pt x="37" y="273"/>
                  </a:lnTo>
                  <a:lnTo>
                    <a:pt x="17" y="334"/>
                  </a:lnTo>
                  <a:lnTo>
                    <a:pt x="0" y="329"/>
                  </a:lnTo>
                  <a:lnTo>
                    <a:pt x="3" y="218"/>
                  </a:lnTo>
                  <a:lnTo>
                    <a:pt x="28" y="128"/>
                  </a:lnTo>
                  <a:lnTo>
                    <a:pt x="63" y="36"/>
                  </a:lnTo>
                  <a:lnTo>
                    <a:pt x="99" y="0"/>
                  </a:lnTo>
                  <a:lnTo>
                    <a:pt x="13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6" name="Freeform 336"/>
            <p:cNvSpPr>
              <a:spLocks/>
            </p:cNvSpPr>
            <p:nvPr/>
          </p:nvSpPr>
          <p:spPr bwMode="auto">
            <a:xfrm>
              <a:off x="2735" y="1565"/>
              <a:ext cx="73" cy="253"/>
            </a:xfrm>
            <a:custGeom>
              <a:avLst/>
              <a:gdLst>
                <a:gd name="T0" fmla="*/ 0 w 583"/>
                <a:gd name="T1" fmla="*/ 0 h 2024"/>
                <a:gd name="T2" fmla="*/ 0 w 583"/>
                <a:gd name="T3" fmla="*/ 0 h 2024"/>
                <a:gd name="T4" fmla="*/ 0 w 583"/>
                <a:gd name="T5" fmla="*/ 0 h 2024"/>
                <a:gd name="T6" fmla="*/ 0 w 583"/>
                <a:gd name="T7" fmla="*/ 0 h 2024"/>
                <a:gd name="T8" fmla="*/ 0 w 583"/>
                <a:gd name="T9" fmla="*/ 0 h 2024"/>
                <a:gd name="T10" fmla="*/ 0 w 583"/>
                <a:gd name="T11" fmla="*/ 0 h 2024"/>
                <a:gd name="T12" fmla="*/ 0 w 583"/>
                <a:gd name="T13" fmla="*/ 0 h 2024"/>
                <a:gd name="T14" fmla="*/ 0 w 583"/>
                <a:gd name="T15" fmla="*/ 0 h 2024"/>
                <a:gd name="T16" fmla="*/ 0 w 583"/>
                <a:gd name="T17" fmla="*/ 0 h 2024"/>
                <a:gd name="T18" fmla="*/ 0 w 583"/>
                <a:gd name="T19" fmla="*/ 0 h 2024"/>
                <a:gd name="T20" fmla="*/ 0 w 583"/>
                <a:gd name="T21" fmla="*/ 0 h 2024"/>
                <a:gd name="T22" fmla="*/ 0 w 583"/>
                <a:gd name="T23" fmla="*/ 0 h 2024"/>
                <a:gd name="T24" fmla="*/ 0 w 583"/>
                <a:gd name="T25" fmla="*/ 0 h 2024"/>
                <a:gd name="T26" fmla="*/ 0 w 583"/>
                <a:gd name="T27" fmla="*/ 0 h 2024"/>
                <a:gd name="T28" fmla="*/ 0 w 583"/>
                <a:gd name="T29" fmla="*/ 0 h 2024"/>
                <a:gd name="T30" fmla="*/ 0 w 583"/>
                <a:gd name="T31" fmla="*/ 0 h 2024"/>
                <a:gd name="T32" fmla="*/ 0 w 583"/>
                <a:gd name="T33" fmla="*/ 0 h 2024"/>
                <a:gd name="T34" fmla="*/ 0 w 583"/>
                <a:gd name="T35" fmla="*/ 0 h 2024"/>
                <a:gd name="T36" fmla="*/ 0 w 583"/>
                <a:gd name="T37" fmla="*/ 0 h 2024"/>
                <a:gd name="T38" fmla="*/ 0 w 583"/>
                <a:gd name="T39" fmla="*/ 0 h 2024"/>
                <a:gd name="T40" fmla="*/ 0 w 583"/>
                <a:gd name="T41" fmla="*/ 0 h 2024"/>
                <a:gd name="T42" fmla="*/ 0 w 583"/>
                <a:gd name="T43" fmla="*/ 0 h 2024"/>
                <a:gd name="T44" fmla="*/ 0 w 583"/>
                <a:gd name="T45" fmla="*/ 0 h 2024"/>
                <a:gd name="T46" fmla="*/ 0 w 583"/>
                <a:gd name="T47" fmla="*/ 0 h 2024"/>
                <a:gd name="T48" fmla="*/ 0 w 583"/>
                <a:gd name="T49" fmla="*/ 0 h 2024"/>
                <a:gd name="T50" fmla="*/ 0 w 583"/>
                <a:gd name="T51" fmla="*/ 0 h 2024"/>
                <a:gd name="T52" fmla="*/ 0 w 583"/>
                <a:gd name="T53" fmla="*/ 0 h 2024"/>
                <a:gd name="T54" fmla="*/ 0 w 583"/>
                <a:gd name="T55" fmla="*/ 0 h 2024"/>
                <a:gd name="T56" fmla="*/ 0 w 583"/>
                <a:gd name="T57" fmla="*/ 0 h 2024"/>
                <a:gd name="T58" fmla="*/ 0 w 583"/>
                <a:gd name="T59" fmla="*/ 0 h 2024"/>
                <a:gd name="T60" fmla="*/ 0 w 583"/>
                <a:gd name="T61" fmla="*/ 0 h 2024"/>
                <a:gd name="T62" fmla="*/ 0 w 583"/>
                <a:gd name="T63" fmla="*/ 0 h 2024"/>
                <a:gd name="T64" fmla="*/ 0 w 583"/>
                <a:gd name="T65" fmla="*/ 0 h 2024"/>
                <a:gd name="T66" fmla="*/ 0 w 583"/>
                <a:gd name="T67" fmla="*/ 0 h 2024"/>
                <a:gd name="T68" fmla="*/ 0 w 583"/>
                <a:gd name="T69" fmla="*/ 0 h 2024"/>
                <a:gd name="T70" fmla="*/ 0 w 583"/>
                <a:gd name="T71" fmla="*/ 0 h 2024"/>
                <a:gd name="T72" fmla="*/ 0 w 583"/>
                <a:gd name="T73" fmla="*/ 0 h 202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583"/>
                <a:gd name="T112" fmla="*/ 0 h 2024"/>
                <a:gd name="T113" fmla="*/ 583 w 583"/>
                <a:gd name="T114" fmla="*/ 2024 h 202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583" h="2024">
                  <a:moveTo>
                    <a:pt x="90" y="0"/>
                  </a:moveTo>
                  <a:lnTo>
                    <a:pt x="40" y="85"/>
                  </a:lnTo>
                  <a:lnTo>
                    <a:pt x="18" y="191"/>
                  </a:lnTo>
                  <a:lnTo>
                    <a:pt x="18" y="281"/>
                  </a:lnTo>
                  <a:lnTo>
                    <a:pt x="49" y="397"/>
                  </a:lnTo>
                  <a:lnTo>
                    <a:pt x="79" y="485"/>
                  </a:lnTo>
                  <a:lnTo>
                    <a:pt x="111" y="606"/>
                  </a:lnTo>
                  <a:lnTo>
                    <a:pt x="139" y="663"/>
                  </a:lnTo>
                  <a:lnTo>
                    <a:pt x="205" y="692"/>
                  </a:lnTo>
                  <a:lnTo>
                    <a:pt x="245" y="676"/>
                  </a:lnTo>
                  <a:lnTo>
                    <a:pt x="317" y="316"/>
                  </a:lnTo>
                  <a:lnTo>
                    <a:pt x="356" y="258"/>
                  </a:lnTo>
                  <a:lnTo>
                    <a:pt x="302" y="546"/>
                  </a:lnTo>
                  <a:lnTo>
                    <a:pt x="211" y="1001"/>
                  </a:lnTo>
                  <a:lnTo>
                    <a:pt x="211" y="1093"/>
                  </a:lnTo>
                  <a:lnTo>
                    <a:pt x="356" y="1549"/>
                  </a:lnTo>
                  <a:lnTo>
                    <a:pt x="583" y="1823"/>
                  </a:lnTo>
                  <a:lnTo>
                    <a:pt x="489" y="1793"/>
                  </a:lnTo>
                  <a:lnTo>
                    <a:pt x="317" y="1570"/>
                  </a:lnTo>
                  <a:lnTo>
                    <a:pt x="220" y="1390"/>
                  </a:lnTo>
                  <a:lnTo>
                    <a:pt x="293" y="1803"/>
                  </a:lnTo>
                  <a:lnTo>
                    <a:pt x="471" y="2024"/>
                  </a:lnTo>
                  <a:lnTo>
                    <a:pt x="245" y="1768"/>
                  </a:lnTo>
                  <a:lnTo>
                    <a:pt x="194" y="1616"/>
                  </a:lnTo>
                  <a:lnTo>
                    <a:pt x="172" y="1441"/>
                  </a:lnTo>
                  <a:lnTo>
                    <a:pt x="183" y="1282"/>
                  </a:lnTo>
                  <a:lnTo>
                    <a:pt x="159" y="1231"/>
                  </a:lnTo>
                  <a:lnTo>
                    <a:pt x="139" y="1129"/>
                  </a:lnTo>
                  <a:lnTo>
                    <a:pt x="161" y="1015"/>
                  </a:lnTo>
                  <a:lnTo>
                    <a:pt x="205" y="738"/>
                  </a:lnTo>
                  <a:lnTo>
                    <a:pt x="134" y="692"/>
                  </a:lnTo>
                  <a:lnTo>
                    <a:pt x="79" y="627"/>
                  </a:lnTo>
                  <a:lnTo>
                    <a:pt x="62" y="477"/>
                  </a:lnTo>
                  <a:lnTo>
                    <a:pt x="0" y="300"/>
                  </a:lnTo>
                  <a:lnTo>
                    <a:pt x="0" y="201"/>
                  </a:lnTo>
                  <a:lnTo>
                    <a:pt x="38" y="85"/>
                  </a:lnTo>
                  <a:lnTo>
                    <a:pt x="9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7" name="Freeform 337"/>
            <p:cNvSpPr>
              <a:spLocks/>
            </p:cNvSpPr>
            <p:nvPr/>
          </p:nvSpPr>
          <p:spPr bwMode="auto">
            <a:xfrm>
              <a:off x="2788" y="1664"/>
              <a:ext cx="207" cy="186"/>
            </a:xfrm>
            <a:custGeom>
              <a:avLst/>
              <a:gdLst>
                <a:gd name="T0" fmla="*/ 0 w 1657"/>
                <a:gd name="T1" fmla="*/ 0 h 1485"/>
                <a:gd name="T2" fmla="*/ 0 w 1657"/>
                <a:gd name="T3" fmla="*/ 0 h 1485"/>
                <a:gd name="T4" fmla="*/ 0 w 1657"/>
                <a:gd name="T5" fmla="*/ 0 h 1485"/>
                <a:gd name="T6" fmla="*/ 0 w 1657"/>
                <a:gd name="T7" fmla="*/ 0 h 1485"/>
                <a:gd name="T8" fmla="*/ 0 w 1657"/>
                <a:gd name="T9" fmla="*/ 0 h 1485"/>
                <a:gd name="T10" fmla="*/ 0 w 1657"/>
                <a:gd name="T11" fmla="*/ 0 h 1485"/>
                <a:gd name="T12" fmla="*/ 0 w 1657"/>
                <a:gd name="T13" fmla="*/ 0 h 1485"/>
                <a:gd name="T14" fmla="*/ 0 w 1657"/>
                <a:gd name="T15" fmla="*/ 0 h 1485"/>
                <a:gd name="T16" fmla="*/ 0 w 1657"/>
                <a:gd name="T17" fmla="*/ 0 h 1485"/>
                <a:gd name="T18" fmla="*/ 0 w 1657"/>
                <a:gd name="T19" fmla="*/ 0 h 1485"/>
                <a:gd name="T20" fmla="*/ 0 w 1657"/>
                <a:gd name="T21" fmla="*/ 0 h 1485"/>
                <a:gd name="T22" fmla="*/ 0 w 1657"/>
                <a:gd name="T23" fmla="*/ 0 h 1485"/>
                <a:gd name="T24" fmla="*/ 0 w 1657"/>
                <a:gd name="T25" fmla="*/ 0 h 1485"/>
                <a:gd name="T26" fmla="*/ 0 w 1657"/>
                <a:gd name="T27" fmla="*/ 0 h 1485"/>
                <a:gd name="T28" fmla="*/ 0 w 1657"/>
                <a:gd name="T29" fmla="*/ 0 h 1485"/>
                <a:gd name="T30" fmla="*/ 0 w 1657"/>
                <a:gd name="T31" fmla="*/ 0 h 1485"/>
                <a:gd name="T32" fmla="*/ 0 w 1657"/>
                <a:gd name="T33" fmla="*/ 0 h 1485"/>
                <a:gd name="T34" fmla="*/ 0 w 1657"/>
                <a:gd name="T35" fmla="*/ 0 h 1485"/>
                <a:gd name="T36" fmla="*/ 0 w 1657"/>
                <a:gd name="T37" fmla="*/ 0 h 1485"/>
                <a:gd name="T38" fmla="*/ 0 w 1657"/>
                <a:gd name="T39" fmla="*/ 0 h 1485"/>
                <a:gd name="T40" fmla="*/ 0 w 1657"/>
                <a:gd name="T41" fmla="*/ 0 h 1485"/>
                <a:gd name="T42" fmla="*/ 0 w 1657"/>
                <a:gd name="T43" fmla="*/ 0 h 1485"/>
                <a:gd name="T44" fmla="*/ 0 w 1657"/>
                <a:gd name="T45" fmla="*/ 0 h 1485"/>
                <a:gd name="T46" fmla="*/ 0 w 1657"/>
                <a:gd name="T47" fmla="*/ 0 h 1485"/>
                <a:gd name="T48" fmla="*/ 0 w 1657"/>
                <a:gd name="T49" fmla="*/ 0 h 1485"/>
                <a:gd name="T50" fmla="*/ 0 w 1657"/>
                <a:gd name="T51" fmla="*/ 0 h 1485"/>
                <a:gd name="T52" fmla="*/ 0 w 1657"/>
                <a:gd name="T53" fmla="*/ 0 h 1485"/>
                <a:gd name="T54" fmla="*/ 0 w 1657"/>
                <a:gd name="T55" fmla="*/ 0 h 1485"/>
                <a:gd name="T56" fmla="*/ 0 w 1657"/>
                <a:gd name="T57" fmla="*/ 0 h 1485"/>
                <a:gd name="T58" fmla="*/ 0 w 1657"/>
                <a:gd name="T59" fmla="*/ 0 h 1485"/>
                <a:gd name="T60" fmla="*/ 0 w 1657"/>
                <a:gd name="T61" fmla="*/ 0 h 1485"/>
                <a:gd name="T62" fmla="*/ 0 w 1657"/>
                <a:gd name="T63" fmla="*/ 0 h 1485"/>
                <a:gd name="T64" fmla="*/ 0 w 1657"/>
                <a:gd name="T65" fmla="*/ 0 h 1485"/>
                <a:gd name="T66" fmla="*/ 0 w 1657"/>
                <a:gd name="T67" fmla="*/ 0 h 1485"/>
                <a:gd name="T68" fmla="*/ 0 w 1657"/>
                <a:gd name="T69" fmla="*/ 0 h 1485"/>
                <a:gd name="T70" fmla="*/ 0 w 1657"/>
                <a:gd name="T71" fmla="*/ 0 h 1485"/>
                <a:gd name="T72" fmla="*/ 0 w 1657"/>
                <a:gd name="T73" fmla="*/ 0 h 1485"/>
                <a:gd name="T74" fmla="*/ 0 w 1657"/>
                <a:gd name="T75" fmla="*/ 0 h 1485"/>
                <a:gd name="T76" fmla="*/ 0 w 1657"/>
                <a:gd name="T77" fmla="*/ 0 h 1485"/>
                <a:gd name="T78" fmla="*/ 0 w 1657"/>
                <a:gd name="T79" fmla="*/ 0 h 1485"/>
                <a:gd name="T80" fmla="*/ 0 w 1657"/>
                <a:gd name="T81" fmla="*/ 0 h 148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657"/>
                <a:gd name="T124" fmla="*/ 0 h 1485"/>
                <a:gd name="T125" fmla="*/ 1657 w 1657"/>
                <a:gd name="T126" fmla="*/ 1485 h 148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657" h="1485">
                  <a:moveTo>
                    <a:pt x="272" y="727"/>
                  </a:moveTo>
                  <a:lnTo>
                    <a:pt x="244" y="745"/>
                  </a:lnTo>
                  <a:lnTo>
                    <a:pt x="351" y="844"/>
                  </a:lnTo>
                  <a:lnTo>
                    <a:pt x="300" y="929"/>
                  </a:lnTo>
                  <a:lnTo>
                    <a:pt x="198" y="1000"/>
                  </a:lnTo>
                  <a:lnTo>
                    <a:pt x="62" y="1000"/>
                  </a:lnTo>
                  <a:lnTo>
                    <a:pt x="129" y="1077"/>
                  </a:lnTo>
                  <a:lnTo>
                    <a:pt x="292" y="1192"/>
                  </a:lnTo>
                  <a:lnTo>
                    <a:pt x="156" y="1226"/>
                  </a:lnTo>
                  <a:lnTo>
                    <a:pt x="0" y="1171"/>
                  </a:lnTo>
                  <a:lnTo>
                    <a:pt x="132" y="1321"/>
                  </a:lnTo>
                  <a:lnTo>
                    <a:pt x="277" y="1485"/>
                  </a:lnTo>
                  <a:lnTo>
                    <a:pt x="438" y="1485"/>
                  </a:lnTo>
                  <a:lnTo>
                    <a:pt x="634" y="1402"/>
                  </a:lnTo>
                  <a:lnTo>
                    <a:pt x="767" y="1272"/>
                  </a:lnTo>
                  <a:lnTo>
                    <a:pt x="670" y="1303"/>
                  </a:lnTo>
                  <a:lnTo>
                    <a:pt x="560" y="1206"/>
                  </a:lnTo>
                  <a:lnTo>
                    <a:pt x="731" y="1182"/>
                  </a:lnTo>
                  <a:lnTo>
                    <a:pt x="892" y="1125"/>
                  </a:lnTo>
                  <a:lnTo>
                    <a:pt x="835" y="1226"/>
                  </a:lnTo>
                  <a:lnTo>
                    <a:pt x="996" y="1116"/>
                  </a:lnTo>
                  <a:lnTo>
                    <a:pt x="1028" y="1070"/>
                  </a:lnTo>
                  <a:lnTo>
                    <a:pt x="1162" y="975"/>
                  </a:lnTo>
                  <a:lnTo>
                    <a:pt x="1215" y="874"/>
                  </a:lnTo>
                  <a:lnTo>
                    <a:pt x="1637" y="134"/>
                  </a:lnTo>
                  <a:lnTo>
                    <a:pt x="1657" y="0"/>
                  </a:lnTo>
                  <a:lnTo>
                    <a:pt x="1162" y="922"/>
                  </a:lnTo>
                  <a:lnTo>
                    <a:pt x="1070" y="984"/>
                  </a:lnTo>
                  <a:lnTo>
                    <a:pt x="920" y="1019"/>
                  </a:lnTo>
                  <a:lnTo>
                    <a:pt x="846" y="1109"/>
                  </a:lnTo>
                  <a:lnTo>
                    <a:pt x="721" y="1141"/>
                  </a:lnTo>
                  <a:lnTo>
                    <a:pt x="634" y="1125"/>
                  </a:lnTo>
                  <a:lnTo>
                    <a:pt x="593" y="1077"/>
                  </a:lnTo>
                  <a:lnTo>
                    <a:pt x="560" y="975"/>
                  </a:lnTo>
                  <a:lnTo>
                    <a:pt x="549" y="890"/>
                  </a:lnTo>
                  <a:lnTo>
                    <a:pt x="650" y="855"/>
                  </a:lnTo>
                  <a:lnTo>
                    <a:pt x="634" y="835"/>
                  </a:lnTo>
                  <a:lnTo>
                    <a:pt x="525" y="844"/>
                  </a:lnTo>
                  <a:lnTo>
                    <a:pt x="394" y="800"/>
                  </a:lnTo>
                  <a:lnTo>
                    <a:pt x="303" y="745"/>
                  </a:lnTo>
                  <a:lnTo>
                    <a:pt x="272" y="7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8" name="Freeform 338"/>
            <p:cNvSpPr>
              <a:spLocks/>
            </p:cNvSpPr>
            <p:nvPr/>
          </p:nvSpPr>
          <p:spPr bwMode="auto">
            <a:xfrm>
              <a:off x="2789" y="1722"/>
              <a:ext cx="117" cy="54"/>
            </a:xfrm>
            <a:custGeom>
              <a:avLst/>
              <a:gdLst>
                <a:gd name="T0" fmla="*/ 0 w 934"/>
                <a:gd name="T1" fmla="*/ 0 h 431"/>
                <a:gd name="T2" fmla="*/ 0 w 934"/>
                <a:gd name="T3" fmla="*/ 0 h 431"/>
                <a:gd name="T4" fmla="*/ 0 w 934"/>
                <a:gd name="T5" fmla="*/ 0 h 431"/>
                <a:gd name="T6" fmla="*/ 0 w 934"/>
                <a:gd name="T7" fmla="*/ 0 h 431"/>
                <a:gd name="T8" fmla="*/ 0 w 934"/>
                <a:gd name="T9" fmla="*/ 0 h 431"/>
                <a:gd name="T10" fmla="*/ 0 w 934"/>
                <a:gd name="T11" fmla="*/ 0 h 431"/>
                <a:gd name="T12" fmla="*/ 0 w 934"/>
                <a:gd name="T13" fmla="*/ 0 h 431"/>
                <a:gd name="T14" fmla="*/ 0 w 934"/>
                <a:gd name="T15" fmla="*/ 0 h 431"/>
                <a:gd name="T16" fmla="*/ 0 w 934"/>
                <a:gd name="T17" fmla="*/ 0 h 431"/>
                <a:gd name="T18" fmla="*/ 0 w 934"/>
                <a:gd name="T19" fmla="*/ 0 h 431"/>
                <a:gd name="T20" fmla="*/ 0 w 934"/>
                <a:gd name="T21" fmla="*/ 0 h 431"/>
                <a:gd name="T22" fmla="*/ 0 w 934"/>
                <a:gd name="T23" fmla="*/ 0 h 431"/>
                <a:gd name="T24" fmla="*/ 0 w 934"/>
                <a:gd name="T25" fmla="*/ 0 h 431"/>
                <a:gd name="T26" fmla="*/ 0 w 934"/>
                <a:gd name="T27" fmla="*/ 0 h 431"/>
                <a:gd name="T28" fmla="*/ 0 w 934"/>
                <a:gd name="T29" fmla="*/ 0 h 431"/>
                <a:gd name="T30" fmla="*/ 0 w 934"/>
                <a:gd name="T31" fmla="*/ 0 h 431"/>
                <a:gd name="T32" fmla="*/ 0 w 934"/>
                <a:gd name="T33" fmla="*/ 0 h 431"/>
                <a:gd name="T34" fmla="*/ 0 w 934"/>
                <a:gd name="T35" fmla="*/ 0 h 431"/>
                <a:gd name="T36" fmla="*/ 0 w 934"/>
                <a:gd name="T37" fmla="*/ 0 h 431"/>
                <a:gd name="T38" fmla="*/ 0 w 934"/>
                <a:gd name="T39" fmla="*/ 0 h 43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34"/>
                <a:gd name="T61" fmla="*/ 0 h 431"/>
                <a:gd name="T62" fmla="*/ 934 w 934"/>
                <a:gd name="T63" fmla="*/ 431 h 43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34" h="431">
                  <a:moveTo>
                    <a:pt x="152" y="83"/>
                  </a:moveTo>
                  <a:lnTo>
                    <a:pt x="152" y="0"/>
                  </a:lnTo>
                  <a:lnTo>
                    <a:pt x="77" y="0"/>
                  </a:lnTo>
                  <a:lnTo>
                    <a:pt x="0" y="64"/>
                  </a:lnTo>
                  <a:lnTo>
                    <a:pt x="33" y="219"/>
                  </a:lnTo>
                  <a:lnTo>
                    <a:pt x="152" y="114"/>
                  </a:lnTo>
                  <a:lnTo>
                    <a:pt x="418" y="205"/>
                  </a:lnTo>
                  <a:lnTo>
                    <a:pt x="485" y="259"/>
                  </a:lnTo>
                  <a:lnTo>
                    <a:pt x="611" y="259"/>
                  </a:lnTo>
                  <a:lnTo>
                    <a:pt x="844" y="316"/>
                  </a:lnTo>
                  <a:lnTo>
                    <a:pt x="842" y="387"/>
                  </a:lnTo>
                  <a:lnTo>
                    <a:pt x="888" y="431"/>
                  </a:lnTo>
                  <a:lnTo>
                    <a:pt x="934" y="367"/>
                  </a:lnTo>
                  <a:lnTo>
                    <a:pt x="881" y="254"/>
                  </a:lnTo>
                  <a:lnTo>
                    <a:pt x="844" y="265"/>
                  </a:lnTo>
                  <a:lnTo>
                    <a:pt x="620" y="219"/>
                  </a:lnTo>
                  <a:lnTo>
                    <a:pt x="521" y="228"/>
                  </a:lnTo>
                  <a:lnTo>
                    <a:pt x="482" y="171"/>
                  </a:lnTo>
                  <a:lnTo>
                    <a:pt x="194" y="99"/>
                  </a:lnTo>
                  <a:lnTo>
                    <a:pt x="152" y="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9" name="Freeform 339"/>
            <p:cNvSpPr>
              <a:spLocks/>
            </p:cNvSpPr>
            <p:nvPr/>
          </p:nvSpPr>
          <p:spPr bwMode="auto">
            <a:xfrm>
              <a:off x="2835" y="1687"/>
              <a:ext cx="59" cy="59"/>
            </a:xfrm>
            <a:custGeom>
              <a:avLst/>
              <a:gdLst>
                <a:gd name="T0" fmla="*/ 0 w 472"/>
                <a:gd name="T1" fmla="*/ 0 h 465"/>
                <a:gd name="T2" fmla="*/ 0 w 472"/>
                <a:gd name="T3" fmla="*/ 0 h 465"/>
                <a:gd name="T4" fmla="*/ 0 w 472"/>
                <a:gd name="T5" fmla="*/ 0 h 465"/>
                <a:gd name="T6" fmla="*/ 0 w 472"/>
                <a:gd name="T7" fmla="*/ 0 h 465"/>
                <a:gd name="T8" fmla="*/ 0 w 472"/>
                <a:gd name="T9" fmla="*/ 0 h 465"/>
                <a:gd name="T10" fmla="*/ 0 w 472"/>
                <a:gd name="T11" fmla="*/ 0 h 465"/>
                <a:gd name="T12" fmla="*/ 0 w 472"/>
                <a:gd name="T13" fmla="*/ 0 h 465"/>
                <a:gd name="T14" fmla="*/ 0 w 472"/>
                <a:gd name="T15" fmla="*/ 0 h 465"/>
                <a:gd name="T16" fmla="*/ 0 w 472"/>
                <a:gd name="T17" fmla="*/ 0 h 465"/>
                <a:gd name="T18" fmla="*/ 0 w 472"/>
                <a:gd name="T19" fmla="*/ 0 h 465"/>
                <a:gd name="T20" fmla="*/ 0 w 472"/>
                <a:gd name="T21" fmla="*/ 0 h 465"/>
                <a:gd name="T22" fmla="*/ 0 w 472"/>
                <a:gd name="T23" fmla="*/ 0 h 465"/>
                <a:gd name="T24" fmla="*/ 0 w 472"/>
                <a:gd name="T25" fmla="*/ 0 h 465"/>
                <a:gd name="T26" fmla="*/ 0 w 472"/>
                <a:gd name="T27" fmla="*/ 0 h 465"/>
                <a:gd name="T28" fmla="*/ 0 w 472"/>
                <a:gd name="T29" fmla="*/ 0 h 465"/>
                <a:gd name="T30" fmla="*/ 0 w 472"/>
                <a:gd name="T31" fmla="*/ 0 h 465"/>
                <a:gd name="T32" fmla="*/ 0 w 472"/>
                <a:gd name="T33" fmla="*/ 0 h 465"/>
                <a:gd name="T34" fmla="*/ 0 w 472"/>
                <a:gd name="T35" fmla="*/ 0 h 465"/>
                <a:gd name="T36" fmla="*/ 0 w 472"/>
                <a:gd name="T37" fmla="*/ 0 h 465"/>
                <a:gd name="T38" fmla="*/ 0 w 472"/>
                <a:gd name="T39" fmla="*/ 0 h 465"/>
                <a:gd name="T40" fmla="*/ 0 w 472"/>
                <a:gd name="T41" fmla="*/ 0 h 46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2"/>
                <a:gd name="T64" fmla="*/ 0 h 465"/>
                <a:gd name="T65" fmla="*/ 472 w 472"/>
                <a:gd name="T66" fmla="*/ 465 h 46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2" h="465">
                  <a:moveTo>
                    <a:pt x="28" y="113"/>
                  </a:moveTo>
                  <a:lnTo>
                    <a:pt x="64" y="96"/>
                  </a:lnTo>
                  <a:lnTo>
                    <a:pt x="154" y="195"/>
                  </a:lnTo>
                  <a:lnTo>
                    <a:pt x="248" y="206"/>
                  </a:lnTo>
                  <a:lnTo>
                    <a:pt x="302" y="159"/>
                  </a:lnTo>
                  <a:lnTo>
                    <a:pt x="309" y="0"/>
                  </a:lnTo>
                  <a:lnTo>
                    <a:pt x="345" y="168"/>
                  </a:lnTo>
                  <a:lnTo>
                    <a:pt x="391" y="242"/>
                  </a:lnTo>
                  <a:lnTo>
                    <a:pt x="472" y="242"/>
                  </a:lnTo>
                  <a:lnTo>
                    <a:pt x="470" y="263"/>
                  </a:lnTo>
                  <a:lnTo>
                    <a:pt x="345" y="270"/>
                  </a:lnTo>
                  <a:lnTo>
                    <a:pt x="224" y="292"/>
                  </a:lnTo>
                  <a:lnTo>
                    <a:pt x="217" y="410"/>
                  </a:lnTo>
                  <a:lnTo>
                    <a:pt x="154" y="401"/>
                  </a:lnTo>
                  <a:lnTo>
                    <a:pt x="149" y="465"/>
                  </a:lnTo>
                  <a:lnTo>
                    <a:pt x="110" y="391"/>
                  </a:lnTo>
                  <a:lnTo>
                    <a:pt x="173" y="270"/>
                  </a:lnTo>
                  <a:lnTo>
                    <a:pt x="92" y="175"/>
                  </a:lnTo>
                  <a:lnTo>
                    <a:pt x="11" y="175"/>
                  </a:lnTo>
                  <a:lnTo>
                    <a:pt x="0" y="145"/>
                  </a:lnTo>
                  <a:lnTo>
                    <a:pt x="28"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0" name="Freeform 340"/>
            <p:cNvSpPr>
              <a:spLocks/>
            </p:cNvSpPr>
            <p:nvPr/>
          </p:nvSpPr>
          <p:spPr bwMode="auto">
            <a:xfrm>
              <a:off x="2874" y="1632"/>
              <a:ext cx="115" cy="80"/>
            </a:xfrm>
            <a:custGeom>
              <a:avLst/>
              <a:gdLst>
                <a:gd name="T0" fmla="*/ 0 w 924"/>
                <a:gd name="T1" fmla="*/ 0 h 640"/>
                <a:gd name="T2" fmla="*/ 0 w 924"/>
                <a:gd name="T3" fmla="*/ 0 h 640"/>
                <a:gd name="T4" fmla="*/ 0 w 924"/>
                <a:gd name="T5" fmla="*/ 0 h 640"/>
                <a:gd name="T6" fmla="*/ 0 w 924"/>
                <a:gd name="T7" fmla="*/ 0 h 640"/>
                <a:gd name="T8" fmla="*/ 0 w 924"/>
                <a:gd name="T9" fmla="*/ 0 h 640"/>
                <a:gd name="T10" fmla="*/ 0 w 924"/>
                <a:gd name="T11" fmla="*/ 0 h 640"/>
                <a:gd name="T12" fmla="*/ 0 w 924"/>
                <a:gd name="T13" fmla="*/ 0 h 640"/>
                <a:gd name="T14" fmla="*/ 0 w 924"/>
                <a:gd name="T15" fmla="*/ 0 h 640"/>
                <a:gd name="T16" fmla="*/ 0 w 924"/>
                <a:gd name="T17" fmla="*/ 0 h 640"/>
                <a:gd name="T18" fmla="*/ 0 w 924"/>
                <a:gd name="T19" fmla="*/ 0 h 640"/>
                <a:gd name="T20" fmla="*/ 0 w 924"/>
                <a:gd name="T21" fmla="*/ 0 h 640"/>
                <a:gd name="T22" fmla="*/ 0 w 924"/>
                <a:gd name="T23" fmla="*/ 0 h 640"/>
                <a:gd name="T24" fmla="*/ 0 w 924"/>
                <a:gd name="T25" fmla="*/ 0 h 640"/>
                <a:gd name="T26" fmla="*/ 0 w 924"/>
                <a:gd name="T27" fmla="*/ 0 h 640"/>
                <a:gd name="T28" fmla="*/ 0 w 924"/>
                <a:gd name="T29" fmla="*/ 0 h 640"/>
                <a:gd name="T30" fmla="*/ 0 w 924"/>
                <a:gd name="T31" fmla="*/ 0 h 640"/>
                <a:gd name="T32" fmla="*/ 0 w 924"/>
                <a:gd name="T33" fmla="*/ 0 h 640"/>
                <a:gd name="T34" fmla="*/ 0 w 924"/>
                <a:gd name="T35" fmla="*/ 0 h 640"/>
                <a:gd name="T36" fmla="*/ 0 w 924"/>
                <a:gd name="T37" fmla="*/ 0 h 640"/>
                <a:gd name="T38" fmla="*/ 0 w 924"/>
                <a:gd name="T39" fmla="*/ 0 h 640"/>
                <a:gd name="T40" fmla="*/ 0 w 924"/>
                <a:gd name="T41" fmla="*/ 0 h 640"/>
                <a:gd name="T42" fmla="*/ 0 w 924"/>
                <a:gd name="T43" fmla="*/ 0 h 640"/>
                <a:gd name="T44" fmla="*/ 0 w 924"/>
                <a:gd name="T45" fmla="*/ 0 h 640"/>
                <a:gd name="T46" fmla="*/ 0 w 924"/>
                <a:gd name="T47" fmla="*/ 0 h 640"/>
                <a:gd name="T48" fmla="*/ 0 w 924"/>
                <a:gd name="T49" fmla="*/ 0 h 640"/>
                <a:gd name="T50" fmla="*/ 0 w 924"/>
                <a:gd name="T51" fmla="*/ 0 h 640"/>
                <a:gd name="T52" fmla="*/ 0 w 924"/>
                <a:gd name="T53" fmla="*/ 0 h 640"/>
                <a:gd name="T54" fmla="*/ 0 w 924"/>
                <a:gd name="T55" fmla="*/ 0 h 640"/>
                <a:gd name="T56" fmla="*/ 0 w 924"/>
                <a:gd name="T57" fmla="*/ 0 h 640"/>
                <a:gd name="T58" fmla="*/ 0 w 924"/>
                <a:gd name="T59" fmla="*/ 0 h 640"/>
                <a:gd name="T60" fmla="*/ 0 w 924"/>
                <a:gd name="T61" fmla="*/ 0 h 640"/>
                <a:gd name="T62" fmla="*/ 0 w 924"/>
                <a:gd name="T63" fmla="*/ 0 h 640"/>
                <a:gd name="T64" fmla="*/ 0 w 924"/>
                <a:gd name="T65" fmla="*/ 0 h 640"/>
                <a:gd name="T66" fmla="*/ 0 w 924"/>
                <a:gd name="T67" fmla="*/ 0 h 640"/>
                <a:gd name="T68" fmla="*/ 0 w 924"/>
                <a:gd name="T69" fmla="*/ 0 h 640"/>
                <a:gd name="T70" fmla="*/ 0 w 924"/>
                <a:gd name="T71" fmla="*/ 0 h 640"/>
                <a:gd name="T72" fmla="*/ 0 w 924"/>
                <a:gd name="T73" fmla="*/ 0 h 640"/>
                <a:gd name="T74" fmla="*/ 0 w 924"/>
                <a:gd name="T75" fmla="*/ 0 h 640"/>
                <a:gd name="T76" fmla="*/ 0 w 924"/>
                <a:gd name="T77" fmla="*/ 0 h 640"/>
                <a:gd name="T78" fmla="*/ 0 w 924"/>
                <a:gd name="T79" fmla="*/ 0 h 640"/>
                <a:gd name="T80" fmla="*/ 0 w 924"/>
                <a:gd name="T81" fmla="*/ 0 h 640"/>
                <a:gd name="T82" fmla="*/ 0 w 924"/>
                <a:gd name="T83" fmla="*/ 0 h 640"/>
                <a:gd name="T84" fmla="*/ 0 w 924"/>
                <a:gd name="T85" fmla="*/ 0 h 640"/>
                <a:gd name="T86" fmla="*/ 0 w 924"/>
                <a:gd name="T87" fmla="*/ 0 h 640"/>
                <a:gd name="T88" fmla="*/ 0 w 924"/>
                <a:gd name="T89" fmla="*/ 0 h 640"/>
                <a:gd name="T90" fmla="*/ 0 w 924"/>
                <a:gd name="T91" fmla="*/ 0 h 640"/>
                <a:gd name="T92" fmla="*/ 0 w 924"/>
                <a:gd name="T93" fmla="*/ 0 h 64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924"/>
                <a:gd name="T142" fmla="*/ 0 h 640"/>
                <a:gd name="T143" fmla="*/ 924 w 924"/>
                <a:gd name="T144" fmla="*/ 640 h 640"/>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924" h="640">
                  <a:moveTo>
                    <a:pt x="36" y="71"/>
                  </a:moveTo>
                  <a:lnTo>
                    <a:pt x="92" y="92"/>
                  </a:lnTo>
                  <a:lnTo>
                    <a:pt x="75" y="177"/>
                  </a:lnTo>
                  <a:lnTo>
                    <a:pt x="29" y="334"/>
                  </a:lnTo>
                  <a:lnTo>
                    <a:pt x="0" y="517"/>
                  </a:lnTo>
                  <a:lnTo>
                    <a:pt x="25" y="613"/>
                  </a:lnTo>
                  <a:lnTo>
                    <a:pt x="42" y="431"/>
                  </a:lnTo>
                  <a:lnTo>
                    <a:pt x="92" y="304"/>
                  </a:lnTo>
                  <a:lnTo>
                    <a:pt x="132" y="517"/>
                  </a:lnTo>
                  <a:lnTo>
                    <a:pt x="128" y="594"/>
                  </a:lnTo>
                  <a:lnTo>
                    <a:pt x="178" y="535"/>
                  </a:lnTo>
                  <a:lnTo>
                    <a:pt x="477" y="640"/>
                  </a:lnTo>
                  <a:lnTo>
                    <a:pt x="601" y="620"/>
                  </a:lnTo>
                  <a:lnTo>
                    <a:pt x="694" y="565"/>
                  </a:lnTo>
                  <a:lnTo>
                    <a:pt x="756" y="480"/>
                  </a:lnTo>
                  <a:lnTo>
                    <a:pt x="811" y="408"/>
                  </a:lnTo>
                  <a:lnTo>
                    <a:pt x="680" y="565"/>
                  </a:lnTo>
                  <a:lnTo>
                    <a:pt x="601" y="594"/>
                  </a:lnTo>
                  <a:lnTo>
                    <a:pt x="500" y="604"/>
                  </a:lnTo>
                  <a:lnTo>
                    <a:pt x="424" y="594"/>
                  </a:lnTo>
                  <a:lnTo>
                    <a:pt x="334" y="558"/>
                  </a:lnTo>
                  <a:lnTo>
                    <a:pt x="246" y="466"/>
                  </a:lnTo>
                  <a:lnTo>
                    <a:pt x="253" y="359"/>
                  </a:lnTo>
                  <a:lnTo>
                    <a:pt x="394" y="480"/>
                  </a:lnTo>
                  <a:lnTo>
                    <a:pt x="420" y="414"/>
                  </a:lnTo>
                  <a:lnTo>
                    <a:pt x="299" y="238"/>
                  </a:lnTo>
                  <a:lnTo>
                    <a:pt x="299" y="141"/>
                  </a:lnTo>
                  <a:lnTo>
                    <a:pt x="429" y="133"/>
                  </a:lnTo>
                  <a:lnTo>
                    <a:pt x="477" y="157"/>
                  </a:lnTo>
                  <a:lnTo>
                    <a:pt x="429" y="258"/>
                  </a:lnTo>
                  <a:lnTo>
                    <a:pt x="530" y="293"/>
                  </a:lnTo>
                  <a:lnTo>
                    <a:pt x="659" y="293"/>
                  </a:lnTo>
                  <a:lnTo>
                    <a:pt x="671" y="271"/>
                  </a:lnTo>
                  <a:lnTo>
                    <a:pt x="552" y="141"/>
                  </a:lnTo>
                  <a:lnTo>
                    <a:pt x="694" y="166"/>
                  </a:lnTo>
                  <a:lnTo>
                    <a:pt x="842" y="238"/>
                  </a:lnTo>
                  <a:lnTo>
                    <a:pt x="827" y="348"/>
                  </a:lnTo>
                  <a:lnTo>
                    <a:pt x="866" y="286"/>
                  </a:lnTo>
                  <a:lnTo>
                    <a:pt x="912" y="274"/>
                  </a:lnTo>
                  <a:lnTo>
                    <a:pt x="924" y="223"/>
                  </a:lnTo>
                  <a:lnTo>
                    <a:pt x="650" y="104"/>
                  </a:lnTo>
                  <a:lnTo>
                    <a:pt x="585" y="36"/>
                  </a:lnTo>
                  <a:lnTo>
                    <a:pt x="369" y="0"/>
                  </a:lnTo>
                  <a:lnTo>
                    <a:pt x="223" y="5"/>
                  </a:lnTo>
                  <a:lnTo>
                    <a:pt x="189" y="58"/>
                  </a:lnTo>
                  <a:lnTo>
                    <a:pt x="46" y="11"/>
                  </a:lnTo>
                  <a:lnTo>
                    <a:pt x="36" y="7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1" name="Freeform 341"/>
            <p:cNvSpPr>
              <a:spLocks/>
            </p:cNvSpPr>
            <p:nvPr/>
          </p:nvSpPr>
          <p:spPr bwMode="auto">
            <a:xfrm>
              <a:off x="2916" y="1648"/>
              <a:ext cx="8" cy="12"/>
            </a:xfrm>
            <a:custGeom>
              <a:avLst/>
              <a:gdLst>
                <a:gd name="T0" fmla="*/ 0 w 64"/>
                <a:gd name="T1" fmla="*/ 0 h 90"/>
                <a:gd name="T2" fmla="*/ 0 w 64"/>
                <a:gd name="T3" fmla="*/ 0 h 90"/>
                <a:gd name="T4" fmla="*/ 0 w 64"/>
                <a:gd name="T5" fmla="*/ 0 h 90"/>
                <a:gd name="T6" fmla="*/ 0 w 64"/>
                <a:gd name="T7" fmla="*/ 0 h 90"/>
                <a:gd name="T8" fmla="*/ 0 60000 65536"/>
                <a:gd name="T9" fmla="*/ 0 60000 65536"/>
                <a:gd name="T10" fmla="*/ 0 60000 65536"/>
                <a:gd name="T11" fmla="*/ 0 60000 65536"/>
                <a:gd name="T12" fmla="*/ 0 w 64"/>
                <a:gd name="T13" fmla="*/ 0 h 90"/>
                <a:gd name="T14" fmla="*/ 64 w 64"/>
                <a:gd name="T15" fmla="*/ 90 h 90"/>
              </a:gdLst>
              <a:ahLst/>
              <a:cxnLst>
                <a:cxn ang="T8">
                  <a:pos x="T0" y="T1"/>
                </a:cxn>
                <a:cxn ang="T9">
                  <a:pos x="T2" y="T3"/>
                </a:cxn>
                <a:cxn ang="T10">
                  <a:pos x="T4" y="T5"/>
                </a:cxn>
                <a:cxn ang="T11">
                  <a:pos x="T6" y="T7"/>
                </a:cxn>
              </a:cxnLst>
              <a:rect l="T12" t="T13" r="T14" b="T15"/>
              <a:pathLst>
                <a:path w="64" h="90">
                  <a:moveTo>
                    <a:pt x="0" y="0"/>
                  </a:moveTo>
                  <a:lnTo>
                    <a:pt x="18" y="90"/>
                  </a:lnTo>
                  <a:lnTo>
                    <a:pt x="6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2" name="Freeform 342"/>
            <p:cNvSpPr>
              <a:spLocks/>
            </p:cNvSpPr>
            <p:nvPr/>
          </p:nvSpPr>
          <p:spPr bwMode="auto">
            <a:xfrm>
              <a:off x="2787" y="1591"/>
              <a:ext cx="96" cy="41"/>
            </a:xfrm>
            <a:custGeom>
              <a:avLst/>
              <a:gdLst>
                <a:gd name="T0" fmla="*/ 0 w 774"/>
                <a:gd name="T1" fmla="*/ 0 h 328"/>
                <a:gd name="T2" fmla="*/ 0 w 774"/>
                <a:gd name="T3" fmla="*/ 0 h 328"/>
                <a:gd name="T4" fmla="*/ 0 w 774"/>
                <a:gd name="T5" fmla="*/ 0 h 328"/>
                <a:gd name="T6" fmla="*/ 0 w 774"/>
                <a:gd name="T7" fmla="*/ 0 h 328"/>
                <a:gd name="T8" fmla="*/ 0 w 774"/>
                <a:gd name="T9" fmla="*/ 0 h 328"/>
                <a:gd name="T10" fmla="*/ 0 w 774"/>
                <a:gd name="T11" fmla="*/ 0 h 328"/>
                <a:gd name="T12" fmla="*/ 0 w 774"/>
                <a:gd name="T13" fmla="*/ 0 h 328"/>
                <a:gd name="T14" fmla="*/ 0 w 774"/>
                <a:gd name="T15" fmla="*/ 0 h 328"/>
                <a:gd name="T16" fmla="*/ 0 w 774"/>
                <a:gd name="T17" fmla="*/ 0 h 328"/>
                <a:gd name="T18" fmla="*/ 0 w 774"/>
                <a:gd name="T19" fmla="*/ 0 h 328"/>
                <a:gd name="T20" fmla="*/ 0 w 774"/>
                <a:gd name="T21" fmla="*/ 0 h 328"/>
                <a:gd name="T22" fmla="*/ 0 w 774"/>
                <a:gd name="T23" fmla="*/ 0 h 328"/>
                <a:gd name="T24" fmla="*/ 0 w 774"/>
                <a:gd name="T25" fmla="*/ 0 h 328"/>
                <a:gd name="T26" fmla="*/ 0 w 774"/>
                <a:gd name="T27" fmla="*/ 0 h 328"/>
                <a:gd name="T28" fmla="*/ 0 w 774"/>
                <a:gd name="T29" fmla="*/ 0 h 328"/>
                <a:gd name="T30" fmla="*/ 0 w 774"/>
                <a:gd name="T31" fmla="*/ 0 h 32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74"/>
                <a:gd name="T49" fmla="*/ 0 h 328"/>
                <a:gd name="T50" fmla="*/ 774 w 774"/>
                <a:gd name="T51" fmla="*/ 328 h 32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74" h="328">
                  <a:moveTo>
                    <a:pt x="759" y="328"/>
                  </a:moveTo>
                  <a:lnTo>
                    <a:pt x="774" y="293"/>
                  </a:lnTo>
                  <a:lnTo>
                    <a:pt x="678" y="185"/>
                  </a:lnTo>
                  <a:lnTo>
                    <a:pt x="443" y="46"/>
                  </a:lnTo>
                  <a:lnTo>
                    <a:pt x="270" y="64"/>
                  </a:lnTo>
                  <a:lnTo>
                    <a:pt x="173" y="23"/>
                  </a:lnTo>
                  <a:lnTo>
                    <a:pt x="18" y="0"/>
                  </a:lnTo>
                  <a:lnTo>
                    <a:pt x="0" y="23"/>
                  </a:lnTo>
                  <a:lnTo>
                    <a:pt x="51" y="64"/>
                  </a:lnTo>
                  <a:lnTo>
                    <a:pt x="245" y="104"/>
                  </a:lnTo>
                  <a:lnTo>
                    <a:pt x="337" y="127"/>
                  </a:lnTo>
                  <a:lnTo>
                    <a:pt x="452" y="134"/>
                  </a:lnTo>
                  <a:lnTo>
                    <a:pt x="607" y="219"/>
                  </a:lnTo>
                  <a:lnTo>
                    <a:pt x="706" y="300"/>
                  </a:lnTo>
                  <a:lnTo>
                    <a:pt x="735" y="328"/>
                  </a:lnTo>
                  <a:lnTo>
                    <a:pt x="759" y="3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3" name="Freeform 343"/>
            <p:cNvSpPr>
              <a:spLocks/>
            </p:cNvSpPr>
            <p:nvPr/>
          </p:nvSpPr>
          <p:spPr bwMode="auto">
            <a:xfrm>
              <a:off x="2782" y="1597"/>
              <a:ext cx="101" cy="82"/>
            </a:xfrm>
            <a:custGeom>
              <a:avLst/>
              <a:gdLst>
                <a:gd name="T0" fmla="*/ 0 w 807"/>
                <a:gd name="T1" fmla="*/ 0 h 655"/>
                <a:gd name="T2" fmla="*/ 0 w 807"/>
                <a:gd name="T3" fmla="*/ 0 h 655"/>
                <a:gd name="T4" fmla="*/ 0 w 807"/>
                <a:gd name="T5" fmla="*/ 0 h 655"/>
                <a:gd name="T6" fmla="*/ 0 w 807"/>
                <a:gd name="T7" fmla="*/ 0 h 655"/>
                <a:gd name="T8" fmla="*/ 0 w 807"/>
                <a:gd name="T9" fmla="*/ 0 h 655"/>
                <a:gd name="T10" fmla="*/ 0 w 807"/>
                <a:gd name="T11" fmla="*/ 0 h 655"/>
                <a:gd name="T12" fmla="*/ 0 w 807"/>
                <a:gd name="T13" fmla="*/ 0 h 655"/>
                <a:gd name="T14" fmla="*/ 0 w 807"/>
                <a:gd name="T15" fmla="*/ 0 h 655"/>
                <a:gd name="T16" fmla="*/ 0 w 807"/>
                <a:gd name="T17" fmla="*/ 0 h 655"/>
                <a:gd name="T18" fmla="*/ 0 w 807"/>
                <a:gd name="T19" fmla="*/ 0 h 655"/>
                <a:gd name="T20" fmla="*/ 0 w 807"/>
                <a:gd name="T21" fmla="*/ 0 h 655"/>
                <a:gd name="T22" fmla="*/ 0 w 807"/>
                <a:gd name="T23" fmla="*/ 0 h 655"/>
                <a:gd name="T24" fmla="*/ 0 w 807"/>
                <a:gd name="T25" fmla="*/ 0 h 655"/>
                <a:gd name="T26" fmla="*/ 0 w 807"/>
                <a:gd name="T27" fmla="*/ 0 h 655"/>
                <a:gd name="T28" fmla="*/ 0 w 807"/>
                <a:gd name="T29" fmla="*/ 0 h 655"/>
                <a:gd name="T30" fmla="*/ 0 w 807"/>
                <a:gd name="T31" fmla="*/ 0 h 655"/>
                <a:gd name="T32" fmla="*/ 0 w 807"/>
                <a:gd name="T33" fmla="*/ 0 h 655"/>
                <a:gd name="T34" fmla="*/ 0 w 807"/>
                <a:gd name="T35" fmla="*/ 0 h 655"/>
                <a:gd name="T36" fmla="*/ 0 w 807"/>
                <a:gd name="T37" fmla="*/ 0 h 655"/>
                <a:gd name="T38" fmla="*/ 0 w 807"/>
                <a:gd name="T39" fmla="*/ 0 h 655"/>
                <a:gd name="T40" fmla="*/ 0 w 807"/>
                <a:gd name="T41" fmla="*/ 0 h 655"/>
                <a:gd name="T42" fmla="*/ 0 w 807"/>
                <a:gd name="T43" fmla="*/ 0 h 655"/>
                <a:gd name="T44" fmla="*/ 0 w 807"/>
                <a:gd name="T45" fmla="*/ 0 h 655"/>
                <a:gd name="T46" fmla="*/ 0 w 807"/>
                <a:gd name="T47" fmla="*/ 0 h 655"/>
                <a:gd name="T48" fmla="*/ 0 w 807"/>
                <a:gd name="T49" fmla="*/ 0 h 655"/>
                <a:gd name="T50" fmla="*/ 0 w 807"/>
                <a:gd name="T51" fmla="*/ 0 h 655"/>
                <a:gd name="T52" fmla="*/ 0 w 807"/>
                <a:gd name="T53" fmla="*/ 0 h 655"/>
                <a:gd name="T54" fmla="*/ 0 w 807"/>
                <a:gd name="T55" fmla="*/ 0 h 655"/>
                <a:gd name="T56" fmla="*/ 0 w 807"/>
                <a:gd name="T57" fmla="*/ 0 h 655"/>
                <a:gd name="T58" fmla="*/ 0 w 807"/>
                <a:gd name="T59" fmla="*/ 0 h 6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07"/>
                <a:gd name="T91" fmla="*/ 0 h 655"/>
                <a:gd name="T92" fmla="*/ 807 w 807"/>
                <a:gd name="T93" fmla="*/ 655 h 6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07" h="655">
                  <a:moveTo>
                    <a:pt x="132" y="32"/>
                  </a:moveTo>
                  <a:lnTo>
                    <a:pt x="88" y="93"/>
                  </a:lnTo>
                  <a:lnTo>
                    <a:pt x="51" y="227"/>
                  </a:lnTo>
                  <a:lnTo>
                    <a:pt x="37" y="359"/>
                  </a:lnTo>
                  <a:lnTo>
                    <a:pt x="77" y="466"/>
                  </a:lnTo>
                  <a:lnTo>
                    <a:pt x="132" y="535"/>
                  </a:lnTo>
                  <a:lnTo>
                    <a:pt x="249" y="595"/>
                  </a:lnTo>
                  <a:lnTo>
                    <a:pt x="383" y="634"/>
                  </a:lnTo>
                  <a:lnTo>
                    <a:pt x="501" y="625"/>
                  </a:lnTo>
                  <a:lnTo>
                    <a:pt x="581" y="595"/>
                  </a:lnTo>
                  <a:lnTo>
                    <a:pt x="651" y="551"/>
                  </a:lnTo>
                  <a:lnTo>
                    <a:pt x="708" y="480"/>
                  </a:lnTo>
                  <a:lnTo>
                    <a:pt x="761" y="392"/>
                  </a:lnTo>
                  <a:lnTo>
                    <a:pt x="409" y="480"/>
                  </a:lnTo>
                  <a:lnTo>
                    <a:pt x="480" y="381"/>
                  </a:lnTo>
                  <a:lnTo>
                    <a:pt x="576" y="359"/>
                  </a:lnTo>
                  <a:lnTo>
                    <a:pt x="736" y="359"/>
                  </a:lnTo>
                  <a:lnTo>
                    <a:pt x="807" y="288"/>
                  </a:lnTo>
                  <a:lnTo>
                    <a:pt x="807" y="359"/>
                  </a:lnTo>
                  <a:lnTo>
                    <a:pt x="708" y="530"/>
                  </a:lnTo>
                  <a:lnTo>
                    <a:pt x="611" y="611"/>
                  </a:lnTo>
                  <a:lnTo>
                    <a:pt x="491" y="636"/>
                  </a:lnTo>
                  <a:lnTo>
                    <a:pt x="383" y="655"/>
                  </a:lnTo>
                  <a:lnTo>
                    <a:pt x="222" y="611"/>
                  </a:lnTo>
                  <a:lnTo>
                    <a:pt x="88" y="530"/>
                  </a:lnTo>
                  <a:lnTo>
                    <a:pt x="26" y="434"/>
                  </a:lnTo>
                  <a:lnTo>
                    <a:pt x="0" y="282"/>
                  </a:lnTo>
                  <a:lnTo>
                    <a:pt x="26" y="117"/>
                  </a:lnTo>
                  <a:lnTo>
                    <a:pt x="95" y="0"/>
                  </a:lnTo>
                  <a:lnTo>
                    <a:pt x="132"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4" name="Freeform 344"/>
            <p:cNvSpPr>
              <a:spLocks/>
            </p:cNvSpPr>
            <p:nvPr/>
          </p:nvSpPr>
          <p:spPr bwMode="auto">
            <a:xfrm>
              <a:off x="2816" y="1613"/>
              <a:ext cx="52" cy="24"/>
            </a:xfrm>
            <a:custGeom>
              <a:avLst/>
              <a:gdLst>
                <a:gd name="T0" fmla="*/ 0 w 412"/>
                <a:gd name="T1" fmla="*/ 0 h 189"/>
                <a:gd name="T2" fmla="*/ 0 w 412"/>
                <a:gd name="T3" fmla="*/ 0 h 189"/>
                <a:gd name="T4" fmla="*/ 0 w 412"/>
                <a:gd name="T5" fmla="*/ 0 h 189"/>
                <a:gd name="T6" fmla="*/ 0 w 412"/>
                <a:gd name="T7" fmla="*/ 0 h 189"/>
                <a:gd name="T8" fmla="*/ 0 w 412"/>
                <a:gd name="T9" fmla="*/ 0 h 189"/>
                <a:gd name="T10" fmla="*/ 0 w 412"/>
                <a:gd name="T11" fmla="*/ 0 h 189"/>
                <a:gd name="T12" fmla="*/ 0 w 412"/>
                <a:gd name="T13" fmla="*/ 0 h 189"/>
                <a:gd name="T14" fmla="*/ 0 w 412"/>
                <a:gd name="T15" fmla="*/ 0 h 189"/>
                <a:gd name="T16" fmla="*/ 0 w 412"/>
                <a:gd name="T17" fmla="*/ 0 h 189"/>
                <a:gd name="T18" fmla="*/ 0 w 412"/>
                <a:gd name="T19" fmla="*/ 0 h 189"/>
                <a:gd name="T20" fmla="*/ 0 w 412"/>
                <a:gd name="T21" fmla="*/ 0 h 189"/>
                <a:gd name="T22" fmla="*/ 0 w 412"/>
                <a:gd name="T23" fmla="*/ 0 h 189"/>
                <a:gd name="T24" fmla="*/ 0 w 412"/>
                <a:gd name="T25" fmla="*/ 0 h 189"/>
                <a:gd name="T26" fmla="*/ 0 w 412"/>
                <a:gd name="T27" fmla="*/ 0 h 189"/>
                <a:gd name="T28" fmla="*/ 0 w 412"/>
                <a:gd name="T29" fmla="*/ 0 h 18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12"/>
                <a:gd name="T46" fmla="*/ 0 h 189"/>
                <a:gd name="T47" fmla="*/ 412 w 412"/>
                <a:gd name="T48" fmla="*/ 189 h 18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12" h="189">
                  <a:moveTo>
                    <a:pt x="15" y="110"/>
                  </a:moveTo>
                  <a:lnTo>
                    <a:pt x="0" y="50"/>
                  </a:lnTo>
                  <a:lnTo>
                    <a:pt x="34" y="0"/>
                  </a:lnTo>
                  <a:lnTo>
                    <a:pt x="207" y="0"/>
                  </a:lnTo>
                  <a:lnTo>
                    <a:pt x="393" y="99"/>
                  </a:lnTo>
                  <a:lnTo>
                    <a:pt x="412" y="160"/>
                  </a:lnTo>
                  <a:lnTo>
                    <a:pt x="378" y="189"/>
                  </a:lnTo>
                  <a:lnTo>
                    <a:pt x="165" y="185"/>
                  </a:lnTo>
                  <a:lnTo>
                    <a:pt x="200" y="154"/>
                  </a:lnTo>
                  <a:lnTo>
                    <a:pt x="154" y="119"/>
                  </a:lnTo>
                  <a:lnTo>
                    <a:pt x="165" y="84"/>
                  </a:lnTo>
                  <a:lnTo>
                    <a:pt x="200" y="84"/>
                  </a:lnTo>
                  <a:lnTo>
                    <a:pt x="165" y="50"/>
                  </a:lnTo>
                  <a:lnTo>
                    <a:pt x="55" y="68"/>
                  </a:lnTo>
                  <a:lnTo>
                    <a:pt x="15" y="1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5" name="Freeform 345"/>
            <p:cNvSpPr>
              <a:spLocks/>
            </p:cNvSpPr>
            <p:nvPr/>
          </p:nvSpPr>
          <p:spPr bwMode="auto">
            <a:xfrm>
              <a:off x="2968" y="1660"/>
              <a:ext cx="47" cy="64"/>
            </a:xfrm>
            <a:custGeom>
              <a:avLst/>
              <a:gdLst>
                <a:gd name="T0" fmla="*/ 0 w 374"/>
                <a:gd name="T1" fmla="*/ 0 h 514"/>
                <a:gd name="T2" fmla="*/ 0 w 374"/>
                <a:gd name="T3" fmla="*/ 0 h 514"/>
                <a:gd name="T4" fmla="*/ 0 w 374"/>
                <a:gd name="T5" fmla="*/ 0 h 514"/>
                <a:gd name="T6" fmla="*/ 0 w 374"/>
                <a:gd name="T7" fmla="*/ 0 h 514"/>
                <a:gd name="T8" fmla="*/ 0 w 374"/>
                <a:gd name="T9" fmla="*/ 0 h 514"/>
                <a:gd name="T10" fmla="*/ 0 w 374"/>
                <a:gd name="T11" fmla="*/ 0 h 514"/>
                <a:gd name="T12" fmla="*/ 0 w 374"/>
                <a:gd name="T13" fmla="*/ 0 h 514"/>
                <a:gd name="T14" fmla="*/ 0 w 374"/>
                <a:gd name="T15" fmla="*/ 0 h 514"/>
                <a:gd name="T16" fmla="*/ 0 w 374"/>
                <a:gd name="T17" fmla="*/ 0 h 514"/>
                <a:gd name="T18" fmla="*/ 0 w 374"/>
                <a:gd name="T19" fmla="*/ 0 h 514"/>
                <a:gd name="T20" fmla="*/ 0 w 374"/>
                <a:gd name="T21" fmla="*/ 0 h 514"/>
                <a:gd name="T22" fmla="*/ 0 w 374"/>
                <a:gd name="T23" fmla="*/ 0 h 514"/>
                <a:gd name="T24" fmla="*/ 0 w 374"/>
                <a:gd name="T25" fmla="*/ 0 h 514"/>
                <a:gd name="T26" fmla="*/ 0 w 374"/>
                <a:gd name="T27" fmla="*/ 0 h 514"/>
                <a:gd name="T28" fmla="*/ 0 w 374"/>
                <a:gd name="T29" fmla="*/ 0 h 51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74"/>
                <a:gd name="T46" fmla="*/ 0 h 514"/>
                <a:gd name="T47" fmla="*/ 374 w 374"/>
                <a:gd name="T48" fmla="*/ 514 h 51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74" h="514">
                  <a:moveTo>
                    <a:pt x="0" y="492"/>
                  </a:moveTo>
                  <a:lnTo>
                    <a:pt x="64" y="514"/>
                  </a:lnTo>
                  <a:lnTo>
                    <a:pt x="136" y="485"/>
                  </a:lnTo>
                  <a:lnTo>
                    <a:pt x="231" y="371"/>
                  </a:lnTo>
                  <a:lnTo>
                    <a:pt x="297" y="243"/>
                  </a:lnTo>
                  <a:lnTo>
                    <a:pt x="369" y="95"/>
                  </a:lnTo>
                  <a:lnTo>
                    <a:pt x="374" y="12"/>
                  </a:lnTo>
                  <a:lnTo>
                    <a:pt x="359" y="0"/>
                  </a:lnTo>
                  <a:lnTo>
                    <a:pt x="334" y="100"/>
                  </a:lnTo>
                  <a:lnTo>
                    <a:pt x="255" y="277"/>
                  </a:lnTo>
                  <a:lnTo>
                    <a:pt x="168" y="426"/>
                  </a:lnTo>
                  <a:lnTo>
                    <a:pt x="110" y="452"/>
                  </a:lnTo>
                  <a:lnTo>
                    <a:pt x="64" y="381"/>
                  </a:lnTo>
                  <a:lnTo>
                    <a:pt x="0" y="452"/>
                  </a:lnTo>
                  <a:lnTo>
                    <a:pt x="0" y="49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6" name="Freeform 346"/>
            <p:cNvSpPr>
              <a:spLocks/>
            </p:cNvSpPr>
            <p:nvPr/>
          </p:nvSpPr>
          <p:spPr bwMode="auto">
            <a:xfrm>
              <a:off x="2990" y="1668"/>
              <a:ext cx="11" cy="29"/>
            </a:xfrm>
            <a:custGeom>
              <a:avLst/>
              <a:gdLst>
                <a:gd name="T0" fmla="*/ 0 w 85"/>
                <a:gd name="T1" fmla="*/ 0 h 233"/>
                <a:gd name="T2" fmla="*/ 0 w 85"/>
                <a:gd name="T3" fmla="*/ 0 h 233"/>
                <a:gd name="T4" fmla="*/ 0 w 85"/>
                <a:gd name="T5" fmla="*/ 0 h 233"/>
                <a:gd name="T6" fmla="*/ 0 w 85"/>
                <a:gd name="T7" fmla="*/ 0 h 233"/>
                <a:gd name="T8" fmla="*/ 0 w 85"/>
                <a:gd name="T9" fmla="*/ 0 h 233"/>
                <a:gd name="T10" fmla="*/ 0 60000 65536"/>
                <a:gd name="T11" fmla="*/ 0 60000 65536"/>
                <a:gd name="T12" fmla="*/ 0 60000 65536"/>
                <a:gd name="T13" fmla="*/ 0 60000 65536"/>
                <a:gd name="T14" fmla="*/ 0 60000 65536"/>
                <a:gd name="T15" fmla="*/ 0 w 85"/>
                <a:gd name="T16" fmla="*/ 0 h 233"/>
                <a:gd name="T17" fmla="*/ 85 w 85"/>
                <a:gd name="T18" fmla="*/ 233 h 233"/>
              </a:gdLst>
              <a:ahLst/>
              <a:cxnLst>
                <a:cxn ang="T10">
                  <a:pos x="T0" y="T1"/>
                </a:cxn>
                <a:cxn ang="T11">
                  <a:pos x="T2" y="T3"/>
                </a:cxn>
                <a:cxn ang="T12">
                  <a:pos x="T4" y="T5"/>
                </a:cxn>
                <a:cxn ang="T13">
                  <a:pos x="T6" y="T7"/>
                </a:cxn>
                <a:cxn ang="T14">
                  <a:pos x="T8" y="T9"/>
                </a:cxn>
              </a:cxnLst>
              <a:rect l="T15" t="T16" r="T17" b="T18"/>
              <a:pathLst>
                <a:path w="85" h="233">
                  <a:moveTo>
                    <a:pt x="0" y="134"/>
                  </a:moveTo>
                  <a:lnTo>
                    <a:pt x="14" y="233"/>
                  </a:lnTo>
                  <a:lnTo>
                    <a:pt x="85" y="122"/>
                  </a:lnTo>
                  <a:lnTo>
                    <a:pt x="82" y="0"/>
                  </a:lnTo>
                  <a:lnTo>
                    <a:pt x="0" y="1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7" name="Freeform 347"/>
            <p:cNvSpPr>
              <a:spLocks/>
            </p:cNvSpPr>
            <p:nvPr/>
          </p:nvSpPr>
          <p:spPr bwMode="auto">
            <a:xfrm>
              <a:off x="2779" y="1580"/>
              <a:ext cx="12" cy="39"/>
            </a:xfrm>
            <a:custGeom>
              <a:avLst/>
              <a:gdLst>
                <a:gd name="T0" fmla="*/ 0 w 103"/>
                <a:gd name="T1" fmla="*/ 0 h 311"/>
                <a:gd name="T2" fmla="*/ 0 w 103"/>
                <a:gd name="T3" fmla="*/ 0 h 311"/>
                <a:gd name="T4" fmla="*/ 0 w 103"/>
                <a:gd name="T5" fmla="*/ 0 h 311"/>
                <a:gd name="T6" fmla="*/ 0 w 103"/>
                <a:gd name="T7" fmla="*/ 0 h 311"/>
                <a:gd name="T8" fmla="*/ 0 w 103"/>
                <a:gd name="T9" fmla="*/ 0 h 311"/>
                <a:gd name="T10" fmla="*/ 0 60000 65536"/>
                <a:gd name="T11" fmla="*/ 0 60000 65536"/>
                <a:gd name="T12" fmla="*/ 0 60000 65536"/>
                <a:gd name="T13" fmla="*/ 0 60000 65536"/>
                <a:gd name="T14" fmla="*/ 0 60000 65536"/>
                <a:gd name="T15" fmla="*/ 0 w 103"/>
                <a:gd name="T16" fmla="*/ 0 h 311"/>
                <a:gd name="T17" fmla="*/ 103 w 103"/>
                <a:gd name="T18" fmla="*/ 311 h 311"/>
              </a:gdLst>
              <a:ahLst/>
              <a:cxnLst>
                <a:cxn ang="T10">
                  <a:pos x="T0" y="T1"/>
                </a:cxn>
                <a:cxn ang="T11">
                  <a:pos x="T2" y="T3"/>
                </a:cxn>
                <a:cxn ang="T12">
                  <a:pos x="T4" y="T5"/>
                </a:cxn>
                <a:cxn ang="T13">
                  <a:pos x="T6" y="T7"/>
                </a:cxn>
                <a:cxn ang="T14">
                  <a:pos x="T8" y="T9"/>
                </a:cxn>
              </a:cxnLst>
              <a:rect l="T15" t="T16" r="T17" b="T18"/>
              <a:pathLst>
                <a:path w="103" h="311">
                  <a:moveTo>
                    <a:pt x="103" y="180"/>
                  </a:moveTo>
                  <a:lnTo>
                    <a:pt x="33" y="0"/>
                  </a:lnTo>
                  <a:lnTo>
                    <a:pt x="0" y="57"/>
                  </a:lnTo>
                  <a:lnTo>
                    <a:pt x="52" y="311"/>
                  </a:lnTo>
                  <a:lnTo>
                    <a:pt x="103" y="1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8" name="Freeform 348"/>
            <p:cNvSpPr>
              <a:spLocks/>
            </p:cNvSpPr>
            <p:nvPr/>
          </p:nvSpPr>
          <p:spPr bwMode="auto">
            <a:xfrm>
              <a:off x="2977" y="1660"/>
              <a:ext cx="29" cy="18"/>
            </a:xfrm>
            <a:custGeom>
              <a:avLst/>
              <a:gdLst>
                <a:gd name="T0" fmla="*/ 0 w 231"/>
                <a:gd name="T1" fmla="*/ 0 h 149"/>
                <a:gd name="T2" fmla="*/ 0 w 231"/>
                <a:gd name="T3" fmla="*/ 0 h 149"/>
                <a:gd name="T4" fmla="*/ 0 w 231"/>
                <a:gd name="T5" fmla="*/ 0 h 149"/>
                <a:gd name="T6" fmla="*/ 0 w 231"/>
                <a:gd name="T7" fmla="*/ 0 h 149"/>
                <a:gd name="T8" fmla="*/ 0 w 231"/>
                <a:gd name="T9" fmla="*/ 0 h 149"/>
                <a:gd name="T10" fmla="*/ 0 60000 65536"/>
                <a:gd name="T11" fmla="*/ 0 60000 65536"/>
                <a:gd name="T12" fmla="*/ 0 60000 65536"/>
                <a:gd name="T13" fmla="*/ 0 60000 65536"/>
                <a:gd name="T14" fmla="*/ 0 60000 65536"/>
                <a:gd name="T15" fmla="*/ 0 w 231"/>
                <a:gd name="T16" fmla="*/ 0 h 149"/>
                <a:gd name="T17" fmla="*/ 231 w 231"/>
                <a:gd name="T18" fmla="*/ 149 h 149"/>
              </a:gdLst>
              <a:ahLst/>
              <a:cxnLst>
                <a:cxn ang="T10">
                  <a:pos x="T0" y="T1"/>
                </a:cxn>
                <a:cxn ang="T11">
                  <a:pos x="T2" y="T3"/>
                </a:cxn>
                <a:cxn ang="T12">
                  <a:pos x="T4" y="T5"/>
                </a:cxn>
                <a:cxn ang="T13">
                  <a:pos x="T6" y="T7"/>
                </a:cxn>
                <a:cxn ang="T14">
                  <a:pos x="T8" y="T9"/>
                </a:cxn>
              </a:cxnLst>
              <a:rect l="T15" t="T16" r="T17" b="T18"/>
              <a:pathLst>
                <a:path w="231" h="149">
                  <a:moveTo>
                    <a:pt x="51" y="51"/>
                  </a:moveTo>
                  <a:lnTo>
                    <a:pt x="231" y="0"/>
                  </a:lnTo>
                  <a:lnTo>
                    <a:pt x="222" y="35"/>
                  </a:lnTo>
                  <a:lnTo>
                    <a:pt x="0" y="149"/>
                  </a:lnTo>
                  <a:lnTo>
                    <a:pt x="51" y="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49" name="Freeform 349"/>
            <p:cNvSpPr>
              <a:spLocks/>
            </p:cNvSpPr>
            <p:nvPr/>
          </p:nvSpPr>
          <p:spPr bwMode="auto">
            <a:xfrm>
              <a:off x="2893" y="1709"/>
              <a:ext cx="20" cy="49"/>
            </a:xfrm>
            <a:custGeom>
              <a:avLst/>
              <a:gdLst>
                <a:gd name="T0" fmla="*/ 0 w 161"/>
                <a:gd name="T1" fmla="*/ 0 h 392"/>
                <a:gd name="T2" fmla="*/ 0 w 161"/>
                <a:gd name="T3" fmla="*/ 0 h 392"/>
                <a:gd name="T4" fmla="*/ 0 w 161"/>
                <a:gd name="T5" fmla="*/ 0 h 392"/>
                <a:gd name="T6" fmla="*/ 0 w 161"/>
                <a:gd name="T7" fmla="*/ 0 h 392"/>
                <a:gd name="T8" fmla="*/ 0 w 161"/>
                <a:gd name="T9" fmla="*/ 0 h 392"/>
                <a:gd name="T10" fmla="*/ 0 w 161"/>
                <a:gd name="T11" fmla="*/ 0 h 392"/>
                <a:gd name="T12" fmla="*/ 0 60000 65536"/>
                <a:gd name="T13" fmla="*/ 0 60000 65536"/>
                <a:gd name="T14" fmla="*/ 0 60000 65536"/>
                <a:gd name="T15" fmla="*/ 0 60000 65536"/>
                <a:gd name="T16" fmla="*/ 0 60000 65536"/>
                <a:gd name="T17" fmla="*/ 0 60000 65536"/>
                <a:gd name="T18" fmla="*/ 0 w 161"/>
                <a:gd name="T19" fmla="*/ 0 h 392"/>
                <a:gd name="T20" fmla="*/ 161 w 161"/>
                <a:gd name="T21" fmla="*/ 392 h 392"/>
              </a:gdLst>
              <a:ahLst/>
              <a:cxnLst>
                <a:cxn ang="T12">
                  <a:pos x="T0" y="T1"/>
                </a:cxn>
                <a:cxn ang="T13">
                  <a:pos x="T2" y="T3"/>
                </a:cxn>
                <a:cxn ang="T14">
                  <a:pos x="T4" y="T5"/>
                </a:cxn>
                <a:cxn ang="T15">
                  <a:pos x="T6" y="T7"/>
                </a:cxn>
                <a:cxn ang="T16">
                  <a:pos x="T8" y="T9"/>
                </a:cxn>
                <a:cxn ang="T17">
                  <a:pos x="T10" y="T11"/>
                </a:cxn>
              </a:cxnLst>
              <a:rect l="T18" t="T19" r="T20" b="T21"/>
              <a:pathLst>
                <a:path w="161" h="392">
                  <a:moveTo>
                    <a:pt x="0" y="76"/>
                  </a:moveTo>
                  <a:lnTo>
                    <a:pt x="13" y="0"/>
                  </a:lnTo>
                  <a:lnTo>
                    <a:pt x="161" y="216"/>
                  </a:lnTo>
                  <a:lnTo>
                    <a:pt x="117" y="392"/>
                  </a:lnTo>
                  <a:lnTo>
                    <a:pt x="57" y="277"/>
                  </a:lnTo>
                  <a:lnTo>
                    <a:pt x="0"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50" name="Freeform 350"/>
            <p:cNvSpPr>
              <a:spLocks/>
            </p:cNvSpPr>
            <p:nvPr/>
          </p:nvSpPr>
          <p:spPr bwMode="auto">
            <a:xfrm>
              <a:off x="2790" y="1690"/>
              <a:ext cx="47" cy="32"/>
            </a:xfrm>
            <a:custGeom>
              <a:avLst/>
              <a:gdLst>
                <a:gd name="T0" fmla="*/ 0 w 376"/>
                <a:gd name="T1" fmla="*/ 0 h 258"/>
                <a:gd name="T2" fmla="*/ 0 w 376"/>
                <a:gd name="T3" fmla="*/ 0 h 258"/>
                <a:gd name="T4" fmla="*/ 0 w 376"/>
                <a:gd name="T5" fmla="*/ 0 h 258"/>
                <a:gd name="T6" fmla="*/ 0 w 376"/>
                <a:gd name="T7" fmla="*/ 0 h 258"/>
                <a:gd name="T8" fmla="*/ 0 w 376"/>
                <a:gd name="T9" fmla="*/ 0 h 258"/>
                <a:gd name="T10" fmla="*/ 0 w 376"/>
                <a:gd name="T11" fmla="*/ 0 h 258"/>
                <a:gd name="T12" fmla="*/ 0 60000 65536"/>
                <a:gd name="T13" fmla="*/ 0 60000 65536"/>
                <a:gd name="T14" fmla="*/ 0 60000 65536"/>
                <a:gd name="T15" fmla="*/ 0 60000 65536"/>
                <a:gd name="T16" fmla="*/ 0 60000 65536"/>
                <a:gd name="T17" fmla="*/ 0 60000 65536"/>
                <a:gd name="T18" fmla="*/ 0 w 376"/>
                <a:gd name="T19" fmla="*/ 0 h 258"/>
                <a:gd name="T20" fmla="*/ 376 w 376"/>
                <a:gd name="T21" fmla="*/ 258 h 258"/>
              </a:gdLst>
              <a:ahLst/>
              <a:cxnLst>
                <a:cxn ang="T12">
                  <a:pos x="T0" y="T1"/>
                </a:cxn>
                <a:cxn ang="T13">
                  <a:pos x="T2" y="T3"/>
                </a:cxn>
                <a:cxn ang="T14">
                  <a:pos x="T4" y="T5"/>
                </a:cxn>
                <a:cxn ang="T15">
                  <a:pos x="T6" y="T7"/>
                </a:cxn>
                <a:cxn ang="T16">
                  <a:pos x="T8" y="T9"/>
                </a:cxn>
                <a:cxn ang="T17">
                  <a:pos x="T10" y="T11"/>
                </a:cxn>
              </a:cxnLst>
              <a:rect l="T18" t="T19" r="T20" b="T21"/>
              <a:pathLst>
                <a:path w="376" h="258">
                  <a:moveTo>
                    <a:pt x="376" y="0"/>
                  </a:moveTo>
                  <a:lnTo>
                    <a:pt x="257" y="159"/>
                  </a:lnTo>
                  <a:lnTo>
                    <a:pt x="83" y="207"/>
                  </a:lnTo>
                  <a:lnTo>
                    <a:pt x="0" y="258"/>
                  </a:lnTo>
                  <a:lnTo>
                    <a:pt x="145" y="85"/>
                  </a:lnTo>
                  <a:lnTo>
                    <a:pt x="3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51" name="Freeform 351"/>
            <p:cNvSpPr>
              <a:spLocks/>
            </p:cNvSpPr>
            <p:nvPr/>
          </p:nvSpPr>
          <p:spPr bwMode="auto">
            <a:xfrm>
              <a:off x="2455" y="1709"/>
              <a:ext cx="290" cy="199"/>
            </a:xfrm>
            <a:custGeom>
              <a:avLst/>
              <a:gdLst>
                <a:gd name="T0" fmla="*/ 0 w 2322"/>
                <a:gd name="T1" fmla="*/ 0 h 1591"/>
                <a:gd name="T2" fmla="*/ 0 w 2322"/>
                <a:gd name="T3" fmla="*/ 0 h 1591"/>
                <a:gd name="T4" fmla="*/ 0 w 2322"/>
                <a:gd name="T5" fmla="*/ 0 h 1591"/>
                <a:gd name="T6" fmla="*/ 0 w 2322"/>
                <a:gd name="T7" fmla="*/ 0 h 1591"/>
                <a:gd name="T8" fmla="*/ 0 w 2322"/>
                <a:gd name="T9" fmla="*/ 0 h 1591"/>
                <a:gd name="T10" fmla="*/ 0 w 2322"/>
                <a:gd name="T11" fmla="*/ 0 h 1591"/>
                <a:gd name="T12" fmla="*/ 0 w 2322"/>
                <a:gd name="T13" fmla="*/ 0 h 1591"/>
                <a:gd name="T14" fmla="*/ 0 w 2322"/>
                <a:gd name="T15" fmla="*/ 0 h 1591"/>
                <a:gd name="T16" fmla="*/ 0 w 2322"/>
                <a:gd name="T17" fmla="*/ 0 h 1591"/>
                <a:gd name="T18" fmla="*/ 0 w 2322"/>
                <a:gd name="T19" fmla="*/ 0 h 1591"/>
                <a:gd name="T20" fmla="*/ 0 w 2322"/>
                <a:gd name="T21" fmla="*/ 0 h 1591"/>
                <a:gd name="T22" fmla="*/ 0 w 2322"/>
                <a:gd name="T23" fmla="*/ 0 h 1591"/>
                <a:gd name="T24" fmla="*/ 0 w 2322"/>
                <a:gd name="T25" fmla="*/ 0 h 1591"/>
                <a:gd name="T26" fmla="*/ 0 w 2322"/>
                <a:gd name="T27" fmla="*/ 0 h 1591"/>
                <a:gd name="T28" fmla="*/ 0 w 2322"/>
                <a:gd name="T29" fmla="*/ 0 h 1591"/>
                <a:gd name="T30" fmla="*/ 0 w 2322"/>
                <a:gd name="T31" fmla="*/ 0 h 1591"/>
                <a:gd name="T32" fmla="*/ 0 w 2322"/>
                <a:gd name="T33" fmla="*/ 0 h 1591"/>
                <a:gd name="T34" fmla="*/ 0 w 2322"/>
                <a:gd name="T35" fmla="*/ 0 h 1591"/>
                <a:gd name="T36" fmla="*/ 0 w 2322"/>
                <a:gd name="T37" fmla="*/ 0 h 1591"/>
                <a:gd name="T38" fmla="*/ 0 w 2322"/>
                <a:gd name="T39" fmla="*/ 0 h 1591"/>
                <a:gd name="T40" fmla="*/ 0 w 2322"/>
                <a:gd name="T41" fmla="*/ 0 h 1591"/>
                <a:gd name="T42" fmla="*/ 0 w 2322"/>
                <a:gd name="T43" fmla="*/ 0 h 1591"/>
                <a:gd name="T44" fmla="*/ 0 w 2322"/>
                <a:gd name="T45" fmla="*/ 0 h 1591"/>
                <a:gd name="T46" fmla="*/ 0 w 2322"/>
                <a:gd name="T47" fmla="*/ 0 h 1591"/>
                <a:gd name="T48" fmla="*/ 0 w 2322"/>
                <a:gd name="T49" fmla="*/ 0 h 1591"/>
                <a:gd name="T50" fmla="*/ 0 w 2322"/>
                <a:gd name="T51" fmla="*/ 0 h 1591"/>
                <a:gd name="T52" fmla="*/ 0 w 2322"/>
                <a:gd name="T53" fmla="*/ 0 h 1591"/>
                <a:gd name="T54" fmla="*/ 0 w 2322"/>
                <a:gd name="T55" fmla="*/ 0 h 1591"/>
                <a:gd name="T56" fmla="*/ 0 w 2322"/>
                <a:gd name="T57" fmla="*/ 0 h 1591"/>
                <a:gd name="T58" fmla="*/ 0 w 2322"/>
                <a:gd name="T59" fmla="*/ 0 h 1591"/>
                <a:gd name="T60" fmla="*/ 0 w 2322"/>
                <a:gd name="T61" fmla="*/ 0 h 1591"/>
                <a:gd name="T62" fmla="*/ 0 w 2322"/>
                <a:gd name="T63" fmla="*/ 0 h 1591"/>
                <a:gd name="T64" fmla="*/ 0 w 2322"/>
                <a:gd name="T65" fmla="*/ 0 h 15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22"/>
                <a:gd name="T100" fmla="*/ 0 h 1591"/>
                <a:gd name="T101" fmla="*/ 2322 w 2322"/>
                <a:gd name="T102" fmla="*/ 1591 h 15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22" h="1591">
                  <a:moveTo>
                    <a:pt x="337" y="1464"/>
                  </a:moveTo>
                  <a:lnTo>
                    <a:pt x="92" y="1187"/>
                  </a:lnTo>
                  <a:lnTo>
                    <a:pt x="16" y="929"/>
                  </a:lnTo>
                  <a:lnTo>
                    <a:pt x="0" y="784"/>
                  </a:lnTo>
                  <a:lnTo>
                    <a:pt x="142" y="613"/>
                  </a:lnTo>
                  <a:lnTo>
                    <a:pt x="491" y="447"/>
                  </a:lnTo>
                  <a:lnTo>
                    <a:pt x="1063" y="251"/>
                  </a:lnTo>
                  <a:lnTo>
                    <a:pt x="1584" y="157"/>
                  </a:lnTo>
                  <a:lnTo>
                    <a:pt x="2021" y="117"/>
                  </a:lnTo>
                  <a:lnTo>
                    <a:pt x="2322" y="0"/>
                  </a:lnTo>
                  <a:lnTo>
                    <a:pt x="2166" y="117"/>
                  </a:lnTo>
                  <a:lnTo>
                    <a:pt x="2036" y="297"/>
                  </a:lnTo>
                  <a:lnTo>
                    <a:pt x="1975" y="583"/>
                  </a:lnTo>
                  <a:lnTo>
                    <a:pt x="1959" y="807"/>
                  </a:lnTo>
                  <a:lnTo>
                    <a:pt x="1959" y="1099"/>
                  </a:lnTo>
                  <a:lnTo>
                    <a:pt x="1944" y="1307"/>
                  </a:lnTo>
                  <a:lnTo>
                    <a:pt x="1849" y="1591"/>
                  </a:lnTo>
                  <a:lnTo>
                    <a:pt x="1819" y="1561"/>
                  </a:lnTo>
                  <a:lnTo>
                    <a:pt x="1898" y="1337"/>
                  </a:lnTo>
                  <a:lnTo>
                    <a:pt x="1929" y="1136"/>
                  </a:lnTo>
                  <a:lnTo>
                    <a:pt x="1929" y="807"/>
                  </a:lnTo>
                  <a:lnTo>
                    <a:pt x="1944" y="508"/>
                  </a:lnTo>
                  <a:lnTo>
                    <a:pt x="1863" y="383"/>
                  </a:lnTo>
                  <a:lnTo>
                    <a:pt x="1692" y="297"/>
                  </a:lnTo>
                  <a:lnTo>
                    <a:pt x="1439" y="251"/>
                  </a:lnTo>
                  <a:lnTo>
                    <a:pt x="1263" y="238"/>
                  </a:lnTo>
                  <a:lnTo>
                    <a:pt x="1074" y="266"/>
                  </a:lnTo>
                  <a:lnTo>
                    <a:pt x="474" y="457"/>
                  </a:lnTo>
                  <a:lnTo>
                    <a:pt x="127" y="688"/>
                  </a:lnTo>
                  <a:lnTo>
                    <a:pt x="81" y="869"/>
                  </a:lnTo>
                  <a:lnTo>
                    <a:pt x="81" y="1040"/>
                  </a:lnTo>
                  <a:lnTo>
                    <a:pt x="142" y="1211"/>
                  </a:lnTo>
                  <a:lnTo>
                    <a:pt x="337" y="14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52" name="Freeform 352"/>
            <p:cNvSpPr>
              <a:spLocks/>
            </p:cNvSpPr>
            <p:nvPr/>
          </p:nvSpPr>
          <p:spPr bwMode="auto">
            <a:xfrm>
              <a:off x="2439" y="1838"/>
              <a:ext cx="352" cy="516"/>
            </a:xfrm>
            <a:custGeom>
              <a:avLst/>
              <a:gdLst>
                <a:gd name="T0" fmla="*/ 0 w 2817"/>
                <a:gd name="T1" fmla="*/ 0 h 4129"/>
                <a:gd name="T2" fmla="*/ 0 w 2817"/>
                <a:gd name="T3" fmla="*/ 0 h 4129"/>
                <a:gd name="T4" fmla="*/ 0 w 2817"/>
                <a:gd name="T5" fmla="*/ 0 h 4129"/>
                <a:gd name="T6" fmla="*/ 0 w 2817"/>
                <a:gd name="T7" fmla="*/ 0 h 4129"/>
                <a:gd name="T8" fmla="*/ 0 w 2817"/>
                <a:gd name="T9" fmla="*/ 0 h 4129"/>
                <a:gd name="T10" fmla="*/ 0 w 2817"/>
                <a:gd name="T11" fmla="*/ 0 h 4129"/>
                <a:gd name="T12" fmla="*/ 0 w 2817"/>
                <a:gd name="T13" fmla="*/ 0 h 4129"/>
                <a:gd name="T14" fmla="*/ 0 w 2817"/>
                <a:gd name="T15" fmla="*/ 0 h 4129"/>
                <a:gd name="T16" fmla="*/ 0 w 2817"/>
                <a:gd name="T17" fmla="*/ 0 h 4129"/>
                <a:gd name="T18" fmla="*/ 0 w 2817"/>
                <a:gd name="T19" fmla="*/ 0 h 4129"/>
                <a:gd name="T20" fmla="*/ 0 w 2817"/>
                <a:gd name="T21" fmla="*/ 0 h 4129"/>
                <a:gd name="T22" fmla="*/ 0 w 2817"/>
                <a:gd name="T23" fmla="*/ 0 h 4129"/>
                <a:gd name="T24" fmla="*/ 0 w 2817"/>
                <a:gd name="T25" fmla="*/ 0 h 4129"/>
                <a:gd name="T26" fmla="*/ 0 w 2817"/>
                <a:gd name="T27" fmla="*/ 0 h 4129"/>
                <a:gd name="T28" fmla="*/ 0 w 2817"/>
                <a:gd name="T29" fmla="*/ 0 h 4129"/>
                <a:gd name="T30" fmla="*/ 0 w 2817"/>
                <a:gd name="T31" fmla="*/ 0 h 4129"/>
                <a:gd name="T32" fmla="*/ 0 w 2817"/>
                <a:gd name="T33" fmla="*/ 0 h 4129"/>
                <a:gd name="T34" fmla="*/ 0 w 2817"/>
                <a:gd name="T35" fmla="*/ 0 h 4129"/>
                <a:gd name="T36" fmla="*/ 0 w 2817"/>
                <a:gd name="T37" fmla="*/ 0 h 4129"/>
                <a:gd name="T38" fmla="*/ 0 w 2817"/>
                <a:gd name="T39" fmla="*/ 0 h 4129"/>
                <a:gd name="T40" fmla="*/ 0 w 2817"/>
                <a:gd name="T41" fmla="*/ 0 h 4129"/>
                <a:gd name="T42" fmla="*/ 0 w 2817"/>
                <a:gd name="T43" fmla="*/ 0 h 4129"/>
                <a:gd name="T44" fmla="*/ 0 w 2817"/>
                <a:gd name="T45" fmla="*/ 0 h 4129"/>
                <a:gd name="T46" fmla="*/ 0 w 2817"/>
                <a:gd name="T47" fmla="*/ 0 h 4129"/>
                <a:gd name="T48" fmla="*/ 0 w 2817"/>
                <a:gd name="T49" fmla="*/ 0 h 4129"/>
                <a:gd name="T50" fmla="*/ 0 w 2817"/>
                <a:gd name="T51" fmla="*/ 0 h 4129"/>
                <a:gd name="T52" fmla="*/ 0 w 2817"/>
                <a:gd name="T53" fmla="*/ 0 h 4129"/>
                <a:gd name="T54" fmla="*/ 0 w 2817"/>
                <a:gd name="T55" fmla="*/ 0 h 4129"/>
                <a:gd name="T56" fmla="*/ 0 w 2817"/>
                <a:gd name="T57" fmla="*/ 0 h 4129"/>
                <a:gd name="T58" fmla="*/ 0 w 2817"/>
                <a:gd name="T59" fmla="*/ 0 h 4129"/>
                <a:gd name="T60" fmla="*/ 0 w 2817"/>
                <a:gd name="T61" fmla="*/ 0 h 4129"/>
                <a:gd name="T62" fmla="*/ 0 w 2817"/>
                <a:gd name="T63" fmla="*/ 0 h 4129"/>
                <a:gd name="T64" fmla="*/ 0 w 2817"/>
                <a:gd name="T65" fmla="*/ 0 h 4129"/>
                <a:gd name="T66" fmla="*/ 0 w 2817"/>
                <a:gd name="T67" fmla="*/ 0 h 4129"/>
                <a:gd name="T68" fmla="*/ 0 w 2817"/>
                <a:gd name="T69" fmla="*/ 0 h 4129"/>
                <a:gd name="T70" fmla="*/ 0 w 2817"/>
                <a:gd name="T71" fmla="*/ 0 h 4129"/>
                <a:gd name="T72" fmla="*/ 0 w 2817"/>
                <a:gd name="T73" fmla="*/ 0 h 4129"/>
                <a:gd name="T74" fmla="*/ 0 w 2817"/>
                <a:gd name="T75" fmla="*/ 0 h 4129"/>
                <a:gd name="T76" fmla="*/ 0 w 2817"/>
                <a:gd name="T77" fmla="*/ 0 h 4129"/>
                <a:gd name="T78" fmla="*/ 0 w 2817"/>
                <a:gd name="T79" fmla="*/ 0 h 4129"/>
                <a:gd name="T80" fmla="*/ 0 w 2817"/>
                <a:gd name="T81" fmla="*/ 0 h 4129"/>
                <a:gd name="T82" fmla="*/ 0 w 2817"/>
                <a:gd name="T83" fmla="*/ 0 h 4129"/>
                <a:gd name="T84" fmla="*/ 0 w 2817"/>
                <a:gd name="T85" fmla="*/ 0 h 4129"/>
                <a:gd name="T86" fmla="*/ 0 w 2817"/>
                <a:gd name="T87" fmla="*/ 0 h 4129"/>
                <a:gd name="T88" fmla="*/ 0 w 2817"/>
                <a:gd name="T89" fmla="*/ 0 h 4129"/>
                <a:gd name="T90" fmla="*/ 0 w 2817"/>
                <a:gd name="T91" fmla="*/ 0 h 4129"/>
                <a:gd name="T92" fmla="*/ 0 w 2817"/>
                <a:gd name="T93" fmla="*/ 0 h 4129"/>
                <a:gd name="T94" fmla="*/ 0 w 2817"/>
                <a:gd name="T95" fmla="*/ 0 h 4129"/>
                <a:gd name="T96" fmla="*/ 0 w 2817"/>
                <a:gd name="T97" fmla="*/ 0 h 4129"/>
                <a:gd name="T98" fmla="*/ 0 w 2817"/>
                <a:gd name="T99" fmla="*/ 0 h 4129"/>
                <a:gd name="T100" fmla="*/ 0 w 2817"/>
                <a:gd name="T101" fmla="*/ 0 h 4129"/>
                <a:gd name="T102" fmla="*/ 0 w 2817"/>
                <a:gd name="T103" fmla="*/ 0 h 4129"/>
                <a:gd name="T104" fmla="*/ 0 w 2817"/>
                <a:gd name="T105" fmla="*/ 0 h 4129"/>
                <a:gd name="T106" fmla="*/ 0 w 2817"/>
                <a:gd name="T107" fmla="*/ 0 h 412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817"/>
                <a:gd name="T163" fmla="*/ 0 h 4129"/>
                <a:gd name="T164" fmla="*/ 2817 w 2817"/>
                <a:gd name="T165" fmla="*/ 4129 h 4129"/>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817" h="4129">
                  <a:moveTo>
                    <a:pt x="61" y="0"/>
                  </a:moveTo>
                  <a:lnTo>
                    <a:pt x="79" y="122"/>
                  </a:lnTo>
                  <a:lnTo>
                    <a:pt x="156" y="299"/>
                  </a:lnTo>
                  <a:lnTo>
                    <a:pt x="285" y="470"/>
                  </a:lnTo>
                  <a:lnTo>
                    <a:pt x="470" y="662"/>
                  </a:lnTo>
                  <a:lnTo>
                    <a:pt x="802" y="910"/>
                  </a:lnTo>
                  <a:lnTo>
                    <a:pt x="1350" y="1369"/>
                  </a:lnTo>
                  <a:lnTo>
                    <a:pt x="1138" y="829"/>
                  </a:lnTo>
                  <a:lnTo>
                    <a:pt x="1454" y="1305"/>
                  </a:lnTo>
                  <a:lnTo>
                    <a:pt x="1677" y="1664"/>
                  </a:lnTo>
                  <a:lnTo>
                    <a:pt x="1868" y="1950"/>
                  </a:lnTo>
                  <a:lnTo>
                    <a:pt x="2037" y="2215"/>
                  </a:lnTo>
                  <a:lnTo>
                    <a:pt x="2180" y="2361"/>
                  </a:lnTo>
                  <a:lnTo>
                    <a:pt x="2475" y="2672"/>
                  </a:lnTo>
                  <a:lnTo>
                    <a:pt x="2242" y="2056"/>
                  </a:lnTo>
                  <a:lnTo>
                    <a:pt x="2009" y="1492"/>
                  </a:lnTo>
                  <a:lnTo>
                    <a:pt x="1772" y="959"/>
                  </a:lnTo>
                  <a:lnTo>
                    <a:pt x="1624" y="583"/>
                  </a:lnTo>
                  <a:lnTo>
                    <a:pt x="1595" y="470"/>
                  </a:lnTo>
                  <a:lnTo>
                    <a:pt x="1646" y="427"/>
                  </a:lnTo>
                  <a:lnTo>
                    <a:pt x="1989" y="535"/>
                  </a:lnTo>
                  <a:lnTo>
                    <a:pt x="2307" y="726"/>
                  </a:lnTo>
                  <a:lnTo>
                    <a:pt x="2463" y="851"/>
                  </a:lnTo>
                  <a:lnTo>
                    <a:pt x="2162" y="669"/>
                  </a:lnTo>
                  <a:lnTo>
                    <a:pt x="1835" y="548"/>
                  </a:lnTo>
                  <a:lnTo>
                    <a:pt x="1657" y="486"/>
                  </a:lnTo>
                  <a:lnTo>
                    <a:pt x="2009" y="1291"/>
                  </a:lnTo>
                  <a:lnTo>
                    <a:pt x="2364" y="2150"/>
                  </a:lnTo>
                  <a:lnTo>
                    <a:pt x="2635" y="2879"/>
                  </a:lnTo>
                  <a:lnTo>
                    <a:pt x="2817" y="3350"/>
                  </a:lnTo>
                  <a:lnTo>
                    <a:pt x="2560" y="3350"/>
                  </a:lnTo>
                  <a:lnTo>
                    <a:pt x="2261" y="3534"/>
                  </a:lnTo>
                  <a:lnTo>
                    <a:pt x="2055" y="3758"/>
                  </a:lnTo>
                  <a:lnTo>
                    <a:pt x="1989" y="3930"/>
                  </a:lnTo>
                  <a:lnTo>
                    <a:pt x="1945" y="4129"/>
                  </a:lnTo>
                  <a:lnTo>
                    <a:pt x="1945" y="3899"/>
                  </a:lnTo>
                  <a:lnTo>
                    <a:pt x="2009" y="3695"/>
                  </a:lnTo>
                  <a:lnTo>
                    <a:pt x="2147" y="3559"/>
                  </a:lnTo>
                  <a:lnTo>
                    <a:pt x="2429" y="3332"/>
                  </a:lnTo>
                  <a:lnTo>
                    <a:pt x="2136" y="3255"/>
                  </a:lnTo>
                  <a:lnTo>
                    <a:pt x="2085" y="3317"/>
                  </a:lnTo>
                  <a:lnTo>
                    <a:pt x="2009" y="3271"/>
                  </a:lnTo>
                  <a:lnTo>
                    <a:pt x="1989" y="3064"/>
                  </a:lnTo>
                  <a:lnTo>
                    <a:pt x="1835" y="3015"/>
                  </a:lnTo>
                  <a:lnTo>
                    <a:pt x="1200" y="3368"/>
                  </a:lnTo>
                  <a:lnTo>
                    <a:pt x="1138" y="3633"/>
                  </a:lnTo>
                  <a:lnTo>
                    <a:pt x="1565" y="3396"/>
                  </a:lnTo>
                  <a:lnTo>
                    <a:pt x="1090" y="3695"/>
                  </a:lnTo>
                  <a:lnTo>
                    <a:pt x="912" y="3899"/>
                  </a:lnTo>
                  <a:lnTo>
                    <a:pt x="1009" y="3984"/>
                  </a:lnTo>
                  <a:lnTo>
                    <a:pt x="1406" y="3608"/>
                  </a:lnTo>
                  <a:lnTo>
                    <a:pt x="1360" y="3804"/>
                  </a:lnTo>
                  <a:lnTo>
                    <a:pt x="1565" y="4071"/>
                  </a:lnTo>
                  <a:lnTo>
                    <a:pt x="936" y="4044"/>
                  </a:lnTo>
                  <a:lnTo>
                    <a:pt x="741" y="3949"/>
                  </a:lnTo>
                  <a:lnTo>
                    <a:pt x="600" y="3984"/>
                  </a:lnTo>
                  <a:lnTo>
                    <a:pt x="218" y="3758"/>
                  </a:lnTo>
                  <a:lnTo>
                    <a:pt x="33" y="3462"/>
                  </a:lnTo>
                  <a:lnTo>
                    <a:pt x="0" y="3130"/>
                  </a:lnTo>
                  <a:lnTo>
                    <a:pt x="79" y="3176"/>
                  </a:lnTo>
                  <a:lnTo>
                    <a:pt x="268" y="2965"/>
                  </a:lnTo>
                  <a:lnTo>
                    <a:pt x="448" y="2923"/>
                  </a:lnTo>
                  <a:lnTo>
                    <a:pt x="378" y="3086"/>
                  </a:lnTo>
                  <a:lnTo>
                    <a:pt x="378" y="3281"/>
                  </a:lnTo>
                  <a:lnTo>
                    <a:pt x="901" y="3050"/>
                  </a:lnTo>
                  <a:lnTo>
                    <a:pt x="1026" y="3064"/>
                  </a:lnTo>
                  <a:lnTo>
                    <a:pt x="681" y="3306"/>
                  </a:lnTo>
                  <a:lnTo>
                    <a:pt x="681" y="3462"/>
                  </a:lnTo>
                  <a:lnTo>
                    <a:pt x="1189" y="3189"/>
                  </a:lnTo>
                  <a:lnTo>
                    <a:pt x="1360" y="3189"/>
                  </a:lnTo>
                  <a:lnTo>
                    <a:pt x="1578" y="3064"/>
                  </a:lnTo>
                  <a:lnTo>
                    <a:pt x="1486" y="2907"/>
                  </a:lnTo>
                  <a:lnTo>
                    <a:pt x="1263" y="2767"/>
                  </a:lnTo>
                  <a:lnTo>
                    <a:pt x="1026" y="2688"/>
                  </a:lnTo>
                  <a:lnTo>
                    <a:pt x="802" y="2672"/>
                  </a:lnTo>
                  <a:lnTo>
                    <a:pt x="912" y="2612"/>
                  </a:lnTo>
                  <a:lnTo>
                    <a:pt x="741" y="2563"/>
                  </a:lnTo>
                  <a:lnTo>
                    <a:pt x="518" y="2612"/>
                  </a:lnTo>
                  <a:lnTo>
                    <a:pt x="331" y="2688"/>
                  </a:lnTo>
                  <a:lnTo>
                    <a:pt x="79" y="2855"/>
                  </a:lnTo>
                  <a:lnTo>
                    <a:pt x="393" y="2626"/>
                  </a:lnTo>
                  <a:lnTo>
                    <a:pt x="710" y="2517"/>
                  </a:lnTo>
                  <a:lnTo>
                    <a:pt x="947" y="2481"/>
                  </a:lnTo>
                  <a:lnTo>
                    <a:pt x="1122" y="2481"/>
                  </a:lnTo>
                  <a:lnTo>
                    <a:pt x="1360" y="2330"/>
                  </a:lnTo>
                  <a:lnTo>
                    <a:pt x="1350" y="2215"/>
                  </a:lnTo>
                  <a:lnTo>
                    <a:pt x="539" y="2422"/>
                  </a:lnTo>
                  <a:lnTo>
                    <a:pt x="993" y="2169"/>
                  </a:lnTo>
                  <a:lnTo>
                    <a:pt x="1215" y="2169"/>
                  </a:lnTo>
                  <a:lnTo>
                    <a:pt x="1251" y="2119"/>
                  </a:lnTo>
                  <a:lnTo>
                    <a:pt x="1286" y="1980"/>
                  </a:lnTo>
                  <a:lnTo>
                    <a:pt x="1251" y="1747"/>
                  </a:lnTo>
                  <a:lnTo>
                    <a:pt x="1138" y="1556"/>
                  </a:lnTo>
                  <a:lnTo>
                    <a:pt x="963" y="1337"/>
                  </a:lnTo>
                  <a:lnTo>
                    <a:pt x="730" y="1088"/>
                  </a:lnTo>
                  <a:lnTo>
                    <a:pt x="507" y="882"/>
                  </a:lnTo>
                  <a:lnTo>
                    <a:pt x="378" y="741"/>
                  </a:lnTo>
                  <a:lnTo>
                    <a:pt x="378" y="882"/>
                  </a:lnTo>
                  <a:lnTo>
                    <a:pt x="463" y="1042"/>
                  </a:lnTo>
                  <a:lnTo>
                    <a:pt x="741" y="1358"/>
                  </a:lnTo>
                  <a:lnTo>
                    <a:pt x="463" y="1165"/>
                  </a:lnTo>
                  <a:lnTo>
                    <a:pt x="207" y="1042"/>
                  </a:lnTo>
                  <a:lnTo>
                    <a:pt x="156" y="1007"/>
                  </a:lnTo>
                  <a:lnTo>
                    <a:pt x="79" y="1270"/>
                  </a:lnTo>
                  <a:lnTo>
                    <a:pt x="94" y="814"/>
                  </a:lnTo>
                  <a:lnTo>
                    <a:pt x="110" y="438"/>
                  </a:lnTo>
                  <a:lnTo>
                    <a:pt x="50" y="122"/>
                  </a:lnTo>
                  <a:lnTo>
                    <a:pt x="6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53" name="Freeform 353"/>
            <p:cNvSpPr>
              <a:spLocks/>
            </p:cNvSpPr>
            <p:nvPr/>
          </p:nvSpPr>
          <p:spPr bwMode="auto">
            <a:xfrm>
              <a:off x="2432" y="1999"/>
              <a:ext cx="111" cy="198"/>
            </a:xfrm>
            <a:custGeom>
              <a:avLst/>
              <a:gdLst>
                <a:gd name="T0" fmla="*/ 0 w 884"/>
                <a:gd name="T1" fmla="*/ 0 h 1588"/>
                <a:gd name="T2" fmla="*/ 0 w 884"/>
                <a:gd name="T3" fmla="*/ 0 h 1588"/>
                <a:gd name="T4" fmla="*/ 0 w 884"/>
                <a:gd name="T5" fmla="*/ 0 h 1588"/>
                <a:gd name="T6" fmla="*/ 0 w 884"/>
                <a:gd name="T7" fmla="*/ 0 h 1588"/>
                <a:gd name="T8" fmla="*/ 0 w 884"/>
                <a:gd name="T9" fmla="*/ 0 h 1588"/>
                <a:gd name="T10" fmla="*/ 0 w 884"/>
                <a:gd name="T11" fmla="*/ 0 h 1588"/>
                <a:gd name="T12" fmla="*/ 0 w 884"/>
                <a:gd name="T13" fmla="*/ 0 h 1588"/>
                <a:gd name="T14" fmla="*/ 0 w 884"/>
                <a:gd name="T15" fmla="*/ 0 h 1588"/>
                <a:gd name="T16" fmla="*/ 0 w 884"/>
                <a:gd name="T17" fmla="*/ 0 h 1588"/>
                <a:gd name="T18" fmla="*/ 0 w 884"/>
                <a:gd name="T19" fmla="*/ 0 h 1588"/>
                <a:gd name="T20" fmla="*/ 0 w 884"/>
                <a:gd name="T21" fmla="*/ 0 h 1588"/>
                <a:gd name="T22" fmla="*/ 0 w 884"/>
                <a:gd name="T23" fmla="*/ 0 h 1588"/>
                <a:gd name="T24" fmla="*/ 0 w 884"/>
                <a:gd name="T25" fmla="*/ 0 h 1588"/>
                <a:gd name="T26" fmla="*/ 0 w 884"/>
                <a:gd name="T27" fmla="*/ 0 h 1588"/>
                <a:gd name="T28" fmla="*/ 0 w 884"/>
                <a:gd name="T29" fmla="*/ 0 h 1588"/>
                <a:gd name="T30" fmla="*/ 0 w 884"/>
                <a:gd name="T31" fmla="*/ 0 h 1588"/>
                <a:gd name="T32" fmla="*/ 0 w 884"/>
                <a:gd name="T33" fmla="*/ 0 h 1588"/>
                <a:gd name="T34" fmla="*/ 0 w 884"/>
                <a:gd name="T35" fmla="*/ 0 h 1588"/>
                <a:gd name="T36" fmla="*/ 0 w 884"/>
                <a:gd name="T37" fmla="*/ 0 h 1588"/>
                <a:gd name="T38" fmla="*/ 0 w 884"/>
                <a:gd name="T39" fmla="*/ 0 h 1588"/>
                <a:gd name="T40" fmla="*/ 0 w 884"/>
                <a:gd name="T41" fmla="*/ 0 h 1588"/>
                <a:gd name="T42" fmla="*/ 0 w 884"/>
                <a:gd name="T43" fmla="*/ 0 h 158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84"/>
                <a:gd name="T67" fmla="*/ 0 h 1588"/>
                <a:gd name="T68" fmla="*/ 884 w 884"/>
                <a:gd name="T69" fmla="*/ 1588 h 158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84" h="1588">
                  <a:moveTo>
                    <a:pt x="42" y="0"/>
                  </a:moveTo>
                  <a:lnTo>
                    <a:pt x="10" y="105"/>
                  </a:lnTo>
                  <a:lnTo>
                    <a:pt x="10" y="215"/>
                  </a:lnTo>
                  <a:lnTo>
                    <a:pt x="107" y="360"/>
                  </a:lnTo>
                  <a:lnTo>
                    <a:pt x="342" y="498"/>
                  </a:lnTo>
                  <a:lnTo>
                    <a:pt x="884" y="671"/>
                  </a:lnTo>
                  <a:lnTo>
                    <a:pt x="642" y="828"/>
                  </a:lnTo>
                  <a:lnTo>
                    <a:pt x="423" y="1019"/>
                  </a:lnTo>
                  <a:lnTo>
                    <a:pt x="167" y="1272"/>
                  </a:lnTo>
                  <a:lnTo>
                    <a:pt x="42" y="1588"/>
                  </a:lnTo>
                  <a:lnTo>
                    <a:pt x="136" y="1247"/>
                  </a:lnTo>
                  <a:lnTo>
                    <a:pt x="167" y="945"/>
                  </a:lnTo>
                  <a:lnTo>
                    <a:pt x="183" y="1190"/>
                  </a:lnTo>
                  <a:lnTo>
                    <a:pt x="423" y="909"/>
                  </a:lnTo>
                  <a:lnTo>
                    <a:pt x="520" y="814"/>
                  </a:lnTo>
                  <a:lnTo>
                    <a:pt x="199" y="659"/>
                  </a:lnTo>
                  <a:lnTo>
                    <a:pt x="167" y="828"/>
                  </a:lnTo>
                  <a:lnTo>
                    <a:pt x="118" y="671"/>
                  </a:lnTo>
                  <a:lnTo>
                    <a:pt x="22" y="426"/>
                  </a:lnTo>
                  <a:lnTo>
                    <a:pt x="0" y="235"/>
                  </a:lnTo>
                  <a:lnTo>
                    <a:pt x="0" y="78"/>
                  </a:ln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54" name="Freeform 354"/>
            <p:cNvSpPr>
              <a:spLocks/>
            </p:cNvSpPr>
            <p:nvPr/>
          </p:nvSpPr>
          <p:spPr bwMode="auto">
            <a:xfrm>
              <a:off x="2451" y="2001"/>
              <a:ext cx="153" cy="98"/>
            </a:xfrm>
            <a:custGeom>
              <a:avLst/>
              <a:gdLst>
                <a:gd name="T0" fmla="*/ 0 w 1220"/>
                <a:gd name="T1" fmla="*/ 0 h 786"/>
                <a:gd name="T2" fmla="*/ 0 w 1220"/>
                <a:gd name="T3" fmla="*/ 0 h 786"/>
                <a:gd name="T4" fmla="*/ 0 w 1220"/>
                <a:gd name="T5" fmla="*/ 0 h 786"/>
                <a:gd name="T6" fmla="*/ 0 w 1220"/>
                <a:gd name="T7" fmla="*/ 0 h 786"/>
                <a:gd name="T8" fmla="*/ 0 w 1220"/>
                <a:gd name="T9" fmla="*/ 0 h 786"/>
                <a:gd name="T10" fmla="*/ 0 w 1220"/>
                <a:gd name="T11" fmla="*/ 0 h 786"/>
                <a:gd name="T12" fmla="*/ 0 w 1220"/>
                <a:gd name="T13" fmla="*/ 0 h 786"/>
                <a:gd name="T14" fmla="*/ 0 w 1220"/>
                <a:gd name="T15" fmla="*/ 0 h 786"/>
                <a:gd name="T16" fmla="*/ 0 w 1220"/>
                <a:gd name="T17" fmla="*/ 0 h 786"/>
                <a:gd name="T18" fmla="*/ 0 w 1220"/>
                <a:gd name="T19" fmla="*/ 0 h 786"/>
                <a:gd name="T20" fmla="*/ 0 w 1220"/>
                <a:gd name="T21" fmla="*/ 0 h 786"/>
                <a:gd name="T22" fmla="*/ 0 w 1220"/>
                <a:gd name="T23" fmla="*/ 0 h 786"/>
                <a:gd name="T24" fmla="*/ 0 w 1220"/>
                <a:gd name="T25" fmla="*/ 0 h 78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20"/>
                <a:gd name="T40" fmla="*/ 0 h 786"/>
                <a:gd name="T41" fmla="*/ 1220 w 1220"/>
                <a:gd name="T42" fmla="*/ 786 h 78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20" h="786">
                  <a:moveTo>
                    <a:pt x="62" y="18"/>
                  </a:moveTo>
                  <a:lnTo>
                    <a:pt x="223" y="0"/>
                  </a:lnTo>
                  <a:lnTo>
                    <a:pt x="491" y="91"/>
                  </a:lnTo>
                  <a:lnTo>
                    <a:pt x="733" y="251"/>
                  </a:lnTo>
                  <a:lnTo>
                    <a:pt x="1028" y="502"/>
                  </a:lnTo>
                  <a:lnTo>
                    <a:pt x="1220" y="739"/>
                  </a:lnTo>
                  <a:lnTo>
                    <a:pt x="1169" y="786"/>
                  </a:lnTo>
                  <a:lnTo>
                    <a:pt x="996" y="629"/>
                  </a:lnTo>
                  <a:lnTo>
                    <a:pt x="793" y="484"/>
                  </a:lnTo>
                  <a:lnTo>
                    <a:pt x="572" y="376"/>
                  </a:lnTo>
                  <a:lnTo>
                    <a:pt x="376" y="262"/>
                  </a:lnTo>
                  <a:lnTo>
                    <a:pt x="0" y="18"/>
                  </a:lnTo>
                  <a:lnTo>
                    <a:pt x="62"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55" name="Freeform 355"/>
            <p:cNvSpPr>
              <a:spLocks/>
            </p:cNvSpPr>
            <p:nvPr/>
          </p:nvSpPr>
          <p:spPr bwMode="auto">
            <a:xfrm>
              <a:off x="2735" y="1709"/>
              <a:ext cx="196" cy="555"/>
            </a:xfrm>
            <a:custGeom>
              <a:avLst/>
              <a:gdLst>
                <a:gd name="T0" fmla="*/ 0 w 1568"/>
                <a:gd name="T1" fmla="*/ 0 h 4437"/>
                <a:gd name="T2" fmla="*/ 0 w 1568"/>
                <a:gd name="T3" fmla="*/ 0 h 4437"/>
                <a:gd name="T4" fmla="*/ 0 w 1568"/>
                <a:gd name="T5" fmla="*/ 0 h 4437"/>
                <a:gd name="T6" fmla="*/ 0 w 1568"/>
                <a:gd name="T7" fmla="*/ 0 h 4437"/>
                <a:gd name="T8" fmla="*/ 0 w 1568"/>
                <a:gd name="T9" fmla="*/ 0 h 4437"/>
                <a:gd name="T10" fmla="*/ 0 w 1568"/>
                <a:gd name="T11" fmla="*/ 0 h 4437"/>
                <a:gd name="T12" fmla="*/ 0 w 1568"/>
                <a:gd name="T13" fmla="*/ 0 h 4437"/>
                <a:gd name="T14" fmla="*/ 0 w 1568"/>
                <a:gd name="T15" fmla="*/ 0 h 4437"/>
                <a:gd name="T16" fmla="*/ 0 w 1568"/>
                <a:gd name="T17" fmla="*/ 0 h 4437"/>
                <a:gd name="T18" fmla="*/ 0 w 1568"/>
                <a:gd name="T19" fmla="*/ 0 h 4437"/>
                <a:gd name="T20" fmla="*/ 0 w 1568"/>
                <a:gd name="T21" fmla="*/ 0 h 4437"/>
                <a:gd name="T22" fmla="*/ 0 w 1568"/>
                <a:gd name="T23" fmla="*/ 0 h 4437"/>
                <a:gd name="T24" fmla="*/ 0 w 1568"/>
                <a:gd name="T25" fmla="*/ 0 h 4437"/>
                <a:gd name="T26" fmla="*/ 0 w 1568"/>
                <a:gd name="T27" fmla="*/ 0 h 4437"/>
                <a:gd name="T28" fmla="*/ 0 w 1568"/>
                <a:gd name="T29" fmla="*/ 0 h 4437"/>
                <a:gd name="T30" fmla="*/ 0 w 1568"/>
                <a:gd name="T31" fmla="*/ 0 h 4437"/>
                <a:gd name="T32" fmla="*/ 0 w 1568"/>
                <a:gd name="T33" fmla="*/ 0 h 4437"/>
                <a:gd name="T34" fmla="*/ 0 w 1568"/>
                <a:gd name="T35" fmla="*/ 0 h 4437"/>
                <a:gd name="T36" fmla="*/ 0 w 1568"/>
                <a:gd name="T37" fmla="*/ 0 h 4437"/>
                <a:gd name="T38" fmla="*/ 0 w 1568"/>
                <a:gd name="T39" fmla="*/ 0 h 4437"/>
                <a:gd name="T40" fmla="*/ 0 w 1568"/>
                <a:gd name="T41" fmla="*/ 0 h 4437"/>
                <a:gd name="T42" fmla="*/ 0 w 1568"/>
                <a:gd name="T43" fmla="*/ 0 h 4437"/>
                <a:gd name="T44" fmla="*/ 0 w 1568"/>
                <a:gd name="T45" fmla="*/ 0 h 4437"/>
                <a:gd name="T46" fmla="*/ 0 w 1568"/>
                <a:gd name="T47" fmla="*/ 0 h 4437"/>
                <a:gd name="T48" fmla="*/ 0 w 1568"/>
                <a:gd name="T49" fmla="*/ 0 h 4437"/>
                <a:gd name="T50" fmla="*/ 0 w 1568"/>
                <a:gd name="T51" fmla="*/ 0 h 4437"/>
                <a:gd name="T52" fmla="*/ 0 w 1568"/>
                <a:gd name="T53" fmla="*/ 0 h 4437"/>
                <a:gd name="T54" fmla="*/ 0 w 1568"/>
                <a:gd name="T55" fmla="*/ 0 h 4437"/>
                <a:gd name="T56" fmla="*/ 0 w 1568"/>
                <a:gd name="T57" fmla="*/ 0 h 4437"/>
                <a:gd name="T58" fmla="*/ 0 w 1568"/>
                <a:gd name="T59" fmla="*/ 0 h 4437"/>
                <a:gd name="T60" fmla="*/ 0 w 1568"/>
                <a:gd name="T61" fmla="*/ 0 h 4437"/>
                <a:gd name="T62" fmla="*/ 0 w 1568"/>
                <a:gd name="T63" fmla="*/ 0 h 4437"/>
                <a:gd name="T64" fmla="*/ 0 w 1568"/>
                <a:gd name="T65" fmla="*/ 0 h 4437"/>
                <a:gd name="T66" fmla="*/ 0 w 1568"/>
                <a:gd name="T67" fmla="*/ 0 h 4437"/>
                <a:gd name="T68" fmla="*/ 0 w 1568"/>
                <a:gd name="T69" fmla="*/ 0 h 4437"/>
                <a:gd name="T70" fmla="*/ 0 w 1568"/>
                <a:gd name="T71" fmla="*/ 0 h 4437"/>
                <a:gd name="T72" fmla="*/ 0 w 1568"/>
                <a:gd name="T73" fmla="*/ 0 h 4437"/>
                <a:gd name="T74" fmla="*/ 0 w 1568"/>
                <a:gd name="T75" fmla="*/ 0 h 443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568"/>
                <a:gd name="T115" fmla="*/ 0 h 4437"/>
                <a:gd name="T116" fmla="*/ 1568 w 1568"/>
                <a:gd name="T117" fmla="*/ 4437 h 443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568" h="4437">
                  <a:moveTo>
                    <a:pt x="161" y="83"/>
                  </a:moveTo>
                  <a:lnTo>
                    <a:pt x="99" y="205"/>
                  </a:lnTo>
                  <a:lnTo>
                    <a:pt x="49" y="383"/>
                  </a:lnTo>
                  <a:lnTo>
                    <a:pt x="49" y="583"/>
                  </a:lnTo>
                  <a:lnTo>
                    <a:pt x="99" y="774"/>
                  </a:lnTo>
                  <a:lnTo>
                    <a:pt x="257" y="1090"/>
                  </a:lnTo>
                  <a:lnTo>
                    <a:pt x="431" y="1400"/>
                  </a:lnTo>
                  <a:lnTo>
                    <a:pt x="543" y="1767"/>
                  </a:lnTo>
                  <a:lnTo>
                    <a:pt x="637" y="2172"/>
                  </a:lnTo>
                  <a:lnTo>
                    <a:pt x="719" y="2690"/>
                  </a:lnTo>
                  <a:lnTo>
                    <a:pt x="826" y="3398"/>
                  </a:lnTo>
                  <a:lnTo>
                    <a:pt x="877" y="3846"/>
                  </a:lnTo>
                  <a:lnTo>
                    <a:pt x="1057" y="3270"/>
                  </a:lnTo>
                  <a:lnTo>
                    <a:pt x="1192" y="2743"/>
                  </a:lnTo>
                  <a:lnTo>
                    <a:pt x="1347" y="2033"/>
                  </a:lnTo>
                  <a:lnTo>
                    <a:pt x="1444" y="1496"/>
                  </a:lnTo>
                  <a:lnTo>
                    <a:pt x="1471" y="1148"/>
                  </a:lnTo>
                  <a:lnTo>
                    <a:pt x="1490" y="830"/>
                  </a:lnTo>
                  <a:lnTo>
                    <a:pt x="1506" y="664"/>
                  </a:lnTo>
                  <a:lnTo>
                    <a:pt x="1568" y="567"/>
                  </a:lnTo>
                  <a:lnTo>
                    <a:pt x="1554" y="1169"/>
                  </a:lnTo>
                  <a:lnTo>
                    <a:pt x="1444" y="1908"/>
                  </a:lnTo>
                  <a:lnTo>
                    <a:pt x="1301" y="2582"/>
                  </a:lnTo>
                  <a:lnTo>
                    <a:pt x="1154" y="3195"/>
                  </a:lnTo>
                  <a:lnTo>
                    <a:pt x="971" y="3778"/>
                  </a:lnTo>
                  <a:lnTo>
                    <a:pt x="730" y="4394"/>
                  </a:lnTo>
                  <a:lnTo>
                    <a:pt x="637" y="4437"/>
                  </a:lnTo>
                  <a:lnTo>
                    <a:pt x="826" y="3917"/>
                  </a:lnTo>
                  <a:lnTo>
                    <a:pt x="683" y="2848"/>
                  </a:lnTo>
                  <a:lnTo>
                    <a:pt x="559" y="2015"/>
                  </a:lnTo>
                  <a:lnTo>
                    <a:pt x="402" y="1512"/>
                  </a:lnTo>
                  <a:lnTo>
                    <a:pt x="183" y="1090"/>
                  </a:lnTo>
                  <a:lnTo>
                    <a:pt x="49" y="784"/>
                  </a:lnTo>
                  <a:lnTo>
                    <a:pt x="0" y="602"/>
                  </a:lnTo>
                  <a:lnTo>
                    <a:pt x="0" y="394"/>
                  </a:lnTo>
                  <a:lnTo>
                    <a:pt x="49" y="189"/>
                  </a:lnTo>
                  <a:lnTo>
                    <a:pt x="161" y="0"/>
                  </a:lnTo>
                  <a:lnTo>
                    <a:pt x="161" y="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56" name="Freeform 356"/>
            <p:cNvSpPr>
              <a:spLocks/>
            </p:cNvSpPr>
            <p:nvPr/>
          </p:nvSpPr>
          <p:spPr bwMode="auto">
            <a:xfrm>
              <a:off x="2723" y="2266"/>
              <a:ext cx="198" cy="126"/>
            </a:xfrm>
            <a:custGeom>
              <a:avLst/>
              <a:gdLst>
                <a:gd name="T0" fmla="*/ 0 w 1582"/>
                <a:gd name="T1" fmla="*/ 0 h 1002"/>
                <a:gd name="T2" fmla="*/ 0 w 1582"/>
                <a:gd name="T3" fmla="*/ 0 h 1002"/>
                <a:gd name="T4" fmla="*/ 0 w 1582"/>
                <a:gd name="T5" fmla="*/ 0 h 1002"/>
                <a:gd name="T6" fmla="*/ 0 w 1582"/>
                <a:gd name="T7" fmla="*/ 0 h 1002"/>
                <a:gd name="T8" fmla="*/ 0 w 1582"/>
                <a:gd name="T9" fmla="*/ 0 h 1002"/>
                <a:gd name="T10" fmla="*/ 0 w 1582"/>
                <a:gd name="T11" fmla="*/ 0 h 1002"/>
                <a:gd name="T12" fmla="*/ 0 w 1582"/>
                <a:gd name="T13" fmla="*/ 0 h 1002"/>
                <a:gd name="T14" fmla="*/ 0 w 1582"/>
                <a:gd name="T15" fmla="*/ 0 h 1002"/>
                <a:gd name="T16" fmla="*/ 0 w 1582"/>
                <a:gd name="T17" fmla="*/ 0 h 1002"/>
                <a:gd name="T18" fmla="*/ 0 w 1582"/>
                <a:gd name="T19" fmla="*/ 0 h 1002"/>
                <a:gd name="T20" fmla="*/ 0 w 1582"/>
                <a:gd name="T21" fmla="*/ 0 h 1002"/>
                <a:gd name="T22" fmla="*/ 0 w 1582"/>
                <a:gd name="T23" fmla="*/ 0 h 1002"/>
                <a:gd name="T24" fmla="*/ 0 w 1582"/>
                <a:gd name="T25" fmla="*/ 0 h 1002"/>
                <a:gd name="T26" fmla="*/ 0 w 1582"/>
                <a:gd name="T27" fmla="*/ 0 h 1002"/>
                <a:gd name="T28" fmla="*/ 0 w 1582"/>
                <a:gd name="T29" fmla="*/ 0 h 1002"/>
                <a:gd name="T30" fmla="*/ 0 w 1582"/>
                <a:gd name="T31" fmla="*/ 0 h 1002"/>
                <a:gd name="T32" fmla="*/ 0 w 1582"/>
                <a:gd name="T33" fmla="*/ 0 h 1002"/>
                <a:gd name="T34" fmla="*/ 0 w 1582"/>
                <a:gd name="T35" fmla="*/ 0 h 1002"/>
                <a:gd name="T36" fmla="*/ 0 w 1582"/>
                <a:gd name="T37" fmla="*/ 0 h 1002"/>
                <a:gd name="T38" fmla="*/ 0 w 1582"/>
                <a:gd name="T39" fmla="*/ 0 h 1002"/>
                <a:gd name="T40" fmla="*/ 0 w 1582"/>
                <a:gd name="T41" fmla="*/ 0 h 100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82"/>
                <a:gd name="T64" fmla="*/ 0 h 1002"/>
                <a:gd name="T65" fmla="*/ 1582 w 1582"/>
                <a:gd name="T66" fmla="*/ 1002 h 100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82" h="1002">
                  <a:moveTo>
                    <a:pt x="457" y="0"/>
                  </a:moveTo>
                  <a:lnTo>
                    <a:pt x="321" y="103"/>
                  </a:lnTo>
                  <a:lnTo>
                    <a:pt x="191" y="235"/>
                  </a:lnTo>
                  <a:lnTo>
                    <a:pt x="81" y="363"/>
                  </a:lnTo>
                  <a:lnTo>
                    <a:pt x="20" y="529"/>
                  </a:lnTo>
                  <a:lnTo>
                    <a:pt x="0" y="765"/>
                  </a:lnTo>
                  <a:lnTo>
                    <a:pt x="68" y="718"/>
                  </a:lnTo>
                  <a:lnTo>
                    <a:pt x="1174" y="1002"/>
                  </a:lnTo>
                  <a:lnTo>
                    <a:pt x="1296" y="988"/>
                  </a:lnTo>
                  <a:lnTo>
                    <a:pt x="1582" y="857"/>
                  </a:lnTo>
                  <a:lnTo>
                    <a:pt x="1246" y="975"/>
                  </a:lnTo>
                  <a:lnTo>
                    <a:pt x="1187" y="940"/>
                  </a:lnTo>
                  <a:lnTo>
                    <a:pt x="969" y="889"/>
                  </a:lnTo>
                  <a:lnTo>
                    <a:pt x="855" y="698"/>
                  </a:lnTo>
                  <a:lnTo>
                    <a:pt x="775" y="640"/>
                  </a:lnTo>
                  <a:lnTo>
                    <a:pt x="523" y="564"/>
                  </a:lnTo>
                  <a:lnTo>
                    <a:pt x="429" y="468"/>
                  </a:lnTo>
                  <a:lnTo>
                    <a:pt x="397" y="373"/>
                  </a:lnTo>
                  <a:lnTo>
                    <a:pt x="383" y="248"/>
                  </a:lnTo>
                  <a:lnTo>
                    <a:pt x="383" y="128"/>
                  </a:lnTo>
                  <a:lnTo>
                    <a:pt x="45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57" name="Freeform 357"/>
            <p:cNvSpPr>
              <a:spLocks/>
            </p:cNvSpPr>
            <p:nvPr/>
          </p:nvSpPr>
          <p:spPr bwMode="auto">
            <a:xfrm>
              <a:off x="2779" y="2229"/>
              <a:ext cx="229" cy="50"/>
            </a:xfrm>
            <a:custGeom>
              <a:avLst/>
              <a:gdLst>
                <a:gd name="T0" fmla="*/ 0 w 1828"/>
                <a:gd name="T1" fmla="*/ 0 h 404"/>
                <a:gd name="T2" fmla="*/ 0 w 1828"/>
                <a:gd name="T3" fmla="*/ 0 h 404"/>
                <a:gd name="T4" fmla="*/ 0 w 1828"/>
                <a:gd name="T5" fmla="*/ 0 h 404"/>
                <a:gd name="T6" fmla="*/ 0 w 1828"/>
                <a:gd name="T7" fmla="*/ 0 h 404"/>
                <a:gd name="T8" fmla="*/ 0 w 1828"/>
                <a:gd name="T9" fmla="*/ 0 h 404"/>
                <a:gd name="T10" fmla="*/ 0 w 1828"/>
                <a:gd name="T11" fmla="*/ 0 h 404"/>
                <a:gd name="T12" fmla="*/ 0 w 1828"/>
                <a:gd name="T13" fmla="*/ 0 h 404"/>
                <a:gd name="T14" fmla="*/ 0 w 1828"/>
                <a:gd name="T15" fmla="*/ 0 h 404"/>
                <a:gd name="T16" fmla="*/ 0 w 1828"/>
                <a:gd name="T17" fmla="*/ 0 h 404"/>
                <a:gd name="T18" fmla="*/ 0 w 1828"/>
                <a:gd name="T19" fmla="*/ 0 h 404"/>
                <a:gd name="T20" fmla="*/ 0 w 1828"/>
                <a:gd name="T21" fmla="*/ 0 h 404"/>
                <a:gd name="T22" fmla="*/ 0 w 1828"/>
                <a:gd name="T23" fmla="*/ 0 h 404"/>
                <a:gd name="T24" fmla="*/ 0 w 1828"/>
                <a:gd name="T25" fmla="*/ 0 h 404"/>
                <a:gd name="T26" fmla="*/ 0 w 1828"/>
                <a:gd name="T27" fmla="*/ 0 h 404"/>
                <a:gd name="T28" fmla="*/ 0 w 1828"/>
                <a:gd name="T29" fmla="*/ 0 h 404"/>
                <a:gd name="T30" fmla="*/ 0 w 1828"/>
                <a:gd name="T31" fmla="*/ 0 h 404"/>
                <a:gd name="T32" fmla="*/ 0 w 1828"/>
                <a:gd name="T33" fmla="*/ 0 h 404"/>
                <a:gd name="T34" fmla="*/ 0 w 1828"/>
                <a:gd name="T35" fmla="*/ 0 h 404"/>
                <a:gd name="T36" fmla="*/ 0 w 1828"/>
                <a:gd name="T37" fmla="*/ 0 h 40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28"/>
                <a:gd name="T58" fmla="*/ 0 h 404"/>
                <a:gd name="T59" fmla="*/ 1828 w 1828"/>
                <a:gd name="T60" fmla="*/ 404 h 40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28" h="404">
                  <a:moveTo>
                    <a:pt x="57" y="281"/>
                  </a:moveTo>
                  <a:lnTo>
                    <a:pt x="281" y="250"/>
                  </a:lnTo>
                  <a:lnTo>
                    <a:pt x="862" y="31"/>
                  </a:lnTo>
                  <a:lnTo>
                    <a:pt x="1115" y="46"/>
                  </a:lnTo>
                  <a:lnTo>
                    <a:pt x="1528" y="0"/>
                  </a:lnTo>
                  <a:lnTo>
                    <a:pt x="1587" y="31"/>
                  </a:lnTo>
                  <a:lnTo>
                    <a:pt x="1767" y="301"/>
                  </a:lnTo>
                  <a:lnTo>
                    <a:pt x="1560" y="88"/>
                  </a:lnTo>
                  <a:lnTo>
                    <a:pt x="1479" y="88"/>
                  </a:lnTo>
                  <a:lnTo>
                    <a:pt x="1053" y="88"/>
                  </a:lnTo>
                  <a:lnTo>
                    <a:pt x="1198" y="151"/>
                  </a:lnTo>
                  <a:lnTo>
                    <a:pt x="1440" y="202"/>
                  </a:lnTo>
                  <a:lnTo>
                    <a:pt x="1828" y="404"/>
                  </a:lnTo>
                  <a:lnTo>
                    <a:pt x="1355" y="238"/>
                  </a:lnTo>
                  <a:lnTo>
                    <a:pt x="892" y="112"/>
                  </a:lnTo>
                  <a:lnTo>
                    <a:pt x="798" y="112"/>
                  </a:lnTo>
                  <a:lnTo>
                    <a:pt x="339" y="281"/>
                  </a:lnTo>
                  <a:lnTo>
                    <a:pt x="0" y="332"/>
                  </a:lnTo>
                  <a:lnTo>
                    <a:pt x="57" y="2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58" name="Freeform 358"/>
            <p:cNvSpPr>
              <a:spLocks/>
            </p:cNvSpPr>
            <p:nvPr/>
          </p:nvSpPr>
          <p:spPr bwMode="auto">
            <a:xfrm>
              <a:off x="2785" y="1844"/>
              <a:ext cx="82" cy="302"/>
            </a:xfrm>
            <a:custGeom>
              <a:avLst/>
              <a:gdLst>
                <a:gd name="T0" fmla="*/ 0 w 655"/>
                <a:gd name="T1" fmla="*/ 0 h 2417"/>
                <a:gd name="T2" fmla="*/ 0 w 655"/>
                <a:gd name="T3" fmla="*/ 0 h 2417"/>
                <a:gd name="T4" fmla="*/ 0 w 655"/>
                <a:gd name="T5" fmla="*/ 0 h 2417"/>
                <a:gd name="T6" fmla="*/ 0 w 655"/>
                <a:gd name="T7" fmla="*/ 0 h 2417"/>
                <a:gd name="T8" fmla="*/ 0 w 655"/>
                <a:gd name="T9" fmla="*/ 0 h 2417"/>
                <a:gd name="T10" fmla="*/ 0 w 655"/>
                <a:gd name="T11" fmla="*/ 0 h 2417"/>
                <a:gd name="T12" fmla="*/ 0 w 655"/>
                <a:gd name="T13" fmla="*/ 0 h 2417"/>
                <a:gd name="T14" fmla="*/ 0 w 655"/>
                <a:gd name="T15" fmla="*/ 0 h 2417"/>
                <a:gd name="T16" fmla="*/ 0 w 655"/>
                <a:gd name="T17" fmla="*/ 0 h 2417"/>
                <a:gd name="T18" fmla="*/ 0 w 655"/>
                <a:gd name="T19" fmla="*/ 0 h 2417"/>
                <a:gd name="T20" fmla="*/ 0 w 655"/>
                <a:gd name="T21" fmla="*/ 0 h 2417"/>
                <a:gd name="T22" fmla="*/ 0 w 655"/>
                <a:gd name="T23" fmla="*/ 0 h 2417"/>
                <a:gd name="T24" fmla="*/ 0 w 655"/>
                <a:gd name="T25" fmla="*/ 0 h 2417"/>
                <a:gd name="T26" fmla="*/ 0 w 655"/>
                <a:gd name="T27" fmla="*/ 0 h 2417"/>
                <a:gd name="T28" fmla="*/ 0 w 655"/>
                <a:gd name="T29" fmla="*/ 0 h 2417"/>
                <a:gd name="T30" fmla="*/ 0 w 655"/>
                <a:gd name="T31" fmla="*/ 0 h 2417"/>
                <a:gd name="T32" fmla="*/ 0 w 655"/>
                <a:gd name="T33" fmla="*/ 0 h 2417"/>
                <a:gd name="T34" fmla="*/ 0 w 655"/>
                <a:gd name="T35" fmla="*/ 0 h 2417"/>
                <a:gd name="T36" fmla="*/ 0 w 655"/>
                <a:gd name="T37" fmla="*/ 0 h 2417"/>
                <a:gd name="T38" fmla="*/ 0 w 655"/>
                <a:gd name="T39" fmla="*/ 0 h 2417"/>
                <a:gd name="T40" fmla="*/ 0 w 655"/>
                <a:gd name="T41" fmla="*/ 0 h 2417"/>
                <a:gd name="T42" fmla="*/ 0 w 655"/>
                <a:gd name="T43" fmla="*/ 0 h 2417"/>
                <a:gd name="T44" fmla="*/ 0 w 655"/>
                <a:gd name="T45" fmla="*/ 0 h 2417"/>
                <a:gd name="T46" fmla="*/ 0 w 655"/>
                <a:gd name="T47" fmla="*/ 0 h 2417"/>
                <a:gd name="T48" fmla="*/ 0 w 655"/>
                <a:gd name="T49" fmla="*/ 0 h 2417"/>
                <a:gd name="T50" fmla="*/ 0 w 655"/>
                <a:gd name="T51" fmla="*/ 0 h 2417"/>
                <a:gd name="T52" fmla="*/ 0 w 655"/>
                <a:gd name="T53" fmla="*/ 0 h 2417"/>
                <a:gd name="T54" fmla="*/ 0 w 655"/>
                <a:gd name="T55" fmla="*/ 0 h 2417"/>
                <a:gd name="T56" fmla="*/ 0 w 655"/>
                <a:gd name="T57" fmla="*/ 0 h 2417"/>
                <a:gd name="T58" fmla="*/ 0 w 655"/>
                <a:gd name="T59" fmla="*/ 0 h 2417"/>
                <a:gd name="T60" fmla="*/ 0 w 655"/>
                <a:gd name="T61" fmla="*/ 0 h 2417"/>
                <a:gd name="T62" fmla="*/ 0 w 655"/>
                <a:gd name="T63" fmla="*/ 0 h 241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55"/>
                <a:gd name="T97" fmla="*/ 0 h 2417"/>
                <a:gd name="T98" fmla="*/ 655 w 655"/>
                <a:gd name="T99" fmla="*/ 2417 h 241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55" h="2417">
                  <a:moveTo>
                    <a:pt x="0" y="325"/>
                  </a:moveTo>
                  <a:lnTo>
                    <a:pt x="60" y="218"/>
                  </a:lnTo>
                  <a:lnTo>
                    <a:pt x="157" y="112"/>
                  </a:lnTo>
                  <a:lnTo>
                    <a:pt x="281" y="0"/>
                  </a:lnTo>
                  <a:lnTo>
                    <a:pt x="378" y="24"/>
                  </a:lnTo>
                  <a:lnTo>
                    <a:pt x="235" y="121"/>
                  </a:lnTo>
                  <a:lnTo>
                    <a:pt x="328" y="437"/>
                  </a:lnTo>
                  <a:lnTo>
                    <a:pt x="500" y="468"/>
                  </a:lnTo>
                  <a:lnTo>
                    <a:pt x="539" y="250"/>
                  </a:lnTo>
                  <a:lnTo>
                    <a:pt x="539" y="136"/>
                  </a:lnTo>
                  <a:lnTo>
                    <a:pt x="500" y="24"/>
                  </a:lnTo>
                  <a:lnTo>
                    <a:pt x="585" y="136"/>
                  </a:lnTo>
                  <a:lnTo>
                    <a:pt x="585" y="312"/>
                  </a:lnTo>
                  <a:lnTo>
                    <a:pt x="550" y="486"/>
                  </a:lnTo>
                  <a:lnTo>
                    <a:pt x="618" y="749"/>
                  </a:lnTo>
                  <a:lnTo>
                    <a:pt x="645" y="1242"/>
                  </a:lnTo>
                  <a:lnTo>
                    <a:pt x="629" y="1823"/>
                  </a:lnTo>
                  <a:lnTo>
                    <a:pt x="655" y="2342"/>
                  </a:lnTo>
                  <a:lnTo>
                    <a:pt x="629" y="2417"/>
                  </a:lnTo>
                  <a:lnTo>
                    <a:pt x="569" y="1885"/>
                  </a:lnTo>
                  <a:lnTo>
                    <a:pt x="569" y="1332"/>
                  </a:lnTo>
                  <a:lnTo>
                    <a:pt x="569" y="894"/>
                  </a:lnTo>
                  <a:lnTo>
                    <a:pt x="519" y="620"/>
                  </a:lnTo>
                  <a:lnTo>
                    <a:pt x="458" y="534"/>
                  </a:lnTo>
                  <a:lnTo>
                    <a:pt x="328" y="468"/>
                  </a:lnTo>
                  <a:lnTo>
                    <a:pt x="157" y="802"/>
                  </a:lnTo>
                  <a:lnTo>
                    <a:pt x="126" y="703"/>
                  </a:lnTo>
                  <a:lnTo>
                    <a:pt x="262" y="453"/>
                  </a:lnTo>
                  <a:lnTo>
                    <a:pt x="187" y="182"/>
                  </a:lnTo>
                  <a:lnTo>
                    <a:pt x="106" y="281"/>
                  </a:lnTo>
                  <a:lnTo>
                    <a:pt x="29" y="437"/>
                  </a:lnTo>
                  <a:lnTo>
                    <a:pt x="0"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59" name="Freeform 359"/>
            <p:cNvSpPr>
              <a:spLocks/>
            </p:cNvSpPr>
            <p:nvPr/>
          </p:nvSpPr>
          <p:spPr bwMode="auto">
            <a:xfrm>
              <a:off x="2850" y="1815"/>
              <a:ext cx="73" cy="115"/>
            </a:xfrm>
            <a:custGeom>
              <a:avLst/>
              <a:gdLst>
                <a:gd name="T0" fmla="*/ 0 w 585"/>
                <a:gd name="T1" fmla="*/ 0 h 919"/>
                <a:gd name="T2" fmla="*/ 0 w 585"/>
                <a:gd name="T3" fmla="*/ 0 h 919"/>
                <a:gd name="T4" fmla="*/ 0 w 585"/>
                <a:gd name="T5" fmla="*/ 0 h 919"/>
                <a:gd name="T6" fmla="*/ 0 w 585"/>
                <a:gd name="T7" fmla="*/ 0 h 919"/>
                <a:gd name="T8" fmla="*/ 0 w 585"/>
                <a:gd name="T9" fmla="*/ 0 h 919"/>
                <a:gd name="T10" fmla="*/ 0 w 585"/>
                <a:gd name="T11" fmla="*/ 0 h 919"/>
                <a:gd name="T12" fmla="*/ 0 w 585"/>
                <a:gd name="T13" fmla="*/ 0 h 919"/>
                <a:gd name="T14" fmla="*/ 0 w 585"/>
                <a:gd name="T15" fmla="*/ 0 h 919"/>
                <a:gd name="T16" fmla="*/ 0 w 585"/>
                <a:gd name="T17" fmla="*/ 0 h 919"/>
                <a:gd name="T18" fmla="*/ 0 w 585"/>
                <a:gd name="T19" fmla="*/ 0 h 91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85"/>
                <a:gd name="T31" fmla="*/ 0 h 919"/>
                <a:gd name="T32" fmla="*/ 585 w 585"/>
                <a:gd name="T33" fmla="*/ 919 h 91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85" h="919">
                  <a:moveTo>
                    <a:pt x="0" y="251"/>
                  </a:moveTo>
                  <a:lnTo>
                    <a:pt x="191" y="396"/>
                  </a:lnTo>
                  <a:lnTo>
                    <a:pt x="233" y="664"/>
                  </a:lnTo>
                  <a:lnTo>
                    <a:pt x="426" y="300"/>
                  </a:lnTo>
                  <a:lnTo>
                    <a:pt x="585" y="0"/>
                  </a:lnTo>
                  <a:lnTo>
                    <a:pt x="534" y="242"/>
                  </a:lnTo>
                  <a:lnTo>
                    <a:pt x="174" y="919"/>
                  </a:lnTo>
                  <a:lnTo>
                    <a:pt x="198" y="761"/>
                  </a:lnTo>
                  <a:lnTo>
                    <a:pt x="50" y="508"/>
                  </a:lnTo>
                  <a:lnTo>
                    <a:pt x="0" y="2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60" name="Freeform 360"/>
            <p:cNvSpPr>
              <a:spLocks/>
            </p:cNvSpPr>
            <p:nvPr/>
          </p:nvSpPr>
          <p:spPr bwMode="auto">
            <a:xfrm>
              <a:off x="2847" y="2219"/>
              <a:ext cx="52" cy="20"/>
            </a:xfrm>
            <a:custGeom>
              <a:avLst/>
              <a:gdLst>
                <a:gd name="T0" fmla="*/ 0 w 416"/>
                <a:gd name="T1" fmla="*/ 0 h 166"/>
                <a:gd name="T2" fmla="*/ 0 w 416"/>
                <a:gd name="T3" fmla="*/ 0 h 166"/>
                <a:gd name="T4" fmla="*/ 0 w 416"/>
                <a:gd name="T5" fmla="*/ 0 h 166"/>
                <a:gd name="T6" fmla="*/ 0 w 416"/>
                <a:gd name="T7" fmla="*/ 0 h 166"/>
                <a:gd name="T8" fmla="*/ 0 60000 65536"/>
                <a:gd name="T9" fmla="*/ 0 60000 65536"/>
                <a:gd name="T10" fmla="*/ 0 60000 65536"/>
                <a:gd name="T11" fmla="*/ 0 60000 65536"/>
                <a:gd name="T12" fmla="*/ 0 w 416"/>
                <a:gd name="T13" fmla="*/ 0 h 166"/>
                <a:gd name="T14" fmla="*/ 416 w 416"/>
                <a:gd name="T15" fmla="*/ 166 h 166"/>
              </a:gdLst>
              <a:ahLst/>
              <a:cxnLst>
                <a:cxn ang="T8">
                  <a:pos x="T0" y="T1"/>
                </a:cxn>
                <a:cxn ang="T9">
                  <a:pos x="T2" y="T3"/>
                </a:cxn>
                <a:cxn ang="T10">
                  <a:pos x="T4" y="T5"/>
                </a:cxn>
                <a:cxn ang="T11">
                  <a:pos x="T6" y="T7"/>
                </a:cxn>
              </a:cxnLst>
              <a:rect l="T12" t="T13" r="T14" b="T15"/>
              <a:pathLst>
                <a:path w="416" h="166">
                  <a:moveTo>
                    <a:pt x="218" y="166"/>
                  </a:moveTo>
                  <a:lnTo>
                    <a:pt x="0" y="80"/>
                  </a:lnTo>
                  <a:lnTo>
                    <a:pt x="42" y="0"/>
                  </a:lnTo>
                  <a:lnTo>
                    <a:pt x="416" y="15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61" name="Freeform 361"/>
            <p:cNvSpPr>
              <a:spLocks/>
            </p:cNvSpPr>
            <p:nvPr/>
          </p:nvSpPr>
          <p:spPr bwMode="auto">
            <a:xfrm>
              <a:off x="2866" y="1996"/>
              <a:ext cx="437" cy="380"/>
            </a:xfrm>
            <a:custGeom>
              <a:avLst/>
              <a:gdLst>
                <a:gd name="T0" fmla="*/ 0 w 3494"/>
                <a:gd name="T1" fmla="*/ 0 h 3036"/>
                <a:gd name="T2" fmla="*/ 0 w 3494"/>
                <a:gd name="T3" fmla="*/ 0 h 3036"/>
                <a:gd name="T4" fmla="*/ 0 w 3494"/>
                <a:gd name="T5" fmla="*/ 0 h 3036"/>
                <a:gd name="T6" fmla="*/ 0 w 3494"/>
                <a:gd name="T7" fmla="*/ 0 h 3036"/>
                <a:gd name="T8" fmla="*/ 0 w 3494"/>
                <a:gd name="T9" fmla="*/ 0 h 3036"/>
                <a:gd name="T10" fmla="*/ 0 w 3494"/>
                <a:gd name="T11" fmla="*/ 0 h 3036"/>
                <a:gd name="T12" fmla="*/ 0 w 3494"/>
                <a:gd name="T13" fmla="*/ 0 h 3036"/>
                <a:gd name="T14" fmla="*/ 0 w 3494"/>
                <a:gd name="T15" fmla="*/ 0 h 3036"/>
                <a:gd name="T16" fmla="*/ 0 w 3494"/>
                <a:gd name="T17" fmla="*/ 0 h 3036"/>
                <a:gd name="T18" fmla="*/ 0 w 3494"/>
                <a:gd name="T19" fmla="*/ 0 h 3036"/>
                <a:gd name="T20" fmla="*/ 0 w 3494"/>
                <a:gd name="T21" fmla="*/ 0 h 3036"/>
                <a:gd name="T22" fmla="*/ 0 w 3494"/>
                <a:gd name="T23" fmla="*/ 0 h 3036"/>
                <a:gd name="T24" fmla="*/ 0 w 3494"/>
                <a:gd name="T25" fmla="*/ 0 h 3036"/>
                <a:gd name="T26" fmla="*/ 0 w 3494"/>
                <a:gd name="T27" fmla="*/ 0 h 3036"/>
                <a:gd name="T28" fmla="*/ 0 w 3494"/>
                <a:gd name="T29" fmla="*/ 0 h 3036"/>
                <a:gd name="T30" fmla="*/ 0 w 3494"/>
                <a:gd name="T31" fmla="*/ 0 h 3036"/>
                <a:gd name="T32" fmla="*/ 0 w 3494"/>
                <a:gd name="T33" fmla="*/ 0 h 3036"/>
                <a:gd name="T34" fmla="*/ 0 w 3494"/>
                <a:gd name="T35" fmla="*/ 0 h 3036"/>
                <a:gd name="T36" fmla="*/ 0 w 3494"/>
                <a:gd name="T37" fmla="*/ 0 h 3036"/>
                <a:gd name="T38" fmla="*/ 0 w 3494"/>
                <a:gd name="T39" fmla="*/ 0 h 3036"/>
                <a:gd name="T40" fmla="*/ 0 w 3494"/>
                <a:gd name="T41" fmla="*/ 0 h 3036"/>
                <a:gd name="T42" fmla="*/ 0 w 3494"/>
                <a:gd name="T43" fmla="*/ 0 h 3036"/>
                <a:gd name="T44" fmla="*/ 0 w 3494"/>
                <a:gd name="T45" fmla="*/ 0 h 3036"/>
                <a:gd name="T46" fmla="*/ 0 w 3494"/>
                <a:gd name="T47" fmla="*/ 0 h 3036"/>
                <a:gd name="T48" fmla="*/ 0 w 3494"/>
                <a:gd name="T49" fmla="*/ 0 h 3036"/>
                <a:gd name="T50" fmla="*/ 0 w 3494"/>
                <a:gd name="T51" fmla="*/ 0 h 3036"/>
                <a:gd name="T52" fmla="*/ 0 w 3494"/>
                <a:gd name="T53" fmla="*/ 0 h 3036"/>
                <a:gd name="T54" fmla="*/ 0 w 3494"/>
                <a:gd name="T55" fmla="*/ 0 h 3036"/>
                <a:gd name="T56" fmla="*/ 0 w 3494"/>
                <a:gd name="T57" fmla="*/ 0 h 3036"/>
                <a:gd name="T58" fmla="*/ 0 w 3494"/>
                <a:gd name="T59" fmla="*/ 0 h 3036"/>
                <a:gd name="T60" fmla="*/ 0 w 3494"/>
                <a:gd name="T61" fmla="*/ 0 h 3036"/>
                <a:gd name="T62" fmla="*/ 0 w 3494"/>
                <a:gd name="T63" fmla="*/ 0 h 3036"/>
                <a:gd name="T64" fmla="*/ 0 w 3494"/>
                <a:gd name="T65" fmla="*/ 0 h 3036"/>
                <a:gd name="T66" fmla="*/ 0 w 3494"/>
                <a:gd name="T67" fmla="*/ 0 h 3036"/>
                <a:gd name="T68" fmla="*/ 0 w 3494"/>
                <a:gd name="T69" fmla="*/ 0 h 3036"/>
                <a:gd name="T70" fmla="*/ 0 w 3494"/>
                <a:gd name="T71" fmla="*/ 0 h 3036"/>
                <a:gd name="T72" fmla="*/ 0 w 3494"/>
                <a:gd name="T73" fmla="*/ 0 h 3036"/>
                <a:gd name="T74" fmla="*/ 0 w 3494"/>
                <a:gd name="T75" fmla="*/ 0 h 3036"/>
                <a:gd name="T76" fmla="*/ 0 w 3494"/>
                <a:gd name="T77" fmla="*/ 0 h 3036"/>
                <a:gd name="T78" fmla="*/ 0 w 3494"/>
                <a:gd name="T79" fmla="*/ 0 h 3036"/>
                <a:gd name="T80" fmla="*/ 0 w 3494"/>
                <a:gd name="T81" fmla="*/ 0 h 3036"/>
                <a:gd name="T82" fmla="*/ 0 w 3494"/>
                <a:gd name="T83" fmla="*/ 0 h 3036"/>
                <a:gd name="T84" fmla="*/ 0 w 3494"/>
                <a:gd name="T85" fmla="*/ 0 h 3036"/>
                <a:gd name="T86" fmla="*/ 0 w 3494"/>
                <a:gd name="T87" fmla="*/ 0 h 3036"/>
                <a:gd name="T88" fmla="*/ 0 w 3494"/>
                <a:gd name="T89" fmla="*/ 0 h 3036"/>
                <a:gd name="T90" fmla="*/ 0 w 3494"/>
                <a:gd name="T91" fmla="*/ 0 h 30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494"/>
                <a:gd name="T139" fmla="*/ 0 h 3036"/>
                <a:gd name="T140" fmla="*/ 3494 w 3494"/>
                <a:gd name="T141" fmla="*/ 3036 h 30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494" h="3036">
                  <a:moveTo>
                    <a:pt x="1119" y="2271"/>
                  </a:moveTo>
                  <a:lnTo>
                    <a:pt x="1130" y="2336"/>
                  </a:lnTo>
                  <a:lnTo>
                    <a:pt x="1101" y="2414"/>
                  </a:lnTo>
                  <a:lnTo>
                    <a:pt x="1054" y="2433"/>
                  </a:lnTo>
                  <a:lnTo>
                    <a:pt x="284" y="2338"/>
                  </a:lnTo>
                  <a:lnTo>
                    <a:pt x="292" y="2407"/>
                  </a:lnTo>
                  <a:lnTo>
                    <a:pt x="404" y="2387"/>
                  </a:lnTo>
                  <a:lnTo>
                    <a:pt x="852" y="2442"/>
                  </a:lnTo>
                  <a:lnTo>
                    <a:pt x="771" y="2609"/>
                  </a:lnTo>
                  <a:lnTo>
                    <a:pt x="428" y="2668"/>
                  </a:lnTo>
                  <a:lnTo>
                    <a:pt x="158" y="2552"/>
                  </a:lnTo>
                  <a:lnTo>
                    <a:pt x="68" y="2568"/>
                  </a:lnTo>
                  <a:lnTo>
                    <a:pt x="151" y="2638"/>
                  </a:lnTo>
                  <a:lnTo>
                    <a:pt x="446" y="2679"/>
                  </a:lnTo>
                  <a:lnTo>
                    <a:pt x="752" y="2656"/>
                  </a:lnTo>
                  <a:lnTo>
                    <a:pt x="670" y="2780"/>
                  </a:lnTo>
                  <a:lnTo>
                    <a:pt x="481" y="2895"/>
                  </a:lnTo>
                  <a:lnTo>
                    <a:pt x="158" y="2910"/>
                  </a:lnTo>
                  <a:lnTo>
                    <a:pt x="0" y="2895"/>
                  </a:lnTo>
                  <a:lnTo>
                    <a:pt x="268" y="2954"/>
                  </a:lnTo>
                  <a:lnTo>
                    <a:pt x="455" y="2932"/>
                  </a:lnTo>
                  <a:lnTo>
                    <a:pt x="418" y="3036"/>
                  </a:lnTo>
                  <a:lnTo>
                    <a:pt x="455" y="3025"/>
                  </a:lnTo>
                  <a:lnTo>
                    <a:pt x="525" y="2910"/>
                  </a:lnTo>
                  <a:lnTo>
                    <a:pt x="697" y="2789"/>
                  </a:lnTo>
                  <a:lnTo>
                    <a:pt x="784" y="2668"/>
                  </a:lnTo>
                  <a:lnTo>
                    <a:pt x="3327" y="2668"/>
                  </a:lnTo>
                  <a:lnTo>
                    <a:pt x="3390" y="2495"/>
                  </a:lnTo>
                  <a:lnTo>
                    <a:pt x="3424" y="2200"/>
                  </a:lnTo>
                  <a:lnTo>
                    <a:pt x="3454" y="1985"/>
                  </a:lnTo>
                  <a:lnTo>
                    <a:pt x="2977" y="1849"/>
                  </a:lnTo>
                  <a:lnTo>
                    <a:pt x="3041" y="1780"/>
                  </a:lnTo>
                  <a:lnTo>
                    <a:pt x="3109" y="1833"/>
                  </a:lnTo>
                  <a:lnTo>
                    <a:pt x="3494" y="1886"/>
                  </a:lnTo>
                  <a:lnTo>
                    <a:pt x="3494" y="1844"/>
                  </a:lnTo>
                  <a:lnTo>
                    <a:pt x="3159" y="1785"/>
                  </a:lnTo>
                  <a:lnTo>
                    <a:pt x="2995" y="1598"/>
                  </a:lnTo>
                  <a:lnTo>
                    <a:pt x="2813" y="1805"/>
                  </a:lnTo>
                  <a:lnTo>
                    <a:pt x="2479" y="2336"/>
                  </a:lnTo>
                  <a:lnTo>
                    <a:pt x="2345" y="2236"/>
                  </a:lnTo>
                  <a:lnTo>
                    <a:pt x="2472" y="1955"/>
                  </a:lnTo>
                  <a:lnTo>
                    <a:pt x="2714" y="1671"/>
                  </a:lnTo>
                  <a:lnTo>
                    <a:pt x="2868" y="1559"/>
                  </a:lnTo>
                  <a:lnTo>
                    <a:pt x="2742" y="1303"/>
                  </a:lnTo>
                  <a:lnTo>
                    <a:pt x="2582" y="745"/>
                  </a:lnTo>
                  <a:lnTo>
                    <a:pt x="2707" y="1328"/>
                  </a:lnTo>
                  <a:lnTo>
                    <a:pt x="2771" y="1535"/>
                  </a:lnTo>
                  <a:lnTo>
                    <a:pt x="2544" y="1550"/>
                  </a:lnTo>
                  <a:lnTo>
                    <a:pt x="2272" y="692"/>
                  </a:lnTo>
                  <a:lnTo>
                    <a:pt x="2424" y="552"/>
                  </a:lnTo>
                  <a:lnTo>
                    <a:pt x="1962" y="803"/>
                  </a:lnTo>
                  <a:lnTo>
                    <a:pt x="1962" y="735"/>
                  </a:lnTo>
                  <a:lnTo>
                    <a:pt x="2037" y="602"/>
                  </a:lnTo>
                  <a:lnTo>
                    <a:pt x="2345" y="369"/>
                  </a:lnTo>
                  <a:lnTo>
                    <a:pt x="2439" y="210"/>
                  </a:lnTo>
                  <a:lnTo>
                    <a:pt x="2540" y="614"/>
                  </a:lnTo>
                  <a:lnTo>
                    <a:pt x="2525" y="180"/>
                  </a:lnTo>
                  <a:lnTo>
                    <a:pt x="2403" y="90"/>
                  </a:lnTo>
                  <a:lnTo>
                    <a:pt x="2318" y="88"/>
                  </a:lnTo>
                  <a:lnTo>
                    <a:pt x="2311" y="0"/>
                  </a:lnTo>
                  <a:lnTo>
                    <a:pt x="2311" y="157"/>
                  </a:lnTo>
                  <a:lnTo>
                    <a:pt x="2340" y="297"/>
                  </a:lnTo>
                  <a:lnTo>
                    <a:pt x="2177" y="480"/>
                  </a:lnTo>
                  <a:lnTo>
                    <a:pt x="1905" y="563"/>
                  </a:lnTo>
                  <a:lnTo>
                    <a:pt x="1852" y="231"/>
                  </a:lnTo>
                  <a:lnTo>
                    <a:pt x="1742" y="552"/>
                  </a:lnTo>
                  <a:lnTo>
                    <a:pt x="1485" y="745"/>
                  </a:lnTo>
                  <a:lnTo>
                    <a:pt x="1220" y="818"/>
                  </a:lnTo>
                  <a:lnTo>
                    <a:pt x="944" y="871"/>
                  </a:lnTo>
                  <a:lnTo>
                    <a:pt x="1352" y="835"/>
                  </a:lnTo>
                  <a:lnTo>
                    <a:pt x="1589" y="783"/>
                  </a:lnTo>
                  <a:lnTo>
                    <a:pt x="1371" y="976"/>
                  </a:lnTo>
                  <a:lnTo>
                    <a:pt x="1169" y="1240"/>
                  </a:lnTo>
                  <a:lnTo>
                    <a:pt x="953" y="1621"/>
                  </a:lnTo>
                  <a:lnTo>
                    <a:pt x="842" y="1895"/>
                  </a:lnTo>
                  <a:lnTo>
                    <a:pt x="1087" y="2165"/>
                  </a:lnTo>
                  <a:lnTo>
                    <a:pt x="1191" y="2271"/>
                  </a:lnTo>
                  <a:lnTo>
                    <a:pt x="1172" y="2312"/>
                  </a:lnTo>
                  <a:lnTo>
                    <a:pt x="1331" y="2374"/>
                  </a:lnTo>
                  <a:lnTo>
                    <a:pt x="1415" y="1937"/>
                  </a:lnTo>
                  <a:lnTo>
                    <a:pt x="1589" y="1211"/>
                  </a:lnTo>
                  <a:lnTo>
                    <a:pt x="1698" y="930"/>
                  </a:lnTo>
                  <a:lnTo>
                    <a:pt x="1707" y="1134"/>
                  </a:lnTo>
                  <a:lnTo>
                    <a:pt x="1608" y="1510"/>
                  </a:lnTo>
                  <a:lnTo>
                    <a:pt x="1485" y="2137"/>
                  </a:lnTo>
                  <a:lnTo>
                    <a:pt x="1446" y="2433"/>
                  </a:lnTo>
                  <a:lnTo>
                    <a:pt x="1365" y="2396"/>
                  </a:lnTo>
                  <a:lnTo>
                    <a:pt x="1523" y="2517"/>
                  </a:lnTo>
                  <a:lnTo>
                    <a:pt x="1317" y="2483"/>
                  </a:lnTo>
                  <a:lnTo>
                    <a:pt x="1147" y="2407"/>
                  </a:lnTo>
                  <a:lnTo>
                    <a:pt x="1147" y="2324"/>
                  </a:lnTo>
                  <a:lnTo>
                    <a:pt x="1119" y="227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62" name="Freeform 362"/>
            <p:cNvSpPr>
              <a:spLocks/>
            </p:cNvSpPr>
            <p:nvPr/>
          </p:nvSpPr>
          <p:spPr bwMode="auto">
            <a:xfrm>
              <a:off x="2960" y="1762"/>
              <a:ext cx="199" cy="306"/>
            </a:xfrm>
            <a:custGeom>
              <a:avLst/>
              <a:gdLst>
                <a:gd name="T0" fmla="*/ 0 w 1593"/>
                <a:gd name="T1" fmla="*/ 0 h 2446"/>
                <a:gd name="T2" fmla="*/ 0 w 1593"/>
                <a:gd name="T3" fmla="*/ 0 h 2446"/>
                <a:gd name="T4" fmla="*/ 0 w 1593"/>
                <a:gd name="T5" fmla="*/ 0 h 2446"/>
                <a:gd name="T6" fmla="*/ 0 w 1593"/>
                <a:gd name="T7" fmla="*/ 0 h 2446"/>
                <a:gd name="T8" fmla="*/ 0 w 1593"/>
                <a:gd name="T9" fmla="*/ 0 h 2446"/>
                <a:gd name="T10" fmla="*/ 0 w 1593"/>
                <a:gd name="T11" fmla="*/ 0 h 2446"/>
                <a:gd name="T12" fmla="*/ 0 w 1593"/>
                <a:gd name="T13" fmla="*/ 0 h 2446"/>
                <a:gd name="T14" fmla="*/ 0 w 1593"/>
                <a:gd name="T15" fmla="*/ 0 h 2446"/>
                <a:gd name="T16" fmla="*/ 0 w 1593"/>
                <a:gd name="T17" fmla="*/ 0 h 2446"/>
                <a:gd name="T18" fmla="*/ 0 w 1593"/>
                <a:gd name="T19" fmla="*/ 0 h 2446"/>
                <a:gd name="T20" fmla="*/ 0 w 1593"/>
                <a:gd name="T21" fmla="*/ 0 h 2446"/>
                <a:gd name="T22" fmla="*/ 0 w 1593"/>
                <a:gd name="T23" fmla="*/ 0 h 2446"/>
                <a:gd name="T24" fmla="*/ 0 w 1593"/>
                <a:gd name="T25" fmla="*/ 0 h 2446"/>
                <a:gd name="T26" fmla="*/ 0 w 1593"/>
                <a:gd name="T27" fmla="*/ 0 h 2446"/>
                <a:gd name="T28" fmla="*/ 0 w 1593"/>
                <a:gd name="T29" fmla="*/ 0 h 2446"/>
                <a:gd name="T30" fmla="*/ 0 w 1593"/>
                <a:gd name="T31" fmla="*/ 0 h 2446"/>
                <a:gd name="T32" fmla="*/ 0 w 1593"/>
                <a:gd name="T33" fmla="*/ 0 h 2446"/>
                <a:gd name="T34" fmla="*/ 0 w 1593"/>
                <a:gd name="T35" fmla="*/ 0 h 2446"/>
                <a:gd name="T36" fmla="*/ 0 w 1593"/>
                <a:gd name="T37" fmla="*/ 0 h 2446"/>
                <a:gd name="T38" fmla="*/ 0 w 1593"/>
                <a:gd name="T39" fmla="*/ 0 h 2446"/>
                <a:gd name="T40" fmla="*/ 0 w 1593"/>
                <a:gd name="T41" fmla="*/ 0 h 2446"/>
                <a:gd name="T42" fmla="*/ 0 w 1593"/>
                <a:gd name="T43" fmla="*/ 0 h 2446"/>
                <a:gd name="T44" fmla="*/ 0 w 1593"/>
                <a:gd name="T45" fmla="*/ 0 h 2446"/>
                <a:gd name="T46" fmla="*/ 0 w 1593"/>
                <a:gd name="T47" fmla="*/ 0 h 2446"/>
                <a:gd name="T48" fmla="*/ 0 w 1593"/>
                <a:gd name="T49" fmla="*/ 0 h 2446"/>
                <a:gd name="T50" fmla="*/ 0 w 1593"/>
                <a:gd name="T51" fmla="*/ 0 h 2446"/>
                <a:gd name="T52" fmla="*/ 0 w 1593"/>
                <a:gd name="T53" fmla="*/ 0 h 2446"/>
                <a:gd name="T54" fmla="*/ 0 w 1593"/>
                <a:gd name="T55" fmla="*/ 0 h 2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93"/>
                <a:gd name="T85" fmla="*/ 0 h 2446"/>
                <a:gd name="T86" fmla="*/ 1593 w 1593"/>
                <a:gd name="T87" fmla="*/ 2446 h 2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93" h="2446">
                  <a:moveTo>
                    <a:pt x="0" y="0"/>
                  </a:moveTo>
                  <a:lnTo>
                    <a:pt x="406" y="122"/>
                  </a:lnTo>
                  <a:lnTo>
                    <a:pt x="969" y="385"/>
                  </a:lnTo>
                  <a:lnTo>
                    <a:pt x="1273" y="442"/>
                  </a:lnTo>
                  <a:lnTo>
                    <a:pt x="1294" y="537"/>
                  </a:lnTo>
                  <a:lnTo>
                    <a:pt x="1360" y="512"/>
                  </a:lnTo>
                  <a:lnTo>
                    <a:pt x="1457" y="673"/>
                  </a:lnTo>
                  <a:lnTo>
                    <a:pt x="1554" y="965"/>
                  </a:lnTo>
                  <a:lnTo>
                    <a:pt x="1593" y="1323"/>
                  </a:lnTo>
                  <a:lnTo>
                    <a:pt x="1593" y="1552"/>
                  </a:lnTo>
                  <a:lnTo>
                    <a:pt x="1538" y="1879"/>
                  </a:lnTo>
                  <a:lnTo>
                    <a:pt x="1432" y="2137"/>
                  </a:lnTo>
                  <a:lnTo>
                    <a:pt x="1273" y="2285"/>
                  </a:lnTo>
                  <a:lnTo>
                    <a:pt x="1100" y="2446"/>
                  </a:lnTo>
                  <a:lnTo>
                    <a:pt x="1266" y="2191"/>
                  </a:lnTo>
                  <a:lnTo>
                    <a:pt x="1432" y="1863"/>
                  </a:lnTo>
                  <a:lnTo>
                    <a:pt x="1513" y="1552"/>
                  </a:lnTo>
                  <a:lnTo>
                    <a:pt x="1531" y="1180"/>
                  </a:lnTo>
                  <a:lnTo>
                    <a:pt x="1503" y="910"/>
                  </a:lnTo>
                  <a:lnTo>
                    <a:pt x="1425" y="644"/>
                  </a:lnTo>
                  <a:lnTo>
                    <a:pt x="1335" y="567"/>
                  </a:lnTo>
                  <a:lnTo>
                    <a:pt x="1259" y="1238"/>
                  </a:lnTo>
                  <a:lnTo>
                    <a:pt x="1133" y="1904"/>
                  </a:lnTo>
                  <a:lnTo>
                    <a:pt x="1243" y="1226"/>
                  </a:lnTo>
                  <a:lnTo>
                    <a:pt x="1266" y="537"/>
                  </a:lnTo>
                  <a:lnTo>
                    <a:pt x="918" y="408"/>
                  </a:lnTo>
                  <a:lnTo>
                    <a:pt x="182" y="14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63" name="Freeform 363"/>
            <p:cNvSpPr>
              <a:spLocks/>
            </p:cNvSpPr>
            <p:nvPr/>
          </p:nvSpPr>
          <p:spPr bwMode="auto">
            <a:xfrm>
              <a:off x="2915" y="1795"/>
              <a:ext cx="126" cy="445"/>
            </a:xfrm>
            <a:custGeom>
              <a:avLst/>
              <a:gdLst>
                <a:gd name="T0" fmla="*/ 0 w 1005"/>
                <a:gd name="T1" fmla="*/ 0 h 3558"/>
                <a:gd name="T2" fmla="*/ 0 w 1005"/>
                <a:gd name="T3" fmla="*/ 0 h 3558"/>
                <a:gd name="T4" fmla="*/ 0 w 1005"/>
                <a:gd name="T5" fmla="*/ 0 h 3558"/>
                <a:gd name="T6" fmla="*/ 0 w 1005"/>
                <a:gd name="T7" fmla="*/ 0 h 3558"/>
                <a:gd name="T8" fmla="*/ 0 w 1005"/>
                <a:gd name="T9" fmla="*/ 0 h 3558"/>
                <a:gd name="T10" fmla="*/ 0 w 1005"/>
                <a:gd name="T11" fmla="*/ 0 h 3558"/>
                <a:gd name="T12" fmla="*/ 0 w 1005"/>
                <a:gd name="T13" fmla="*/ 0 h 3558"/>
                <a:gd name="T14" fmla="*/ 0 w 1005"/>
                <a:gd name="T15" fmla="*/ 0 h 3558"/>
                <a:gd name="T16" fmla="*/ 0 w 1005"/>
                <a:gd name="T17" fmla="*/ 0 h 3558"/>
                <a:gd name="T18" fmla="*/ 0 w 1005"/>
                <a:gd name="T19" fmla="*/ 0 h 3558"/>
                <a:gd name="T20" fmla="*/ 0 w 1005"/>
                <a:gd name="T21" fmla="*/ 0 h 3558"/>
                <a:gd name="T22" fmla="*/ 0 w 1005"/>
                <a:gd name="T23" fmla="*/ 0 h 3558"/>
                <a:gd name="T24" fmla="*/ 0 w 1005"/>
                <a:gd name="T25" fmla="*/ 0 h 3558"/>
                <a:gd name="T26" fmla="*/ 0 w 1005"/>
                <a:gd name="T27" fmla="*/ 0 h 3558"/>
                <a:gd name="T28" fmla="*/ 0 w 1005"/>
                <a:gd name="T29" fmla="*/ 0 h 3558"/>
                <a:gd name="T30" fmla="*/ 0 w 1005"/>
                <a:gd name="T31" fmla="*/ 0 h 3558"/>
                <a:gd name="T32" fmla="*/ 0 w 1005"/>
                <a:gd name="T33" fmla="*/ 0 h 3558"/>
                <a:gd name="T34" fmla="*/ 0 w 1005"/>
                <a:gd name="T35" fmla="*/ 0 h 3558"/>
                <a:gd name="T36" fmla="*/ 0 w 1005"/>
                <a:gd name="T37" fmla="*/ 0 h 3558"/>
                <a:gd name="T38" fmla="*/ 0 w 1005"/>
                <a:gd name="T39" fmla="*/ 0 h 3558"/>
                <a:gd name="T40" fmla="*/ 0 w 1005"/>
                <a:gd name="T41" fmla="*/ 0 h 3558"/>
                <a:gd name="T42" fmla="*/ 0 w 1005"/>
                <a:gd name="T43" fmla="*/ 0 h 3558"/>
                <a:gd name="T44" fmla="*/ 0 w 1005"/>
                <a:gd name="T45" fmla="*/ 0 h 3558"/>
                <a:gd name="T46" fmla="*/ 0 w 1005"/>
                <a:gd name="T47" fmla="*/ 0 h 355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05"/>
                <a:gd name="T73" fmla="*/ 0 h 3558"/>
                <a:gd name="T74" fmla="*/ 1005 w 1005"/>
                <a:gd name="T75" fmla="*/ 3558 h 355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05" h="3558">
                  <a:moveTo>
                    <a:pt x="479" y="0"/>
                  </a:moveTo>
                  <a:lnTo>
                    <a:pt x="611" y="380"/>
                  </a:lnTo>
                  <a:lnTo>
                    <a:pt x="717" y="888"/>
                  </a:lnTo>
                  <a:lnTo>
                    <a:pt x="965" y="791"/>
                  </a:lnTo>
                  <a:lnTo>
                    <a:pt x="1005" y="842"/>
                  </a:lnTo>
                  <a:lnTo>
                    <a:pt x="954" y="1274"/>
                  </a:lnTo>
                  <a:lnTo>
                    <a:pt x="837" y="1712"/>
                  </a:lnTo>
                  <a:lnTo>
                    <a:pt x="645" y="2285"/>
                  </a:lnTo>
                  <a:lnTo>
                    <a:pt x="456" y="2747"/>
                  </a:lnTo>
                  <a:lnTo>
                    <a:pt x="231" y="3288"/>
                  </a:lnTo>
                  <a:lnTo>
                    <a:pt x="71" y="3533"/>
                  </a:lnTo>
                  <a:lnTo>
                    <a:pt x="0" y="3558"/>
                  </a:lnTo>
                  <a:lnTo>
                    <a:pt x="184" y="3263"/>
                  </a:lnTo>
                  <a:lnTo>
                    <a:pt x="385" y="2782"/>
                  </a:lnTo>
                  <a:lnTo>
                    <a:pt x="550" y="2320"/>
                  </a:lnTo>
                  <a:lnTo>
                    <a:pt x="694" y="1916"/>
                  </a:lnTo>
                  <a:lnTo>
                    <a:pt x="827" y="1514"/>
                  </a:lnTo>
                  <a:lnTo>
                    <a:pt x="879" y="1193"/>
                  </a:lnTo>
                  <a:lnTo>
                    <a:pt x="924" y="896"/>
                  </a:lnTo>
                  <a:lnTo>
                    <a:pt x="420" y="1108"/>
                  </a:lnTo>
                  <a:lnTo>
                    <a:pt x="670" y="905"/>
                  </a:lnTo>
                  <a:lnTo>
                    <a:pt x="670" y="870"/>
                  </a:lnTo>
                  <a:lnTo>
                    <a:pt x="597" y="439"/>
                  </a:lnTo>
                  <a:lnTo>
                    <a:pt x="47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64" name="Line 364"/>
            <p:cNvSpPr>
              <a:spLocks noChangeShapeType="1"/>
            </p:cNvSpPr>
            <p:nvPr/>
          </p:nvSpPr>
          <p:spPr bwMode="auto">
            <a:xfrm flipH="1">
              <a:off x="2426" y="2330"/>
              <a:ext cx="8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65" name="Freeform 365"/>
            <p:cNvSpPr>
              <a:spLocks/>
            </p:cNvSpPr>
            <p:nvPr/>
          </p:nvSpPr>
          <p:spPr bwMode="auto">
            <a:xfrm>
              <a:off x="2788" y="2370"/>
              <a:ext cx="399" cy="50"/>
            </a:xfrm>
            <a:custGeom>
              <a:avLst/>
              <a:gdLst>
                <a:gd name="T0" fmla="*/ 0 w 3188"/>
                <a:gd name="T1" fmla="*/ 0 h 401"/>
                <a:gd name="T2" fmla="*/ 0 w 3188"/>
                <a:gd name="T3" fmla="*/ 0 h 401"/>
                <a:gd name="T4" fmla="*/ 0 w 3188"/>
                <a:gd name="T5" fmla="*/ 0 h 401"/>
                <a:gd name="T6" fmla="*/ 0 60000 65536"/>
                <a:gd name="T7" fmla="*/ 0 60000 65536"/>
                <a:gd name="T8" fmla="*/ 0 60000 65536"/>
                <a:gd name="T9" fmla="*/ 0 w 3188"/>
                <a:gd name="T10" fmla="*/ 0 h 401"/>
                <a:gd name="T11" fmla="*/ 3188 w 3188"/>
                <a:gd name="T12" fmla="*/ 401 h 401"/>
              </a:gdLst>
              <a:ahLst/>
              <a:cxnLst>
                <a:cxn ang="T6">
                  <a:pos x="T0" y="T1"/>
                </a:cxn>
                <a:cxn ang="T7">
                  <a:pos x="T2" y="T3"/>
                </a:cxn>
                <a:cxn ang="T8">
                  <a:pos x="T4" y="T5"/>
                </a:cxn>
              </a:cxnLst>
              <a:rect l="T9" t="T10" r="T11" b="T12"/>
              <a:pathLst>
                <a:path w="3188" h="401">
                  <a:moveTo>
                    <a:pt x="0" y="0"/>
                  </a:moveTo>
                  <a:lnTo>
                    <a:pt x="343" y="401"/>
                  </a:lnTo>
                  <a:lnTo>
                    <a:pt x="3188" y="401"/>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66" name="Freeform 366"/>
            <p:cNvSpPr>
              <a:spLocks/>
            </p:cNvSpPr>
            <p:nvPr/>
          </p:nvSpPr>
          <p:spPr bwMode="auto">
            <a:xfrm>
              <a:off x="2955" y="2341"/>
              <a:ext cx="316" cy="29"/>
            </a:xfrm>
            <a:custGeom>
              <a:avLst/>
              <a:gdLst>
                <a:gd name="T0" fmla="*/ 0 w 2533"/>
                <a:gd name="T1" fmla="*/ 0 h 230"/>
                <a:gd name="T2" fmla="*/ 0 w 2533"/>
                <a:gd name="T3" fmla="*/ 0 h 230"/>
                <a:gd name="T4" fmla="*/ 0 w 2533"/>
                <a:gd name="T5" fmla="*/ 0 h 230"/>
                <a:gd name="T6" fmla="*/ 0 60000 65536"/>
                <a:gd name="T7" fmla="*/ 0 60000 65536"/>
                <a:gd name="T8" fmla="*/ 0 60000 65536"/>
                <a:gd name="T9" fmla="*/ 0 w 2533"/>
                <a:gd name="T10" fmla="*/ 0 h 230"/>
                <a:gd name="T11" fmla="*/ 2533 w 2533"/>
                <a:gd name="T12" fmla="*/ 230 h 230"/>
              </a:gdLst>
              <a:ahLst/>
              <a:cxnLst>
                <a:cxn ang="T6">
                  <a:pos x="T0" y="T1"/>
                </a:cxn>
                <a:cxn ang="T7">
                  <a:pos x="T2" y="T3"/>
                </a:cxn>
                <a:cxn ang="T8">
                  <a:pos x="T4" y="T5"/>
                </a:cxn>
              </a:cxnLst>
              <a:rect l="T9" t="T10" r="T11" b="T12"/>
              <a:pathLst>
                <a:path w="2533" h="230">
                  <a:moveTo>
                    <a:pt x="0" y="0"/>
                  </a:moveTo>
                  <a:lnTo>
                    <a:pt x="1752" y="0"/>
                  </a:lnTo>
                  <a:lnTo>
                    <a:pt x="2533" y="23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67" name="Line 367"/>
            <p:cNvSpPr>
              <a:spLocks noChangeShapeType="1"/>
            </p:cNvSpPr>
            <p:nvPr/>
          </p:nvSpPr>
          <p:spPr bwMode="auto">
            <a:xfrm>
              <a:off x="2790" y="2481"/>
              <a:ext cx="28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grpSp>
      <p:sp>
        <p:nvSpPr>
          <p:cNvPr id="368" name="Text Box 368"/>
          <p:cNvSpPr txBox="1">
            <a:spLocks noChangeArrowheads="1"/>
          </p:cNvSpPr>
          <p:nvPr/>
        </p:nvSpPr>
        <p:spPr bwMode="auto">
          <a:xfrm>
            <a:off x="8943897" y="5168682"/>
            <a:ext cx="514350"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4800" b="1">
                <a:solidFill>
                  <a:srgbClr val="000000"/>
                </a:solidFill>
                <a:latin typeface="Comic Sans MS" charset="0"/>
              </a:rPr>
              <a:t>+</a:t>
            </a:r>
          </a:p>
        </p:txBody>
      </p:sp>
      <p:grpSp>
        <p:nvGrpSpPr>
          <p:cNvPr id="369" name="Group 369"/>
          <p:cNvGrpSpPr>
            <a:grpSpLocks/>
          </p:cNvGrpSpPr>
          <p:nvPr/>
        </p:nvGrpSpPr>
        <p:grpSpPr bwMode="auto">
          <a:xfrm>
            <a:off x="5472034" y="5041682"/>
            <a:ext cx="1371600" cy="687388"/>
            <a:chOff x="1850" y="1420"/>
            <a:chExt cx="2069" cy="811"/>
          </a:xfrm>
        </p:grpSpPr>
        <p:grpSp>
          <p:nvGrpSpPr>
            <p:cNvPr id="370" name="Group 370"/>
            <p:cNvGrpSpPr>
              <a:grpSpLocks/>
            </p:cNvGrpSpPr>
            <p:nvPr/>
          </p:nvGrpSpPr>
          <p:grpSpPr bwMode="auto">
            <a:xfrm>
              <a:off x="1850" y="1420"/>
              <a:ext cx="2069" cy="811"/>
              <a:chOff x="1850" y="1420"/>
              <a:chExt cx="2069" cy="811"/>
            </a:xfrm>
          </p:grpSpPr>
          <p:sp>
            <p:nvSpPr>
              <p:cNvPr id="377" name="Freeform 371"/>
              <p:cNvSpPr>
                <a:spLocks/>
              </p:cNvSpPr>
              <p:nvPr/>
            </p:nvSpPr>
            <p:spPr bwMode="auto">
              <a:xfrm>
                <a:off x="2319" y="1645"/>
                <a:ext cx="443" cy="344"/>
              </a:xfrm>
              <a:custGeom>
                <a:avLst/>
                <a:gdLst>
                  <a:gd name="T0" fmla="*/ 0 w 3542"/>
                  <a:gd name="T1" fmla="*/ 0 h 2755"/>
                  <a:gd name="T2" fmla="*/ 0 w 3542"/>
                  <a:gd name="T3" fmla="*/ 0 h 2755"/>
                  <a:gd name="T4" fmla="*/ 0 w 3542"/>
                  <a:gd name="T5" fmla="*/ 0 h 2755"/>
                  <a:gd name="T6" fmla="*/ 0 w 3542"/>
                  <a:gd name="T7" fmla="*/ 0 h 2755"/>
                  <a:gd name="T8" fmla="*/ 0 w 3542"/>
                  <a:gd name="T9" fmla="*/ 0 h 2755"/>
                  <a:gd name="T10" fmla="*/ 0 w 3542"/>
                  <a:gd name="T11" fmla="*/ 0 h 2755"/>
                  <a:gd name="T12" fmla="*/ 0 w 3542"/>
                  <a:gd name="T13" fmla="*/ 0 h 2755"/>
                  <a:gd name="T14" fmla="*/ 0 w 3542"/>
                  <a:gd name="T15" fmla="*/ 0 h 2755"/>
                  <a:gd name="T16" fmla="*/ 0 w 3542"/>
                  <a:gd name="T17" fmla="*/ 0 h 2755"/>
                  <a:gd name="T18" fmla="*/ 0 w 3542"/>
                  <a:gd name="T19" fmla="*/ 0 h 2755"/>
                  <a:gd name="T20" fmla="*/ 0 w 3542"/>
                  <a:gd name="T21" fmla="*/ 0 h 2755"/>
                  <a:gd name="T22" fmla="*/ 0 w 3542"/>
                  <a:gd name="T23" fmla="*/ 0 h 2755"/>
                  <a:gd name="T24" fmla="*/ 0 w 3542"/>
                  <a:gd name="T25" fmla="*/ 0 h 2755"/>
                  <a:gd name="T26" fmla="*/ 0 w 3542"/>
                  <a:gd name="T27" fmla="*/ 0 h 2755"/>
                  <a:gd name="T28" fmla="*/ 0 w 3542"/>
                  <a:gd name="T29" fmla="*/ 0 h 2755"/>
                  <a:gd name="T30" fmla="*/ 0 w 3542"/>
                  <a:gd name="T31" fmla="*/ 0 h 2755"/>
                  <a:gd name="T32" fmla="*/ 0 w 3542"/>
                  <a:gd name="T33" fmla="*/ 0 h 2755"/>
                  <a:gd name="T34" fmla="*/ 0 w 3542"/>
                  <a:gd name="T35" fmla="*/ 0 h 2755"/>
                  <a:gd name="T36" fmla="*/ 0 w 3542"/>
                  <a:gd name="T37" fmla="*/ 0 h 2755"/>
                  <a:gd name="T38" fmla="*/ 0 w 3542"/>
                  <a:gd name="T39" fmla="*/ 0 h 2755"/>
                  <a:gd name="T40" fmla="*/ 0 w 3542"/>
                  <a:gd name="T41" fmla="*/ 0 h 2755"/>
                  <a:gd name="T42" fmla="*/ 0 w 3542"/>
                  <a:gd name="T43" fmla="*/ 0 h 2755"/>
                  <a:gd name="T44" fmla="*/ 0 w 3542"/>
                  <a:gd name="T45" fmla="*/ 0 h 2755"/>
                  <a:gd name="T46" fmla="*/ 0 w 3542"/>
                  <a:gd name="T47" fmla="*/ 0 h 2755"/>
                  <a:gd name="T48" fmla="*/ 0 w 3542"/>
                  <a:gd name="T49" fmla="*/ 0 h 2755"/>
                  <a:gd name="T50" fmla="*/ 0 w 3542"/>
                  <a:gd name="T51" fmla="*/ 0 h 2755"/>
                  <a:gd name="T52" fmla="*/ 0 w 3542"/>
                  <a:gd name="T53" fmla="*/ 0 h 2755"/>
                  <a:gd name="T54" fmla="*/ 0 w 3542"/>
                  <a:gd name="T55" fmla="*/ 0 h 2755"/>
                  <a:gd name="T56" fmla="*/ 0 w 3542"/>
                  <a:gd name="T57" fmla="*/ 0 h 2755"/>
                  <a:gd name="T58" fmla="*/ 0 w 3542"/>
                  <a:gd name="T59" fmla="*/ 0 h 2755"/>
                  <a:gd name="T60" fmla="*/ 0 w 3542"/>
                  <a:gd name="T61" fmla="*/ 0 h 2755"/>
                  <a:gd name="T62" fmla="*/ 0 w 3542"/>
                  <a:gd name="T63" fmla="*/ 0 h 2755"/>
                  <a:gd name="T64" fmla="*/ 0 w 3542"/>
                  <a:gd name="T65" fmla="*/ 0 h 2755"/>
                  <a:gd name="T66" fmla="*/ 0 w 3542"/>
                  <a:gd name="T67" fmla="*/ 0 h 2755"/>
                  <a:gd name="T68" fmla="*/ 0 w 3542"/>
                  <a:gd name="T69" fmla="*/ 0 h 275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542"/>
                  <a:gd name="T106" fmla="*/ 0 h 2755"/>
                  <a:gd name="T107" fmla="*/ 3542 w 3542"/>
                  <a:gd name="T108" fmla="*/ 2755 h 275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542" h="2755">
                    <a:moveTo>
                      <a:pt x="3542" y="2755"/>
                    </a:moveTo>
                    <a:lnTo>
                      <a:pt x="3452" y="2648"/>
                    </a:lnTo>
                    <a:lnTo>
                      <a:pt x="3415" y="2476"/>
                    </a:lnTo>
                    <a:lnTo>
                      <a:pt x="3307" y="2404"/>
                    </a:lnTo>
                    <a:lnTo>
                      <a:pt x="3290" y="2296"/>
                    </a:lnTo>
                    <a:lnTo>
                      <a:pt x="3355" y="2222"/>
                    </a:lnTo>
                    <a:lnTo>
                      <a:pt x="3355" y="2141"/>
                    </a:lnTo>
                    <a:lnTo>
                      <a:pt x="3314" y="2052"/>
                    </a:lnTo>
                    <a:lnTo>
                      <a:pt x="3248" y="1954"/>
                    </a:lnTo>
                    <a:lnTo>
                      <a:pt x="3248" y="1791"/>
                    </a:lnTo>
                    <a:lnTo>
                      <a:pt x="3307" y="1724"/>
                    </a:lnTo>
                    <a:lnTo>
                      <a:pt x="3299" y="1652"/>
                    </a:lnTo>
                    <a:lnTo>
                      <a:pt x="3233" y="1604"/>
                    </a:lnTo>
                    <a:lnTo>
                      <a:pt x="3200" y="1503"/>
                    </a:lnTo>
                    <a:lnTo>
                      <a:pt x="3209" y="1417"/>
                    </a:lnTo>
                    <a:lnTo>
                      <a:pt x="3191" y="1286"/>
                    </a:lnTo>
                    <a:lnTo>
                      <a:pt x="3166" y="1114"/>
                    </a:lnTo>
                    <a:lnTo>
                      <a:pt x="3166" y="910"/>
                    </a:lnTo>
                    <a:lnTo>
                      <a:pt x="3166" y="754"/>
                    </a:lnTo>
                    <a:lnTo>
                      <a:pt x="3161" y="592"/>
                    </a:lnTo>
                    <a:lnTo>
                      <a:pt x="3125" y="451"/>
                    </a:lnTo>
                    <a:lnTo>
                      <a:pt x="3092" y="360"/>
                    </a:lnTo>
                    <a:lnTo>
                      <a:pt x="2712" y="171"/>
                    </a:lnTo>
                    <a:lnTo>
                      <a:pt x="2492" y="110"/>
                    </a:lnTo>
                    <a:lnTo>
                      <a:pt x="2279" y="68"/>
                    </a:lnTo>
                    <a:lnTo>
                      <a:pt x="2044" y="0"/>
                    </a:lnTo>
                    <a:lnTo>
                      <a:pt x="890" y="27"/>
                    </a:lnTo>
                    <a:lnTo>
                      <a:pt x="556" y="85"/>
                    </a:lnTo>
                    <a:lnTo>
                      <a:pt x="222" y="205"/>
                    </a:lnTo>
                    <a:lnTo>
                      <a:pt x="123" y="264"/>
                    </a:lnTo>
                    <a:lnTo>
                      <a:pt x="40" y="461"/>
                    </a:lnTo>
                    <a:lnTo>
                      <a:pt x="40" y="1145"/>
                    </a:lnTo>
                    <a:lnTo>
                      <a:pt x="0" y="1235"/>
                    </a:lnTo>
                    <a:lnTo>
                      <a:pt x="540" y="2755"/>
                    </a:lnTo>
                    <a:lnTo>
                      <a:pt x="3542" y="275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8" name="Freeform 372"/>
              <p:cNvSpPr>
                <a:spLocks/>
              </p:cNvSpPr>
              <p:nvPr/>
            </p:nvSpPr>
            <p:spPr bwMode="auto">
              <a:xfrm>
                <a:off x="2339" y="1653"/>
                <a:ext cx="201" cy="171"/>
              </a:xfrm>
              <a:custGeom>
                <a:avLst/>
                <a:gdLst>
                  <a:gd name="T0" fmla="*/ 0 w 1609"/>
                  <a:gd name="T1" fmla="*/ 0 h 1365"/>
                  <a:gd name="T2" fmla="*/ 0 w 1609"/>
                  <a:gd name="T3" fmla="*/ 0 h 1365"/>
                  <a:gd name="T4" fmla="*/ 0 w 1609"/>
                  <a:gd name="T5" fmla="*/ 0 h 1365"/>
                  <a:gd name="T6" fmla="*/ 0 w 1609"/>
                  <a:gd name="T7" fmla="*/ 0 h 1365"/>
                  <a:gd name="T8" fmla="*/ 0 w 1609"/>
                  <a:gd name="T9" fmla="*/ 0 h 1365"/>
                  <a:gd name="T10" fmla="*/ 0 w 1609"/>
                  <a:gd name="T11" fmla="*/ 0 h 1365"/>
                  <a:gd name="T12" fmla="*/ 0 w 1609"/>
                  <a:gd name="T13" fmla="*/ 0 h 1365"/>
                  <a:gd name="T14" fmla="*/ 0 w 1609"/>
                  <a:gd name="T15" fmla="*/ 0 h 1365"/>
                  <a:gd name="T16" fmla="*/ 0 w 1609"/>
                  <a:gd name="T17" fmla="*/ 0 h 1365"/>
                  <a:gd name="T18" fmla="*/ 0 w 1609"/>
                  <a:gd name="T19" fmla="*/ 0 h 1365"/>
                  <a:gd name="T20" fmla="*/ 0 w 1609"/>
                  <a:gd name="T21" fmla="*/ 0 h 1365"/>
                  <a:gd name="T22" fmla="*/ 0 w 1609"/>
                  <a:gd name="T23" fmla="*/ 0 h 1365"/>
                  <a:gd name="T24" fmla="*/ 0 w 1609"/>
                  <a:gd name="T25" fmla="*/ 0 h 1365"/>
                  <a:gd name="T26" fmla="*/ 0 w 1609"/>
                  <a:gd name="T27" fmla="*/ 0 h 1365"/>
                  <a:gd name="T28" fmla="*/ 0 w 1609"/>
                  <a:gd name="T29" fmla="*/ 0 h 13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09"/>
                  <a:gd name="T46" fmla="*/ 0 h 1365"/>
                  <a:gd name="T47" fmla="*/ 1609 w 1609"/>
                  <a:gd name="T48" fmla="*/ 1365 h 13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09" h="1365">
                    <a:moveTo>
                      <a:pt x="1609" y="1365"/>
                    </a:moveTo>
                    <a:lnTo>
                      <a:pt x="1148" y="499"/>
                    </a:lnTo>
                    <a:lnTo>
                      <a:pt x="1019" y="323"/>
                    </a:lnTo>
                    <a:lnTo>
                      <a:pt x="763" y="187"/>
                    </a:lnTo>
                    <a:lnTo>
                      <a:pt x="493" y="121"/>
                    </a:lnTo>
                    <a:lnTo>
                      <a:pt x="279" y="130"/>
                    </a:lnTo>
                    <a:lnTo>
                      <a:pt x="0" y="169"/>
                    </a:lnTo>
                    <a:lnTo>
                      <a:pt x="67" y="121"/>
                    </a:lnTo>
                    <a:lnTo>
                      <a:pt x="353" y="31"/>
                    </a:lnTo>
                    <a:lnTo>
                      <a:pt x="650" y="0"/>
                    </a:lnTo>
                    <a:lnTo>
                      <a:pt x="862" y="31"/>
                    </a:lnTo>
                    <a:lnTo>
                      <a:pt x="1102" y="255"/>
                    </a:lnTo>
                    <a:lnTo>
                      <a:pt x="1264" y="547"/>
                    </a:lnTo>
                    <a:lnTo>
                      <a:pt x="1346" y="767"/>
                    </a:lnTo>
                    <a:lnTo>
                      <a:pt x="1609" y="1365"/>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9" name="Freeform 373"/>
              <p:cNvSpPr>
                <a:spLocks/>
              </p:cNvSpPr>
              <p:nvPr/>
            </p:nvSpPr>
            <p:spPr bwMode="auto">
              <a:xfrm>
                <a:off x="2322" y="1699"/>
                <a:ext cx="103" cy="166"/>
              </a:xfrm>
              <a:custGeom>
                <a:avLst/>
                <a:gdLst>
                  <a:gd name="T0" fmla="*/ 0 w 829"/>
                  <a:gd name="T1" fmla="*/ 0 h 1330"/>
                  <a:gd name="T2" fmla="*/ 0 w 829"/>
                  <a:gd name="T3" fmla="*/ 0 h 1330"/>
                  <a:gd name="T4" fmla="*/ 0 w 829"/>
                  <a:gd name="T5" fmla="*/ 0 h 1330"/>
                  <a:gd name="T6" fmla="*/ 0 w 829"/>
                  <a:gd name="T7" fmla="*/ 0 h 1330"/>
                  <a:gd name="T8" fmla="*/ 0 w 829"/>
                  <a:gd name="T9" fmla="*/ 0 h 1330"/>
                  <a:gd name="T10" fmla="*/ 0 w 829"/>
                  <a:gd name="T11" fmla="*/ 0 h 1330"/>
                  <a:gd name="T12" fmla="*/ 0 w 829"/>
                  <a:gd name="T13" fmla="*/ 0 h 1330"/>
                  <a:gd name="T14" fmla="*/ 0 w 829"/>
                  <a:gd name="T15" fmla="*/ 0 h 1330"/>
                  <a:gd name="T16" fmla="*/ 0 w 829"/>
                  <a:gd name="T17" fmla="*/ 0 h 1330"/>
                  <a:gd name="T18" fmla="*/ 0 w 829"/>
                  <a:gd name="T19" fmla="*/ 0 h 1330"/>
                  <a:gd name="T20" fmla="*/ 0 w 829"/>
                  <a:gd name="T21" fmla="*/ 0 h 1330"/>
                  <a:gd name="T22" fmla="*/ 0 w 829"/>
                  <a:gd name="T23" fmla="*/ 0 h 1330"/>
                  <a:gd name="T24" fmla="*/ 0 w 829"/>
                  <a:gd name="T25" fmla="*/ 0 h 1330"/>
                  <a:gd name="T26" fmla="*/ 0 w 829"/>
                  <a:gd name="T27" fmla="*/ 0 h 1330"/>
                  <a:gd name="T28" fmla="*/ 0 w 829"/>
                  <a:gd name="T29" fmla="*/ 0 h 1330"/>
                  <a:gd name="T30" fmla="*/ 0 w 829"/>
                  <a:gd name="T31" fmla="*/ 0 h 1330"/>
                  <a:gd name="T32" fmla="*/ 0 w 829"/>
                  <a:gd name="T33" fmla="*/ 0 h 1330"/>
                  <a:gd name="T34" fmla="*/ 0 w 829"/>
                  <a:gd name="T35" fmla="*/ 0 h 1330"/>
                  <a:gd name="T36" fmla="*/ 0 w 829"/>
                  <a:gd name="T37" fmla="*/ 0 h 1330"/>
                  <a:gd name="T38" fmla="*/ 0 w 829"/>
                  <a:gd name="T39" fmla="*/ 0 h 1330"/>
                  <a:gd name="T40" fmla="*/ 0 w 829"/>
                  <a:gd name="T41" fmla="*/ 0 h 1330"/>
                  <a:gd name="T42" fmla="*/ 0 w 829"/>
                  <a:gd name="T43" fmla="*/ 0 h 1330"/>
                  <a:gd name="T44" fmla="*/ 0 w 829"/>
                  <a:gd name="T45" fmla="*/ 0 h 1330"/>
                  <a:gd name="T46" fmla="*/ 0 w 829"/>
                  <a:gd name="T47" fmla="*/ 0 h 1330"/>
                  <a:gd name="T48" fmla="*/ 0 w 829"/>
                  <a:gd name="T49" fmla="*/ 0 h 1330"/>
                  <a:gd name="T50" fmla="*/ 0 w 829"/>
                  <a:gd name="T51" fmla="*/ 0 h 1330"/>
                  <a:gd name="T52" fmla="*/ 0 w 829"/>
                  <a:gd name="T53" fmla="*/ 0 h 1330"/>
                  <a:gd name="T54" fmla="*/ 0 w 829"/>
                  <a:gd name="T55" fmla="*/ 0 h 1330"/>
                  <a:gd name="T56" fmla="*/ 0 w 829"/>
                  <a:gd name="T57" fmla="*/ 0 h 1330"/>
                  <a:gd name="T58" fmla="*/ 0 w 829"/>
                  <a:gd name="T59" fmla="*/ 0 h 1330"/>
                  <a:gd name="T60" fmla="*/ 0 w 829"/>
                  <a:gd name="T61" fmla="*/ 0 h 133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29"/>
                  <a:gd name="T94" fmla="*/ 0 h 1330"/>
                  <a:gd name="T95" fmla="*/ 829 w 829"/>
                  <a:gd name="T96" fmla="*/ 1330 h 133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29" h="1330">
                    <a:moveTo>
                      <a:pt x="548" y="586"/>
                    </a:moveTo>
                    <a:lnTo>
                      <a:pt x="484" y="464"/>
                    </a:lnTo>
                    <a:lnTo>
                      <a:pt x="394" y="360"/>
                    </a:lnTo>
                    <a:lnTo>
                      <a:pt x="304" y="286"/>
                    </a:lnTo>
                    <a:lnTo>
                      <a:pt x="205" y="235"/>
                    </a:lnTo>
                    <a:lnTo>
                      <a:pt x="156" y="226"/>
                    </a:lnTo>
                    <a:lnTo>
                      <a:pt x="221" y="374"/>
                    </a:lnTo>
                    <a:lnTo>
                      <a:pt x="359" y="554"/>
                    </a:lnTo>
                    <a:lnTo>
                      <a:pt x="516" y="694"/>
                    </a:lnTo>
                    <a:lnTo>
                      <a:pt x="714" y="835"/>
                    </a:lnTo>
                    <a:lnTo>
                      <a:pt x="745" y="851"/>
                    </a:lnTo>
                    <a:lnTo>
                      <a:pt x="829" y="1100"/>
                    </a:lnTo>
                    <a:lnTo>
                      <a:pt x="756" y="1158"/>
                    </a:lnTo>
                    <a:lnTo>
                      <a:pt x="809" y="1330"/>
                    </a:lnTo>
                    <a:lnTo>
                      <a:pt x="631" y="1305"/>
                    </a:lnTo>
                    <a:lnTo>
                      <a:pt x="703" y="1275"/>
                    </a:lnTo>
                    <a:lnTo>
                      <a:pt x="590" y="1127"/>
                    </a:lnTo>
                    <a:lnTo>
                      <a:pt x="304" y="1013"/>
                    </a:lnTo>
                    <a:lnTo>
                      <a:pt x="128" y="888"/>
                    </a:lnTo>
                    <a:lnTo>
                      <a:pt x="82" y="851"/>
                    </a:lnTo>
                    <a:lnTo>
                      <a:pt x="106" y="923"/>
                    </a:lnTo>
                    <a:lnTo>
                      <a:pt x="179" y="1028"/>
                    </a:lnTo>
                    <a:lnTo>
                      <a:pt x="39" y="906"/>
                    </a:lnTo>
                    <a:lnTo>
                      <a:pt x="7" y="791"/>
                    </a:lnTo>
                    <a:lnTo>
                      <a:pt x="0" y="743"/>
                    </a:lnTo>
                    <a:lnTo>
                      <a:pt x="48" y="586"/>
                    </a:lnTo>
                    <a:lnTo>
                      <a:pt x="64" y="0"/>
                    </a:lnTo>
                    <a:lnTo>
                      <a:pt x="286" y="148"/>
                    </a:lnTo>
                    <a:lnTo>
                      <a:pt x="431" y="307"/>
                    </a:lnTo>
                    <a:lnTo>
                      <a:pt x="509" y="448"/>
                    </a:lnTo>
                    <a:lnTo>
                      <a:pt x="548" y="586"/>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0" name="Freeform 374"/>
              <p:cNvSpPr>
                <a:spLocks/>
              </p:cNvSpPr>
              <p:nvPr/>
            </p:nvSpPr>
            <p:spPr bwMode="auto">
              <a:xfrm>
                <a:off x="2350" y="1830"/>
                <a:ext cx="74" cy="89"/>
              </a:xfrm>
              <a:custGeom>
                <a:avLst/>
                <a:gdLst>
                  <a:gd name="T0" fmla="*/ 0 w 593"/>
                  <a:gd name="T1" fmla="*/ 0 h 716"/>
                  <a:gd name="T2" fmla="*/ 0 w 593"/>
                  <a:gd name="T3" fmla="*/ 0 h 716"/>
                  <a:gd name="T4" fmla="*/ 0 w 593"/>
                  <a:gd name="T5" fmla="*/ 0 h 716"/>
                  <a:gd name="T6" fmla="*/ 0 w 593"/>
                  <a:gd name="T7" fmla="*/ 0 h 716"/>
                  <a:gd name="T8" fmla="*/ 0 w 593"/>
                  <a:gd name="T9" fmla="*/ 0 h 716"/>
                  <a:gd name="T10" fmla="*/ 0 w 593"/>
                  <a:gd name="T11" fmla="*/ 0 h 716"/>
                  <a:gd name="T12" fmla="*/ 0 w 593"/>
                  <a:gd name="T13" fmla="*/ 0 h 716"/>
                  <a:gd name="T14" fmla="*/ 0 w 593"/>
                  <a:gd name="T15" fmla="*/ 0 h 716"/>
                  <a:gd name="T16" fmla="*/ 0 w 593"/>
                  <a:gd name="T17" fmla="*/ 0 h 716"/>
                  <a:gd name="T18" fmla="*/ 0 w 593"/>
                  <a:gd name="T19" fmla="*/ 0 h 716"/>
                  <a:gd name="T20" fmla="*/ 0 w 593"/>
                  <a:gd name="T21" fmla="*/ 0 h 716"/>
                  <a:gd name="T22" fmla="*/ 0 w 593"/>
                  <a:gd name="T23" fmla="*/ 0 h 716"/>
                  <a:gd name="T24" fmla="*/ 0 w 593"/>
                  <a:gd name="T25" fmla="*/ 0 h 716"/>
                  <a:gd name="T26" fmla="*/ 0 w 593"/>
                  <a:gd name="T27" fmla="*/ 0 h 716"/>
                  <a:gd name="T28" fmla="*/ 0 w 593"/>
                  <a:gd name="T29" fmla="*/ 0 h 716"/>
                  <a:gd name="T30" fmla="*/ 0 w 593"/>
                  <a:gd name="T31" fmla="*/ 0 h 716"/>
                  <a:gd name="T32" fmla="*/ 0 w 593"/>
                  <a:gd name="T33" fmla="*/ 0 h 7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93"/>
                  <a:gd name="T52" fmla="*/ 0 h 716"/>
                  <a:gd name="T53" fmla="*/ 593 w 593"/>
                  <a:gd name="T54" fmla="*/ 716 h 71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93" h="716">
                    <a:moveTo>
                      <a:pt x="19" y="0"/>
                    </a:moveTo>
                    <a:lnTo>
                      <a:pt x="132" y="54"/>
                    </a:lnTo>
                    <a:lnTo>
                      <a:pt x="190" y="187"/>
                    </a:lnTo>
                    <a:lnTo>
                      <a:pt x="331" y="268"/>
                    </a:lnTo>
                    <a:lnTo>
                      <a:pt x="222" y="259"/>
                    </a:lnTo>
                    <a:lnTo>
                      <a:pt x="289" y="310"/>
                    </a:lnTo>
                    <a:lnTo>
                      <a:pt x="455" y="358"/>
                    </a:lnTo>
                    <a:lnTo>
                      <a:pt x="534" y="448"/>
                    </a:lnTo>
                    <a:lnTo>
                      <a:pt x="492" y="538"/>
                    </a:lnTo>
                    <a:lnTo>
                      <a:pt x="388" y="473"/>
                    </a:lnTo>
                    <a:lnTo>
                      <a:pt x="354" y="529"/>
                    </a:lnTo>
                    <a:lnTo>
                      <a:pt x="503" y="587"/>
                    </a:lnTo>
                    <a:lnTo>
                      <a:pt x="593" y="554"/>
                    </a:lnTo>
                    <a:lnTo>
                      <a:pt x="518" y="716"/>
                    </a:lnTo>
                    <a:lnTo>
                      <a:pt x="275" y="554"/>
                    </a:lnTo>
                    <a:lnTo>
                      <a:pt x="0" y="220"/>
                    </a:lnTo>
                    <a:lnTo>
                      <a:pt x="19" y="0"/>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1" name="Freeform 375"/>
              <p:cNvSpPr>
                <a:spLocks/>
              </p:cNvSpPr>
              <p:nvPr/>
            </p:nvSpPr>
            <p:spPr bwMode="auto">
              <a:xfrm>
                <a:off x="2432" y="1910"/>
                <a:ext cx="154" cy="100"/>
              </a:xfrm>
              <a:custGeom>
                <a:avLst/>
                <a:gdLst>
                  <a:gd name="T0" fmla="*/ 0 w 1232"/>
                  <a:gd name="T1" fmla="*/ 0 h 800"/>
                  <a:gd name="T2" fmla="*/ 0 w 1232"/>
                  <a:gd name="T3" fmla="*/ 0 h 800"/>
                  <a:gd name="T4" fmla="*/ 0 w 1232"/>
                  <a:gd name="T5" fmla="*/ 0 h 800"/>
                  <a:gd name="T6" fmla="*/ 0 w 1232"/>
                  <a:gd name="T7" fmla="*/ 0 h 800"/>
                  <a:gd name="T8" fmla="*/ 0 w 1232"/>
                  <a:gd name="T9" fmla="*/ 0 h 800"/>
                  <a:gd name="T10" fmla="*/ 0 w 1232"/>
                  <a:gd name="T11" fmla="*/ 0 h 800"/>
                  <a:gd name="T12" fmla="*/ 0 w 1232"/>
                  <a:gd name="T13" fmla="*/ 0 h 800"/>
                  <a:gd name="T14" fmla="*/ 0 w 1232"/>
                  <a:gd name="T15" fmla="*/ 0 h 800"/>
                  <a:gd name="T16" fmla="*/ 0 w 1232"/>
                  <a:gd name="T17" fmla="*/ 0 h 800"/>
                  <a:gd name="T18" fmla="*/ 0 w 1232"/>
                  <a:gd name="T19" fmla="*/ 0 h 800"/>
                  <a:gd name="T20" fmla="*/ 0 w 1232"/>
                  <a:gd name="T21" fmla="*/ 0 h 800"/>
                  <a:gd name="T22" fmla="*/ 0 w 1232"/>
                  <a:gd name="T23" fmla="*/ 0 h 8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32"/>
                  <a:gd name="T37" fmla="*/ 0 h 800"/>
                  <a:gd name="T38" fmla="*/ 1232 w 1232"/>
                  <a:gd name="T39" fmla="*/ 800 h 8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32" h="800">
                    <a:moveTo>
                      <a:pt x="141" y="141"/>
                    </a:moveTo>
                    <a:lnTo>
                      <a:pt x="188" y="171"/>
                    </a:lnTo>
                    <a:lnTo>
                      <a:pt x="215" y="0"/>
                    </a:lnTo>
                    <a:lnTo>
                      <a:pt x="282" y="254"/>
                    </a:lnTo>
                    <a:lnTo>
                      <a:pt x="248" y="325"/>
                    </a:lnTo>
                    <a:lnTo>
                      <a:pt x="575" y="435"/>
                    </a:lnTo>
                    <a:lnTo>
                      <a:pt x="764" y="595"/>
                    </a:lnTo>
                    <a:lnTo>
                      <a:pt x="1174" y="595"/>
                    </a:lnTo>
                    <a:lnTo>
                      <a:pt x="1232" y="717"/>
                    </a:lnTo>
                    <a:lnTo>
                      <a:pt x="764" y="800"/>
                    </a:lnTo>
                    <a:lnTo>
                      <a:pt x="0" y="341"/>
                    </a:lnTo>
                    <a:lnTo>
                      <a:pt x="141" y="141"/>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2" name="Freeform 376"/>
              <p:cNvSpPr>
                <a:spLocks/>
              </p:cNvSpPr>
              <p:nvPr/>
            </p:nvSpPr>
            <p:spPr bwMode="auto">
              <a:xfrm>
                <a:off x="2444" y="1696"/>
                <a:ext cx="280" cy="243"/>
              </a:xfrm>
              <a:custGeom>
                <a:avLst/>
                <a:gdLst>
                  <a:gd name="T0" fmla="*/ 0 w 2241"/>
                  <a:gd name="T1" fmla="*/ 0 h 1943"/>
                  <a:gd name="T2" fmla="*/ 0 w 2241"/>
                  <a:gd name="T3" fmla="*/ 0 h 1943"/>
                  <a:gd name="T4" fmla="*/ 0 w 2241"/>
                  <a:gd name="T5" fmla="*/ 0 h 1943"/>
                  <a:gd name="T6" fmla="*/ 0 w 2241"/>
                  <a:gd name="T7" fmla="*/ 0 h 1943"/>
                  <a:gd name="T8" fmla="*/ 0 w 2241"/>
                  <a:gd name="T9" fmla="*/ 0 h 1943"/>
                  <a:gd name="T10" fmla="*/ 0 w 2241"/>
                  <a:gd name="T11" fmla="*/ 0 h 1943"/>
                  <a:gd name="T12" fmla="*/ 0 w 2241"/>
                  <a:gd name="T13" fmla="*/ 0 h 1943"/>
                  <a:gd name="T14" fmla="*/ 0 w 2241"/>
                  <a:gd name="T15" fmla="*/ 0 h 1943"/>
                  <a:gd name="T16" fmla="*/ 0 w 2241"/>
                  <a:gd name="T17" fmla="*/ 0 h 1943"/>
                  <a:gd name="T18" fmla="*/ 0 w 2241"/>
                  <a:gd name="T19" fmla="*/ 0 h 1943"/>
                  <a:gd name="T20" fmla="*/ 0 w 2241"/>
                  <a:gd name="T21" fmla="*/ 0 h 1943"/>
                  <a:gd name="T22" fmla="*/ 0 w 2241"/>
                  <a:gd name="T23" fmla="*/ 0 h 1943"/>
                  <a:gd name="T24" fmla="*/ 0 w 2241"/>
                  <a:gd name="T25" fmla="*/ 0 h 1943"/>
                  <a:gd name="T26" fmla="*/ 0 w 2241"/>
                  <a:gd name="T27" fmla="*/ 0 h 1943"/>
                  <a:gd name="T28" fmla="*/ 0 w 2241"/>
                  <a:gd name="T29" fmla="*/ 0 h 1943"/>
                  <a:gd name="T30" fmla="*/ 0 w 2241"/>
                  <a:gd name="T31" fmla="*/ 0 h 1943"/>
                  <a:gd name="T32" fmla="*/ 0 w 2241"/>
                  <a:gd name="T33" fmla="*/ 0 h 1943"/>
                  <a:gd name="T34" fmla="*/ 0 w 2241"/>
                  <a:gd name="T35" fmla="*/ 0 h 1943"/>
                  <a:gd name="T36" fmla="*/ 0 w 2241"/>
                  <a:gd name="T37" fmla="*/ 0 h 1943"/>
                  <a:gd name="T38" fmla="*/ 0 w 2241"/>
                  <a:gd name="T39" fmla="*/ 0 h 1943"/>
                  <a:gd name="T40" fmla="*/ 0 w 2241"/>
                  <a:gd name="T41" fmla="*/ 0 h 1943"/>
                  <a:gd name="T42" fmla="*/ 0 w 2241"/>
                  <a:gd name="T43" fmla="*/ 0 h 1943"/>
                  <a:gd name="T44" fmla="*/ 0 w 2241"/>
                  <a:gd name="T45" fmla="*/ 0 h 1943"/>
                  <a:gd name="T46" fmla="*/ 0 w 2241"/>
                  <a:gd name="T47" fmla="*/ 0 h 1943"/>
                  <a:gd name="T48" fmla="*/ 0 w 2241"/>
                  <a:gd name="T49" fmla="*/ 0 h 1943"/>
                  <a:gd name="T50" fmla="*/ 0 w 2241"/>
                  <a:gd name="T51" fmla="*/ 0 h 1943"/>
                  <a:gd name="T52" fmla="*/ 0 w 2241"/>
                  <a:gd name="T53" fmla="*/ 0 h 1943"/>
                  <a:gd name="T54" fmla="*/ 0 w 2241"/>
                  <a:gd name="T55" fmla="*/ 0 h 1943"/>
                  <a:gd name="T56" fmla="*/ 0 w 2241"/>
                  <a:gd name="T57" fmla="*/ 0 h 1943"/>
                  <a:gd name="T58" fmla="*/ 0 w 2241"/>
                  <a:gd name="T59" fmla="*/ 0 h 1943"/>
                  <a:gd name="T60" fmla="*/ 0 w 2241"/>
                  <a:gd name="T61" fmla="*/ 0 h 1943"/>
                  <a:gd name="T62" fmla="*/ 0 w 2241"/>
                  <a:gd name="T63" fmla="*/ 0 h 1943"/>
                  <a:gd name="T64" fmla="*/ 0 w 2241"/>
                  <a:gd name="T65" fmla="*/ 0 h 1943"/>
                  <a:gd name="T66" fmla="*/ 0 w 2241"/>
                  <a:gd name="T67" fmla="*/ 0 h 1943"/>
                  <a:gd name="T68" fmla="*/ 0 w 2241"/>
                  <a:gd name="T69" fmla="*/ 0 h 1943"/>
                  <a:gd name="T70" fmla="*/ 0 w 2241"/>
                  <a:gd name="T71" fmla="*/ 0 h 1943"/>
                  <a:gd name="T72" fmla="*/ 0 w 2241"/>
                  <a:gd name="T73" fmla="*/ 0 h 1943"/>
                  <a:gd name="T74" fmla="*/ 0 w 2241"/>
                  <a:gd name="T75" fmla="*/ 0 h 1943"/>
                  <a:gd name="T76" fmla="*/ 0 w 2241"/>
                  <a:gd name="T77" fmla="*/ 0 h 1943"/>
                  <a:gd name="T78" fmla="*/ 0 w 2241"/>
                  <a:gd name="T79" fmla="*/ 0 h 1943"/>
                  <a:gd name="T80" fmla="*/ 0 w 2241"/>
                  <a:gd name="T81" fmla="*/ 0 h 1943"/>
                  <a:gd name="T82" fmla="*/ 0 w 2241"/>
                  <a:gd name="T83" fmla="*/ 0 h 1943"/>
                  <a:gd name="T84" fmla="*/ 0 w 2241"/>
                  <a:gd name="T85" fmla="*/ 0 h 1943"/>
                  <a:gd name="T86" fmla="*/ 0 w 2241"/>
                  <a:gd name="T87" fmla="*/ 0 h 1943"/>
                  <a:gd name="T88" fmla="*/ 0 w 2241"/>
                  <a:gd name="T89" fmla="*/ 0 h 1943"/>
                  <a:gd name="T90" fmla="*/ 0 w 2241"/>
                  <a:gd name="T91" fmla="*/ 0 h 1943"/>
                  <a:gd name="T92" fmla="*/ 0 w 2241"/>
                  <a:gd name="T93" fmla="*/ 0 h 1943"/>
                  <a:gd name="T94" fmla="*/ 0 w 2241"/>
                  <a:gd name="T95" fmla="*/ 0 h 194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241"/>
                  <a:gd name="T145" fmla="*/ 0 h 1943"/>
                  <a:gd name="T146" fmla="*/ 2241 w 2241"/>
                  <a:gd name="T147" fmla="*/ 1943 h 194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241" h="1943">
                    <a:moveTo>
                      <a:pt x="1241" y="0"/>
                    </a:moveTo>
                    <a:lnTo>
                      <a:pt x="1308" y="277"/>
                    </a:lnTo>
                    <a:lnTo>
                      <a:pt x="1314" y="623"/>
                    </a:lnTo>
                    <a:lnTo>
                      <a:pt x="1250" y="1053"/>
                    </a:lnTo>
                    <a:lnTo>
                      <a:pt x="1133" y="1404"/>
                    </a:lnTo>
                    <a:lnTo>
                      <a:pt x="1232" y="1496"/>
                    </a:lnTo>
                    <a:lnTo>
                      <a:pt x="1035" y="1559"/>
                    </a:lnTo>
                    <a:lnTo>
                      <a:pt x="674" y="1519"/>
                    </a:lnTo>
                    <a:lnTo>
                      <a:pt x="248" y="1528"/>
                    </a:lnTo>
                    <a:lnTo>
                      <a:pt x="0" y="1544"/>
                    </a:lnTo>
                    <a:lnTo>
                      <a:pt x="149" y="1722"/>
                    </a:lnTo>
                    <a:lnTo>
                      <a:pt x="1133" y="1803"/>
                    </a:lnTo>
                    <a:lnTo>
                      <a:pt x="1815" y="1943"/>
                    </a:lnTo>
                    <a:lnTo>
                      <a:pt x="1898" y="1886"/>
                    </a:lnTo>
                    <a:lnTo>
                      <a:pt x="1802" y="1812"/>
                    </a:lnTo>
                    <a:lnTo>
                      <a:pt x="1872" y="1748"/>
                    </a:lnTo>
                    <a:lnTo>
                      <a:pt x="2013" y="1722"/>
                    </a:lnTo>
                    <a:lnTo>
                      <a:pt x="2241" y="1739"/>
                    </a:lnTo>
                    <a:lnTo>
                      <a:pt x="2064" y="1634"/>
                    </a:lnTo>
                    <a:lnTo>
                      <a:pt x="1956" y="1501"/>
                    </a:lnTo>
                    <a:lnTo>
                      <a:pt x="1965" y="1404"/>
                    </a:lnTo>
                    <a:lnTo>
                      <a:pt x="2151" y="1307"/>
                    </a:lnTo>
                    <a:lnTo>
                      <a:pt x="2202" y="1168"/>
                    </a:lnTo>
                    <a:lnTo>
                      <a:pt x="2103" y="1215"/>
                    </a:lnTo>
                    <a:lnTo>
                      <a:pt x="1995" y="1210"/>
                    </a:lnTo>
                    <a:lnTo>
                      <a:pt x="1971" y="1168"/>
                    </a:lnTo>
                    <a:lnTo>
                      <a:pt x="2064" y="1075"/>
                    </a:lnTo>
                    <a:lnTo>
                      <a:pt x="1979" y="1071"/>
                    </a:lnTo>
                    <a:lnTo>
                      <a:pt x="1988" y="972"/>
                    </a:lnTo>
                    <a:lnTo>
                      <a:pt x="2028" y="832"/>
                    </a:lnTo>
                    <a:lnTo>
                      <a:pt x="2120" y="876"/>
                    </a:lnTo>
                    <a:lnTo>
                      <a:pt x="2151" y="963"/>
                    </a:lnTo>
                    <a:lnTo>
                      <a:pt x="2186" y="840"/>
                    </a:lnTo>
                    <a:lnTo>
                      <a:pt x="2145" y="537"/>
                    </a:lnTo>
                    <a:lnTo>
                      <a:pt x="2168" y="311"/>
                    </a:lnTo>
                    <a:lnTo>
                      <a:pt x="2094" y="645"/>
                    </a:lnTo>
                    <a:lnTo>
                      <a:pt x="1979" y="816"/>
                    </a:lnTo>
                    <a:lnTo>
                      <a:pt x="1760" y="1134"/>
                    </a:lnTo>
                    <a:lnTo>
                      <a:pt x="1608" y="1282"/>
                    </a:lnTo>
                    <a:lnTo>
                      <a:pt x="1398" y="1422"/>
                    </a:lnTo>
                    <a:lnTo>
                      <a:pt x="1331" y="1429"/>
                    </a:lnTo>
                    <a:lnTo>
                      <a:pt x="1398" y="1307"/>
                    </a:lnTo>
                    <a:lnTo>
                      <a:pt x="1430" y="1111"/>
                    </a:lnTo>
                    <a:lnTo>
                      <a:pt x="1446" y="800"/>
                    </a:lnTo>
                    <a:lnTo>
                      <a:pt x="1430" y="521"/>
                    </a:lnTo>
                    <a:lnTo>
                      <a:pt x="1398" y="269"/>
                    </a:lnTo>
                    <a:lnTo>
                      <a:pt x="1349" y="113"/>
                    </a:lnTo>
                    <a:lnTo>
                      <a:pt x="1241" y="0"/>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3" name="Freeform 377"/>
              <p:cNvSpPr>
                <a:spLocks/>
              </p:cNvSpPr>
              <p:nvPr/>
            </p:nvSpPr>
            <p:spPr bwMode="auto">
              <a:xfrm>
                <a:off x="2677" y="1945"/>
                <a:ext cx="71" cy="44"/>
              </a:xfrm>
              <a:custGeom>
                <a:avLst/>
                <a:gdLst>
                  <a:gd name="T0" fmla="*/ 0 w 567"/>
                  <a:gd name="T1" fmla="*/ 0 h 351"/>
                  <a:gd name="T2" fmla="*/ 0 w 567"/>
                  <a:gd name="T3" fmla="*/ 0 h 351"/>
                  <a:gd name="T4" fmla="*/ 0 w 567"/>
                  <a:gd name="T5" fmla="*/ 0 h 351"/>
                  <a:gd name="T6" fmla="*/ 0 w 567"/>
                  <a:gd name="T7" fmla="*/ 0 h 351"/>
                  <a:gd name="T8" fmla="*/ 0 w 567"/>
                  <a:gd name="T9" fmla="*/ 0 h 351"/>
                  <a:gd name="T10" fmla="*/ 0 w 567"/>
                  <a:gd name="T11" fmla="*/ 0 h 351"/>
                  <a:gd name="T12" fmla="*/ 0 w 567"/>
                  <a:gd name="T13" fmla="*/ 0 h 351"/>
                  <a:gd name="T14" fmla="*/ 0 w 567"/>
                  <a:gd name="T15" fmla="*/ 0 h 351"/>
                  <a:gd name="T16" fmla="*/ 0 w 567"/>
                  <a:gd name="T17" fmla="*/ 0 h 351"/>
                  <a:gd name="T18" fmla="*/ 0 w 567"/>
                  <a:gd name="T19" fmla="*/ 0 h 351"/>
                  <a:gd name="T20" fmla="*/ 0 w 567"/>
                  <a:gd name="T21" fmla="*/ 0 h 351"/>
                  <a:gd name="T22" fmla="*/ 0 w 567"/>
                  <a:gd name="T23" fmla="*/ 0 h 351"/>
                  <a:gd name="T24" fmla="*/ 0 w 567"/>
                  <a:gd name="T25" fmla="*/ 0 h 351"/>
                  <a:gd name="T26" fmla="*/ 0 w 567"/>
                  <a:gd name="T27" fmla="*/ 0 h 351"/>
                  <a:gd name="T28" fmla="*/ 0 w 567"/>
                  <a:gd name="T29" fmla="*/ 0 h 35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67"/>
                  <a:gd name="T46" fmla="*/ 0 h 351"/>
                  <a:gd name="T47" fmla="*/ 567 w 567"/>
                  <a:gd name="T48" fmla="*/ 351 h 35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67" h="351">
                    <a:moveTo>
                      <a:pt x="129" y="0"/>
                    </a:moveTo>
                    <a:lnTo>
                      <a:pt x="198" y="72"/>
                    </a:lnTo>
                    <a:lnTo>
                      <a:pt x="173" y="162"/>
                    </a:lnTo>
                    <a:lnTo>
                      <a:pt x="237" y="114"/>
                    </a:lnTo>
                    <a:lnTo>
                      <a:pt x="261" y="251"/>
                    </a:lnTo>
                    <a:lnTo>
                      <a:pt x="355" y="169"/>
                    </a:lnTo>
                    <a:lnTo>
                      <a:pt x="426" y="219"/>
                    </a:lnTo>
                    <a:lnTo>
                      <a:pt x="375" y="268"/>
                    </a:lnTo>
                    <a:lnTo>
                      <a:pt x="417" y="327"/>
                    </a:lnTo>
                    <a:lnTo>
                      <a:pt x="507" y="309"/>
                    </a:lnTo>
                    <a:lnTo>
                      <a:pt x="567" y="351"/>
                    </a:lnTo>
                    <a:lnTo>
                      <a:pt x="204" y="351"/>
                    </a:lnTo>
                    <a:lnTo>
                      <a:pt x="0" y="196"/>
                    </a:lnTo>
                    <a:lnTo>
                      <a:pt x="23" y="37"/>
                    </a:lnTo>
                    <a:lnTo>
                      <a:pt x="129" y="0"/>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4" name="Freeform 378"/>
              <p:cNvSpPr>
                <a:spLocks/>
              </p:cNvSpPr>
              <p:nvPr/>
            </p:nvSpPr>
            <p:spPr bwMode="auto">
              <a:xfrm>
                <a:off x="2705" y="1865"/>
                <a:ext cx="20" cy="25"/>
              </a:xfrm>
              <a:custGeom>
                <a:avLst/>
                <a:gdLst>
                  <a:gd name="T0" fmla="*/ 0 w 156"/>
                  <a:gd name="T1" fmla="*/ 0 h 200"/>
                  <a:gd name="T2" fmla="*/ 0 w 156"/>
                  <a:gd name="T3" fmla="*/ 0 h 200"/>
                  <a:gd name="T4" fmla="*/ 0 w 156"/>
                  <a:gd name="T5" fmla="*/ 0 h 200"/>
                  <a:gd name="T6" fmla="*/ 0 w 156"/>
                  <a:gd name="T7" fmla="*/ 0 h 200"/>
                  <a:gd name="T8" fmla="*/ 0 w 156"/>
                  <a:gd name="T9" fmla="*/ 0 h 200"/>
                  <a:gd name="T10" fmla="*/ 0 w 156"/>
                  <a:gd name="T11" fmla="*/ 0 h 200"/>
                  <a:gd name="T12" fmla="*/ 0 w 156"/>
                  <a:gd name="T13" fmla="*/ 0 h 200"/>
                  <a:gd name="T14" fmla="*/ 0 60000 65536"/>
                  <a:gd name="T15" fmla="*/ 0 60000 65536"/>
                  <a:gd name="T16" fmla="*/ 0 60000 65536"/>
                  <a:gd name="T17" fmla="*/ 0 60000 65536"/>
                  <a:gd name="T18" fmla="*/ 0 60000 65536"/>
                  <a:gd name="T19" fmla="*/ 0 60000 65536"/>
                  <a:gd name="T20" fmla="*/ 0 60000 65536"/>
                  <a:gd name="T21" fmla="*/ 0 w 156"/>
                  <a:gd name="T22" fmla="*/ 0 h 200"/>
                  <a:gd name="T23" fmla="*/ 156 w 156"/>
                  <a:gd name="T24" fmla="*/ 200 h 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6" h="200">
                    <a:moveTo>
                      <a:pt x="0" y="79"/>
                    </a:moveTo>
                    <a:lnTo>
                      <a:pt x="81" y="79"/>
                    </a:lnTo>
                    <a:lnTo>
                      <a:pt x="74" y="137"/>
                    </a:lnTo>
                    <a:lnTo>
                      <a:pt x="18" y="128"/>
                    </a:lnTo>
                    <a:lnTo>
                      <a:pt x="127" y="200"/>
                    </a:lnTo>
                    <a:lnTo>
                      <a:pt x="156" y="0"/>
                    </a:lnTo>
                    <a:lnTo>
                      <a:pt x="0" y="79"/>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5" name="Freeform 379"/>
              <p:cNvSpPr>
                <a:spLocks/>
              </p:cNvSpPr>
              <p:nvPr/>
            </p:nvSpPr>
            <p:spPr bwMode="auto">
              <a:xfrm>
                <a:off x="2559" y="1930"/>
                <a:ext cx="121" cy="78"/>
              </a:xfrm>
              <a:custGeom>
                <a:avLst/>
                <a:gdLst>
                  <a:gd name="T0" fmla="*/ 0 w 966"/>
                  <a:gd name="T1" fmla="*/ 0 h 621"/>
                  <a:gd name="T2" fmla="*/ 0 w 966"/>
                  <a:gd name="T3" fmla="*/ 0 h 621"/>
                  <a:gd name="T4" fmla="*/ 0 w 966"/>
                  <a:gd name="T5" fmla="*/ 0 h 621"/>
                  <a:gd name="T6" fmla="*/ 0 w 966"/>
                  <a:gd name="T7" fmla="*/ 0 h 621"/>
                  <a:gd name="T8" fmla="*/ 0 w 966"/>
                  <a:gd name="T9" fmla="*/ 0 h 621"/>
                  <a:gd name="T10" fmla="*/ 0 w 966"/>
                  <a:gd name="T11" fmla="*/ 0 h 621"/>
                  <a:gd name="T12" fmla="*/ 0 w 966"/>
                  <a:gd name="T13" fmla="*/ 0 h 621"/>
                  <a:gd name="T14" fmla="*/ 0 w 966"/>
                  <a:gd name="T15" fmla="*/ 0 h 621"/>
                  <a:gd name="T16" fmla="*/ 0 w 966"/>
                  <a:gd name="T17" fmla="*/ 0 h 621"/>
                  <a:gd name="T18" fmla="*/ 0 w 966"/>
                  <a:gd name="T19" fmla="*/ 0 h 621"/>
                  <a:gd name="T20" fmla="*/ 0 w 966"/>
                  <a:gd name="T21" fmla="*/ 0 h 621"/>
                  <a:gd name="T22" fmla="*/ 0 w 966"/>
                  <a:gd name="T23" fmla="*/ 0 h 621"/>
                  <a:gd name="T24" fmla="*/ 0 w 966"/>
                  <a:gd name="T25" fmla="*/ 0 h 6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66"/>
                  <a:gd name="T40" fmla="*/ 0 h 621"/>
                  <a:gd name="T41" fmla="*/ 966 w 966"/>
                  <a:gd name="T42" fmla="*/ 621 h 62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66" h="621">
                    <a:moveTo>
                      <a:pt x="0" y="237"/>
                    </a:moveTo>
                    <a:lnTo>
                      <a:pt x="70" y="310"/>
                    </a:lnTo>
                    <a:lnTo>
                      <a:pt x="138" y="432"/>
                    </a:lnTo>
                    <a:lnTo>
                      <a:pt x="171" y="545"/>
                    </a:lnTo>
                    <a:lnTo>
                      <a:pt x="303" y="621"/>
                    </a:lnTo>
                    <a:lnTo>
                      <a:pt x="484" y="596"/>
                    </a:lnTo>
                    <a:lnTo>
                      <a:pt x="681" y="561"/>
                    </a:lnTo>
                    <a:lnTo>
                      <a:pt x="966" y="450"/>
                    </a:lnTo>
                    <a:lnTo>
                      <a:pt x="966" y="220"/>
                    </a:lnTo>
                    <a:lnTo>
                      <a:pt x="910" y="81"/>
                    </a:lnTo>
                    <a:lnTo>
                      <a:pt x="562" y="0"/>
                    </a:lnTo>
                    <a:lnTo>
                      <a:pt x="244" y="160"/>
                    </a:lnTo>
                    <a:lnTo>
                      <a:pt x="0" y="237"/>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6" name="Freeform 380"/>
              <p:cNvSpPr>
                <a:spLocks/>
              </p:cNvSpPr>
              <p:nvPr/>
            </p:nvSpPr>
            <p:spPr bwMode="auto">
              <a:xfrm>
                <a:off x="2543" y="1719"/>
                <a:ext cx="16" cy="14"/>
              </a:xfrm>
              <a:custGeom>
                <a:avLst/>
                <a:gdLst>
                  <a:gd name="T0" fmla="*/ 0 w 125"/>
                  <a:gd name="T1" fmla="*/ 0 h 113"/>
                  <a:gd name="T2" fmla="*/ 0 w 125"/>
                  <a:gd name="T3" fmla="*/ 0 h 113"/>
                  <a:gd name="T4" fmla="*/ 0 w 125"/>
                  <a:gd name="T5" fmla="*/ 0 h 113"/>
                  <a:gd name="T6" fmla="*/ 0 w 125"/>
                  <a:gd name="T7" fmla="*/ 0 h 113"/>
                  <a:gd name="T8" fmla="*/ 0 w 125"/>
                  <a:gd name="T9" fmla="*/ 0 h 113"/>
                  <a:gd name="T10" fmla="*/ 0 w 125"/>
                  <a:gd name="T11" fmla="*/ 0 h 113"/>
                  <a:gd name="T12" fmla="*/ 0 w 125"/>
                  <a:gd name="T13" fmla="*/ 0 h 113"/>
                  <a:gd name="T14" fmla="*/ 0 w 125"/>
                  <a:gd name="T15" fmla="*/ 0 h 113"/>
                  <a:gd name="T16" fmla="*/ 0 60000 65536"/>
                  <a:gd name="T17" fmla="*/ 0 60000 65536"/>
                  <a:gd name="T18" fmla="*/ 0 60000 65536"/>
                  <a:gd name="T19" fmla="*/ 0 60000 65536"/>
                  <a:gd name="T20" fmla="*/ 0 60000 65536"/>
                  <a:gd name="T21" fmla="*/ 0 60000 65536"/>
                  <a:gd name="T22" fmla="*/ 0 60000 65536"/>
                  <a:gd name="T23" fmla="*/ 0 60000 65536"/>
                  <a:gd name="T24" fmla="*/ 0 w 125"/>
                  <a:gd name="T25" fmla="*/ 0 h 113"/>
                  <a:gd name="T26" fmla="*/ 125 w 125"/>
                  <a:gd name="T27" fmla="*/ 113 h 11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5" h="113">
                    <a:moveTo>
                      <a:pt x="90" y="0"/>
                    </a:moveTo>
                    <a:lnTo>
                      <a:pt x="33" y="14"/>
                    </a:lnTo>
                    <a:lnTo>
                      <a:pt x="0" y="69"/>
                    </a:lnTo>
                    <a:lnTo>
                      <a:pt x="42" y="113"/>
                    </a:lnTo>
                    <a:lnTo>
                      <a:pt x="99" y="113"/>
                    </a:lnTo>
                    <a:lnTo>
                      <a:pt x="125" y="78"/>
                    </a:lnTo>
                    <a:lnTo>
                      <a:pt x="125" y="30"/>
                    </a:lnTo>
                    <a:lnTo>
                      <a:pt x="90"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7" name="Freeform 381"/>
              <p:cNvSpPr>
                <a:spLocks/>
              </p:cNvSpPr>
              <p:nvPr/>
            </p:nvSpPr>
            <p:spPr bwMode="auto">
              <a:xfrm>
                <a:off x="2557" y="1807"/>
                <a:ext cx="11" cy="11"/>
              </a:xfrm>
              <a:custGeom>
                <a:avLst/>
                <a:gdLst>
                  <a:gd name="T0" fmla="*/ 0 w 88"/>
                  <a:gd name="T1" fmla="*/ 0 h 94"/>
                  <a:gd name="T2" fmla="*/ 0 w 88"/>
                  <a:gd name="T3" fmla="*/ 0 h 94"/>
                  <a:gd name="T4" fmla="*/ 0 w 88"/>
                  <a:gd name="T5" fmla="*/ 0 h 94"/>
                  <a:gd name="T6" fmla="*/ 0 w 88"/>
                  <a:gd name="T7" fmla="*/ 0 h 94"/>
                  <a:gd name="T8" fmla="*/ 0 w 88"/>
                  <a:gd name="T9" fmla="*/ 0 h 94"/>
                  <a:gd name="T10" fmla="*/ 0 w 88"/>
                  <a:gd name="T11" fmla="*/ 0 h 94"/>
                  <a:gd name="T12" fmla="*/ 0 w 88"/>
                  <a:gd name="T13" fmla="*/ 0 h 94"/>
                  <a:gd name="T14" fmla="*/ 0 60000 65536"/>
                  <a:gd name="T15" fmla="*/ 0 60000 65536"/>
                  <a:gd name="T16" fmla="*/ 0 60000 65536"/>
                  <a:gd name="T17" fmla="*/ 0 60000 65536"/>
                  <a:gd name="T18" fmla="*/ 0 60000 65536"/>
                  <a:gd name="T19" fmla="*/ 0 60000 65536"/>
                  <a:gd name="T20" fmla="*/ 0 60000 65536"/>
                  <a:gd name="T21" fmla="*/ 0 w 88"/>
                  <a:gd name="T22" fmla="*/ 0 h 94"/>
                  <a:gd name="T23" fmla="*/ 88 w 88"/>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8" h="94">
                    <a:moveTo>
                      <a:pt x="82" y="21"/>
                    </a:moveTo>
                    <a:lnTo>
                      <a:pt x="55" y="0"/>
                    </a:lnTo>
                    <a:lnTo>
                      <a:pt x="7" y="12"/>
                    </a:lnTo>
                    <a:lnTo>
                      <a:pt x="0" y="69"/>
                    </a:lnTo>
                    <a:lnTo>
                      <a:pt x="42" y="94"/>
                    </a:lnTo>
                    <a:lnTo>
                      <a:pt x="88" y="69"/>
                    </a:lnTo>
                    <a:lnTo>
                      <a:pt x="82" y="21"/>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8" name="Freeform 382"/>
              <p:cNvSpPr>
                <a:spLocks/>
              </p:cNvSpPr>
              <p:nvPr/>
            </p:nvSpPr>
            <p:spPr bwMode="auto">
              <a:xfrm>
                <a:off x="2464" y="1462"/>
                <a:ext cx="144" cy="251"/>
              </a:xfrm>
              <a:custGeom>
                <a:avLst/>
                <a:gdLst>
                  <a:gd name="T0" fmla="*/ 0 w 1157"/>
                  <a:gd name="T1" fmla="*/ 0 h 2007"/>
                  <a:gd name="T2" fmla="*/ 0 w 1157"/>
                  <a:gd name="T3" fmla="*/ 0 h 2007"/>
                  <a:gd name="T4" fmla="*/ 0 w 1157"/>
                  <a:gd name="T5" fmla="*/ 0 h 2007"/>
                  <a:gd name="T6" fmla="*/ 0 w 1157"/>
                  <a:gd name="T7" fmla="*/ 0 h 2007"/>
                  <a:gd name="T8" fmla="*/ 0 w 1157"/>
                  <a:gd name="T9" fmla="*/ 0 h 2007"/>
                  <a:gd name="T10" fmla="*/ 0 w 1157"/>
                  <a:gd name="T11" fmla="*/ 0 h 2007"/>
                  <a:gd name="T12" fmla="*/ 0 w 1157"/>
                  <a:gd name="T13" fmla="*/ 0 h 2007"/>
                  <a:gd name="T14" fmla="*/ 0 w 1157"/>
                  <a:gd name="T15" fmla="*/ 0 h 2007"/>
                  <a:gd name="T16" fmla="*/ 0 w 1157"/>
                  <a:gd name="T17" fmla="*/ 0 h 2007"/>
                  <a:gd name="T18" fmla="*/ 0 w 1157"/>
                  <a:gd name="T19" fmla="*/ 0 h 2007"/>
                  <a:gd name="T20" fmla="*/ 0 w 1157"/>
                  <a:gd name="T21" fmla="*/ 0 h 2007"/>
                  <a:gd name="T22" fmla="*/ 0 w 1157"/>
                  <a:gd name="T23" fmla="*/ 0 h 2007"/>
                  <a:gd name="T24" fmla="*/ 0 w 1157"/>
                  <a:gd name="T25" fmla="*/ 0 h 2007"/>
                  <a:gd name="T26" fmla="*/ 0 w 1157"/>
                  <a:gd name="T27" fmla="*/ 0 h 2007"/>
                  <a:gd name="T28" fmla="*/ 0 w 1157"/>
                  <a:gd name="T29" fmla="*/ 0 h 2007"/>
                  <a:gd name="T30" fmla="*/ 0 w 1157"/>
                  <a:gd name="T31" fmla="*/ 0 h 2007"/>
                  <a:gd name="T32" fmla="*/ 0 w 1157"/>
                  <a:gd name="T33" fmla="*/ 0 h 2007"/>
                  <a:gd name="T34" fmla="*/ 0 w 1157"/>
                  <a:gd name="T35" fmla="*/ 0 h 2007"/>
                  <a:gd name="T36" fmla="*/ 0 w 1157"/>
                  <a:gd name="T37" fmla="*/ 0 h 2007"/>
                  <a:gd name="T38" fmla="*/ 0 w 1157"/>
                  <a:gd name="T39" fmla="*/ 0 h 2007"/>
                  <a:gd name="T40" fmla="*/ 0 w 1157"/>
                  <a:gd name="T41" fmla="*/ 0 h 2007"/>
                  <a:gd name="T42" fmla="*/ 0 w 1157"/>
                  <a:gd name="T43" fmla="*/ 0 h 2007"/>
                  <a:gd name="T44" fmla="*/ 0 w 1157"/>
                  <a:gd name="T45" fmla="*/ 0 h 2007"/>
                  <a:gd name="T46" fmla="*/ 0 w 1157"/>
                  <a:gd name="T47" fmla="*/ 0 h 2007"/>
                  <a:gd name="T48" fmla="*/ 0 w 1157"/>
                  <a:gd name="T49" fmla="*/ 0 h 2007"/>
                  <a:gd name="T50" fmla="*/ 0 w 1157"/>
                  <a:gd name="T51" fmla="*/ 0 h 200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57"/>
                  <a:gd name="T79" fmla="*/ 0 h 2007"/>
                  <a:gd name="T80" fmla="*/ 1157 w 1157"/>
                  <a:gd name="T81" fmla="*/ 2007 h 200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57" h="2007">
                    <a:moveTo>
                      <a:pt x="35" y="1688"/>
                    </a:moveTo>
                    <a:lnTo>
                      <a:pt x="95" y="1780"/>
                    </a:lnTo>
                    <a:lnTo>
                      <a:pt x="251" y="1881"/>
                    </a:lnTo>
                    <a:lnTo>
                      <a:pt x="411" y="1937"/>
                    </a:lnTo>
                    <a:lnTo>
                      <a:pt x="596" y="1976"/>
                    </a:lnTo>
                    <a:lnTo>
                      <a:pt x="789" y="2007"/>
                    </a:lnTo>
                    <a:lnTo>
                      <a:pt x="895" y="1971"/>
                    </a:lnTo>
                    <a:lnTo>
                      <a:pt x="945" y="1911"/>
                    </a:lnTo>
                    <a:lnTo>
                      <a:pt x="956" y="1766"/>
                    </a:lnTo>
                    <a:lnTo>
                      <a:pt x="915" y="1577"/>
                    </a:lnTo>
                    <a:lnTo>
                      <a:pt x="875" y="1422"/>
                    </a:lnTo>
                    <a:lnTo>
                      <a:pt x="961" y="1317"/>
                    </a:lnTo>
                    <a:lnTo>
                      <a:pt x="1055" y="1143"/>
                    </a:lnTo>
                    <a:lnTo>
                      <a:pt x="1093" y="1009"/>
                    </a:lnTo>
                    <a:lnTo>
                      <a:pt x="1148" y="772"/>
                    </a:lnTo>
                    <a:lnTo>
                      <a:pt x="1157" y="648"/>
                    </a:lnTo>
                    <a:lnTo>
                      <a:pt x="1157" y="480"/>
                    </a:lnTo>
                    <a:lnTo>
                      <a:pt x="1125" y="231"/>
                    </a:lnTo>
                    <a:lnTo>
                      <a:pt x="994" y="14"/>
                    </a:lnTo>
                    <a:lnTo>
                      <a:pt x="411" y="0"/>
                    </a:lnTo>
                    <a:lnTo>
                      <a:pt x="129" y="378"/>
                    </a:lnTo>
                    <a:lnTo>
                      <a:pt x="0" y="576"/>
                    </a:lnTo>
                    <a:lnTo>
                      <a:pt x="5" y="733"/>
                    </a:lnTo>
                    <a:lnTo>
                      <a:pt x="69" y="1056"/>
                    </a:lnTo>
                    <a:lnTo>
                      <a:pt x="23" y="1568"/>
                    </a:lnTo>
                    <a:lnTo>
                      <a:pt x="35" y="1688"/>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89" name="Freeform 383"/>
              <p:cNvSpPr>
                <a:spLocks/>
              </p:cNvSpPr>
              <p:nvPr/>
            </p:nvSpPr>
            <p:spPr bwMode="auto">
              <a:xfrm>
                <a:off x="2471" y="1569"/>
                <a:ext cx="16" cy="29"/>
              </a:xfrm>
              <a:custGeom>
                <a:avLst/>
                <a:gdLst>
                  <a:gd name="T0" fmla="*/ 0 w 129"/>
                  <a:gd name="T1" fmla="*/ 0 h 233"/>
                  <a:gd name="T2" fmla="*/ 0 w 129"/>
                  <a:gd name="T3" fmla="*/ 0 h 233"/>
                  <a:gd name="T4" fmla="*/ 0 w 129"/>
                  <a:gd name="T5" fmla="*/ 0 h 233"/>
                  <a:gd name="T6" fmla="*/ 0 w 129"/>
                  <a:gd name="T7" fmla="*/ 0 h 233"/>
                  <a:gd name="T8" fmla="*/ 0 w 129"/>
                  <a:gd name="T9" fmla="*/ 0 h 233"/>
                  <a:gd name="T10" fmla="*/ 0 w 129"/>
                  <a:gd name="T11" fmla="*/ 0 h 233"/>
                  <a:gd name="T12" fmla="*/ 0 w 129"/>
                  <a:gd name="T13" fmla="*/ 0 h 233"/>
                  <a:gd name="T14" fmla="*/ 0 w 129"/>
                  <a:gd name="T15" fmla="*/ 0 h 233"/>
                  <a:gd name="T16" fmla="*/ 0 w 129"/>
                  <a:gd name="T17" fmla="*/ 0 h 2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9"/>
                  <a:gd name="T28" fmla="*/ 0 h 233"/>
                  <a:gd name="T29" fmla="*/ 129 w 129"/>
                  <a:gd name="T30" fmla="*/ 233 h 2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9" h="233">
                    <a:moveTo>
                      <a:pt x="33" y="12"/>
                    </a:moveTo>
                    <a:lnTo>
                      <a:pt x="67" y="0"/>
                    </a:lnTo>
                    <a:lnTo>
                      <a:pt x="101" y="25"/>
                    </a:lnTo>
                    <a:lnTo>
                      <a:pt x="129" y="79"/>
                    </a:lnTo>
                    <a:lnTo>
                      <a:pt x="123" y="194"/>
                    </a:lnTo>
                    <a:lnTo>
                      <a:pt x="81" y="233"/>
                    </a:lnTo>
                    <a:lnTo>
                      <a:pt x="0" y="194"/>
                    </a:lnTo>
                    <a:lnTo>
                      <a:pt x="0" y="95"/>
                    </a:lnTo>
                    <a:lnTo>
                      <a:pt x="33" y="12"/>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0" name="Freeform 384"/>
              <p:cNvSpPr>
                <a:spLocks/>
              </p:cNvSpPr>
              <p:nvPr/>
            </p:nvSpPr>
            <p:spPr bwMode="auto">
              <a:xfrm>
                <a:off x="2601" y="1577"/>
                <a:ext cx="5" cy="15"/>
              </a:xfrm>
              <a:custGeom>
                <a:avLst/>
                <a:gdLst>
                  <a:gd name="T0" fmla="*/ 0 w 44"/>
                  <a:gd name="T1" fmla="*/ 0 h 123"/>
                  <a:gd name="T2" fmla="*/ 0 w 44"/>
                  <a:gd name="T3" fmla="*/ 0 h 123"/>
                  <a:gd name="T4" fmla="*/ 0 w 44"/>
                  <a:gd name="T5" fmla="*/ 0 h 123"/>
                  <a:gd name="T6" fmla="*/ 0 w 44"/>
                  <a:gd name="T7" fmla="*/ 0 h 123"/>
                  <a:gd name="T8" fmla="*/ 0 w 44"/>
                  <a:gd name="T9" fmla="*/ 0 h 123"/>
                  <a:gd name="T10" fmla="*/ 0 w 44"/>
                  <a:gd name="T11" fmla="*/ 0 h 123"/>
                  <a:gd name="T12" fmla="*/ 0 60000 65536"/>
                  <a:gd name="T13" fmla="*/ 0 60000 65536"/>
                  <a:gd name="T14" fmla="*/ 0 60000 65536"/>
                  <a:gd name="T15" fmla="*/ 0 60000 65536"/>
                  <a:gd name="T16" fmla="*/ 0 60000 65536"/>
                  <a:gd name="T17" fmla="*/ 0 60000 65536"/>
                  <a:gd name="T18" fmla="*/ 0 w 44"/>
                  <a:gd name="T19" fmla="*/ 0 h 123"/>
                  <a:gd name="T20" fmla="*/ 44 w 44"/>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44" h="123">
                    <a:moveTo>
                      <a:pt x="24" y="0"/>
                    </a:moveTo>
                    <a:lnTo>
                      <a:pt x="0" y="123"/>
                    </a:lnTo>
                    <a:lnTo>
                      <a:pt x="28" y="121"/>
                    </a:lnTo>
                    <a:lnTo>
                      <a:pt x="44" y="88"/>
                    </a:lnTo>
                    <a:lnTo>
                      <a:pt x="39" y="42"/>
                    </a:lnTo>
                    <a:lnTo>
                      <a:pt x="24"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1" name="Freeform 385"/>
              <p:cNvSpPr>
                <a:spLocks/>
              </p:cNvSpPr>
              <p:nvPr/>
            </p:nvSpPr>
            <p:spPr bwMode="auto">
              <a:xfrm>
                <a:off x="1883" y="1681"/>
                <a:ext cx="654" cy="484"/>
              </a:xfrm>
              <a:custGeom>
                <a:avLst/>
                <a:gdLst>
                  <a:gd name="T0" fmla="*/ 0 w 5233"/>
                  <a:gd name="T1" fmla="*/ 0 h 3878"/>
                  <a:gd name="T2" fmla="*/ 0 w 5233"/>
                  <a:gd name="T3" fmla="*/ 0 h 3878"/>
                  <a:gd name="T4" fmla="*/ 0 w 5233"/>
                  <a:gd name="T5" fmla="*/ 0 h 3878"/>
                  <a:gd name="T6" fmla="*/ 0 w 5233"/>
                  <a:gd name="T7" fmla="*/ 0 h 3878"/>
                  <a:gd name="T8" fmla="*/ 0 w 5233"/>
                  <a:gd name="T9" fmla="*/ 0 h 3878"/>
                  <a:gd name="T10" fmla="*/ 0 w 5233"/>
                  <a:gd name="T11" fmla="*/ 0 h 3878"/>
                  <a:gd name="T12" fmla="*/ 0 w 5233"/>
                  <a:gd name="T13" fmla="*/ 0 h 3878"/>
                  <a:gd name="T14" fmla="*/ 0 w 5233"/>
                  <a:gd name="T15" fmla="*/ 0 h 3878"/>
                  <a:gd name="T16" fmla="*/ 0 w 5233"/>
                  <a:gd name="T17" fmla="*/ 0 h 3878"/>
                  <a:gd name="T18" fmla="*/ 0 w 5233"/>
                  <a:gd name="T19" fmla="*/ 0 h 3878"/>
                  <a:gd name="T20" fmla="*/ 0 w 5233"/>
                  <a:gd name="T21" fmla="*/ 0 h 3878"/>
                  <a:gd name="T22" fmla="*/ 0 w 5233"/>
                  <a:gd name="T23" fmla="*/ 0 h 3878"/>
                  <a:gd name="T24" fmla="*/ 0 w 5233"/>
                  <a:gd name="T25" fmla="*/ 0 h 3878"/>
                  <a:gd name="T26" fmla="*/ 0 w 5233"/>
                  <a:gd name="T27" fmla="*/ 0 h 3878"/>
                  <a:gd name="T28" fmla="*/ 0 w 5233"/>
                  <a:gd name="T29" fmla="*/ 0 h 3878"/>
                  <a:gd name="T30" fmla="*/ 0 w 5233"/>
                  <a:gd name="T31" fmla="*/ 0 h 3878"/>
                  <a:gd name="T32" fmla="*/ 0 w 5233"/>
                  <a:gd name="T33" fmla="*/ 0 h 3878"/>
                  <a:gd name="T34" fmla="*/ 0 w 5233"/>
                  <a:gd name="T35" fmla="*/ 0 h 3878"/>
                  <a:gd name="T36" fmla="*/ 0 w 5233"/>
                  <a:gd name="T37" fmla="*/ 0 h 3878"/>
                  <a:gd name="T38" fmla="*/ 0 w 5233"/>
                  <a:gd name="T39" fmla="*/ 0 h 3878"/>
                  <a:gd name="T40" fmla="*/ 0 w 5233"/>
                  <a:gd name="T41" fmla="*/ 0 h 3878"/>
                  <a:gd name="T42" fmla="*/ 0 w 5233"/>
                  <a:gd name="T43" fmla="*/ 0 h 3878"/>
                  <a:gd name="T44" fmla="*/ 0 w 5233"/>
                  <a:gd name="T45" fmla="*/ 0 h 3878"/>
                  <a:gd name="T46" fmla="*/ 0 w 5233"/>
                  <a:gd name="T47" fmla="*/ 0 h 3878"/>
                  <a:gd name="T48" fmla="*/ 0 w 5233"/>
                  <a:gd name="T49" fmla="*/ 0 h 3878"/>
                  <a:gd name="T50" fmla="*/ 0 w 5233"/>
                  <a:gd name="T51" fmla="*/ 0 h 3878"/>
                  <a:gd name="T52" fmla="*/ 0 w 5233"/>
                  <a:gd name="T53" fmla="*/ 0 h 3878"/>
                  <a:gd name="T54" fmla="*/ 0 w 5233"/>
                  <a:gd name="T55" fmla="*/ 0 h 3878"/>
                  <a:gd name="T56" fmla="*/ 0 w 5233"/>
                  <a:gd name="T57" fmla="*/ 0 h 3878"/>
                  <a:gd name="T58" fmla="*/ 0 w 5233"/>
                  <a:gd name="T59" fmla="*/ 0 h 3878"/>
                  <a:gd name="T60" fmla="*/ 0 w 5233"/>
                  <a:gd name="T61" fmla="*/ 0 h 3878"/>
                  <a:gd name="T62" fmla="*/ 0 w 5233"/>
                  <a:gd name="T63" fmla="*/ 0 h 3878"/>
                  <a:gd name="T64" fmla="*/ 0 w 5233"/>
                  <a:gd name="T65" fmla="*/ 0 h 3878"/>
                  <a:gd name="T66" fmla="*/ 0 w 5233"/>
                  <a:gd name="T67" fmla="*/ 0 h 3878"/>
                  <a:gd name="T68" fmla="*/ 0 w 5233"/>
                  <a:gd name="T69" fmla="*/ 0 h 3878"/>
                  <a:gd name="T70" fmla="*/ 0 w 5233"/>
                  <a:gd name="T71" fmla="*/ 0 h 3878"/>
                  <a:gd name="T72" fmla="*/ 0 w 5233"/>
                  <a:gd name="T73" fmla="*/ 0 h 3878"/>
                  <a:gd name="T74" fmla="*/ 0 w 5233"/>
                  <a:gd name="T75" fmla="*/ 0 h 387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233"/>
                  <a:gd name="T115" fmla="*/ 0 h 3878"/>
                  <a:gd name="T116" fmla="*/ 5233 w 5233"/>
                  <a:gd name="T117" fmla="*/ 3878 h 387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233" h="3878">
                    <a:moveTo>
                      <a:pt x="4452" y="3024"/>
                    </a:moveTo>
                    <a:lnTo>
                      <a:pt x="4030" y="2787"/>
                    </a:lnTo>
                    <a:lnTo>
                      <a:pt x="3672" y="2893"/>
                    </a:lnTo>
                    <a:lnTo>
                      <a:pt x="3525" y="2812"/>
                    </a:lnTo>
                    <a:lnTo>
                      <a:pt x="3052" y="2393"/>
                    </a:lnTo>
                    <a:lnTo>
                      <a:pt x="2947" y="3010"/>
                    </a:lnTo>
                    <a:lnTo>
                      <a:pt x="3131" y="3089"/>
                    </a:lnTo>
                    <a:lnTo>
                      <a:pt x="3356" y="2999"/>
                    </a:lnTo>
                    <a:lnTo>
                      <a:pt x="3608" y="3076"/>
                    </a:lnTo>
                    <a:lnTo>
                      <a:pt x="3790" y="3063"/>
                    </a:lnTo>
                    <a:lnTo>
                      <a:pt x="4318" y="3052"/>
                    </a:lnTo>
                    <a:lnTo>
                      <a:pt x="4468" y="3234"/>
                    </a:lnTo>
                    <a:lnTo>
                      <a:pt x="4410" y="3612"/>
                    </a:lnTo>
                    <a:lnTo>
                      <a:pt x="4336" y="3681"/>
                    </a:lnTo>
                    <a:lnTo>
                      <a:pt x="3845" y="3681"/>
                    </a:lnTo>
                    <a:lnTo>
                      <a:pt x="1901" y="3878"/>
                    </a:lnTo>
                    <a:lnTo>
                      <a:pt x="11" y="3654"/>
                    </a:lnTo>
                    <a:lnTo>
                      <a:pt x="0" y="1987"/>
                    </a:lnTo>
                    <a:lnTo>
                      <a:pt x="103" y="1510"/>
                    </a:lnTo>
                    <a:lnTo>
                      <a:pt x="304" y="1037"/>
                    </a:lnTo>
                    <a:lnTo>
                      <a:pt x="408" y="892"/>
                    </a:lnTo>
                    <a:lnTo>
                      <a:pt x="685" y="590"/>
                    </a:lnTo>
                    <a:lnTo>
                      <a:pt x="975" y="394"/>
                    </a:lnTo>
                    <a:lnTo>
                      <a:pt x="1213" y="248"/>
                    </a:lnTo>
                    <a:lnTo>
                      <a:pt x="1466" y="145"/>
                    </a:lnTo>
                    <a:lnTo>
                      <a:pt x="1572" y="0"/>
                    </a:lnTo>
                    <a:lnTo>
                      <a:pt x="2604" y="343"/>
                    </a:lnTo>
                    <a:lnTo>
                      <a:pt x="2747" y="514"/>
                    </a:lnTo>
                    <a:lnTo>
                      <a:pt x="2947" y="643"/>
                    </a:lnTo>
                    <a:lnTo>
                      <a:pt x="3172" y="828"/>
                    </a:lnTo>
                    <a:lnTo>
                      <a:pt x="3474" y="1210"/>
                    </a:lnTo>
                    <a:lnTo>
                      <a:pt x="4307" y="1995"/>
                    </a:lnTo>
                    <a:lnTo>
                      <a:pt x="4491" y="2079"/>
                    </a:lnTo>
                    <a:lnTo>
                      <a:pt x="4544" y="2236"/>
                    </a:lnTo>
                    <a:lnTo>
                      <a:pt x="4956" y="2340"/>
                    </a:lnTo>
                    <a:lnTo>
                      <a:pt x="5140" y="2551"/>
                    </a:lnTo>
                    <a:lnTo>
                      <a:pt x="5233" y="2812"/>
                    </a:lnTo>
                    <a:lnTo>
                      <a:pt x="4452" y="3024"/>
                    </a:lnTo>
                    <a:close/>
                  </a:path>
                </a:pathLst>
              </a:custGeom>
              <a:solidFill>
                <a:srgbClr val="00E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2" name="Freeform 386"/>
              <p:cNvSpPr>
                <a:spLocks/>
              </p:cNvSpPr>
              <p:nvPr/>
            </p:nvSpPr>
            <p:spPr bwMode="auto">
              <a:xfrm>
                <a:off x="2537" y="1950"/>
                <a:ext cx="101" cy="159"/>
              </a:xfrm>
              <a:custGeom>
                <a:avLst/>
                <a:gdLst>
                  <a:gd name="T0" fmla="*/ 0 w 803"/>
                  <a:gd name="T1" fmla="*/ 0 h 1268"/>
                  <a:gd name="T2" fmla="*/ 0 w 803"/>
                  <a:gd name="T3" fmla="*/ 0 h 1268"/>
                  <a:gd name="T4" fmla="*/ 0 w 803"/>
                  <a:gd name="T5" fmla="*/ 0 h 1268"/>
                  <a:gd name="T6" fmla="*/ 0 w 803"/>
                  <a:gd name="T7" fmla="*/ 0 h 1268"/>
                  <a:gd name="T8" fmla="*/ 0 w 803"/>
                  <a:gd name="T9" fmla="*/ 0 h 1268"/>
                  <a:gd name="T10" fmla="*/ 0 w 803"/>
                  <a:gd name="T11" fmla="*/ 0 h 1268"/>
                  <a:gd name="T12" fmla="*/ 0 w 803"/>
                  <a:gd name="T13" fmla="*/ 0 h 1268"/>
                  <a:gd name="T14" fmla="*/ 0 w 803"/>
                  <a:gd name="T15" fmla="*/ 0 h 1268"/>
                  <a:gd name="T16" fmla="*/ 0 w 803"/>
                  <a:gd name="T17" fmla="*/ 0 h 126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03"/>
                  <a:gd name="T28" fmla="*/ 0 h 1268"/>
                  <a:gd name="T29" fmla="*/ 803 w 803"/>
                  <a:gd name="T30" fmla="*/ 1268 h 126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03" h="1268">
                    <a:moveTo>
                      <a:pt x="0" y="23"/>
                    </a:moveTo>
                    <a:lnTo>
                      <a:pt x="0" y="44"/>
                    </a:lnTo>
                    <a:lnTo>
                      <a:pt x="12" y="69"/>
                    </a:lnTo>
                    <a:lnTo>
                      <a:pt x="708" y="1183"/>
                    </a:lnTo>
                    <a:lnTo>
                      <a:pt x="803" y="1268"/>
                    </a:lnTo>
                    <a:lnTo>
                      <a:pt x="759" y="1139"/>
                    </a:lnTo>
                    <a:lnTo>
                      <a:pt x="61" y="5"/>
                    </a:lnTo>
                    <a:lnTo>
                      <a:pt x="19" y="0"/>
                    </a:lnTo>
                    <a:lnTo>
                      <a:pt x="0" y="23"/>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3" name="Freeform 387"/>
              <p:cNvSpPr>
                <a:spLocks/>
              </p:cNvSpPr>
              <p:nvPr/>
            </p:nvSpPr>
            <p:spPr bwMode="auto">
              <a:xfrm>
                <a:off x="2461" y="2018"/>
                <a:ext cx="151" cy="96"/>
              </a:xfrm>
              <a:custGeom>
                <a:avLst/>
                <a:gdLst>
                  <a:gd name="T0" fmla="*/ 0 w 1202"/>
                  <a:gd name="T1" fmla="*/ 0 h 775"/>
                  <a:gd name="T2" fmla="*/ 0 w 1202"/>
                  <a:gd name="T3" fmla="*/ 0 h 775"/>
                  <a:gd name="T4" fmla="*/ 0 w 1202"/>
                  <a:gd name="T5" fmla="*/ 0 h 775"/>
                  <a:gd name="T6" fmla="*/ 0 w 1202"/>
                  <a:gd name="T7" fmla="*/ 0 h 775"/>
                  <a:gd name="T8" fmla="*/ 0 w 1202"/>
                  <a:gd name="T9" fmla="*/ 0 h 775"/>
                  <a:gd name="T10" fmla="*/ 0 w 1202"/>
                  <a:gd name="T11" fmla="*/ 0 h 775"/>
                  <a:gd name="T12" fmla="*/ 0 w 1202"/>
                  <a:gd name="T13" fmla="*/ 0 h 775"/>
                  <a:gd name="T14" fmla="*/ 0 w 1202"/>
                  <a:gd name="T15" fmla="*/ 0 h 775"/>
                  <a:gd name="T16" fmla="*/ 0 w 1202"/>
                  <a:gd name="T17" fmla="*/ 0 h 775"/>
                  <a:gd name="T18" fmla="*/ 0 w 1202"/>
                  <a:gd name="T19" fmla="*/ 0 h 775"/>
                  <a:gd name="T20" fmla="*/ 0 w 1202"/>
                  <a:gd name="T21" fmla="*/ 0 h 775"/>
                  <a:gd name="T22" fmla="*/ 0 w 1202"/>
                  <a:gd name="T23" fmla="*/ 0 h 775"/>
                  <a:gd name="T24" fmla="*/ 0 w 1202"/>
                  <a:gd name="T25" fmla="*/ 0 h 775"/>
                  <a:gd name="T26" fmla="*/ 0 w 1202"/>
                  <a:gd name="T27" fmla="*/ 0 h 775"/>
                  <a:gd name="T28" fmla="*/ 0 w 1202"/>
                  <a:gd name="T29" fmla="*/ 0 h 775"/>
                  <a:gd name="T30" fmla="*/ 0 w 1202"/>
                  <a:gd name="T31" fmla="*/ 0 h 775"/>
                  <a:gd name="T32" fmla="*/ 0 w 1202"/>
                  <a:gd name="T33" fmla="*/ 0 h 775"/>
                  <a:gd name="T34" fmla="*/ 0 w 1202"/>
                  <a:gd name="T35" fmla="*/ 0 h 775"/>
                  <a:gd name="T36" fmla="*/ 0 w 1202"/>
                  <a:gd name="T37" fmla="*/ 0 h 77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02"/>
                  <a:gd name="T58" fmla="*/ 0 h 775"/>
                  <a:gd name="T59" fmla="*/ 1202 w 1202"/>
                  <a:gd name="T60" fmla="*/ 775 h 77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02" h="775">
                    <a:moveTo>
                      <a:pt x="0" y="289"/>
                    </a:moveTo>
                    <a:lnTo>
                      <a:pt x="63" y="132"/>
                    </a:lnTo>
                    <a:lnTo>
                      <a:pt x="182" y="66"/>
                    </a:lnTo>
                    <a:lnTo>
                      <a:pt x="287" y="81"/>
                    </a:lnTo>
                    <a:lnTo>
                      <a:pt x="487" y="118"/>
                    </a:lnTo>
                    <a:lnTo>
                      <a:pt x="607" y="28"/>
                    </a:lnTo>
                    <a:lnTo>
                      <a:pt x="709" y="0"/>
                    </a:lnTo>
                    <a:lnTo>
                      <a:pt x="1147" y="66"/>
                    </a:lnTo>
                    <a:lnTo>
                      <a:pt x="1188" y="171"/>
                    </a:lnTo>
                    <a:lnTo>
                      <a:pt x="1135" y="199"/>
                    </a:lnTo>
                    <a:lnTo>
                      <a:pt x="793" y="224"/>
                    </a:lnTo>
                    <a:lnTo>
                      <a:pt x="1162" y="382"/>
                    </a:lnTo>
                    <a:lnTo>
                      <a:pt x="1202" y="475"/>
                    </a:lnTo>
                    <a:lnTo>
                      <a:pt x="1174" y="552"/>
                    </a:lnTo>
                    <a:lnTo>
                      <a:pt x="1068" y="630"/>
                    </a:lnTo>
                    <a:lnTo>
                      <a:pt x="1029" y="738"/>
                    </a:lnTo>
                    <a:lnTo>
                      <a:pt x="709" y="775"/>
                    </a:lnTo>
                    <a:lnTo>
                      <a:pt x="130" y="710"/>
                    </a:lnTo>
                    <a:lnTo>
                      <a:pt x="0" y="289"/>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4" name="Freeform 388"/>
              <p:cNvSpPr>
                <a:spLocks/>
              </p:cNvSpPr>
              <p:nvPr/>
            </p:nvSpPr>
            <p:spPr bwMode="auto">
              <a:xfrm>
                <a:off x="2071" y="1548"/>
                <a:ext cx="205" cy="239"/>
              </a:xfrm>
              <a:custGeom>
                <a:avLst/>
                <a:gdLst>
                  <a:gd name="T0" fmla="*/ 0 w 1639"/>
                  <a:gd name="T1" fmla="*/ 0 h 1907"/>
                  <a:gd name="T2" fmla="*/ 0 w 1639"/>
                  <a:gd name="T3" fmla="*/ 0 h 1907"/>
                  <a:gd name="T4" fmla="*/ 0 w 1639"/>
                  <a:gd name="T5" fmla="*/ 0 h 1907"/>
                  <a:gd name="T6" fmla="*/ 0 w 1639"/>
                  <a:gd name="T7" fmla="*/ 0 h 1907"/>
                  <a:gd name="T8" fmla="*/ 0 w 1639"/>
                  <a:gd name="T9" fmla="*/ 0 h 1907"/>
                  <a:gd name="T10" fmla="*/ 0 w 1639"/>
                  <a:gd name="T11" fmla="*/ 0 h 1907"/>
                  <a:gd name="T12" fmla="*/ 0 w 1639"/>
                  <a:gd name="T13" fmla="*/ 0 h 1907"/>
                  <a:gd name="T14" fmla="*/ 0 w 1639"/>
                  <a:gd name="T15" fmla="*/ 0 h 1907"/>
                  <a:gd name="T16" fmla="*/ 0 w 1639"/>
                  <a:gd name="T17" fmla="*/ 0 h 1907"/>
                  <a:gd name="T18" fmla="*/ 0 w 1639"/>
                  <a:gd name="T19" fmla="*/ 0 h 1907"/>
                  <a:gd name="T20" fmla="*/ 0 w 1639"/>
                  <a:gd name="T21" fmla="*/ 0 h 1907"/>
                  <a:gd name="T22" fmla="*/ 0 w 1639"/>
                  <a:gd name="T23" fmla="*/ 0 h 1907"/>
                  <a:gd name="T24" fmla="*/ 0 w 1639"/>
                  <a:gd name="T25" fmla="*/ 0 h 1907"/>
                  <a:gd name="T26" fmla="*/ 0 w 1639"/>
                  <a:gd name="T27" fmla="*/ 0 h 1907"/>
                  <a:gd name="T28" fmla="*/ 0 w 1639"/>
                  <a:gd name="T29" fmla="*/ 0 h 1907"/>
                  <a:gd name="T30" fmla="*/ 0 w 1639"/>
                  <a:gd name="T31" fmla="*/ 0 h 1907"/>
                  <a:gd name="T32" fmla="*/ 0 w 1639"/>
                  <a:gd name="T33" fmla="*/ 0 h 1907"/>
                  <a:gd name="T34" fmla="*/ 0 w 1639"/>
                  <a:gd name="T35" fmla="*/ 0 h 1907"/>
                  <a:gd name="T36" fmla="*/ 0 w 1639"/>
                  <a:gd name="T37" fmla="*/ 0 h 1907"/>
                  <a:gd name="T38" fmla="*/ 0 w 1639"/>
                  <a:gd name="T39" fmla="*/ 0 h 1907"/>
                  <a:gd name="T40" fmla="*/ 0 w 1639"/>
                  <a:gd name="T41" fmla="*/ 0 h 1907"/>
                  <a:gd name="T42" fmla="*/ 0 w 1639"/>
                  <a:gd name="T43" fmla="*/ 0 h 1907"/>
                  <a:gd name="T44" fmla="*/ 0 w 1639"/>
                  <a:gd name="T45" fmla="*/ 0 h 1907"/>
                  <a:gd name="T46" fmla="*/ 0 w 1639"/>
                  <a:gd name="T47" fmla="*/ 0 h 1907"/>
                  <a:gd name="T48" fmla="*/ 0 w 1639"/>
                  <a:gd name="T49" fmla="*/ 0 h 1907"/>
                  <a:gd name="T50" fmla="*/ 0 w 1639"/>
                  <a:gd name="T51" fmla="*/ 0 h 1907"/>
                  <a:gd name="T52" fmla="*/ 0 w 1639"/>
                  <a:gd name="T53" fmla="*/ 0 h 1907"/>
                  <a:gd name="T54" fmla="*/ 0 w 1639"/>
                  <a:gd name="T55" fmla="*/ 0 h 190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639"/>
                  <a:gd name="T85" fmla="*/ 0 h 1907"/>
                  <a:gd name="T86" fmla="*/ 1639 w 1639"/>
                  <a:gd name="T87" fmla="*/ 1907 h 190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639" h="1907">
                    <a:moveTo>
                      <a:pt x="0" y="538"/>
                    </a:moveTo>
                    <a:lnTo>
                      <a:pt x="53" y="850"/>
                    </a:lnTo>
                    <a:lnTo>
                      <a:pt x="73" y="949"/>
                    </a:lnTo>
                    <a:lnTo>
                      <a:pt x="127" y="1008"/>
                    </a:lnTo>
                    <a:lnTo>
                      <a:pt x="99" y="1109"/>
                    </a:lnTo>
                    <a:lnTo>
                      <a:pt x="154" y="1217"/>
                    </a:lnTo>
                    <a:lnTo>
                      <a:pt x="207" y="1305"/>
                    </a:lnTo>
                    <a:lnTo>
                      <a:pt x="272" y="1409"/>
                    </a:lnTo>
                    <a:lnTo>
                      <a:pt x="495" y="1599"/>
                    </a:lnTo>
                    <a:lnTo>
                      <a:pt x="784" y="1907"/>
                    </a:lnTo>
                    <a:lnTo>
                      <a:pt x="822" y="1859"/>
                    </a:lnTo>
                    <a:lnTo>
                      <a:pt x="881" y="1736"/>
                    </a:lnTo>
                    <a:lnTo>
                      <a:pt x="905" y="1598"/>
                    </a:lnTo>
                    <a:lnTo>
                      <a:pt x="1030" y="1630"/>
                    </a:lnTo>
                    <a:lnTo>
                      <a:pt x="1155" y="1617"/>
                    </a:lnTo>
                    <a:lnTo>
                      <a:pt x="1213" y="1584"/>
                    </a:lnTo>
                    <a:lnTo>
                      <a:pt x="1270" y="1522"/>
                    </a:lnTo>
                    <a:lnTo>
                      <a:pt x="1429" y="1179"/>
                    </a:lnTo>
                    <a:lnTo>
                      <a:pt x="1510" y="1077"/>
                    </a:lnTo>
                    <a:lnTo>
                      <a:pt x="1572" y="905"/>
                    </a:lnTo>
                    <a:lnTo>
                      <a:pt x="1586" y="718"/>
                    </a:lnTo>
                    <a:lnTo>
                      <a:pt x="1618" y="632"/>
                    </a:lnTo>
                    <a:lnTo>
                      <a:pt x="1635" y="575"/>
                    </a:lnTo>
                    <a:lnTo>
                      <a:pt x="1639" y="261"/>
                    </a:lnTo>
                    <a:lnTo>
                      <a:pt x="1609" y="118"/>
                    </a:lnTo>
                    <a:lnTo>
                      <a:pt x="1540" y="0"/>
                    </a:lnTo>
                    <a:lnTo>
                      <a:pt x="207" y="155"/>
                    </a:lnTo>
                    <a:lnTo>
                      <a:pt x="0" y="538"/>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5" name="Freeform 389"/>
              <p:cNvSpPr>
                <a:spLocks/>
              </p:cNvSpPr>
              <p:nvPr/>
            </p:nvSpPr>
            <p:spPr bwMode="auto">
              <a:xfrm>
                <a:off x="2159" y="1797"/>
                <a:ext cx="46" cy="241"/>
              </a:xfrm>
              <a:custGeom>
                <a:avLst/>
                <a:gdLst>
                  <a:gd name="T0" fmla="*/ 0 w 369"/>
                  <a:gd name="T1" fmla="*/ 0 h 1920"/>
                  <a:gd name="T2" fmla="*/ 0 w 369"/>
                  <a:gd name="T3" fmla="*/ 0 h 1920"/>
                  <a:gd name="T4" fmla="*/ 0 w 369"/>
                  <a:gd name="T5" fmla="*/ 0 h 1920"/>
                  <a:gd name="T6" fmla="*/ 0 w 369"/>
                  <a:gd name="T7" fmla="*/ 0 h 1920"/>
                  <a:gd name="T8" fmla="*/ 0 w 369"/>
                  <a:gd name="T9" fmla="*/ 0 h 1920"/>
                  <a:gd name="T10" fmla="*/ 0 w 369"/>
                  <a:gd name="T11" fmla="*/ 0 h 1920"/>
                  <a:gd name="T12" fmla="*/ 0 w 369"/>
                  <a:gd name="T13" fmla="*/ 0 h 1920"/>
                  <a:gd name="T14" fmla="*/ 0 w 369"/>
                  <a:gd name="T15" fmla="*/ 0 h 1920"/>
                  <a:gd name="T16" fmla="*/ 0 w 369"/>
                  <a:gd name="T17" fmla="*/ 0 h 1920"/>
                  <a:gd name="T18" fmla="*/ 0 w 369"/>
                  <a:gd name="T19" fmla="*/ 0 h 1920"/>
                  <a:gd name="T20" fmla="*/ 0 w 369"/>
                  <a:gd name="T21" fmla="*/ 0 h 1920"/>
                  <a:gd name="T22" fmla="*/ 0 w 369"/>
                  <a:gd name="T23" fmla="*/ 0 h 1920"/>
                  <a:gd name="T24" fmla="*/ 0 w 369"/>
                  <a:gd name="T25" fmla="*/ 0 h 1920"/>
                  <a:gd name="T26" fmla="*/ 0 w 369"/>
                  <a:gd name="T27" fmla="*/ 0 h 1920"/>
                  <a:gd name="T28" fmla="*/ 0 w 369"/>
                  <a:gd name="T29" fmla="*/ 0 h 1920"/>
                  <a:gd name="T30" fmla="*/ 0 w 369"/>
                  <a:gd name="T31" fmla="*/ 0 h 1920"/>
                  <a:gd name="T32" fmla="*/ 0 w 369"/>
                  <a:gd name="T33" fmla="*/ 0 h 19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69"/>
                  <a:gd name="T52" fmla="*/ 0 h 1920"/>
                  <a:gd name="T53" fmla="*/ 369 w 369"/>
                  <a:gd name="T54" fmla="*/ 1920 h 192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69" h="1920">
                    <a:moveTo>
                      <a:pt x="92" y="0"/>
                    </a:moveTo>
                    <a:lnTo>
                      <a:pt x="40" y="52"/>
                    </a:lnTo>
                    <a:lnTo>
                      <a:pt x="0" y="142"/>
                    </a:lnTo>
                    <a:lnTo>
                      <a:pt x="27" y="313"/>
                    </a:lnTo>
                    <a:lnTo>
                      <a:pt x="14" y="973"/>
                    </a:lnTo>
                    <a:lnTo>
                      <a:pt x="40" y="1433"/>
                    </a:lnTo>
                    <a:lnTo>
                      <a:pt x="119" y="1920"/>
                    </a:lnTo>
                    <a:lnTo>
                      <a:pt x="200" y="1920"/>
                    </a:lnTo>
                    <a:lnTo>
                      <a:pt x="319" y="1920"/>
                    </a:lnTo>
                    <a:lnTo>
                      <a:pt x="369" y="1841"/>
                    </a:lnTo>
                    <a:lnTo>
                      <a:pt x="263" y="1498"/>
                    </a:lnTo>
                    <a:lnTo>
                      <a:pt x="212" y="1169"/>
                    </a:lnTo>
                    <a:lnTo>
                      <a:pt x="200" y="776"/>
                    </a:lnTo>
                    <a:lnTo>
                      <a:pt x="159" y="313"/>
                    </a:lnTo>
                    <a:lnTo>
                      <a:pt x="185" y="211"/>
                    </a:lnTo>
                    <a:lnTo>
                      <a:pt x="159" y="66"/>
                    </a:lnTo>
                    <a:lnTo>
                      <a:pt x="92"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6" name="Freeform 390"/>
              <p:cNvSpPr>
                <a:spLocks/>
              </p:cNvSpPr>
              <p:nvPr/>
            </p:nvSpPr>
            <p:spPr bwMode="auto">
              <a:xfrm>
                <a:off x="2182" y="1487"/>
                <a:ext cx="114" cy="117"/>
              </a:xfrm>
              <a:custGeom>
                <a:avLst/>
                <a:gdLst>
                  <a:gd name="T0" fmla="*/ 0 w 914"/>
                  <a:gd name="T1" fmla="*/ 0 h 936"/>
                  <a:gd name="T2" fmla="*/ 0 w 914"/>
                  <a:gd name="T3" fmla="*/ 0 h 936"/>
                  <a:gd name="T4" fmla="*/ 0 w 914"/>
                  <a:gd name="T5" fmla="*/ 0 h 936"/>
                  <a:gd name="T6" fmla="*/ 0 w 914"/>
                  <a:gd name="T7" fmla="*/ 0 h 936"/>
                  <a:gd name="T8" fmla="*/ 0 w 914"/>
                  <a:gd name="T9" fmla="*/ 0 h 936"/>
                  <a:gd name="T10" fmla="*/ 0 w 914"/>
                  <a:gd name="T11" fmla="*/ 0 h 936"/>
                  <a:gd name="T12" fmla="*/ 0 w 914"/>
                  <a:gd name="T13" fmla="*/ 0 h 936"/>
                  <a:gd name="T14" fmla="*/ 0 w 914"/>
                  <a:gd name="T15" fmla="*/ 0 h 936"/>
                  <a:gd name="T16" fmla="*/ 0 w 914"/>
                  <a:gd name="T17" fmla="*/ 0 h 936"/>
                  <a:gd name="T18" fmla="*/ 0 w 914"/>
                  <a:gd name="T19" fmla="*/ 0 h 936"/>
                  <a:gd name="T20" fmla="*/ 0 w 914"/>
                  <a:gd name="T21" fmla="*/ 0 h 936"/>
                  <a:gd name="T22" fmla="*/ 0 w 914"/>
                  <a:gd name="T23" fmla="*/ 0 h 936"/>
                  <a:gd name="T24" fmla="*/ 0 w 914"/>
                  <a:gd name="T25" fmla="*/ 0 h 936"/>
                  <a:gd name="T26" fmla="*/ 0 w 914"/>
                  <a:gd name="T27" fmla="*/ 0 h 936"/>
                  <a:gd name="T28" fmla="*/ 0 w 914"/>
                  <a:gd name="T29" fmla="*/ 0 h 9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14"/>
                  <a:gd name="T46" fmla="*/ 0 h 936"/>
                  <a:gd name="T47" fmla="*/ 914 w 914"/>
                  <a:gd name="T48" fmla="*/ 936 h 9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14" h="936">
                    <a:moveTo>
                      <a:pt x="635" y="499"/>
                    </a:moveTo>
                    <a:lnTo>
                      <a:pt x="714" y="607"/>
                    </a:lnTo>
                    <a:lnTo>
                      <a:pt x="844" y="936"/>
                    </a:lnTo>
                    <a:lnTo>
                      <a:pt x="899" y="855"/>
                    </a:lnTo>
                    <a:lnTo>
                      <a:pt x="914" y="581"/>
                    </a:lnTo>
                    <a:lnTo>
                      <a:pt x="914" y="510"/>
                    </a:lnTo>
                    <a:lnTo>
                      <a:pt x="859" y="462"/>
                    </a:lnTo>
                    <a:lnTo>
                      <a:pt x="767" y="381"/>
                    </a:lnTo>
                    <a:lnTo>
                      <a:pt x="686" y="224"/>
                    </a:lnTo>
                    <a:lnTo>
                      <a:pt x="541" y="79"/>
                    </a:lnTo>
                    <a:lnTo>
                      <a:pt x="356" y="40"/>
                    </a:lnTo>
                    <a:lnTo>
                      <a:pt x="145" y="0"/>
                    </a:lnTo>
                    <a:lnTo>
                      <a:pt x="0" y="51"/>
                    </a:lnTo>
                    <a:lnTo>
                      <a:pt x="15" y="593"/>
                    </a:lnTo>
                    <a:lnTo>
                      <a:pt x="635" y="499"/>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7" name="Freeform 391"/>
              <p:cNvSpPr>
                <a:spLocks/>
              </p:cNvSpPr>
              <p:nvPr/>
            </p:nvSpPr>
            <p:spPr bwMode="auto">
              <a:xfrm>
                <a:off x="2169" y="1613"/>
                <a:ext cx="31" cy="12"/>
              </a:xfrm>
              <a:custGeom>
                <a:avLst/>
                <a:gdLst>
                  <a:gd name="T0" fmla="*/ 0 w 251"/>
                  <a:gd name="T1" fmla="*/ 0 h 93"/>
                  <a:gd name="T2" fmla="*/ 0 w 251"/>
                  <a:gd name="T3" fmla="*/ 0 h 93"/>
                  <a:gd name="T4" fmla="*/ 0 w 251"/>
                  <a:gd name="T5" fmla="*/ 0 h 93"/>
                  <a:gd name="T6" fmla="*/ 0 w 251"/>
                  <a:gd name="T7" fmla="*/ 0 h 93"/>
                  <a:gd name="T8" fmla="*/ 0 w 251"/>
                  <a:gd name="T9" fmla="*/ 0 h 93"/>
                  <a:gd name="T10" fmla="*/ 0 w 251"/>
                  <a:gd name="T11" fmla="*/ 0 h 93"/>
                  <a:gd name="T12" fmla="*/ 0 60000 65536"/>
                  <a:gd name="T13" fmla="*/ 0 60000 65536"/>
                  <a:gd name="T14" fmla="*/ 0 60000 65536"/>
                  <a:gd name="T15" fmla="*/ 0 60000 65536"/>
                  <a:gd name="T16" fmla="*/ 0 60000 65536"/>
                  <a:gd name="T17" fmla="*/ 0 60000 65536"/>
                  <a:gd name="T18" fmla="*/ 0 w 251"/>
                  <a:gd name="T19" fmla="*/ 0 h 93"/>
                  <a:gd name="T20" fmla="*/ 251 w 251"/>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251" h="93">
                    <a:moveTo>
                      <a:pt x="0" y="55"/>
                    </a:moveTo>
                    <a:lnTo>
                      <a:pt x="147" y="70"/>
                    </a:lnTo>
                    <a:lnTo>
                      <a:pt x="251" y="93"/>
                    </a:lnTo>
                    <a:lnTo>
                      <a:pt x="196" y="0"/>
                    </a:lnTo>
                    <a:lnTo>
                      <a:pt x="53" y="0"/>
                    </a:lnTo>
                    <a:lnTo>
                      <a:pt x="0" y="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8" name="Freeform 392"/>
              <p:cNvSpPr>
                <a:spLocks/>
              </p:cNvSpPr>
              <p:nvPr/>
            </p:nvSpPr>
            <p:spPr bwMode="auto">
              <a:xfrm>
                <a:off x="2240" y="1627"/>
                <a:ext cx="23" cy="14"/>
              </a:xfrm>
              <a:custGeom>
                <a:avLst/>
                <a:gdLst>
                  <a:gd name="T0" fmla="*/ 0 w 183"/>
                  <a:gd name="T1" fmla="*/ 0 h 119"/>
                  <a:gd name="T2" fmla="*/ 0 w 183"/>
                  <a:gd name="T3" fmla="*/ 0 h 119"/>
                  <a:gd name="T4" fmla="*/ 0 w 183"/>
                  <a:gd name="T5" fmla="*/ 0 h 119"/>
                  <a:gd name="T6" fmla="*/ 0 w 183"/>
                  <a:gd name="T7" fmla="*/ 0 h 119"/>
                  <a:gd name="T8" fmla="*/ 0 w 183"/>
                  <a:gd name="T9" fmla="*/ 0 h 119"/>
                  <a:gd name="T10" fmla="*/ 0 w 183"/>
                  <a:gd name="T11" fmla="*/ 0 h 119"/>
                  <a:gd name="T12" fmla="*/ 0 60000 65536"/>
                  <a:gd name="T13" fmla="*/ 0 60000 65536"/>
                  <a:gd name="T14" fmla="*/ 0 60000 65536"/>
                  <a:gd name="T15" fmla="*/ 0 60000 65536"/>
                  <a:gd name="T16" fmla="*/ 0 60000 65536"/>
                  <a:gd name="T17" fmla="*/ 0 60000 65536"/>
                  <a:gd name="T18" fmla="*/ 0 w 183"/>
                  <a:gd name="T19" fmla="*/ 0 h 119"/>
                  <a:gd name="T20" fmla="*/ 183 w 183"/>
                  <a:gd name="T21" fmla="*/ 119 h 119"/>
                </a:gdLst>
                <a:ahLst/>
                <a:cxnLst>
                  <a:cxn ang="T12">
                    <a:pos x="T0" y="T1"/>
                  </a:cxn>
                  <a:cxn ang="T13">
                    <a:pos x="T2" y="T3"/>
                  </a:cxn>
                  <a:cxn ang="T14">
                    <a:pos x="T4" y="T5"/>
                  </a:cxn>
                  <a:cxn ang="T15">
                    <a:pos x="T6" y="T7"/>
                  </a:cxn>
                  <a:cxn ang="T16">
                    <a:pos x="T8" y="T9"/>
                  </a:cxn>
                  <a:cxn ang="T17">
                    <a:pos x="T10" y="T11"/>
                  </a:cxn>
                </a:cxnLst>
                <a:rect l="T18" t="T19" r="T20" b="T21"/>
                <a:pathLst>
                  <a:path w="183" h="119">
                    <a:moveTo>
                      <a:pt x="0" y="66"/>
                    </a:moveTo>
                    <a:lnTo>
                      <a:pt x="106" y="119"/>
                    </a:lnTo>
                    <a:lnTo>
                      <a:pt x="183" y="105"/>
                    </a:lnTo>
                    <a:lnTo>
                      <a:pt x="172" y="77"/>
                    </a:lnTo>
                    <a:lnTo>
                      <a:pt x="37" y="0"/>
                    </a:lnTo>
                    <a:lnTo>
                      <a:pt x="0" y="6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99" name="Freeform 393"/>
              <p:cNvSpPr>
                <a:spLocks/>
              </p:cNvSpPr>
              <p:nvPr/>
            </p:nvSpPr>
            <p:spPr bwMode="auto">
              <a:xfrm>
                <a:off x="2509" y="1541"/>
                <a:ext cx="28" cy="11"/>
              </a:xfrm>
              <a:custGeom>
                <a:avLst/>
                <a:gdLst>
                  <a:gd name="T0" fmla="*/ 0 w 218"/>
                  <a:gd name="T1" fmla="*/ 0 h 86"/>
                  <a:gd name="T2" fmla="*/ 0 w 218"/>
                  <a:gd name="T3" fmla="*/ 0 h 86"/>
                  <a:gd name="T4" fmla="*/ 0 w 218"/>
                  <a:gd name="T5" fmla="*/ 0 h 86"/>
                  <a:gd name="T6" fmla="*/ 0 w 218"/>
                  <a:gd name="T7" fmla="*/ 0 h 86"/>
                  <a:gd name="T8" fmla="*/ 0 w 218"/>
                  <a:gd name="T9" fmla="*/ 0 h 86"/>
                  <a:gd name="T10" fmla="*/ 0 w 218"/>
                  <a:gd name="T11" fmla="*/ 0 h 86"/>
                  <a:gd name="T12" fmla="*/ 0 w 218"/>
                  <a:gd name="T13" fmla="*/ 0 h 86"/>
                  <a:gd name="T14" fmla="*/ 0 w 218"/>
                  <a:gd name="T15" fmla="*/ 0 h 86"/>
                  <a:gd name="T16" fmla="*/ 0 w 218"/>
                  <a:gd name="T17" fmla="*/ 0 h 8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8"/>
                  <a:gd name="T28" fmla="*/ 0 h 86"/>
                  <a:gd name="T29" fmla="*/ 218 w 218"/>
                  <a:gd name="T30" fmla="*/ 86 h 8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8" h="86">
                    <a:moveTo>
                      <a:pt x="0" y="14"/>
                    </a:moveTo>
                    <a:lnTo>
                      <a:pt x="62" y="60"/>
                    </a:lnTo>
                    <a:lnTo>
                      <a:pt x="97" y="86"/>
                    </a:lnTo>
                    <a:lnTo>
                      <a:pt x="181" y="86"/>
                    </a:lnTo>
                    <a:lnTo>
                      <a:pt x="218" y="58"/>
                    </a:lnTo>
                    <a:lnTo>
                      <a:pt x="177" y="9"/>
                    </a:lnTo>
                    <a:lnTo>
                      <a:pt x="103" y="0"/>
                    </a:lnTo>
                    <a:lnTo>
                      <a:pt x="20" y="9"/>
                    </a:lnTo>
                    <a:lnTo>
                      <a:pt x="0" y="1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0" name="Freeform 394"/>
              <p:cNvSpPr>
                <a:spLocks/>
              </p:cNvSpPr>
              <p:nvPr/>
            </p:nvSpPr>
            <p:spPr bwMode="auto">
              <a:xfrm>
                <a:off x="2568" y="1545"/>
                <a:ext cx="27" cy="10"/>
              </a:xfrm>
              <a:custGeom>
                <a:avLst/>
                <a:gdLst>
                  <a:gd name="T0" fmla="*/ 0 w 216"/>
                  <a:gd name="T1" fmla="*/ 0 h 83"/>
                  <a:gd name="T2" fmla="*/ 0 w 216"/>
                  <a:gd name="T3" fmla="*/ 0 h 83"/>
                  <a:gd name="T4" fmla="*/ 0 w 216"/>
                  <a:gd name="T5" fmla="*/ 0 h 83"/>
                  <a:gd name="T6" fmla="*/ 0 w 216"/>
                  <a:gd name="T7" fmla="*/ 0 h 83"/>
                  <a:gd name="T8" fmla="*/ 0 w 216"/>
                  <a:gd name="T9" fmla="*/ 0 h 83"/>
                  <a:gd name="T10" fmla="*/ 0 w 216"/>
                  <a:gd name="T11" fmla="*/ 0 h 83"/>
                  <a:gd name="T12" fmla="*/ 0 w 216"/>
                  <a:gd name="T13" fmla="*/ 0 h 83"/>
                  <a:gd name="T14" fmla="*/ 0 w 216"/>
                  <a:gd name="T15" fmla="*/ 0 h 83"/>
                  <a:gd name="T16" fmla="*/ 0 w 216"/>
                  <a:gd name="T17" fmla="*/ 0 h 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6"/>
                  <a:gd name="T28" fmla="*/ 0 h 83"/>
                  <a:gd name="T29" fmla="*/ 216 w 216"/>
                  <a:gd name="T30" fmla="*/ 83 h 8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6" h="83">
                    <a:moveTo>
                      <a:pt x="0" y="48"/>
                    </a:moveTo>
                    <a:lnTo>
                      <a:pt x="50" y="7"/>
                    </a:lnTo>
                    <a:lnTo>
                      <a:pt x="130" y="0"/>
                    </a:lnTo>
                    <a:lnTo>
                      <a:pt x="216" y="35"/>
                    </a:lnTo>
                    <a:lnTo>
                      <a:pt x="163" y="66"/>
                    </a:lnTo>
                    <a:lnTo>
                      <a:pt x="121" y="81"/>
                    </a:lnTo>
                    <a:lnTo>
                      <a:pt x="75" y="83"/>
                    </a:lnTo>
                    <a:lnTo>
                      <a:pt x="18" y="62"/>
                    </a:lnTo>
                    <a:lnTo>
                      <a:pt x="0" y="4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1" name="Freeform 395"/>
              <p:cNvSpPr>
                <a:spLocks/>
              </p:cNvSpPr>
              <p:nvPr/>
            </p:nvSpPr>
            <p:spPr bwMode="auto">
              <a:xfrm>
                <a:off x="2528" y="1606"/>
                <a:ext cx="43" cy="9"/>
              </a:xfrm>
              <a:custGeom>
                <a:avLst/>
                <a:gdLst>
                  <a:gd name="T0" fmla="*/ 0 w 350"/>
                  <a:gd name="T1" fmla="*/ 0 h 67"/>
                  <a:gd name="T2" fmla="*/ 0 w 350"/>
                  <a:gd name="T3" fmla="*/ 0 h 67"/>
                  <a:gd name="T4" fmla="*/ 0 w 350"/>
                  <a:gd name="T5" fmla="*/ 0 h 67"/>
                  <a:gd name="T6" fmla="*/ 0 w 350"/>
                  <a:gd name="T7" fmla="*/ 0 h 67"/>
                  <a:gd name="T8" fmla="*/ 0 w 350"/>
                  <a:gd name="T9" fmla="*/ 0 h 67"/>
                  <a:gd name="T10" fmla="*/ 0 w 350"/>
                  <a:gd name="T11" fmla="*/ 0 h 67"/>
                  <a:gd name="T12" fmla="*/ 0 w 350"/>
                  <a:gd name="T13" fmla="*/ 0 h 67"/>
                  <a:gd name="T14" fmla="*/ 0 w 350"/>
                  <a:gd name="T15" fmla="*/ 0 h 67"/>
                  <a:gd name="T16" fmla="*/ 0 w 350"/>
                  <a:gd name="T17" fmla="*/ 0 h 67"/>
                  <a:gd name="T18" fmla="*/ 0 w 350"/>
                  <a:gd name="T19" fmla="*/ 0 h 67"/>
                  <a:gd name="T20" fmla="*/ 0 w 350"/>
                  <a:gd name="T21" fmla="*/ 0 h 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0"/>
                  <a:gd name="T34" fmla="*/ 0 h 67"/>
                  <a:gd name="T35" fmla="*/ 350 w 350"/>
                  <a:gd name="T36" fmla="*/ 67 h 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0" h="67">
                    <a:moveTo>
                      <a:pt x="0" y="4"/>
                    </a:moveTo>
                    <a:lnTo>
                      <a:pt x="82" y="50"/>
                    </a:lnTo>
                    <a:lnTo>
                      <a:pt x="203" y="67"/>
                    </a:lnTo>
                    <a:lnTo>
                      <a:pt x="260" y="65"/>
                    </a:lnTo>
                    <a:lnTo>
                      <a:pt x="299" y="46"/>
                    </a:lnTo>
                    <a:lnTo>
                      <a:pt x="332" y="21"/>
                    </a:lnTo>
                    <a:lnTo>
                      <a:pt x="350" y="0"/>
                    </a:lnTo>
                    <a:lnTo>
                      <a:pt x="249" y="6"/>
                    </a:lnTo>
                    <a:lnTo>
                      <a:pt x="194" y="14"/>
                    </a:lnTo>
                    <a:lnTo>
                      <a:pt x="108" y="4"/>
                    </a:lnTo>
                    <a:lnTo>
                      <a:pt x="0" y="4"/>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2" name="Freeform 396"/>
              <p:cNvSpPr>
                <a:spLocks/>
              </p:cNvSpPr>
              <p:nvPr/>
            </p:nvSpPr>
            <p:spPr bwMode="auto">
              <a:xfrm>
                <a:off x="3253" y="1642"/>
                <a:ext cx="591" cy="522"/>
              </a:xfrm>
              <a:custGeom>
                <a:avLst/>
                <a:gdLst>
                  <a:gd name="T0" fmla="*/ 0 w 4729"/>
                  <a:gd name="T1" fmla="*/ 0 h 4178"/>
                  <a:gd name="T2" fmla="*/ 0 w 4729"/>
                  <a:gd name="T3" fmla="*/ 0 h 4178"/>
                  <a:gd name="T4" fmla="*/ 0 w 4729"/>
                  <a:gd name="T5" fmla="*/ 0 h 4178"/>
                  <a:gd name="T6" fmla="*/ 0 w 4729"/>
                  <a:gd name="T7" fmla="*/ 0 h 4178"/>
                  <a:gd name="T8" fmla="*/ 0 w 4729"/>
                  <a:gd name="T9" fmla="*/ 0 h 4178"/>
                  <a:gd name="T10" fmla="*/ 0 w 4729"/>
                  <a:gd name="T11" fmla="*/ 0 h 4178"/>
                  <a:gd name="T12" fmla="*/ 0 w 4729"/>
                  <a:gd name="T13" fmla="*/ 0 h 4178"/>
                  <a:gd name="T14" fmla="*/ 0 w 4729"/>
                  <a:gd name="T15" fmla="*/ 0 h 4178"/>
                  <a:gd name="T16" fmla="*/ 0 w 4729"/>
                  <a:gd name="T17" fmla="*/ 0 h 4178"/>
                  <a:gd name="T18" fmla="*/ 0 w 4729"/>
                  <a:gd name="T19" fmla="*/ 0 h 4178"/>
                  <a:gd name="T20" fmla="*/ 0 w 4729"/>
                  <a:gd name="T21" fmla="*/ 0 h 4178"/>
                  <a:gd name="T22" fmla="*/ 0 w 4729"/>
                  <a:gd name="T23" fmla="*/ 0 h 4178"/>
                  <a:gd name="T24" fmla="*/ 0 w 4729"/>
                  <a:gd name="T25" fmla="*/ 0 h 4178"/>
                  <a:gd name="T26" fmla="*/ 0 w 4729"/>
                  <a:gd name="T27" fmla="*/ 0 h 4178"/>
                  <a:gd name="T28" fmla="*/ 0 w 4729"/>
                  <a:gd name="T29" fmla="*/ 0 h 4178"/>
                  <a:gd name="T30" fmla="*/ 0 w 4729"/>
                  <a:gd name="T31" fmla="*/ 0 h 4178"/>
                  <a:gd name="T32" fmla="*/ 0 w 4729"/>
                  <a:gd name="T33" fmla="*/ 0 h 4178"/>
                  <a:gd name="T34" fmla="*/ 0 w 4729"/>
                  <a:gd name="T35" fmla="*/ 0 h 4178"/>
                  <a:gd name="T36" fmla="*/ 0 w 4729"/>
                  <a:gd name="T37" fmla="*/ 0 h 4178"/>
                  <a:gd name="T38" fmla="*/ 0 w 4729"/>
                  <a:gd name="T39" fmla="*/ 0 h 4178"/>
                  <a:gd name="T40" fmla="*/ 0 w 4729"/>
                  <a:gd name="T41" fmla="*/ 0 h 4178"/>
                  <a:gd name="T42" fmla="*/ 0 w 4729"/>
                  <a:gd name="T43" fmla="*/ 0 h 4178"/>
                  <a:gd name="T44" fmla="*/ 0 w 4729"/>
                  <a:gd name="T45" fmla="*/ 0 h 4178"/>
                  <a:gd name="T46" fmla="*/ 0 w 4729"/>
                  <a:gd name="T47" fmla="*/ 0 h 4178"/>
                  <a:gd name="T48" fmla="*/ 0 w 4729"/>
                  <a:gd name="T49" fmla="*/ 0 h 4178"/>
                  <a:gd name="T50" fmla="*/ 0 w 4729"/>
                  <a:gd name="T51" fmla="*/ 0 h 4178"/>
                  <a:gd name="T52" fmla="*/ 0 w 4729"/>
                  <a:gd name="T53" fmla="*/ 0 h 4178"/>
                  <a:gd name="T54" fmla="*/ 0 w 4729"/>
                  <a:gd name="T55" fmla="*/ 0 h 4178"/>
                  <a:gd name="T56" fmla="*/ 0 w 4729"/>
                  <a:gd name="T57" fmla="*/ 0 h 4178"/>
                  <a:gd name="T58" fmla="*/ 0 w 4729"/>
                  <a:gd name="T59" fmla="*/ 0 h 4178"/>
                  <a:gd name="T60" fmla="*/ 0 w 4729"/>
                  <a:gd name="T61" fmla="*/ 0 h 4178"/>
                  <a:gd name="T62" fmla="*/ 0 w 4729"/>
                  <a:gd name="T63" fmla="*/ 0 h 4178"/>
                  <a:gd name="T64" fmla="*/ 0 w 4729"/>
                  <a:gd name="T65" fmla="*/ 0 h 4178"/>
                  <a:gd name="T66" fmla="*/ 0 w 4729"/>
                  <a:gd name="T67" fmla="*/ 0 h 4178"/>
                  <a:gd name="T68" fmla="*/ 0 w 4729"/>
                  <a:gd name="T69" fmla="*/ 0 h 4178"/>
                  <a:gd name="T70" fmla="*/ 0 w 4729"/>
                  <a:gd name="T71" fmla="*/ 0 h 4178"/>
                  <a:gd name="T72" fmla="*/ 0 w 4729"/>
                  <a:gd name="T73" fmla="*/ 0 h 4178"/>
                  <a:gd name="T74" fmla="*/ 0 w 4729"/>
                  <a:gd name="T75" fmla="*/ 0 h 4178"/>
                  <a:gd name="T76" fmla="*/ 0 w 4729"/>
                  <a:gd name="T77" fmla="*/ 0 h 4178"/>
                  <a:gd name="T78" fmla="*/ 0 w 4729"/>
                  <a:gd name="T79" fmla="*/ 0 h 4178"/>
                  <a:gd name="T80" fmla="*/ 0 w 4729"/>
                  <a:gd name="T81" fmla="*/ 0 h 4178"/>
                  <a:gd name="T82" fmla="*/ 0 w 4729"/>
                  <a:gd name="T83" fmla="*/ 0 h 4178"/>
                  <a:gd name="T84" fmla="*/ 0 w 4729"/>
                  <a:gd name="T85" fmla="*/ 0 h 4178"/>
                  <a:gd name="T86" fmla="*/ 0 w 4729"/>
                  <a:gd name="T87" fmla="*/ 0 h 4178"/>
                  <a:gd name="T88" fmla="*/ 0 w 4729"/>
                  <a:gd name="T89" fmla="*/ 0 h 4178"/>
                  <a:gd name="T90" fmla="*/ 0 w 4729"/>
                  <a:gd name="T91" fmla="*/ 0 h 4178"/>
                  <a:gd name="T92" fmla="*/ 0 w 4729"/>
                  <a:gd name="T93" fmla="*/ 0 h 4178"/>
                  <a:gd name="T94" fmla="*/ 0 w 4729"/>
                  <a:gd name="T95" fmla="*/ 0 h 417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729"/>
                  <a:gd name="T145" fmla="*/ 0 h 4178"/>
                  <a:gd name="T146" fmla="*/ 4729 w 4729"/>
                  <a:gd name="T147" fmla="*/ 4178 h 417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729" h="4178">
                    <a:moveTo>
                      <a:pt x="602" y="3182"/>
                    </a:moveTo>
                    <a:lnTo>
                      <a:pt x="1411" y="2760"/>
                    </a:lnTo>
                    <a:lnTo>
                      <a:pt x="1677" y="2463"/>
                    </a:lnTo>
                    <a:lnTo>
                      <a:pt x="1928" y="3087"/>
                    </a:lnTo>
                    <a:lnTo>
                      <a:pt x="1940" y="3300"/>
                    </a:lnTo>
                    <a:lnTo>
                      <a:pt x="1846" y="3325"/>
                    </a:lnTo>
                    <a:lnTo>
                      <a:pt x="1640" y="3288"/>
                    </a:lnTo>
                    <a:lnTo>
                      <a:pt x="1486" y="3279"/>
                    </a:lnTo>
                    <a:lnTo>
                      <a:pt x="1398" y="3241"/>
                    </a:lnTo>
                    <a:lnTo>
                      <a:pt x="1218" y="3265"/>
                    </a:lnTo>
                    <a:lnTo>
                      <a:pt x="1050" y="3230"/>
                    </a:lnTo>
                    <a:lnTo>
                      <a:pt x="844" y="3168"/>
                    </a:lnTo>
                    <a:lnTo>
                      <a:pt x="672" y="3254"/>
                    </a:lnTo>
                    <a:lnTo>
                      <a:pt x="541" y="3491"/>
                    </a:lnTo>
                    <a:lnTo>
                      <a:pt x="640" y="3841"/>
                    </a:lnTo>
                    <a:lnTo>
                      <a:pt x="1070" y="3903"/>
                    </a:lnTo>
                    <a:lnTo>
                      <a:pt x="1640" y="4032"/>
                    </a:lnTo>
                    <a:lnTo>
                      <a:pt x="2013" y="4139"/>
                    </a:lnTo>
                    <a:lnTo>
                      <a:pt x="2919" y="4178"/>
                    </a:lnTo>
                    <a:lnTo>
                      <a:pt x="3270" y="4153"/>
                    </a:lnTo>
                    <a:lnTo>
                      <a:pt x="3620" y="4056"/>
                    </a:lnTo>
                    <a:lnTo>
                      <a:pt x="4667" y="2951"/>
                    </a:lnTo>
                    <a:lnTo>
                      <a:pt x="4729" y="1824"/>
                    </a:lnTo>
                    <a:lnTo>
                      <a:pt x="4584" y="1298"/>
                    </a:lnTo>
                    <a:lnTo>
                      <a:pt x="4425" y="1019"/>
                    </a:lnTo>
                    <a:lnTo>
                      <a:pt x="4138" y="639"/>
                    </a:lnTo>
                    <a:lnTo>
                      <a:pt x="3595" y="384"/>
                    </a:lnTo>
                    <a:lnTo>
                      <a:pt x="3450" y="422"/>
                    </a:lnTo>
                    <a:lnTo>
                      <a:pt x="3342" y="362"/>
                    </a:lnTo>
                    <a:lnTo>
                      <a:pt x="3256" y="194"/>
                    </a:lnTo>
                    <a:lnTo>
                      <a:pt x="3053" y="121"/>
                    </a:lnTo>
                    <a:lnTo>
                      <a:pt x="2872" y="0"/>
                    </a:lnTo>
                    <a:lnTo>
                      <a:pt x="2666" y="12"/>
                    </a:lnTo>
                    <a:lnTo>
                      <a:pt x="1709" y="602"/>
                    </a:lnTo>
                    <a:lnTo>
                      <a:pt x="1558" y="720"/>
                    </a:lnTo>
                    <a:lnTo>
                      <a:pt x="1460" y="817"/>
                    </a:lnTo>
                    <a:lnTo>
                      <a:pt x="1281" y="911"/>
                    </a:lnTo>
                    <a:lnTo>
                      <a:pt x="1070" y="1503"/>
                    </a:lnTo>
                    <a:lnTo>
                      <a:pt x="1064" y="1702"/>
                    </a:lnTo>
                    <a:lnTo>
                      <a:pt x="989" y="1979"/>
                    </a:lnTo>
                    <a:lnTo>
                      <a:pt x="808" y="2039"/>
                    </a:lnTo>
                    <a:lnTo>
                      <a:pt x="723" y="2136"/>
                    </a:lnTo>
                    <a:lnTo>
                      <a:pt x="699" y="2259"/>
                    </a:lnTo>
                    <a:lnTo>
                      <a:pt x="578" y="2377"/>
                    </a:lnTo>
                    <a:lnTo>
                      <a:pt x="240" y="2606"/>
                    </a:lnTo>
                    <a:lnTo>
                      <a:pt x="0" y="2917"/>
                    </a:lnTo>
                    <a:lnTo>
                      <a:pt x="277" y="3145"/>
                    </a:lnTo>
                    <a:lnTo>
                      <a:pt x="602" y="318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3" name="Freeform 397"/>
              <p:cNvSpPr>
                <a:spLocks/>
              </p:cNvSpPr>
              <p:nvPr/>
            </p:nvSpPr>
            <p:spPr bwMode="auto">
              <a:xfrm>
                <a:off x="3313" y="1776"/>
                <a:ext cx="174" cy="272"/>
              </a:xfrm>
              <a:custGeom>
                <a:avLst/>
                <a:gdLst>
                  <a:gd name="T0" fmla="*/ 0 w 1387"/>
                  <a:gd name="T1" fmla="*/ 0 h 2184"/>
                  <a:gd name="T2" fmla="*/ 0 w 1387"/>
                  <a:gd name="T3" fmla="*/ 0 h 2184"/>
                  <a:gd name="T4" fmla="*/ 0 w 1387"/>
                  <a:gd name="T5" fmla="*/ 0 h 2184"/>
                  <a:gd name="T6" fmla="*/ 0 w 1387"/>
                  <a:gd name="T7" fmla="*/ 0 h 2184"/>
                  <a:gd name="T8" fmla="*/ 0 w 1387"/>
                  <a:gd name="T9" fmla="*/ 0 h 2184"/>
                  <a:gd name="T10" fmla="*/ 0 w 1387"/>
                  <a:gd name="T11" fmla="*/ 0 h 2184"/>
                  <a:gd name="T12" fmla="*/ 0 w 1387"/>
                  <a:gd name="T13" fmla="*/ 0 h 2184"/>
                  <a:gd name="T14" fmla="*/ 0 w 1387"/>
                  <a:gd name="T15" fmla="*/ 0 h 2184"/>
                  <a:gd name="T16" fmla="*/ 0 w 1387"/>
                  <a:gd name="T17" fmla="*/ 0 h 2184"/>
                  <a:gd name="T18" fmla="*/ 0 w 1387"/>
                  <a:gd name="T19" fmla="*/ 0 h 2184"/>
                  <a:gd name="T20" fmla="*/ 0 w 1387"/>
                  <a:gd name="T21" fmla="*/ 0 h 2184"/>
                  <a:gd name="T22" fmla="*/ 0 w 1387"/>
                  <a:gd name="T23" fmla="*/ 0 h 2184"/>
                  <a:gd name="T24" fmla="*/ 0 w 1387"/>
                  <a:gd name="T25" fmla="*/ 0 h 2184"/>
                  <a:gd name="T26" fmla="*/ 0 w 1387"/>
                  <a:gd name="T27" fmla="*/ 0 h 2184"/>
                  <a:gd name="T28" fmla="*/ 0 w 1387"/>
                  <a:gd name="T29" fmla="*/ 0 h 2184"/>
                  <a:gd name="T30" fmla="*/ 0 w 1387"/>
                  <a:gd name="T31" fmla="*/ 0 h 2184"/>
                  <a:gd name="T32" fmla="*/ 0 w 1387"/>
                  <a:gd name="T33" fmla="*/ 0 h 2184"/>
                  <a:gd name="T34" fmla="*/ 0 w 1387"/>
                  <a:gd name="T35" fmla="*/ 0 h 2184"/>
                  <a:gd name="T36" fmla="*/ 0 w 1387"/>
                  <a:gd name="T37" fmla="*/ 0 h 2184"/>
                  <a:gd name="T38" fmla="*/ 0 w 1387"/>
                  <a:gd name="T39" fmla="*/ 0 h 2184"/>
                  <a:gd name="T40" fmla="*/ 0 w 1387"/>
                  <a:gd name="T41" fmla="*/ 0 h 2184"/>
                  <a:gd name="T42" fmla="*/ 0 w 1387"/>
                  <a:gd name="T43" fmla="*/ 0 h 2184"/>
                  <a:gd name="T44" fmla="*/ 0 w 1387"/>
                  <a:gd name="T45" fmla="*/ 0 h 2184"/>
                  <a:gd name="T46" fmla="*/ 0 w 1387"/>
                  <a:gd name="T47" fmla="*/ 0 h 2184"/>
                  <a:gd name="T48" fmla="*/ 0 w 1387"/>
                  <a:gd name="T49" fmla="*/ 0 h 2184"/>
                  <a:gd name="T50" fmla="*/ 0 w 1387"/>
                  <a:gd name="T51" fmla="*/ 0 h 2184"/>
                  <a:gd name="T52" fmla="*/ 0 w 1387"/>
                  <a:gd name="T53" fmla="*/ 0 h 2184"/>
                  <a:gd name="T54" fmla="*/ 0 w 1387"/>
                  <a:gd name="T55" fmla="*/ 0 h 2184"/>
                  <a:gd name="T56" fmla="*/ 0 w 1387"/>
                  <a:gd name="T57" fmla="*/ 0 h 2184"/>
                  <a:gd name="T58" fmla="*/ 0 w 1387"/>
                  <a:gd name="T59" fmla="*/ 0 h 2184"/>
                  <a:gd name="T60" fmla="*/ 0 w 1387"/>
                  <a:gd name="T61" fmla="*/ 0 h 2184"/>
                  <a:gd name="T62" fmla="*/ 0 w 1387"/>
                  <a:gd name="T63" fmla="*/ 0 h 2184"/>
                  <a:gd name="T64" fmla="*/ 0 w 1387"/>
                  <a:gd name="T65" fmla="*/ 0 h 2184"/>
                  <a:gd name="T66" fmla="*/ 0 w 1387"/>
                  <a:gd name="T67" fmla="*/ 0 h 2184"/>
                  <a:gd name="T68" fmla="*/ 0 w 1387"/>
                  <a:gd name="T69" fmla="*/ 0 h 2184"/>
                  <a:gd name="T70" fmla="*/ 0 w 1387"/>
                  <a:gd name="T71" fmla="*/ 0 h 2184"/>
                  <a:gd name="T72" fmla="*/ 0 w 1387"/>
                  <a:gd name="T73" fmla="*/ 0 h 2184"/>
                  <a:gd name="T74" fmla="*/ 0 w 1387"/>
                  <a:gd name="T75" fmla="*/ 0 h 2184"/>
                  <a:gd name="T76" fmla="*/ 0 w 1387"/>
                  <a:gd name="T77" fmla="*/ 0 h 2184"/>
                  <a:gd name="T78" fmla="*/ 0 w 1387"/>
                  <a:gd name="T79" fmla="*/ 0 h 2184"/>
                  <a:gd name="T80" fmla="*/ 0 w 1387"/>
                  <a:gd name="T81" fmla="*/ 0 h 2184"/>
                  <a:gd name="T82" fmla="*/ 0 w 1387"/>
                  <a:gd name="T83" fmla="*/ 0 h 2184"/>
                  <a:gd name="T84" fmla="*/ 0 w 1387"/>
                  <a:gd name="T85" fmla="*/ 0 h 218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387"/>
                  <a:gd name="T130" fmla="*/ 0 h 2184"/>
                  <a:gd name="T131" fmla="*/ 1387 w 1387"/>
                  <a:gd name="T132" fmla="*/ 2184 h 218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387" h="2184">
                    <a:moveTo>
                      <a:pt x="691" y="312"/>
                    </a:moveTo>
                    <a:lnTo>
                      <a:pt x="679" y="433"/>
                    </a:lnTo>
                    <a:lnTo>
                      <a:pt x="712" y="479"/>
                    </a:lnTo>
                    <a:lnTo>
                      <a:pt x="807" y="528"/>
                    </a:lnTo>
                    <a:lnTo>
                      <a:pt x="859" y="578"/>
                    </a:lnTo>
                    <a:lnTo>
                      <a:pt x="859" y="683"/>
                    </a:lnTo>
                    <a:lnTo>
                      <a:pt x="664" y="731"/>
                    </a:lnTo>
                    <a:lnTo>
                      <a:pt x="605" y="731"/>
                    </a:lnTo>
                    <a:lnTo>
                      <a:pt x="555" y="671"/>
                    </a:lnTo>
                    <a:lnTo>
                      <a:pt x="508" y="899"/>
                    </a:lnTo>
                    <a:lnTo>
                      <a:pt x="290" y="1031"/>
                    </a:lnTo>
                    <a:lnTo>
                      <a:pt x="664" y="899"/>
                    </a:lnTo>
                    <a:lnTo>
                      <a:pt x="749" y="899"/>
                    </a:lnTo>
                    <a:lnTo>
                      <a:pt x="712" y="945"/>
                    </a:lnTo>
                    <a:lnTo>
                      <a:pt x="447" y="1103"/>
                    </a:lnTo>
                    <a:lnTo>
                      <a:pt x="726" y="1103"/>
                    </a:lnTo>
                    <a:lnTo>
                      <a:pt x="737" y="1213"/>
                    </a:lnTo>
                    <a:lnTo>
                      <a:pt x="133" y="1273"/>
                    </a:lnTo>
                    <a:lnTo>
                      <a:pt x="0" y="1369"/>
                    </a:lnTo>
                    <a:lnTo>
                      <a:pt x="170" y="1426"/>
                    </a:lnTo>
                    <a:lnTo>
                      <a:pt x="279" y="1525"/>
                    </a:lnTo>
                    <a:lnTo>
                      <a:pt x="290" y="1593"/>
                    </a:lnTo>
                    <a:lnTo>
                      <a:pt x="181" y="1690"/>
                    </a:lnTo>
                    <a:lnTo>
                      <a:pt x="181" y="1810"/>
                    </a:lnTo>
                    <a:lnTo>
                      <a:pt x="242" y="1932"/>
                    </a:lnTo>
                    <a:lnTo>
                      <a:pt x="84" y="2075"/>
                    </a:lnTo>
                    <a:lnTo>
                      <a:pt x="218" y="2184"/>
                    </a:lnTo>
                    <a:lnTo>
                      <a:pt x="373" y="2098"/>
                    </a:lnTo>
                    <a:lnTo>
                      <a:pt x="472" y="2123"/>
                    </a:lnTo>
                    <a:lnTo>
                      <a:pt x="679" y="1964"/>
                    </a:lnTo>
                    <a:lnTo>
                      <a:pt x="989" y="1630"/>
                    </a:lnTo>
                    <a:lnTo>
                      <a:pt x="1207" y="1379"/>
                    </a:lnTo>
                    <a:lnTo>
                      <a:pt x="1350" y="1752"/>
                    </a:lnTo>
                    <a:lnTo>
                      <a:pt x="1387" y="1358"/>
                    </a:lnTo>
                    <a:lnTo>
                      <a:pt x="1387" y="1199"/>
                    </a:lnTo>
                    <a:lnTo>
                      <a:pt x="1242" y="1093"/>
                    </a:lnTo>
                    <a:lnTo>
                      <a:pt x="1122" y="923"/>
                    </a:lnTo>
                    <a:lnTo>
                      <a:pt x="1014" y="740"/>
                    </a:lnTo>
                    <a:lnTo>
                      <a:pt x="930" y="528"/>
                    </a:lnTo>
                    <a:lnTo>
                      <a:pt x="834" y="228"/>
                    </a:lnTo>
                    <a:lnTo>
                      <a:pt x="800" y="0"/>
                    </a:lnTo>
                    <a:lnTo>
                      <a:pt x="700" y="215"/>
                    </a:lnTo>
                    <a:lnTo>
                      <a:pt x="691" y="312"/>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4" name="Freeform 398"/>
              <p:cNvSpPr>
                <a:spLocks/>
              </p:cNvSpPr>
              <p:nvPr/>
            </p:nvSpPr>
            <p:spPr bwMode="auto">
              <a:xfrm>
                <a:off x="3401" y="1778"/>
                <a:ext cx="357" cy="391"/>
              </a:xfrm>
              <a:custGeom>
                <a:avLst/>
                <a:gdLst>
                  <a:gd name="T0" fmla="*/ 0 w 2861"/>
                  <a:gd name="T1" fmla="*/ 0 h 3124"/>
                  <a:gd name="T2" fmla="*/ 0 w 2861"/>
                  <a:gd name="T3" fmla="*/ 0 h 3124"/>
                  <a:gd name="T4" fmla="*/ 0 w 2861"/>
                  <a:gd name="T5" fmla="*/ 0 h 3124"/>
                  <a:gd name="T6" fmla="*/ 0 w 2861"/>
                  <a:gd name="T7" fmla="*/ 0 h 3124"/>
                  <a:gd name="T8" fmla="*/ 0 w 2861"/>
                  <a:gd name="T9" fmla="*/ 0 h 3124"/>
                  <a:gd name="T10" fmla="*/ 0 w 2861"/>
                  <a:gd name="T11" fmla="*/ 0 h 3124"/>
                  <a:gd name="T12" fmla="*/ 0 w 2861"/>
                  <a:gd name="T13" fmla="*/ 0 h 3124"/>
                  <a:gd name="T14" fmla="*/ 0 w 2861"/>
                  <a:gd name="T15" fmla="*/ 0 h 3124"/>
                  <a:gd name="T16" fmla="*/ 0 w 2861"/>
                  <a:gd name="T17" fmla="*/ 0 h 3124"/>
                  <a:gd name="T18" fmla="*/ 0 w 2861"/>
                  <a:gd name="T19" fmla="*/ 0 h 3124"/>
                  <a:gd name="T20" fmla="*/ 0 w 2861"/>
                  <a:gd name="T21" fmla="*/ 0 h 3124"/>
                  <a:gd name="T22" fmla="*/ 0 w 2861"/>
                  <a:gd name="T23" fmla="*/ 0 h 3124"/>
                  <a:gd name="T24" fmla="*/ 0 w 2861"/>
                  <a:gd name="T25" fmla="*/ 0 h 3124"/>
                  <a:gd name="T26" fmla="*/ 0 w 2861"/>
                  <a:gd name="T27" fmla="*/ 0 h 3124"/>
                  <a:gd name="T28" fmla="*/ 0 w 2861"/>
                  <a:gd name="T29" fmla="*/ 0 h 3124"/>
                  <a:gd name="T30" fmla="*/ 0 w 2861"/>
                  <a:gd name="T31" fmla="*/ 0 h 3124"/>
                  <a:gd name="T32" fmla="*/ 0 w 2861"/>
                  <a:gd name="T33" fmla="*/ 0 h 3124"/>
                  <a:gd name="T34" fmla="*/ 0 w 2861"/>
                  <a:gd name="T35" fmla="*/ 0 h 3124"/>
                  <a:gd name="T36" fmla="*/ 0 w 2861"/>
                  <a:gd name="T37" fmla="*/ 0 h 3124"/>
                  <a:gd name="T38" fmla="*/ 0 w 2861"/>
                  <a:gd name="T39" fmla="*/ 0 h 3124"/>
                  <a:gd name="T40" fmla="*/ 0 w 2861"/>
                  <a:gd name="T41" fmla="*/ 0 h 3124"/>
                  <a:gd name="T42" fmla="*/ 0 w 2861"/>
                  <a:gd name="T43" fmla="*/ 0 h 3124"/>
                  <a:gd name="T44" fmla="*/ 0 w 2861"/>
                  <a:gd name="T45" fmla="*/ 0 h 3124"/>
                  <a:gd name="T46" fmla="*/ 0 w 2861"/>
                  <a:gd name="T47" fmla="*/ 0 h 3124"/>
                  <a:gd name="T48" fmla="*/ 0 w 2861"/>
                  <a:gd name="T49" fmla="*/ 0 h 3124"/>
                  <a:gd name="T50" fmla="*/ 0 w 2861"/>
                  <a:gd name="T51" fmla="*/ 0 h 3124"/>
                  <a:gd name="T52" fmla="*/ 0 w 2861"/>
                  <a:gd name="T53" fmla="*/ 0 h 3124"/>
                  <a:gd name="T54" fmla="*/ 0 w 2861"/>
                  <a:gd name="T55" fmla="*/ 0 h 3124"/>
                  <a:gd name="T56" fmla="*/ 0 w 2861"/>
                  <a:gd name="T57" fmla="*/ 0 h 3124"/>
                  <a:gd name="T58" fmla="*/ 0 w 2861"/>
                  <a:gd name="T59" fmla="*/ 0 h 3124"/>
                  <a:gd name="T60" fmla="*/ 0 w 2861"/>
                  <a:gd name="T61" fmla="*/ 0 h 3124"/>
                  <a:gd name="T62" fmla="*/ 0 w 2861"/>
                  <a:gd name="T63" fmla="*/ 0 h 3124"/>
                  <a:gd name="T64" fmla="*/ 0 w 2861"/>
                  <a:gd name="T65" fmla="*/ 0 h 3124"/>
                  <a:gd name="T66" fmla="*/ 0 w 2861"/>
                  <a:gd name="T67" fmla="*/ 0 h 3124"/>
                  <a:gd name="T68" fmla="*/ 0 w 2861"/>
                  <a:gd name="T69" fmla="*/ 0 h 3124"/>
                  <a:gd name="T70" fmla="*/ 0 w 2861"/>
                  <a:gd name="T71" fmla="*/ 0 h 3124"/>
                  <a:gd name="T72" fmla="*/ 0 w 2861"/>
                  <a:gd name="T73" fmla="*/ 0 h 3124"/>
                  <a:gd name="T74" fmla="*/ 0 w 2861"/>
                  <a:gd name="T75" fmla="*/ 0 h 3124"/>
                  <a:gd name="T76" fmla="*/ 0 w 2861"/>
                  <a:gd name="T77" fmla="*/ 0 h 3124"/>
                  <a:gd name="T78" fmla="*/ 0 w 2861"/>
                  <a:gd name="T79" fmla="*/ 0 h 3124"/>
                  <a:gd name="T80" fmla="*/ 0 w 2861"/>
                  <a:gd name="T81" fmla="*/ 0 h 3124"/>
                  <a:gd name="T82" fmla="*/ 0 w 2861"/>
                  <a:gd name="T83" fmla="*/ 0 h 3124"/>
                  <a:gd name="T84" fmla="*/ 0 w 2861"/>
                  <a:gd name="T85" fmla="*/ 0 h 3124"/>
                  <a:gd name="T86" fmla="*/ 0 w 2861"/>
                  <a:gd name="T87" fmla="*/ 0 h 3124"/>
                  <a:gd name="T88" fmla="*/ 0 w 2861"/>
                  <a:gd name="T89" fmla="*/ 0 h 3124"/>
                  <a:gd name="T90" fmla="*/ 0 w 2861"/>
                  <a:gd name="T91" fmla="*/ 0 h 3124"/>
                  <a:gd name="T92" fmla="*/ 0 w 2861"/>
                  <a:gd name="T93" fmla="*/ 0 h 3124"/>
                  <a:gd name="T94" fmla="*/ 0 w 2861"/>
                  <a:gd name="T95" fmla="*/ 0 h 3124"/>
                  <a:gd name="T96" fmla="*/ 0 w 2861"/>
                  <a:gd name="T97" fmla="*/ 0 h 3124"/>
                  <a:gd name="T98" fmla="*/ 0 w 2861"/>
                  <a:gd name="T99" fmla="*/ 0 h 312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861"/>
                  <a:gd name="T151" fmla="*/ 0 h 3124"/>
                  <a:gd name="T152" fmla="*/ 2861 w 2861"/>
                  <a:gd name="T153" fmla="*/ 3124 h 312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861" h="3124">
                    <a:moveTo>
                      <a:pt x="988" y="1321"/>
                    </a:moveTo>
                    <a:lnTo>
                      <a:pt x="1377" y="1443"/>
                    </a:lnTo>
                    <a:lnTo>
                      <a:pt x="1691" y="1504"/>
                    </a:lnTo>
                    <a:lnTo>
                      <a:pt x="1909" y="1095"/>
                    </a:lnTo>
                    <a:lnTo>
                      <a:pt x="1895" y="698"/>
                    </a:lnTo>
                    <a:lnTo>
                      <a:pt x="2146" y="231"/>
                    </a:lnTo>
                    <a:lnTo>
                      <a:pt x="2642" y="0"/>
                    </a:lnTo>
                    <a:lnTo>
                      <a:pt x="2232" y="399"/>
                    </a:lnTo>
                    <a:lnTo>
                      <a:pt x="2111" y="770"/>
                    </a:lnTo>
                    <a:lnTo>
                      <a:pt x="2111" y="1168"/>
                    </a:lnTo>
                    <a:lnTo>
                      <a:pt x="2350" y="985"/>
                    </a:lnTo>
                    <a:lnTo>
                      <a:pt x="2665" y="627"/>
                    </a:lnTo>
                    <a:lnTo>
                      <a:pt x="2861" y="420"/>
                    </a:lnTo>
                    <a:lnTo>
                      <a:pt x="2861" y="590"/>
                    </a:lnTo>
                    <a:lnTo>
                      <a:pt x="2642" y="1010"/>
                    </a:lnTo>
                    <a:lnTo>
                      <a:pt x="2280" y="1478"/>
                    </a:lnTo>
                    <a:lnTo>
                      <a:pt x="1981" y="1741"/>
                    </a:lnTo>
                    <a:lnTo>
                      <a:pt x="1773" y="1838"/>
                    </a:lnTo>
                    <a:lnTo>
                      <a:pt x="1773" y="1959"/>
                    </a:lnTo>
                    <a:lnTo>
                      <a:pt x="1918" y="2188"/>
                    </a:lnTo>
                    <a:lnTo>
                      <a:pt x="2063" y="2545"/>
                    </a:lnTo>
                    <a:lnTo>
                      <a:pt x="1955" y="2451"/>
                    </a:lnTo>
                    <a:lnTo>
                      <a:pt x="1836" y="2333"/>
                    </a:lnTo>
                    <a:lnTo>
                      <a:pt x="1665" y="2257"/>
                    </a:lnTo>
                    <a:lnTo>
                      <a:pt x="1508" y="2222"/>
                    </a:lnTo>
                    <a:lnTo>
                      <a:pt x="1388" y="2197"/>
                    </a:lnTo>
                    <a:lnTo>
                      <a:pt x="1460" y="2429"/>
                    </a:lnTo>
                    <a:lnTo>
                      <a:pt x="1691" y="2621"/>
                    </a:lnTo>
                    <a:lnTo>
                      <a:pt x="1872" y="2725"/>
                    </a:lnTo>
                    <a:lnTo>
                      <a:pt x="1785" y="2534"/>
                    </a:lnTo>
                    <a:lnTo>
                      <a:pt x="1981" y="2582"/>
                    </a:lnTo>
                    <a:lnTo>
                      <a:pt x="2052" y="2750"/>
                    </a:lnTo>
                    <a:lnTo>
                      <a:pt x="2025" y="2978"/>
                    </a:lnTo>
                    <a:lnTo>
                      <a:pt x="1895" y="3110"/>
                    </a:lnTo>
                    <a:lnTo>
                      <a:pt x="1665" y="3124"/>
                    </a:lnTo>
                    <a:lnTo>
                      <a:pt x="1425" y="3001"/>
                    </a:lnTo>
                    <a:lnTo>
                      <a:pt x="1326" y="2796"/>
                    </a:lnTo>
                    <a:lnTo>
                      <a:pt x="1181" y="2400"/>
                    </a:lnTo>
                    <a:lnTo>
                      <a:pt x="988" y="2284"/>
                    </a:lnTo>
                    <a:lnTo>
                      <a:pt x="485" y="2391"/>
                    </a:lnTo>
                    <a:lnTo>
                      <a:pt x="171" y="2568"/>
                    </a:lnTo>
                    <a:lnTo>
                      <a:pt x="134" y="2499"/>
                    </a:lnTo>
                    <a:lnTo>
                      <a:pt x="217" y="2319"/>
                    </a:lnTo>
                    <a:lnTo>
                      <a:pt x="0" y="2400"/>
                    </a:lnTo>
                    <a:lnTo>
                      <a:pt x="87" y="2271"/>
                    </a:lnTo>
                    <a:lnTo>
                      <a:pt x="362" y="2197"/>
                    </a:lnTo>
                    <a:lnTo>
                      <a:pt x="558" y="2222"/>
                    </a:lnTo>
                    <a:lnTo>
                      <a:pt x="676" y="2234"/>
                    </a:lnTo>
                    <a:lnTo>
                      <a:pt x="950" y="2174"/>
                    </a:lnTo>
                    <a:lnTo>
                      <a:pt x="988" y="1321"/>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5" name="Freeform 399"/>
              <p:cNvSpPr>
                <a:spLocks/>
              </p:cNvSpPr>
              <p:nvPr/>
            </p:nvSpPr>
            <p:spPr bwMode="auto">
              <a:xfrm>
                <a:off x="3517" y="1777"/>
                <a:ext cx="63" cy="178"/>
              </a:xfrm>
              <a:custGeom>
                <a:avLst/>
                <a:gdLst>
                  <a:gd name="T0" fmla="*/ 0 w 507"/>
                  <a:gd name="T1" fmla="*/ 0 h 1428"/>
                  <a:gd name="T2" fmla="*/ 0 w 507"/>
                  <a:gd name="T3" fmla="*/ 0 h 1428"/>
                  <a:gd name="T4" fmla="*/ 0 w 507"/>
                  <a:gd name="T5" fmla="*/ 0 h 1428"/>
                  <a:gd name="T6" fmla="*/ 0 w 507"/>
                  <a:gd name="T7" fmla="*/ 0 h 1428"/>
                  <a:gd name="T8" fmla="*/ 0 w 507"/>
                  <a:gd name="T9" fmla="*/ 0 h 1428"/>
                  <a:gd name="T10" fmla="*/ 0 w 507"/>
                  <a:gd name="T11" fmla="*/ 0 h 1428"/>
                  <a:gd name="T12" fmla="*/ 0 w 507"/>
                  <a:gd name="T13" fmla="*/ 0 h 1428"/>
                  <a:gd name="T14" fmla="*/ 0 w 507"/>
                  <a:gd name="T15" fmla="*/ 0 h 1428"/>
                  <a:gd name="T16" fmla="*/ 0 w 507"/>
                  <a:gd name="T17" fmla="*/ 0 h 1428"/>
                  <a:gd name="T18" fmla="*/ 0 w 507"/>
                  <a:gd name="T19" fmla="*/ 0 h 1428"/>
                  <a:gd name="T20" fmla="*/ 0 w 507"/>
                  <a:gd name="T21" fmla="*/ 0 h 1428"/>
                  <a:gd name="T22" fmla="*/ 0 w 507"/>
                  <a:gd name="T23" fmla="*/ 0 h 14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07"/>
                  <a:gd name="T37" fmla="*/ 0 h 1428"/>
                  <a:gd name="T38" fmla="*/ 507 w 507"/>
                  <a:gd name="T39" fmla="*/ 1428 h 14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07" h="1428">
                    <a:moveTo>
                      <a:pt x="143" y="1404"/>
                    </a:moveTo>
                    <a:lnTo>
                      <a:pt x="180" y="1130"/>
                    </a:lnTo>
                    <a:lnTo>
                      <a:pt x="242" y="780"/>
                    </a:lnTo>
                    <a:lnTo>
                      <a:pt x="242" y="613"/>
                    </a:lnTo>
                    <a:lnTo>
                      <a:pt x="194" y="446"/>
                    </a:lnTo>
                    <a:lnTo>
                      <a:pt x="206" y="312"/>
                    </a:lnTo>
                    <a:lnTo>
                      <a:pt x="266" y="134"/>
                    </a:lnTo>
                    <a:lnTo>
                      <a:pt x="507" y="158"/>
                    </a:lnTo>
                    <a:lnTo>
                      <a:pt x="143" y="0"/>
                    </a:lnTo>
                    <a:lnTo>
                      <a:pt x="0" y="325"/>
                    </a:lnTo>
                    <a:lnTo>
                      <a:pt x="21" y="1428"/>
                    </a:lnTo>
                    <a:lnTo>
                      <a:pt x="143" y="1404"/>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6" name="Freeform 400"/>
              <p:cNvSpPr>
                <a:spLocks/>
              </p:cNvSpPr>
              <p:nvPr/>
            </p:nvSpPr>
            <p:spPr bwMode="auto">
              <a:xfrm>
                <a:off x="3595" y="1640"/>
                <a:ext cx="249" cy="534"/>
              </a:xfrm>
              <a:custGeom>
                <a:avLst/>
                <a:gdLst>
                  <a:gd name="T0" fmla="*/ 0 w 1991"/>
                  <a:gd name="T1" fmla="*/ 0 h 4272"/>
                  <a:gd name="T2" fmla="*/ 0 w 1991"/>
                  <a:gd name="T3" fmla="*/ 0 h 4272"/>
                  <a:gd name="T4" fmla="*/ 0 w 1991"/>
                  <a:gd name="T5" fmla="*/ 0 h 4272"/>
                  <a:gd name="T6" fmla="*/ 0 w 1991"/>
                  <a:gd name="T7" fmla="*/ 0 h 4272"/>
                  <a:gd name="T8" fmla="*/ 0 w 1991"/>
                  <a:gd name="T9" fmla="*/ 0 h 4272"/>
                  <a:gd name="T10" fmla="*/ 0 w 1991"/>
                  <a:gd name="T11" fmla="*/ 0 h 4272"/>
                  <a:gd name="T12" fmla="*/ 0 w 1991"/>
                  <a:gd name="T13" fmla="*/ 0 h 4272"/>
                  <a:gd name="T14" fmla="*/ 0 w 1991"/>
                  <a:gd name="T15" fmla="*/ 0 h 4272"/>
                  <a:gd name="T16" fmla="*/ 0 w 1991"/>
                  <a:gd name="T17" fmla="*/ 0 h 4272"/>
                  <a:gd name="T18" fmla="*/ 0 w 1991"/>
                  <a:gd name="T19" fmla="*/ 0 h 4272"/>
                  <a:gd name="T20" fmla="*/ 0 w 1991"/>
                  <a:gd name="T21" fmla="*/ 0 h 4272"/>
                  <a:gd name="T22" fmla="*/ 0 w 1991"/>
                  <a:gd name="T23" fmla="*/ 0 h 4272"/>
                  <a:gd name="T24" fmla="*/ 0 w 1991"/>
                  <a:gd name="T25" fmla="*/ 0 h 4272"/>
                  <a:gd name="T26" fmla="*/ 0 w 1991"/>
                  <a:gd name="T27" fmla="*/ 0 h 4272"/>
                  <a:gd name="T28" fmla="*/ 0 w 1991"/>
                  <a:gd name="T29" fmla="*/ 0 h 4272"/>
                  <a:gd name="T30" fmla="*/ 0 w 1991"/>
                  <a:gd name="T31" fmla="*/ 0 h 4272"/>
                  <a:gd name="T32" fmla="*/ 0 w 1991"/>
                  <a:gd name="T33" fmla="*/ 0 h 4272"/>
                  <a:gd name="T34" fmla="*/ 0 w 1991"/>
                  <a:gd name="T35" fmla="*/ 0 h 4272"/>
                  <a:gd name="T36" fmla="*/ 0 w 1991"/>
                  <a:gd name="T37" fmla="*/ 0 h 4272"/>
                  <a:gd name="T38" fmla="*/ 0 w 1991"/>
                  <a:gd name="T39" fmla="*/ 0 h 4272"/>
                  <a:gd name="T40" fmla="*/ 0 w 1991"/>
                  <a:gd name="T41" fmla="*/ 0 h 4272"/>
                  <a:gd name="T42" fmla="*/ 0 w 1991"/>
                  <a:gd name="T43" fmla="*/ 0 h 4272"/>
                  <a:gd name="T44" fmla="*/ 0 w 1991"/>
                  <a:gd name="T45" fmla="*/ 0 h 4272"/>
                  <a:gd name="T46" fmla="*/ 0 w 1991"/>
                  <a:gd name="T47" fmla="*/ 0 h 4272"/>
                  <a:gd name="T48" fmla="*/ 0 w 1991"/>
                  <a:gd name="T49" fmla="*/ 0 h 4272"/>
                  <a:gd name="T50" fmla="*/ 0 w 1991"/>
                  <a:gd name="T51" fmla="*/ 0 h 4272"/>
                  <a:gd name="T52" fmla="*/ 0 w 1991"/>
                  <a:gd name="T53" fmla="*/ 0 h 4272"/>
                  <a:gd name="T54" fmla="*/ 0 w 1991"/>
                  <a:gd name="T55" fmla="*/ 0 h 4272"/>
                  <a:gd name="T56" fmla="*/ 0 w 1991"/>
                  <a:gd name="T57" fmla="*/ 0 h 4272"/>
                  <a:gd name="T58" fmla="*/ 0 w 1991"/>
                  <a:gd name="T59" fmla="*/ 0 h 4272"/>
                  <a:gd name="T60" fmla="*/ 0 w 1991"/>
                  <a:gd name="T61" fmla="*/ 0 h 4272"/>
                  <a:gd name="T62" fmla="*/ 0 w 1991"/>
                  <a:gd name="T63" fmla="*/ 0 h 4272"/>
                  <a:gd name="T64" fmla="*/ 0 w 1991"/>
                  <a:gd name="T65" fmla="*/ 0 h 4272"/>
                  <a:gd name="T66" fmla="*/ 0 w 1991"/>
                  <a:gd name="T67" fmla="*/ 0 h 4272"/>
                  <a:gd name="T68" fmla="*/ 0 w 1991"/>
                  <a:gd name="T69" fmla="*/ 0 h 4272"/>
                  <a:gd name="T70" fmla="*/ 0 w 1991"/>
                  <a:gd name="T71" fmla="*/ 0 h 4272"/>
                  <a:gd name="T72" fmla="*/ 0 w 1991"/>
                  <a:gd name="T73" fmla="*/ 0 h 4272"/>
                  <a:gd name="T74" fmla="*/ 0 w 1991"/>
                  <a:gd name="T75" fmla="*/ 0 h 4272"/>
                  <a:gd name="T76" fmla="*/ 0 w 1991"/>
                  <a:gd name="T77" fmla="*/ 0 h 4272"/>
                  <a:gd name="T78" fmla="*/ 0 w 1991"/>
                  <a:gd name="T79" fmla="*/ 0 h 4272"/>
                  <a:gd name="T80" fmla="*/ 0 w 1991"/>
                  <a:gd name="T81" fmla="*/ 0 h 4272"/>
                  <a:gd name="T82" fmla="*/ 0 w 1991"/>
                  <a:gd name="T83" fmla="*/ 0 h 4272"/>
                  <a:gd name="T84" fmla="*/ 0 w 1991"/>
                  <a:gd name="T85" fmla="*/ 0 h 4272"/>
                  <a:gd name="T86" fmla="*/ 0 w 1991"/>
                  <a:gd name="T87" fmla="*/ 0 h 4272"/>
                  <a:gd name="T88" fmla="*/ 0 w 1991"/>
                  <a:gd name="T89" fmla="*/ 0 h 4272"/>
                  <a:gd name="T90" fmla="*/ 0 w 1991"/>
                  <a:gd name="T91" fmla="*/ 0 h 4272"/>
                  <a:gd name="T92" fmla="*/ 0 w 1991"/>
                  <a:gd name="T93" fmla="*/ 0 h 4272"/>
                  <a:gd name="T94" fmla="*/ 0 w 1991"/>
                  <a:gd name="T95" fmla="*/ 0 h 4272"/>
                  <a:gd name="T96" fmla="*/ 0 w 1991"/>
                  <a:gd name="T97" fmla="*/ 0 h 427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1"/>
                  <a:gd name="T148" fmla="*/ 0 h 4272"/>
                  <a:gd name="T149" fmla="*/ 1991 w 1991"/>
                  <a:gd name="T150" fmla="*/ 4272 h 427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1" h="4272">
                    <a:moveTo>
                      <a:pt x="48" y="182"/>
                    </a:moveTo>
                    <a:lnTo>
                      <a:pt x="181" y="445"/>
                    </a:lnTo>
                    <a:lnTo>
                      <a:pt x="134" y="922"/>
                    </a:lnTo>
                    <a:lnTo>
                      <a:pt x="325" y="240"/>
                    </a:lnTo>
                    <a:lnTo>
                      <a:pt x="409" y="217"/>
                    </a:lnTo>
                    <a:lnTo>
                      <a:pt x="495" y="339"/>
                    </a:lnTo>
                    <a:lnTo>
                      <a:pt x="468" y="468"/>
                    </a:lnTo>
                    <a:lnTo>
                      <a:pt x="371" y="694"/>
                    </a:lnTo>
                    <a:lnTo>
                      <a:pt x="543" y="519"/>
                    </a:lnTo>
                    <a:lnTo>
                      <a:pt x="613" y="540"/>
                    </a:lnTo>
                    <a:lnTo>
                      <a:pt x="251" y="1092"/>
                    </a:lnTo>
                    <a:lnTo>
                      <a:pt x="903" y="481"/>
                    </a:lnTo>
                    <a:lnTo>
                      <a:pt x="1304" y="661"/>
                    </a:lnTo>
                    <a:lnTo>
                      <a:pt x="1387" y="936"/>
                    </a:lnTo>
                    <a:lnTo>
                      <a:pt x="1664" y="1189"/>
                    </a:lnTo>
                    <a:lnTo>
                      <a:pt x="1687" y="1452"/>
                    </a:lnTo>
                    <a:lnTo>
                      <a:pt x="1822" y="1659"/>
                    </a:lnTo>
                    <a:lnTo>
                      <a:pt x="1738" y="1909"/>
                    </a:lnTo>
                    <a:lnTo>
                      <a:pt x="1422" y="2038"/>
                    </a:lnTo>
                    <a:lnTo>
                      <a:pt x="1433" y="2138"/>
                    </a:lnTo>
                    <a:lnTo>
                      <a:pt x="1712" y="2366"/>
                    </a:lnTo>
                    <a:lnTo>
                      <a:pt x="1496" y="2388"/>
                    </a:lnTo>
                    <a:lnTo>
                      <a:pt x="1253" y="2280"/>
                    </a:lnTo>
                    <a:lnTo>
                      <a:pt x="1747" y="2748"/>
                    </a:lnTo>
                    <a:lnTo>
                      <a:pt x="1687" y="2806"/>
                    </a:lnTo>
                    <a:lnTo>
                      <a:pt x="1350" y="2748"/>
                    </a:lnTo>
                    <a:lnTo>
                      <a:pt x="1350" y="3061"/>
                    </a:lnTo>
                    <a:lnTo>
                      <a:pt x="1182" y="3252"/>
                    </a:lnTo>
                    <a:lnTo>
                      <a:pt x="1073" y="3156"/>
                    </a:lnTo>
                    <a:lnTo>
                      <a:pt x="806" y="3636"/>
                    </a:lnTo>
                    <a:lnTo>
                      <a:pt x="506" y="3898"/>
                    </a:lnTo>
                    <a:lnTo>
                      <a:pt x="387" y="4199"/>
                    </a:lnTo>
                    <a:lnTo>
                      <a:pt x="481" y="4272"/>
                    </a:lnTo>
                    <a:lnTo>
                      <a:pt x="1290" y="3995"/>
                    </a:lnTo>
                    <a:lnTo>
                      <a:pt x="1991" y="2833"/>
                    </a:lnTo>
                    <a:lnTo>
                      <a:pt x="1991" y="1821"/>
                    </a:lnTo>
                    <a:lnTo>
                      <a:pt x="1798" y="1199"/>
                    </a:lnTo>
                    <a:lnTo>
                      <a:pt x="1653" y="947"/>
                    </a:lnTo>
                    <a:lnTo>
                      <a:pt x="1521" y="828"/>
                    </a:lnTo>
                    <a:lnTo>
                      <a:pt x="1387" y="613"/>
                    </a:lnTo>
                    <a:lnTo>
                      <a:pt x="831" y="358"/>
                    </a:lnTo>
                    <a:lnTo>
                      <a:pt x="686" y="433"/>
                    </a:lnTo>
                    <a:lnTo>
                      <a:pt x="613" y="358"/>
                    </a:lnTo>
                    <a:lnTo>
                      <a:pt x="578" y="228"/>
                    </a:lnTo>
                    <a:lnTo>
                      <a:pt x="361" y="108"/>
                    </a:lnTo>
                    <a:lnTo>
                      <a:pt x="244" y="97"/>
                    </a:lnTo>
                    <a:lnTo>
                      <a:pt x="134" y="0"/>
                    </a:lnTo>
                    <a:lnTo>
                      <a:pt x="0" y="11"/>
                    </a:lnTo>
                    <a:lnTo>
                      <a:pt x="48" y="182"/>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7" name="Freeform 401"/>
              <p:cNvSpPr>
                <a:spLocks/>
              </p:cNvSpPr>
              <p:nvPr/>
            </p:nvSpPr>
            <p:spPr bwMode="auto">
              <a:xfrm>
                <a:off x="3488" y="1747"/>
                <a:ext cx="55" cy="307"/>
              </a:xfrm>
              <a:custGeom>
                <a:avLst/>
                <a:gdLst>
                  <a:gd name="T0" fmla="*/ 0 w 434"/>
                  <a:gd name="T1" fmla="*/ 0 h 2461"/>
                  <a:gd name="T2" fmla="*/ 0 w 434"/>
                  <a:gd name="T3" fmla="*/ 0 h 2461"/>
                  <a:gd name="T4" fmla="*/ 0 w 434"/>
                  <a:gd name="T5" fmla="*/ 0 h 2461"/>
                  <a:gd name="T6" fmla="*/ 0 w 434"/>
                  <a:gd name="T7" fmla="*/ 0 h 2461"/>
                  <a:gd name="T8" fmla="*/ 0 w 434"/>
                  <a:gd name="T9" fmla="*/ 0 h 2461"/>
                  <a:gd name="T10" fmla="*/ 0 w 434"/>
                  <a:gd name="T11" fmla="*/ 0 h 2461"/>
                  <a:gd name="T12" fmla="*/ 0 w 434"/>
                  <a:gd name="T13" fmla="*/ 0 h 2461"/>
                  <a:gd name="T14" fmla="*/ 0 w 434"/>
                  <a:gd name="T15" fmla="*/ 0 h 2461"/>
                  <a:gd name="T16" fmla="*/ 0 w 434"/>
                  <a:gd name="T17" fmla="*/ 0 h 2461"/>
                  <a:gd name="T18" fmla="*/ 0 w 434"/>
                  <a:gd name="T19" fmla="*/ 0 h 2461"/>
                  <a:gd name="T20" fmla="*/ 0 w 434"/>
                  <a:gd name="T21" fmla="*/ 0 h 2461"/>
                  <a:gd name="T22" fmla="*/ 0 w 434"/>
                  <a:gd name="T23" fmla="*/ 0 h 2461"/>
                  <a:gd name="T24" fmla="*/ 0 w 434"/>
                  <a:gd name="T25" fmla="*/ 0 h 2461"/>
                  <a:gd name="T26" fmla="*/ 0 w 434"/>
                  <a:gd name="T27" fmla="*/ 0 h 2461"/>
                  <a:gd name="T28" fmla="*/ 0 w 434"/>
                  <a:gd name="T29" fmla="*/ 0 h 2461"/>
                  <a:gd name="T30" fmla="*/ 0 w 434"/>
                  <a:gd name="T31" fmla="*/ 0 h 2461"/>
                  <a:gd name="T32" fmla="*/ 0 w 434"/>
                  <a:gd name="T33" fmla="*/ 0 h 2461"/>
                  <a:gd name="T34" fmla="*/ 0 w 434"/>
                  <a:gd name="T35" fmla="*/ 0 h 2461"/>
                  <a:gd name="T36" fmla="*/ 0 w 434"/>
                  <a:gd name="T37" fmla="*/ 0 h 2461"/>
                  <a:gd name="T38" fmla="*/ 0 w 434"/>
                  <a:gd name="T39" fmla="*/ 0 h 2461"/>
                  <a:gd name="T40" fmla="*/ 0 w 434"/>
                  <a:gd name="T41" fmla="*/ 0 h 2461"/>
                  <a:gd name="T42" fmla="*/ 0 w 434"/>
                  <a:gd name="T43" fmla="*/ 0 h 2461"/>
                  <a:gd name="T44" fmla="*/ 0 w 434"/>
                  <a:gd name="T45" fmla="*/ 0 h 246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34"/>
                  <a:gd name="T70" fmla="*/ 0 h 2461"/>
                  <a:gd name="T71" fmla="*/ 434 w 434"/>
                  <a:gd name="T72" fmla="*/ 2461 h 246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34" h="2461">
                    <a:moveTo>
                      <a:pt x="276" y="0"/>
                    </a:moveTo>
                    <a:lnTo>
                      <a:pt x="166" y="72"/>
                    </a:lnTo>
                    <a:lnTo>
                      <a:pt x="106" y="204"/>
                    </a:lnTo>
                    <a:lnTo>
                      <a:pt x="96" y="326"/>
                    </a:lnTo>
                    <a:lnTo>
                      <a:pt x="106" y="688"/>
                    </a:lnTo>
                    <a:lnTo>
                      <a:pt x="72" y="962"/>
                    </a:lnTo>
                    <a:lnTo>
                      <a:pt x="37" y="1275"/>
                    </a:lnTo>
                    <a:lnTo>
                      <a:pt x="0" y="1504"/>
                    </a:lnTo>
                    <a:lnTo>
                      <a:pt x="0" y="1780"/>
                    </a:lnTo>
                    <a:lnTo>
                      <a:pt x="10" y="2029"/>
                    </a:lnTo>
                    <a:lnTo>
                      <a:pt x="145" y="2461"/>
                    </a:lnTo>
                    <a:lnTo>
                      <a:pt x="434" y="2391"/>
                    </a:lnTo>
                    <a:lnTo>
                      <a:pt x="311" y="1993"/>
                    </a:lnTo>
                    <a:lnTo>
                      <a:pt x="263" y="1684"/>
                    </a:lnTo>
                    <a:lnTo>
                      <a:pt x="287" y="1407"/>
                    </a:lnTo>
                    <a:lnTo>
                      <a:pt x="337" y="1130"/>
                    </a:lnTo>
                    <a:lnTo>
                      <a:pt x="397" y="879"/>
                    </a:lnTo>
                    <a:lnTo>
                      <a:pt x="397" y="734"/>
                    </a:lnTo>
                    <a:lnTo>
                      <a:pt x="360" y="602"/>
                    </a:lnTo>
                    <a:lnTo>
                      <a:pt x="311" y="519"/>
                    </a:lnTo>
                    <a:lnTo>
                      <a:pt x="325" y="194"/>
                    </a:lnTo>
                    <a:lnTo>
                      <a:pt x="337" y="12"/>
                    </a:lnTo>
                    <a:lnTo>
                      <a:pt x="276"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8" name="Freeform 402"/>
              <p:cNvSpPr>
                <a:spLocks/>
              </p:cNvSpPr>
              <p:nvPr/>
            </p:nvSpPr>
            <p:spPr bwMode="auto">
              <a:xfrm>
                <a:off x="3176" y="1982"/>
                <a:ext cx="165" cy="135"/>
              </a:xfrm>
              <a:custGeom>
                <a:avLst/>
                <a:gdLst>
                  <a:gd name="T0" fmla="*/ 0 w 1314"/>
                  <a:gd name="T1" fmla="*/ 0 h 1079"/>
                  <a:gd name="T2" fmla="*/ 0 w 1314"/>
                  <a:gd name="T3" fmla="*/ 0 h 1079"/>
                  <a:gd name="T4" fmla="*/ 0 w 1314"/>
                  <a:gd name="T5" fmla="*/ 0 h 1079"/>
                  <a:gd name="T6" fmla="*/ 0 w 1314"/>
                  <a:gd name="T7" fmla="*/ 0 h 1079"/>
                  <a:gd name="T8" fmla="*/ 0 w 1314"/>
                  <a:gd name="T9" fmla="*/ 0 h 1079"/>
                  <a:gd name="T10" fmla="*/ 0 w 1314"/>
                  <a:gd name="T11" fmla="*/ 0 h 1079"/>
                  <a:gd name="T12" fmla="*/ 0 w 1314"/>
                  <a:gd name="T13" fmla="*/ 0 h 1079"/>
                  <a:gd name="T14" fmla="*/ 0 w 1314"/>
                  <a:gd name="T15" fmla="*/ 0 h 1079"/>
                  <a:gd name="T16" fmla="*/ 0 w 1314"/>
                  <a:gd name="T17" fmla="*/ 0 h 1079"/>
                  <a:gd name="T18" fmla="*/ 0 w 1314"/>
                  <a:gd name="T19" fmla="*/ 0 h 1079"/>
                  <a:gd name="T20" fmla="*/ 0 w 1314"/>
                  <a:gd name="T21" fmla="*/ 0 h 1079"/>
                  <a:gd name="T22" fmla="*/ 0 w 1314"/>
                  <a:gd name="T23" fmla="*/ 0 h 1079"/>
                  <a:gd name="T24" fmla="*/ 0 w 1314"/>
                  <a:gd name="T25" fmla="*/ 0 h 1079"/>
                  <a:gd name="T26" fmla="*/ 0 w 1314"/>
                  <a:gd name="T27" fmla="*/ 0 h 1079"/>
                  <a:gd name="T28" fmla="*/ 0 w 1314"/>
                  <a:gd name="T29" fmla="*/ 0 h 1079"/>
                  <a:gd name="T30" fmla="*/ 0 w 1314"/>
                  <a:gd name="T31" fmla="*/ 0 h 1079"/>
                  <a:gd name="T32" fmla="*/ 0 w 1314"/>
                  <a:gd name="T33" fmla="*/ 0 h 1079"/>
                  <a:gd name="T34" fmla="*/ 0 w 1314"/>
                  <a:gd name="T35" fmla="*/ 0 h 1079"/>
                  <a:gd name="T36" fmla="*/ 0 w 1314"/>
                  <a:gd name="T37" fmla="*/ 0 h 1079"/>
                  <a:gd name="T38" fmla="*/ 0 w 1314"/>
                  <a:gd name="T39" fmla="*/ 0 h 1079"/>
                  <a:gd name="T40" fmla="*/ 0 w 1314"/>
                  <a:gd name="T41" fmla="*/ 0 h 1079"/>
                  <a:gd name="T42" fmla="*/ 0 w 1314"/>
                  <a:gd name="T43" fmla="*/ 0 h 1079"/>
                  <a:gd name="T44" fmla="*/ 0 w 1314"/>
                  <a:gd name="T45" fmla="*/ 0 h 1079"/>
                  <a:gd name="T46" fmla="*/ 0 w 1314"/>
                  <a:gd name="T47" fmla="*/ 0 h 1079"/>
                  <a:gd name="T48" fmla="*/ 0 w 1314"/>
                  <a:gd name="T49" fmla="*/ 0 h 1079"/>
                  <a:gd name="T50" fmla="*/ 0 w 1314"/>
                  <a:gd name="T51" fmla="*/ 0 h 1079"/>
                  <a:gd name="T52" fmla="*/ 0 w 1314"/>
                  <a:gd name="T53" fmla="*/ 0 h 1079"/>
                  <a:gd name="T54" fmla="*/ 0 w 1314"/>
                  <a:gd name="T55" fmla="*/ 0 h 1079"/>
                  <a:gd name="T56" fmla="*/ 0 w 1314"/>
                  <a:gd name="T57" fmla="*/ 0 h 107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314"/>
                  <a:gd name="T88" fmla="*/ 0 h 1079"/>
                  <a:gd name="T89" fmla="*/ 1314 w 1314"/>
                  <a:gd name="T90" fmla="*/ 1079 h 107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314" h="1079">
                    <a:moveTo>
                      <a:pt x="374" y="0"/>
                    </a:moveTo>
                    <a:lnTo>
                      <a:pt x="300" y="35"/>
                    </a:lnTo>
                    <a:lnTo>
                      <a:pt x="300" y="97"/>
                    </a:lnTo>
                    <a:lnTo>
                      <a:pt x="194" y="143"/>
                    </a:lnTo>
                    <a:lnTo>
                      <a:pt x="167" y="192"/>
                    </a:lnTo>
                    <a:lnTo>
                      <a:pt x="129" y="335"/>
                    </a:lnTo>
                    <a:lnTo>
                      <a:pt x="24" y="395"/>
                    </a:lnTo>
                    <a:lnTo>
                      <a:pt x="0" y="613"/>
                    </a:lnTo>
                    <a:lnTo>
                      <a:pt x="59" y="830"/>
                    </a:lnTo>
                    <a:lnTo>
                      <a:pt x="290" y="934"/>
                    </a:lnTo>
                    <a:lnTo>
                      <a:pt x="662" y="1056"/>
                    </a:lnTo>
                    <a:lnTo>
                      <a:pt x="938" y="1068"/>
                    </a:lnTo>
                    <a:lnTo>
                      <a:pt x="1241" y="1079"/>
                    </a:lnTo>
                    <a:lnTo>
                      <a:pt x="1217" y="925"/>
                    </a:lnTo>
                    <a:lnTo>
                      <a:pt x="1217" y="817"/>
                    </a:lnTo>
                    <a:lnTo>
                      <a:pt x="1229" y="699"/>
                    </a:lnTo>
                    <a:lnTo>
                      <a:pt x="1314" y="529"/>
                    </a:lnTo>
                    <a:lnTo>
                      <a:pt x="1229" y="480"/>
                    </a:lnTo>
                    <a:lnTo>
                      <a:pt x="1156" y="408"/>
                    </a:lnTo>
                    <a:lnTo>
                      <a:pt x="1096" y="309"/>
                    </a:lnTo>
                    <a:lnTo>
                      <a:pt x="1024" y="226"/>
                    </a:lnTo>
                    <a:lnTo>
                      <a:pt x="950" y="167"/>
                    </a:lnTo>
                    <a:lnTo>
                      <a:pt x="879" y="143"/>
                    </a:lnTo>
                    <a:lnTo>
                      <a:pt x="769" y="167"/>
                    </a:lnTo>
                    <a:lnTo>
                      <a:pt x="637" y="204"/>
                    </a:lnTo>
                    <a:lnTo>
                      <a:pt x="588" y="180"/>
                    </a:lnTo>
                    <a:lnTo>
                      <a:pt x="528" y="59"/>
                    </a:lnTo>
                    <a:lnTo>
                      <a:pt x="470" y="26"/>
                    </a:lnTo>
                    <a:lnTo>
                      <a:pt x="374" y="0"/>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09" name="Freeform 403"/>
              <p:cNvSpPr>
                <a:spLocks/>
              </p:cNvSpPr>
              <p:nvPr/>
            </p:nvSpPr>
            <p:spPr bwMode="auto">
              <a:xfrm>
                <a:off x="3400" y="1482"/>
                <a:ext cx="226" cy="269"/>
              </a:xfrm>
              <a:custGeom>
                <a:avLst/>
                <a:gdLst>
                  <a:gd name="T0" fmla="*/ 0 w 1808"/>
                  <a:gd name="T1" fmla="*/ 0 h 2151"/>
                  <a:gd name="T2" fmla="*/ 0 w 1808"/>
                  <a:gd name="T3" fmla="*/ 0 h 2151"/>
                  <a:gd name="T4" fmla="*/ 0 w 1808"/>
                  <a:gd name="T5" fmla="*/ 0 h 2151"/>
                  <a:gd name="T6" fmla="*/ 0 w 1808"/>
                  <a:gd name="T7" fmla="*/ 0 h 2151"/>
                  <a:gd name="T8" fmla="*/ 0 w 1808"/>
                  <a:gd name="T9" fmla="*/ 0 h 2151"/>
                  <a:gd name="T10" fmla="*/ 0 w 1808"/>
                  <a:gd name="T11" fmla="*/ 0 h 2151"/>
                  <a:gd name="T12" fmla="*/ 0 w 1808"/>
                  <a:gd name="T13" fmla="*/ 0 h 2151"/>
                  <a:gd name="T14" fmla="*/ 0 w 1808"/>
                  <a:gd name="T15" fmla="*/ 0 h 2151"/>
                  <a:gd name="T16" fmla="*/ 0 w 1808"/>
                  <a:gd name="T17" fmla="*/ 0 h 2151"/>
                  <a:gd name="T18" fmla="*/ 0 w 1808"/>
                  <a:gd name="T19" fmla="*/ 0 h 2151"/>
                  <a:gd name="T20" fmla="*/ 0 w 1808"/>
                  <a:gd name="T21" fmla="*/ 0 h 2151"/>
                  <a:gd name="T22" fmla="*/ 0 w 1808"/>
                  <a:gd name="T23" fmla="*/ 0 h 2151"/>
                  <a:gd name="T24" fmla="*/ 0 w 1808"/>
                  <a:gd name="T25" fmla="*/ 0 h 2151"/>
                  <a:gd name="T26" fmla="*/ 0 w 1808"/>
                  <a:gd name="T27" fmla="*/ 0 h 2151"/>
                  <a:gd name="T28" fmla="*/ 0 w 1808"/>
                  <a:gd name="T29" fmla="*/ 0 h 2151"/>
                  <a:gd name="T30" fmla="*/ 0 w 1808"/>
                  <a:gd name="T31" fmla="*/ 0 h 2151"/>
                  <a:gd name="T32" fmla="*/ 0 w 1808"/>
                  <a:gd name="T33" fmla="*/ 0 h 2151"/>
                  <a:gd name="T34" fmla="*/ 0 w 1808"/>
                  <a:gd name="T35" fmla="*/ 0 h 2151"/>
                  <a:gd name="T36" fmla="*/ 0 w 1808"/>
                  <a:gd name="T37" fmla="*/ 0 h 2151"/>
                  <a:gd name="T38" fmla="*/ 0 w 1808"/>
                  <a:gd name="T39" fmla="*/ 0 h 2151"/>
                  <a:gd name="T40" fmla="*/ 0 w 1808"/>
                  <a:gd name="T41" fmla="*/ 0 h 2151"/>
                  <a:gd name="T42" fmla="*/ 0 w 1808"/>
                  <a:gd name="T43" fmla="*/ 0 h 2151"/>
                  <a:gd name="T44" fmla="*/ 0 w 1808"/>
                  <a:gd name="T45" fmla="*/ 0 h 2151"/>
                  <a:gd name="T46" fmla="*/ 0 w 1808"/>
                  <a:gd name="T47" fmla="*/ 0 h 2151"/>
                  <a:gd name="T48" fmla="*/ 0 w 1808"/>
                  <a:gd name="T49" fmla="*/ 0 h 2151"/>
                  <a:gd name="T50" fmla="*/ 0 w 1808"/>
                  <a:gd name="T51" fmla="*/ 0 h 2151"/>
                  <a:gd name="T52" fmla="*/ 0 w 1808"/>
                  <a:gd name="T53" fmla="*/ 0 h 2151"/>
                  <a:gd name="T54" fmla="*/ 0 w 1808"/>
                  <a:gd name="T55" fmla="*/ 0 h 215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808"/>
                  <a:gd name="T85" fmla="*/ 0 h 2151"/>
                  <a:gd name="T86" fmla="*/ 1808 w 1808"/>
                  <a:gd name="T87" fmla="*/ 2151 h 215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808" h="2151">
                    <a:moveTo>
                      <a:pt x="1784" y="591"/>
                    </a:moveTo>
                    <a:lnTo>
                      <a:pt x="1808" y="681"/>
                    </a:lnTo>
                    <a:lnTo>
                      <a:pt x="1803" y="758"/>
                    </a:lnTo>
                    <a:lnTo>
                      <a:pt x="1773" y="877"/>
                    </a:lnTo>
                    <a:lnTo>
                      <a:pt x="1698" y="1052"/>
                    </a:lnTo>
                    <a:lnTo>
                      <a:pt x="1573" y="1178"/>
                    </a:lnTo>
                    <a:lnTo>
                      <a:pt x="1459" y="1701"/>
                    </a:lnTo>
                    <a:lnTo>
                      <a:pt x="1289" y="1884"/>
                    </a:lnTo>
                    <a:lnTo>
                      <a:pt x="1164" y="2022"/>
                    </a:lnTo>
                    <a:lnTo>
                      <a:pt x="1091" y="2133"/>
                    </a:lnTo>
                    <a:lnTo>
                      <a:pt x="1045" y="2151"/>
                    </a:lnTo>
                    <a:lnTo>
                      <a:pt x="835" y="1868"/>
                    </a:lnTo>
                    <a:lnTo>
                      <a:pt x="657" y="1890"/>
                    </a:lnTo>
                    <a:lnTo>
                      <a:pt x="569" y="1890"/>
                    </a:lnTo>
                    <a:lnTo>
                      <a:pt x="512" y="1852"/>
                    </a:lnTo>
                    <a:lnTo>
                      <a:pt x="477" y="1791"/>
                    </a:lnTo>
                    <a:lnTo>
                      <a:pt x="429" y="1628"/>
                    </a:lnTo>
                    <a:lnTo>
                      <a:pt x="289" y="1351"/>
                    </a:lnTo>
                    <a:lnTo>
                      <a:pt x="141" y="1169"/>
                    </a:lnTo>
                    <a:lnTo>
                      <a:pt x="107" y="1022"/>
                    </a:lnTo>
                    <a:lnTo>
                      <a:pt x="76" y="872"/>
                    </a:lnTo>
                    <a:lnTo>
                      <a:pt x="28" y="653"/>
                    </a:lnTo>
                    <a:lnTo>
                      <a:pt x="0" y="353"/>
                    </a:lnTo>
                    <a:lnTo>
                      <a:pt x="24" y="208"/>
                    </a:lnTo>
                    <a:lnTo>
                      <a:pt x="76" y="99"/>
                    </a:lnTo>
                    <a:lnTo>
                      <a:pt x="1324" y="0"/>
                    </a:lnTo>
                    <a:lnTo>
                      <a:pt x="1698" y="433"/>
                    </a:lnTo>
                    <a:lnTo>
                      <a:pt x="1784" y="591"/>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10" name="Freeform 404"/>
              <p:cNvSpPr>
                <a:spLocks/>
              </p:cNvSpPr>
              <p:nvPr/>
            </p:nvSpPr>
            <p:spPr bwMode="auto">
              <a:xfrm>
                <a:off x="3421" y="1586"/>
                <a:ext cx="19" cy="14"/>
              </a:xfrm>
              <a:custGeom>
                <a:avLst/>
                <a:gdLst>
                  <a:gd name="T0" fmla="*/ 0 w 152"/>
                  <a:gd name="T1" fmla="*/ 0 h 113"/>
                  <a:gd name="T2" fmla="*/ 0 w 152"/>
                  <a:gd name="T3" fmla="*/ 0 h 113"/>
                  <a:gd name="T4" fmla="*/ 0 w 152"/>
                  <a:gd name="T5" fmla="*/ 0 h 113"/>
                  <a:gd name="T6" fmla="*/ 0 w 152"/>
                  <a:gd name="T7" fmla="*/ 0 h 113"/>
                  <a:gd name="T8" fmla="*/ 0 w 152"/>
                  <a:gd name="T9" fmla="*/ 0 h 113"/>
                  <a:gd name="T10" fmla="*/ 0 w 152"/>
                  <a:gd name="T11" fmla="*/ 0 h 113"/>
                  <a:gd name="T12" fmla="*/ 0 60000 65536"/>
                  <a:gd name="T13" fmla="*/ 0 60000 65536"/>
                  <a:gd name="T14" fmla="*/ 0 60000 65536"/>
                  <a:gd name="T15" fmla="*/ 0 60000 65536"/>
                  <a:gd name="T16" fmla="*/ 0 60000 65536"/>
                  <a:gd name="T17" fmla="*/ 0 60000 65536"/>
                  <a:gd name="T18" fmla="*/ 0 w 152"/>
                  <a:gd name="T19" fmla="*/ 0 h 113"/>
                  <a:gd name="T20" fmla="*/ 152 w 152"/>
                  <a:gd name="T21" fmla="*/ 113 h 113"/>
                </a:gdLst>
                <a:ahLst/>
                <a:cxnLst>
                  <a:cxn ang="T12">
                    <a:pos x="T0" y="T1"/>
                  </a:cxn>
                  <a:cxn ang="T13">
                    <a:pos x="T2" y="T3"/>
                  </a:cxn>
                  <a:cxn ang="T14">
                    <a:pos x="T4" y="T5"/>
                  </a:cxn>
                  <a:cxn ang="T15">
                    <a:pos x="T6" y="T7"/>
                  </a:cxn>
                  <a:cxn ang="T16">
                    <a:pos x="T8" y="T9"/>
                  </a:cxn>
                  <a:cxn ang="T17">
                    <a:pos x="T10" y="T11"/>
                  </a:cxn>
                </a:cxnLst>
                <a:rect l="T18" t="T19" r="T20" b="T21"/>
                <a:pathLst>
                  <a:path w="152" h="113">
                    <a:moveTo>
                      <a:pt x="0" y="83"/>
                    </a:moveTo>
                    <a:lnTo>
                      <a:pt x="49" y="113"/>
                    </a:lnTo>
                    <a:lnTo>
                      <a:pt x="152" y="79"/>
                    </a:lnTo>
                    <a:lnTo>
                      <a:pt x="152" y="0"/>
                    </a:lnTo>
                    <a:lnTo>
                      <a:pt x="33" y="16"/>
                    </a:lnTo>
                    <a:lnTo>
                      <a:pt x="0" y="8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11" name="Freeform 405"/>
              <p:cNvSpPr>
                <a:spLocks/>
              </p:cNvSpPr>
              <p:nvPr/>
            </p:nvSpPr>
            <p:spPr bwMode="auto">
              <a:xfrm>
                <a:off x="3491" y="1572"/>
                <a:ext cx="28" cy="10"/>
              </a:xfrm>
              <a:custGeom>
                <a:avLst/>
                <a:gdLst>
                  <a:gd name="T0" fmla="*/ 0 w 231"/>
                  <a:gd name="T1" fmla="*/ 0 h 83"/>
                  <a:gd name="T2" fmla="*/ 0 w 231"/>
                  <a:gd name="T3" fmla="*/ 0 h 83"/>
                  <a:gd name="T4" fmla="*/ 0 w 231"/>
                  <a:gd name="T5" fmla="*/ 0 h 83"/>
                  <a:gd name="T6" fmla="*/ 0 w 231"/>
                  <a:gd name="T7" fmla="*/ 0 h 83"/>
                  <a:gd name="T8" fmla="*/ 0 w 231"/>
                  <a:gd name="T9" fmla="*/ 0 h 83"/>
                  <a:gd name="T10" fmla="*/ 0 w 231"/>
                  <a:gd name="T11" fmla="*/ 0 h 83"/>
                  <a:gd name="T12" fmla="*/ 0 60000 65536"/>
                  <a:gd name="T13" fmla="*/ 0 60000 65536"/>
                  <a:gd name="T14" fmla="*/ 0 60000 65536"/>
                  <a:gd name="T15" fmla="*/ 0 60000 65536"/>
                  <a:gd name="T16" fmla="*/ 0 60000 65536"/>
                  <a:gd name="T17" fmla="*/ 0 60000 65536"/>
                  <a:gd name="T18" fmla="*/ 0 w 231"/>
                  <a:gd name="T19" fmla="*/ 0 h 83"/>
                  <a:gd name="T20" fmla="*/ 231 w 231"/>
                  <a:gd name="T21" fmla="*/ 83 h 83"/>
                </a:gdLst>
                <a:ahLst/>
                <a:cxnLst>
                  <a:cxn ang="T12">
                    <a:pos x="T0" y="T1"/>
                  </a:cxn>
                  <a:cxn ang="T13">
                    <a:pos x="T2" y="T3"/>
                  </a:cxn>
                  <a:cxn ang="T14">
                    <a:pos x="T4" y="T5"/>
                  </a:cxn>
                  <a:cxn ang="T15">
                    <a:pos x="T6" y="T7"/>
                  </a:cxn>
                  <a:cxn ang="T16">
                    <a:pos x="T8" y="T9"/>
                  </a:cxn>
                  <a:cxn ang="T17">
                    <a:pos x="T10" y="T11"/>
                  </a:cxn>
                </a:cxnLst>
                <a:rect l="T18" t="T19" r="T20" b="T21"/>
                <a:pathLst>
                  <a:path w="231" h="83">
                    <a:moveTo>
                      <a:pt x="27" y="83"/>
                    </a:moveTo>
                    <a:lnTo>
                      <a:pt x="130" y="74"/>
                    </a:lnTo>
                    <a:lnTo>
                      <a:pt x="231" y="47"/>
                    </a:lnTo>
                    <a:lnTo>
                      <a:pt x="104" y="0"/>
                    </a:lnTo>
                    <a:lnTo>
                      <a:pt x="0" y="0"/>
                    </a:lnTo>
                    <a:lnTo>
                      <a:pt x="27" y="8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12" name="Freeform 406"/>
              <p:cNvSpPr>
                <a:spLocks/>
              </p:cNvSpPr>
              <p:nvPr/>
            </p:nvSpPr>
            <p:spPr bwMode="auto">
              <a:xfrm>
                <a:off x="3401" y="1446"/>
                <a:ext cx="181" cy="56"/>
              </a:xfrm>
              <a:custGeom>
                <a:avLst/>
                <a:gdLst>
                  <a:gd name="T0" fmla="*/ 0 w 1451"/>
                  <a:gd name="T1" fmla="*/ 0 h 452"/>
                  <a:gd name="T2" fmla="*/ 0 w 1451"/>
                  <a:gd name="T3" fmla="*/ 0 h 452"/>
                  <a:gd name="T4" fmla="*/ 0 w 1451"/>
                  <a:gd name="T5" fmla="*/ 0 h 452"/>
                  <a:gd name="T6" fmla="*/ 0 w 1451"/>
                  <a:gd name="T7" fmla="*/ 0 h 452"/>
                  <a:gd name="T8" fmla="*/ 0 w 1451"/>
                  <a:gd name="T9" fmla="*/ 0 h 452"/>
                  <a:gd name="T10" fmla="*/ 0 w 1451"/>
                  <a:gd name="T11" fmla="*/ 0 h 452"/>
                  <a:gd name="T12" fmla="*/ 0 w 1451"/>
                  <a:gd name="T13" fmla="*/ 0 h 452"/>
                  <a:gd name="T14" fmla="*/ 0 w 1451"/>
                  <a:gd name="T15" fmla="*/ 0 h 452"/>
                  <a:gd name="T16" fmla="*/ 0 w 1451"/>
                  <a:gd name="T17" fmla="*/ 0 h 452"/>
                  <a:gd name="T18" fmla="*/ 0 w 1451"/>
                  <a:gd name="T19" fmla="*/ 0 h 452"/>
                  <a:gd name="T20" fmla="*/ 0 w 1451"/>
                  <a:gd name="T21" fmla="*/ 0 h 452"/>
                  <a:gd name="T22" fmla="*/ 0 w 1451"/>
                  <a:gd name="T23" fmla="*/ 0 h 452"/>
                  <a:gd name="T24" fmla="*/ 0 w 1451"/>
                  <a:gd name="T25" fmla="*/ 0 h 452"/>
                  <a:gd name="T26" fmla="*/ 0 w 1451"/>
                  <a:gd name="T27" fmla="*/ 0 h 452"/>
                  <a:gd name="T28" fmla="*/ 0 w 1451"/>
                  <a:gd name="T29" fmla="*/ 0 h 452"/>
                  <a:gd name="T30" fmla="*/ 0 w 1451"/>
                  <a:gd name="T31" fmla="*/ 0 h 45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51"/>
                  <a:gd name="T49" fmla="*/ 0 h 452"/>
                  <a:gd name="T50" fmla="*/ 1451 w 1451"/>
                  <a:gd name="T51" fmla="*/ 452 h 45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51" h="452">
                    <a:moveTo>
                      <a:pt x="110" y="41"/>
                    </a:moveTo>
                    <a:lnTo>
                      <a:pt x="237" y="0"/>
                    </a:lnTo>
                    <a:lnTo>
                      <a:pt x="603" y="0"/>
                    </a:lnTo>
                    <a:lnTo>
                      <a:pt x="1255" y="165"/>
                    </a:lnTo>
                    <a:lnTo>
                      <a:pt x="1451" y="391"/>
                    </a:lnTo>
                    <a:lnTo>
                      <a:pt x="1134" y="318"/>
                    </a:lnTo>
                    <a:lnTo>
                      <a:pt x="981" y="360"/>
                    </a:lnTo>
                    <a:lnTo>
                      <a:pt x="846" y="424"/>
                    </a:lnTo>
                    <a:lnTo>
                      <a:pt x="647" y="452"/>
                    </a:lnTo>
                    <a:lnTo>
                      <a:pt x="426" y="444"/>
                    </a:lnTo>
                    <a:lnTo>
                      <a:pt x="218" y="391"/>
                    </a:lnTo>
                    <a:lnTo>
                      <a:pt x="68" y="318"/>
                    </a:lnTo>
                    <a:lnTo>
                      <a:pt x="16" y="251"/>
                    </a:lnTo>
                    <a:lnTo>
                      <a:pt x="0" y="186"/>
                    </a:lnTo>
                    <a:lnTo>
                      <a:pt x="4" y="129"/>
                    </a:lnTo>
                    <a:lnTo>
                      <a:pt x="110" y="41"/>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13" name="Freeform 407"/>
              <p:cNvSpPr>
                <a:spLocks/>
              </p:cNvSpPr>
              <p:nvPr/>
            </p:nvSpPr>
            <p:spPr bwMode="auto">
              <a:xfrm>
                <a:off x="3542" y="1498"/>
                <a:ext cx="88" cy="78"/>
              </a:xfrm>
              <a:custGeom>
                <a:avLst/>
                <a:gdLst>
                  <a:gd name="T0" fmla="*/ 0 w 700"/>
                  <a:gd name="T1" fmla="*/ 0 h 629"/>
                  <a:gd name="T2" fmla="*/ 0 w 700"/>
                  <a:gd name="T3" fmla="*/ 0 h 629"/>
                  <a:gd name="T4" fmla="*/ 0 w 700"/>
                  <a:gd name="T5" fmla="*/ 0 h 629"/>
                  <a:gd name="T6" fmla="*/ 0 w 700"/>
                  <a:gd name="T7" fmla="*/ 0 h 629"/>
                  <a:gd name="T8" fmla="*/ 0 w 700"/>
                  <a:gd name="T9" fmla="*/ 0 h 629"/>
                  <a:gd name="T10" fmla="*/ 0 w 700"/>
                  <a:gd name="T11" fmla="*/ 0 h 629"/>
                  <a:gd name="T12" fmla="*/ 0 w 700"/>
                  <a:gd name="T13" fmla="*/ 0 h 629"/>
                  <a:gd name="T14" fmla="*/ 0 w 700"/>
                  <a:gd name="T15" fmla="*/ 0 h 629"/>
                  <a:gd name="T16" fmla="*/ 0 w 700"/>
                  <a:gd name="T17" fmla="*/ 0 h 629"/>
                  <a:gd name="T18" fmla="*/ 0 w 700"/>
                  <a:gd name="T19" fmla="*/ 0 h 629"/>
                  <a:gd name="T20" fmla="*/ 0 w 700"/>
                  <a:gd name="T21" fmla="*/ 0 h 629"/>
                  <a:gd name="T22" fmla="*/ 0 w 700"/>
                  <a:gd name="T23" fmla="*/ 0 h 629"/>
                  <a:gd name="T24" fmla="*/ 0 w 700"/>
                  <a:gd name="T25" fmla="*/ 0 h 629"/>
                  <a:gd name="T26" fmla="*/ 0 w 700"/>
                  <a:gd name="T27" fmla="*/ 0 h 629"/>
                  <a:gd name="T28" fmla="*/ 0 w 700"/>
                  <a:gd name="T29" fmla="*/ 0 h 629"/>
                  <a:gd name="T30" fmla="*/ 0 w 700"/>
                  <a:gd name="T31" fmla="*/ 0 h 62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00"/>
                  <a:gd name="T49" fmla="*/ 0 h 629"/>
                  <a:gd name="T50" fmla="*/ 700 w 700"/>
                  <a:gd name="T51" fmla="*/ 629 h 62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00" h="629">
                    <a:moveTo>
                      <a:pt x="666" y="482"/>
                    </a:moveTo>
                    <a:lnTo>
                      <a:pt x="548" y="411"/>
                    </a:lnTo>
                    <a:lnTo>
                      <a:pt x="449" y="405"/>
                    </a:lnTo>
                    <a:lnTo>
                      <a:pt x="392" y="482"/>
                    </a:lnTo>
                    <a:lnTo>
                      <a:pt x="378" y="629"/>
                    </a:lnTo>
                    <a:lnTo>
                      <a:pt x="173" y="604"/>
                    </a:lnTo>
                    <a:lnTo>
                      <a:pt x="182" y="528"/>
                    </a:lnTo>
                    <a:lnTo>
                      <a:pt x="139" y="433"/>
                    </a:lnTo>
                    <a:lnTo>
                      <a:pt x="76" y="374"/>
                    </a:lnTo>
                    <a:lnTo>
                      <a:pt x="36" y="350"/>
                    </a:lnTo>
                    <a:lnTo>
                      <a:pt x="0" y="141"/>
                    </a:lnTo>
                    <a:lnTo>
                      <a:pt x="286" y="0"/>
                    </a:lnTo>
                    <a:lnTo>
                      <a:pt x="588" y="110"/>
                    </a:lnTo>
                    <a:lnTo>
                      <a:pt x="632" y="360"/>
                    </a:lnTo>
                    <a:lnTo>
                      <a:pt x="700" y="447"/>
                    </a:lnTo>
                    <a:lnTo>
                      <a:pt x="666" y="48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14" name="Freeform 408"/>
              <p:cNvSpPr>
                <a:spLocks/>
              </p:cNvSpPr>
              <p:nvPr/>
            </p:nvSpPr>
            <p:spPr bwMode="auto">
              <a:xfrm>
                <a:off x="3533" y="1483"/>
                <a:ext cx="97" cy="80"/>
              </a:xfrm>
              <a:custGeom>
                <a:avLst/>
                <a:gdLst>
                  <a:gd name="T0" fmla="*/ 0 w 775"/>
                  <a:gd name="T1" fmla="*/ 0 h 641"/>
                  <a:gd name="T2" fmla="*/ 0 w 775"/>
                  <a:gd name="T3" fmla="*/ 0 h 641"/>
                  <a:gd name="T4" fmla="*/ 0 w 775"/>
                  <a:gd name="T5" fmla="*/ 0 h 641"/>
                  <a:gd name="T6" fmla="*/ 0 w 775"/>
                  <a:gd name="T7" fmla="*/ 0 h 641"/>
                  <a:gd name="T8" fmla="*/ 0 w 775"/>
                  <a:gd name="T9" fmla="*/ 0 h 641"/>
                  <a:gd name="T10" fmla="*/ 0 w 775"/>
                  <a:gd name="T11" fmla="*/ 0 h 641"/>
                  <a:gd name="T12" fmla="*/ 0 w 775"/>
                  <a:gd name="T13" fmla="*/ 0 h 641"/>
                  <a:gd name="T14" fmla="*/ 0 w 775"/>
                  <a:gd name="T15" fmla="*/ 0 h 641"/>
                  <a:gd name="T16" fmla="*/ 0 w 775"/>
                  <a:gd name="T17" fmla="*/ 0 h 641"/>
                  <a:gd name="T18" fmla="*/ 0 w 775"/>
                  <a:gd name="T19" fmla="*/ 0 h 641"/>
                  <a:gd name="T20" fmla="*/ 0 w 775"/>
                  <a:gd name="T21" fmla="*/ 0 h 641"/>
                  <a:gd name="T22" fmla="*/ 0 w 775"/>
                  <a:gd name="T23" fmla="*/ 0 h 641"/>
                  <a:gd name="T24" fmla="*/ 0 w 775"/>
                  <a:gd name="T25" fmla="*/ 0 h 641"/>
                  <a:gd name="T26" fmla="*/ 0 w 775"/>
                  <a:gd name="T27" fmla="*/ 0 h 641"/>
                  <a:gd name="T28" fmla="*/ 0 w 775"/>
                  <a:gd name="T29" fmla="*/ 0 h 641"/>
                  <a:gd name="T30" fmla="*/ 0 w 775"/>
                  <a:gd name="T31" fmla="*/ 0 h 641"/>
                  <a:gd name="T32" fmla="*/ 0 w 775"/>
                  <a:gd name="T33" fmla="*/ 0 h 641"/>
                  <a:gd name="T34" fmla="*/ 0 w 775"/>
                  <a:gd name="T35" fmla="*/ 0 h 641"/>
                  <a:gd name="T36" fmla="*/ 0 w 775"/>
                  <a:gd name="T37" fmla="*/ 0 h 641"/>
                  <a:gd name="T38" fmla="*/ 0 w 775"/>
                  <a:gd name="T39" fmla="*/ 0 h 641"/>
                  <a:gd name="T40" fmla="*/ 0 w 775"/>
                  <a:gd name="T41" fmla="*/ 0 h 641"/>
                  <a:gd name="T42" fmla="*/ 0 w 775"/>
                  <a:gd name="T43" fmla="*/ 0 h 641"/>
                  <a:gd name="T44" fmla="*/ 0 w 775"/>
                  <a:gd name="T45" fmla="*/ 0 h 641"/>
                  <a:gd name="T46" fmla="*/ 0 w 775"/>
                  <a:gd name="T47" fmla="*/ 0 h 641"/>
                  <a:gd name="T48" fmla="*/ 0 w 775"/>
                  <a:gd name="T49" fmla="*/ 0 h 641"/>
                  <a:gd name="T50" fmla="*/ 0 w 775"/>
                  <a:gd name="T51" fmla="*/ 0 h 641"/>
                  <a:gd name="T52" fmla="*/ 0 w 775"/>
                  <a:gd name="T53" fmla="*/ 0 h 641"/>
                  <a:gd name="T54" fmla="*/ 0 w 775"/>
                  <a:gd name="T55" fmla="*/ 0 h 641"/>
                  <a:gd name="T56" fmla="*/ 0 w 775"/>
                  <a:gd name="T57" fmla="*/ 0 h 641"/>
                  <a:gd name="T58" fmla="*/ 0 w 775"/>
                  <a:gd name="T59" fmla="*/ 0 h 641"/>
                  <a:gd name="T60" fmla="*/ 0 w 775"/>
                  <a:gd name="T61" fmla="*/ 0 h 641"/>
                  <a:gd name="T62" fmla="*/ 0 w 775"/>
                  <a:gd name="T63" fmla="*/ 0 h 641"/>
                  <a:gd name="T64" fmla="*/ 0 w 775"/>
                  <a:gd name="T65" fmla="*/ 0 h 641"/>
                  <a:gd name="T66" fmla="*/ 0 w 775"/>
                  <a:gd name="T67" fmla="*/ 0 h 641"/>
                  <a:gd name="T68" fmla="*/ 0 w 775"/>
                  <a:gd name="T69" fmla="*/ 0 h 641"/>
                  <a:gd name="T70" fmla="*/ 0 w 775"/>
                  <a:gd name="T71" fmla="*/ 0 h 641"/>
                  <a:gd name="T72" fmla="*/ 0 w 775"/>
                  <a:gd name="T73" fmla="*/ 0 h 641"/>
                  <a:gd name="T74" fmla="*/ 0 w 775"/>
                  <a:gd name="T75" fmla="*/ 0 h 641"/>
                  <a:gd name="T76" fmla="*/ 0 w 775"/>
                  <a:gd name="T77" fmla="*/ 0 h 641"/>
                  <a:gd name="T78" fmla="*/ 0 w 775"/>
                  <a:gd name="T79" fmla="*/ 0 h 641"/>
                  <a:gd name="T80" fmla="*/ 0 w 775"/>
                  <a:gd name="T81" fmla="*/ 0 h 641"/>
                  <a:gd name="T82" fmla="*/ 0 w 775"/>
                  <a:gd name="T83" fmla="*/ 0 h 641"/>
                  <a:gd name="T84" fmla="*/ 0 w 775"/>
                  <a:gd name="T85" fmla="*/ 0 h 64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775"/>
                  <a:gd name="T130" fmla="*/ 0 h 641"/>
                  <a:gd name="T131" fmla="*/ 775 w 775"/>
                  <a:gd name="T132" fmla="*/ 641 h 64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775" h="641">
                    <a:moveTo>
                      <a:pt x="747" y="575"/>
                    </a:moveTo>
                    <a:lnTo>
                      <a:pt x="701" y="518"/>
                    </a:lnTo>
                    <a:lnTo>
                      <a:pt x="643" y="461"/>
                    </a:lnTo>
                    <a:lnTo>
                      <a:pt x="608" y="397"/>
                    </a:lnTo>
                    <a:lnTo>
                      <a:pt x="617" y="309"/>
                    </a:lnTo>
                    <a:lnTo>
                      <a:pt x="586" y="261"/>
                    </a:lnTo>
                    <a:lnTo>
                      <a:pt x="530" y="230"/>
                    </a:lnTo>
                    <a:lnTo>
                      <a:pt x="496" y="226"/>
                    </a:lnTo>
                    <a:lnTo>
                      <a:pt x="440" y="230"/>
                    </a:lnTo>
                    <a:lnTo>
                      <a:pt x="488" y="316"/>
                    </a:lnTo>
                    <a:lnTo>
                      <a:pt x="571" y="397"/>
                    </a:lnTo>
                    <a:lnTo>
                      <a:pt x="440" y="316"/>
                    </a:lnTo>
                    <a:lnTo>
                      <a:pt x="343" y="274"/>
                    </a:lnTo>
                    <a:lnTo>
                      <a:pt x="242" y="283"/>
                    </a:lnTo>
                    <a:lnTo>
                      <a:pt x="161" y="288"/>
                    </a:lnTo>
                    <a:lnTo>
                      <a:pt x="118" y="300"/>
                    </a:lnTo>
                    <a:lnTo>
                      <a:pt x="152" y="371"/>
                    </a:lnTo>
                    <a:lnTo>
                      <a:pt x="320" y="378"/>
                    </a:lnTo>
                    <a:lnTo>
                      <a:pt x="454" y="447"/>
                    </a:lnTo>
                    <a:lnTo>
                      <a:pt x="336" y="447"/>
                    </a:lnTo>
                    <a:lnTo>
                      <a:pt x="384" y="518"/>
                    </a:lnTo>
                    <a:lnTo>
                      <a:pt x="413" y="602"/>
                    </a:lnTo>
                    <a:lnTo>
                      <a:pt x="378" y="641"/>
                    </a:lnTo>
                    <a:lnTo>
                      <a:pt x="274" y="586"/>
                    </a:lnTo>
                    <a:lnTo>
                      <a:pt x="182" y="542"/>
                    </a:lnTo>
                    <a:lnTo>
                      <a:pt x="161" y="503"/>
                    </a:lnTo>
                    <a:lnTo>
                      <a:pt x="90" y="480"/>
                    </a:lnTo>
                    <a:lnTo>
                      <a:pt x="57" y="378"/>
                    </a:lnTo>
                    <a:lnTo>
                      <a:pt x="48" y="239"/>
                    </a:lnTo>
                    <a:lnTo>
                      <a:pt x="23" y="191"/>
                    </a:lnTo>
                    <a:lnTo>
                      <a:pt x="39" y="136"/>
                    </a:lnTo>
                    <a:lnTo>
                      <a:pt x="0" y="127"/>
                    </a:lnTo>
                    <a:lnTo>
                      <a:pt x="48" y="78"/>
                    </a:lnTo>
                    <a:lnTo>
                      <a:pt x="175" y="63"/>
                    </a:lnTo>
                    <a:lnTo>
                      <a:pt x="343" y="85"/>
                    </a:lnTo>
                    <a:lnTo>
                      <a:pt x="518" y="0"/>
                    </a:lnTo>
                    <a:lnTo>
                      <a:pt x="622" y="94"/>
                    </a:lnTo>
                    <a:lnTo>
                      <a:pt x="678" y="182"/>
                    </a:lnTo>
                    <a:lnTo>
                      <a:pt x="692" y="274"/>
                    </a:lnTo>
                    <a:lnTo>
                      <a:pt x="701" y="406"/>
                    </a:lnTo>
                    <a:lnTo>
                      <a:pt x="705" y="489"/>
                    </a:lnTo>
                    <a:lnTo>
                      <a:pt x="775" y="595"/>
                    </a:lnTo>
                    <a:lnTo>
                      <a:pt x="747" y="575"/>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15" name="Freeform 409"/>
              <p:cNvSpPr>
                <a:spLocks/>
              </p:cNvSpPr>
              <p:nvPr/>
            </p:nvSpPr>
            <p:spPr bwMode="auto">
              <a:xfrm>
                <a:off x="2877" y="1587"/>
                <a:ext cx="540" cy="400"/>
              </a:xfrm>
              <a:custGeom>
                <a:avLst/>
                <a:gdLst>
                  <a:gd name="T0" fmla="*/ 0 w 4318"/>
                  <a:gd name="T1" fmla="*/ 0 h 3200"/>
                  <a:gd name="T2" fmla="*/ 0 w 4318"/>
                  <a:gd name="T3" fmla="*/ 0 h 3200"/>
                  <a:gd name="T4" fmla="*/ 0 w 4318"/>
                  <a:gd name="T5" fmla="*/ 0 h 3200"/>
                  <a:gd name="T6" fmla="*/ 0 w 4318"/>
                  <a:gd name="T7" fmla="*/ 0 h 3200"/>
                  <a:gd name="T8" fmla="*/ 0 w 4318"/>
                  <a:gd name="T9" fmla="*/ 0 h 3200"/>
                  <a:gd name="T10" fmla="*/ 0 w 4318"/>
                  <a:gd name="T11" fmla="*/ 0 h 3200"/>
                  <a:gd name="T12" fmla="*/ 0 w 4318"/>
                  <a:gd name="T13" fmla="*/ 0 h 3200"/>
                  <a:gd name="T14" fmla="*/ 0 w 4318"/>
                  <a:gd name="T15" fmla="*/ 0 h 3200"/>
                  <a:gd name="T16" fmla="*/ 0 w 4318"/>
                  <a:gd name="T17" fmla="*/ 0 h 3200"/>
                  <a:gd name="T18" fmla="*/ 0 w 4318"/>
                  <a:gd name="T19" fmla="*/ 0 h 3200"/>
                  <a:gd name="T20" fmla="*/ 0 w 4318"/>
                  <a:gd name="T21" fmla="*/ 0 h 3200"/>
                  <a:gd name="T22" fmla="*/ 0 w 4318"/>
                  <a:gd name="T23" fmla="*/ 0 h 3200"/>
                  <a:gd name="T24" fmla="*/ 0 w 4318"/>
                  <a:gd name="T25" fmla="*/ 0 h 3200"/>
                  <a:gd name="T26" fmla="*/ 0 w 4318"/>
                  <a:gd name="T27" fmla="*/ 0 h 3200"/>
                  <a:gd name="T28" fmla="*/ 0 w 4318"/>
                  <a:gd name="T29" fmla="*/ 0 h 3200"/>
                  <a:gd name="T30" fmla="*/ 0 w 4318"/>
                  <a:gd name="T31" fmla="*/ 0 h 3200"/>
                  <a:gd name="T32" fmla="*/ 0 w 4318"/>
                  <a:gd name="T33" fmla="*/ 0 h 3200"/>
                  <a:gd name="T34" fmla="*/ 0 w 4318"/>
                  <a:gd name="T35" fmla="*/ 0 h 3200"/>
                  <a:gd name="T36" fmla="*/ 0 w 4318"/>
                  <a:gd name="T37" fmla="*/ 0 h 3200"/>
                  <a:gd name="T38" fmla="*/ 0 w 4318"/>
                  <a:gd name="T39" fmla="*/ 0 h 3200"/>
                  <a:gd name="T40" fmla="*/ 0 w 4318"/>
                  <a:gd name="T41" fmla="*/ 0 h 3200"/>
                  <a:gd name="T42" fmla="*/ 0 w 4318"/>
                  <a:gd name="T43" fmla="*/ 0 h 3200"/>
                  <a:gd name="T44" fmla="*/ 0 w 4318"/>
                  <a:gd name="T45" fmla="*/ 0 h 3200"/>
                  <a:gd name="T46" fmla="*/ 0 w 4318"/>
                  <a:gd name="T47" fmla="*/ 0 h 3200"/>
                  <a:gd name="T48" fmla="*/ 0 w 4318"/>
                  <a:gd name="T49" fmla="*/ 0 h 3200"/>
                  <a:gd name="T50" fmla="*/ 0 w 4318"/>
                  <a:gd name="T51" fmla="*/ 0 h 3200"/>
                  <a:gd name="T52" fmla="*/ 0 w 4318"/>
                  <a:gd name="T53" fmla="*/ 0 h 3200"/>
                  <a:gd name="T54" fmla="*/ 0 w 4318"/>
                  <a:gd name="T55" fmla="*/ 0 h 3200"/>
                  <a:gd name="T56" fmla="*/ 0 w 4318"/>
                  <a:gd name="T57" fmla="*/ 0 h 3200"/>
                  <a:gd name="T58" fmla="*/ 0 w 4318"/>
                  <a:gd name="T59" fmla="*/ 0 h 3200"/>
                  <a:gd name="T60" fmla="*/ 0 w 4318"/>
                  <a:gd name="T61" fmla="*/ 0 h 3200"/>
                  <a:gd name="T62" fmla="*/ 0 w 4318"/>
                  <a:gd name="T63" fmla="*/ 0 h 3200"/>
                  <a:gd name="T64" fmla="*/ 0 w 4318"/>
                  <a:gd name="T65" fmla="*/ 0 h 3200"/>
                  <a:gd name="T66" fmla="*/ 0 w 4318"/>
                  <a:gd name="T67" fmla="*/ 0 h 3200"/>
                  <a:gd name="T68" fmla="*/ 0 w 4318"/>
                  <a:gd name="T69" fmla="*/ 0 h 3200"/>
                  <a:gd name="T70" fmla="*/ 0 w 4318"/>
                  <a:gd name="T71" fmla="*/ 0 h 3200"/>
                  <a:gd name="T72" fmla="*/ 0 w 4318"/>
                  <a:gd name="T73" fmla="*/ 0 h 3200"/>
                  <a:gd name="T74" fmla="*/ 0 w 4318"/>
                  <a:gd name="T75" fmla="*/ 0 h 3200"/>
                  <a:gd name="T76" fmla="*/ 0 w 4318"/>
                  <a:gd name="T77" fmla="*/ 0 h 3200"/>
                  <a:gd name="T78" fmla="*/ 0 w 4318"/>
                  <a:gd name="T79" fmla="*/ 0 h 3200"/>
                  <a:gd name="T80" fmla="*/ 0 w 4318"/>
                  <a:gd name="T81" fmla="*/ 0 h 3200"/>
                  <a:gd name="T82" fmla="*/ 0 w 4318"/>
                  <a:gd name="T83" fmla="*/ 0 h 3200"/>
                  <a:gd name="T84" fmla="*/ 0 w 4318"/>
                  <a:gd name="T85" fmla="*/ 0 h 3200"/>
                  <a:gd name="T86" fmla="*/ 0 w 4318"/>
                  <a:gd name="T87" fmla="*/ 0 h 3200"/>
                  <a:gd name="T88" fmla="*/ 0 w 4318"/>
                  <a:gd name="T89" fmla="*/ 0 h 3200"/>
                  <a:gd name="T90" fmla="*/ 0 w 4318"/>
                  <a:gd name="T91" fmla="*/ 0 h 3200"/>
                  <a:gd name="T92" fmla="*/ 0 w 4318"/>
                  <a:gd name="T93" fmla="*/ 0 h 3200"/>
                  <a:gd name="T94" fmla="*/ 0 w 4318"/>
                  <a:gd name="T95" fmla="*/ 0 h 3200"/>
                  <a:gd name="T96" fmla="*/ 0 w 4318"/>
                  <a:gd name="T97" fmla="*/ 0 h 3200"/>
                  <a:gd name="T98" fmla="*/ 0 w 4318"/>
                  <a:gd name="T99" fmla="*/ 0 h 3200"/>
                  <a:gd name="T100" fmla="*/ 0 w 4318"/>
                  <a:gd name="T101" fmla="*/ 0 h 3200"/>
                  <a:gd name="T102" fmla="*/ 0 w 4318"/>
                  <a:gd name="T103" fmla="*/ 0 h 3200"/>
                  <a:gd name="T104" fmla="*/ 0 w 4318"/>
                  <a:gd name="T105" fmla="*/ 0 h 320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318"/>
                  <a:gd name="T160" fmla="*/ 0 h 3200"/>
                  <a:gd name="T161" fmla="*/ 4318 w 4318"/>
                  <a:gd name="T162" fmla="*/ 3200 h 320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318" h="3200">
                    <a:moveTo>
                      <a:pt x="4072" y="2092"/>
                    </a:moveTo>
                    <a:lnTo>
                      <a:pt x="4095" y="1897"/>
                    </a:lnTo>
                    <a:lnTo>
                      <a:pt x="4208" y="1706"/>
                    </a:lnTo>
                    <a:lnTo>
                      <a:pt x="4318" y="1345"/>
                    </a:lnTo>
                    <a:lnTo>
                      <a:pt x="4249" y="1246"/>
                    </a:lnTo>
                    <a:lnTo>
                      <a:pt x="4090" y="1246"/>
                    </a:lnTo>
                    <a:lnTo>
                      <a:pt x="3986" y="1086"/>
                    </a:lnTo>
                    <a:lnTo>
                      <a:pt x="3929" y="1035"/>
                    </a:lnTo>
                    <a:lnTo>
                      <a:pt x="3909" y="1035"/>
                    </a:lnTo>
                    <a:lnTo>
                      <a:pt x="3808" y="1057"/>
                    </a:lnTo>
                    <a:lnTo>
                      <a:pt x="3498" y="561"/>
                    </a:lnTo>
                    <a:lnTo>
                      <a:pt x="3329" y="459"/>
                    </a:lnTo>
                    <a:lnTo>
                      <a:pt x="3087" y="139"/>
                    </a:lnTo>
                    <a:lnTo>
                      <a:pt x="2935" y="99"/>
                    </a:lnTo>
                    <a:lnTo>
                      <a:pt x="2834" y="132"/>
                    </a:lnTo>
                    <a:lnTo>
                      <a:pt x="2723" y="113"/>
                    </a:lnTo>
                    <a:lnTo>
                      <a:pt x="2615" y="148"/>
                    </a:lnTo>
                    <a:lnTo>
                      <a:pt x="2327" y="180"/>
                    </a:lnTo>
                    <a:lnTo>
                      <a:pt x="2237" y="148"/>
                    </a:lnTo>
                    <a:lnTo>
                      <a:pt x="2126" y="189"/>
                    </a:lnTo>
                    <a:lnTo>
                      <a:pt x="2057" y="113"/>
                    </a:lnTo>
                    <a:lnTo>
                      <a:pt x="1973" y="31"/>
                    </a:lnTo>
                    <a:lnTo>
                      <a:pt x="1914" y="0"/>
                    </a:lnTo>
                    <a:lnTo>
                      <a:pt x="1232" y="249"/>
                    </a:lnTo>
                    <a:lnTo>
                      <a:pt x="1171" y="420"/>
                    </a:lnTo>
                    <a:lnTo>
                      <a:pt x="853" y="589"/>
                    </a:lnTo>
                    <a:lnTo>
                      <a:pt x="632" y="627"/>
                    </a:lnTo>
                    <a:lnTo>
                      <a:pt x="441" y="807"/>
                    </a:lnTo>
                    <a:lnTo>
                      <a:pt x="413" y="910"/>
                    </a:lnTo>
                    <a:lnTo>
                      <a:pt x="371" y="1015"/>
                    </a:lnTo>
                    <a:lnTo>
                      <a:pt x="259" y="1356"/>
                    </a:lnTo>
                    <a:lnTo>
                      <a:pt x="210" y="1624"/>
                    </a:lnTo>
                    <a:lnTo>
                      <a:pt x="270" y="1854"/>
                    </a:lnTo>
                    <a:lnTo>
                      <a:pt x="180" y="2075"/>
                    </a:lnTo>
                    <a:lnTo>
                      <a:pt x="90" y="2103"/>
                    </a:lnTo>
                    <a:lnTo>
                      <a:pt x="0" y="2193"/>
                    </a:lnTo>
                    <a:lnTo>
                      <a:pt x="191" y="2792"/>
                    </a:lnTo>
                    <a:lnTo>
                      <a:pt x="399" y="2861"/>
                    </a:lnTo>
                    <a:lnTo>
                      <a:pt x="761" y="2613"/>
                    </a:lnTo>
                    <a:lnTo>
                      <a:pt x="1042" y="1945"/>
                    </a:lnTo>
                    <a:lnTo>
                      <a:pt x="1211" y="2262"/>
                    </a:lnTo>
                    <a:lnTo>
                      <a:pt x="1303" y="2771"/>
                    </a:lnTo>
                    <a:lnTo>
                      <a:pt x="1232" y="2903"/>
                    </a:lnTo>
                    <a:lnTo>
                      <a:pt x="1204" y="3129"/>
                    </a:lnTo>
                    <a:lnTo>
                      <a:pt x="1261" y="3200"/>
                    </a:lnTo>
                    <a:lnTo>
                      <a:pt x="3408" y="2892"/>
                    </a:lnTo>
                    <a:lnTo>
                      <a:pt x="3355" y="1517"/>
                    </a:lnTo>
                    <a:lnTo>
                      <a:pt x="3569" y="1695"/>
                    </a:lnTo>
                    <a:lnTo>
                      <a:pt x="3707" y="1714"/>
                    </a:lnTo>
                    <a:lnTo>
                      <a:pt x="3777" y="1846"/>
                    </a:lnTo>
                    <a:lnTo>
                      <a:pt x="3938" y="1854"/>
                    </a:lnTo>
                    <a:lnTo>
                      <a:pt x="4028" y="1994"/>
                    </a:lnTo>
                    <a:lnTo>
                      <a:pt x="4072" y="209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16" name="Freeform 410"/>
              <p:cNvSpPr>
                <a:spLocks/>
              </p:cNvSpPr>
              <p:nvPr/>
            </p:nvSpPr>
            <p:spPr bwMode="auto">
              <a:xfrm>
                <a:off x="3154" y="1939"/>
                <a:ext cx="50" cy="35"/>
              </a:xfrm>
              <a:custGeom>
                <a:avLst/>
                <a:gdLst>
                  <a:gd name="T0" fmla="*/ 0 w 400"/>
                  <a:gd name="T1" fmla="*/ 0 h 279"/>
                  <a:gd name="T2" fmla="*/ 0 w 400"/>
                  <a:gd name="T3" fmla="*/ 0 h 279"/>
                  <a:gd name="T4" fmla="*/ 0 w 400"/>
                  <a:gd name="T5" fmla="*/ 0 h 279"/>
                  <a:gd name="T6" fmla="*/ 0 w 400"/>
                  <a:gd name="T7" fmla="*/ 0 h 279"/>
                  <a:gd name="T8" fmla="*/ 0 w 400"/>
                  <a:gd name="T9" fmla="*/ 0 h 279"/>
                  <a:gd name="T10" fmla="*/ 0 w 400"/>
                  <a:gd name="T11" fmla="*/ 0 h 279"/>
                  <a:gd name="T12" fmla="*/ 0 w 400"/>
                  <a:gd name="T13" fmla="*/ 0 h 279"/>
                  <a:gd name="T14" fmla="*/ 0 w 400"/>
                  <a:gd name="T15" fmla="*/ 0 h 279"/>
                  <a:gd name="T16" fmla="*/ 0 w 400"/>
                  <a:gd name="T17" fmla="*/ 0 h 2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0"/>
                  <a:gd name="T28" fmla="*/ 0 h 279"/>
                  <a:gd name="T29" fmla="*/ 400 w 400"/>
                  <a:gd name="T30" fmla="*/ 279 h 27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0" h="279">
                    <a:moveTo>
                      <a:pt x="279" y="0"/>
                    </a:moveTo>
                    <a:lnTo>
                      <a:pt x="130" y="0"/>
                    </a:lnTo>
                    <a:lnTo>
                      <a:pt x="8" y="83"/>
                    </a:lnTo>
                    <a:lnTo>
                      <a:pt x="0" y="242"/>
                    </a:lnTo>
                    <a:lnTo>
                      <a:pt x="40" y="279"/>
                    </a:lnTo>
                    <a:lnTo>
                      <a:pt x="391" y="210"/>
                    </a:lnTo>
                    <a:lnTo>
                      <a:pt x="400" y="162"/>
                    </a:lnTo>
                    <a:lnTo>
                      <a:pt x="349" y="30"/>
                    </a:lnTo>
                    <a:lnTo>
                      <a:pt x="279" y="0"/>
                    </a:lnTo>
                    <a:close/>
                  </a:path>
                </a:pathLst>
              </a:custGeom>
              <a:solidFill>
                <a:srgbClr val="FFE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17" name="Freeform 411"/>
              <p:cNvSpPr>
                <a:spLocks/>
              </p:cNvSpPr>
              <p:nvPr/>
            </p:nvSpPr>
            <p:spPr bwMode="auto">
              <a:xfrm>
                <a:off x="2904" y="1706"/>
                <a:ext cx="28" cy="123"/>
              </a:xfrm>
              <a:custGeom>
                <a:avLst/>
                <a:gdLst>
                  <a:gd name="T0" fmla="*/ 0 w 231"/>
                  <a:gd name="T1" fmla="*/ 0 h 977"/>
                  <a:gd name="T2" fmla="*/ 0 w 231"/>
                  <a:gd name="T3" fmla="*/ 0 h 977"/>
                  <a:gd name="T4" fmla="*/ 0 w 231"/>
                  <a:gd name="T5" fmla="*/ 0 h 977"/>
                  <a:gd name="T6" fmla="*/ 0 w 231"/>
                  <a:gd name="T7" fmla="*/ 0 h 977"/>
                  <a:gd name="T8" fmla="*/ 0 w 231"/>
                  <a:gd name="T9" fmla="*/ 0 h 977"/>
                  <a:gd name="T10" fmla="*/ 0 w 231"/>
                  <a:gd name="T11" fmla="*/ 0 h 977"/>
                  <a:gd name="T12" fmla="*/ 0 w 231"/>
                  <a:gd name="T13" fmla="*/ 0 h 977"/>
                  <a:gd name="T14" fmla="*/ 0 w 231"/>
                  <a:gd name="T15" fmla="*/ 0 h 977"/>
                  <a:gd name="T16" fmla="*/ 0 w 231"/>
                  <a:gd name="T17" fmla="*/ 0 h 977"/>
                  <a:gd name="T18" fmla="*/ 0 w 231"/>
                  <a:gd name="T19" fmla="*/ 0 h 9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1"/>
                  <a:gd name="T31" fmla="*/ 0 h 977"/>
                  <a:gd name="T32" fmla="*/ 231 w 231"/>
                  <a:gd name="T33" fmla="*/ 977 h 9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1" h="977">
                    <a:moveTo>
                      <a:pt x="183" y="0"/>
                    </a:moveTo>
                    <a:lnTo>
                      <a:pt x="183" y="283"/>
                    </a:lnTo>
                    <a:lnTo>
                      <a:pt x="231" y="659"/>
                    </a:lnTo>
                    <a:lnTo>
                      <a:pt x="90" y="648"/>
                    </a:lnTo>
                    <a:lnTo>
                      <a:pt x="210" y="856"/>
                    </a:lnTo>
                    <a:lnTo>
                      <a:pt x="148" y="977"/>
                    </a:lnTo>
                    <a:lnTo>
                      <a:pt x="0" y="687"/>
                    </a:lnTo>
                    <a:lnTo>
                      <a:pt x="0" y="560"/>
                    </a:lnTo>
                    <a:lnTo>
                      <a:pt x="130" y="129"/>
                    </a:lnTo>
                    <a:lnTo>
                      <a:pt x="183"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18" name="Freeform 412"/>
              <p:cNvSpPr>
                <a:spLocks/>
              </p:cNvSpPr>
              <p:nvPr/>
            </p:nvSpPr>
            <p:spPr bwMode="auto">
              <a:xfrm>
                <a:off x="2884" y="1756"/>
                <a:ext cx="126" cy="187"/>
              </a:xfrm>
              <a:custGeom>
                <a:avLst/>
                <a:gdLst>
                  <a:gd name="T0" fmla="*/ 0 w 1008"/>
                  <a:gd name="T1" fmla="*/ 0 h 1494"/>
                  <a:gd name="T2" fmla="*/ 0 w 1008"/>
                  <a:gd name="T3" fmla="*/ 0 h 1494"/>
                  <a:gd name="T4" fmla="*/ 0 w 1008"/>
                  <a:gd name="T5" fmla="*/ 0 h 1494"/>
                  <a:gd name="T6" fmla="*/ 0 w 1008"/>
                  <a:gd name="T7" fmla="*/ 0 h 1494"/>
                  <a:gd name="T8" fmla="*/ 0 w 1008"/>
                  <a:gd name="T9" fmla="*/ 0 h 1494"/>
                  <a:gd name="T10" fmla="*/ 0 w 1008"/>
                  <a:gd name="T11" fmla="*/ 0 h 1494"/>
                  <a:gd name="T12" fmla="*/ 0 w 1008"/>
                  <a:gd name="T13" fmla="*/ 0 h 1494"/>
                  <a:gd name="T14" fmla="*/ 0 w 1008"/>
                  <a:gd name="T15" fmla="*/ 0 h 1494"/>
                  <a:gd name="T16" fmla="*/ 0 w 1008"/>
                  <a:gd name="T17" fmla="*/ 0 h 1494"/>
                  <a:gd name="T18" fmla="*/ 0 w 1008"/>
                  <a:gd name="T19" fmla="*/ 0 h 1494"/>
                  <a:gd name="T20" fmla="*/ 0 w 1008"/>
                  <a:gd name="T21" fmla="*/ 0 h 1494"/>
                  <a:gd name="T22" fmla="*/ 0 w 1008"/>
                  <a:gd name="T23" fmla="*/ 0 h 1494"/>
                  <a:gd name="T24" fmla="*/ 0 w 1008"/>
                  <a:gd name="T25" fmla="*/ 0 h 1494"/>
                  <a:gd name="T26" fmla="*/ 0 w 1008"/>
                  <a:gd name="T27" fmla="*/ 0 h 1494"/>
                  <a:gd name="T28" fmla="*/ 0 w 1008"/>
                  <a:gd name="T29" fmla="*/ 0 h 1494"/>
                  <a:gd name="T30" fmla="*/ 0 w 1008"/>
                  <a:gd name="T31" fmla="*/ 0 h 1494"/>
                  <a:gd name="T32" fmla="*/ 0 w 1008"/>
                  <a:gd name="T33" fmla="*/ 0 h 1494"/>
                  <a:gd name="T34" fmla="*/ 0 w 1008"/>
                  <a:gd name="T35" fmla="*/ 0 h 1494"/>
                  <a:gd name="T36" fmla="*/ 0 w 1008"/>
                  <a:gd name="T37" fmla="*/ 0 h 1494"/>
                  <a:gd name="T38" fmla="*/ 0 w 1008"/>
                  <a:gd name="T39" fmla="*/ 0 h 1494"/>
                  <a:gd name="T40" fmla="*/ 0 w 1008"/>
                  <a:gd name="T41" fmla="*/ 0 h 1494"/>
                  <a:gd name="T42" fmla="*/ 0 w 1008"/>
                  <a:gd name="T43" fmla="*/ 0 h 1494"/>
                  <a:gd name="T44" fmla="*/ 0 w 1008"/>
                  <a:gd name="T45" fmla="*/ 0 h 1494"/>
                  <a:gd name="T46" fmla="*/ 0 w 1008"/>
                  <a:gd name="T47" fmla="*/ 0 h 1494"/>
                  <a:gd name="T48" fmla="*/ 0 w 1008"/>
                  <a:gd name="T49" fmla="*/ 0 h 149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08"/>
                  <a:gd name="T76" fmla="*/ 0 h 1494"/>
                  <a:gd name="T77" fmla="*/ 1008 w 1008"/>
                  <a:gd name="T78" fmla="*/ 1494 h 149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08" h="1494">
                    <a:moveTo>
                      <a:pt x="0" y="778"/>
                    </a:moveTo>
                    <a:lnTo>
                      <a:pt x="28" y="837"/>
                    </a:lnTo>
                    <a:lnTo>
                      <a:pt x="28" y="975"/>
                    </a:lnTo>
                    <a:lnTo>
                      <a:pt x="99" y="1156"/>
                    </a:lnTo>
                    <a:lnTo>
                      <a:pt x="159" y="1048"/>
                    </a:lnTo>
                    <a:lnTo>
                      <a:pt x="281" y="1305"/>
                    </a:lnTo>
                    <a:lnTo>
                      <a:pt x="120" y="1378"/>
                    </a:lnTo>
                    <a:lnTo>
                      <a:pt x="342" y="1494"/>
                    </a:lnTo>
                    <a:lnTo>
                      <a:pt x="648" y="1385"/>
                    </a:lnTo>
                    <a:lnTo>
                      <a:pt x="839" y="1057"/>
                    </a:lnTo>
                    <a:lnTo>
                      <a:pt x="883" y="820"/>
                    </a:lnTo>
                    <a:lnTo>
                      <a:pt x="911" y="589"/>
                    </a:lnTo>
                    <a:lnTo>
                      <a:pt x="1008" y="310"/>
                    </a:lnTo>
                    <a:lnTo>
                      <a:pt x="869" y="30"/>
                    </a:lnTo>
                    <a:lnTo>
                      <a:pt x="812" y="0"/>
                    </a:lnTo>
                    <a:lnTo>
                      <a:pt x="710" y="279"/>
                    </a:lnTo>
                    <a:lnTo>
                      <a:pt x="779" y="350"/>
                    </a:lnTo>
                    <a:lnTo>
                      <a:pt x="890" y="400"/>
                    </a:lnTo>
                    <a:lnTo>
                      <a:pt x="770" y="679"/>
                    </a:lnTo>
                    <a:lnTo>
                      <a:pt x="770" y="848"/>
                    </a:lnTo>
                    <a:lnTo>
                      <a:pt x="648" y="1026"/>
                    </a:lnTo>
                    <a:lnTo>
                      <a:pt x="438" y="1057"/>
                    </a:lnTo>
                    <a:lnTo>
                      <a:pt x="307" y="589"/>
                    </a:lnTo>
                    <a:lnTo>
                      <a:pt x="69" y="736"/>
                    </a:lnTo>
                    <a:lnTo>
                      <a:pt x="0" y="778"/>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19" name="Freeform 413"/>
              <p:cNvSpPr>
                <a:spLocks/>
              </p:cNvSpPr>
              <p:nvPr/>
            </p:nvSpPr>
            <p:spPr bwMode="auto">
              <a:xfrm>
                <a:off x="3001" y="1646"/>
                <a:ext cx="295" cy="343"/>
              </a:xfrm>
              <a:custGeom>
                <a:avLst/>
                <a:gdLst>
                  <a:gd name="T0" fmla="*/ 0 w 2355"/>
                  <a:gd name="T1" fmla="*/ 0 h 2742"/>
                  <a:gd name="T2" fmla="*/ 0 w 2355"/>
                  <a:gd name="T3" fmla="*/ 0 h 2742"/>
                  <a:gd name="T4" fmla="*/ 0 w 2355"/>
                  <a:gd name="T5" fmla="*/ 0 h 2742"/>
                  <a:gd name="T6" fmla="*/ 0 w 2355"/>
                  <a:gd name="T7" fmla="*/ 0 h 2742"/>
                  <a:gd name="T8" fmla="*/ 0 w 2355"/>
                  <a:gd name="T9" fmla="*/ 0 h 2742"/>
                  <a:gd name="T10" fmla="*/ 0 w 2355"/>
                  <a:gd name="T11" fmla="*/ 0 h 2742"/>
                  <a:gd name="T12" fmla="*/ 0 w 2355"/>
                  <a:gd name="T13" fmla="*/ 0 h 2742"/>
                  <a:gd name="T14" fmla="*/ 0 w 2355"/>
                  <a:gd name="T15" fmla="*/ 0 h 2742"/>
                  <a:gd name="T16" fmla="*/ 0 w 2355"/>
                  <a:gd name="T17" fmla="*/ 0 h 2742"/>
                  <a:gd name="T18" fmla="*/ 0 w 2355"/>
                  <a:gd name="T19" fmla="*/ 0 h 2742"/>
                  <a:gd name="T20" fmla="*/ 0 w 2355"/>
                  <a:gd name="T21" fmla="*/ 0 h 2742"/>
                  <a:gd name="T22" fmla="*/ 0 w 2355"/>
                  <a:gd name="T23" fmla="*/ 0 h 2742"/>
                  <a:gd name="T24" fmla="*/ 0 w 2355"/>
                  <a:gd name="T25" fmla="*/ 0 h 2742"/>
                  <a:gd name="T26" fmla="*/ 0 w 2355"/>
                  <a:gd name="T27" fmla="*/ 0 h 2742"/>
                  <a:gd name="T28" fmla="*/ 0 w 2355"/>
                  <a:gd name="T29" fmla="*/ 0 h 2742"/>
                  <a:gd name="T30" fmla="*/ 0 w 2355"/>
                  <a:gd name="T31" fmla="*/ 0 h 2742"/>
                  <a:gd name="T32" fmla="*/ 0 w 2355"/>
                  <a:gd name="T33" fmla="*/ 0 h 2742"/>
                  <a:gd name="T34" fmla="*/ 0 w 2355"/>
                  <a:gd name="T35" fmla="*/ 0 h 2742"/>
                  <a:gd name="T36" fmla="*/ 0 w 2355"/>
                  <a:gd name="T37" fmla="*/ 0 h 2742"/>
                  <a:gd name="T38" fmla="*/ 0 w 2355"/>
                  <a:gd name="T39" fmla="*/ 0 h 2742"/>
                  <a:gd name="T40" fmla="*/ 0 w 2355"/>
                  <a:gd name="T41" fmla="*/ 0 h 2742"/>
                  <a:gd name="T42" fmla="*/ 0 w 2355"/>
                  <a:gd name="T43" fmla="*/ 0 h 2742"/>
                  <a:gd name="T44" fmla="*/ 0 w 2355"/>
                  <a:gd name="T45" fmla="*/ 0 h 2742"/>
                  <a:gd name="T46" fmla="*/ 0 w 2355"/>
                  <a:gd name="T47" fmla="*/ 0 h 2742"/>
                  <a:gd name="T48" fmla="*/ 0 w 2355"/>
                  <a:gd name="T49" fmla="*/ 0 h 2742"/>
                  <a:gd name="T50" fmla="*/ 0 w 2355"/>
                  <a:gd name="T51" fmla="*/ 0 h 2742"/>
                  <a:gd name="T52" fmla="*/ 0 w 2355"/>
                  <a:gd name="T53" fmla="*/ 0 h 2742"/>
                  <a:gd name="T54" fmla="*/ 0 w 2355"/>
                  <a:gd name="T55" fmla="*/ 0 h 2742"/>
                  <a:gd name="T56" fmla="*/ 0 w 2355"/>
                  <a:gd name="T57" fmla="*/ 0 h 2742"/>
                  <a:gd name="T58" fmla="*/ 0 w 2355"/>
                  <a:gd name="T59" fmla="*/ 0 h 2742"/>
                  <a:gd name="T60" fmla="*/ 0 w 2355"/>
                  <a:gd name="T61" fmla="*/ 0 h 2742"/>
                  <a:gd name="T62" fmla="*/ 0 w 2355"/>
                  <a:gd name="T63" fmla="*/ 0 h 2742"/>
                  <a:gd name="T64" fmla="*/ 0 w 2355"/>
                  <a:gd name="T65" fmla="*/ 0 h 2742"/>
                  <a:gd name="T66" fmla="*/ 0 w 2355"/>
                  <a:gd name="T67" fmla="*/ 0 h 2742"/>
                  <a:gd name="T68" fmla="*/ 0 w 2355"/>
                  <a:gd name="T69" fmla="*/ 0 h 2742"/>
                  <a:gd name="T70" fmla="*/ 0 w 2355"/>
                  <a:gd name="T71" fmla="*/ 0 h 2742"/>
                  <a:gd name="T72" fmla="*/ 0 w 2355"/>
                  <a:gd name="T73" fmla="*/ 0 h 2742"/>
                  <a:gd name="T74" fmla="*/ 0 w 2355"/>
                  <a:gd name="T75" fmla="*/ 0 h 2742"/>
                  <a:gd name="T76" fmla="*/ 0 w 2355"/>
                  <a:gd name="T77" fmla="*/ 0 h 2742"/>
                  <a:gd name="T78" fmla="*/ 0 w 2355"/>
                  <a:gd name="T79" fmla="*/ 0 h 2742"/>
                  <a:gd name="T80" fmla="*/ 0 w 2355"/>
                  <a:gd name="T81" fmla="*/ 0 h 2742"/>
                  <a:gd name="T82" fmla="*/ 0 w 2355"/>
                  <a:gd name="T83" fmla="*/ 0 h 2742"/>
                  <a:gd name="T84" fmla="*/ 0 w 2355"/>
                  <a:gd name="T85" fmla="*/ 0 h 2742"/>
                  <a:gd name="T86" fmla="*/ 0 w 2355"/>
                  <a:gd name="T87" fmla="*/ 0 h 2742"/>
                  <a:gd name="T88" fmla="*/ 0 w 2355"/>
                  <a:gd name="T89" fmla="*/ 0 h 2742"/>
                  <a:gd name="T90" fmla="*/ 0 w 2355"/>
                  <a:gd name="T91" fmla="*/ 0 h 2742"/>
                  <a:gd name="T92" fmla="*/ 0 w 2355"/>
                  <a:gd name="T93" fmla="*/ 0 h 2742"/>
                  <a:gd name="T94" fmla="*/ 0 w 2355"/>
                  <a:gd name="T95" fmla="*/ 0 h 2742"/>
                  <a:gd name="T96" fmla="*/ 0 w 2355"/>
                  <a:gd name="T97" fmla="*/ 0 h 2742"/>
                  <a:gd name="T98" fmla="*/ 0 w 2355"/>
                  <a:gd name="T99" fmla="*/ 0 h 2742"/>
                  <a:gd name="T100" fmla="*/ 0 w 2355"/>
                  <a:gd name="T101" fmla="*/ 0 h 2742"/>
                  <a:gd name="T102" fmla="*/ 0 w 2355"/>
                  <a:gd name="T103" fmla="*/ 0 h 2742"/>
                  <a:gd name="T104" fmla="*/ 0 w 2355"/>
                  <a:gd name="T105" fmla="*/ 0 h 2742"/>
                  <a:gd name="T106" fmla="*/ 0 w 2355"/>
                  <a:gd name="T107" fmla="*/ 0 h 2742"/>
                  <a:gd name="T108" fmla="*/ 0 w 2355"/>
                  <a:gd name="T109" fmla="*/ 0 h 2742"/>
                  <a:gd name="T110" fmla="*/ 0 w 2355"/>
                  <a:gd name="T111" fmla="*/ 0 h 2742"/>
                  <a:gd name="T112" fmla="*/ 0 w 2355"/>
                  <a:gd name="T113" fmla="*/ 0 h 2742"/>
                  <a:gd name="T114" fmla="*/ 0 w 2355"/>
                  <a:gd name="T115" fmla="*/ 0 h 274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355"/>
                  <a:gd name="T175" fmla="*/ 0 h 2742"/>
                  <a:gd name="T176" fmla="*/ 2355 w 2355"/>
                  <a:gd name="T177" fmla="*/ 2742 h 2742"/>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355" h="2742">
                    <a:moveTo>
                      <a:pt x="303" y="558"/>
                    </a:moveTo>
                    <a:lnTo>
                      <a:pt x="413" y="639"/>
                    </a:lnTo>
                    <a:lnTo>
                      <a:pt x="289" y="1119"/>
                    </a:lnTo>
                    <a:lnTo>
                      <a:pt x="289" y="1398"/>
                    </a:lnTo>
                    <a:lnTo>
                      <a:pt x="630" y="1476"/>
                    </a:lnTo>
                    <a:lnTo>
                      <a:pt x="604" y="411"/>
                    </a:lnTo>
                    <a:lnTo>
                      <a:pt x="630" y="208"/>
                    </a:lnTo>
                    <a:lnTo>
                      <a:pt x="503" y="150"/>
                    </a:lnTo>
                    <a:lnTo>
                      <a:pt x="382" y="231"/>
                    </a:lnTo>
                    <a:lnTo>
                      <a:pt x="360" y="208"/>
                    </a:lnTo>
                    <a:lnTo>
                      <a:pt x="450" y="143"/>
                    </a:lnTo>
                    <a:lnTo>
                      <a:pt x="503" y="72"/>
                    </a:lnTo>
                    <a:lnTo>
                      <a:pt x="833" y="0"/>
                    </a:lnTo>
                    <a:lnTo>
                      <a:pt x="991" y="84"/>
                    </a:lnTo>
                    <a:lnTo>
                      <a:pt x="943" y="121"/>
                    </a:lnTo>
                    <a:lnTo>
                      <a:pt x="833" y="112"/>
                    </a:lnTo>
                    <a:lnTo>
                      <a:pt x="782" y="252"/>
                    </a:lnTo>
                    <a:lnTo>
                      <a:pt x="1092" y="1558"/>
                    </a:lnTo>
                    <a:lnTo>
                      <a:pt x="1413" y="1747"/>
                    </a:lnTo>
                    <a:lnTo>
                      <a:pt x="1965" y="2035"/>
                    </a:lnTo>
                    <a:lnTo>
                      <a:pt x="1905" y="1875"/>
                    </a:lnTo>
                    <a:lnTo>
                      <a:pt x="2207" y="1993"/>
                    </a:lnTo>
                    <a:lnTo>
                      <a:pt x="2297" y="1773"/>
                    </a:lnTo>
                    <a:lnTo>
                      <a:pt x="2345" y="1785"/>
                    </a:lnTo>
                    <a:lnTo>
                      <a:pt x="2306" y="2145"/>
                    </a:lnTo>
                    <a:lnTo>
                      <a:pt x="2355" y="2343"/>
                    </a:lnTo>
                    <a:lnTo>
                      <a:pt x="2133" y="2393"/>
                    </a:lnTo>
                    <a:lnTo>
                      <a:pt x="1598" y="2356"/>
                    </a:lnTo>
                    <a:lnTo>
                      <a:pt x="1723" y="2272"/>
                    </a:lnTo>
                    <a:lnTo>
                      <a:pt x="1644" y="2126"/>
                    </a:lnTo>
                    <a:lnTo>
                      <a:pt x="1732" y="2085"/>
                    </a:lnTo>
                    <a:lnTo>
                      <a:pt x="1503" y="2015"/>
                    </a:lnTo>
                    <a:lnTo>
                      <a:pt x="1503" y="2165"/>
                    </a:lnTo>
                    <a:lnTo>
                      <a:pt x="1444" y="2334"/>
                    </a:lnTo>
                    <a:lnTo>
                      <a:pt x="1246" y="2405"/>
                    </a:lnTo>
                    <a:lnTo>
                      <a:pt x="1273" y="2384"/>
                    </a:lnTo>
                    <a:lnTo>
                      <a:pt x="1135" y="2043"/>
                    </a:lnTo>
                    <a:lnTo>
                      <a:pt x="863" y="1868"/>
                    </a:lnTo>
                    <a:lnTo>
                      <a:pt x="591" y="1826"/>
                    </a:lnTo>
                    <a:lnTo>
                      <a:pt x="663" y="1916"/>
                    </a:lnTo>
                    <a:lnTo>
                      <a:pt x="624" y="1936"/>
                    </a:lnTo>
                    <a:lnTo>
                      <a:pt x="773" y="1976"/>
                    </a:lnTo>
                    <a:lnTo>
                      <a:pt x="1054" y="2204"/>
                    </a:lnTo>
                    <a:lnTo>
                      <a:pt x="1171" y="2322"/>
                    </a:lnTo>
                    <a:lnTo>
                      <a:pt x="962" y="2315"/>
                    </a:lnTo>
                    <a:lnTo>
                      <a:pt x="734" y="2246"/>
                    </a:lnTo>
                    <a:lnTo>
                      <a:pt x="923" y="2405"/>
                    </a:lnTo>
                    <a:lnTo>
                      <a:pt x="743" y="2463"/>
                    </a:lnTo>
                    <a:lnTo>
                      <a:pt x="521" y="2601"/>
                    </a:lnTo>
                    <a:lnTo>
                      <a:pt x="851" y="2525"/>
                    </a:lnTo>
                    <a:lnTo>
                      <a:pt x="552" y="2742"/>
                    </a:lnTo>
                    <a:lnTo>
                      <a:pt x="250" y="2742"/>
                    </a:lnTo>
                    <a:lnTo>
                      <a:pt x="213" y="2652"/>
                    </a:lnTo>
                    <a:lnTo>
                      <a:pt x="303" y="2272"/>
                    </a:lnTo>
                    <a:lnTo>
                      <a:pt x="270" y="2114"/>
                    </a:lnTo>
                    <a:lnTo>
                      <a:pt x="0" y="1178"/>
                    </a:lnTo>
                    <a:lnTo>
                      <a:pt x="81" y="720"/>
                    </a:lnTo>
                    <a:lnTo>
                      <a:pt x="303" y="558"/>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20" name="Freeform 414"/>
              <p:cNvSpPr>
                <a:spLocks/>
              </p:cNvSpPr>
              <p:nvPr/>
            </p:nvSpPr>
            <p:spPr bwMode="auto">
              <a:xfrm>
                <a:off x="3140" y="1598"/>
                <a:ext cx="107" cy="77"/>
              </a:xfrm>
              <a:custGeom>
                <a:avLst/>
                <a:gdLst>
                  <a:gd name="T0" fmla="*/ 0 w 851"/>
                  <a:gd name="T1" fmla="*/ 0 h 616"/>
                  <a:gd name="T2" fmla="*/ 0 w 851"/>
                  <a:gd name="T3" fmla="*/ 0 h 616"/>
                  <a:gd name="T4" fmla="*/ 0 w 851"/>
                  <a:gd name="T5" fmla="*/ 0 h 616"/>
                  <a:gd name="T6" fmla="*/ 0 w 851"/>
                  <a:gd name="T7" fmla="*/ 0 h 616"/>
                  <a:gd name="T8" fmla="*/ 0 w 851"/>
                  <a:gd name="T9" fmla="*/ 0 h 616"/>
                  <a:gd name="T10" fmla="*/ 0 w 851"/>
                  <a:gd name="T11" fmla="*/ 0 h 616"/>
                  <a:gd name="T12" fmla="*/ 0 w 851"/>
                  <a:gd name="T13" fmla="*/ 0 h 616"/>
                  <a:gd name="T14" fmla="*/ 0 w 851"/>
                  <a:gd name="T15" fmla="*/ 0 h 616"/>
                  <a:gd name="T16" fmla="*/ 0 w 851"/>
                  <a:gd name="T17" fmla="*/ 0 h 616"/>
                  <a:gd name="T18" fmla="*/ 0 w 851"/>
                  <a:gd name="T19" fmla="*/ 0 h 616"/>
                  <a:gd name="T20" fmla="*/ 0 w 851"/>
                  <a:gd name="T21" fmla="*/ 0 h 616"/>
                  <a:gd name="T22" fmla="*/ 0 w 851"/>
                  <a:gd name="T23" fmla="*/ 0 h 616"/>
                  <a:gd name="T24" fmla="*/ 0 w 851"/>
                  <a:gd name="T25" fmla="*/ 0 h 616"/>
                  <a:gd name="T26" fmla="*/ 0 w 851"/>
                  <a:gd name="T27" fmla="*/ 0 h 616"/>
                  <a:gd name="T28" fmla="*/ 0 w 851"/>
                  <a:gd name="T29" fmla="*/ 0 h 616"/>
                  <a:gd name="T30" fmla="*/ 0 w 851"/>
                  <a:gd name="T31" fmla="*/ 0 h 616"/>
                  <a:gd name="T32" fmla="*/ 0 w 851"/>
                  <a:gd name="T33" fmla="*/ 0 h 616"/>
                  <a:gd name="T34" fmla="*/ 0 w 851"/>
                  <a:gd name="T35" fmla="*/ 0 h 6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51"/>
                  <a:gd name="T55" fmla="*/ 0 h 616"/>
                  <a:gd name="T56" fmla="*/ 851 w 851"/>
                  <a:gd name="T57" fmla="*/ 616 h 6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51" h="616">
                    <a:moveTo>
                      <a:pt x="0" y="385"/>
                    </a:moveTo>
                    <a:lnTo>
                      <a:pt x="77" y="207"/>
                    </a:lnTo>
                    <a:lnTo>
                      <a:pt x="77" y="348"/>
                    </a:lnTo>
                    <a:lnTo>
                      <a:pt x="299" y="97"/>
                    </a:lnTo>
                    <a:lnTo>
                      <a:pt x="378" y="616"/>
                    </a:lnTo>
                    <a:lnTo>
                      <a:pt x="417" y="227"/>
                    </a:lnTo>
                    <a:lnTo>
                      <a:pt x="618" y="69"/>
                    </a:lnTo>
                    <a:lnTo>
                      <a:pt x="740" y="97"/>
                    </a:lnTo>
                    <a:lnTo>
                      <a:pt x="851" y="7"/>
                    </a:lnTo>
                    <a:lnTo>
                      <a:pt x="721" y="40"/>
                    </a:lnTo>
                    <a:lnTo>
                      <a:pt x="653" y="40"/>
                    </a:lnTo>
                    <a:lnTo>
                      <a:pt x="618" y="0"/>
                    </a:lnTo>
                    <a:lnTo>
                      <a:pt x="521" y="69"/>
                    </a:lnTo>
                    <a:lnTo>
                      <a:pt x="389" y="47"/>
                    </a:lnTo>
                    <a:lnTo>
                      <a:pt x="279" y="40"/>
                    </a:lnTo>
                    <a:lnTo>
                      <a:pt x="118" y="77"/>
                    </a:lnTo>
                    <a:lnTo>
                      <a:pt x="21" y="189"/>
                    </a:lnTo>
                    <a:lnTo>
                      <a:pt x="0" y="385"/>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21" name="Freeform 415"/>
              <p:cNvSpPr>
                <a:spLocks/>
              </p:cNvSpPr>
              <p:nvPr/>
            </p:nvSpPr>
            <p:spPr bwMode="auto">
              <a:xfrm>
                <a:off x="3256" y="1669"/>
                <a:ext cx="101" cy="198"/>
              </a:xfrm>
              <a:custGeom>
                <a:avLst/>
                <a:gdLst>
                  <a:gd name="T0" fmla="*/ 0 w 811"/>
                  <a:gd name="T1" fmla="*/ 0 h 1587"/>
                  <a:gd name="T2" fmla="*/ 0 w 811"/>
                  <a:gd name="T3" fmla="*/ 0 h 1587"/>
                  <a:gd name="T4" fmla="*/ 0 w 811"/>
                  <a:gd name="T5" fmla="*/ 0 h 1587"/>
                  <a:gd name="T6" fmla="*/ 0 w 811"/>
                  <a:gd name="T7" fmla="*/ 0 h 1587"/>
                  <a:gd name="T8" fmla="*/ 0 w 811"/>
                  <a:gd name="T9" fmla="*/ 0 h 1587"/>
                  <a:gd name="T10" fmla="*/ 0 w 811"/>
                  <a:gd name="T11" fmla="*/ 0 h 1587"/>
                  <a:gd name="T12" fmla="*/ 0 w 811"/>
                  <a:gd name="T13" fmla="*/ 0 h 1587"/>
                  <a:gd name="T14" fmla="*/ 0 w 811"/>
                  <a:gd name="T15" fmla="*/ 0 h 1587"/>
                  <a:gd name="T16" fmla="*/ 0 w 811"/>
                  <a:gd name="T17" fmla="*/ 0 h 1587"/>
                  <a:gd name="T18" fmla="*/ 0 w 811"/>
                  <a:gd name="T19" fmla="*/ 0 h 1587"/>
                  <a:gd name="T20" fmla="*/ 0 w 811"/>
                  <a:gd name="T21" fmla="*/ 0 h 1587"/>
                  <a:gd name="T22" fmla="*/ 0 w 811"/>
                  <a:gd name="T23" fmla="*/ 0 h 1587"/>
                  <a:gd name="T24" fmla="*/ 0 w 811"/>
                  <a:gd name="T25" fmla="*/ 0 h 1587"/>
                  <a:gd name="T26" fmla="*/ 0 w 811"/>
                  <a:gd name="T27" fmla="*/ 0 h 1587"/>
                  <a:gd name="T28" fmla="*/ 0 w 811"/>
                  <a:gd name="T29" fmla="*/ 0 h 1587"/>
                  <a:gd name="T30" fmla="*/ 0 w 811"/>
                  <a:gd name="T31" fmla="*/ 0 h 1587"/>
                  <a:gd name="T32" fmla="*/ 0 w 811"/>
                  <a:gd name="T33" fmla="*/ 0 h 1587"/>
                  <a:gd name="T34" fmla="*/ 0 w 811"/>
                  <a:gd name="T35" fmla="*/ 0 h 1587"/>
                  <a:gd name="T36" fmla="*/ 0 w 811"/>
                  <a:gd name="T37" fmla="*/ 0 h 1587"/>
                  <a:gd name="T38" fmla="*/ 0 w 811"/>
                  <a:gd name="T39" fmla="*/ 0 h 1587"/>
                  <a:gd name="T40" fmla="*/ 0 w 811"/>
                  <a:gd name="T41" fmla="*/ 0 h 1587"/>
                  <a:gd name="T42" fmla="*/ 0 w 811"/>
                  <a:gd name="T43" fmla="*/ 0 h 1587"/>
                  <a:gd name="T44" fmla="*/ 0 w 811"/>
                  <a:gd name="T45" fmla="*/ 0 h 1587"/>
                  <a:gd name="T46" fmla="*/ 0 w 811"/>
                  <a:gd name="T47" fmla="*/ 0 h 158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11"/>
                  <a:gd name="T73" fmla="*/ 0 h 1587"/>
                  <a:gd name="T74" fmla="*/ 811 w 811"/>
                  <a:gd name="T75" fmla="*/ 1587 h 158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11" h="1587">
                    <a:moveTo>
                      <a:pt x="481" y="171"/>
                    </a:moveTo>
                    <a:lnTo>
                      <a:pt x="481" y="429"/>
                    </a:lnTo>
                    <a:lnTo>
                      <a:pt x="380" y="600"/>
                    </a:lnTo>
                    <a:lnTo>
                      <a:pt x="239" y="429"/>
                    </a:lnTo>
                    <a:lnTo>
                      <a:pt x="128" y="259"/>
                    </a:lnTo>
                    <a:lnTo>
                      <a:pt x="239" y="860"/>
                    </a:lnTo>
                    <a:lnTo>
                      <a:pt x="207" y="1257"/>
                    </a:lnTo>
                    <a:lnTo>
                      <a:pt x="0" y="1556"/>
                    </a:lnTo>
                    <a:lnTo>
                      <a:pt x="170" y="1587"/>
                    </a:lnTo>
                    <a:lnTo>
                      <a:pt x="361" y="1483"/>
                    </a:lnTo>
                    <a:lnTo>
                      <a:pt x="318" y="840"/>
                    </a:lnTo>
                    <a:lnTo>
                      <a:pt x="509" y="1049"/>
                    </a:lnTo>
                    <a:lnTo>
                      <a:pt x="640" y="1049"/>
                    </a:lnTo>
                    <a:lnTo>
                      <a:pt x="541" y="939"/>
                    </a:lnTo>
                    <a:lnTo>
                      <a:pt x="521" y="770"/>
                    </a:lnTo>
                    <a:lnTo>
                      <a:pt x="582" y="600"/>
                    </a:lnTo>
                    <a:lnTo>
                      <a:pt x="659" y="489"/>
                    </a:lnTo>
                    <a:lnTo>
                      <a:pt x="721" y="392"/>
                    </a:lnTo>
                    <a:lnTo>
                      <a:pt x="762" y="528"/>
                    </a:lnTo>
                    <a:lnTo>
                      <a:pt x="811" y="400"/>
                    </a:lnTo>
                    <a:lnTo>
                      <a:pt x="780" y="293"/>
                    </a:lnTo>
                    <a:lnTo>
                      <a:pt x="721" y="150"/>
                    </a:lnTo>
                    <a:lnTo>
                      <a:pt x="548" y="0"/>
                    </a:lnTo>
                    <a:lnTo>
                      <a:pt x="481" y="171"/>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22" name="Freeform 416"/>
              <p:cNvSpPr>
                <a:spLocks/>
              </p:cNvSpPr>
              <p:nvPr/>
            </p:nvSpPr>
            <p:spPr bwMode="auto">
              <a:xfrm>
                <a:off x="3349" y="1737"/>
                <a:ext cx="69" cy="76"/>
              </a:xfrm>
              <a:custGeom>
                <a:avLst/>
                <a:gdLst>
                  <a:gd name="T0" fmla="*/ 0 w 552"/>
                  <a:gd name="T1" fmla="*/ 0 h 609"/>
                  <a:gd name="T2" fmla="*/ 0 w 552"/>
                  <a:gd name="T3" fmla="*/ 0 h 609"/>
                  <a:gd name="T4" fmla="*/ 0 w 552"/>
                  <a:gd name="T5" fmla="*/ 0 h 609"/>
                  <a:gd name="T6" fmla="*/ 0 w 552"/>
                  <a:gd name="T7" fmla="*/ 0 h 609"/>
                  <a:gd name="T8" fmla="*/ 0 w 552"/>
                  <a:gd name="T9" fmla="*/ 0 h 609"/>
                  <a:gd name="T10" fmla="*/ 0 w 552"/>
                  <a:gd name="T11" fmla="*/ 0 h 609"/>
                  <a:gd name="T12" fmla="*/ 0 w 552"/>
                  <a:gd name="T13" fmla="*/ 0 h 609"/>
                  <a:gd name="T14" fmla="*/ 0 w 552"/>
                  <a:gd name="T15" fmla="*/ 0 h 609"/>
                  <a:gd name="T16" fmla="*/ 0 w 552"/>
                  <a:gd name="T17" fmla="*/ 0 h 609"/>
                  <a:gd name="T18" fmla="*/ 0 w 552"/>
                  <a:gd name="T19" fmla="*/ 0 h 609"/>
                  <a:gd name="T20" fmla="*/ 0 w 552"/>
                  <a:gd name="T21" fmla="*/ 0 h 609"/>
                  <a:gd name="T22" fmla="*/ 0 w 552"/>
                  <a:gd name="T23" fmla="*/ 0 h 60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2"/>
                  <a:gd name="T37" fmla="*/ 0 h 609"/>
                  <a:gd name="T38" fmla="*/ 552 w 552"/>
                  <a:gd name="T39" fmla="*/ 609 h 60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2" h="609">
                    <a:moveTo>
                      <a:pt x="152" y="0"/>
                    </a:moveTo>
                    <a:lnTo>
                      <a:pt x="31" y="152"/>
                    </a:lnTo>
                    <a:lnTo>
                      <a:pt x="132" y="293"/>
                    </a:lnTo>
                    <a:lnTo>
                      <a:pt x="373" y="133"/>
                    </a:lnTo>
                    <a:lnTo>
                      <a:pt x="453" y="293"/>
                    </a:lnTo>
                    <a:lnTo>
                      <a:pt x="0" y="609"/>
                    </a:lnTo>
                    <a:lnTo>
                      <a:pt x="420" y="541"/>
                    </a:lnTo>
                    <a:lnTo>
                      <a:pt x="552" y="133"/>
                    </a:lnTo>
                    <a:lnTo>
                      <a:pt x="453" y="42"/>
                    </a:lnTo>
                    <a:lnTo>
                      <a:pt x="299" y="62"/>
                    </a:lnTo>
                    <a:lnTo>
                      <a:pt x="193" y="23"/>
                    </a:lnTo>
                    <a:lnTo>
                      <a:pt x="152"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23" name="Freeform 417"/>
              <p:cNvSpPr>
                <a:spLocks/>
              </p:cNvSpPr>
              <p:nvPr/>
            </p:nvSpPr>
            <p:spPr bwMode="auto">
              <a:xfrm>
                <a:off x="3079" y="1640"/>
                <a:ext cx="103" cy="307"/>
              </a:xfrm>
              <a:custGeom>
                <a:avLst/>
                <a:gdLst>
                  <a:gd name="T0" fmla="*/ 0 w 820"/>
                  <a:gd name="T1" fmla="*/ 0 h 2453"/>
                  <a:gd name="T2" fmla="*/ 0 w 820"/>
                  <a:gd name="T3" fmla="*/ 0 h 2453"/>
                  <a:gd name="T4" fmla="*/ 0 w 820"/>
                  <a:gd name="T5" fmla="*/ 0 h 2453"/>
                  <a:gd name="T6" fmla="*/ 0 w 820"/>
                  <a:gd name="T7" fmla="*/ 0 h 2453"/>
                  <a:gd name="T8" fmla="*/ 0 w 820"/>
                  <a:gd name="T9" fmla="*/ 0 h 2453"/>
                  <a:gd name="T10" fmla="*/ 0 w 820"/>
                  <a:gd name="T11" fmla="*/ 0 h 2453"/>
                  <a:gd name="T12" fmla="*/ 0 w 820"/>
                  <a:gd name="T13" fmla="*/ 0 h 2453"/>
                  <a:gd name="T14" fmla="*/ 0 w 820"/>
                  <a:gd name="T15" fmla="*/ 0 h 2453"/>
                  <a:gd name="T16" fmla="*/ 0 w 820"/>
                  <a:gd name="T17" fmla="*/ 0 h 2453"/>
                  <a:gd name="T18" fmla="*/ 0 w 820"/>
                  <a:gd name="T19" fmla="*/ 0 h 2453"/>
                  <a:gd name="T20" fmla="*/ 0 w 820"/>
                  <a:gd name="T21" fmla="*/ 0 h 2453"/>
                  <a:gd name="T22" fmla="*/ 0 w 820"/>
                  <a:gd name="T23" fmla="*/ 0 h 2453"/>
                  <a:gd name="T24" fmla="*/ 0 w 820"/>
                  <a:gd name="T25" fmla="*/ 0 h 2453"/>
                  <a:gd name="T26" fmla="*/ 0 w 820"/>
                  <a:gd name="T27" fmla="*/ 0 h 2453"/>
                  <a:gd name="T28" fmla="*/ 0 w 820"/>
                  <a:gd name="T29" fmla="*/ 0 h 2453"/>
                  <a:gd name="T30" fmla="*/ 0 w 820"/>
                  <a:gd name="T31" fmla="*/ 0 h 2453"/>
                  <a:gd name="T32" fmla="*/ 0 w 820"/>
                  <a:gd name="T33" fmla="*/ 0 h 2453"/>
                  <a:gd name="T34" fmla="*/ 0 w 820"/>
                  <a:gd name="T35" fmla="*/ 0 h 2453"/>
                  <a:gd name="T36" fmla="*/ 0 w 820"/>
                  <a:gd name="T37" fmla="*/ 0 h 2453"/>
                  <a:gd name="T38" fmla="*/ 0 w 820"/>
                  <a:gd name="T39" fmla="*/ 0 h 24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20"/>
                  <a:gd name="T61" fmla="*/ 0 h 2453"/>
                  <a:gd name="T62" fmla="*/ 820 w 820"/>
                  <a:gd name="T63" fmla="*/ 2453 h 24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20" h="2453">
                    <a:moveTo>
                      <a:pt x="186" y="21"/>
                    </a:moveTo>
                    <a:lnTo>
                      <a:pt x="178" y="110"/>
                    </a:lnTo>
                    <a:lnTo>
                      <a:pt x="136" y="198"/>
                    </a:lnTo>
                    <a:lnTo>
                      <a:pt x="119" y="228"/>
                    </a:lnTo>
                    <a:lnTo>
                      <a:pt x="186" y="309"/>
                    </a:lnTo>
                    <a:lnTo>
                      <a:pt x="288" y="487"/>
                    </a:lnTo>
                    <a:lnTo>
                      <a:pt x="400" y="817"/>
                    </a:lnTo>
                    <a:lnTo>
                      <a:pt x="520" y="1245"/>
                    </a:lnTo>
                    <a:lnTo>
                      <a:pt x="693" y="1806"/>
                    </a:lnTo>
                    <a:lnTo>
                      <a:pt x="820" y="2125"/>
                    </a:lnTo>
                    <a:lnTo>
                      <a:pt x="672" y="2453"/>
                    </a:lnTo>
                    <a:lnTo>
                      <a:pt x="347" y="2204"/>
                    </a:lnTo>
                    <a:lnTo>
                      <a:pt x="68" y="708"/>
                    </a:lnTo>
                    <a:lnTo>
                      <a:pt x="46" y="440"/>
                    </a:lnTo>
                    <a:lnTo>
                      <a:pt x="68" y="270"/>
                    </a:lnTo>
                    <a:lnTo>
                      <a:pt x="68" y="228"/>
                    </a:lnTo>
                    <a:lnTo>
                      <a:pt x="0" y="141"/>
                    </a:lnTo>
                    <a:lnTo>
                      <a:pt x="6" y="0"/>
                    </a:lnTo>
                    <a:lnTo>
                      <a:pt x="149" y="11"/>
                    </a:lnTo>
                    <a:lnTo>
                      <a:pt x="186" y="2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24" name="Freeform 418"/>
              <p:cNvSpPr>
                <a:spLocks/>
              </p:cNvSpPr>
              <p:nvPr/>
            </p:nvSpPr>
            <p:spPr bwMode="auto">
              <a:xfrm>
                <a:off x="3074" y="1640"/>
                <a:ext cx="108" cy="310"/>
              </a:xfrm>
              <a:custGeom>
                <a:avLst/>
                <a:gdLst>
                  <a:gd name="T0" fmla="*/ 0 w 862"/>
                  <a:gd name="T1" fmla="*/ 0 h 2474"/>
                  <a:gd name="T2" fmla="*/ 0 w 862"/>
                  <a:gd name="T3" fmla="*/ 0 h 2474"/>
                  <a:gd name="T4" fmla="*/ 0 w 862"/>
                  <a:gd name="T5" fmla="*/ 0 h 2474"/>
                  <a:gd name="T6" fmla="*/ 0 w 862"/>
                  <a:gd name="T7" fmla="*/ 0 h 2474"/>
                  <a:gd name="T8" fmla="*/ 0 w 862"/>
                  <a:gd name="T9" fmla="*/ 0 h 2474"/>
                  <a:gd name="T10" fmla="*/ 0 w 862"/>
                  <a:gd name="T11" fmla="*/ 0 h 2474"/>
                  <a:gd name="T12" fmla="*/ 0 w 862"/>
                  <a:gd name="T13" fmla="*/ 0 h 2474"/>
                  <a:gd name="T14" fmla="*/ 0 w 862"/>
                  <a:gd name="T15" fmla="*/ 0 h 2474"/>
                  <a:gd name="T16" fmla="*/ 0 w 862"/>
                  <a:gd name="T17" fmla="*/ 0 h 2474"/>
                  <a:gd name="T18" fmla="*/ 0 w 862"/>
                  <a:gd name="T19" fmla="*/ 0 h 2474"/>
                  <a:gd name="T20" fmla="*/ 0 w 862"/>
                  <a:gd name="T21" fmla="*/ 0 h 2474"/>
                  <a:gd name="T22" fmla="*/ 0 w 862"/>
                  <a:gd name="T23" fmla="*/ 0 h 2474"/>
                  <a:gd name="T24" fmla="*/ 0 w 862"/>
                  <a:gd name="T25" fmla="*/ 0 h 2474"/>
                  <a:gd name="T26" fmla="*/ 0 w 862"/>
                  <a:gd name="T27" fmla="*/ 0 h 2474"/>
                  <a:gd name="T28" fmla="*/ 0 w 862"/>
                  <a:gd name="T29" fmla="*/ 0 h 2474"/>
                  <a:gd name="T30" fmla="*/ 0 w 862"/>
                  <a:gd name="T31" fmla="*/ 0 h 2474"/>
                  <a:gd name="T32" fmla="*/ 0 w 862"/>
                  <a:gd name="T33" fmla="*/ 0 h 2474"/>
                  <a:gd name="T34" fmla="*/ 0 w 862"/>
                  <a:gd name="T35" fmla="*/ 0 h 2474"/>
                  <a:gd name="T36" fmla="*/ 0 w 862"/>
                  <a:gd name="T37" fmla="*/ 0 h 2474"/>
                  <a:gd name="T38" fmla="*/ 0 w 862"/>
                  <a:gd name="T39" fmla="*/ 0 h 2474"/>
                  <a:gd name="T40" fmla="*/ 0 w 862"/>
                  <a:gd name="T41" fmla="*/ 0 h 2474"/>
                  <a:gd name="T42" fmla="*/ 0 w 862"/>
                  <a:gd name="T43" fmla="*/ 0 h 2474"/>
                  <a:gd name="T44" fmla="*/ 0 w 862"/>
                  <a:gd name="T45" fmla="*/ 0 h 2474"/>
                  <a:gd name="T46" fmla="*/ 0 w 862"/>
                  <a:gd name="T47" fmla="*/ 0 h 2474"/>
                  <a:gd name="T48" fmla="*/ 0 w 862"/>
                  <a:gd name="T49" fmla="*/ 0 h 2474"/>
                  <a:gd name="T50" fmla="*/ 0 w 862"/>
                  <a:gd name="T51" fmla="*/ 0 h 2474"/>
                  <a:gd name="T52" fmla="*/ 0 w 862"/>
                  <a:gd name="T53" fmla="*/ 0 h 2474"/>
                  <a:gd name="T54" fmla="*/ 0 w 862"/>
                  <a:gd name="T55" fmla="*/ 0 h 2474"/>
                  <a:gd name="T56" fmla="*/ 0 w 862"/>
                  <a:gd name="T57" fmla="*/ 0 h 247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62"/>
                  <a:gd name="T88" fmla="*/ 0 h 2474"/>
                  <a:gd name="T89" fmla="*/ 862 w 862"/>
                  <a:gd name="T90" fmla="*/ 2474 h 247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62" h="2474">
                    <a:moveTo>
                      <a:pt x="152" y="11"/>
                    </a:moveTo>
                    <a:lnTo>
                      <a:pt x="129" y="251"/>
                    </a:lnTo>
                    <a:lnTo>
                      <a:pt x="178" y="670"/>
                    </a:lnTo>
                    <a:lnTo>
                      <a:pt x="281" y="1141"/>
                    </a:lnTo>
                    <a:lnTo>
                      <a:pt x="461" y="1863"/>
                    </a:lnTo>
                    <a:lnTo>
                      <a:pt x="499" y="2174"/>
                    </a:lnTo>
                    <a:lnTo>
                      <a:pt x="691" y="2370"/>
                    </a:lnTo>
                    <a:lnTo>
                      <a:pt x="811" y="2112"/>
                    </a:lnTo>
                    <a:lnTo>
                      <a:pt x="629" y="1694"/>
                    </a:lnTo>
                    <a:lnTo>
                      <a:pt x="519" y="1257"/>
                    </a:lnTo>
                    <a:lnTo>
                      <a:pt x="422" y="876"/>
                    </a:lnTo>
                    <a:lnTo>
                      <a:pt x="288" y="468"/>
                    </a:lnTo>
                    <a:lnTo>
                      <a:pt x="211" y="309"/>
                    </a:lnTo>
                    <a:lnTo>
                      <a:pt x="170" y="228"/>
                    </a:lnTo>
                    <a:lnTo>
                      <a:pt x="288" y="389"/>
                    </a:lnTo>
                    <a:lnTo>
                      <a:pt x="409" y="738"/>
                    </a:lnTo>
                    <a:lnTo>
                      <a:pt x="562" y="1195"/>
                    </a:lnTo>
                    <a:lnTo>
                      <a:pt x="714" y="1705"/>
                    </a:lnTo>
                    <a:lnTo>
                      <a:pt x="783" y="1936"/>
                    </a:lnTo>
                    <a:lnTo>
                      <a:pt x="862" y="2112"/>
                    </a:lnTo>
                    <a:lnTo>
                      <a:pt x="721" y="2474"/>
                    </a:lnTo>
                    <a:lnTo>
                      <a:pt x="380" y="2193"/>
                    </a:lnTo>
                    <a:lnTo>
                      <a:pt x="251" y="1505"/>
                    </a:lnTo>
                    <a:lnTo>
                      <a:pt x="119" y="717"/>
                    </a:lnTo>
                    <a:lnTo>
                      <a:pt x="110" y="440"/>
                    </a:lnTo>
                    <a:lnTo>
                      <a:pt x="88" y="228"/>
                    </a:lnTo>
                    <a:lnTo>
                      <a:pt x="0" y="110"/>
                    </a:lnTo>
                    <a:lnTo>
                      <a:pt x="60" y="0"/>
                    </a:lnTo>
                    <a:lnTo>
                      <a:pt x="152" y="11"/>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25" name="Freeform 419"/>
              <p:cNvSpPr>
                <a:spLocks/>
              </p:cNvSpPr>
              <p:nvPr/>
            </p:nvSpPr>
            <p:spPr bwMode="auto">
              <a:xfrm>
                <a:off x="2976" y="1630"/>
                <a:ext cx="72" cy="128"/>
              </a:xfrm>
              <a:custGeom>
                <a:avLst/>
                <a:gdLst>
                  <a:gd name="T0" fmla="*/ 0 w 578"/>
                  <a:gd name="T1" fmla="*/ 0 h 1028"/>
                  <a:gd name="T2" fmla="*/ 0 w 578"/>
                  <a:gd name="T3" fmla="*/ 0 h 1028"/>
                  <a:gd name="T4" fmla="*/ 0 w 578"/>
                  <a:gd name="T5" fmla="*/ 0 h 1028"/>
                  <a:gd name="T6" fmla="*/ 0 w 578"/>
                  <a:gd name="T7" fmla="*/ 0 h 1028"/>
                  <a:gd name="T8" fmla="*/ 0 w 578"/>
                  <a:gd name="T9" fmla="*/ 0 h 1028"/>
                  <a:gd name="T10" fmla="*/ 0 w 578"/>
                  <a:gd name="T11" fmla="*/ 0 h 1028"/>
                  <a:gd name="T12" fmla="*/ 0 w 578"/>
                  <a:gd name="T13" fmla="*/ 0 h 1028"/>
                  <a:gd name="T14" fmla="*/ 0 w 578"/>
                  <a:gd name="T15" fmla="*/ 0 h 1028"/>
                  <a:gd name="T16" fmla="*/ 0 w 578"/>
                  <a:gd name="T17" fmla="*/ 0 h 1028"/>
                  <a:gd name="T18" fmla="*/ 0 w 578"/>
                  <a:gd name="T19" fmla="*/ 0 h 1028"/>
                  <a:gd name="T20" fmla="*/ 0 w 578"/>
                  <a:gd name="T21" fmla="*/ 0 h 1028"/>
                  <a:gd name="T22" fmla="*/ 0 w 578"/>
                  <a:gd name="T23" fmla="*/ 0 h 1028"/>
                  <a:gd name="T24" fmla="*/ 0 w 578"/>
                  <a:gd name="T25" fmla="*/ 0 h 1028"/>
                  <a:gd name="T26" fmla="*/ 0 w 578"/>
                  <a:gd name="T27" fmla="*/ 0 h 1028"/>
                  <a:gd name="T28" fmla="*/ 0 w 578"/>
                  <a:gd name="T29" fmla="*/ 0 h 1028"/>
                  <a:gd name="T30" fmla="*/ 0 w 578"/>
                  <a:gd name="T31" fmla="*/ 0 h 1028"/>
                  <a:gd name="T32" fmla="*/ 0 w 578"/>
                  <a:gd name="T33" fmla="*/ 0 h 10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78"/>
                  <a:gd name="T52" fmla="*/ 0 h 1028"/>
                  <a:gd name="T53" fmla="*/ 578 w 578"/>
                  <a:gd name="T54" fmla="*/ 1028 h 102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78" h="1028">
                    <a:moveTo>
                      <a:pt x="42" y="938"/>
                    </a:moveTo>
                    <a:lnTo>
                      <a:pt x="37" y="775"/>
                    </a:lnTo>
                    <a:lnTo>
                      <a:pt x="0" y="360"/>
                    </a:lnTo>
                    <a:lnTo>
                      <a:pt x="37" y="276"/>
                    </a:lnTo>
                    <a:lnTo>
                      <a:pt x="293" y="0"/>
                    </a:lnTo>
                    <a:lnTo>
                      <a:pt x="523" y="48"/>
                    </a:lnTo>
                    <a:lnTo>
                      <a:pt x="578" y="184"/>
                    </a:lnTo>
                    <a:lnTo>
                      <a:pt x="528" y="247"/>
                    </a:lnTo>
                    <a:lnTo>
                      <a:pt x="563" y="465"/>
                    </a:lnTo>
                    <a:lnTo>
                      <a:pt x="486" y="487"/>
                    </a:lnTo>
                    <a:lnTo>
                      <a:pt x="464" y="705"/>
                    </a:lnTo>
                    <a:lnTo>
                      <a:pt x="406" y="805"/>
                    </a:lnTo>
                    <a:lnTo>
                      <a:pt x="358" y="874"/>
                    </a:lnTo>
                    <a:lnTo>
                      <a:pt x="305" y="938"/>
                    </a:lnTo>
                    <a:lnTo>
                      <a:pt x="263" y="1028"/>
                    </a:lnTo>
                    <a:lnTo>
                      <a:pt x="92" y="1001"/>
                    </a:lnTo>
                    <a:lnTo>
                      <a:pt x="42" y="938"/>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26" name="Freeform 420"/>
              <p:cNvSpPr>
                <a:spLocks/>
              </p:cNvSpPr>
              <p:nvPr/>
            </p:nvSpPr>
            <p:spPr bwMode="auto">
              <a:xfrm>
                <a:off x="2982" y="1431"/>
                <a:ext cx="162" cy="204"/>
              </a:xfrm>
              <a:custGeom>
                <a:avLst/>
                <a:gdLst>
                  <a:gd name="T0" fmla="*/ 0 w 1289"/>
                  <a:gd name="T1" fmla="*/ 0 h 1630"/>
                  <a:gd name="T2" fmla="*/ 0 w 1289"/>
                  <a:gd name="T3" fmla="*/ 0 h 1630"/>
                  <a:gd name="T4" fmla="*/ 0 w 1289"/>
                  <a:gd name="T5" fmla="*/ 0 h 1630"/>
                  <a:gd name="T6" fmla="*/ 0 w 1289"/>
                  <a:gd name="T7" fmla="*/ 0 h 1630"/>
                  <a:gd name="T8" fmla="*/ 0 w 1289"/>
                  <a:gd name="T9" fmla="*/ 0 h 1630"/>
                  <a:gd name="T10" fmla="*/ 0 w 1289"/>
                  <a:gd name="T11" fmla="*/ 0 h 1630"/>
                  <a:gd name="T12" fmla="*/ 0 w 1289"/>
                  <a:gd name="T13" fmla="*/ 0 h 1630"/>
                  <a:gd name="T14" fmla="*/ 0 w 1289"/>
                  <a:gd name="T15" fmla="*/ 0 h 1630"/>
                  <a:gd name="T16" fmla="*/ 0 w 1289"/>
                  <a:gd name="T17" fmla="*/ 0 h 1630"/>
                  <a:gd name="T18" fmla="*/ 0 w 1289"/>
                  <a:gd name="T19" fmla="*/ 0 h 1630"/>
                  <a:gd name="T20" fmla="*/ 0 w 1289"/>
                  <a:gd name="T21" fmla="*/ 0 h 1630"/>
                  <a:gd name="T22" fmla="*/ 0 w 1289"/>
                  <a:gd name="T23" fmla="*/ 0 h 1630"/>
                  <a:gd name="T24" fmla="*/ 0 w 1289"/>
                  <a:gd name="T25" fmla="*/ 0 h 1630"/>
                  <a:gd name="T26" fmla="*/ 0 w 1289"/>
                  <a:gd name="T27" fmla="*/ 0 h 1630"/>
                  <a:gd name="T28" fmla="*/ 0 w 1289"/>
                  <a:gd name="T29" fmla="*/ 0 h 1630"/>
                  <a:gd name="T30" fmla="*/ 0 w 1289"/>
                  <a:gd name="T31" fmla="*/ 0 h 1630"/>
                  <a:gd name="T32" fmla="*/ 0 w 1289"/>
                  <a:gd name="T33" fmla="*/ 0 h 1630"/>
                  <a:gd name="T34" fmla="*/ 0 w 1289"/>
                  <a:gd name="T35" fmla="*/ 0 h 1630"/>
                  <a:gd name="T36" fmla="*/ 0 w 1289"/>
                  <a:gd name="T37" fmla="*/ 0 h 1630"/>
                  <a:gd name="T38" fmla="*/ 0 w 1289"/>
                  <a:gd name="T39" fmla="*/ 0 h 1630"/>
                  <a:gd name="T40" fmla="*/ 0 w 1289"/>
                  <a:gd name="T41" fmla="*/ 0 h 1630"/>
                  <a:gd name="T42" fmla="*/ 0 w 1289"/>
                  <a:gd name="T43" fmla="*/ 0 h 1630"/>
                  <a:gd name="T44" fmla="*/ 0 w 1289"/>
                  <a:gd name="T45" fmla="*/ 0 h 1630"/>
                  <a:gd name="T46" fmla="*/ 0 w 1289"/>
                  <a:gd name="T47" fmla="*/ 0 h 1630"/>
                  <a:gd name="T48" fmla="*/ 0 w 1289"/>
                  <a:gd name="T49" fmla="*/ 0 h 1630"/>
                  <a:gd name="T50" fmla="*/ 0 w 1289"/>
                  <a:gd name="T51" fmla="*/ 0 h 1630"/>
                  <a:gd name="T52" fmla="*/ 0 w 1289"/>
                  <a:gd name="T53" fmla="*/ 0 h 1630"/>
                  <a:gd name="T54" fmla="*/ 0 w 1289"/>
                  <a:gd name="T55" fmla="*/ 0 h 1630"/>
                  <a:gd name="T56" fmla="*/ 0 w 1289"/>
                  <a:gd name="T57" fmla="*/ 0 h 1630"/>
                  <a:gd name="T58" fmla="*/ 0 w 1289"/>
                  <a:gd name="T59" fmla="*/ 0 h 1630"/>
                  <a:gd name="T60" fmla="*/ 0 w 1289"/>
                  <a:gd name="T61" fmla="*/ 0 h 163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289"/>
                  <a:gd name="T94" fmla="*/ 0 h 1630"/>
                  <a:gd name="T95" fmla="*/ 1289 w 1289"/>
                  <a:gd name="T96" fmla="*/ 1630 h 163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289" h="1630">
                    <a:moveTo>
                      <a:pt x="37" y="717"/>
                    </a:moveTo>
                    <a:lnTo>
                      <a:pt x="0" y="784"/>
                    </a:lnTo>
                    <a:lnTo>
                      <a:pt x="0" y="915"/>
                    </a:lnTo>
                    <a:lnTo>
                      <a:pt x="85" y="1036"/>
                    </a:lnTo>
                    <a:lnTo>
                      <a:pt x="200" y="1120"/>
                    </a:lnTo>
                    <a:lnTo>
                      <a:pt x="235" y="1120"/>
                    </a:lnTo>
                    <a:lnTo>
                      <a:pt x="298" y="1263"/>
                    </a:lnTo>
                    <a:lnTo>
                      <a:pt x="348" y="1395"/>
                    </a:lnTo>
                    <a:lnTo>
                      <a:pt x="447" y="1508"/>
                    </a:lnTo>
                    <a:lnTo>
                      <a:pt x="555" y="1572"/>
                    </a:lnTo>
                    <a:lnTo>
                      <a:pt x="705" y="1621"/>
                    </a:lnTo>
                    <a:lnTo>
                      <a:pt x="855" y="1630"/>
                    </a:lnTo>
                    <a:lnTo>
                      <a:pt x="947" y="1579"/>
                    </a:lnTo>
                    <a:lnTo>
                      <a:pt x="1019" y="1494"/>
                    </a:lnTo>
                    <a:lnTo>
                      <a:pt x="1090" y="1374"/>
                    </a:lnTo>
                    <a:lnTo>
                      <a:pt x="1118" y="1263"/>
                    </a:lnTo>
                    <a:lnTo>
                      <a:pt x="1140" y="1056"/>
                    </a:lnTo>
                    <a:lnTo>
                      <a:pt x="1203" y="1001"/>
                    </a:lnTo>
                    <a:lnTo>
                      <a:pt x="1284" y="889"/>
                    </a:lnTo>
                    <a:lnTo>
                      <a:pt x="1289" y="768"/>
                    </a:lnTo>
                    <a:lnTo>
                      <a:pt x="1274" y="662"/>
                    </a:lnTo>
                    <a:lnTo>
                      <a:pt x="1261" y="627"/>
                    </a:lnTo>
                    <a:lnTo>
                      <a:pt x="1203" y="595"/>
                    </a:lnTo>
                    <a:lnTo>
                      <a:pt x="1118" y="325"/>
                    </a:lnTo>
                    <a:lnTo>
                      <a:pt x="1012" y="94"/>
                    </a:lnTo>
                    <a:lnTo>
                      <a:pt x="692" y="0"/>
                    </a:lnTo>
                    <a:lnTo>
                      <a:pt x="270" y="85"/>
                    </a:lnTo>
                    <a:lnTo>
                      <a:pt x="85" y="247"/>
                    </a:lnTo>
                    <a:lnTo>
                      <a:pt x="41" y="429"/>
                    </a:lnTo>
                    <a:lnTo>
                      <a:pt x="41" y="657"/>
                    </a:lnTo>
                    <a:lnTo>
                      <a:pt x="37" y="717"/>
                    </a:lnTo>
                    <a:close/>
                  </a:path>
                </a:pathLst>
              </a:custGeom>
              <a:solidFill>
                <a:srgbClr val="7023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27" name="Freeform 421"/>
              <p:cNvSpPr>
                <a:spLocks/>
              </p:cNvSpPr>
              <p:nvPr/>
            </p:nvSpPr>
            <p:spPr bwMode="auto">
              <a:xfrm>
                <a:off x="3020" y="1552"/>
                <a:ext cx="28" cy="16"/>
              </a:xfrm>
              <a:custGeom>
                <a:avLst/>
                <a:gdLst>
                  <a:gd name="T0" fmla="*/ 0 w 223"/>
                  <a:gd name="T1" fmla="*/ 0 h 120"/>
                  <a:gd name="T2" fmla="*/ 0 w 223"/>
                  <a:gd name="T3" fmla="*/ 0 h 120"/>
                  <a:gd name="T4" fmla="*/ 0 w 223"/>
                  <a:gd name="T5" fmla="*/ 0 h 120"/>
                  <a:gd name="T6" fmla="*/ 0 w 223"/>
                  <a:gd name="T7" fmla="*/ 0 h 120"/>
                  <a:gd name="T8" fmla="*/ 0 w 223"/>
                  <a:gd name="T9" fmla="*/ 0 h 120"/>
                  <a:gd name="T10" fmla="*/ 0 w 223"/>
                  <a:gd name="T11" fmla="*/ 0 h 120"/>
                  <a:gd name="T12" fmla="*/ 0 w 223"/>
                  <a:gd name="T13" fmla="*/ 0 h 120"/>
                  <a:gd name="T14" fmla="*/ 0 w 223"/>
                  <a:gd name="T15" fmla="*/ 0 h 120"/>
                  <a:gd name="T16" fmla="*/ 0 w 223"/>
                  <a:gd name="T17" fmla="*/ 0 h 1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3"/>
                  <a:gd name="T28" fmla="*/ 0 h 120"/>
                  <a:gd name="T29" fmla="*/ 223 w 223"/>
                  <a:gd name="T30" fmla="*/ 120 h 1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3" h="120">
                    <a:moveTo>
                      <a:pt x="223" y="6"/>
                    </a:moveTo>
                    <a:lnTo>
                      <a:pt x="223" y="41"/>
                    </a:lnTo>
                    <a:lnTo>
                      <a:pt x="140" y="108"/>
                    </a:lnTo>
                    <a:lnTo>
                      <a:pt x="57" y="120"/>
                    </a:lnTo>
                    <a:lnTo>
                      <a:pt x="0" y="78"/>
                    </a:lnTo>
                    <a:lnTo>
                      <a:pt x="16" y="0"/>
                    </a:lnTo>
                    <a:lnTo>
                      <a:pt x="92" y="28"/>
                    </a:lnTo>
                    <a:lnTo>
                      <a:pt x="140" y="35"/>
                    </a:lnTo>
                    <a:lnTo>
                      <a:pt x="223" y="6"/>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28" name="Freeform 422"/>
              <p:cNvSpPr>
                <a:spLocks/>
              </p:cNvSpPr>
              <p:nvPr/>
            </p:nvSpPr>
            <p:spPr bwMode="auto">
              <a:xfrm>
                <a:off x="3085" y="1539"/>
                <a:ext cx="30" cy="18"/>
              </a:xfrm>
              <a:custGeom>
                <a:avLst/>
                <a:gdLst>
                  <a:gd name="T0" fmla="*/ 0 w 245"/>
                  <a:gd name="T1" fmla="*/ 0 h 141"/>
                  <a:gd name="T2" fmla="*/ 0 w 245"/>
                  <a:gd name="T3" fmla="*/ 0 h 141"/>
                  <a:gd name="T4" fmla="*/ 0 w 245"/>
                  <a:gd name="T5" fmla="*/ 0 h 141"/>
                  <a:gd name="T6" fmla="*/ 0 w 245"/>
                  <a:gd name="T7" fmla="*/ 0 h 141"/>
                  <a:gd name="T8" fmla="*/ 0 w 245"/>
                  <a:gd name="T9" fmla="*/ 0 h 141"/>
                  <a:gd name="T10" fmla="*/ 0 w 245"/>
                  <a:gd name="T11" fmla="*/ 0 h 141"/>
                  <a:gd name="T12" fmla="*/ 0 w 245"/>
                  <a:gd name="T13" fmla="*/ 0 h 141"/>
                  <a:gd name="T14" fmla="*/ 0 w 245"/>
                  <a:gd name="T15" fmla="*/ 0 h 141"/>
                  <a:gd name="T16" fmla="*/ 0 w 245"/>
                  <a:gd name="T17" fmla="*/ 0 h 141"/>
                  <a:gd name="T18" fmla="*/ 0 w 245"/>
                  <a:gd name="T19" fmla="*/ 0 h 1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5"/>
                  <a:gd name="T31" fmla="*/ 0 h 141"/>
                  <a:gd name="T32" fmla="*/ 245 w 245"/>
                  <a:gd name="T33" fmla="*/ 141 h 1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5" h="141">
                    <a:moveTo>
                      <a:pt x="0" y="85"/>
                    </a:moveTo>
                    <a:lnTo>
                      <a:pt x="18" y="112"/>
                    </a:lnTo>
                    <a:lnTo>
                      <a:pt x="117" y="141"/>
                    </a:lnTo>
                    <a:lnTo>
                      <a:pt x="212" y="134"/>
                    </a:lnTo>
                    <a:lnTo>
                      <a:pt x="245" y="79"/>
                    </a:lnTo>
                    <a:lnTo>
                      <a:pt x="238" y="0"/>
                    </a:lnTo>
                    <a:lnTo>
                      <a:pt x="179" y="42"/>
                    </a:lnTo>
                    <a:lnTo>
                      <a:pt x="139" y="79"/>
                    </a:lnTo>
                    <a:lnTo>
                      <a:pt x="83" y="90"/>
                    </a:lnTo>
                    <a:lnTo>
                      <a:pt x="0" y="85"/>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29" name="Freeform 423"/>
              <p:cNvSpPr>
                <a:spLocks/>
              </p:cNvSpPr>
              <p:nvPr/>
            </p:nvSpPr>
            <p:spPr bwMode="auto">
              <a:xfrm>
                <a:off x="3063" y="1545"/>
                <a:ext cx="16" cy="30"/>
              </a:xfrm>
              <a:custGeom>
                <a:avLst/>
                <a:gdLst>
                  <a:gd name="T0" fmla="*/ 0 w 120"/>
                  <a:gd name="T1" fmla="*/ 0 h 235"/>
                  <a:gd name="T2" fmla="*/ 0 w 120"/>
                  <a:gd name="T3" fmla="*/ 0 h 235"/>
                  <a:gd name="T4" fmla="*/ 0 w 120"/>
                  <a:gd name="T5" fmla="*/ 0 h 235"/>
                  <a:gd name="T6" fmla="*/ 0 w 120"/>
                  <a:gd name="T7" fmla="*/ 0 h 235"/>
                  <a:gd name="T8" fmla="*/ 0 w 120"/>
                  <a:gd name="T9" fmla="*/ 0 h 235"/>
                  <a:gd name="T10" fmla="*/ 0 w 120"/>
                  <a:gd name="T11" fmla="*/ 0 h 235"/>
                  <a:gd name="T12" fmla="*/ 0 w 120"/>
                  <a:gd name="T13" fmla="*/ 0 h 235"/>
                  <a:gd name="T14" fmla="*/ 0 w 120"/>
                  <a:gd name="T15" fmla="*/ 0 h 235"/>
                  <a:gd name="T16" fmla="*/ 0 w 120"/>
                  <a:gd name="T17" fmla="*/ 0 h 235"/>
                  <a:gd name="T18" fmla="*/ 0 w 120"/>
                  <a:gd name="T19" fmla="*/ 0 h 235"/>
                  <a:gd name="T20" fmla="*/ 0 w 120"/>
                  <a:gd name="T21" fmla="*/ 0 h 235"/>
                  <a:gd name="T22" fmla="*/ 0 w 120"/>
                  <a:gd name="T23" fmla="*/ 0 h 2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0"/>
                  <a:gd name="T37" fmla="*/ 0 h 235"/>
                  <a:gd name="T38" fmla="*/ 120 w 120"/>
                  <a:gd name="T39" fmla="*/ 235 h 2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0" h="235">
                    <a:moveTo>
                      <a:pt x="57" y="37"/>
                    </a:moveTo>
                    <a:lnTo>
                      <a:pt x="37" y="0"/>
                    </a:lnTo>
                    <a:lnTo>
                      <a:pt x="13" y="16"/>
                    </a:lnTo>
                    <a:lnTo>
                      <a:pt x="22" y="141"/>
                    </a:lnTo>
                    <a:lnTo>
                      <a:pt x="0" y="169"/>
                    </a:lnTo>
                    <a:lnTo>
                      <a:pt x="13" y="220"/>
                    </a:lnTo>
                    <a:lnTo>
                      <a:pt x="64" y="235"/>
                    </a:lnTo>
                    <a:lnTo>
                      <a:pt x="108" y="220"/>
                    </a:lnTo>
                    <a:lnTo>
                      <a:pt x="120" y="178"/>
                    </a:lnTo>
                    <a:lnTo>
                      <a:pt x="112" y="148"/>
                    </a:lnTo>
                    <a:lnTo>
                      <a:pt x="78" y="121"/>
                    </a:lnTo>
                    <a:lnTo>
                      <a:pt x="57" y="37"/>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30" name="Freeform 424"/>
              <p:cNvSpPr>
                <a:spLocks/>
              </p:cNvSpPr>
              <p:nvPr/>
            </p:nvSpPr>
            <p:spPr bwMode="auto">
              <a:xfrm>
                <a:off x="3051" y="1563"/>
                <a:ext cx="6" cy="5"/>
              </a:xfrm>
              <a:custGeom>
                <a:avLst/>
                <a:gdLst>
                  <a:gd name="T0" fmla="*/ 0 w 51"/>
                  <a:gd name="T1" fmla="*/ 0 h 42"/>
                  <a:gd name="T2" fmla="*/ 0 w 51"/>
                  <a:gd name="T3" fmla="*/ 0 h 42"/>
                  <a:gd name="T4" fmla="*/ 0 w 51"/>
                  <a:gd name="T5" fmla="*/ 0 h 42"/>
                  <a:gd name="T6" fmla="*/ 0 w 51"/>
                  <a:gd name="T7" fmla="*/ 0 h 42"/>
                  <a:gd name="T8" fmla="*/ 0 w 51"/>
                  <a:gd name="T9" fmla="*/ 0 h 42"/>
                  <a:gd name="T10" fmla="*/ 0 60000 65536"/>
                  <a:gd name="T11" fmla="*/ 0 60000 65536"/>
                  <a:gd name="T12" fmla="*/ 0 60000 65536"/>
                  <a:gd name="T13" fmla="*/ 0 60000 65536"/>
                  <a:gd name="T14" fmla="*/ 0 60000 65536"/>
                  <a:gd name="T15" fmla="*/ 0 w 51"/>
                  <a:gd name="T16" fmla="*/ 0 h 42"/>
                  <a:gd name="T17" fmla="*/ 51 w 51"/>
                  <a:gd name="T18" fmla="*/ 42 h 42"/>
                </a:gdLst>
                <a:ahLst/>
                <a:cxnLst>
                  <a:cxn ang="T10">
                    <a:pos x="T0" y="T1"/>
                  </a:cxn>
                  <a:cxn ang="T11">
                    <a:pos x="T2" y="T3"/>
                  </a:cxn>
                  <a:cxn ang="T12">
                    <a:pos x="T4" y="T5"/>
                  </a:cxn>
                  <a:cxn ang="T13">
                    <a:pos x="T6" y="T7"/>
                  </a:cxn>
                  <a:cxn ang="T14">
                    <a:pos x="T8" y="T9"/>
                  </a:cxn>
                </a:cxnLst>
                <a:rect l="T15" t="T16" r="T17" b="T18"/>
                <a:pathLst>
                  <a:path w="51" h="42">
                    <a:moveTo>
                      <a:pt x="25" y="0"/>
                    </a:moveTo>
                    <a:lnTo>
                      <a:pt x="0" y="25"/>
                    </a:lnTo>
                    <a:lnTo>
                      <a:pt x="25" y="42"/>
                    </a:lnTo>
                    <a:lnTo>
                      <a:pt x="51" y="7"/>
                    </a:lnTo>
                    <a:lnTo>
                      <a:pt x="25" y="0"/>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31" name="Freeform 425"/>
              <p:cNvSpPr>
                <a:spLocks/>
              </p:cNvSpPr>
              <p:nvPr/>
            </p:nvSpPr>
            <p:spPr bwMode="auto">
              <a:xfrm>
                <a:off x="3081" y="1560"/>
                <a:ext cx="6" cy="5"/>
              </a:xfrm>
              <a:custGeom>
                <a:avLst/>
                <a:gdLst>
                  <a:gd name="T0" fmla="*/ 0 w 48"/>
                  <a:gd name="T1" fmla="*/ 0 h 36"/>
                  <a:gd name="T2" fmla="*/ 0 w 48"/>
                  <a:gd name="T3" fmla="*/ 0 h 36"/>
                  <a:gd name="T4" fmla="*/ 0 w 48"/>
                  <a:gd name="T5" fmla="*/ 0 h 36"/>
                  <a:gd name="T6" fmla="*/ 0 w 48"/>
                  <a:gd name="T7" fmla="*/ 0 h 36"/>
                  <a:gd name="T8" fmla="*/ 0 w 48"/>
                  <a:gd name="T9" fmla="*/ 0 h 36"/>
                  <a:gd name="T10" fmla="*/ 0 60000 65536"/>
                  <a:gd name="T11" fmla="*/ 0 60000 65536"/>
                  <a:gd name="T12" fmla="*/ 0 60000 65536"/>
                  <a:gd name="T13" fmla="*/ 0 60000 65536"/>
                  <a:gd name="T14" fmla="*/ 0 60000 65536"/>
                  <a:gd name="T15" fmla="*/ 0 w 48"/>
                  <a:gd name="T16" fmla="*/ 0 h 36"/>
                  <a:gd name="T17" fmla="*/ 48 w 48"/>
                  <a:gd name="T18" fmla="*/ 36 h 36"/>
                </a:gdLst>
                <a:ahLst/>
                <a:cxnLst>
                  <a:cxn ang="T10">
                    <a:pos x="T0" y="T1"/>
                  </a:cxn>
                  <a:cxn ang="T11">
                    <a:pos x="T2" y="T3"/>
                  </a:cxn>
                  <a:cxn ang="T12">
                    <a:pos x="T4" y="T5"/>
                  </a:cxn>
                  <a:cxn ang="T13">
                    <a:pos x="T6" y="T7"/>
                  </a:cxn>
                  <a:cxn ang="T14">
                    <a:pos x="T8" y="T9"/>
                  </a:cxn>
                </a:cxnLst>
                <a:rect l="T15" t="T16" r="T17" b="T18"/>
                <a:pathLst>
                  <a:path w="48" h="36">
                    <a:moveTo>
                      <a:pt x="0" y="6"/>
                    </a:moveTo>
                    <a:lnTo>
                      <a:pt x="21" y="36"/>
                    </a:lnTo>
                    <a:lnTo>
                      <a:pt x="48" y="6"/>
                    </a:lnTo>
                    <a:lnTo>
                      <a:pt x="25" y="0"/>
                    </a:lnTo>
                    <a:lnTo>
                      <a:pt x="0" y="6"/>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32" name="Freeform 426"/>
              <p:cNvSpPr>
                <a:spLocks/>
              </p:cNvSpPr>
              <p:nvPr/>
            </p:nvSpPr>
            <p:spPr bwMode="auto">
              <a:xfrm>
                <a:off x="3055" y="1593"/>
                <a:ext cx="42" cy="9"/>
              </a:xfrm>
              <a:custGeom>
                <a:avLst/>
                <a:gdLst>
                  <a:gd name="T0" fmla="*/ 0 w 343"/>
                  <a:gd name="T1" fmla="*/ 0 h 70"/>
                  <a:gd name="T2" fmla="*/ 0 w 343"/>
                  <a:gd name="T3" fmla="*/ 0 h 70"/>
                  <a:gd name="T4" fmla="*/ 0 w 343"/>
                  <a:gd name="T5" fmla="*/ 0 h 70"/>
                  <a:gd name="T6" fmla="*/ 0 w 343"/>
                  <a:gd name="T7" fmla="*/ 0 h 70"/>
                  <a:gd name="T8" fmla="*/ 0 w 343"/>
                  <a:gd name="T9" fmla="*/ 0 h 70"/>
                  <a:gd name="T10" fmla="*/ 0 w 343"/>
                  <a:gd name="T11" fmla="*/ 0 h 70"/>
                  <a:gd name="T12" fmla="*/ 0 w 343"/>
                  <a:gd name="T13" fmla="*/ 0 h 70"/>
                  <a:gd name="T14" fmla="*/ 0 w 343"/>
                  <a:gd name="T15" fmla="*/ 0 h 70"/>
                  <a:gd name="T16" fmla="*/ 0 w 343"/>
                  <a:gd name="T17" fmla="*/ 0 h 70"/>
                  <a:gd name="T18" fmla="*/ 0 w 343"/>
                  <a:gd name="T19" fmla="*/ 0 h 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43"/>
                  <a:gd name="T31" fmla="*/ 0 h 70"/>
                  <a:gd name="T32" fmla="*/ 343 w 343"/>
                  <a:gd name="T33" fmla="*/ 70 h 7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43" h="70">
                    <a:moveTo>
                      <a:pt x="0" y="44"/>
                    </a:moveTo>
                    <a:lnTo>
                      <a:pt x="128" y="70"/>
                    </a:lnTo>
                    <a:lnTo>
                      <a:pt x="235" y="55"/>
                    </a:lnTo>
                    <a:lnTo>
                      <a:pt x="322" y="21"/>
                    </a:lnTo>
                    <a:lnTo>
                      <a:pt x="343" y="7"/>
                    </a:lnTo>
                    <a:lnTo>
                      <a:pt x="297" y="0"/>
                    </a:lnTo>
                    <a:lnTo>
                      <a:pt x="214" y="21"/>
                    </a:lnTo>
                    <a:lnTo>
                      <a:pt x="135" y="26"/>
                    </a:lnTo>
                    <a:lnTo>
                      <a:pt x="20" y="21"/>
                    </a:lnTo>
                    <a:lnTo>
                      <a:pt x="0" y="44"/>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33" name="Freeform 427"/>
              <p:cNvSpPr>
                <a:spLocks/>
              </p:cNvSpPr>
              <p:nvPr/>
            </p:nvSpPr>
            <p:spPr bwMode="auto">
              <a:xfrm>
                <a:off x="3001" y="1470"/>
                <a:ext cx="45" cy="53"/>
              </a:xfrm>
              <a:custGeom>
                <a:avLst/>
                <a:gdLst>
                  <a:gd name="T0" fmla="*/ 0 w 363"/>
                  <a:gd name="T1" fmla="*/ 0 h 429"/>
                  <a:gd name="T2" fmla="*/ 0 w 363"/>
                  <a:gd name="T3" fmla="*/ 0 h 429"/>
                  <a:gd name="T4" fmla="*/ 0 w 363"/>
                  <a:gd name="T5" fmla="*/ 0 h 429"/>
                  <a:gd name="T6" fmla="*/ 0 w 363"/>
                  <a:gd name="T7" fmla="*/ 0 h 429"/>
                  <a:gd name="T8" fmla="*/ 0 w 363"/>
                  <a:gd name="T9" fmla="*/ 0 h 429"/>
                  <a:gd name="T10" fmla="*/ 0 w 363"/>
                  <a:gd name="T11" fmla="*/ 0 h 429"/>
                  <a:gd name="T12" fmla="*/ 0 w 363"/>
                  <a:gd name="T13" fmla="*/ 0 h 429"/>
                  <a:gd name="T14" fmla="*/ 0 w 363"/>
                  <a:gd name="T15" fmla="*/ 0 h 429"/>
                  <a:gd name="T16" fmla="*/ 0 w 363"/>
                  <a:gd name="T17" fmla="*/ 0 h 429"/>
                  <a:gd name="T18" fmla="*/ 0 w 363"/>
                  <a:gd name="T19" fmla="*/ 0 h 429"/>
                  <a:gd name="T20" fmla="*/ 0 w 363"/>
                  <a:gd name="T21" fmla="*/ 0 h 429"/>
                  <a:gd name="T22" fmla="*/ 0 w 363"/>
                  <a:gd name="T23" fmla="*/ 0 h 429"/>
                  <a:gd name="T24" fmla="*/ 0 w 363"/>
                  <a:gd name="T25" fmla="*/ 0 h 429"/>
                  <a:gd name="T26" fmla="*/ 0 w 363"/>
                  <a:gd name="T27" fmla="*/ 0 h 429"/>
                  <a:gd name="T28" fmla="*/ 0 w 363"/>
                  <a:gd name="T29" fmla="*/ 0 h 429"/>
                  <a:gd name="T30" fmla="*/ 0 w 363"/>
                  <a:gd name="T31" fmla="*/ 0 h 429"/>
                  <a:gd name="T32" fmla="*/ 0 w 363"/>
                  <a:gd name="T33" fmla="*/ 0 h 42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63"/>
                  <a:gd name="T52" fmla="*/ 0 h 429"/>
                  <a:gd name="T53" fmla="*/ 363 w 363"/>
                  <a:gd name="T54" fmla="*/ 429 h 42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63" h="429">
                    <a:moveTo>
                      <a:pt x="226" y="35"/>
                    </a:moveTo>
                    <a:lnTo>
                      <a:pt x="158" y="99"/>
                    </a:lnTo>
                    <a:lnTo>
                      <a:pt x="127" y="182"/>
                    </a:lnTo>
                    <a:lnTo>
                      <a:pt x="127" y="266"/>
                    </a:lnTo>
                    <a:lnTo>
                      <a:pt x="149" y="337"/>
                    </a:lnTo>
                    <a:lnTo>
                      <a:pt x="363" y="394"/>
                    </a:lnTo>
                    <a:lnTo>
                      <a:pt x="185" y="389"/>
                    </a:lnTo>
                    <a:lnTo>
                      <a:pt x="63" y="429"/>
                    </a:lnTo>
                    <a:lnTo>
                      <a:pt x="79" y="380"/>
                    </a:lnTo>
                    <a:lnTo>
                      <a:pt x="33" y="323"/>
                    </a:lnTo>
                    <a:lnTo>
                      <a:pt x="6" y="231"/>
                    </a:lnTo>
                    <a:lnTo>
                      <a:pt x="0" y="134"/>
                    </a:lnTo>
                    <a:lnTo>
                      <a:pt x="19" y="62"/>
                    </a:lnTo>
                    <a:lnTo>
                      <a:pt x="68" y="14"/>
                    </a:lnTo>
                    <a:lnTo>
                      <a:pt x="136" y="0"/>
                    </a:lnTo>
                    <a:lnTo>
                      <a:pt x="192" y="7"/>
                    </a:lnTo>
                    <a:lnTo>
                      <a:pt x="226" y="35"/>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34" name="Freeform 428"/>
              <p:cNvSpPr>
                <a:spLocks/>
              </p:cNvSpPr>
              <p:nvPr/>
            </p:nvSpPr>
            <p:spPr bwMode="auto">
              <a:xfrm>
                <a:off x="3070" y="1497"/>
                <a:ext cx="39" cy="19"/>
              </a:xfrm>
              <a:custGeom>
                <a:avLst/>
                <a:gdLst>
                  <a:gd name="T0" fmla="*/ 0 w 314"/>
                  <a:gd name="T1" fmla="*/ 0 h 154"/>
                  <a:gd name="T2" fmla="*/ 0 w 314"/>
                  <a:gd name="T3" fmla="*/ 0 h 154"/>
                  <a:gd name="T4" fmla="*/ 0 w 314"/>
                  <a:gd name="T5" fmla="*/ 0 h 154"/>
                  <a:gd name="T6" fmla="*/ 0 w 314"/>
                  <a:gd name="T7" fmla="*/ 0 h 154"/>
                  <a:gd name="T8" fmla="*/ 0 w 314"/>
                  <a:gd name="T9" fmla="*/ 0 h 154"/>
                  <a:gd name="T10" fmla="*/ 0 w 314"/>
                  <a:gd name="T11" fmla="*/ 0 h 154"/>
                  <a:gd name="T12" fmla="*/ 0 w 314"/>
                  <a:gd name="T13" fmla="*/ 0 h 154"/>
                  <a:gd name="T14" fmla="*/ 0 60000 65536"/>
                  <a:gd name="T15" fmla="*/ 0 60000 65536"/>
                  <a:gd name="T16" fmla="*/ 0 60000 65536"/>
                  <a:gd name="T17" fmla="*/ 0 60000 65536"/>
                  <a:gd name="T18" fmla="*/ 0 60000 65536"/>
                  <a:gd name="T19" fmla="*/ 0 60000 65536"/>
                  <a:gd name="T20" fmla="*/ 0 60000 65536"/>
                  <a:gd name="T21" fmla="*/ 0 w 314"/>
                  <a:gd name="T22" fmla="*/ 0 h 154"/>
                  <a:gd name="T23" fmla="*/ 314 w 314"/>
                  <a:gd name="T24" fmla="*/ 154 h 1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4" h="154">
                    <a:moveTo>
                      <a:pt x="70" y="115"/>
                    </a:moveTo>
                    <a:lnTo>
                      <a:pt x="226" y="34"/>
                    </a:lnTo>
                    <a:lnTo>
                      <a:pt x="314" y="30"/>
                    </a:lnTo>
                    <a:lnTo>
                      <a:pt x="249" y="0"/>
                    </a:lnTo>
                    <a:lnTo>
                      <a:pt x="176" y="30"/>
                    </a:lnTo>
                    <a:lnTo>
                      <a:pt x="0" y="154"/>
                    </a:lnTo>
                    <a:lnTo>
                      <a:pt x="70" y="115"/>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35" name="Freeform 429"/>
              <p:cNvSpPr>
                <a:spLocks/>
              </p:cNvSpPr>
              <p:nvPr/>
            </p:nvSpPr>
            <p:spPr bwMode="auto">
              <a:xfrm>
                <a:off x="2987" y="1529"/>
                <a:ext cx="13" cy="8"/>
              </a:xfrm>
              <a:custGeom>
                <a:avLst/>
                <a:gdLst>
                  <a:gd name="T0" fmla="*/ 0 w 105"/>
                  <a:gd name="T1" fmla="*/ 0 h 60"/>
                  <a:gd name="T2" fmla="*/ 0 w 105"/>
                  <a:gd name="T3" fmla="*/ 0 h 60"/>
                  <a:gd name="T4" fmla="*/ 0 w 105"/>
                  <a:gd name="T5" fmla="*/ 0 h 60"/>
                  <a:gd name="T6" fmla="*/ 0 w 105"/>
                  <a:gd name="T7" fmla="*/ 0 h 60"/>
                  <a:gd name="T8" fmla="*/ 0 w 105"/>
                  <a:gd name="T9" fmla="*/ 0 h 60"/>
                  <a:gd name="T10" fmla="*/ 0 w 105"/>
                  <a:gd name="T11" fmla="*/ 0 h 60"/>
                  <a:gd name="T12" fmla="*/ 0 60000 65536"/>
                  <a:gd name="T13" fmla="*/ 0 60000 65536"/>
                  <a:gd name="T14" fmla="*/ 0 60000 65536"/>
                  <a:gd name="T15" fmla="*/ 0 60000 65536"/>
                  <a:gd name="T16" fmla="*/ 0 60000 65536"/>
                  <a:gd name="T17" fmla="*/ 0 60000 65536"/>
                  <a:gd name="T18" fmla="*/ 0 w 105"/>
                  <a:gd name="T19" fmla="*/ 0 h 60"/>
                  <a:gd name="T20" fmla="*/ 105 w 105"/>
                  <a:gd name="T21" fmla="*/ 60 h 60"/>
                </a:gdLst>
                <a:ahLst/>
                <a:cxnLst>
                  <a:cxn ang="T12">
                    <a:pos x="T0" y="T1"/>
                  </a:cxn>
                  <a:cxn ang="T13">
                    <a:pos x="T2" y="T3"/>
                  </a:cxn>
                  <a:cxn ang="T14">
                    <a:pos x="T4" y="T5"/>
                  </a:cxn>
                  <a:cxn ang="T15">
                    <a:pos x="T6" y="T7"/>
                  </a:cxn>
                  <a:cxn ang="T16">
                    <a:pos x="T8" y="T9"/>
                  </a:cxn>
                  <a:cxn ang="T17">
                    <a:pos x="T10" y="T11"/>
                  </a:cxn>
                </a:cxnLst>
                <a:rect l="T18" t="T19" r="T20" b="T21"/>
                <a:pathLst>
                  <a:path w="105" h="60">
                    <a:moveTo>
                      <a:pt x="0" y="44"/>
                    </a:moveTo>
                    <a:lnTo>
                      <a:pt x="96" y="60"/>
                    </a:lnTo>
                    <a:lnTo>
                      <a:pt x="105" y="31"/>
                    </a:lnTo>
                    <a:lnTo>
                      <a:pt x="48" y="0"/>
                    </a:lnTo>
                    <a:lnTo>
                      <a:pt x="0" y="0"/>
                    </a:lnTo>
                    <a:lnTo>
                      <a:pt x="0" y="44"/>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36" name="Freeform 430"/>
              <p:cNvSpPr>
                <a:spLocks/>
              </p:cNvSpPr>
              <p:nvPr/>
            </p:nvSpPr>
            <p:spPr bwMode="auto">
              <a:xfrm>
                <a:off x="3123" y="1511"/>
                <a:ext cx="13" cy="14"/>
              </a:xfrm>
              <a:custGeom>
                <a:avLst/>
                <a:gdLst>
                  <a:gd name="T0" fmla="*/ 0 w 99"/>
                  <a:gd name="T1" fmla="*/ 0 h 111"/>
                  <a:gd name="T2" fmla="*/ 0 w 99"/>
                  <a:gd name="T3" fmla="*/ 0 h 111"/>
                  <a:gd name="T4" fmla="*/ 0 w 99"/>
                  <a:gd name="T5" fmla="*/ 0 h 111"/>
                  <a:gd name="T6" fmla="*/ 0 w 99"/>
                  <a:gd name="T7" fmla="*/ 0 h 111"/>
                  <a:gd name="T8" fmla="*/ 0 w 99"/>
                  <a:gd name="T9" fmla="*/ 0 h 111"/>
                  <a:gd name="T10" fmla="*/ 0 w 99"/>
                  <a:gd name="T11" fmla="*/ 0 h 111"/>
                  <a:gd name="T12" fmla="*/ 0 w 99"/>
                  <a:gd name="T13" fmla="*/ 0 h 111"/>
                  <a:gd name="T14" fmla="*/ 0 60000 65536"/>
                  <a:gd name="T15" fmla="*/ 0 60000 65536"/>
                  <a:gd name="T16" fmla="*/ 0 60000 65536"/>
                  <a:gd name="T17" fmla="*/ 0 60000 65536"/>
                  <a:gd name="T18" fmla="*/ 0 60000 65536"/>
                  <a:gd name="T19" fmla="*/ 0 60000 65536"/>
                  <a:gd name="T20" fmla="*/ 0 60000 65536"/>
                  <a:gd name="T21" fmla="*/ 0 w 99"/>
                  <a:gd name="T22" fmla="*/ 0 h 111"/>
                  <a:gd name="T23" fmla="*/ 99 w 99"/>
                  <a:gd name="T24" fmla="*/ 111 h 1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 h="111">
                    <a:moveTo>
                      <a:pt x="0" y="111"/>
                    </a:moveTo>
                    <a:lnTo>
                      <a:pt x="19" y="111"/>
                    </a:lnTo>
                    <a:lnTo>
                      <a:pt x="99" y="35"/>
                    </a:lnTo>
                    <a:lnTo>
                      <a:pt x="90" y="0"/>
                    </a:lnTo>
                    <a:lnTo>
                      <a:pt x="55" y="0"/>
                    </a:lnTo>
                    <a:lnTo>
                      <a:pt x="7" y="39"/>
                    </a:lnTo>
                    <a:lnTo>
                      <a:pt x="0" y="111"/>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37" name="Freeform 431"/>
              <p:cNvSpPr>
                <a:spLocks/>
              </p:cNvSpPr>
              <p:nvPr/>
            </p:nvSpPr>
            <p:spPr bwMode="auto">
              <a:xfrm>
                <a:off x="3068" y="1615"/>
                <a:ext cx="19" cy="10"/>
              </a:xfrm>
              <a:custGeom>
                <a:avLst/>
                <a:gdLst>
                  <a:gd name="T0" fmla="*/ 0 w 154"/>
                  <a:gd name="T1" fmla="*/ 0 h 84"/>
                  <a:gd name="T2" fmla="*/ 0 w 154"/>
                  <a:gd name="T3" fmla="*/ 0 h 84"/>
                  <a:gd name="T4" fmla="*/ 0 w 154"/>
                  <a:gd name="T5" fmla="*/ 0 h 84"/>
                  <a:gd name="T6" fmla="*/ 0 w 154"/>
                  <a:gd name="T7" fmla="*/ 0 h 84"/>
                  <a:gd name="T8" fmla="*/ 0 w 154"/>
                  <a:gd name="T9" fmla="*/ 0 h 84"/>
                  <a:gd name="T10" fmla="*/ 0 w 154"/>
                  <a:gd name="T11" fmla="*/ 0 h 84"/>
                  <a:gd name="T12" fmla="*/ 0 w 154"/>
                  <a:gd name="T13" fmla="*/ 0 h 84"/>
                  <a:gd name="T14" fmla="*/ 0 60000 65536"/>
                  <a:gd name="T15" fmla="*/ 0 60000 65536"/>
                  <a:gd name="T16" fmla="*/ 0 60000 65536"/>
                  <a:gd name="T17" fmla="*/ 0 60000 65536"/>
                  <a:gd name="T18" fmla="*/ 0 60000 65536"/>
                  <a:gd name="T19" fmla="*/ 0 60000 65536"/>
                  <a:gd name="T20" fmla="*/ 0 60000 65536"/>
                  <a:gd name="T21" fmla="*/ 0 w 154"/>
                  <a:gd name="T22" fmla="*/ 0 h 84"/>
                  <a:gd name="T23" fmla="*/ 154 w 154"/>
                  <a:gd name="T24" fmla="*/ 84 h 8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4" h="84">
                    <a:moveTo>
                      <a:pt x="27" y="7"/>
                    </a:moveTo>
                    <a:lnTo>
                      <a:pt x="0" y="49"/>
                    </a:lnTo>
                    <a:lnTo>
                      <a:pt x="32" y="84"/>
                    </a:lnTo>
                    <a:lnTo>
                      <a:pt x="140" y="69"/>
                    </a:lnTo>
                    <a:lnTo>
                      <a:pt x="154" y="27"/>
                    </a:lnTo>
                    <a:lnTo>
                      <a:pt x="127" y="0"/>
                    </a:lnTo>
                    <a:lnTo>
                      <a:pt x="27" y="7"/>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38" name="Freeform 432"/>
              <p:cNvSpPr>
                <a:spLocks/>
              </p:cNvSpPr>
              <p:nvPr/>
            </p:nvSpPr>
            <p:spPr bwMode="auto">
              <a:xfrm>
                <a:off x="2985" y="1689"/>
                <a:ext cx="22" cy="42"/>
              </a:xfrm>
              <a:custGeom>
                <a:avLst/>
                <a:gdLst>
                  <a:gd name="T0" fmla="*/ 0 w 172"/>
                  <a:gd name="T1" fmla="*/ 0 h 336"/>
                  <a:gd name="T2" fmla="*/ 0 w 172"/>
                  <a:gd name="T3" fmla="*/ 0 h 336"/>
                  <a:gd name="T4" fmla="*/ 0 w 172"/>
                  <a:gd name="T5" fmla="*/ 0 h 336"/>
                  <a:gd name="T6" fmla="*/ 0 w 172"/>
                  <a:gd name="T7" fmla="*/ 0 h 336"/>
                  <a:gd name="T8" fmla="*/ 0 w 172"/>
                  <a:gd name="T9" fmla="*/ 0 h 336"/>
                  <a:gd name="T10" fmla="*/ 0 w 172"/>
                  <a:gd name="T11" fmla="*/ 0 h 336"/>
                  <a:gd name="T12" fmla="*/ 0 w 172"/>
                  <a:gd name="T13" fmla="*/ 0 h 336"/>
                  <a:gd name="T14" fmla="*/ 0 w 172"/>
                  <a:gd name="T15" fmla="*/ 0 h 336"/>
                  <a:gd name="T16" fmla="*/ 0 w 172"/>
                  <a:gd name="T17" fmla="*/ 0 h 336"/>
                  <a:gd name="T18" fmla="*/ 0 w 172"/>
                  <a:gd name="T19" fmla="*/ 0 h 3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2"/>
                  <a:gd name="T31" fmla="*/ 0 h 336"/>
                  <a:gd name="T32" fmla="*/ 172 w 172"/>
                  <a:gd name="T33" fmla="*/ 336 h 3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2" h="336">
                    <a:moveTo>
                      <a:pt x="7" y="42"/>
                    </a:moveTo>
                    <a:lnTo>
                      <a:pt x="51" y="211"/>
                    </a:lnTo>
                    <a:lnTo>
                      <a:pt x="73" y="336"/>
                    </a:lnTo>
                    <a:lnTo>
                      <a:pt x="156" y="336"/>
                    </a:lnTo>
                    <a:lnTo>
                      <a:pt x="172" y="279"/>
                    </a:lnTo>
                    <a:lnTo>
                      <a:pt x="99" y="231"/>
                    </a:lnTo>
                    <a:lnTo>
                      <a:pt x="73" y="147"/>
                    </a:lnTo>
                    <a:lnTo>
                      <a:pt x="78" y="75"/>
                    </a:lnTo>
                    <a:lnTo>
                      <a:pt x="0" y="0"/>
                    </a:lnTo>
                    <a:lnTo>
                      <a:pt x="7" y="42"/>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39" name="Freeform 433"/>
              <p:cNvSpPr>
                <a:spLocks/>
              </p:cNvSpPr>
              <p:nvPr/>
            </p:nvSpPr>
            <p:spPr bwMode="auto">
              <a:xfrm>
                <a:off x="2986" y="1661"/>
                <a:ext cx="33" cy="15"/>
              </a:xfrm>
              <a:custGeom>
                <a:avLst/>
                <a:gdLst>
                  <a:gd name="T0" fmla="*/ 0 w 264"/>
                  <a:gd name="T1" fmla="*/ 0 h 122"/>
                  <a:gd name="T2" fmla="*/ 0 w 264"/>
                  <a:gd name="T3" fmla="*/ 0 h 122"/>
                  <a:gd name="T4" fmla="*/ 0 w 264"/>
                  <a:gd name="T5" fmla="*/ 0 h 122"/>
                  <a:gd name="T6" fmla="*/ 0 w 264"/>
                  <a:gd name="T7" fmla="*/ 0 h 122"/>
                  <a:gd name="T8" fmla="*/ 0 w 264"/>
                  <a:gd name="T9" fmla="*/ 0 h 122"/>
                  <a:gd name="T10" fmla="*/ 0 w 264"/>
                  <a:gd name="T11" fmla="*/ 0 h 122"/>
                  <a:gd name="T12" fmla="*/ 0 w 264"/>
                  <a:gd name="T13" fmla="*/ 0 h 122"/>
                  <a:gd name="T14" fmla="*/ 0 w 264"/>
                  <a:gd name="T15" fmla="*/ 0 h 122"/>
                  <a:gd name="T16" fmla="*/ 0 w 264"/>
                  <a:gd name="T17" fmla="*/ 0 h 122"/>
                  <a:gd name="T18" fmla="*/ 0 w 264"/>
                  <a:gd name="T19" fmla="*/ 0 h 1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4"/>
                  <a:gd name="T31" fmla="*/ 0 h 122"/>
                  <a:gd name="T32" fmla="*/ 264 w 264"/>
                  <a:gd name="T33" fmla="*/ 122 h 1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4" h="122">
                    <a:moveTo>
                      <a:pt x="0" y="106"/>
                    </a:moveTo>
                    <a:lnTo>
                      <a:pt x="13" y="122"/>
                    </a:lnTo>
                    <a:lnTo>
                      <a:pt x="57" y="78"/>
                    </a:lnTo>
                    <a:lnTo>
                      <a:pt x="114" y="97"/>
                    </a:lnTo>
                    <a:lnTo>
                      <a:pt x="140" y="53"/>
                    </a:lnTo>
                    <a:lnTo>
                      <a:pt x="264" y="106"/>
                    </a:lnTo>
                    <a:lnTo>
                      <a:pt x="127" y="0"/>
                    </a:lnTo>
                    <a:lnTo>
                      <a:pt x="101" y="14"/>
                    </a:lnTo>
                    <a:lnTo>
                      <a:pt x="32" y="64"/>
                    </a:lnTo>
                    <a:lnTo>
                      <a:pt x="0" y="106"/>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40" name="Freeform 434"/>
              <p:cNvSpPr>
                <a:spLocks/>
              </p:cNvSpPr>
              <p:nvPr/>
            </p:nvSpPr>
            <p:spPr bwMode="auto">
              <a:xfrm>
                <a:off x="3012" y="1710"/>
                <a:ext cx="13" cy="19"/>
              </a:xfrm>
              <a:custGeom>
                <a:avLst/>
                <a:gdLst>
                  <a:gd name="T0" fmla="*/ 0 w 106"/>
                  <a:gd name="T1" fmla="*/ 0 h 147"/>
                  <a:gd name="T2" fmla="*/ 0 w 106"/>
                  <a:gd name="T3" fmla="*/ 0 h 147"/>
                  <a:gd name="T4" fmla="*/ 0 w 106"/>
                  <a:gd name="T5" fmla="*/ 0 h 147"/>
                  <a:gd name="T6" fmla="*/ 0 w 106"/>
                  <a:gd name="T7" fmla="*/ 0 h 147"/>
                  <a:gd name="T8" fmla="*/ 0 w 106"/>
                  <a:gd name="T9" fmla="*/ 0 h 147"/>
                  <a:gd name="T10" fmla="*/ 0 w 106"/>
                  <a:gd name="T11" fmla="*/ 0 h 147"/>
                  <a:gd name="T12" fmla="*/ 0 w 106"/>
                  <a:gd name="T13" fmla="*/ 0 h 147"/>
                  <a:gd name="T14" fmla="*/ 0 w 106"/>
                  <a:gd name="T15" fmla="*/ 0 h 147"/>
                  <a:gd name="T16" fmla="*/ 0 60000 65536"/>
                  <a:gd name="T17" fmla="*/ 0 60000 65536"/>
                  <a:gd name="T18" fmla="*/ 0 60000 65536"/>
                  <a:gd name="T19" fmla="*/ 0 60000 65536"/>
                  <a:gd name="T20" fmla="*/ 0 60000 65536"/>
                  <a:gd name="T21" fmla="*/ 0 60000 65536"/>
                  <a:gd name="T22" fmla="*/ 0 60000 65536"/>
                  <a:gd name="T23" fmla="*/ 0 60000 65536"/>
                  <a:gd name="T24" fmla="*/ 0 w 106"/>
                  <a:gd name="T25" fmla="*/ 0 h 147"/>
                  <a:gd name="T26" fmla="*/ 106 w 106"/>
                  <a:gd name="T27" fmla="*/ 147 h 1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6" h="147">
                    <a:moveTo>
                      <a:pt x="0" y="44"/>
                    </a:moveTo>
                    <a:lnTo>
                      <a:pt x="41" y="85"/>
                    </a:lnTo>
                    <a:lnTo>
                      <a:pt x="63" y="147"/>
                    </a:lnTo>
                    <a:lnTo>
                      <a:pt x="106" y="92"/>
                    </a:lnTo>
                    <a:lnTo>
                      <a:pt x="99" y="35"/>
                    </a:lnTo>
                    <a:lnTo>
                      <a:pt x="63" y="9"/>
                    </a:lnTo>
                    <a:lnTo>
                      <a:pt x="7" y="0"/>
                    </a:lnTo>
                    <a:lnTo>
                      <a:pt x="0" y="44"/>
                    </a:lnTo>
                    <a:close/>
                  </a:path>
                </a:pathLst>
              </a:custGeom>
              <a:solidFill>
                <a:srgbClr val="FFC98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41" name="Freeform 435"/>
              <p:cNvSpPr>
                <a:spLocks/>
              </p:cNvSpPr>
              <p:nvPr/>
            </p:nvSpPr>
            <p:spPr bwMode="auto">
              <a:xfrm>
                <a:off x="3025" y="1534"/>
                <a:ext cx="31" cy="12"/>
              </a:xfrm>
              <a:custGeom>
                <a:avLst/>
                <a:gdLst>
                  <a:gd name="T0" fmla="*/ 0 w 244"/>
                  <a:gd name="T1" fmla="*/ 0 h 94"/>
                  <a:gd name="T2" fmla="*/ 0 w 244"/>
                  <a:gd name="T3" fmla="*/ 0 h 94"/>
                  <a:gd name="T4" fmla="*/ 0 w 244"/>
                  <a:gd name="T5" fmla="*/ 0 h 94"/>
                  <a:gd name="T6" fmla="*/ 0 w 244"/>
                  <a:gd name="T7" fmla="*/ 0 h 94"/>
                  <a:gd name="T8" fmla="*/ 0 w 244"/>
                  <a:gd name="T9" fmla="*/ 0 h 94"/>
                  <a:gd name="T10" fmla="*/ 0 w 244"/>
                  <a:gd name="T11" fmla="*/ 0 h 94"/>
                  <a:gd name="T12" fmla="*/ 0 w 244"/>
                  <a:gd name="T13" fmla="*/ 0 h 94"/>
                  <a:gd name="T14" fmla="*/ 0 w 244"/>
                  <a:gd name="T15" fmla="*/ 0 h 94"/>
                  <a:gd name="T16" fmla="*/ 0 w 244"/>
                  <a:gd name="T17" fmla="*/ 0 h 94"/>
                  <a:gd name="T18" fmla="*/ 0 w 244"/>
                  <a:gd name="T19" fmla="*/ 0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4"/>
                  <a:gd name="T31" fmla="*/ 0 h 94"/>
                  <a:gd name="T32" fmla="*/ 244 w 244"/>
                  <a:gd name="T33" fmla="*/ 94 h 9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4" h="94">
                    <a:moveTo>
                      <a:pt x="0" y="34"/>
                    </a:moveTo>
                    <a:lnTo>
                      <a:pt x="45" y="81"/>
                    </a:lnTo>
                    <a:lnTo>
                      <a:pt x="89" y="94"/>
                    </a:lnTo>
                    <a:lnTo>
                      <a:pt x="114" y="94"/>
                    </a:lnTo>
                    <a:lnTo>
                      <a:pt x="167" y="94"/>
                    </a:lnTo>
                    <a:lnTo>
                      <a:pt x="244" y="43"/>
                    </a:lnTo>
                    <a:lnTo>
                      <a:pt x="204" y="0"/>
                    </a:lnTo>
                    <a:lnTo>
                      <a:pt x="123" y="9"/>
                    </a:lnTo>
                    <a:lnTo>
                      <a:pt x="45" y="28"/>
                    </a:lnTo>
                    <a:lnTo>
                      <a:pt x="0" y="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42" name="Freeform 436"/>
              <p:cNvSpPr>
                <a:spLocks/>
              </p:cNvSpPr>
              <p:nvPr/>
            </p:nvSpPr>
            <p:spPr bwMode="auto">
              <a:xfrm>
                <a:off x="3080" y="1529"/>
                <a:ext cx="27" cy="11"/>
              </a:xfrm>
              <a:custGeom>
                <a:avLst/>
                <a:gdLst>
                  <a:gd name="T0" fmla="*/ 0 w 221"/>
                  <a:gd name="T1" fmla="*/ 0 h 85"/>
                  <a:gd name="T2" fmla="*/ 0 w 221"/>
                  <a:gd name="T3" fmla="*/ 0 h 85"/>
                  <a:gd name="T4" fmla="*/ 0 w 221"/>
                  <a:gd name="T5" fmla="*/ 0 h 85"/>
                  <a:gd name="T6" fmla="*/ 0 w 221"/>
                  <a:gd name="T7" fmla="*/ 0 h 85"/>
                  <a:gd name="T8" fmla="*/ 0 w 221"/>
                  <a:gd name="T9" fmla="*/ 0 h 85"/>
                  <a:gd name="T10" fmla="*/ 0 w 221"/>
                  <a:gd name="T11" fmla="*/ 0 h 85"/>
                  <a:gd name="T12" fmla="*/ 0 w 221"/>
                  <a:gd name="T13" fmla="*/ 0 h 85"/>
                  <a:gd name="T14" fmla="*/ 0 w 221"/>
                  <a:gd name="T15" fmla="*/ 0 h 85"/>
                  <a:gd name="T16" fmla="*/ 0 w 221"/>
                  <a:gd name="T17" fmla="*/ 0 h 85"/>
                  <a:gd name="T18" fmla="*/ 0 w 221"/>
                  <a:gd name="T19" fmla="*/ 0 h 8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1"/>
                  <a:gd name="T31" fmla="*/ 0 h 85"/>
                  <a:gd name="T32" fmla="*/ 221 w 221"/>
                  <a:gd name="T33" fmla="*/ 85 h 8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1" h="85">
                    <a:moveTo>
                      <a:pt x="0" y="70"/>
                    </a:moveTo>
                    <a:lnTo>
                      <a:pt x="44" y="7"/>
                    </a:lnTo>
                    <a:lnTo>
                      <a:pt x="129" y="0"/>
                    </a:lnTo>
                    <a:lnTo>
                      <a:pt x="221" y="7"/>
                    </a:lnTo>
                    <a:lnTo>
                      <a:pt x="216" y="26"/>
                    </a:lnTo>
                    <a:lnTo>
                      <a:pt x="185" y="57"/>
                    </a:lnTo>
                    <a:lnTo>
                      <a:pt x="115" y="85"/>
                    </a:lnTo>
                    <a:lnTo>
                      <a:pt x="51" y="85"/>
                    </a:lnTo>
                    <a:lnTo>
                      <a:pt x="9" y="85"/>
                    </a:lnTo>
                    <a:lnTo>
                      <a:pt x="0" y="7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43" name="Freeform 437"/>
              <p:cNvSpPr>
                <a:spLocks/>
              </p:cNvSpPr>
              <p:nvPr/>
            </p:nvSpPr>
            <p:spPr bwMode="auto">
              <a:xfrm>
                <a:off x="2152" y="1590"/>
                <a:ext cx="68" cy="44"/>
              </a:xfrm>
              <a:custGeom>
                <a:avLst/>
                <a:gdLst>
                  <a:gd name="T0" fmla="*/ 0 w 546"/>
                  <a:gd name="T1" fmla="*/ 0 h 352"/>
                  <a:gd name="T2" fmla="*/ 0 w 546"/>
                  <a:gd name="T3" fmla="*/ 0 h 352"/>
                  <a:gd name="T4" fmla="*/ 0 w 546"/>
                  <a:gd name="T5" fmla="*/ 0 h 352"/>
                  <a:gd name="T6" fmla="*/ 0 w 546"/>
                  <a:gd name="T7" fmla="*/ 0 h 352"/>
                  <a:gd name="T8" fmla="*/ 0 w 546"/>
                  <a:gd name="T9" fmla="*/ 0 h 352"/>
                  <a:gd name="T10" fmla="*/ 0 w 546"/>
                  <a:gd name="T11" fmla="*/ 0 h 352"/>
                  <a:gd name="T12" fmla="*/ 0 w 546"/>
                  <a:gd name="T13" fmla="*/ 0 h 352"/>
                  <a:gd name="T14" fmla="*/ 0 w 546"/>
                  <a:gd name="T15" fmla="*/ 0 h 352"/>
                  <a:gd name="T16" fmla="*/ 0 w 546"/>
                  <a:gd name="T17" fmla="*/ 0 h 352"/>
                  <a:gd name="T18" fmla="*/ 0 w 546"/>
                  <a:gd name="T19" fmla="*/ 0 h 352"/>
                  <a:gd name="T20" fmla="*/ 0 w 546"/>
                  <a:gd name="T21" fmla="*/ 0 h 352"/>
                  <a:gd name="T22" fmla="*/ 0 w 546"/>
                  <a:gd name="T23" fmla="*/ 0 h 352"/>
                  <a:gd name="T24" fmla="*/ 0 w 546"/>
                  <a:gd name="T25" fmla="*/ 0 h 352"/>
                  <a:gd name="T26" fmla="*/ 0 w 546"/>
                  <a:gd name="T27" fmla="*/ 0 h 352"/>
                  <a:gd name="T28" fmla="*/ 0 w 546"/>
                  <a:gd name="T29" fmla="*/ 0 h 352"/>
                  <a:gd name="T30" fmla="*/ 0 w 546"/>
                  <a:gd name="T31" fmla="*/ 0 h 352"/>
                  <a:gd name="T32" fmla="*/ 0 w 546"/>
                  <a:gd name="T33" fmla="*/ 0 h 352"/>
                  <a:gd name="T34" fmla="*/ 0 w 546"/>
                  <a:gd name="T35" fmla="*/ 0 h 352"/>
                  <a:gd name="T36" fmla="*/ 0 w 546"/>
                  <a:gd name="T37" fmla="*/ 0 h 352"/>
                  <a:gd name="T38" fmla="*/ 0 w 546"/>
                  <a:gd name="T39" fmla="*/ 0 h 352"/>
                  <a:gd name="T40" fmla="*/ 0 w 546"/>
                  <a:gd name="T41" fmla="*/ 0 h 352"/>
                  <a:gd name="T42" fmla="*/ 0 w 546"/>
                  <a:gd name="T43" fmla="*/ 0 h 352"/>
                  <a:gd name="T44" fmla="*/ 0 w 546"/>
                  <a:gd name="T45" fmla="*/ 0 h 352"/>
                  <a:gd name="T46" fmla="*/ 0 w 546"/>
                  <a:gd name="T47" fmla="*/ 0 h 352"/>
                  <a:gd name="T48" fmla="*/ 0 w 546"/>
                  <a:gd name="T49" fmla="*/ 0 h 352"/>
                  <a:gd name="T50" fmla="*/ 0 w 546"/>
                  <a:gd name="T51" fmla="*/ 0 h 352"/>
                  <a:gd name="T52" fmla="*/ 0 w 546"/>
                  <a:gd name="T53" fmla="*/ 0 h 352"/>
                  <a:gd name="T54" fmla="*/ 0 w 546"/>
                  <a:gd name="T55" fmla="*/ 0 h 352"/>
                  <a:gd name="T56" fmla="*/ 0 w 546"/>
                  <a:gd name="T57" fmla="*/ 0 h 352"/>
                  <a:gd name="T58" fmla="*/ 0 w 546"/>
                  <a:gd name="T59" fmla="*/ 0 h 352"/>
                  <a:gd name="T60" fmla="*/ 0 w 546"/>
                  <a:gd name="T61" fmla="*/ 0 h 352"/>
                  <a:gd name="T62" fmla="*/ 0 w 546"/>
                  <a:gd name="T63" fmla="*/ 0 h 352"/>
                  <a:gd name="T64" fmla="*/ 0 w 546"/>
                  <a:gd name="T65" fmla="*/ 0 h 35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46"/>
                  <a:gd name="T100" fmla="*/ 0 h 352"/>
                  <a:gd name="T101" fmla="*/ 546 w 546"/>
                  <a:gd name="T102" fmla="*/ 352 h 35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46" h="352">
                    <a:moveTo>
                      <a:pt x="53" y="229"/>
                    </a:moveTo>
                    <a:lnTo>
                      <a:pt x="126" y="174"/>
                    </a:lnTo>
                    <a:lnTo>
                      <a:pt x="163" y="161"/>
                    </a:lnTo>
                    <a:lnTo>
                      <a:pt x="313" y="161"/>
                    </a:lnTo>
                    <a:lnTo>
                      <a:pt x="387" y="167"/>
                    </a:lnTo>
                    <a:lnTo>
                      <a:pt x="194" y="94"/>
                    </a:lnTo>
                    <a:lnTo>
                      <a:pt x="60" y="94"/>
                    </a:lnTo>
                    <a:lnTo>
                      <a:pt x="9" y="82"/>
                    </a:lnTo>
                    <a:lnTo>
                      <a:pt x="0" y="75"/>
                    </a:lnTo>
                    <a:lnTo>
                      <a:pt x="145" y="0"/>
                    </a:lnTo>
                    <a:lnTo>
                      <a:pt x="224" y="13"/>
                    </a:lnTo>
                    <a:lnTo>
                      <a:pt x="313" y="64"/>
                    </a:lnTo>
                    <a:lnTo>
                      <a:pt x="415" y="108"/>
                    </a:lnTo>
                    <a:lnTo>
                      <a:pt x="498" y="130"/>
                    </a:lnTo>
                    <a:lnTo>
                      <a:pt x="546" y="198"/>
                    </a:lnTo>
                    <a:lnTo>
                      <a:pt x="521" y="255"/>
                    </a:lnTo>
                    <a:lnTo>
                      <a:pt x="484" y="255"/>
                    </a:lnTo>
                    <a:lnTo>
                      <a:pt x="431" y="322"/>
                    </a:lnTo>
                    <a:lnTo>
                      <a:pt x="376" y="329"/>
                    </a:lnTo>
                    <a:lnTo>
                      <a:pt x="286" y="352"/>
                    </a:lnTo>
                    <a:lnTo>
                      <a:pt x="365" y="280"/>
                    </a:lnTo>
                    <a:lnTo>
                      <a:pt x="401" y="235"/>
                    </a:lnTo>
                    <a:lnTo>
                      <a:pt x="401" y="218"/>
                    </a:lnTo>
                    <a:lnTo>
                      <a:pt x="365" y="209"/>
                    </a:lnTo>
                    <a:lnTo>
                      <a:pt x="304" y="191"/>
                    </a:lnTo>
                    <a:lnTo>
                      <a:pt x="286" y="235"/>
                    </a:lnTo>
                    <a:lnTo>
                      <a:pt x="282" y="205"/>
                    </a:lnTo>
                    <a:lnTo>
                      <a:pt x="256" y="205"/>
                    </a:lnTo>
                    <a:lnTo>
                      <a:pt x="253" y="225"/>
                    </a:lnTo>
                    <a:lnTo>
                      <a:pt x="277" y="244"/>
                    </a:lnTo>
                    <a:lnTo>
                      <a:pt x="268" y="266"/>
                    </a:lnTo>
                    <a:lnTo>
                      <a:pt x="84" y="244"/>
                    </a:lnTo>
                    <a:lnTo>
                      <a:pt x="53" y="2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44" name="Freeform 438"/>
              <p:cNvSpPr>
                <a:spLocks/>
              </p:cNvSpPr>
              <p:nvPr/>
            </p:nvSpPr>
            <p:spPr bwMode="auto">
              <a:xfrm>
                <a:off x="2165" y="1625"/>
                <a:ext cx="28" cy="6"/>
              </a:xfrm>
              <a:custGeom>
                <a:avLst/>
                <a:gdLst>
                  <a:gd name="T0" fmla="*/ 0 w 224"/>
                  <a:gd name="T1" fmla="*/ 0 h 49"/>
                  <a:gd name="T2" fmla="*/ 0 w 224"/>
                  <a:gd name="T3" fmla="*/ 0 h 49"/>
                  <a:gd name="T4" fmla="*/ 0 w 224"/>
                  <a:gd name="T5" fmla="*/ 0 h 49"/>
                  <a:gd name="T6" fmla="*/ 0 w 224"/>
                  <a:gd name="T7" fmla="*/ 0 h 49"/>
                  <a:gd name="T8" fmla="*/ 0 w 224"/>
                  <a:gd name="T9" fmla="*/ 0 h 49"/>
                  <a:gd name="T10" fmla="*/ 0 w 224"/>
                  <a:gd name="T11" fmla="*/ 0 h 49"/>
                  <a:gd name="T12" fmla="*/ 0 60000 65536"/>
                  <a:gd name="T13" fmla="*/ 0 60000 65536"/>
                  <a:gd name="T14" fmla="*/ 0 60000 65536"/>
                  <a:gd name="T15" fmla="*/ 0 60000 65536"/>
                  <a:gd name="T16" fmla="*/ 0 60000 65536"/>
                  <a:gd name="T17" fmla="*/ 0 60000 65536"/>
                  <a:gd name="T18" fmla="*/ 0 w 224"/>
                  <a:gd name="T19" fmla="*/ 0 h 49"/>
                  <a:gd name="T20" fmla="*/ 224 w 224"/>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224" h="49">
                    <a:moveTo>
                      <a:pt x="0" y="0"/>
                    </a:moveTo>
                    <a:lnTo>
                      <a:pt x="40" y="33"/>
                    </a:lnTo>
                    <a:lnTo>
                      <a:pt x="139" y="49"/>
                    </a:lnTo>
                    <a:lnTo>
                      <a:pt x="224" y="3"/>
                    </a:lnTo>
                    <a:lnTo>
                      <a:pt x="132" y="1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45" name="Freeform 439"/>
              <p:cNvSpPr>
                <a:spLocks/>
              </p:cNvSpPr>
              <p:nvPr/>
            </p:nvSpPr>
            <p:spPr bwMode="auto">
              <a:xfrm>
                <a:off x="2193" y="1613"/>
                <a:ext cx="8" cy="12"/>
              </a:xfrm>
              <a:custGeom>
                <a:avLst/>
                <a:gdLst>
                  <a:gd name="T0" fmla="*/ 0 w 64"/>
                  <a:gd name="T1" fmla="*/ 0 h 98"/>
                  <a:gd name="T2" fmla="*/ 0 w 64"/>
                  <a:gd name="T3" fmla="*/ 0 h 98"/>
                  <a:gd name="T4" fmla="*/ 0 w 64"/>
                  <a:gd name="T5" fmla="*/ 0 h 98"/>
                  <a:gd name="T6" fmla="*/ 0 w 64"/>
                  <a:gd name="T7" fmla="*/ 0 h 98"/>
                  <a:gd name="T8" fmla="*/ 0 w 64"/>
                  <a:gd name="T9" fmla="*/ 0 h 98"/>
                  <a:gd name="T10" fmla="*/ 0 60000 65536"/>
                  <a:gd name="T11" fmla="*/ 0 60000 65536"/>
                  <a:gd name="T12" fmla="*/ 0 60000 65536"/>
                  <a:gd name="T13" fmla="*/ 0 60000 65536"/>
                  <a:gd name="T14" fmla="*/ 0 60000 65536"/>
                  <a:gd name="T15" fmla="*/ 0 w 64"/>
                  <a:gd name="T16" fmla="*/ 0 h 98"/>
                  <a:gd name="T17" fmla="*/ 64 w 64"/>
                  <a:gd name="T18" fmla="*/ 98 h 98"/>
                </a:gdLst>
                <a:ahLst/>
                <a:cxnLst>
                  <a:cxn ang="T10">
                    <a:pos x="T0" y="T1"/>
                  </a:cxn>
                  <a:cxn ang="T11">
                    <a:pos x="T2" y="T3"/>
                  </a:cxn>
                  <a:cxn ang="T12">
                    <a:pos x="T4" y="T5"/>
                  </a:cxn>
                  <a:cxn ang="T13">
                    <a:pos x="T6" y="T7"/>
                  </a:cxn>
                  <a:cxn ang="T14">
                    <a:pos x="T8" y="T9"/>
                  </a:cxn>
                </a:cxnLst>
                <a:rect l="T15" t="T16" r="T17" b="T18"/>
                <a:pathLst>
                  <a:path w="64" h="98">
                    <a:moveTo>
                      <a:pt x="0" y="0"/>
                    </a:moveTo>
                    <a:lnTo>
                      <a:pt x="53" y="98"/>
                    </a:lnTo>
                    <a:lnTo>
                      <a:pt x="64" y="81"/>
                    </a:lnTo>
                    <a:lnTo>
                      <a:pt x="34" y="2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46" name="Freeform 440"/>
              <p:cNvSpPr>
                <a:spLocks/>
              </p:cNvSpPr>
              <p:nvPr/>
            </p:nvSpPr>
            <p:spPr bwMode="auto">
              <a:xfrm>
                <a:off x="2226" y="1612"/>
                <a:ext cx="51" cy="65"/>
              </a:xfrm>
              <a:custGeom>
                <a:avLst/>
                <a:gdLst>
                  <a:gd name="T0" fmla="*/ 0 w 406"/>
                  <a:gd name="T1" fmla="*/ 0 h 514"/>
                  <a:gd name="T2" fmla="*/ 0 w 406"/>
                  <a:gd name="T3" fmla="*/ 0 h 514"/>
                  <a:gd name="T4" fmla="*/ 0 w 406"/>
                  <a:gd name="T5" fmla="*/ 0 h 514"/>
                  <a:gd name="T6" fmla="*/ 0 w 406"/>
                  <a:gd name="T7" fmla="*/ 0 h 514"/>
                  <a:gd name="T8" fmla="*/ 0 w 406"/>
                  <a:gd name="T9" fmla="*/ 0 h 514"/>
                  <a:gd name="T10" fmla="*/ 0 w 406"/>
                  <a:gd name="T11" fmla="*/ 0 h 514"/>
                  <a:gd name="T12" fmla="*/ 0 w 406"/>
                  <a:gd name="T13" fmla="*/ 0 h 514"/>
                  <a:gd name="T14" fmla="*/ 0 w 406"/>
                  <a:gd name="T15" fmla="*/ 0 h 514"/>
                  <a:gd name="T16" fmla="*/ 0 w 406"/>
                  <a:gd name="T17" fmla="*/ 0 h 514"/>
                  <a:gd name="T18" fmla="*/ 0 w 406"/>
                  <a:gd name="T19" fmla="*/ 0 h 514"/>
                  <a:gd name="T20" fmla="*/ 0 w 406"/>
                  <a:gd name="T21" fmla="*/ 0 h 514"/>
                  <a:gd name="T22" fmla="*/ 0 w 406"/>
                  <a:gd name="T23" fmla="*/ 0 h 514"/>
                  <a:gd name="T24" fmla="*/ 0 w 406"/>
                  <a:gd name="T25" fmla="*/ 0 h 514"/>
                  <a:gd name="T26" fmla="*/ 0 w 406"/>
                  <a:gd name="T27" fmla="*/ 0 h 514"/>
                  <a:gd name="T28" fmla="*/ 0 w 406"/>
                  <a:gd name="T29" fmla="*/ 0 h 514"/>
                  <a:gd name="T30" fmla="*/ 0 w 406"/>
                  <a:gd name="T31" fmla="*/ 0 h 514"/>
                  <a:gd name="T32" fmla="*/ 0 w 406"/>
                  <a:gd name="T33" fmla="*/ 0 h 514"/>
                  <a:gd name="T34" fmla="*/ 0 w 406"/>
                  <a:gd name="T35" fmla="*/ 0 h 514"/>
                  <a:gd name="T36" fmla="*/ 0 w 406"/>
                  <a:gd name="T37" fmla="*/ 0 h 514"/>
                  <a:gd name="T38" fmla="*/ 0 w 406"/>
                  <a:gd name="T39" fmla="*/ 0 h 514"/>
                  <a:gd name="T40" fmla="*/ 0 w 406"/>
                  <a:gd name="T41" fmla="*/ 0 h 514"/>
                  <a:gd name="T42" fmla="*/ 0 w 406"/>
                  <a:gd name="T43" fmla="*/ 0 h 514"/>
                  <a:gd name="T44" fmla="*/ 0 w 406"/>
                  <a:gd name="T45" fmla="*/ 0 h 514"/>
                  <a:gd name="T46" fmla="*/ 0 w 406"/>
                  <a:gd name="T47" fmla="*/ 0 h 514"/>
                  <a:gd name="T48" fmla="*/ 0 w 406"/>
                  <a:gd name="T49" fmla="*/ 0 h 514"/>
                  <a:gd name="T50" fmla="*/ 0 w 406"/>
                  <a:gd name="T51" fmla="*/ 0 h 514"/>
                  <a:gd name="T52" fmla="*/ 0 w 406"/>
                  <a:gd name="T53" fmla="*/ 0 h 514"/>
                  <a:gd name="T54" fmla="*/ 0 w 406"/>
                  <a:gd name="T55" fmla="*/ 0 h 514"/>
                  <a:gd name="T56" fmla="*/ 0 w 406"/>
                  <a:gd name="T57" fmla="*/ 0 h 51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06"/>
                  <a:gd name="T88" fmla="*/ 0 h 514"/>
                  <a:gd name="T89" fmla="*/ 406 w 406"/>
                  <a:gd name="T90" fmla="*/ 514 h 51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06" h="514">
                    <a:moveTo>
                      <a:pt x="0" y="10"/>
                    </a:moveTo>
                    <a:lnTo>
                      <a:pt x="0" y="63"/>
                    </a:lnTo>
                    <a:lnTo>
                      <a:pt x="28" y="99"/>
                    </a:lnTo>
                    <a:lnTo>
                      <a:pt x="12" y="388"/>
                    </a:lnTo>
                    <a:lnTo>
                      <a:pt x="35" y="514"/>
                    </a:lnTo>
                    <a:lnTo>
                      <a:pt x="28" y="380"/>
                    </a:lnTo>
                    <a:lnTo>
                      <a:pt x="39" y="213"/>
                    </a:lnTo>
                    <a:lnTo>
                      <a:pt x="146" y="288"/>
                    </a:lnTo>
                    <a:lnTo>
                      <a:pt x="105" y="201"/>
                    </a:lnTo>
                    <a:lnTo>
                      <a:pt x="197" y="235"/>
                    </a:lnTo>
                    <a:lnTo>
                      <a:pt x="275" y="222"/>
                    </a:lnTo>
                    <a:lnTo>
                      <a:pt x="202" y="201"/>
                    </a:lnTo>
                    <a:lnTo>
                      <a:pt x="202" y="178"/>
                    </a:lnTo>
                    <a:lnTo>
                      <a:pt x="233" y="160"/>
                    </a:lnTo>
                    <a:lnTo>
                      <a:pt x="294" y="208"/>
                    </a:lnTo>
                    <a:lnTo>
                      <a:pt x="328" y="189"/>
                    </a:lnTo>
                    <a:lnTo>
                      <a:pt x="250" y="114"/>
                    </a:lnTo>
                    <a:lnTo>
                      <a:pt x="202" y="85"/>
                    </a:lnTo>
                    <a:lnTo>
                      <a:pt x="202" y="65"/>
                    </a:lnTo>
                    <a:lnTo>
                      <a:pt x="321" y="90"/>
                    </a:lnTo>
                    <a:lnTo>
                      <a:pt x="356" y="132"/>
                    </a:lnTo>
                    <a:lnTo>
                      <a:pt x="344" y="164"/>
                    </a:lnTo>
                    <a:lnTo>
                      <a:pt x="406" y="141"/>
                    </a:lnTo>
                    <a:lnTo>
                      <a:pt x="406" y="54"/>
                    </a:lnTo>
                    <a:lnTo>
                      <a:pt x="365" y="17"/>
                    </a:lnTo>
                    <a:lnTo>
                      <a:pt x="270" y="17"/>
                    </a:lnTo>
                    <a:lnTo>
                      <a:pt x="79" y="0"/>
                    </a:lnTo>
                    <a:lnTo>
                      <a:pt x="35" y="10"/>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47" name="Freeform 441"/>
              <p:cNvSpPr>
                <a:spLocks/>
              </p:cNvSpPr>
              <p:nvPr/>
            </p:nvSpPr>
            <p:spPr bwMode="auto">
              <a:xfrm>
                <a:off x="2224" y="1681"/>
                <a:ext cx="6" cy="8"/>
              </a:xfrm>
              <a:custGeom>
                <a:avLst/>
                <a:gdLst>
                  <a:gd name="T0" fmla="*/ 0 w 44"/>
                  <a:gd name="T1" fmla="*/ 0 h 62"/>
                  <a:gd name="T2" fmla="*/ 0 w 44"/>
                  <a:gd name="T3" fmla="*/ 0 h 62"/>
                  <a:gd name="T4" fmla="*/ 0 w 44"/>
                  <a:gd name="T5" fmla="*/ 0 h 62"/>
                  <a:gd name="T6" fmla="*/ 0 w 44"/>
                  <a:gd name="T7" fmla="*/ 0 h 62"/>
                  <a:gd name="T8" fmla="*/ 0 w 44"/>
                  <a:gd name="T9" fmla="*/ 0 h 62"/>
                  <a:gd name="T10" fmla="*/ 0 60000 65536"/>
                  <a:gd name="T11" fmla="*/ 0 60000 65536"/>
                  <a:gd name="T12" fmla="*/ 0 60000 65536"/>
                  <a:gd name="T13" fmla="*/ 0 60000 65536"/>
                  <a:gd name="T14" fmla="*/ 0 60000 65536"/>
                  <a:gd name="T15" fmla="*/ 0 w 44"/>
                  <a:gd name="T16" fmla="*/ 0 h 62"/>
                  <a:gd name="T17" fmla="*/ 44 w 44"/>
                  <a:gd name="T18" fmla="*/ 62 h 62"/>
                </a:gdLst>
                <a:ahLst/>
                <a:cxnLst>
                  <a:cxn ang="T10">
                    <a:pos x="T0" y="T1"/>
                  </a:cxn>
                  <a:cxn ang="T11">
                    <a:pos x="T2" y="T3"/>
                  </a:cxn>
                  <a:cxn ang="T12">
                    <a:pos x="T4" y="T5"/>
                  </a:cxn>
                  <a:cxn ang="T13">
                    <a:pos x="T6" y="T7"/>
                  </a:cxn>
                  <a:cxn ang="T14">
                    <a:pos x="T8" y="T9"/>
                  </a:cxn>
                </a:cxnLst>
                <a:rect l="T15" t="T16" r="T17" b="T18"/>
                <a:pathLst>
                  <a:path w="44" h="62">
                    <a:moveTo>
                      <a:pt x="0" y="46"/>
                    </a:moveTo>
                    <a:lnTo>
                      <a:pt x="28" y="62"/>
                    </a:lnTo>
                    <a:lnTo>
                      <a:pt x="44" y="49"/>
                    </a:lnTo>
                    <a:lnTo>
                      <a:pt x="35" y="0"/>
                    </a:lnTo>
                    <a:lnTo>
                      <a:pt x="0"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48" name="Freeform 442"/>
              <p:cNvSpPr>
                <a:spLocks/>
              </p:cNvSpPr>
              <p:nvPr/>
            </p:nvSpPr>
            <p:spPr bwMode="auto">
              <a:xfrm>
                <a:off x="2157" y="1673"/>
                <a:ext cx="81" cy="43"/>
              </a:xfrm>
              <a:custGeom>
                <a:avLst/>
                <a:gdLst>
                  <a:gd name="T0" fmla="*/ 0 w 647"/>
                  <a:gd name="T1" fmla="*/ 0 h 347"/>
                  <a:gd name="T2" fmla="*/ 0 w 647"/>
                  <a:gd name="T3" fmla="*/ 0 h 347"/>
                  <a:gd name="T4" fmla="*/ 0 w 647"/>
                  <a:gd name="T5" fmla="*/ 0 h 347"/>
                  <a:gd name="T6" fmla="*/ 0 w 647"/>
                  <a:gd name="T7" fmla="*/ 0 h 347"/>
                  <a:gd name="T8" fmla="*/ 0 w 647"/>
                  <a:gd name="T9" fmla="*/ 0 h 347"/>
                  <a:gd name="T10" fmla="*/ 0 w 647"/>
                  <a:gd name="T11" fmla="*/ 0 h 347"/>
                  <a:gd name="T12" fmla="*/ 0 w 647"/>
                  <a:gd name="T13" fmla="*/ 0 h 347"/>
                  <a:gd name="T14" fmla="*/ 0 w 647"/>
                  <a:gd name="T15" fmla="*/ 0 h 347"/>
                  <a:gd name="T16" fmla="*/ 0 w 647"/>
                  <a:gd name="T17" fmla="*/ 0 h 347"/>
                  <a:gd name="T18" fmla="*/ 0 w 647"/>
                  <a:gd name="T19" fmla="*/ 0 h 347"/>
                  <a:gd name="T20" fmla="*/ 0 w 647"/>
                  <a:gd name="T21" fmla="*/ 0 h 347"/>
                  <a:gd name="T22" fmla="*/ 0 w 647"/>
                  <a:gd name="T23" fmla="*/ 0 h 347"/>
                  <a:gd name="T24" fmla="*/ 0 w 647"/>
                  <a:gd name="T25" fmla="*/ 0 h 347"/>
                  <a:gd name="T26" fmla="*/ 0 w 647"/>
                  <a:gd name="T27" fmla="*/ 0 h 347"/>
                  <a:gd name="T28" fmla="*/ 0 w 647"/>
                  <a:gd name="T29" fmla="*/ 0 h 347"/>
                  <a:gd name="T30" fmla="*/ 0 w 647"/>
                  <a:gd name="T31" fmla="*/ 0 h 347"/>
                  <a:gd name="T32" fmla="*/ 0 w 647"/>
                  <a:gd name="T33" fmla="*/ 0 h 347"/>
                  <a:gd name="T34" fmla="*/ 0 w 647"/>
                  <a:gd name="T35" fmla="*/ 0 h 347"/>
                  <a:gd name="T36" fmla="*/ 0 w 647"/>
                  <a:gd name="T37" fmla="*/ 0 h 347"/>
                  <a:gd name="T38" fmla="*/ 0 w 647"/>
                  <a:gd name="T39" fmla="*/ 0 h 347"/>
                  <a:gd name="T40" fmla="*/ 0 w 647"/>
                  <a:gd name="T41" fmla="*/ 0 h 347"/>
                  <a:gd name="T42" fmla="*/ 0 w 647"/>
                  <a:gd name="T43" fmla="*/ 0 h 3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47"/>
                  <a:gd name="T67" fmla="*/ 0 h 347"/>
                  <a:gd name="T68" fmla="*/ 647 w 647"/>
                  <a:gd name="T69" fmla="*/ 347 h 34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47" h="347">
                    <a:moveTo>
                      <a:pt x="509" y="114"/>
                    </a:moveTo>
                    <a:lnTo>
                      <a:pt x="466" y="117"/>
                    </a:lnTo>
                    <a:lnTo>
                      <a:pt x="374" y="29"/>
                    </a:lnTo>
                    <a:lnTo>
                      <a:pt x="311" y="0"/>
                    </a:lnTo>
                    <a:lnTo>
                      <a:pt x="219" y="31"/>
                    </a:lnTo>
                    <a:lnTo>
                      <a:pt x="219" y="57"/>
                    </a:lnTo>
                    <a:lnTo>
                      <a:pt x="258" y="64"/>
                    </a:lnTo>
                    <a:lnTo>
                      <a:pt x="120" y="105"/>
                    </a:lnTo>
                    <a:lnTo>
                      <a:pt x="0" y="181"/>
                    </a:lnTo>
                    <a:lnTo>
                      <a:pt x="23" y="225"/>
                    </a:lnTo>
                    <a:lnTo>
                      <a:pt x="95" y="220"/>
                    </a:lnTo>
                    <a:lnTo>
                      <a:pt x="157" y="237"/>
                    </a:lnTo>
                    <a:lnTo>
                      <a:pt x="240" y="193"/>
                    </a:lnTo>
                    <a:lnTo>
                      <a:pt x="357" y="211"/>
                    </a:lnTo>
                    <a:lnTo>
                      <a:pt x="461" y="200"/>
                    </a:lnTo>
                    <a:lnTo>
                      <a:pt x="521" y="257"/>
                    </a:lnTo>
                    <a:lnTo>
                      <a:pt x="567" y="279"/>
                    </a:lnTo>
                    <a:lnTo>
                      <a:pt x="620" y="347"/>
                    </a:lnTo>
                    <a:lnTo>
                      <a:pt x="647" y="334"/>
                    </a:lnTo>
                    <a:lnTo>
                      <a:pt x="643" y="225"/>
                    </a:lnTo>
                    <a:lnTo>
                      <a:pt x="567" y="105"/>
                    </a:lnTo>
                    <a:lnTo>
                      <a:pt x="509" y="1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49" name="Freeform 443"/>
              <p:cNvSpPr>
                <a:spLocks/>
              </p:cNvSpPr>
              <p:nvPr/>
            </p:nvSpPr>
            <p:spPr bwMode="auto">
              <a:xfrm>
                <a:off x="2202" y="1653"/>
                <a:ext cx="9" cy="11"/>
              </a:xfrm>
              <a:custGeom>
                <a:avLst/>
                <a:gdLst>
                  <a:gd name="T0" fmla="*/ 0 w 72"/>
                  <a:gd name="T1" fmla="*/ 0 h 86"/>
                  <a:gd name="T2" fmla="*/ 0 w 72"/>
                  <a:gd name="T3" fmla="*/ 0 h 86"/>
                  <a:gd name="T4" fmla="*/ 0 w 72"/>
                  <a:gd name="T5" fmla="*/ 0 h 86"/>
                  <a:gd name="T6" fmla="*/ 0 w 72"/>
                  <a:gd name="T7" fmla="*/ 0 h 86"/>
                  <a:gd name="T8" fmla="*/ 0 w 72"/>
                  <a:gd name="T9" fmla="*/ 0 h 86"/>
                  <a:gd name="T10" fmla="*/ 0 60000 65536"/>
                  <a:gd name="T11" fmla="*/ 0 60000 65536"/>
                  <a:gd name="T12" fmla="*/ 0 60000 65536"/>
                  <a:gd name="T13" fmla="*/ 0 60000 65536"/>
                  <a:gd name="T14" fmla="*/ 0 60000 65536"/>
                  <a:gd name="T15" fmla="*/ 0 w 72"/>
                  <a:gd name="T16" fmla="*/ 0 h 86"/>
                  <a:gd name="T17" fmla="*/ 72 w 72"/>
                  <a:gd name="T18" fmla="*/ 86 h 86"/>
                </a:gdLst>
                <a:ahLst/>
                <a:cxnLst>
                  <a:cxn ang="T10">
                    <a:pos x="T0" y="T1"/>
                  </a:cxn>
                  <a:cxn ang="T11">
                    <a:pos x="T2" y="T3"/>
                  </a:cxn>
                  <a:cxn ang="T12">
                    <a:pos x="T4" y="T5"/>
                  </a:cxn>
                  <a:cxn ang="T13">
                    <a:pos x="T6" y="T7"/>
                  </a:cxn>
                  <a:cxn ang="T14">
                    <a:pos x="T8" y="T9"/>
                  </a:cxn>
                </a:cxnLst>
                <a:rect l="T15" t="T16" r="T17" b="T18"/>
                <a:pathLst>
                  <a:path w="72" h="86">
                    <a:moveTo>
                      <a:pt x="0" y="55"/>
                    </a:moveTo>
                    <a:lnTo>
                      <a:pt x="37" y="86"/>
                    </a:lnTo>
                    <a:lnTo>
                      <a:pt x="72" y="24"/>
                    </a:lnTo>
                    <a:lnTo>
                      <a:pt x="60" y="0"/>
                    </a:lnTo>
                    <a:lnTo>
                      <a:pt x="0" y="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50" name="Freeform 444"/>
              <p:cNvSpPr>
                <a:spLocks/>
              </p:cNvSpPr>
              <p:nvPr/>
            </p:nvSpPr>
            <p:spPr bwMode="auto">
              <a:xfrm>
                <a:off x="2184" y="1707"/>
                <a:ext cx="38" cy="16"/>
              </a:xfrm>
              <a:custGeom>
                <a:avLst/>
                <a:gdLst>
                  <a:gd name="T0" fmla="*/ 0 w 302"/>
                  <a:gd name="T1" fmla="*/ 0 h 129"/>
                  <a:gd name="T2" fmla="*/ 0 w 302"/>
                  <a:gd name="T3" fmla="*/ 0 h 129"/>
                  <a:gd name="T4" fmla="*/ 0 w 302"/>
                  <a:gd name="T5" fmla="*/ 0 h 129"/>
                  <a:gd name="T6" fmla="*/ 0 w 302"/>
                  <a:gd name="T7" fmla="*/ 0 h 129"/>
                  <a:gd name="T8" fmla="*/ 0 w 302"/>
                  <a:gd name="T9" fmla="*/ 0 h 129"/>
                  <a:gd name="T10" fmla="*/ 0 w 302"/>
                  <a:gd name="T11" fmla="*/ 0 h 129"/>
                  <a:gd name="T12" fmla="*/ 0 w 302"/>
                  <a:gd name="T13" fmla="*/ 0 h 129"/>
                  <a:gd name="T14" fmla="*/ 0 60000 65536"/>
                  <a:gd name="T15" fmla="*/ 0 60000 65536"/>
                  <a:gd name="T16" fmla="*/ 0 60000 65536"/>
                  <a:gd name="T17" fmla="*/ 0 60000 65536"/>
                  <a:gd name="T18" fmla="*/ 0 60000 65536"/>
                  <a:gd name="T19" fmla="*/ 0 60000 65536"/>
                  <a:gd name="T20" fmla="*/ 0 60000 65536"/>
                  <a:gd name="T21" fmla="*/ 0 w 302"/>
                  <a:gd name="T22" fmla="*/ 0 h 129"/>
                  <a:gd name="T23" fmla="*/ 302 w 302"/>
                  <a:gd name="T24" fmla="*/ 129 h 1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2" h="129">
                    <a:moveTo>
                      <a:pt x="0" y="26"/>
                    </a:moveTo>
                    <a:lnTo>
                      <a:pt x="48" y="0"/>
                    </a:lnTo>
                    <a:lnTo>
                      <a:pt x="302" y="42"/>
                    </a:lnTo>
                    <a:lnTo>
                      <a:pt x="279" y="129"/>
                    </a:lnTo>
                    <a:lnTo>
                      <a:pt x="228" y="98"/>
                    </a:lnTo>
                    <a:lnTo>
                      <a:pt x="30" y="98"/>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51" name="Freeform 445"/>
              <p:cNvSpPr>
                <a:spLocks/>
              </p:cNvSpPr>
              <p:nvPr/>
            </p:nvSpPr>
            <p:spPr bwMode="auto">
              <a:xfrm>
                <a:off x="2123" y="1485"/>
                <a:ext cx="159" cy="86"/>
              </a:xfrm>
              <a:custGeom>
                <a:avLst/>
                <a:gdLst>
                  <a:gd name="T0" fmla="*/ 0 w 1275"/>
                  <a:gd name="T1" fmla="*/ 0 h 682"/>
                  <a:gd name="T2" fmla="*/ 0 w 1275"/>
                  <a:gd name="T3" fmla="*/ 0 h 682"/>
                  <a:gd name="T4" fmla="*/ 0 w 1275"/>
                  <a:gd name="T5" fmla="*/ 0 h 682"/>
                  <a:gd name="T6" fmla="*/ 0 w 1275"/>
                  <a:gd name="T7" fmla="*/ 0 h 682"/>
                  <a:gd name="T8" fmla="*/ 0 w 1275"/>
                  <a:gd name="T9" fmla="*/ 0 h 682"/>
                  <a:gd name="T10" fmla="*/ 0 w 1275"/>
                  <a:gd name="T11" fmla="*/ 0 h 682"/>
                  <a:gd name="T12" fmla="*/ 0 w 1275"/>
                  <a:gd name="T13" fmla="*/ 0 h 682"/>
                  <a:gd name="T14" fmla="*/ 0 w 1275"/>
                  <a:gd name="T15" fmla="*/ 0 h 682"/>
                  <a:gd name="T16" fmla="*/ 0 w 1275"/>
                  <a:gd name="T17" fmla="*/ 0 h 682"/>
                  <a:gd name="T18" fmla="*/ 0 w 1275"/>
                  <a:gd name="T19" fmla="*/ 0 h 682"/>
                  <a:gd name="T20" fmla="*/ 0 w 1275"/>
                  <a:gd name="T21" fmla="*/ 0 h 682"/>
                  <a:gd name="T22" fmla="*/ 0 w 1275"/>
                  <a:gd name="T23" fmla="*/ 0 h 682"/>
                  <a:gd name="T24" fmla="*/ 0 w 1275"/>
                  <a:gd name="T25" fmla="*/ 0 h 682"/>
                  <a:gd name="T26" fmla="*/ 0 w 1275"/>
                  <a:gd name="T27" fmla="*/ 0 h 682"/>
                  <a:gd name="T28" fmla="*/ 0 w 1275"/>
                  <a:gd name="T29" fmla="*/ 0 h 682"/>
                  <a:gd name="T30" fmla="*/ 0 w 1275"/>
                  <a:gd name="T31" fmla="*/ 0 h 682"/>
                  <a:gd name="T32" fmla="*/ 0 w 1275"/>
                  <a:gd name="T33" fmla="*/ 0 h 682"/>
                  <a:gd name="T34" fmla="*/ 0 w 1275"/>
                  <a:gd name="T35" fmla="*/ 0 h 682"/>
                  <a:gd name="T36" fmla="*/ 0 w 1275"/>
                  <a:gd name="T37" fmla="*/ 0 h 682"/>
                  <a:gd name="T38" fmla="*/ 0 w 1275"/>
                  <a:gd name="T39" fmla="*/ 0 h 682"/>
                  <a:gd name="T40" fmla="*/ 0 w 1275"/>
                  <a:gd name="T41" fmla="*/ 0 h 682"/>
                  <a:gd name="T42" fmla="*/ 0 w 1275"/>
                  <a:gd name="T43" fmla="*/ 0 h 682"/>
                  <a:gd name="T44" fmla="*/ 0 w 1275"/>
                  <a:gd name="T45" fmla="*/ 0 h 682"/>
                  <a:gd name="T46" fmla="*/ 0 w 1275"/>
                  <a:gd name="T47" fmla="*/ 0 h 682"/>
                  <a:gd name="T48" fmla="*/ 0 w 1275"/>
                  <a:gd name="T49" fmla="*/ 0 h 682"/>
                  <a:gd name="T50" fmla="*/ 0 w 1275"/>
                  <a:gd name="T51" fmla="*/ 0 h 682"/>
                  <a:gd name="T52" fmla="*/ 0 w 1275"/>
                  <a:gd name="T53" fmla="*/ 0 h 682"/>
                  <a:gd name="T54" fmla="*/ 0 w 1275"/>
                  <a:gd name="T55" fmla="*/ 0 h 682"/>
                  <a:gd name="T56" fmla="*/ 0 w 1275"/>
                  <a:gd name="T57" fmla="*/ 0 h 682"/>
                  <a:gd name="T58" fmla="*/ 0 w 1275"/>
                  <a:gd name="T59" fmla="*/ 0 h 682"/>
                  <a:gd name="T60" fmla="*/ 0 w 1275"/>
                  <a:gd name="T61" fmla="*/ 0 h 682"/>
                  <a:gd name="T62" fmla="*/ 0 w 1275"/>
                  <a:gd name="T63" fmla="*/ 0 h 682"/>
                  <a:gd name="T64" fmla="*/ 0 w 1275"/>
                  <a:gd name="T65" fmla="*/ 0 h 682"/>
                  <a:gd name="T66" fmla="*/ 0 w 1275"/>
                  <a:gd name="T67" fmla="*/ 0 h 682"/>
                  <a:gd name="T68" fmla="*/ 0 w 1275"/>
                  <a:gd name="T69" fmla="*/ 0 h 682"/>
                  <a:gd name="T70" fmla="*/ 0 w 1275"/>
                  <a:gd name="T71" fmla="*/ 0 h 68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75"/>
                  <a:gd name="T109" fmla="*/ 0 h 682"/>
                  <a:gd name="T110" fmla="*/ 1275 w 1275"/>
                  <a:gd name="T111" fmla="*/ 682 h 68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75" h="682">
                    <a:moveTo>
                      <a:pt x="934" y="170"/>
                    </a:moveTo>
                    <a:lnTo>
                      <a:pt x="1037" y="159"/>
                    </a:lnTo>
                    <a:lnTo>
                      <a:pt x="1037" y="136"/>
                    </a:lnTo>
                    <a:lnTo>
                      <a:pt x="970" y="92"/>
                    </a:lnTo>
                    <a:lnTo>
                      <a:pt x="834" y="42"/>
                    </a:lnTo>
                    <a:lnTo>
                      <a:pt x="730" y="25"/>
                    </a:lnTo>
                    <a:lnTo>
                      <a:pt x="431" y="7"/>
                    </a:lnTo>
                    <a:lnTo>
                      <a:pt x="652" y="0"/>
                    </a:lnTo>
                    <a:lnTo>
                      <a:pt x="868" y="18"/>
                    </a:lnTo>
                    <a:lnTo>
                      <a:pt x="1037" y="73"/>
                    </a:lnTo>
                    <a:lnTo>
                      <a:pt x="1157" y="154"/>
                    </a:lnTo>
                    <a:lnTo>
                      <a:pt x="1249" y="251"/>
                    </a:lnTo>
                    <a:lnTo>
                      <a:pt x="1275" y="325"/>
                    </a:lnTo>
                    <a:lnTo>
                      <a:pt x="1275" y="387"/>
                    </a:lnTo>
                    <a:lnTo>
                      <a:pt x="1217" y="449"/>
                    </a:lnTo>
                    <a:lnTo>
                      <a:pt x="1104" y="530"/>
                    </a:lnTo>
                    <a:lnTo>
                      <a:pt x="943" y="578"/>
                    </a:lnTo>
                    <a:lnTo>
                      <a:pt x="730" y="631"/>
                    </a:lnTo>
                    <a:lnTo>
                      <a:pt x="315" y="664"/>
                    </a:lnTo>
                    <a:lnTo>
                      <a:pt x="0" y="682"/>
                    </a:lnTo>
                    <a:lnTo>
                      <a:pt x="703" y="504"/>
                    </a:lnTo>
                    <a:lnTo>
                      <a:pt x="864" y="449"/>
                    </a:lnTo>
                    <a:lnTo>
                      <a:pt x="952" y="407"/>
                    </a:lnTo>
                    <a:lnTo>
                      <a:pt x="975" y="387"/>
                    </a:lnTo>
                    <a:lnTo>
                      <a:pt x="970" y="374"/>
                    </a:lnTo>
                    <a:lnTo>
                      <a:pt x="917" y="367"/>
                    </a:lnTo>
                    <a:lnTo>
                      <a:pt x="1074" y="325"/>
                    </a:lnTo>
                    <a:lnTo>
                      <a:pt x="1086" y="304"/>
                    </a:lnTo>
                    <a:lnTo>
                      <a:pt x="1157" y="306"/>
                    </a:lnTo>
                    <a:lnTo>
                      <a:pt x="1161" y="284"/>
                    </a:lnTo>
                    <a:lnTo>
                      <a:pt x="1136" y="271"/>
                    </a:lnTo>
                    <a:lnTo>
                      <a:pt x="1018" y="242"/>
                    </a:lnTo>
                    <a:lnTo>
                      <a:pt x="1123" y="242"/>
                    </a:lnTo>
                    <a:lnTo>
                      <a:pt x="1123" y="216"/>
                    </a:lnTo>
                    <a:lnTo>
                      <a:pt x="1044" y="189"/>
                    </a:lnTo>
                    <a:lnTo>
                      <a:pt x="934" y="1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52" name="Freeform 446"/>
              <p:cNvSpPr>
                <a:spLocks/>
              </p:cNvSpPr>
              <p:nvPr/>
            </p:nvSpPr>
            <p:spPr bwMode="auto">
              <a:xfrm>
                <a:off x="2066" y="1485"/>
                <a:ext cx="174" cy="170"/>
              </a:xfrm>
              <a:custGeom>
                <a:avLst/>
                <a:gdLst>
                  <a:gd name="T0" fmla="*/ 0 w 1400"/>
                  <a:gd name="T1" fmla="*/ 0 h 1354"/>
                  <a:gd name="T2" fmla="*/ 0 w 1400"/>
                  <a:gd name="T3" fmla="*/ 0 h 1354"/>
                  <a:gd name="T4" fmla="*/ 0 w 1400"/>
                  <a:gd name="T5" fmla="*/ 0 h 1354"/>
                  <a:gd name="T6" fmla="*/ 0 w 1400"/>
                  <a:gd name="T7" fmla="*/ 0 h 1354"/>
                  <a:gd name="T8" fmla="*/ 0 w 1400"/>
                  <a:gd name="T9" fmla="*/ 0 h 1354"/>
                  <a:gd name="T10" fmla="*/ 0 w 1400"/>
                  <a:gd name="T11" fmla="*/ 0 h 1354"/>
                  <a:gd name="T12" fmla="*/ 0 w 1400"/>
                  <a:gd name="T13" fmla="*/ 0 h 1354"/>
                  <a:gd name="T14" fmla="*/ 0 w 1400"/>
                  <a:gd name="T15" fmla="*/ 0 h 1354"/>
                  <a:gd name="T16" fmla="*/ 0 w 1400"/>
                  <a:gd name="T17" fmla="*/ 0 h 1354"/>
                  <a:gd name="T18" fmla="*/ 0 w 1400"/>
                  <a:gd name="T19" fmla="*/ 0 h 1354"/>
                  <a:gd name="T20" fmla="*/ 0 w 1400"/>
                  <a:gd name="T21" fmla="*/ 0 h 1354"/>
                  <a:gd name="T22" fmla="*/ 0 w 1400"/>
                  <a:gd name="T23" fmla="*/ 0 h 1354"/>
                  <a:gd name="T24" fmla="*/ 0 w 1400"/>
                  <a:gd name="T25" fmla="*/ 0 h 1354"/>
                  <a:gd name="T26" fmla="*/ 0 w 1400"/>
                  <a:gd name="T27" fmla="*/ 0 h 1354"/>
                  <a:gd name="T28" fmla="*/ 0 w 1400"/>
                  <a:gd name="T29" fmla="*/ 0 h 1354"/>
                  <a:gd name="T30" fmla="*/ 0 w 1400"/>
                  <a:gd name="T31" fmla="*/ 0 h 1354"/>
                  <a:gd name="T32" fmla="*/ 0 w 1400"/>
                  <a:gd name="T33" fmla="*/ 0 h 1354"/>
                  <a:gd name="T34" fmla="*/ 0 w 1400"/>
                  <a:gd name="T35" fmla="*/ 0 h 1354"/>
                  <a:gd name="T36" fmla="*/ 0 w 1400"/>
                  <a:gd name="T37" fmla="*/ 0 h 1354"/>
                  <a:gd name="T38" fmla="*/ 0 w 1400"/>
                  <a:gd name="T39" fmla="*/ 0 h 1354"/>
                  <a:gd name="T40" fmla="*/ 0 w 1400"/>
                  <a:gd name="T41" fmla="*/ 0 h 1354"/>
                  <a:gd name="T42" fmla="*/ 0 w 1400"/>
                  <a:gd name="T43" fmla="*/ 0 h 1354"/>
                  <a:gd name="T44" fmla="*/ 0 w 1400"/>
                  <a:gd name="T45" fmla="*/ 0 h 1354"/>
                  <a:gd name="T46" fmla="*/ 0 w 1400"/>
                  <a:gd name="T47" fmla="*/ 0 h 1354"/>
                  <a:gd name="T48" fmla="*/ 0 w 1400"/>
                  <a:gd name="T49" fmla="*/ 0 h 1354"/>
                  <a:gd name="T50" fmla="*/ 0 w 1400"/>
                  <a:gd name="T51" fmla="*/ 0 h 1354"/>
                  <a:gd name="T52" fmla="*/ 0 w 1400"/>
                  <a:gd name="T53" fmla="*/ 0 h 1354"/>
                  <a:gd name="T54" fmla="*/ 0 w 1400"/>
                  <a:gd name="T55" fmla="*/ 0 h 1354"/>
                  <a:gd name="T56" fmla="*/ 0 w 1400"/>
                  <a:gd name="T57" fmla="*/ 0 h 1354"/>
                  <a:gd name="T58" fmla="*/ 0 w 1400"/>
                  <a:gd name="T59" fmla="*/ 0 h 1354"/>
                  <a:gd name="T60" fmla="*/ 0 w 1400"/>
                  <a:gd name="T61" fmla="*/ 0 h 1354"/>
                  <a:gd name="T62" fmla="*/ 0 w 1400"/>
                  <a:gd name="T63" fmla="*/ 0 h 1354"/>
                  <a:gd name="T64" fmla="*/ 0 w 1400"/>
                  <a:gd name="T65" fmla="*/ 0 h 1354"/>
                  <a:gd name="T66" fmla="*/ 0 w 1400"/>
                  <a:gd name="T67" fmla="*/ 0 h 1354"/>
                  <a:gd name="T68" fmla="*/ 0 w 1400"/>
                  <a:gd name="T69" fmla="*/ 0 h 1354"/>
                  <a:gd name="T70" fmla="*/ 0 w 1400"/>
                  <a:gd name="T71" fmla="*/ 0 h 1354"/>
                  <a:gd name="T72" fmla="*/ 0 w 1400"/>
                  <a:gd name="T73" fmla="*/ 0 h 1354"/>
                  <a:gd name="T74" fmla="*/ 0 w 1400"/>
                  <a:gd name="T75" fmla="*/ 0 h 135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400"/>
                  <a:gd name="T115" fmla="*/ 0 h 1354"/>
                  <a:gd name="T116" fmla="*/ 1400 w 1400"/>
                  <a:gd name="T117" fmla="*/ 1354 h 135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400" h="1354">
                    <a:moveTo>
                      <a:pt x="585" y="668"/>
                    </a:moveTo>
                    <a:lnTo>
                      <a:pt x="486" y="811"/>
                    </a:lnTo>
                    <a:lnTo>
                      <a:pt x="468" y="885"/>
                    </a:lnTo>
                    <a:lnTo>
                      <a:pt x="413" y="947"/>
                    </a:lnTo>
                    <a:lnTo>
                      <a:pt x="352" y="1130"/>
                    </a:lnTo>
                    <a:lnTo>
                      <a:pt x="277" y="1118"/>
                    </a:lnTo>
                    <a:lnTo>
                      <a:pt x="233" y="1002"/>
                    </a:lnTo>
                    <a:lnTo>
                      <a:pt x="171" y="975"/>
                    </a:lnTo>
                    <a:lnTo>
                      <a:pt x="110" y="991"/>
                    </a:lnTo>
                    <a:lnTo>
                      <a:pt x="67" y="1064"/>
                    </a:lnTo>
                    <a:lnTo>
                      <a:pt x="97" y="1354"/>
                    </a:lnTo>
                    <a:lnTo>
                      <a:pt x="46" y="1263"/>
                    </a:lnTo>
                    <a:lnTo>
                      <a:pt x="0" y="730"/>
                    </a:lnTo>
                    <a:lnTo>
                      <a:pt x="40" y="627"/>
                    </a:lnTo>
                    <a:lnTo>
                      <a:pt x="110" y="438"/>
                    </a:lnTo>
                    <a:lnTo>
                      <a:pt x="270" y="242"/>
                    </a:lnTo>
                    <a:lnTo>
                      <a:pt x="486" y="71"/>
                    </a:lnTo>
                    <a:lnTo>
                      <a:pt x="754" y="11"/>
                    </a:lnTo>
                    <a:lnTo>
                      <a:pt x="976" y="0"/>
                    </a:lnTo>
                    <a:lnTo>
                      <a:pt x="1095" y="55"/>
                    </a:lnTo>
                    <a:lnTo>
                      <a:pt x="1160" y="124"/>
                    </a:lnTo>
                    <a:lnTo>
                      <a:pt x="1286" y="165"/>
                    </a:lnTo>
                    <a:lnTo>
                      <a:pt x="1240" y="165"/>
                    </a:lnTo>
                    <a:lnTo>
                      <a:pt x="1240" y="189"/>
                    </a:lnTo>
                    <a:lnTo>
                      <a:pt x="1342" y="223"/>
                    </a:lnTo>
                    <a:lnTo>
                      <a:pt x="1270" y="251"/>
                    </a:lnTo>
                    <a:lnTo>
                      <a:pt x="1277" y="271"/>
                    </a:lnTo>
                    <a:lnTo>
                      <a:pt x="1314" y="290"/>
                    </a:lnTo>
                    <a:lnTo>
                      <a:pt x="1229" y="318"/>
                    </a:lnTo>
                    <a:lnTo>
                      <a:pt x="1277" y="365"/>
                    </a:lnTo>
                    <a:lnTo>
                      <a:pt x="1125" y="403"/>
                    </a:lnTo>
                    <a:lnTo>
                      <a:pt x="1125" y="413"/>
                    </a:lnTo>
                    <a:lnTo>
                      <a:pt x="1266" y="424"/>
                    </a:lnTo>
                    <a:lnTo>
                      <a:pt x="1116" y="470"/>
                    </a:lnTo>
                    <a:lnTo>
                      <a:pt x="1400" y="438"/>
                    </a:lnTo>
                    <a:lnTo>
                      <a:pt x="1383" y="530"/>
                    </a:lnTo>
                    <a:lnTo>
                      <a:pt x="864" y="631"/>
                    </a:lnTo>
                    <a:lnTo>
                      <a:pt x="585" y="6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53" name="Freeform 447"/>
              <p:cNvSpPr>
                <a:spLocks/>
              </p:cNvSpPr>
              <p:nvPr/>
            </p:nvSpPr>
            <p:spPr bwMode="auto">
              <a:xfrm>
                <a:off x="2229" y="1541"/>
                <a:ext cx="71" cy="197"/>
              </a:xfrm>
              <a:custGeom>
                <a:avLst/>
                <a:gdLst>
                  <a:gd name="T0" fmla="*/ 0 w 567"/>
                  <a:gd name="T1" fmla="*/ 0 h 1578"/>
                  <a:gd name="T2" fmla="*/ 0 w 567"/>
                  <a:gd name="T3" fmla="*/ 0 h 1578"/>
                  <a:gd name="T4" fmla="*/ 0 w 567"/>
                  <a:gd name="T5" fmla="*/ 0 h 1578"/>
                  <a:gd name="T6" fmla="*/ 0 w 567"/>
                  <a:gd name="T7" fmla="*/ 0 h 1578"/>
                  <a:gd name="T8" fmla="*/ 0 w 567"/>
                  <a:gd name="T9" fmla="*/ 0 h 1578"/>
                  <a:gd name="T10" fmla="*/ 0 w 567"/>
                  <a:gd name="T11" fmla="*/ 0 h 1578"/>
                  <a:gd name="T12" fmla="*/ 0 w 567"/>
                  <a:gd name="T13" fmla="*/ 0 h 1578"/>
                  <a:gd name="T14" fmla="*/ 0 w 567"/>
                  <a:gd name="T15" fmla="*/ 0 h 1578"/>
                  <a:gd name="T16" fmla="*/ 0 w 567"/>
                  <a:gd name="T17" fmla="*/ 0 h 1578"/>
                  <a:gd name="T18" fmla="*/ 0 w 567"/>
                  <a:gd name="T19" fmla="*/ 0 h 1578"/>
                  <a:gd name="T20" fmla="*/ 0 w 567"/>
                  <a:gd name="T21" fmla="*/ 0 h 1578"/>
                  <a:gd name="T22" fmla="*/ 0 w 567"/>
                  <a:gd name="T23" fmla="*/ 0 h 1578"/>
                  <a:gd name="T24" fmla="*/ 0 w 567"/>
                  <a:gd name="T25" fmla="*/ 0 h 1578"/>
                  <a:gd name="T26" fmla="*/ 0 w 567"/>
                  <a:gd name="T27" fmla="*/ 0 h 1578"/>
                  <a:gd name="T28" fmla="*/ 0 w 567"/>
                  <a:gd name="T29" fmla="*/ 0 h 1578"/>
                  <a:gd name="T30" fmla="*/ 0 w 567"/>
                  <a:gd name="T31" fmla="*/ 0 h 1578"/>
                  <a:gd name="T32" fmla="*/ 0 w 567"/>
                  <a:gd name="T33" fmla="*/ 0 h 1578"/>
                  <a:gd name="T34" fmla="*/ 0 w 567"/>
                  <a:gd name="T35" fmla="*/ 0 h 1578"/>
                  <a:gd name="T36" fmla="*/ 0 w 567"/>
                  <a:gd name="T37" fmla="*/ 0 h 1578"/>
                  <a:gd name="T38" fmla="*/ 0 w 567"/>
                  <a:gd name="T39" fmla="*/ 0 h 1578"/>
                  <a:gd name="T40" fmla="*/ 0 w 567"/>
                  <a:gd name="T41" fmla="*/ 0 h 1578"/>
                  <a:gd name="T42" fmla="*/ 0 w 567"/>
                  <a:gd name="T43" fmla="*/ 0 h 1578"/>
                  <a:gd name="T44" fmla="*/ 0 w 567"/>
                  <a:gd name="T45" fmla="*/ 0 h 1578"/>
                  <a:gd name="T46" fmla="*/ 0 w 567"/>
                  <a:gd name="T47" fmla="*/ 0 h 1578"/>
                  <a:gd name="T48" fmla="*/ 0 w 567"/>
                  <a:gd name="T49" fmla="*/ 0 h 1578"/>
                  <a:gd name="T50" fmla="*/ 0 w 567"/>
                  <a:gd name="T51" fmla="*/ 0 h 1578"/>
                  <a:gd name="T52" fmla="*/ 0 w 567"/>
                  <a:gd name="T53" fmla="*/ 0 h 1578"/>
                  <a:gd name="T54" fmla="*/ 0 w 567"/>
                  <a:gd name="T55" fmla="*/ 0 h 1578"/>
                  <a:gd name="T56" fmla="*/ 0 w 567"/>
                  <a:gd name="T57" fmla="*/ 0 h 1578"/>
                  <a:gd name="T58" fmla="*/ 0 w 567"/>
                  <a:gd name="T59" fmla="*/ 0 h 157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67"/>
                  <a:gd name="T91" fmla="*/ 0 h 1578"/>
                  <a:gd name="T92" fmla="*/ 567 w 567"/>
                  <a:gd name="T93" fmla="*/ 1578 h 157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67" h="1578">
                    <a:moveTo>
                      <a:pt x="320" y="150"/>
                    </a:moveTo>
                    <a:lnTo>
                      <a:pt x="358" y="245"/>
                    </a:lnTo>
                    <a:lnTo>
                      <a:pt x="358" y="635"/>
                    </a:lnTo>
                    <a:lnTo>
                      <a:pt x="304" y="761"/>
                    </a:lnTo>
                    <a:lnTo>
                      <a:pt x="304" y="904"/>
                    </a:lnTo>
                    <a:lnTo>
                      <a:pt x="239" y="1119"/>
                    </a:lnTo>
                    <a:lnTo>
                      <a:pt x="147" y="1255"/>
                    </a:lnTo>
                    <a:lnTo>
                      <a:pt x="0" y="1578"/>
                    </a:lnTo>
                    <a:lnTo>
                      <a:pt x="90" y="1471"/>
                    </a:lnTo>
                    <a:lnTo>
                      <a:pt x="198" y="1211"/>
                    </a:lnTo>
                    <a:lnTo>
                      <a:pt x="270" y="1105"/>
                    </a:lnTo>
                    <a:lnTo>
                      <a:pt x="341" y="941"/>
                    </a:lnTo>
                    <a:lnTo>
                      <a:pt x="341" y="794"/>
                    </a:lnTo>
                    <a:lnTo>
                      <a:pt x="484" y="704"/>
                    </a:lnTo>
                    <a:lnTo>
                      <a:pt x="567" y="455"/>
                    </a:lnTo>
                    <a:lnTo>
                      <a:pt x="567" y="261"/>
                    </a:lnTo>
                    <a:lnTo>
                      <a:pt x="558" y="121"/>
                    </a:lnTo>
                    <a:lnTo>
                      <a:pt x="532" y="42"/>
                    </a:lnTo>
                    <a:lnTo>
                      <a:pt x="468" y="0"/>
                    </a:lnTo>
                    <a:lnTo>
                      <a:pt x="521" y="60"/>
                    </a:lnTo>
                    <a:lnTo>
                      <a:pt x="532" y="110"/>
                    </a:lnTo>
                    <a:lnTo>
                      <a:pt x="521" y="139"/>
                    </a:lnTo>
                    <a:lnTo>
                      <a:pt x="444" y="90"/>
                    </a:lnTo>
                    <a:lnTo>
                      <a:pt x="437" y="97"/>
                    </a:lnTo>
                    <a:lnTo>
                      <a:pt x="488" y="178"/>
                    </a:lnTo>
                    <a:lnTo>
                      <a:pt x="505" y="305"/>
                    </a:lnTo>
                    <a:lnTo>
                      <a:pt x="505" y="429"/>
                    </a:lnTo>
                    <a:lnTo>
                      <a:pt x="468" y="275"/>
                    </a:lnTo>
                    <a:lnTo>
                      <a:pt x="345" y="110"/>
                    </a:lnTo>
                    <a:lnTo>
                      <a:pt x="320" y="1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54" name="Freeform 448"/>
              <p:cNvSpPr>
                <a:spLocks/>
              </p:cNvSpPr>
              <p:nvPr/>
            </p:nvSpPr>
            <p:spPr bwMode="auto">
              <a:xfrm>
                <a:off x="2092" y="1655"/>
                <a:ext cx="132" cy="131"/>
              </a:xfrm>
              <a:custGeom>
                <a:avLst/>
                <a:gdLst>
                  <a:gd name="T0" fmla="*/ 0 w 1057"/>
                  <a:gd name="T1" fmla="*/ 0 h 1050"/>
                  <a:gd name="T2" fmla="*/ 0 w 1057"/>
                  <a:gd name="T3" fmla="*/ 0 h 1050"/>
                  <a:gd name="T4" fmla="*/ 0 w 1057"/>
                  <a:gd name="T5" fmla="*/ 0 h 1050"/>
                  <a:gd name="T6" fmla="*/ 0 w 1057"/>
                  <a:gd name="T7" fmla="*/ 0 h 1050"/>
                  <a:gd name="T8" fmla="*/ 0 w 1057"/>
                  <a:gd name="T9" fmla="*/ 0 h 1050"/>
                  <a:gd name="T10" fmla="*/ 0 w 1057"/>
                  <a:gd name="T11" fmla="*/ 0 h 1050"/>
                  <a:gd name="T12" fmla="*/ 0 w 1057"/>
                  <a:gd name="T13" fmla="*/ 0 h 1050"/>
                  <a:gd name="T14" fmla="*/ 0 w 1057"/>
                  <a:gd name="T15" fmla="*/ 0 h 1050"/>
                  <a:gd name="T16" fmla="*/ 0 w 1057"/>
                  <a:gd name="T17" fmla="*/ 0 h 1050"/>
                  <a:gd name="T18" fmla="*/ 0 w 1057"/>
                  <a:gd name="T19" fmla="*/ 0 h 1050"/>
                  <a:gd name="T20" fmla="*/ 0 w 1057"/>
                  <a:gd name="T21" fmla="*/ 0 h 1050"/>
                  <a:gd name="T22" fmla="*/ 0 w 1057"/>
                  <a:gd name="T23" fmla="*/ 0 h 1050"/>
                  <a:gd name="T24" fmla="*/ 0 w 1057"/>
                  <a:gd name="T25" fmla="*/ 0 h 1050"/>
                  <a:gd name="T26" fmla="*/ 0 w 1057"/>
                  <a:gd name="T27" fmla="*/ 0 h 1050"/>
                  <a:gd name="T28" fmla="*/ 0 w 1057"/>
                  <a:gd name="T29" fmla="*/ 0 h 1050"/>
                  <a:gd name="T30" fmla="*/ 0 w 1057"/>
                  <a:gd name="T31" fmla="*/ 0 h 1050"/>
                  <a:gd name="T32" fmla="*/ 0 w 1057"/>
                  <a:gd name="T33" fmla="*/ 0 h 1050"/>
                  <a:gd name="T34" fmla="*/ 0 w 1057"/>
                  <a:gd name="T35" fmla="*/ 0 h 1050"/>
                  <a:gd name="T36" fmla="*/ 0 w 1057"/>
                  <a:gd name="T37" fmla="*/ 0 h 1050"/>
                  <a:gd name="T38" fmla="*/ 0 w 1057"/>
                  <a:gd name="T39" fmla="*/ 0 h 1050"/>
                  <a:gd name="T40" fmla="*/ 0 w 1057"/>
                  <a:gd name="T41" fmla="*/ 0 h 1050"/>
                  <a:gd name="T42" fmla="*/ 0 w 1057"/>
                  <a:gd name="T43" fmla="*/ 0 h 1050"/>
                  <a:gd name="T44" fmla="*/ 0 w 1057"/>
                  <a:gd name="T45" fmla="*/ 0 h 1050"/>
                  <a:gd name="T46" fmla="*/ 0 w 1057"/>
                  <a:gd name="T47" fmla="*/ 0 h 1050"/>
                  <a:gd name="T48" fmla="*/ 0 w 1057"/>
                  <a:gd name="T49" fmla="*/ 0 h 1050"/>
                  <a:gd name="T50" fmla="*/ 0 w 1057"/>
                  <a:gd name="T51" fmla="*/ 0 h 1050"/>
                  <a:gd name="T52" fmla="*/ 0 w 1057"/>
                  <a:gd name="T53" fmla="*/ 0 h 1050"/>
                  <a:gd name="T54" fmla="*/ 0 w 1057"/>
                  <a:gd name="T55" fmla="*/ 0 h 1050"/>
                  <a:gd name="T56" fmla="*/ 0 w 1057"/>
                  <a:gd name="T57" fmla="*/ 0 h 1050"/>
                  <a:gd name="T58" fmla="*/ 0 w 1057"/>
                  <a:gd name="T59" fmla="*/ 0 h 1050"/>
                  <a:gd name="T60" fmla="*/ 0 w 1057"/>
                  <a:gd name="T61" fmla="*/ 0 h 1050"/>
                  <a:gd name="T62" fmla="*/ 0 w 1057"/>
                  <a:gd name="T63" fmla="*/ 0 h 1050"/>
                  <a:gd name="T64" fmla="*/ 0 w 1057"/>
                  <a:gd name="T65" fmla="*/ 0 h 1050"/>
                  <a:gd name="T66" fmla="*/ 0 w 1057"/>
                  <a:gd name="T67" fmla="*/ 0 h 1050"/>
                  <a:gd name="T68" fmla="*/ 0 w 1057"/>
                  <a:gd name="T69" fmla="*/ 0 h 1050"/>
                  <a:gd name="T70" fmla="*/ 0 w 1057"/>
                  <a:gd name="T71" fmla="*/ 0 h 1050"/>
                  <a:gd name="T72" fmla="*/ 0 w 1057"/>
                  <a:gd name="T73" fmla="*/ 0 h 105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57"/>
                  <a:gd name="T112" fmla="*/ 0 h 1050"/>
                  <a:gd name="T113" fmla="*/ 1057 w 1057"/>
                  <a:gd name="T114" fmla="*/ 1050 h 105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57" h="1050">
                    <a:moveTo>
                      <a:pt x="90" y="0"/>
                    </a:moveTo>
                    <a:lnTo>
                      <a:pt x="68" y="195"/>
                    </a:lnTo>
                    <a:lnTo>
                      <a:pt x="72" y="281"/>
                    </a:lnTo>
                    <a:lnTo>
                      <a:pt x="105" y="356"/>
                    </a:lnTo>
                    <a:lnTo>
                      <a:pt x="158" y="424"/>
                    </a:lnTo>
                    <a:lnTo>
                      <a:pt x="259" y="506"/>
                    </a:lnTo>
                    <a:lnTo>
                      <a:pt x="558" y="651"/>
                    </a:lnTo>
                    <a:lnTo>
                      <a:pt x="842" y="758"/>
                    </a:lnTo>
                    <a:lnTo>
                      <a:pt x="925" y="762"/>
                    </a:lnTo>
                    <a:lnTo>
                      <a:pt x="995" y="758"/>
                    </a:lnTo>
                    <a:lnTo>
                      <a:pt x="1057" y="730"/>
                    </a:lnTo>
                    <a:lnTo>
                      <a:pt x="1006" y="767"/>
                    </a:lnTo>
                    <a:lnTo>
                      <a:pt x="944" y="783"/>
                    </a:lnTo>
                    <a:lnTo>
                      <a:pt x="863" y="785"/>
                    </a:lnTo>
                    <a:lnTo>
                      <a:pt x="753" y="767"/>
                    </a:lnTo>
                    <a:lnTo>
                      <a:pt x="753" y="817"/>
                    </a:lnTo>
                    <a:lnTo>
                      <a:pt x="738" y="882"/>
                    </a:lnTo>
                    <a:lnTo>
                      <a:pt x="661" y="1009"/>
                    </a:lnTo>
                    <a:lnTo>
                      <a:pt x="704" y="901"/>
                    </a:lnTo>
                    <a:lnTo>
                      <a:pt x="709" y="824"/>
                    </a:lnTo>
                    <a:lnTo>
                      <a:pt x="624" y="861"/>
                    </a:lnTo>
                    <a:lnTo>
                      <a:pt x="624" y="978"/>
                    </a:lnTo>
                    <a:lnTo>
                      <a:pt x="598" y="1013"/>
                    </a:lnTo>
                    <a:lnTo>
                      <a:pt x="624" y="1050"/>
                    </a:lnTo>
                    <a:lnTo>
                      <a:pt x="591" y="1050"/>
                    </a:lnTo>
                    <a:lnTo>
                      <a:pt x="506" y="1009"/>
                    </a:lnTo>
                    <a:lnTo>
                      <a:pt x="328" y="843"/>
                    </a:lnTo>
                    <a:lnTo>
                      <a:pt x="215" y="721"/>
                    </a:lnTo>
                    <a:lnTo>
                      <a:pt x="98" y="567"/>
                    </a:lnTo>
                    <a:lnTo>
                      <a:pt x="0" y="370"/>
                    </a:lnTo>
                    <a:lnTo>
                      <a:pt x="107" y="541"/>
                    </a:lnTo>
                    <a:lnTo>
                      <a:pt x="204" y="633"/>
                    </a:lnTo>
                    <a:lnTo>
                      <a:pt x="81" y="411"/>
                    </a:lnTo>
                    <a:lnTo>
                      <a:pt x="52" y="288"/>
                    </a:lnTo>
                    <a:lnTo>
                      <a:pt x="52" y="213"/>
                    </a:lnTo>
                    <a:lnTo>
                      <a:pt x="68" y="91"/>
                    </a:lnTo>
                    <a:lnTo>
                      <a:pt x="9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55" name="Freeform 449"/>
              <p:cNvSpPr>
                <a:spLocks/>
              </p:cNvSpPr>
              <p:nvPr/>
            </p:nvSpPr>
            <p:spPr bwMode="auto">
              <a:xfrm>
                <a:off x="2080" y="1617"/>
                <a:ext cx="22" cy="39"/>
              </a:xfrm>
              <a:custGeom>
                <a:avLst/>
                <a:gdLst>
                  <a:gd name="T0" fmla="*/ 0 w 180"/>
                  <a:gd name="T1" fmla="*/ 0 h 312"/>
                  <a:gd name="T2" fmla="*/ 0 w 180"/>
                  <a:gd name="T3" fmla="*/ 0 h 312"/>
                  <a:gd name="T4" fmla="*/ 0 w 180"/>
                  <a:gd name="T5" fmla="*/ 0 h 312"/>
                  <a:gd name="T6" fmla="*/ 0 w 180"/>
                  <a:gd name="T7" fmla="*/ 0 h 312"/>
                  <a:gd name="T8" fmla="*/ 0 w 180"/>
                  <a:gd name="T9" fmla="*/ 0 h 312"/>
                  <a:gd name="T10" fmla="*/ 0 w 180"/>
                  <a:gd name="T11" fmla="*/ 0 h 312"/>
                  <a:gd name="T12" fmla="*/ 0 w 180"/>
                  <a:gd name="T13" fmla="*/ 0 h 312"/>
                  <a:gd name="T14" fmla="*/ 0 w 180"/>
                  <a:gd name="T15" fmla="*/ 0 h 312"/>
                  <a:gd name="T16" fmla="*/ 0 w 180"/>
                  <a:gd name="T17" fmla="*/ 0 h 312"/>
                  <a:gd name="T18" fmla="*/ 0 w 180"/>
                  <a:gd name="T19" fmla="*/ 0 h 312"/>
                  <a:gd name="T20" fmla="*/ 0 w 180"/>
                  <a:gd name="T21" fmla="*/ 0 h 312"/>
                  <a:gd name="T22" fmla="*/ 0 w 180"/>
                  <a:gd name="T23" fmla="*/ 0 h 312"/>
                  <a:gd name="T24" fmla="*/ 0 w 180"/>
                  <a:gd name="T25" fmla="*/ 0 h 312"/>
                  <a:gd name="T26" fmla="*/ 0 w 180"/>
                  <a:gd name="T27" fmla="*/ 0 h 312"/>
                  <a:gd name="T28" fmla="*/ 0 w 180"/>
                  <a:gd name="T29" fmla="*/ 0 h 312"/>
                  <a:gd name="T30" fmla="*/ 0 w 180"/>
                  <a:gd name="T31" fmla="*/ 0 h 312"/>
                  <a:gd name="T32" fmla="*/ 0 w 180"/>
                  <a:gd name="T33" fmla="*/ 0 h 312"/>
                  <a:gd name="T34" fmla="*/ 0 w 180"/>
                  <a:gd name="T35" fmla="*/ 0 h 3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0"/>
                  <a:gd name="T55" fmla="*/ 0 h 312"/>
                  <a:gd name="T56" fmla="*/ 180 w 180"/>
                  <a:gd name="T57" fmla="*/ 312 h 31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0" h="312">
                    <a:moveTo>
                      <a:pt x="37" y="0"/>
                    </a:moveTo>
                    <a:lnTo>
                      <a:pt x="88" y="7"/>
                    </a:lnTo>
                    <a:lnTo>
                      <a:pt x="175" y="62"/>
                    </a:lnTo>
                    <a:lnTo>
                      <a:pt x="180" y="164"/>
                    </a:lnTo>
                    <a:lnTo>
                      <a:pt x="146" y="147"/>
                    </a:lnTo>
                    <a:lnTo>
                      <a:pt x="136" y="134"/>
                    </a:lnTo>
                    <a:lnTo>
                      <a:pt x="94" y="171"/>
                    </a:lnTo>
                    <a:lnTo>
                      <a:pt x="94" y="185"/>
                    </a:lnTo>
                    <a:lnTo>
                      <a:pt x="125" y="204"/>
                    </a:lnTo>
                    <a:lnTo>
                      <a:pt x="155" y="301"/>
                    </a:lnTo>
                    <a:lnTo>
                      <a:pt x="132" y="312"/>
                    </a:lnTo>
                    <a:lnTo>
                      <a:pt x="100" y="257"/>
                    </a:lnTo>
                    <a:lnTo>
                      <a:pt x="19" y="233"/>
                    </a:lnTo>
                    <a:lnTo>
                      <a:pt x="0" y="111"/>
                    </a:lnTo>
                    <a:lnTo>
                      <a:pt x="19" y="95"/>
                    </a:lnTo>
                    <a:lnTo>
                      <a:pt x="105" y="53"/>
                    </a:lnTo>
                    <a:lnTo>
                      <a:pt x="81" y="26"/>
                    </a:lnTo>
                    <a:lnTo>
                      <a:pt x="3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56" name="Freeform 450"/>
              <p:cNvSpPr>
                <a:spLocks/>
              </p:cNvSpPr>
              <p:nvPr/>
            </p:nvSpPr>
            <p:spPr bwMode="auto">
              <a:xfrm>
                <a:off x="2082" y="1654"/>
                <a:ext cx="9" cy="2"/>
              </a:xfrm>
              <a:custGeom>
                <a:avLst/>
                <a:gdLst>
                  <a:gd name="T0" fmla="*/ 0 w 69"/>
                  <a:gd name="T1" fmla="*/ 0 h 17"/>
                  <a:gd name="T2" fmla="*/ 0 w 69"/>
                  <a:gd name="T3" fmla="*/ 0 h 17"/>
                  <a:gd name="T4" fmla="*/ 0 w 69"/>
                  <a:gd name="T5" fmla="*/ 0 h 17"/>
                  <a:gd name="T6" fmla="*/ 0 w 69"/>
                  <a:gd name="T7" fmla="*/ 0 h 17"/>
                  <a:gd name="T8" fmla="*/ 0 60000 65536"/>
                  <a:gd name="T9" fmla="*/ 0 60000 65536"/>
                  <a:gd name="T10" fmla="*/ 0 60000 65536"/>
                  <a:gd name="T11" fmla="*/ 0 60000 65536"/>
                  <a:gd name="T12" fmla="*/ 0 w 69"/>
                  <a:gd name="T13" fmla="*/ 0 h 17"/>
                  <a:gd name="T14" fmla="*/ 69 w 69"/>
                  <a:gd name="T15" fmla="*/ 17 h 17"/>
                </a:gdLst>
                <a:ahLst/>
                <a:cxnLst>
                  <a:cxn ang="T8">
                    <a:pos x="T0" y="T1"/>
                  </a:cxn>
                  <a:cxn ang="T9">
                    <a:pos x="T2" y="T3"/>
                  </a:cxn>
                  <a:cxn ang="T10">
                    <a:pos x="T4" y="T5"/>
                  </a:cxn>
                  <a:cxn ang="T11">
                    <a:pos x="T6" y="T7"/>
                  </a:cxn>
                </a:cxnLst>
                <a:rect l="T12" t="T13" r="T14" b="T15"/>
                <a:pathLst>
                  <a:path w="69" h="17">
                    <a:moveTo>
                      <a:pt x="0" y="0"/>
                    </a:moveTo>
                    <a:lnTo>
                      <a:pt x="69" y="17"/>
                    </a:lnTo>
                    <a:lnTo>
                      <a:pt x="7" y="1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57" name="Freeform 451"/>
              <p:cNvSpPr>
                <a:spLocks/>
              </p:cNvSpPr>
              <p:nvPr/>
            </p:nvSpPr>
            <p:spPr bwMode="auto">
              <a:xfrm>
                <a:off x="2080" y="1664"/>
                <a:ext cx="18" cy="24"/>
              </a:xfrm>
              <a:custGeom>
                <a:avLst/>
                <a:gdLst>
                  <a:gd name="T0" fmla="*/ 0 w 143"/>
                  <a:gd name="T1" fmla="*/ 0 h 195"/>
                  <a:gd name="T2" fmla="*/ 0 w 143"/>
                  <a:gd name="T3" fmla="*/ 0 h 195"/>
                  <a:gd name="T4" fmla="*/ 0 w 143"/>
                  <a:gd name="T5" fmla="*/ 0 h 195"/>
                  <a:gd name="T6" fmla="*/ 0 w 143"/>
                  <a:gd name="T7" fmla="*/ 0 h 195"/>
                  <a:gd name="T8" fmla="*/ 0 w 143"/>
                  <a:gd name="T9" fmla="*/ 0 h 195"/>
                  <a:gd name="T10" fmla="*/ 0 w 143"/>
                  <a:gd name="T11" fmla="*/ 0 h 195"/>
                  <a:gd name="T12" fmla="*/ 0 w 143"/>
                  <a:gd name="T13" fmla="*/ 0 h 195"/>
                  <a:gd name="T14" fmla="*/ 0 w 143"/>
                  <a:gd name="T15" fmla="*/ 0 h 195"/>
                  <a:gd name="T16" fmla="*/ 0 w 143"/>
                  <a:gd name="T17" fmla="*/ 0 h 195"/>
                  <a:gd name="T18" fmla="*/ 0 w 143"/>
                  <a:gd name="T19" fmla="*/ 0 h 195"/>
                  <a:gd name="T20" fmla="*/ 0 w 143"/>
                  <a:gd name="T21" fmla="*/ 0 h 195"/>
                  <a:gd name="T22" fmla="*/ 0 w 143"/>
                  <a:gd name="T23" fmla="*/ 0 h 1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3"/>
                  <a:gd name="T37" fmla="*/ 0 h 195"/>
                  <a:gd name="T38" fmla="*/ 143 w 143"/>
                  <a:gd name="T39" fmla="*/ 195 h 19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3" h="195">
                    <a:moveTo>
                      <a:pt x="0" y="0"/>
                    </a:moveTo>
                    <a:lnTo>
                      <a:pt x="26" y="23"/>
                    </a:lnTo>
                    <a:lnTo>
                      <a:pt x="67" y="37"/>
                    </a:lnTo>
                    <a:lnTo>
                      <a:pt x="143" y="18"/>
                    </a:lnTo>
                    <a:lnTo>
                      <a:pt x="114" y="85"/>
                    </a:lnTo>
                    <a:lnTo>
                      <a:pt x="61" y="103"/>
                    </a:lnTo>
                    <a:lnTo>
                      <a:pt x="33" y="195"/>
                    </a:lnTo>
                    <a:lnTo>
                      <a:pt x="6" y="140"/>
                    </a:lnTo>
                    <a:lnTo>
                      <a:pt x="6" y="112"/>
                    </a:lnTo>
                    <a:lnTo>
                      <a:pt x="33" y="85"/>
                    </a:lnTo>
                    <a:lnTo>
                      <a:pt x="15" y="4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58" name="Line 452"/>
              <p:cNvSpPr>
                <a:spLocks noChangeShapeType="1"/>
              </p:cNvSpPr>
              <p:nvPr/>
            </p:nvSpPr>
            <p:spPr bwMode="auto">
              <a:xfrm>
                <a:off x="2110" y="1620"/>
                <a:ext cx="9" cy="2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59" name="Line 453"/>
              <p:cNvSpPr>
                <a:spLocks noChangeShapeType="1"/>
              </p:cNvSpPr>
              <p:nvPr/>
            </p:nvSpPr>
            <p:spPr bwMode="auto">
              <a:xfrm>
                <a:off x="2112" y="1614"/>
                <a:ext cx="13" cy="4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60" name="Line 454"/>
              <p:cNvSpPr>
                <a:spLocks noChangeShapeType="1"/>
              </p:cNvSpPr>
              <p:nvPr/>
            </p:nvSpPr>
            <p:spPr bwMode="auto">
              <a:xfrm>
                <a:off x="2120" y="1626"/>
                <a:ext cx="12" cy="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61" name="Line 455"/>
              <p:cNvSpPr>
                <a:spLocks noChangeShapeType="1"/>
              </p:cNvSpPr>
              <p:nvPr/>
            </p:nvSpPr>
            <p:spPr bwMode="auto">
              <a:xfrm>
                <a:off x="2128" y="1638"/>
                <a:ext cx="9" cy="2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62" name="Freeform 456"/>
              <p:cNvSpPr>
                <a:spLocks/>
              </p:cNvSpPr>
              <p:nvPr/>
            </p:nvSpPr>
            <p:spPr bwMode="auto">
              <a:xfrm>
                <a:off x="2174" y="1568"/>
                <a:ext cx="92" cy="21"/>
              </a:xfrm>
              <a:custGeom>
                <a:avLst/>
                <a:gdLst>
                  <a:gd name="T0" fmla="*/ 0 w 743"/>
                  <a:gd name="T1" fmla="*/ 0 h 165"/>
                  <a:gd name="T2" fmla="*/ 0 w 743"/>
                  <a:gd name="T3" fmla="*/ 0 h 165"/>
                  <a:gd name="T4" fmla="*/ 0 w 743"/>
                  <a:gd name="T5" fmla="*/ 0 h 165"/>
                  <a:gd name="T6" fmla="*/ 0 w 743"/>
                  <a:gd name="T7" fmla="*/ 0 h 165"/>
                  <a:gd name="T8" fmla="*/ 0 w 743"/>
                  <a:gd name="T9" fmla="*/ 0 h 165"/>
                  <a:gd name="T10" fmla="*/ 0 60000 65536"/>
                  <a:gd name="T11" fmla="*/ 0 60000 65536"/>
                  <a:gd name="T12" fmla="*/ 0 60000 65536"/>
                  <a:gd name="T13" fmla="*/ 0 60000 65536"/>
                  <a:gd name="T14" fmla="*/ 0 60000 65536"/>
                  <a:gd name="T15" fmla="*/ 0 w 743"/>
                  <a:gd name="T16" fmla="*/ 0 h 165"/>
                  <a:gd name="T17" fmla="*/ 743 w 743"/>
                  <a:gd name="T18" fmla="*/ 165 h 165"/>
                </a:gdLst>
                <a:ahLst/>
                <a:cxnLst>
                  <a:cxn ang="T10">
                    <a:pos x="T0" y="T1"/>
                  </a:cxn>
                  <a:cxn ang="T11">
                    <a:pos x="T2" y="T3"/>
                  </a:cxn>
                  <a:cxn ang="T12">
                    <a:pos x="T4" y="T5"/>
                  </a:cxn>
                  <a:cxn ang="T13">
                    <a:pos x="T6" y="T7"/>
                  </a:cxn>
                  <a:cxn ang="T14">
                    <a:pos x="T8" y="T9"/>
                  </a:cxn>
                </a:cxnLst>
                <a:rect l="T15" t="T16" r="T17" b="T18"/>
                <a:pathLst>
                  <a:path w="743" h="165">
                    <a:moveTo>
                      <a:pt x="0" y="0"/>
                    </a:moveTo>
                    <a:lnTo>
                      <a:pt x="116" y="18"/>
                    </a:lnTo>
                    <a:lnTo>
                      <a:pt x="351" y="101"/>
                    </a:lnTo>
                    <a:lnTo>
                      <a:pt x="519" y="138"/>
                    </a:lnTo>
                    <a:lnTo>
                      <a:pt x="743" y="165"/>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63" name="Freeform 457"/>
              <p:cNvSpPr>
                <a:spLocks/>
              </p:cNvSpPr>
              <p:nvPr/>
            </p:nvSpPr>
            <p:spPr bwMode="auto">
              <a:xfrm>
                <a:off x="2193" y="1565"/>
                <a:ext cx="61" cy="17"/>
              </a:xfrm>
              <a:custGeom>
                <a:avLst/>
                <a:gdLst>
                  <a:gd name="T0" fmla="*/ 0 w 491"/>
                  <a:gd name="T1" fmla="*/ 0 h 134"/>
                  <a:gd name="T2" fmla="*/ 0 w 491"/>
                  <a:gd name="T3" fmla="*/ 0 h 134"/>
                  <a:gd name="T4" fmla="*/ 0 w 491"/>
                  <a:gd name="T5" fmla="*/ 0 h 134"/>
                  <a:gd name="T6" fmla="*/ 0 w 491"/>
                  <a:gd name="T7" fmla="*/ 0 h 134"/>
                  <a:gd name="T8" fmla="*/ 0 60000 65536"/>
                  <a:gd name="T9" fmla="*/ 0 60000 65536"/>
                  <a:gd name="T10" fmla="*/ 0 60000 65536"/>
                  <a:gd name="T11" fmla="*/ 0 60000 65536"/>
                  <a:gd name="T12" fmla="*/ 0 w 491"/>
                  <a:gd name="T13" fmla="*/ 0 h 134"/>
                  <a:gd name="T14" fmla="*/ 491 w 491"/>
                  <a:gd name="T15" fmla="*/ 134 h 134"/>
                </a:gdLst>
                <a:ahLst/>
                <a:cxnLst>
                  <a:cxn ang="T8">
                    <a:pos x="T0" y="T1"/>
                  </a:cxn>
                  <a:cxn ang="T9">
                    <a:pos x="T2" y="T3"/>
                  </a:cxn>
                  <a:cxn ang="T10">
                    <a:pos x="T4" y="T5"/>
                  </a:cxn>
                  <a:cxn ang="T11">
                    <a:pos x="T6" y="T7"/>
                  </a:cxn>
                </a:cxnLst>
                <a:rect l="T12" t="T13" r="T14" b="T15"/>
                <a:pathLst>
                  <a:path w="491" h="134">
                    <a:moveTo>
                      <a:pt x="0" y="0"/>
                    </a:moveTo>
                    <a:lnTo>
                      <a:pt x="82" y="28"/>
                    </a:lnTo>
                    <a:lnTo>
                      <a:pt x="260" y="88"/>
                    </a:lnTo>
                    <a:lnTo>
                      <a:pt x="491" y="134"/>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64" name="Freeform 458"/>
              <p:cNvSpPr>
                <a:spLocks/>
              </p:cNvSpPr>
              <p:nvPr/>
            </p:nvSpPr>
            <p:spPr bwMode="auto">
              <a:xfrm>
                <a:off x="2030" y="1688"/>
                <a:ext cx="45" cy="73"/>
              </a:xfrm>
              <a:custGeom>
                <a:avLst/>
                <a:gdLst>
                  <a:gd name="T0" fmla="*/ 0 w 365"/>
                  <a:gd name="T1" fmla="*/ 0 h 579"/>
                  <a:gd name="T2" fmla="*/ 0 w 365"/>
                  <a:gd name="T3" fmla="*/ 0 h 579"/>
                  <a:gd name="T4" fmla="*/ 0 w 365"/>
                  <a:gd name="T5" fmla="*/ 0 h 579"/>
                  <a:gd name="T6" fmla="*/ 0 w 365"/>
                  <a:gd name="T7" fmla="*/ 0 h 579"/>
                  <a:gd name="T8" fmla="*/ 0 w 365"/>
                  <a:gd name="T9" fmla="*/ 0 h 579"/>
                  <a:gd name="T10" fmla="*/ 0 w 365"/>
                  <a:gd name="T11" fmla="*/ 0 h 579"/>
                  <a:gd name="T12" fmla="*/ 0 w 365"/>
                  <a:gd name="T13" fmla="*/ 0 h 579"/>
                  <a:gd name="T14" fmla="*/ 0 w 365"/>
                  <a:gd name="T15" fmla="*/ 0 h 579"/>
                  <a:gd name="T16" fmla="*/ 0 w 365"/>
                  <a:gd name="T17" fmla="*/ 0 h 579"/>
                  <a:gd name="T18" fmla="*/ 0 w 365"/>
                  <a:gd name="T19" fmla="*/ 0 h 5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5"/>
                  <a:gd name="T31" fmla="*/ 0 h 579"/>
                  <a:gd name="T32" fmla="*/ 365 w 365"/>
                  <a:gd name="T33" fmla="*/ 579 h 57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5" h="579">
                    <a:moveTo>
                      <a:pt x="365" y="0"/>
                    </a:moveTo>
                    <a:lnTo>
                      <a:pt x="277" y="129"/>
                    </a:lnTo>
                    <a:lnTo>
                      <a:pt x="277" y="265"/>
                    </a:lnTo>
                    <a:lnTo>
                      <a:pt x="350" y="579"/>
                    </a:lnTo>
                    <a:lnTo>
                      <a:pt x="224" y="290"/>
                    </a:lnTo>
                    <a:lnTo>
                      <a:pt x="224" y="199"/>
                    </a:lnTo>
                    <a:lnTo>
                      <a:pt x="0" y="199"/>
                    </a:lnTo>
                    <a:lnTo>
                      <a:pt x="187" y="76"/>
                    </a:lnTo>
                    <a:lnTo>
                      <a:pt x="277" y="76"/>
                    </a:lnTo>
                    <a:lnTo>
                      <a:pt x="36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65" name="Freeform 459"/>
              <p:cNvSpPr>
                <a:spLocks/>
              </p:cNvSpPr>
              <p:nvPr/>
            </p:nvSpPr>
            <p:spPr bwMode="auto">
              <a:xfrm>
                <a:off x="1850" y="1735"/>
                <a:ext cx="526" cy="496"/>
              </a:xfrm>
              <a:custGeom>
                <a:avLst/>
                <a:gdLst>
                  <a:gd name="T0" fmla="*/ 0 w 4215"/>
                  <a:gd name="T1" fmla="*/ 0 h 3969"/>
                  <a:gd name="T2" fmla="*/ 0 w 4215"/>
                  <a:gd name="T3" fmla="*/ 0 h 3969"/>
                  <a:gd name="T4" fmla="*/ 0 w 4215"/>
                  <a:gd name="T5" fmla="*/ 0 h 3969"/>
                  <a:gd name="T6" fmla="*/ 0 w 4215"/>
                  <a:gd name="T7" fmla="*/ 0 h 3969"/>
                  <a:gd name="T8" fmla="*/ 0 w 4215"/>
                  <a:gd name="T9" fmla="*/ 0 h 3969"/>
                  <a:gd name="T10" fmla="*/ 0 w 4215"/>
                  <a:gd name="T11" fmla="*/ 0 h 3969"/>
                  <a:gd name="T12" fmla="*/ 0 w 4215"/>
                  <a:gd name="T13" fmla="*/ 0 h 3969"/>
                  <a:gd name="T14" fmla="*/ 0 w 4215"/>
                  <a:gd name="T15" fmla="*/ 0 h 3969"/>
                  <a:gd name="T16" fmla="*/ 0 w 4215"/>
                  <a:gd name="T17" fmla="*/ 0 h 3969"/>
                  <a:gd name="T18" fmla="*/ 0 w 4215"/>
                  <a:gd name="T19" fmla="*/ 0 h 3969"/>
                  <a:gd name="T20" fmla="*/ 0 w 4215"/>
                  <a:gd name="T21" fmla="*/ 0 h 3969"/>
                  <a:gd name="T22" fmla="*/ 0 w 4215"/>
                  <a:gd name="T23" fmla="*/ 0 h 3969"/>
                  <a:gd name="T24" fmla="*/ 0 w 4215"/>
                  <a:gd name="T25" fmla="*/ 0 h 3969"/>
                  <a:gd name="T26" fmla="*/ 0 w 4215"/>
                  <a:gd name="T27" fmla="*/ 0 h 3969"/>
                  <a:gd name="T28" fmla="*/ 0 w 4215"/>
                  <a:gd name="T29" fmla="*/ 0 h 3969"/>
                  <a:gd name="T30" fmla="*/ 0 w 4215"/>
                  <a:gd name="T31" fmla="*/ 0 h 3969"/>
                  <a:gd name="T32" fmla="*/ 0 w 4215"/>
                  <a:gd name="T33" fmla="*/ 0 h 3969"/>
                  <a:gd name="T34" fmla="*/ 0 w 4215"/>
                  <a:gd name="T35" fmla="*/ 0 h 3969"/>
                  <a:gd name="T36" fmla="*/ 0 w 4215"/>
                  <a:gd name="T37" fmla="*/ 0 h 3969"/>
                  <a:gd name="T38" fmla="*/ 0 w 4215"/>
                  <a:gd name="T39" fmla="*/ 0 h 3969"/>
                  <a:gd name="T40" fmla="*/ 0 w 4215"/>
                  <a:gd name="T41" fmla="*/ 0 h 3969"/>
                  <a:gd name="T42" fmla="*/ 0 w 4215"/>
                  <a:gd name="T43" fmla="*/ 0 h 3969"/>
                  <a:gd name="T44" fmla="*/ 0 w 4215"/>
                  <a:gd name="T45" fmla="*/ 0 h 3969"/>
                  <a:gd name="T46" fmla="*/ 0 w 4215"/>
                  <a:gd name="T47" fmla="*/ 0 h 3969"/>
                  <a:gd name="T48" fmla="*/ 0 w 4215"/>
                  <a:gd name="T49" fmla="*/ 0 h 3969"/>
                  <a:gd name="T50" fmla="*/ 0 w 4215"/>
                  <a:gd name="T51" fmla="*/ 0 h 3969"/>
                  <a:gd name="T52" fmla="*/ 0 w 4215"/>
                  <a:gd name="T53" fmla="*/ 0 h 3969"/>
                  <a:gd name="T54" fmla="*/ 0 w 4215"/>
                  <a:gd name="T55" fmla="*/ 0 h 3969"/>
                  <a:gd name="T56" fmla="*/ 0 w 4215"/>
                  <a:gd name="T57" fmla="*/ 0 h 3969"/>
                  <a:gd name="T58" fmla="*/ 0 w 4215"/>
                  <a:gd name="T59" fmla="*/ 0 h 3969"/>
                  <a:gd name="T60" fmla="*/ 0 w 4215"/>
                  <a:gd name="T61" fmla="*/ 0 h 3969"/>
                  <a:gd name="T62" fmla="*/ 0 w 4215"/>
                  <a:gd name="T63" fmla="*/ 0 h 3969"/>
                  <a:gd name="T64" fmla="*/ 0 w 4215"/>
                  <a:gd name="T65" fmla="*/ 0 h 3969"/>
                  <a:gd name="T66" fmla="*/ 0 w 4215"/>
                  <a:gd name="T67" fmla="*/ 0 h 3969"/>
                  <a:gd name="T68" fmla="*/ 0 w 4215"/>
                  <a:gd name="T69" fmla="*/ 0 h 3969"/>
                  <a:gd name="T70" fmla="*/ 0 w 4215"/>
                  <a:gd name="T71" fmla="*/ 0 h 3969"/>
                  <a:gd name="T72" fmla="*/ 0 w 4215"/>
                  <a:gd name="T73" fmla="*/ 0 h 3969"/>
                  <a:gd name="T74" fmla="*/ 0 w 4215"/>
                  <a:gd name="T75" fmla="*/ 0 h 396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215"/>
                  <a:gd name="T115" fmla="*/ 0 h 3969"/>
                  <a:gd name="T116" fmla="*/ 4215 w 4215"/>
                  <a:gd name="T117" fmla="*/ 3969 h 396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215" h="3969">
                    <a:moveTo>
                      <a:pt x="1158" y="0"/>
                    </a:moveTo>
                    <a:lnTo>
                      <a:pt x="897" y="255"/>
                    </a:lnTo>
                    <a:lnTo>
                      <a:pt x="743" y="466"/>
                    </a:lnTo>
                    <a:lnTo>
                      <a:pt x="743" y="706"/>
                    </a:lnTo>
                    <a:lnTo>
                      <a:pt x="920" y="591"/>
                    </a:lnTo>
                    <a:lnTo>
                      <a:pt x="920" y="756"/>
                    </a:lnTo>
                    <a:lnTo>
                      <a:pt x="1314" y="1684"/>
                    </a:lnTo>
                    <a:lnTo>
                      <a:pt x="1224" y="1582"/>
                    </a:lnTo>
                    <a:lnTo>
                      <a:pt x="1134" y="1582"/>
                    </a:lnTo>
                    <a:lnTo>
                      <a:pt x="1072" y="1610"/>
                    </a:lnTo>
                    <a:lnTo>
                      <a:pt x="1031" y="1644"/>
                    </a:lnTo>
                    <a:lnTo>
                      <a:pt x="1174" y="1960"/>
                    </a:lnTo>
                    <a:lnTo>
                      <a:pt x="1448" y="2451"/>
                    </a:lnTo>
                    <a:lnTo>
                      <a:pt x="1868" y="2890"/>
                    </a:lnTo>
                    <a:lnTo>
                      <a:pt x="2031" y="3026"/>
                    </a:lnTo>
                    <a:lnTo>
                      <a:pt x="2031" y="3116"/>
                    </a:lnTo>
                    <a:lnTo>
                      <a:pt x="1930" y="3239"/>
                    </a:lnTo>
                    <a:lnTo>
                      <a:pt x="1930" y="3380"/>
                    </a:lnTo>
                    <a:lnTo>
                      <a:pt x="2129" y="3343"/>
                    </a:lnTo>
                    <a:lnTo>
                      <a:pt x="2158" y="3295"/>
                    </a:lnTo>
                    <a:lnTo>
                      <a:pt x="2145" y="3228"/>
                    </a:lnTo>
                    <a:lnTo>
                      <a:pt x="2094" y="3191"/>
                    </a:lnTo>
                    <a:lnTo>
                      <a:pt x="2296" y="3239"/>
                    </a:lnTo>
                    <a:lnTo>
                      <a:pt x="2435" y="3228"/>
                    </a:lnTo>
                    <a:lnTo>
                      <a:pt x="2575" y="3178"/>
                    </a:lnTo>
                    <a:lnTo>
                      <a:pt x="2712" y="3065"/>
                    </a:lnTo>
                    <a:lnTo>
                      <a:pt x="2815" y="2967"/>
                    </a:lnTo>
                    <a:lnTo>
                      <a:pt x="2749" y="3076"/>
                    </a:lnTo>
                    <a:lnTo>
                      <a:pt x="2700" y="3166"/>
                    </a:lnTo>
                    <a:lnTo>
                      <a:pt x="2903" y="3191"/>
                    </a:lnTo>
                    <a:lnTo>
                      <a:pt x="3154" y="3203"/>
                    </a:lnTo>
                    <a:lnTo>
                      <a:pt x="3357" y="3154"/>
                    </a:lnTo>
                    <a:lnTo>
                      <a:pt x="3433" y="2855"/>
                    </a:lnTo>
                    <a:lnTo>
                      <a:pt x="3468" y="2855"/>
                    </a:lnTo>
                    <a:lnTo>
                      <a:pt x="3494" y="2890"/>
                    </a:lnTo>
                    <a:lnTo>
                      <a:pt x="3521" y="2991"/>
                    </a:lnTo>
                    <a:lnTo>
                      <a:pt x="3535" y="3076"/>
                    </a:lnTo>
                    <a:lnTo>
                      <a:pt x="4203" y="3039"/>
                    </a:lnTo>
                    <a:lnTo>
                      <a:pt x="4215" y="3116"/>
                    </a:lnTo>
                    <a:lnTo>
                      <a:pt x="4215" y="3178"/>
                    </a:lnTo>
                    <a:lnTo>
                      <a:pt x="4189" y="3254"/>
                    </a:lnTo>
                    <a:lnTo>
                      <a:pt x="4037" y="3265"/>
                    </a:lnTo>
                    <a:lnTo>
                      <a:pt x="3913" y="3343"/>
                    </a:lnTo>
                    <a:lnTo>
                      <a:pt x="3683" y="3390"/>
                    </a:lnTo>
                    <a:lnTo>
                      <a:pt x="3481" y="3380"/>
                    </a:lnTo>
                    <a:lnTo>
                      <a:pt x="3281" y="3441"/>
                    </a:lnTo>
                    <a:lnTo>
                      <a:pt x="3105" y="3481"/>
                    </a:lnTo>
                    <a:lnTo>
                      <a:pt x="2852" y="3492"/>
                    </a:lnTo>
                    <a:lnTo>
                      <a:pt x="2547" y="3457"/>
                    </a:lnTo>
                    <a:lnTo>
                      <a:pt x="2320" y="3481"/>
                    </a:lnTo>
                    <a:lnTo>
                      <a:pt x="2129" y="3542"/>
                    </a:lnTo>
                    <a:lnTo>
                      <a:pt x="1990" y="3620"/>
                    </a:lnTo>
                    <a:lnTo>
                      <a:pt x="1615" y="3516"/>
                    </a:lnTo>
                    <a:lnTo>
                      <a:pt x="681" y="3969"/>
                    </a:lnTo>
                    <a:lnTo>
                      <a:pt x="0" y="3969"/>
                    </a:lnTo>
                    <a:lnTo>
                      <a:pt x="176" y="1723"/>
                    </a:lnTo>
                    <a:lnTo>
                      <a:pt x="328" y="1244"/>
                    </a:lnTo>
                    <a:lnTo>
                      <a:pt x="266" y="1558"/>
                    </a:lnTo>
                    <a:lnTo>
                      <a:pt x="418" y="2059"/>
                    </a:lnTo>
                    <a:lnTo>
                      <a:pt x="418" y="2500"/>
                    </a:lnTo>
                    <a:lnTo>
                      <a:pt x="591" y="2977"/>
                    </a:lnTo>
                    <a:lnTo>
                      <a:pt x="681" y="2977"/>
                    </a:lnTo>
                    <a:lnTo>
                      <a:pt x="907" y="2488"/>
                    </a:lnTo>
                    <a:lnTo>
                      <a:pt x="602" y="1886"/>
                    </a:lnTo>
                    <a:lnTo>
                      <a:pt x="556" y="1697"/>
                    </a:lnTo>
                    <a:lnTo>
                      <a:pt x="528" y="1497"/>
                    </a:lnTo>
                    <a:lnTo>
                      <a:pt x="556" y="1281"/>
                    </a:lnTo>
                    <a:lnTo>
                      <a:pt x="681" y="780"/>
                    </a:lnTo>
                    <a:lnTo>
                      <a:pt x="618" y="729"/>
                    </a:lnTo>
                    <a:lnTo>
                      <a:pt x="577" y="665"/>
                    </a:lnTo>
                    <a:lnTo>
                      <a:pt x="567" y="618"/>
                    </a:lnTo>
                    <a:lnTo>
                      <a:pt x="441" y="905"/>
                    </a:lnTo>
                    <a:lnTo>
                      <a:pt x="540" y="591"/>
                    </a:lnTo>
                    <a:lnTo>
                      <a:pt x="591" y="517"/>
                    </a:lnTo>
                    <a:lnTo>
                      <a:pt x="769" y="317"/>
                    </a:lnTo>
                    <a:lnTo>
                      <a:pt x="943" y="139"/>
                    </a:lnTo>
                    <a:lnTo>
                      <a:pt x="11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66" name="Freeform 460"/>
              <p:cNvSpPr>
                <a:spLocks/>
              </p:cNvSpPr>
              <p:nvPr/>
            </p:nvSpPr>
            <p:spPr bwMode="auto">
              <a:xfrm>
                <a:off x="2020" y="1797"/>
                <a:ext cx="163" cy="265"/>
              </a:xfrm>
              <a:custGeom>
                <a:avLst/>
                <a:gdLst>
                  <a:gd name="T0" fmla="*/ 0 w 1300"/>
                  <a:gd name="T1" fmla="*/ 0 h 2125"/>
                  <a:gd name="T2" fmla="*/ 0 w 1300"/>
                  <a:gd name="T3" fmla="*/ 0 h 2125"/>
                  <a:gd name="T4" fmla="*/ 0 w 1300"/>
                  <a:gd name="T5" fmla="*/ 0 h 2125"/>
                  <a:gd name="T6" fmla="*/ 0 w 1300"/>
                  <a:gd name="T7" fmla="*/ 0 h 2125"/>
                  <a:gd name="T8" fmla="*/ 0 w 1300"/>
                  <a:gd name="T9" fmla="*/ 0 h 2125"/>
                  <a:gd name="T10" fmla="*/ 0 w 1300"/>
                  <a:gd name="T11" fmla="*/ 0 h 2125"/>
                  <a:gd name="T12" fmla="*/ 0 w 1300"/>
                  <a:gd name="T13" fmla="*/ 0 h 2125"/>
                  <a:gd name="T14" fmla="*/ 0 w 1300"/>
                  <a:gd name="T15" fmla="*/ 0 h 2125"/>
                  <a:gd name="T16" fmla="*/ 0 w 1300"/>
                  <a:gd name="T17" fmla="*/ 0 h 2125"/>
                  <a:gd name="T18" fmla="*/ 0 w 1300"/>
                  <a:gd name="T19" fmla="*/ 0 h 2125"/>
                  <a:gd name="T20" fmla="*/ 0 w 1300"/>
                  <a:gd name="T21" fmla="*/ 0 h 2125"/>
                  <a:gd name="T22" fmla="*/ 0 w 1300"/>
                  <a:gd name="T23" fmla="*/ 0 h 2125"/>
                  <a:gd name="T24" fmla="*/ 0 w 1300"/>
                  <a:gd name="T25" fmla="*/ 0 h 2125"/>
                  <a:gd name="T26" fmla="*/ 0 w 1300"/>
                  <a:gd name="T27" fmla="*/ 0 h 2125"/>
                  <a:gd name="T28" fmla="*/ 0 w 1300"/>
                  <a:gd name="T29" fmla="*/ 0 h 2125"/>
                  <a:gd name="T30" fmla="*/ 0 w 1300"/>
                  <a:gd name="T31" fmla="*/ 0 h 2125"/>
                  <a:gd name="T32" fmla="*/ 0 w 1300"/>
                  <a:gd name="T33" fmla="*/ 0 h 2125"/>
                  <a:gd name="T34" fmla="*/ 0 w 1300"/>
                  <a:gd name="T35" fmla="*/ 0 h 2125"/>
                  <a:gd name="T36" fmla="*/ 0 w 1300"/>
                  <a:gd name="T37" fmla="*/ 0 h 2125"/>
                  <a:gd name="T38" fmla="*/ 0 w 1300"/>
                  <a:gd name="T39" fmla="*/ 0 h 2125"/>
                  <a:gd name="T40" fmla="*/ 0 w 1300"/>
                  <a:gd name="T41" fmla="*/ 0 h 2125"/>
                  <a:gd name="T42" fmla="*/ 0 w 1300"/>
                  <a:gd name="T43" fmla="*/ 0 h 2125"/>
                  <a:gd name="T44" fmla="*/ 0 w 1300"/>
                  <a:gd name="T45" fmla="*/ 0 h 2125"/>
                  <a:gd name="T46" fmla="*/ 0 w 1300"/>
                  <a:gd name="T47" fmla="*/ 0 h 2125"/>
                  <a:gd name="T48" fmla="*/ 0 w 1300"/>
                  <a:gd name="T49" fmla="*/ 0 h 2125"/>
                  <a:gd name="T50" fmla="*/ 0 w 1300"/>
                  <a:gd name="T51" fmla="*/ 0 h 2125"/>
                  <a:gd name="T52" fmla="*/ 0 w 1300"/>
                  <a:gd name="T53" fmla="*/ 0 h 2125"/>
                  <a:gd name="T54" fmla="*/ 0 w 1300"/>
                  <a:gd name="T55" fmla="*/ 0 h 2125"/>
                  <a:gd name="T56" fmla="*/ 0 w 1300"/>
                  <a:gd name="T57" fmla="*/ 0 h 2125"/>
                  <a:gd name="T58" fmla="*/ 0 w 1300"/>
                  <a:gd name="T59" fmla="*/ 0 h 2125"/>
                  <a:gd name="T60" fmla="*/ 0 w 1300"/>
                  <a:gd name="T61" fmla="*/ 0 h 2125"/>
                  <a:gd name="T62" fmla="*/ 0 w 1300"/>
                  <a:gd name="T63" fmla="*/ 0 h 2125"/>
                  <a:gd name="T64" fmla="*/ 0 w 1300"/>
                  <a:gd name="T65" fmla="*/ 0 h 2125"/>
                  <a:gd name="T66" fmla="*/ 0 w 1300"/>
                  <a:gd name="T67" fmla="*/ 0 h 2125"/>
                  <a:gd name="T68" fmla="*/ 0 w 1300"/>
                  <a:gd name="T69" fmla="*/ 0 h 2125"/>
                  <a:gd name="T70" fmla="*/ 0 w 1300"/>
                  <a:gd name="T71" fmla="*/ 0 h 2125"/>
                  <a:gd name="T72" fmla="*/ 0 w 1300"/>
                  <a:gd name="T73" fmla="*/ 0 h 2125"/>
                  <a:gd name="T74" fmla="*/ 0 w 1300"/>
                  <a:gd name="T75" fmla="*/ 0 h 2125"/>
                  <a:gd name="T76" fmla="*/ 0 w 1300"/>
                  <a:gd name="T77" fmla="*/ 0 h 2125"/>
                  <a:gd name="T78" fmla="*/ 0 w 1300"/>
                  <a:gd name="T79" fmla="*/ 0 h 212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300"/>
                  <a:gd name="T121" fmla="*/ 0 h 2125"/>
                  <a:gd name="T122" fmla="*/ 1300 w 1300"/>
                  <a:gd name="T123" fmla="*/ 2125 h 212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300" h="2125">
                    <a:moveTo>
                      <a:pt x="0" y="140"/>
                    </a:moveTo>
                    <a:lnTo>
                      <a:pt x="378" y="378"/>
                    </a:lnTo>
                    <a:lnTo>
                      <a:pt x="641" y="829"/>
                    </a:lnTo>
                    <a:lnTo>
                      <a:pt x="641" y="1020"/>
                    </a:lnTo>
                    <a:lnTo>
                      <a:pt x="984" y="1318"/>
                    </a:lnTo>
                    <a:lnTo>
                      <a:pt x="1111" y="1556"/>
                    </a:lnTo>
                    <a:lnTo>
                      <a:pt x="1083" y="967"/>
                    </a:lnTo>
                    <a:lnTo>
                      <a:pt x="1083" y="589"/>
                    </a:lnTo>
                    <a:lnTo>
                      <a:pt x="1111" y="327"/>
                    </a:lnTo>
                    <a:lnTo>
                      <a:pt x="1072" y="266"/>
                    </a:lnTo>
                    <a:lnTo>
                      <a:pt x="984" y="378"/>
                    </a:lnTo>
                    <a:lnTo>
                      <a:pt x="906" y="424"/>
                    </a:lnTo>
                    <a:lnTo>
                      <a:pt x="998" y="327"/>
                    </a:lnTo>
                    <a:lnTo>
                      <a:pt x="1072" y="165"/>
                    </a:lnTo>
                    <a:lnTo>
                      <a:pt x="1160" y="27"/>
                    </a:lnTo>
                    <a:lnTo>
                      <a:pt x="1212" y="0"/>
                    </a:lnTo>
                    <a:lnTo>
                      <a:pt x="1160" y="80"/>
                    </a:lnTo>
                    <a:lnTo>
                      <a:pt x="1224" y="304"/>
                    </a:lnTo>
                    <a:lnTo>
                      <a:pt x="1160" y="304"/>
                    </a:lnTo>
                    <a:lnTo>
                      <a:pt x="1146" y="516"/>
                    </a:lnTo>
                    <a:lnTo>
                      <a:pt x="1184" y="1120"/>
                    </a:lnTo>
                    <a:lnTo>
                      <a:pt x="1247" y="1723"/>
                    </a:lnTo>
                    <a:lnTo>
                      <a:pt x="1300" y="1910"/>
                    </a:lnTo>
                    <a:lnTo>
                      <a:pt x="1035" y="2059"/>
                    </a:lnTo>
                    <a:lnTo>
                      <a:pt x="1146" y="1961"/>
                    </a:lnTo>
                    <a:lnTo>
                      <a:pt x="1095" y="1881"/>
                    </a:lnTo>
                    <a:lnTo>
                      <a:pt x="971" y="1910"/>
                    </a:lnTo>
                    <a:lnTo>
                      <a:pt x="694" y="2099"/>
                    </a:lnTo>
                    <a:lnTo>
                      <a:pt x="606" y="2125"/>
                    </a:lnTo>
                    <a:lnTo>
                      <a:pt x="593" y="2086"/>
                    </a:lnTo>
                    <a:lnTo>
                      <a:pt x="756" y="1934"/>
                    </a:lnTo>
                    <a:lnTo>
                      <a:pt x="1095" y="1821"/>
                    </a:lnTo>
                    <a:lnTo>
                      <a:pt x="1045" y="1685"/>
                    </a:lnTo>
                    <a:lnTo>
                      <a:pt x="1045" y="1547"/>
                    </a:lnTo>
                    <a:lnTo>
                      <a:pt x="998" y="1470"/>
                    </a:lnTo>
                    <a:lnTo>
                      <a:pt x="606" y="1169"/>
                    </a:lnTo>
                    <a:lnTo>
                      <a:pt x="138" y="841"/>
                    </a:lnTo>
                    <a:lnTo>
                      <a:pt x="657" y="1154"/>
                    </a:lnTo>
                    <a:lnTo>
                      <a:pt x="390" y="463"/>
                    </a:lnTo>
                    <a:lnTo>
                      <a:pt x="0" y="1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67" name="Freeform 461"/>
              <p:cNvSpPr>
                <a:spLocks/>
              </p:cNvSpPr>
              <p:nvPr/>
            </p:nvSpPr>
            <p:spPr bwMode="auto">
              <a:xfrm>
                <a:off x="2119" y="2060"/>
                <a:ext cx="26" cy="59"/>
              </a:xfrm>
              <a:custGeom>
                <a:avLst/>
                <a:gdLst>
                  <a:gd name="T0" fmla="*/ 0 w 203"/>
                  <a:gd name="T1" fmla="*/ 0 h 466"/>
                  <a:gd name="T2" fmla="*/ 0 w 203"/>
                  <a:gd name="T3" fmla="*/ 0 h 466"/>
                  <a:gd name="T4" fmla="*/ 0 w 203"/>
                  <a:gd name="T5" fmla="*/ 0 h 466"/>
                  <a:gd name="T6" fmla="*/ 0 w 203"/>
                  <a:gd name="T7" fmla="*/ 0 h 466"/>
                  <a:gd name="T8" fmla="*/ 0 w 203"/>
                  <a:gd name="T9" fmla="*/ 0 h 466"/>
                  <a:gd name="T10" fmla="*/ 0 w 203"/>
                  <a:gd name="T11" fmla="*/ 0 h 466"/>
                  <a:gd name="T12" fmla="*/ 0 w 203"/>
                  <a:gd name="T13" fmla="*/ 0 h 466"/>
                  <a:gd name="T14" fmla="*/ 0 w 203"/>
                  <a:gd name="T15" fmla="*/ 0 h 466"/>
                  <a:gd name="T16" fmla="*/ 0 w 203"/>
                  <a:gd name="T17" fmla="*/ 0 h 4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3"/>
                  <a:gd name="T28" fmla="*/ 0 h 466"/>
                  <a:gd name="T29" fmla="*/ 203 w 203"/>
                  <a:gd name="T30" fmla="*/ 466 h 46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3" h="466">
                    <a:moveTo>
                      <a:pt x="203" y="0"/>
                    </a:moveTo>
                    <a:lnTo>
                      <a:pt x="111" y="51"/>
                    </a:lnTo>
                    <a:lnTo>
                      <a:pt x="0" y="403"/>
                    </a:lnTo>
                    <a:lnTo>
                      <a:pt x="99" y="466"/>
                    </a:lnTo>
                    <a:lnTo>
                      <a:pt x="203" y="378"/>
                    </a:lnTo>
                    <a:lnTo>
                      <a:pt x="203" y="136"/>
                    </a:lnTo>
                    <a:lnTo>
                      <a:pt x="152" y="136"/>
                    </a:lnTo>
                    <a:lnTo>
                      <a:pt x="152" y="76"/>
                    </a:lnTo>
                    <a:lnTo>
                      <a:pt x="20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68" name="Freeform 462"/>
              <p:cNvSpPr>
                <a:spLocks/>
              </p:cNvSpPr>
              <p:nvPr/>
            </p:nvSpPr>
            <p:spPr bwMode="auto">
              <a:xfrm>
                <a:off x="2146" y="2045"/>
                <a:ext cx="63" cy="75"/>
              </a:xfrm>
              <a:custGeom>
                <a:avLst/>
                <a:gdLst>
                  <a:gd name="T0" fmla="*/ 0 w 506"/>
                  <a:gd name="T1" fmla="*/ 0 h 599"/>
                  <a:gd name="T2" fmla="*/ 0 w 506"/>
                  <a:gd name="T3" fmla="*/ 0 h 599"/>
                  <a:gd name="T4" fmla="*/ 0 w 506"/>
                  <a:gd name="T5" fmla="*/ 0 h 599"/>
                  <a:gd name="T6" fmla="*/ 0 w 506"/>
                  <a:gd name="T7" fmla="*/ 0 h 599"/>
                  <a:gd name="T8" fmla="*/ 0 w 506"/>
                  <a:gd name="T9" fmla="*/ 0 h 599"/>
                  <a:gd name="T10" fmla="*/ 0 w 506"/>
                  <a:gd name="T11" fmla="*/ 0 h 599"/>
                  <a:gd name="T12" fmla="*/ 0 w 506"/>
                  <a:gd name="T13" fmla="*/ 0 h 599"/>
                  <a:gd name="T14" fmla="*/ 0 w 506"/>
                  <a:gd name="T15" fmla="*/ 0 h 599"/>
                  <a:gd name="T16" fmla="*/ 0 w 506"/>
                  <a:gd name="T17" fmla="*/ 0 h 599"/>
                  <a:gd name="T18" fmla="*/ 0 w 506"/>
                  <a:gd name="T19" fmla="*/ 0 h 599"/>
                  <a:gd name="T20" fmla="*/ 0 w 506"/>
                  <a:gd name="T21" fmla="*/ 0 h 599"/>
                  <a:gd name="T22" fmla="*/ 0 w 506"/>
                  <a:gd name="T23" fmla="*/ 0 h 599"/>
                  <a:gd name="T24" fmla="*/ 0 w 506"/>
                  <a:gd name="T25" fmla="*/ 0 h 59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6"/>
                  <a:gd name="T40" fmla="*/ 0 h 599"/>
                  <a:gd name="T41" fmla="*/ 506 w 506"/>
                  <a:gd name="T42" fmla="*/ 599 h 59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6" h="599">
                    <a:moveTo>
                      <a:pt x="138" y="162"/>
                    </a:moveTo>
                    <a:lnTo>
                      <a:pt x="317" y="0"/>
                    </a:lnTo>
                    <a:lnTo>
                      <a:pt x="506" y="72"/>
                    </a:lnTo>
                    <a:lnTo>
                      <a:pt x="506" y="173"/>
                    </a:lnTo>
                    <a:lnTo>
                      <a:pt x="391" y="325"/>
                    </a:lnTo>
                    <a:lnTo>
                      <a:pt x="0" y="599"/>
                    </a:lnTo>
                    <a:lnTo>
                      <a:pt x="279" y="364"/>
                    </a:lnTo>
                    <a:lnTo>
                      <a:pt x="317" y="274"/>
                    </a:lnTo>
                    <a:lnTo>
                      <a:pt x="329" y="198"/>
                    </a:lnTo>
                    <a:lnTo>
                      <a:pt x="317" y="138"/>
                    </a:lnTo>
                    <a:lnTo>
                      <a:pt x="279" y="112"/>
                    </a:lnTo>
                    <a:lnTo>
                      <a:pt x="230" y="112"/>
                    </a:lnTo>
                    <a:lnTo>
                      <a:pt x="138" y="16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69" name="Freeform 463"/>
              <p:cNvSpPr>
                <a:spLocks/>
              </p:cNvSpPr>
              <p:nvPr/>
            </p:nvSpPr>
            <p:spPr bwMode="auto">
              <a:xfrm>
                <a:off x="2220" y="2018"/>
                <a:ext cx="389" cy="124"/>
              </a:xfrm>
              <a:custGeom>
                <a:avLst/>
                <a:gdLst>
                  <a:gd name="T0" fmla="*/ 0 w 3106"/>
                  <a:gd name="T1" fmla="*/ 0 h 992"/>
                  <a:gd name="T2" fmla="*/ 0 w 3106"/>
                  <a:gd name="T3" fmla="*/ 0 h 992"/>
                  <a:gd name="T4" fmla="*/ 0 w 3106"/>
                  <a:gd name="T5" fmla="*/ 0 h 992"/>
                  <a:gd name="T6" fmla="*/ 0 w 3106"/>
                  <a:gd name="T7" fmla="*/ 0 h 992"/>
                  <a:gd name="T8" fmla="*/ 0 w 3106"/>
                  <a:gd name="T9" fmla="*/ 0 h 992"/>
                  <a:gd name="T10" fmla="*/ 0 w 3106"/>
                  <a:gd name="T11" fmla="*/ 0 h 992"/>
                  <a:gd name="T12" fmla="*/ 0 w 3106"/>
                  <a:gd name="T13" fmla="*/ 0 h 992"/>
                  <a:gd name="T14" fmla="*/ 0 w 3106"/>
                  <a:gd name="T15" fmla="*/ 0 h 992"/>
                  <a:gd name="T16" fmla="*/ 0 w 3106"/>
                  <a:gd name="T17" fmla="*/ 0 h 992"/>
                  <a:gd name="T18" fmla="*/ 0 w 3106"/>
                  <a:gd name="T19" fmla="*/ 0 h 992"/>
                  <a:gd name="T20" fmla="*/ 0 w 3106"/>
                  <a:gd name="T21" fmla="*/ 0 h 992"/>
                  <a:gd name="T22" fmla="*/ 0 w 3106"/>
                  <a:gd name="T23" fmla="*/ 0 h 992"/>
                  <a:gd name="T24" fmla="*/ 0 w 3106"/>
                  <a:gd name="T25" fmla="*/ 0 h 992"/>
                  <a:gd name="T26" fmla="*/ 0 w 3106"/>
                  <a:gd name="T27" fmla="*/ 0 h 992"/>
                  <a:gd name="T28" fmla="*/ 0 w 3106"/>
                  <a:gd name="T29" fmla="*/ 0 h 992"/>
                  <a:gd name="T30" fmla="*/ 0 w 3106"/>
                  <a:gd name="T31" fmla="*/ 0 h 992"/>
                  <a:gd name="T32" fmla="*/ 0 w 3106"/>
                  <a:gd name="T33" fmla="*/ 0 h 992"/>
                  <a:gd name="T34" fmla="*/ 0 w 3106"/>
                  <a:gd name="T35" fmla="*/ 0 h 992"/>
                  <a:gd name="T36" fmla="*/ 0 w 3106"/>
                  <a:gd name="T37" fmla="*/ 0 h 992"/>
                  <a:gd name="T38" fmla="*/ 0 w 3106"/>
                  <a:gd name="T39" fmla="*/ 0 h 992"/>
                  <a:gd name="T40" fmla="*/ 0 w 3106"/>
                  <a:gd name="T41" fmla="*/ 0 h 992"/>
                  <a:gd name="T42" fmla="*/ 0 w 3106"/>
                  <a:gd name="T43" fmla="*/ 0 h 992"/>
                  <a:gd name="T44" fmla="*/ 0 w 3106"/>
                  <a:gd name="T45" fmla="*/ 0 h 992"/>
                  <a:gd name="T46" fmla="*/ 0 w 3106"/>
                  <a:gd name="T47" fmla="*/ 0 h 992"/>
                  <a:gd name="T48" fmla="*/ 0 w 3106"/>
                  <a:gd name="T49" fmla="*/ 0 h 992"/>
                  <a:gd name="T50" fmla="*/ 0 w 3106"/>
                  <a:gd name="T51" fmla="*/ 0 h 992"/>
                  <a:gd name="T52" fmla="*/ 0 w 3106"/>
                  <a:gd name="T53" fmla="*/ 0 h 992"/>
                  <a:gd name="T54" fmla="*/ 0 w 3106"/>
                  <a:gd name="T55" fmla="*/ 0 h 992"/>
                  <a:gd name="T56" fmla="*/ 0 w 3106"/>
                  <a:gd name="T57" fmla="*/ 0 h 992"/>
                  <a:gd name="T58" fmla="*/ 0 w 3106"/>
                  <a:gd name="T59" fmla="*/ 0 h 992"/>
                  <a:gd name="T60" fmla="*/ 0 w 3106"/>
                  <a:gd name="T61" fmla="*/ 0 h 992"/>
                  <a:gd name="T62" fmla="*/ 0 w 3106"/>
                  <a:gd name="T63" fmla="*/ 0 h 992"/>
                  <a:gd name="T64" fmla="*/ 0 w 3106"/>
                  <a:gd name="T65" fmla="*/ 0 h 992"/>
                  <a:gd name="T66" fmla="*/ 0 w 3106"/>
                  <a:gd name="T67" fmla="*/ 0 h 992"/>
                  <a:gd name="T68" fmla="*/ 0 w 3106"/>
                  <a:gd name="T69" fmla="*/ 0 h 992"/>
                  <a:gd name="T70" fmla="*/ 0 w 3106"/>
                  <a:gd name="T71" fmla="*/ 0 h 992"/>
                  <a:gd name="T72" fmla="*/ 0 w 3106"/>
                  <a:gd name="T73" fmla="*/ 0 h 992"/>
                  <a:gd name="T74" fmla="*/ 0 w 3106"/>
                  <a:gd name="T75" fmla="*/ 0 h 992"/>
                  <a:gd name="T76" fmla="*/ 0 w 3106"/>
                  <a:gd name="T77" fmla="*/ 0 h 992"/>
                  <a:gd name="T78" fmla="*/ 0 w 3106"/>
                  <a:gd name="T79" fmla="*/ 0 h 992"/>
                  <a:gd name="T80" fmla="*/ 0 w 3106"/>
                  <a:gd name="T81" fmla="*/ 0 h 992"/>
                  <a:gd name="T82" fmla="*/ 0 w 3106"/>
                  <a:gd name="T83" fmla="*/ 0 h 992"/>
                  <a:gd name="T84" fmla="*/ 0 w 3106"/>
                  <a:gd name="T85" fmla="*/ 0 h 992"/>
                  <a:gd name="T86" fmla="*/ 0 w 3106"/>
                  <a:gd name="T87" fmla="*/ 0 h 992"/>
                  <a:gd name="T88" fmla="*/ 0 w 3106"/>
                  <a:gd name="T89" fmla="*/ 0 h 99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3106"/>
                  <a:gd name="T136" fmla="*/ 0 h 992"/>
                  <a:gd name="T137" fmla="*/ 3106 w 3106"/>
                  <a:gd name="T138" fmla="*/ 992 h 99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3106" h="992">
                    <a:moveTo>
                      <a:pt x="0" y="215"/>
                    </a:moveTo>
                    <a:lnTo>
                      <a:pt x="430" y="377"/>
                    </a:lnTo>
                    <a:lnTo>
                      <a:pt x="540" y="268"/>
                    </a:lnTo>
                    <a:lnTo>
                      <a:pt x="770" y="268"/>
                    </a:lnTo>
                    <a:lnTo>
                      <a:pt x="896" y="364"/>
                    </a:lnTo>
                    <a:lnTo>
                      <a:pt x="1010" y="327"/>
                    </a:lnTo>
                    <a:lnTo>
                      <a:pt x="1603" y="314"/>
                    </a:lnTo>
                    <a:lnTo>
                      <a:pt x="2017" y="226"/>
                    </a:lnTo>
                    <a:lnTo>
                      <a:pt x="2589" y="0"/>
                    </a:lnTo>
                    <a:lnTo>
                      <a:pt x="2663" y="49"/>
                    </a:lnTo>
                    <a:lnTo>
                      <a:pt x="2676" y="100"/>
                    </a:lnTo>
                    <a:lnTo>
                      <a:pt x="2614" y="162"/>
                    </a:lnTo>
                    <a:lnTo>
                      <a:pt x="2689" y="238"/>
                    </a:lnTo>
                    <a:lnTo>
                      <a:pt x="2713" y="302"/>
                    </a:lnTo>
                    <a:lnTo>
                      <a:pt x="2689" y="377"/>
                    </a:lnTo>
                    <a:lnTo>
                      <a:pt x="3091" y="413"/>
                    </a:lnTo>
                    <a:lnTo>
                      <a:pt x="3106" y="439"/>
                    </a:lnTo>
                    <a:lnTo>
                      <a:pt x="2689" y="461"/>
                    </a:lnTo>
                    <a:lnTo>
                      <a:pt x="2689" y="500"/>
                    </a:lnTo>
                    <a:lnTo>
                      <a:pt x="2713" y="540"/>
                    </a:lnTo>
                    <a:lnTo>
                      <a:pt x="3078" y="553"/>
                    </a:lnTo>
                    <a:lnTo>
                      <a:pt x="3043" y="602"/>
                    </a:lnTo>
                    <a:lnTo>
                      <a:pt x="2737" y="665"/>
                    </a:lnTo>
                    <a:lnTo>
                      <a:pt x="2737" y="715"/>
                    </a:lnTo>
                    <a:lnTo>
                      <a:pt x="2953" y="715"/>
                    </a:lnTo>
                    <a:lnTo>
                      <a:pt x="2977" y="680"/>
                    </a:lnTo>
                    <a:lnTo>
                      <a:pt x="2965" y="740"/>
                    </a:lnTo>
                    <a:lnTo>
                      <a:pt x="2589" y="791"/>
                    </a:lnTo>
                    <a:lnTo>
                      <a:pt x="2160" y="814"/>
                    </a:lnTo>
                    <a:lnTo>
                      <a:pt x="1992" y="814"/>
                    </a:lnTo>
                    <a:lnTo>
                      <a:pt x="1753" y="854"/>
                    </a:lnTo>
                    <a:lnTo>
                      <a:pt x="1676" y="992"/>
                    </a:lnTo>
                    <a:lnTo>
                      <a:pt x="1314" y="992"/>
                    </a:lnTo>
                    <a:lnTo>
                      <a:pt x="1641" y="953"/>
                    </a:lnTo>
                    <a:lnTo>
                      <a:pt x="1692" y="867"/>
                    </a:lnTo>
                    <a:lnTo>
                      <a:pt x="1715" y="752"/>
                    </a:lnTo>
                    <a:lnTo>
                      <a:pt x="1715" y="641"/>
                    </a:lnTo>
                    <a:lnTo>
                      <a:pt x="1676" y="489"/>
                    </a:lnTo>
                    <a:lnTo>
                      <a:pt x="1630" y="364"/>
                    </a:lnTo>
                    <a:lnTo>
                      <a:pt x="1010" y="377"/>
                    </a:lnTo>
                    <a:lnTo>
                      <a:pt x="881" y="401"/>
                    </a:lnTo>
                    <a:lnTo>
                      <a:pt x="669" y="314"/>
                    </a:lnTo>
                    <a:lnTo>
                      <a:pt x="468" y="473"/>
                    </a:lnTo>
                    <a:lnTo>
                      <a:pt x="415" y="401"/>
                    </a:lnTo>
                    <a:lnTo>
                      <a:pt x="0" y="2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0" name="Freeform 464"/>
              <p:cNvSpPr>
                <a:spLocks/>
              </p:cNvSpPr>
              <p:nvPr/>
            </p:nvSpPr>
            <p:spPr bwMode="auto">
              <a:xfrm>
                <a:off x="2328" y="2081"/>
                <a:ext cx="45" cy="18"/>
              </a:xfrm>
              <a:custGeom>
                <a:avLst/>
                <a:gdLst>
                  <a:gd name="T0" fmla="*/ 0 w 366"/>
                  <a:gd name="T1" fmla="*/ 0 h 150"/>
                  <a:gd name="T2" fmla="*/ 0 w 366"/>
                  <a:gd name="T3" fmla="*/ 0 h 150"/>
                  <a:gd name="T4" fmla="*/ 0 w 366"/>
                  <a:gd name="T5" fmla="*/ 0 h 150"/>
                  <a:gd name="T6" fmla="*/ 0 w 366"/>
                  <a:gd name="T7" fmla="*/ 0 h 150"/>
                  <a:gd name="T8" fmla="*/ 0 w 366"/>
                  <a:gd name="T9" fmla="*/ 0 h 150"/>
                  <a:gd name="T10" fmla="*/ 0 w 366"/>
                  <a:gd name="T11" fmla="*/ 0 h 150"/>
                  <a:gd name="T12" fmla="*/ 0 60000 65536"/>
                  <a:gd name="T13" fmla="*/ 0 60000 65536"/>
                  <a:gd name="T14" fmla="*/ 0 60000 65536"/>
                  <a:gd name="T15" fmla="*/ 0 60000 65536"/>
                  <a:gd name="T16" fmla="*/ 0 60000 65536"/>
                  <a:gd name="T17" fmla="*/ 0 60000 65536"/>
                  <a:gd name="T18" fmla="*/ 0 w 366"/>
                  <a:gd name="T19" fmla="*/ 0 h 150"/>
                  <a:gd name="T20" fmla="*/ 366 w 366"/>
                  <a:gd name="T21" fmla="*/ 150 h 150"/>
                </a:gdLst>
                <a:ahLst/>
                <a:cxnLst>
                  <a:cxn ang="T12">
                    <a:pos x="T0" y="T1"/>
                  </a:cxn>
                  <a:cxn ang="T13">
                    <a:pos x="T2" y="T3"/>
                  </a:cxn>
                  <a:cxn ang="T14">
                    <a:pos x="T4" y="T5"/>
                  </a:cxn>
                  <a:cxn ang="T15">
                    <a:pos x="T6" y="T7"/>
                  </a:cxn>
                  <a:cxn ang="T16">
                    <a:pos x="T8" y="T9"/>
                  </a:cxn>
                  <a:cxn ang="T17">
                    <a:pos x="T10" y="T11"/>
                  </a:cxn>
                </a:cxnLst>
                <a:rect l="T18" t="T19" r="T20" b="T21"/>
                <a:pathLst>
                  <a:path w="366" h="150">
                    <a:moveTo>
                      <a:pt x="366" y="114"/>
                    </a:moveTo>
                    <a:lnTo>
                      <a:pt x="200" y="0"/>
                    </a:lnTo>
                    <a:lnTo>
                      <a:pt x="0" y="40"/>
                    </a:lnTo>
                    <a:lnTo>
                      <a:pt x="38" y="93"/>
                    </a:lnTo>
                    <a:lnTo>
                      <a:pt x="302" y="150"/>
                    </a:lnTo>
                    <a:lnTo>
                      <a:pt x="366" y="1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1" name="Freeform 465"/>
              <p:cNvSpPr>
                <a:spLocks/>
              </p:cNvSpPr>
              <p:nvPr/>
            </p:nvSpPr>
            <p:spPr bwMode="auto">
              <a:xfrm>
                <a:off x="2175" y="1770"/>
                <a:ext cx="39" cy="273"/>
              </a:xfrm>
              <a:custGeom>
                <a:avLst/>
                <a:gdLst>
                  <a:gd name="T0" fmla="*/ 0 w 315"/>
                  <a:gd name="T1" fmla="*/ 0 h 2186"/>
                  <a:gd name="T2" fmla="*/ 0 w 315"/>
                  <a:gd name="T3" fmla="*/ 0 h 2186"/>
                  <a:gd name="T4" fmla="*/ 0 w 315"/>
                  <a:gd name="T5" fmla="*/ 0 h 2186"/>
                  <a:gd name="T6" fmla="*/ 0 w 315"/>
                  <a:gd name="T7" fmla="*/ 0 h 2186"/>
                  <a:gd name="T8" fmla="*/ 0 w 315"/>
                  <a:gd name="T9" fmla="*/ 0 h 2186"/>
                  <a:gd name="T10" fmla="*/ 0 w 315"/>
                  <a:gd name="T11" fmla="*/ 0 h 2186"/>
                  <a:gd name="T12" fmla="*/ 0 w 315"/>
                  <a:gd name="T13" fmla="*/ 0 h 2186"/>
                  <a:gd name="T14" fmla="*/ 0 w 315"/>
                  <a:gd name="T15" fmla="*/ 0 h 2186"/>
                  <a:gd name="T16" fmla="*/ 0 w 315"/>
                  <a:gd name="T17" fmla="*/ 0 h 2186"/>
                  <a:gd name="T18" fmla="*/ 0 w 315"/>
                  <a:gd name="T19" fmla="*/ 0 h 2186"/>
                  <a:gd name="T20" fmla="*/ 0 w 315"/>
                  <a:gd name="T21" fmla="*/ 0 h 2186"/>
                  <a:gd name="T22" fmla="*/ 0 w 315"/>
                  <a:gd name="T23" fmla="*/ 0 h 2186"/>
                  <a:gd name="T24" fmla="*/ 0 w 315"/>
                  <a:gd name="T25" fmla="*/ 0 h 2186"/>
                  <a:gd name="T26" fmla="*/ 0 w 315"/>
                  <a:gd name="T27" fmla="*/ 0 h 2186"/>
                  <a:gd name="T28" fmla="*/ 0 w 315"/>
                  <a:gd name="T29" fmla="*/ 0 h 2186"/>
                  <a:gd name="T30" fmla="*/ 0 w 315"/>
                  <a:gd name="T31" fmla="*/ 0 h 2186"/>
                  <a:gd name="T32" fmla="*/ 0 w 315"/>
                  <a:gd name="T33" fmla="*/ 0 h 2186"/>
                  <a:gd name="T34" fmla="*/ 0 w 315"/>
                  <a:gd name="T35" fmla="*/ 0 h 2186"/>
                  <a:gd name="T36" fmla="*/ 0 w 315"/>
                  <a:gd name="T37" fmla="*/ 0 h 2186"/>
                  <a:gd name="T38" fmla="*/ 0 w 315"/>
                  <a:gd name="T39" fmla="*/ 0 h 2186"/>
                  <a:gd name="T40" fmla="*/ 0 w 315"/>
                  <a:gd name="T41" fmla="*/ 0 h 2186"/>
                  <a:gd name="T42" fmla="*/ 0 w 315"/>
                  <a:gd name="T43" fmla="*/ 0 h 2186"/>
                  <a:gd name="T44" fmla="*/ 0 w 315"/>
                  <a:gd name="T45" fmla="*/ 0 h 2186"/>
                  <a:gd name="T46" fmla="*/ 0 w 315"/>
                  <a:gd name="T47" fmla="*/ 0 h 218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15"/>
                  <a:gd name="T73" fmla="*/ 0 h 2186"/>
                  <a:gd name="T74" fmla="*/ 315 w 315"/>
                  <a:gd name="T75" fmla="*/ 2186 h 218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15" h="2186">
                    <a:moveTo>
                      <a:pt x="175" y="2133"/>
                    </a:moveTo>
                    <a:lnTo>
                      <a:pt x="214" y="2085"/>
                    </a:lnTo>
                    <a:lnTo>
                      <a:pt x="214" y="1958"/>
                    </a:lnTo>
                    <a:lnTo>
                      <a:pt x="124" y="1633"/>
                    </a:lnTo>
                    <a:lnTo>
                      <a:pt x="62" y="1180"/>
                    </a:lnTo>
                    <a:lnTo>
                      <a:pt x="49" y="796"/>
                    </a:lnTo>
                    <a:lnTo>
                      <a:pt x="21" y="540"/>
                    </a:lnTo>
                    <a:lnTo>
                      <a:pt x="49" y="466"/>
                    </a:lnTo>
                    <a:lnTo>
                      <a:pt x="49" y="325"/>
                    </a:lnTo>
                    <a:lnTo>
                      <a:pt x="0" y="213"/>
                    </a:lnTo>
                    <a:lnTo>
                      <a:pt x="73" y="277"/>
                    </a:lnTo>
                    <a:lnTo>
                      <a:pt x="99" y="213"/>
                    </a:lnTo>
                    <a:lnTo>
                      <a:pt x="111" y="127"/>
                    </a:lnTo>
                    <a:lnTo>
                      <a:pt x="111" y="0"/>
                    </a:lnTo>
                    <a:lnTo>
                      <a:pt x="124" y="104"/>
                    </a:lnTo>
                    <a:lnTo>
                      <a:pt x="136" y="213"/>
                    </a:lnTo>
                    <a:lnTo>
                      <a:pt x="111" y="341"/>
                    </a:lnTo>
                    <a:lnTo>
                      <a:pt x="73" y="466"/>
                    </a:lnTo>
                    <a:lnTo>
                      <a:pt x="49" y="551"/>
                    </a:lnTo>
                    <a:lnTo>
                      <a:pt x="111" y="1292"/>
                    </a:lnTo>
                    <a:lnTo>
                      <a:pt x="185" y="1732"/>
                    </a:lnTo>
                    <a:lnTo>
                      <a:pt x="262" y="1958"/>
                    </a:lnTo>
                    <a:lnTo>
                      <a:pt x="315" y="2186"/>
                    </a:lnTo>
                    <a:lnTo>
                      <a:pt x="175" y="21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2" name="Freeform 466"/>
              <p:cNvSpPr>
                <a:spLocks/>
              </p:cNvSpPr>
              <p:nvPr/>
            </p:nvSpPr>
            <p:spPr bwMode="auto">
              <a:xfrm>
                <a:off x="2215" y="1750"/>
                <a:ext cx="217" cy="307"/>
              </a:xfrm>
              <a:custGeom>
                <a:avLst/>
                <a:gdLst>
                  <a:gd name="T0" fmla="*/ 0 w 1731"/>
                  <a:gd name="T1" fmla="*/ 0 h 2462"/>
                  <a:gd name="T2" fmla="*/ 0 w 1731"/>
                  <a:gd name="T3" fmla="*/ 0 h 2462"/>
                  <a:gd name="T4" fmla="*/ 0 w 1731"/>
                  <a:gd name="T5" fmla="*/ 0 h 2462"/>
                  <a:gd name="T6" fmla="*/ 0 w 1731"/>
                  <a:gd name="T7" fmla="*/ 0 h 2462"/>
                  <a:gd name="T8" fmla="*/ 0 w 1731"/>
                  <a:gd name="T9" fmla="*/ 0 h 2462"/>
                  <a:gd name="T10" fmla="*/ 0 w 1731"/>
                  <a:gd name="T11" fmla="*/ 0 h 2462"/>
                  <a:gd name="T12" fmla="*/ 0 w 1731"/>
                  <a:gd name="T13" fmla="*/ 0 h 2462"/>
                  <a:gd name="T14" fmla="*/ 0 w 1731"/>
                  <a:gd name="T15" fmla="*/ 0 h 2462"/>
                  <a:gd name="T16" fmla="*/ 0 w 1731"/>
                  <a:gd name="T17" fmla="*/ 0 h 2462"/>
                  <a:gd name="T18" fmla="*/ 0 w 1731"/>
                  <a:gd name="T19" fmla="*/ 0 h 2462"/>
                  <a:gd name="T20" fmla="*/ 0 w 1731"/>
                  <a:gd name="T21" fmla="*/ 0 h 2462"/>
                  <a:gd name="T22" fmla="*/ 0 w 1731"/>
                  <a:gd name="T23" fmla="*/ 0 h 2462"/>
                  <a:gd name="T24" fmla="*/ 0 w 1731"/>
                  <a:gd name="T25" fmla="*/ 0 h 2462"/>
                  <a:gd name="T26" fmla="*/ 0 w 1731"/>
                  <a:gd name="T27" fmla="*/ 0 h 2462"/>
                  <a:gd name="T28" fmla="*/ 0 w 1731"/>
                  <a:gd name="T29" fmla="*/ 0 h 2462"/>
                  <a:gd name="T30" fmla="*/ 0 w 1731"/>
                  <a:gd name="T31" fmla="*/ 0 h 2462"/>
                  <a:gd name="T32" fmla="*/ 0 w 1731"/>
                  <a:gd name="T33" fmla="*/ 0 h 2462"/>
                  <a:gd name="T34" fmla="*/ 0 w 1731"/>
                  <a:gd name="T35" fmla="*/ 0 h 2462"/>
                  <a:gd name="T36" fmla="*/ 0 w 1731"/>
                  <a:gd name="T37" fmla="*/ 0 h 2462"/>
                  <a:gd name="T38" fmla="*/ 0 w 1731"/>
                  <a:gd name="T39" fmla="*/ 0 h 2462"/>
                  <a:gd name="T40" fmla="*/ 0 w 1731"/>
                  <a:gd name="T41" fmla="*/ 0 h 2462"/>
                  <a:gd name="T42" fmla="*/ 0 w 1731"/>
                  <a:gd name="T43" fmla="*/ 0 h 2462"/>
                  <a:gd name="T44" fmla="*/ 0 w 1731"/>
                  <a:gd name="T45" fmla="*/ 0 h 2462"/>
                  <a:gd name="T46" fmla="*/ 0 w 1731"/>
                  <a:gd name="T47" fmla="*/ 0 h 2462"/>
                  <a:gd name="T48" fmla="*/ 0 w 1731"/>
                  <a:gd name="T49" fmla="*/ 0 h 2462"/>
                  <a:gd name="T50" fmla="*/ 0 w 1731"/>
                  <a:gd name="T51" fmla="*/ 0 h 2462"/>
                  <a:gd name="T52" fmla="*/ 0 w 1731"/>
                  <a:gd name="T53" fmla="*/ 0 h 2462"/>
                  <a:gd name="T54" fmla="*/ 0 w 1731"/>
                  <a:gd name="T55" fmla="*/ 0 h 2462"/>
                  <a:gd name="T56" fmla="*/ 0 w 1731"/>
                  <a:gd name="T57" fmla="*/ 0 h 2462"/>
                  <a:gd name="T58" fmla="*/ 0 w 1731"/>
                  <a:gd name="T59" fmla="*/ 0 h 2462"/>
                  <a:gd name="T60" fmla="*/ 0 w 1731"/>
                  <a:gd name="T61" fmla="*/ 0 h 2462"/>
                  <a:gd name="T62" fmla="*/ 0 w 1731"/>
                  <a:gd name="T63" fmla="*/ 0 h 2462"/>
                  <a:gd name="T64" fmla="*/ 0 w 1731"/>
                  <a:gd name="T65" fmla="*/ 0 h 2462"/>
                  <a:gd name="T66" fmla="*/ 0 w 1731"/>
                  <a:gd name="T67" fmla="*/ 0 h 2462"/>
                  <a:gd name="T68" fmla="*/ 0 w 1731"/>
                  <a:gd name="T69" fmla="*/ 0 h 2462"/>
                  <a:gd name="T70" fmla="*/ 0 w 1731"/>
                  <a:gd name="T71" fmla="*/ 0 h 2462"/>
                  <a:gd name="T72" fmla="*/ 0 w 1731"/>
                  <a:gd name="T73" fmla="*/ 0 h 2462"/>
                  <a:gd name="T74" fmla="*/ 0 w 1731"/>
                  <a:gd name="T75" fmla="*/ 0 h 2462"/>
                  <a:gd name="T76" fmla="*/ 0 w 1731"/>
                  <a:gd name="T77" fmla="*/ 0 h 2462"/>
                  <a:gd name="T78" fmla="*/ 0 w 1731"/>
                  <a:gd name="T79" fmla="*/ 0 h 2462"/>
                  <a:gd name="T80" fmla="*/ 0 w 1731"/>
                  <a:gd name="T81" fmla="*/ 0 h 2462"/>
                  <a:gd name="T82" fmla="*/ 0 w 1731"/>
                  <a:gd name="T83" fmla="*/ 0 h 2462"/>
                  <a:gd name="T84" fmla="*/ 0 w 1731"/>
                  <a:gd name="T85" fmla="*/ 0 h 2462"/>
                  <a:gd name="T86" fmla="*/ 0 w 1731"/>
                  <a:gd name="T87" fmla="*/ 0 h 2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31"/>
                  <a:gd name="T133" fmla="*/ 0 h 2462"/>
                  <a:gd name="T134" fmla="*/ 1731 w 1731"/>
                  <a:gd name="T135" fmla="*/ 2462 h 2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31" h="2462">
                    <a:moveTo>
                      <a:pt x="152" y="0"/>
                    </a:moveTo>
                    <a:lnTo>
                      <a:pt x="379" y="203"/>
                    </a:lnTo>
                    <a:lnTo>
                      <a:pt x="440" y="376"/>
                    </a:lnTo>
                    <a:lnTo>
                      <a:pt x="480" y="541"/>
                    </a:lnTo>
                    <a:lnTo>
                      <a:pt x="480" y="800"/>
                    </a:lnTo>
                    <a:lnTo>
                      <a:pt x="368" y="1646"/>
                    </a:lnTo>
                    <a:lnTo>
                      <a:pt x="267" y="1747"/>
                    </a:lnTo>
                    <a:lnTo>
                      <a:pt x="0" y="1784"/>
                    </a:lnTo>
                    <a:lnTo>
                      <a:pt x="368" y="1772"/>
                    </a:lnTo>
                    <a:lnTo>
                      <a:pt x="254" y="2450"/>
                    </a:lnTo>
                    <a:lnTo>
                      <a:pt x="278" y="2462"/>
                    </a:lnTo>
                    <a:lnTo>
                      <a:pt x="406" y="1881"/>
                    </a:lnTo>
                    <a:lnTo>
                      <a:pt x="883" y="2273"/>
                    </a:lnTo>
                    <a:lnTo>
                      <a:pt x="996" y="2273"/>
                    </a:lnTo>
                    <a:lnTo>
                      <a:pt x="1174" y="2185"/>
                    </a:lnTo>
                    <a:lnTo>
                      <a:pt x="1363" y="2035"/>
                    </a:lnTo>
                    <a:lnTo>
                      <a:pt x="1500" y="1895"/>
                    </a:lnTo>
                    <a:lnTo>
                      <a:pt x="1603" y="1759"/>
                    </a:lnTo>
                    <a:lnTo>
                      <a:pt x="1462" y="1881"/>
                    </a:lnTo>
                    <a:lnTo>
                      <a:pt x="1363" y="1809"/>
                    </a:lnTo>
                    <a:lnTo>
                      <a:pt x="1480" y="1734"/>
                    </a:lnTo>
                    <a:lnTo>
                      <a:pt x="1238" y="1809"/>
                    </a:lnTo>
                    <a:lnTo>
                      <a:pt x="950" y="1846"/>
                    </a:lnTo>
                    <a:lnTo>
                      <a:pt x="669" y="1846"/>
                    </a:lnTo>
                    <a:lnTo>
                      <a:pt x="555" y="1846"/>
                    </a:lnTo>
                    <a:lnTo>
                      <a:pt x="469" y="1784"/>
                    </a:lnTo>
                    <a:lnTo>
                      <a:pt x="647" y="1708"/>
                    </a:lnTo>
                    <a:lnTo>
                      <a:pt x="1012" y="1708"/>
                    </a:lnTo>
                    <a:lnTo>
                      <a:pt x="1300" y="1545"/>
                    </a:lnTo>
                    <a:lnTo>
                      <a:pt x="1012" y="1631"/>
                    </a:lnTo>
                    <a:lnTo>
                      <a:pt x="647" y="1631"/>
                    </a:lnTo>
                    <a:lnTo>
                      <a:pt x="440" y="1685"/>
                    </a:lnTo>
                    <a:lnTo>
                      <a:pt x="440" y="1496"/>
                    </a:lnTo>
                    <a:lnTo>
                      <a:pt x="987" y="1409"/>
                    </a:lnTo>
                    <a:lnTo>
                      <a:pt x="781" y="892"/>
                    </a:lnTo>
                    <a:lnTo>
                      <a:pt x="555" y="592"/>
                    </a:lnTo>
                    <a:lnTo>
                      <a:pt x="555" y="415"/>
                    </a:lnTo>
                    <a:lnTo>
                      <a:pt x="1570" y="1444"/>
                    </a:lnTo>
                    <a:lnTo>
                      <a:pt x="1731" y="1519"/>
                    </a:lnTo>
                    <a:lnTo>
                      <a:pt x="1642" y="1332"/>
                    </a:lnTo>
                    <a:lnTo>
                      <a:pt x="733" y="477"/>
                    </a:lnTo>
                    <a:lnTo>
                      <a:pt x="620" y="267"/>
                    </a:lnTo>
                    <a:lnTo>
                      <a:pt x="304" y="51"/>
                    </a:lnTo>
                    <a:lnTo>
                      <a:pt x="15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3" name="Freeform 467"/>
              <p:cNvSpPr>
                <a:spLocks/>
              </p:cNvSpPr>
              <p:nvPr/>
            </p:nvSpPr>
            <p:spPr bwMode="auto">
              <a:xfrm>
                <a:off x="2345" y="1986"/>
                <a:ext cx="98" cy="73"/>
              </a:xfrm>
              <a:custGeom>
                <a:avLst/>
                <a:gdLst>
                  <a:gd name="T0" fmla="*/ 0 w 783"/>
                  <a:gd name="T1" fmla="*/ 0 h 580"/>
                  <a:gd name="T2" fmla="*/ 0 w 783"/>
                  <a:gd name="T3" fmla="*/ 0 h 580"/>
                  <a:gd name="T4" fmla="*/ 0 w 783"/>
                  <a:gd name="T5" fmla="*/ 0 h 580"/>
                  <a:gd name="T6" fmla="*/ 0 w 783"/>
                  <a:gd name="T7" fmla="*/ 0 h 580"/>
                  <a:gd name="T8" fmla="*/ 0 w 783"/>
                  <a:gd name="T9" fmla="*/ 0 h 580"/>
                  <a:gd name="T10" fmla="*/ 0 w 783"/>
                  <a:gd name="T11" fmla="*/ 0 h 580"/>
                  <a:gd name="T12" fmla="*/ 0 w 783"/>
                  <a:gd name="T13" fmla="*/ 0 h 580"/>
                  <a:gd name="T14" fmla="*/ 0 w 783"/>
                  <a:gd name="T15" fmla="*/ 0 h 580"/>
                  <a:gd name="T16" fmla="*/ 0 w 783"/>
                  <a:gd name="T17" fmla="*/ 0 h 580"/>
                  <a:gd name="T18" fmla="*/ 0 w 783"/>
                  <a:gd name="T19" fmla="*/ 0 h 5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83"/>
                  <a:gd name="T31" fmla="*/ 0 h 580"/>
                  <a:gd name="T32" fmla="*/ 783 w 783"/>
                  <a:gd name="T33" fmla="*/ 580 h 5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83" h="580">
                    <a:moveTo>
                      <a:pt x="0" y="442"/>
                    </a:moveTo>
                    <a:lnTo>
                      <a:pt x="317" y="378"/>
                    </a:lnTo>
                    <a:lnTo>
                      <a:pt x="670" y="580"/>
                    </a:lnTo>
                    <a:lnTo>
                      <a:pt x="783" y="540"/>
                    </a:lnTo>
                    <a:lnTo>
                      <a:pt x="504" y="378"/>
                    </a:lnTo>
                    <a:lnTo>
                      <a:pt x="619" y="166"/>
                    </a:lnTo>
                    <a:lnTo>
                      <a:pt x="619" y="0"/>
                    </a:lnTo>
                    <a:lnTo>
                      <a:pt x="402" y="265"/>
                    </a:lnTo>
                    <a:lnTo>
                      <a:pt x="216" y="362"/>
                    </a:lnTo>
                    <a:lnTo>
                      <a:pt x="0" y="4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4" name="Freeform 468"/>
              <p:cNvSpPr>
                <a:spLocks/>
              </p:cNvSpPr>
              <p:nvPr/>
            </p:nvSpPr>
            <p:spPr bwMode="auto">
              <a:xfrm>
                <a:off x="2416" y="1935"/>
                <a:ext cx="123" cy="88"/>
              </a:xfrm>
              <a:custGeom>
                <a:avLst/>
                <a:gdLst>
                  <a:gd name="T0" fmla="*/ 0 w 984"/>
                  <a:gd name="T1" fmla="*/ 0 h 703"/>
                  <a:gd name="T2" fmla="*/ 0 w 984"/>
                  <a:gd name="T3" fmla="*/ 0 h 703"/>
                  <a:gd name="T4" fmla="*/ 0 w 984"/>
                  <a:gd name="T5" fmla="*/ 0 h 703"/>
                  <a:gd name="T6" fmla="*/ 0 w 984"/>
                  <a:gd name="T7" fmla="*/ 0 h 703"/>
                  <a:gd name="T8" fmla="*/ 0 w 984"/>
                  <a:gd name="T9" fmla="*/ 0 h 703"/>
                  <a:gd name="T10" fmla="*/ 0 w 984"/>
                  <a:gd name="T11" fmla="*/ 0 h 703"/>
                  <a:gd name="T12" fmla="*/ 0 w 984"/>
                  <a:gd name="T13" fmla="*/ 0 h 703"/>
                  <a:gd name="T14" fmla="*/ 0 w 984"/>
                  <a:gd name="T15" fmla="*/ 0 h 703"/>
                  <a:gd name="T16" fmla="*/ 0 w 984"/>
                  <a:gd name="T17" fmla="*/ 0 h 703"/>
                  <a:gd name="T18" fmla="*/ 0 w 984"/>
                  <a:gd name="T19" fmla="*/ 0 h 703"/>
                  <a:gd name="T20" fmla="*/ 0 w 984"/>
                  <a:gd name="T21" fmla="*/ 0 h 703"/>
                  <a:gd name="T22" fmla="*/ 0 w 984"/>
                  <a:gd name="T23" fmla="*/ 0 h 703"/>
                  <a:gd name="T24" fmla="*/ 0 w 984"/>
                  <a:gd name="T25" fmla="*/ 0 h 703"/>
                  <a:gd name="T26" fmla="*/ 0 w 984"/>
                  <a:gd name="T27" fmla="*/ 0 h 703"/>
                  <a:gd name="T28" fmla="*/ 0 w 984"/>
                  <a:gd name="T29" fmla="*/ 0 h 70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84"/>
                  <a:gd name="T46" fmla="*/ 0 h 703"/>
                  <a:gd name="T47" fmla="*/ 984 w 984"/>
                  <a:gd name="T48" fmla="*/ 703 h 70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84" h="703">
                    <a:moveTo>
                      <a:pt x="189" y="314"/>
                    </a:moveTo>
                    <a:lnTo>
                      <a:pt x="367" y="212"/>
                    </a:lnTo>
                    <a:lnTo>
                      <a:pt x="744" y="364"/>
                    </a:lnTo>
                    <a:lnTo>
                      <a:pt x="744" y="500"/>
                    </a:lnTo>
                    <a:lnTo>
                      <a:pt x="442" y="579"/>
                    </a:lnTo>
                    <a:lnTo>
                      <a:pt x="809" y="567"/>
                    </a:lnTo>
                    <a:lnTo>
                      <a:pt x="984" y="703"/>
                    </a:lnTo>
                    <a:lnTo>
                      <a:pt x="870" y="450"/>
                    </a:lnTo>
                    <a:lnTo>
                      <a:pt x="707" y="265"/>
                    </a:lnTo>
                    <a:lnTo>
                      <a:pt x="343" y="164"/>
                    </a:lnTo>
                    <a:lnTo>
                      <a:pt x="202" y="0"/>
                    </a:lnTo>
                    <a:lnTo>
                      <a:pt x="0" y="164"/>
                    </a:lnTo>
                    <a:lnTo>
                      <a:pt x="178" y="63"/>
                    </a:lnTo>
                    <a:lnTo>
                      <a:pt x="239" y="149"/>
                    </a:lnTo>
                    <a:lnTo>
                      <a:pt x="189" y="3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5" name="Freeform 469"/>
              <p:cNvSpPr>
                <a:spLocks/>
              </p:cNvSpPr>
              <p:nvPr/>
            </p:nvSpPr>
            <p:spPr bwMode="auto">
              <a:xfrm>
                <a:off x="2547" y="2016"/>
                <a:ext cx="73" cy="52"/>
              </a:xfrm>
              <a:custGeom>
                <a:avLst/>
                <a:gdLst>
                  <a:gd name="T0" fmla="*/ 0 w 581"/>
                  <a:gd name="T1" fmla="*/ 0 h 415"/>
                  <a:gd name="T2" fmla="*/ 0 w 581"/>
                  <a:gd name="T3" fmla="*/ 0 h 415"/>
                  <a:gd name="T4" fmla="*/ 0 w 581"/>
                  <a:gd name="T5" fmla="*/ 0 h 415"/>
                  <a:gd name="T6" fmla="*/ 0 w 581"/>
                  <a:gd name="T7" fmla="*/ 0 h 415"/>
                  <a:gd name="T8" fmla="*/ 0 w 581"/>
                  <a:gd name="T9" fmla="*/ 0 h 415"/>
                  <a:gd name="T10" fmla="*/ 0 w 581"/>
                  <a:gd name="T11" fmla="*/ 0 h 415"/>
                  <a:gd name="T12" fmla="*/ 0 w 581"/>
                  <a:gd name="T13" fmla="*/ 0 h 415"/>
                  <a:gd name="T14" fmla="*/ 0 w 581"/>
                  <a:gd name="T15" fmla="*/ 0 h 415"/>
                  <a:gd name="T16" fmla="*/ 0 w 581"/>
                  <a:gd name="T17" fmla="*/ 0 h 415"/>
                  <a:gd name="T18" fmla="*/ 0 w 581"/>
                  <a:gd name="T19" fmla="*/ 0 h 415"/>
                  <a:gd name="T20" fmla="*/ 0 w 581"/>
                  <a:gd name="T21" fmla="*/ 0 h 415"/>
                  <a:gd name="T22" fmla="*/ 0 w 581"/>
                  <a:gd name="T23" fmla="*/ 0 h 415"/>
                  <a:gd name="T24" fmla="*/ 0 w 581"/>
                  <a:gd name="T25" fmla="*/ 0 h 415"/>
                  <a:gd name="T26" fmla="*/ 0 w 581"/>
                  <a:gd name="T27" fmla="*/ 0 h 415"/>
                  <a:gd name="T28" fmla="*/ 0 w 581"/>
                  <a:gd name="T29" fmla="*/ 0 h 41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81"/>
                  <a:gd name="T46" fmla="*/ 0 h 415"/>
                  <a:gd name="T47" fmla="*/ 581 w 581"/>
                  <a:gd name="T48" fmla="*/ 415 h 41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81" h="415">
                    <a:moveTo>
                      <a:pt x="22" y="0"/>
                    </a:moveTo>
                    <a:lnTo>
                      <a:pt x="464" y="37"/>
                    </a:lnTo>
                    <a:lnTo>
                      <a:pt x="581" y="240"/>
                    </a:lnTo>
                    <a:lnTo>
                      <a:pt x="581" y="288"/>
                    </a:lnTo>
                    <a:lnTo>
                      <a:pt x="492" y="316"/>
                    </a:lnTo>
                    <a:lnTo>
                      <a:pt x="363" y="240"/>
                    </a:lnTo>
                    <a:lnTo>
                      <a:pt x="187" y="240"/>
                    </a:lnTo>
                    <a:lnTo>
                      <a:pt x="477" y="351"/>
                    </a:lnTo>
                    <a:lnTo>
                      <a:pt x="492" y="415"/>
                    </a:lnTo>
                    <a:lnTo>
                      <a:pt x="453" y="367"/>
                    </a:lnTo>
                    <a:lnTo>
                      <a:pt x="22" y="229"/>
                    </a:lnTo>
                    <a:lnTo>
                      <a:pt x="0" y="192"/>
                    </a:lnTo>
                    <a:lnTo>
                      <a:pt x="464" y="176"/>
                    </a:lnTo>
                    <a:lnTo>
                      <a:pt x="453" y="75"/>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6" name="Freeform 470"/>
              <p:cNvSpPr>
                <a:spLocks/>
              </p:cNvSpPr>
              <p:nvPr/>
            </p:nvSpPr>
            <p:spPr bwMode="auto">
              <a:xfrm>
                <a:off x="2583" y="2062"/>
                <a:ext cx="29" cy="44"/>
              </a:xfrm>
              <a:custGeom>
                <a:avLst/>
                <a:gdLst>
                  <a:gd name="T0" fmla="*/ 0 w 228"/>
                  <a:gd name="T1" fmla="*/ 0 h 352"/>
                  <a:gd name="T2" fmla="*/ 0 w 228"/>
                  <a:gd name="T3" fmla="*/ 0 h 352"/>
                  <a:gd name="T4" fmla="*/ 0 w 228"/>
                  <a:gd name="T5" fmla="*/ 0 h 352"/>
                  <a:gd name="T6" fmla="*/ 0 w 228"/>
                  <a:gd name="T7" fmla="*/ 0 h 352"/>
                  <a:gd name="T8" fmla="*/ 0 w 228"/>
                  <a:gd name="T9" fmla="*/ 0 h 352"/>
                  <a:gd name="T10" fmla="*/ 0 w 228"/>
                  <a:gd name="T11" fmla="*/ 0 h 352"/>
                  <a:gd name="T12" fmla="*/ 0 w 228"/>
                  <a:gd name="T13" fmla="*/ 0 h 352"/>
                  <a:gd name="T14" fmla="*/ 0 w 228"/>
                  <a:gd name="T15" fmla="*/ 0 h 352"/>
                  <a:gd name="T16" fmla="*/ 0 w 228"/>
                  <a:gd name="T17" fmla="*/ 0 h 352"/>
                  <a:gd name="T18" fmla="*/ 0 w 228"/>
                  <a:gd name="T19" fmla="*/ 0 h 35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8"/>
                  <a:gd name="T31" fmla="*/ 0 h 352"/>
                  <a:gd name="T32" fmla="*/ 228 w 228"/>
                  <a:gd name="T33" fmla="*/ 352 h 35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8" h="352">
                    <a:moveTo>
                      <a:pt x="186" y="99"/>
                    </a:moveTo>
                    <a:lnTo>
                      <a:pt x="186" y="163"/>
                    </a:lnTo>
                    <a:lnTo>
                      <a:pt x="96" y="210"/>
                    </a:lnTo>
                    <a:lnTo>
                      <a:pt x="0" y="275"/>
                    </a:lnTo>
                    <a:lnTo>
                      <a:pt x="72" y="352"/>
                    </a:lnTo>
                    <a:lnTo>
                      <a:pt x="125" y="249"/>
                    </a:lnTo>
                    <a:lnTo>
                      <a:pt x="228" y="187"/>
                    </a:lnTo>
                    <a:lnTo>
                      <a:pt x="228" y="74"/>
                    </a:lnTo>
                    <a:lnTo>
                      <a:pt x="186" y="0"/>
                    </a:lnTo>
                    <a:lnTo>
                      <a:pt x="186" y="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77" name="Freeform 471"/>
              <p:cNvSpPr>
                <a:spLocks/>
              </p:cNvSpPr>
              <p:nvPr/>
            </p:nvSpPr>
            <p:spPr bwMode="auto">
              <a:xfrm>
                <a:off x="2592" y="2043"/>
                <a:ext cx="46" cy="65"/>
              </a:xfrm>
              <a:custGeom>
                <a:avLst/>
                <a:gdLst>
                  <a:gd name="T0" fmla="*/ 0 w 369"/>
                  <a:gd name="T1" fmla="*/ 0 h 514"/>
                  <a:gd name="T2" fmla="*/ 0 w 369"/>
                  <a:gd name="T3" fmla="*/ 0 h 514"/>
                  <a:gd name="T4" fmla="*/ 0 w 369"/>
                  <a:gd name="T5" fmla="*/ 0 h 514"/>
                  <a:gd name="T6" fmla="*/ 0 w 369"/>
                  <a:gd name="T7" fmla="*/ 0 h 514"/>
                  <a:gd name="T8" fmla="*/ 0 w 369"/>
                  <a:gd name="T9" fmla="*/ 0 h 514"/>
                  <a:gd name="T10" fmla="*/ 0 60000 65536"/>
                  <a:gd name="T11" fmla="*/ 0 60000 65536"/>
                  <a:gd name="T12" fmla="*/ 0 60000 65536"/>
                  <a:gd name="T13" fmla="*/ 0 60000 65536"/>
                  <a:gd name="T14" fmla="*/ 0 60000 65536"/>
                  <a:gd name="T15" fmla="*/ 0 w 369"/>
                  <a:gd name="T16" fmla="*/ 0 h 514"/>
                  <a:gd name="T17" fmla="*/ 369 w 369"/>
                  <a:gd name="T18" fmla="*/ 514 h 514"/>
                </a:gdLst>
                <a:ahLst/>
                <a:cxnLst>
                  <a:cxn ang="T10">
                    <a:pos x="T0" y="T1"/>
                  </a:cxn>
                  <a:cxn ang="T11">
                    <a:pos x="T2" y="T3"/>
                  </a:cxn>
                  <a:cxn ang="T12">
                    <a:pos x="T4" y="T5"/>
                  </a:cxn>
                  <a:cxn ang="T13">
                    <a:pos x="T6" y="T7"/>
                  </a:cxn>
                  <a:cxn ang="T14">
                    <a:pos x="T8" y="T9"/>
                  </a:cxn>
                </a:cxnLst>
                <a:rect l="T15" t="T16" r="T17" b="T18"/>
                <a:pathLst>
                  <a:path w="369" h="514">
                    <a:moveTo>
                      <a:pt x="129" y="71"/>
                    </a:moveTo>
                    <a:lnTo>
                      <a:pt x="325" y="396"/>
                    </a:lnTo>
                    <a:lnTo>
                      <a:pt x="369" y="514"/>
                    </a:lnTo>
                    <a:lnTo>
                      <a:pt x="269" y="429"/>
                    </a:lnTo>
                    <a:lnTo>
                      <a:pt x="0"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78" name="Freeform 472"/>
              <p:cNvSpPr>
                <a:spLocks/>
              </p:cNvSpPr>
              <p:nvPr/>
            </p:nvSpPr>
            <p:spPr bwMode="auto">
              <a:xfrm>
                <a:off x="2538" y="1950"/>
                <a:ext cx="51" cy="72"/>
              </a:xfrm>
              <a:custGeom>
                <a:avLst/>
                <a:gdLst>
                  <a:gd name="T0" fmla="*/ 0 w 413"/>
                  <a:gd name="T1" fmla="*/ 0 h 576"/>
                  <a:gd name="T2" fmla="*/ 0 w 413"/>
                  <a:gd name="T3" fmla="*/ 0 h 576"/>
                  <a:gd name="T4" fmla="*/ 0 w 413"/>
                  <a:gd name="T5" fmla="*/ 0 h 576"/>
                  <a:gd name="T6" fmla="*/ 0 w 413"/>
                  <a:gd name="T7" fmla="*/ 0 h 576"/>
                  <a:gd name="T8" fmla="*/ 0 w 413"/>
                  <a:gd name="T9" fmla="*/ 0 h 576"/>
                  <a:gd name="T10" fmla="*/ 0 w 413"/>
                  <a:gd name="T11" fmla="*/ 0 h 576"/>
                  <a:gd name="T12" fmla="*/ 0 w 413"/>
                  <a:gd name="T13" fmla="*/ 0 h 576"/>
                  <a:gd name="T14" fmla="*/ 0 w 413"/>
                  <a:gd name="T15" fmla="*/ 0 h 576"/>
                  <a:gd name="T16" fmla="*/ 0 60000 65536"/>
                  <a:gd name="T17" fmla="*/ 0 60000 65536"/>
                  <a:gd name="T18" fmla="*/ 0 60000 65536"/>
                  <a:gd name="T19" fmla="*/ 0 60000 65536"/>
                  <a:gd name="T20" fmla="*/ 0 60000 65536"/>
                  <a:gd name="T21" fmla="*/ 0 60000 65536"/>
                  <a:gd name="T22" fmla="*/ 0 60000 65536"/>
                  <a:gd name="T23" fmla="*/ 0 60000 65536"/>
                  <a:gd name="T24" fmla="*/ 0 w 413"/>
                  <a:gd name="T25" fmla="*/ 0 h 576"/>
                  <a:gd name="T26" fmla="*/ 413 w 413"/>
                  <a:gd name="T27" fmla="*/ 576 h 57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13" h="576">
                    <a:moveTo>
                      <a:pt x="319" y="558"/>
                    </a:moveTo>
                    <a:lnTo>
                      <a:pt x="0" y="46"/>
                    </a:lnTo>
                    <a:lnTo>
                      <a:pt x="0" y="23"/>
                    </a:lnTo>
                    <a:lnTo>
                      <a:pt x="0" y="14"/>
                    </a:lnTo>
                    <a:lnTo>
                      <a:pt x="22" y="0"/>
                    </a:lnTo>
                    <a:lnTo>
                      <a:pt x="37" y="0"/>
                    </a:lnTo>
                    <a:lnTo>
                      <a:pt x="59" y="5"/>
                    </a:lnTo>
                    <a:lnTo>
                      <a:pt x="413" y="576"/>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79" name="Freeform 473"/>
              <p:cNvSpPr>
                <a:spLocks/>
              </p:cNvSpPr>
              <p:nvPr/>
            </p:nvSpPr>
            <p:spPr bwMode="auto">
              <a:xfrm>
                <a:off x="2459" y="2024"/>
                <a:ext cx="60" cy="31"/>
              </a:xfrm>
              <a:custGeom>
                <a:avLst/>
                <a:gdLst>
                  <a:gd name="T0" fmla="*/ 0 w 477"/>
                  <a:gd name="T1" fmla="*/ 0 h 244"/>
                  <a:gd name="T2" fmla="*/ 0 w 477"/>
                  <a:gd name="T3" fmla="*/ 0 h 244"/>
                  <a:gd name="T4" fmla="*/ 0 w 477"/>
                  <a:gd name="T5" fmla="*/ 0 h 244"/>
                  <a:gd name="T6" fmla="*/ 0 w 477"/>
                  <a:gd name="T7" fmla="*/ 0 h 244"/>
                  <a:gd name="T8" fmla="*/ 0 w 477"/>
                  <a:gd name="T9" fmla="*/ 0 h 244"/>
                  <a:gd name="T10" fmla="*/ 0 w 477"/>
                  <a:gd name="T11" fmla="*/ 0 h 244"/>
                  <a:gd name="T12" fmla="*/ 0 w 477"/>
                  <a:gd name="T13" fmla="*/ 0 h 244"/>
                  <a:gd name="T14" fmla="*/ 0 w 477"/>
                  <a:gd name="T15" fmla="*/ 0 h 244"/>
                  <a:gd name="T16" fmla="*/ 0 w 477"/>
                  <a:gd name="T17" fmla="*/ 0 h 244"/>
                  <a:gd name="T18" fmla="*/ 0 w 477"/>
                  <a:gd name="T19" fmla="*/ 0 h 244"/>
                  <a:gd name="T20" fmla="*/ 0 w 477"/>
                  <a:gd name="T21" fmla="*/ 0 h 244"/>
                  <a:gd name="T22" fmla="*/ 0 w 477"/>
                  <a:gd name="T23" fmla="*/ 0 h 24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77"/>
                  <a:gd name="T37" fmla="*/ 0 h 244"/>
                  <a:gd name="T38" fmla="*/ 477 w 477"/>
                  <a:gd name="T39" fmla="*/ 244 h 24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77" h="244">
                    <a:moveTo>
                      <a:pt x="67" y="181"/>
                    </a:moveTo>
                    <a:lnTo>
                      <a:pt x="99" y="82"/>
                    </a:lnTo>
                    <a:lnTo>
                      <a:pt x="180" y="34"/>
                    </a:lnTo>
                    <a:lnTo>
                      <a:pt x="279" y="34"/>
                    </a:lnTo>
                    <a:lnTo>
                      <a:pt x="427" y="62"/>
                    </a:lnTo>
                    <a:lnTo>
                      <a:pt x="477" y="34"/>
                    </a:lnTo>
                    <a:lnTo>
                      <a:pt x="310" y="0"/>
                    </a:lnTo>
                    <a:lnTo>
                      <a:pt x="198" y="0"/>
                    </a:lnTo>
                    <a:lnTo>
                      <a:pt x="99" y="34"/>
                    </a:lnTo>
                    <a:lnTo>
                      <a:pt x="51" y="99"/>
                    </a:lnTo>
                    <a:lnTo>
                      <a:pt x="0" y="244"/>
                    </a:lnTo>
                    <a:lnTo>
                      <a:pt x="67" y="1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0" name="Freeform 474"/>
              <p:cNvSpPr>
                <a:spLocks/>
              </p:cNvSpPr>
              <p:nvPr/>
            </p:nvSpPr>
            <p:spPr bwMode="auto">
              <a:xfrm>
                <a:off x="2413" y="1433"/>
                <a:ext cx="202" cy="247"/>
              </a:xfrm>
              <a:custGeom>
                <a:avLst/>
                <a:gdLst>
                  <a:gd name="T0" fmla="*/ 0 w 1617"/>
                  <a:gd name="T1" fmla="*/ 0 h 1969"/>
                  <a:gd name="T2" fmla="*/ 0 w 1617"/>
                  <a:gd name="T3" fmla="*/ 0 h 1969"/>
                  <a:gd name="T4" fmla="*/ 0 w 1617"/>
                  <a:gd name="T5" fmla="*/ 0 h 1969"/>
                  <a:gd name="T6" fmla="*/ 0 w 1617"/>
                  <a:gd name="T7" fmla="*/ 0 h 1969"/>
                  <a:gd name="T8" fmla="*/ 0 w 1617"/>
                  <a:gd name="T9" fmla="*/ 0 h 1969"/>
                  <a:gd name="T10" fmla="*/ 0 w 1617"/>
                  <a:gd name="T11" fmla="*/ 0 h 1969"/>
                  <a:gd name="T12" fmla="*/ 0 w 1617"/>
                  <a:gd name="T13" fmla="*/ 0 h 1969"/>
                  <a:gd name="T14" fmla="*/ 0 w 1617"/>
                  <a:gd name="T15" fmla="*/ 0 h 1969"/>
                  <a:gd name="T16" fmla="*/ 0 w 1617"/>
                  <a:gd name="T17" fmla="*/ 0 h 1969"/>
                  <a:gd name="T18" fmla="*/ 0 w 1617"/>
                  <a:gd name="T19" fmla="*/ 0 h 1969"/>
                  <a:gd name="T20" fmla="*/ 0 w 1617"/>
                  <a:gd name="T21" fmla="*/ 0 h 1969"/>
                  <a:gd name="T22" fmla="*/ 0 w 1617"/>
                  <a:gd name="T23" fmla="*/ 0 h 1969"/>
                  <a:gd name="T24" fmla="*/ 0 w 1617"/>
                  <a:gd name="T25" fmla="*/ 0 h 1969"/>
                  <a:gd name="T26" fmla="*/ 0 w 1617"/>
                  <a:gd name="T27" fmla="*/ 0 h 1969"/>
                  <a:gd name="T28" fmla="*/ 0 w 1617"/>
                  <a:gd name="T29" fmla="*/ 0 h 1969"/>
                  <a:gd name="T30" fmla="*/ 0 w 1617"/>
                  <a:gd name="T31" fmla="*/ 0 h 1969"/>
                  <a:gd name="T32" fmla="*/ 0 w 1617"/>
                  <a:gd name="T33" fmla="*/ 0 h 1969"/>
                  <a:gd name="T34" fmla="*/ 0 w 1617"/>
                  <a:gd name="T35" fmla="*/ 0 h 1969"/>
                  <a:gd name="T36" fmla="*/ 0 w 1617"/>
                  <a:gd name="T37" fmla="*/ 0 h 1969"/>
                  <a:gd name="T38" fmla="*/ 0 w 1617"/>
                  <a:gd name="T39" fmla="*/ 0 h 1969"/>
                  <a:gd name="T40" fmla="*/ 0 w 1617"/>
                  <a:gd name="T41" fmla="*/ 0 h 1969"/>
                  <a:gd name="T42" fmla="*/ 0 w 1617"/>
                  <a:gd name="T43" fmla="*/ 0 h 1969"/>
                  <a:gd name="T44" fmla="*/ 0 w 1617"/>
                  <a:gd name="T45" fmla="*/ 0 h 1969"/>
                  <a:gd name="T46" fmla="*/ 0 w 1617"/>
                  <a:gd name="T47" fmla="*/ 0 h 1969"/>
                  <a:gd name="T48" fmla="*/ 0 w 1617"/>
                  <a:gd name="T49" fmla="*/ 0 h 1969"/>
                  <a:gd name="T50" fmla="*/ 0 w 1617"/>
                  <a:gd name="T51" fmla="*/ 0 h 1969"/>
                  <a:gd name="T52" fmla="*/ 0 w 1617"/>
                  <a:gd name="T53" fmla="*/ 0 h 1969"/>
                  <a:gd name="T54" fmla="*/ 0 w 1617"/>
                  <a:gd name="T55" fmla="*/ 0 h 1969"/>
                  <a:gd name="T56" fmla="*/ 0 w 1617"/>
                  <a:gd name="T57" fmla="*/ 0 h 1969"/>
                  <a:gd name="T58" fmla="*/ 0 w 1617"/>
                  <a:gd name="T59" fmla="*/ 0 h 1969"/>
                  <a:gd name="T60" fmla="*/ 0 w 1617"/>
                  <a:gd name="T61" fmla="*/ 0 h 1969"/>
                  <a:gd name="T62" fmla="*/ 0 w 1617"/>
                  <a:gd name="T63" fmla="*/ 0 h 1969"/>
                  <a:gd name="T64" fmla="*/ 0 w 1617"/>
                  <a:gd name="T65" fmla="*/ 0 h 1969"/>
                  <a:gd name="T66" fmla="*/ 0 w 1617"/>
                  <a:gd name="T67" fmla="*/ 0 h 1969"/>
                  <a:gd name="T68" fmla="*/ 0 w 1617"/>
                  <a:gd name="T69" fmla="*/ 0 h 1969"/>
                  <a:gd name="T70" fmla="*/ 0 w 1617"/>
                  <a:gd name="T71" fmla="*/ 0 h 1969"/>
                  <a:gd name="T72" fmla="*/ 0 w 1617"/>
                  <a:gd name="T73" fmla="*/ 0 h 1969"/>
                  <a:gd name="T74" fmla="*/ 0 w 1617"/>
                  <a:gd name="T75" fmla="*/ 0 h 1969"/>
                  <a:gd name="T76" fmla="*/ 0 w 1617"/>
                  <a:gd name="T77" fmla="*/ 0 h 1969"/>
                  <a:gd name="T78" fmla="*/ 0 w 1617"/>
                  <a:gd name="T79" fmla="*/ 0 h 1969"/>
                  <a:gd name="T80" fmla="*/ 0 w 1617"/>
                  <a:gd name="T81" fmla="*/ 0 h 1969"/>
                  <a:gd name="T82" fmla="*/ 0 w 1617"/>
                  <a:gd name="T83" fmla="*/ 0 h 196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617"/>
                  <a:gd name="T127" fmla="*/ 0 h 1969"/>
                  <a:gd name="T128" fmla="*/ 1617 w 1617"/>
                  <a:gd name="T129" fmla="*/ 1969 h 196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617" h="1969">
                    <a:moveTo>
                      <a:pt x="1578" y="822"/>
                    </a:moveTo>
                    <a:lnTo>
                      <a:pt x="1615" y="694"/>
                    </a:lnTo>
                    <a:lnTo>
                      <a:pt x="1617" y="512"/>
                    </a:lnTo>
                    <a:lnTo>
                      <a:pt x="1573" y="350"/>
                    </a:lnTo>
                    <a:lnTo>
                      <a:pt x="1506" y="233"/>
                    </a:lnTo>
                    <a:lnTo>
                      <a:pt x="1413" y="123"/>
                    </a:lnTo>
                    <a:lnTo>
                      <a:pt x="1275" y="48"/>
                    </a:lnTo>
                    <a:lnTo>
                      <a:pt x="980" y="0"/>
                    </a:lnTo>
                    <a:lnTo>
                      <a:pt x="710" y="73"/>
                    </a:lnTo>
                    <a:lnTo>
                      <a:pt x="565" y="198"/>
                    </a:lnTo>
                    <a:lnTo>
                      <a:pt x="439" y="417"/>
                    </a:lnTo>
                    <a:lnTo>
                      <a:pt x="404" y="631"/>
                    </a:lnTo>
                    <a:lnTo>
                      <a:pt x="351" y="818"/>
                    </a:lnTo>
                    <a:lnTo>
                      <a:pt x="356" y="910"/>
                    </a:lnTo>
                    <a:lnTo>
                      <a:pt x="404" y="1026"/>
                    </a:lnTo>
                    <a:lnTo>
                      <a:pt x="393" y="1095"/>
                    </a:lnTo>
                    <a:lnTo>
                      <a:pt x="268" y="1185"/>
                    </a:lnTo>
                    <a:lnTo>
                      <a:pt x="171" y="1270"/>
                    </a:lnTo>
                    <a:lnTo>
                      <a:pt x="106" y="1411"/>
                    </a:lnTo>
                    <a:lnTo>
                      <a:pt x="106" y="1484"/>
                    </a:lnTo>
                    <a:lnTo>
                      <a:pt x="116" y="1554"/>
                    </a:lnTo>
                    <a:lnTo>
                      <a:pt x="130" y="1597"/>
                    </a:lnTo>
                    <a:lnTo>
                      <a:pt x="112" y="1653"/>
                    </a:lnTo>
                    <a:lnTo>
                      <a:pt x="0" y="1754"/>
                    </a:lnTo>
                    <a:lnTo>
                      <a:pt x="160" y="1712"/>
                    </a:lnTo>
                    <a:lnTo>
                      <a:pt x="347" y="1657"/>
                    </a:lnTo>
                    <a:lnTo>
                      <a:pt x="415" y="1861"/>
                    </a:lnTo>
                    <a:lnTo>
                      <a:pt x="479" y="1969"/>
                    </a:lnTo>
                    <a:lnTo>
                      <a:pt x="450" y="1872"/>
                    </a:lnTo>
                    <a:lnTo>
                      <a:pt x="450" y="1800"/>
                    </a:lnTo>
                    <a:lnTo>
                      <a:pt x="468" y="1758"/>
                    </a:lnTo>
                    <a:lnTo>
                      <a:pt x="505" y="1754"/>
                    </a:lnTo>
                    <a:lnTo>
                      <a:pt x="565" y="1769"/>
                    </a:lnTo>
                    <a:lnTo>
                      <a:pt x="628" y="1826"/>
                    </a:lnTo>
                    <a:lnTo>
                      <a:pt x="685" y="1904"/>
                    </a:lnTo>
                    <a:lnTo>
                      <a:pt x="639" y="1754"/>
                    </a:lnTo>
                    <a:lnTo>
                      <a:pt x="618" y="1641"/>
                    </a:lnTo>
                    <a:lnTo>
                      <a:pt x="604" y="1507"/>
                    </a:lnTo>
                    <a:lnTo>
                      <a:pt x="611" y="1411"/>
                    </a:lnTo>
                    <a:lnTo>
                      <a:pt x="674" y="1507"/>
                    </a:lnTo>
                    <a:lnTo>
                      <a:pt x="765" y="1593"/>
                    </a:lnTo>
                    <a:lnTo>
                      <a:pt x="870" y="1666"/>
                    </a:lnTo>
                    <a:lnTo>
                      <a:pt x="980" y="1703"/>
                    </a:lnTo>
                    <a:lnTo>
                      <a:pt x="888" y="1666"/>
                    </a:lnTo>
                    <a:lnTo>
                      <a:pt x="802" y="1613"/>
                    </a:lnTo>
                    <a:lnTo>
                      <a:pt x="717" y="1533"/>
                    </a:lnTo>
                    <a:lnTo>
                      <a:pt x="671" y="1466"/>
                    </a:lnTo>
                    <a:lnTo>
                      <a:pt x="632" y="1399"/>
                    </a:lnTo>
                    <a:lnTo>
                      <a:pt x="618" y="1339"/>
                    </a:lnTo>
                    <a:lnTo>
                      <a:pt x="611" y="1261"/>
                    </a:lnTo>
                    <a:lnTo>
                      <a:pt x="598" y="1180"/>
                    </a:lnTo>
                    <a:lnTo>
                      <a:pt x="591" y="1042"/>
                    </a:lnTo>
                    <a:lnTo>
                      <a:pt x="584" y="1237"/>
                    </a:lnTo>
                    <a:lnTo>
                      <a:pt x="569" y="1261"/>
                    </a:lnTo>
                    <a:lnTo>
                      <a:pt x="538" y="1277"/>
                    </a:lnTo>
                    <a:lnTo>
                      <a:pt x="499" y="1261"/>
                    </a:lnTo>
                    <a:lnTo>
                      <a:pt x="479" y="1217"/>
                    </a:lnTo>
                    <a:lnTo>
                      <a:pt x="479" y="1167"/>
                    </a:lnTo>
                    <a:lnTo>
                      <a:pt x="494" y="1114"/>
                    </a:lnTo>
                    <a:lnTo>
                      <a:pt x="523" y="1072"/>
                    </a:lnTo>
                    <a:lnTo>
                      <a:pt x="487" y="1092"/>
                    </a:lnTo>
                    <a:lnTo>
                      <a:pt x="429" y="963"/>
                    </a:lnTo>
                    <a:lnTo>
                      <a:pt x="411" y="910"/>
                    </a:lnTo>
                    <a:lnTo>
                      <a:pt x="404" y="853"/>
                    </a:lnTo>
                    <a:lnTo>
                      <a:pt x="411" y="804"/>
                    </a:lnTo>
                    <a:lnTo>
                      <a:pt x="436" y="776"/>
                    </a:lnTo>
                    <a:lnTo>
                      <a:pt x="461" y="751"/>
                    </a:lnTo>
                    <a:lnTo>
                      <a:pt x="487" y="751"/>
                    </a:lnTo>
                    <a:lnTo>
                      <a:pt x="514" y="767"/>
                    </a:lnTo>
                    <a:lnTo>
                      <a:pt x="538" y="804"/>
                    </a:lnTo>
                    <a:lnTo>
                      <a:pt x="565" y="890"/>
                    </a:lnTo>
                    <a:lnTo>
                      <a:pt x="574" y="782"/>
                    </a:lnTo>
                    <a:lnTo>
                      <a:pt x="622" y="687"/>
                    </a:lnTo>
                    <a:lnTo>
                      <a:pt x="697" y="549"/>
                    </a:lnTo>
                    <a:lnTo>
                      <a:pt x="741" y="435"/>
                    </a:lnTo>
                    <a:lnTo>
                      <a:pt x="798" y="354"/>
                    </a:lnTo>
                    <a:lnTo>
                      <a:pt x="888" y="304"/>
                    </a:lnTo>
                    <a:lnTo>
                      <a:pt x="1038" y="286"/>
                    </a:lnTo>
                    <a:lnTo>
                      <a:pt x="1195" y="304"/>
                    </a:lnTo>
                    <a:lnTo>
                      <a:pt x="1393" y="343"/>
                    </a:lnTo>
                    <a:lnTo>
                      <a:pt x="1470" y="406"/>
                    </a:lnTo>
                    <a:lnTo>
                      <a:pt x="1520" y="519"/>
                    </a:lnTo>
                    <a:lnTo>
                      <a:pt x="1549" y="641"/>
                    </a:lnTo>
                    <a:lnTo>
                      <a:pt x="1569" y="883"/>
                    </a:lnTo>
                    <a:lnTo>
                      <a:pt x="1578" y="8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1" name="Freeform 475"/>
              <p:cNvSpPr>
                <a:spLocks/>
              </p:cNvSpPr>
              <p:nvPr/>
            </p:nvSpPr>
            <p:spPr bwMode="auto">
              <a:xfrm>
                <a:off x="2507" y="1556"/>
                <a:ext cx="102" cy="147"/>
              </a:xfrm>
              <a:custGeom>
                <a:avLst/>
                <a:gdLst>
                  <a:gd name="T0" fmla="*/ 0 w 817"/>
                  <a:gd name="T1" fmla="*/ 0 h 1173"/>
                  <a:gd name="T2" fmla="*/ 0 w 817"/>
                  <a:gd name="T3" fmla="*/ 0 h 1173"/>
                  <a:gd name="T4" fmla="*/ 0 w 817"/>
                  <a:gd name="T5" fmla="*/ 0 h 1173"/>
                  <a:gd name="T6" fmla="*/ 0 w 817"/>
                  <a:gd name="T7" fmla="*/ 0 h 1173"/>
                  <a:gd name="T8" fmla="*/ 0 w 817"/>
                  <a:gd name="T9" fmla="*/ 0 h 1173"/>
                  <a:gd name="T10" fmla="*/ 0 w 817"/>
                  <a:gd name="T11" fmla="*/ 0 h 1173"/>
                  <a:gd name="T12" fmla="*/ 0 w 817"/>
                  <a:gd name="T13" fmla="*/ 0 h 1173"/>
                  <a:gd name="T14" fmla="*/ 0 w 817"/>
                  <a:gd name="T15" fmla="*/ 0 h 1173"/>
                  <a:gd name="T16" fmla="*/ 0 w 817"/>
                  <a:gd name="T17" fmla="*/ 0 h 1173"/>
                  <a:gd name="T18" fmla="*/ 0 w 817"/>
                  <a:gd name="T19" fmla="*/ 0 h 1173"/>
                  <a:gd name="T20" fmla="*/ 0 w 817"/>
                  <a:gd name="T21" fmla="*/ 0 h 1173"/>
                  <a:gd name="T22" fmla="*/ 0 w 817"/>
                  <a:gd name="T23" fmla="*/ 0 h 1173"/>
                  <a:gd name="T24" fmla="*/ 0 w 817"/>
                  <a:gd name="T25" fmla="*/ 0 h 1173"/>
                  <a:gd name="T26" fmla="*/ 0 w 817"/>
                  <a:gd name="T27" fmla="*/ 0 h 1173"/>
                  <a:gd name="T28" fmla="*/ 0 w 817"/>
                  <a:gd name="T29" fmla="*/ 0 h 1173"/>
                  <a:gd name="T30" fmla="*/ 0 w 817"/>
                  <a:gd name="T31" fmla="*/ 0 h 1173"/>
                  <a:gd name="T32" fmla="*/ 0 w 817"/>
                  <a:gd name="T33" fmla="*/ 0 h 1173"/>
                  <a:gd name="T34" fmla="*/ 0 w 817"/>
                  <a:gd name="T35" fmla="*/ 0 h 1173"/>
                  <a:gd name="T36" fmla="*/ 0 w 817"/>
                  <a:gd name="T37" fmla="*/ 0 h 1173"/>
                  <a:gd name="T38" fmla="*/ 0 w 817"/>
                  <a:gd name="T39" fmla="*/ 0 h 1173"/>
                  <a:gd name="T40" fmla="*/ 0 w 817"/>
                  <a:gd name="T41" fmla="*/ 0 h 1173"/>
                  <a:gd name="T42" fmla="*/ 0 w 817"/>
                  <a:gd name="T43" fmla="*/ 0 h 1173"/>
                  <a:gd name="T44" fmla="*/ 0 w 817"/>
                  <a:gd name="T45" fmla="*/ 0 h 1173"/>
                  <a:gd name="T46" fmla="*/ 0 w 817"/>
                  <a:gd name="T47" fmla="*/ 0 h 1173"/>
                  <a:gd name="T48" fmla="*/ 0 w 817"/>
                  <a:gd name="T49" fmla="*/ 0 h 1173"/>
                  <a:gd name="T50" fmla="*/ 0 w 817"/>
                  <a:gd name="T51" fmla="*/ 0 h 1173"/>
                  <a:gd name="T52" fmla="*/ 0 w 817"/>
                  <a:gd name="T53" fmla="*/ 0 h 1173"/>
                  <a:gd name="T54" fmla="*/ 0 w 817"/>
                  <a:gd name="T55" fmla="*/ 0 h 1173"/>
                  <a:gd name="T56" fmla="*/ 0 w 817"/>
                  <a:gd name="T57" fmla="*/ 0 h 1173"/>
                  <a:gd name="T58" fmla="*/ 0 w 817"/>
                  <a:gd name="T59" fmla="*/ 0 h 117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17"/>
                  <a:gd name="T91" fmla="*/ 0 h 1173"/>
                  <a:gd name="T92" fmla="*/ 817 w 817"/>
                  <a:gd name="T93" fmla="*/ 1173 h 117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17" h="1173">
                    <a:moveTo>
                      <a:pt x="817" y="0"/>
                    </a:moveTo>
                    <a:lnTo>
                      <a:pt x="786" y="103"/>
                    </a:lnTo>
                    <a:lnTo>
                      <a:pt x="718" y="359"/>
                    </a:lnTo>
                    <a:lnTo>
                      <a:pt x="634" y="514"/>
                    </a:lnTo>
                    <a:lnTo>
                      <a:pt x="569" y="608"/>
                    </a:lnTo>
                    <a:lnTo>
                      <a:pt x="481" y="703"/>
                    </a:lnTo>
                    <a:lnTo>
                      <a:pt x="417" y="723"/>
                    </a:lnTo>
                    <a:lnTo>
                      <a:pt x="305" y="732"/>
                    </a:lnTo>
                    <a:lnTo>
                      <a:pt x="187" y="707"/>
                    </a:lnTo>
                    <a:lnTo>
                      <a:pt x="94" y="661"/>
                    </a:lnTo>
                    <a:lnTo>
                      <a:pt x="0" y="596"/>
                    </a:lnTo>
                    <a:lnTo>
                      <a:pt x="57" y="692"/>
                    </a:lnTo>
                    <a:lnTo>
                      <a:pt x="136" y="758"/>
                    </a:lnTo>
                    <a:lnTo>
                      <a:pt x="206" y="800"/>
                    </a:lnTo>
                    <a:lnTo>
                      <a:pt x="300" y="825"/>
                    </a:lnTo>
                    <a:lnTo>
                      <a:pt x="380" y="825"/>
                    </a:lnTo>
                    <a:lnTo>
                      <a:pt x="329" y="1173"/>
                    </a:lnTo>
                    <a:lnTo>
                      <a:pt x="376" y="1064"/>
                    </a:lnTo>
                    <a:lnTo>
                      <a:pt x="443" y="795"/>
                    </a:lnTo>
                    <a:lnTo>
                      <a:pt x="477" y="747"/>
                    </a:lnTo>
                    <a:lnTo>
                      <a:pt x="527" y="820"/>
                    </a:lnTo>
                    <a:lnTo>
                      <a:pt x="574" y="940"/>
                    </a:lnTo>
                    <a:lnTo>
                      <a:pt x="551" y="800"/>
                    </a:lnTo>
                    <a:lnTo>
                      <a:pt x="503" y="707"/>
                    </a:lnTo>
                    <a:lnTo>
                      <a:pt x="579" y="617"/>
                    </a:lnTo>
                    <a:lnTo>
                      <a:pt x="668" y="493"/>
                    </a:lnTo>
                    <a:lnTo>
                      <a:pt x="720" y="373"/>
                    </a:lnTo>
                    <a:lnTo>
                      <a:pt x="754" y="286"/>
                    </a:lnTo>
                    <a:lnTo>
                      <a:pt x="793" y="115"/>
                    </a:lnTo>
                    <a:lnTo>
                      <a:pt x="8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2" name="Freeform 476"/>
              <p:cNvSpPr>
                <a:spLocks/>
              </p:cNvSpPr>
              <p:nvPr/>
            </p:nvSpPr>
            <p:spPr bwMode="auto">
              <a:xfrm>
                <a:off x="2468" y="1535"/>
                <a:ext cx="12" cy="27"/>
              </a:xfrm>
              <a:custGeom>
                <a:avLst/>
                <a:gdLst>
                  <a:gd name="T0" fmla="*/ 0 w 99"/>
                  <a:gd name="T1" fmla="*/ 0 h 215"/>
                  <a:gd name="T2" fmla="*/ 0 w 99"/>
                  <a:gd name="T3" fmla="*/ 0 h 215"/>
                  <a:gd name="T4" fmla="*/ 0 w 99"/>
                  <a:gd name="T5" fmla="*/ 0 h 215"/>
                  <a:gd name="T6" fmla="*/ 0 w 99"/>
                  <a:gd name="T7" fmla="*/ 0 h 215"/>
                  <a:gd name="T8" fmla="*/ 0 w 99"/>
                  <a:gd name="T9" fmla="*/ 0 h 215"/>
                  <a:gd name="T10" fmla="*/ 0 w 99"/>
                  <a:gd name="T11" fmla="*/ 0 h 215"/>
                  <a:gd name="T12" fmla="*/ 0 w 99"/>
                  <a:gd name="T13" fmla="*/ 0 h 215"/>
                  <a:gd name="T14" fmla="*/ 0 w 99"/>
                  <a:gd name="T15" fmla="*/ 0 h 215"/>
                  <a:gd name="T16" fmla="*/ 0 w 99"/>
                  <a:gd name="T17" fmla="*/ 0 h 215"/>
                  <a:gd name="T18" fmla="*/ 0 w 99"/>
                  <a:gd name="T19" fmla="*/ 0 h 215"/>
                  <a:gd name="T20" fmla="*/ 0 w 99"/>
                  <a:gd name="T21" fmla="*/ 0 h 215"/>
                  <a:gd name="T22" fmla="*/ 0 w 99"/>
                  <a:gd name="T23" fmla="*/ 0 h 215"/>
                  <a:gd name="T24" fmla="*/ 0 w 99"/>
                  <a:gd name="T25" fmla="*/ 0 h 215"/>
                  <a:gd name="T26" fmla="*/ 0 w 99"/>
                  <a:gd name="T27" fmla="*/ 0 h 215"/>
                  <a:gd name="T28" fmla="*/ 0 w 99"/>
                  <a:gd name="T29" fmla="*/ 0 h 215"/>
                  <a:gd name="T30" fmla="*/ 0 w 99"/>
                  <a:gd name="T31" fmla="*/ 0 h 215"/>
                  <a:gd name="T32" fmla="*/ 0 w 99"/>
                  <a:gd name="T33" fmla="*/ 0 h 215"/>
                  <a:gd name="T34" fmla="*/ 0 w 99"/>
                  <a:gd name="T35" fmla="*/ 0 h 215"/>
                  <a:gd name="T36" fmla="*/ 0 w 99"/>
                  <a:gd name="T37" fmla="*/ 0 h 215"/>
                  <a:gd name="T38" fmla="*/ 0 w 99"/>
                  <a:gd name="T39" fmla="*/ 0 h 215"/>
                  <a:gd name="T40" fmla="*/ 0 w 99"/>
                  <a:gd name="T41" fmla="*/ 0 h 2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9"/>
                  <a:gd name="T64" fmla="*/ 0 h 215"/>
                  <a:gd name="T65" fmla="*/ 99 w 99"/>
                  <a:gd name="T66" fmla="*/ 215 h 2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9" h="215">
                    <a:moveTo>
                      <a:pt x="11" y="0"/>
                    </a:moveTo>
                    <a:lnTo>
                      <a:pt x="48" y="7"/>
                    </a:lnTo>
                    <a:lnTo>
                      <a:pt x="91" y="60"/>
                    </a:lnTo>
                    <a:lnTo>
                      <a:pt x="99" y="111"/>
                    </a:lnTo>
                    <a:lnTo>
                      <a:pt x="94" y="145"/>
                    </a:lnTo>
                    <a:lnTo>
                      <a:pt x="60" y="162"/>
                    </a:lnTo>
                    <a:lnTo>
                      <a:pt x="55" y="180"/>
                    </a:lnTo>
                    <a:lnTo>
                      <a:pt x="73" y="215"/>
                    </a:lnTo>
                    <a:lnTo>
                      <a:pt x="22" y="169"/>
                    </a:lnTo>
                    <a:lnTo>
                      <a:pt x="22" y="145"/>
                    </a:lnTo>
                    <a:lnTo>
                      <a:pt x="36" y="123"/>
                    </a:lnTo>
                    <a:lnTo>
                      <a:pt x="55" y="106"/>
                    </a:lnTo>
                    <a:lnTo>
                      <a:pt x="84" y="92"/>
                    </a:lnTo>
                    <a:lnTo>
                      <a:pt x="73" y="65"/>
                    </a:lnTo>
                    <a:lnTo>
                      <a:pt x="60" y="42"/>
                    </a:lnTo>
                    <a:lnTo>
                      <a:pt x="36" y="28"/>
                    </a:lnTo>
                    <a:lnTo>
                      <a:pt x="11" y="60"/>
                    </a:lnTo>
                    <a:lnTo>
                      <a:pt x="11" y="79"/>
                    </a:lnTo>
                    <a:lnTo>
                      <a:pt x="0" y="53"/>
                    </a:lnTo>
                    <a:lnTo>
                      <a:pt x="0" y="17"/>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3" name="Line 477"/>
              <p:cNvSpPr>
                <a:spLocks noChangeShapeType="1"/>
              </p:cNvSpPr>
              <p:nvPr/>
            </p:nvSpPr>
            <p:spPr bwMode="auto">
              <a:xfrm>
                <a:off x="2484" y="1544"/>
                <a:ext cx="6" cy="3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84" name="Line 478"/>
              <p:cNvSpPr>
                <a:spLocks noChangeShapeType="1"/>
              </p:cNvSpPr>
              <p:nvPr/>
            </p:nvSpPr>
            <p:spPr bwMode="auto">
              <a:xfrm>
                <a:off x="2487" y="1549"/>
                <a:ext cx="8" cy="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85" name="Line 479"/>
              <p:cNvSpPr>
                <a:spLocks noChangeShapeType="1"/>
              </p:cNvSpPr>
              <p:nvPr/>
            </p:nvSpPr>
            <p:spPr bwMode="auto">
              <a:xfrm>
                <a:off x="2494" y="1566"/>
                <a:ext cx="5" cy="1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86" name="Freeform 480"/>
              <p:cNvSpPr>
                <a:spLocks/>
              </p:cNvSpPr>
              <p:nvPr/>
            </p:nvSpPr>
            <p:spPr bwMode="auto">
              <a:xfrm>
                <a:off x="2473" y="1570"/>
                <a:ext cx="9" cy="20"/>
              </a:xfrm>
              <a:custGeom>
                <a:avLst/>
                <a:gdLst>
                  <a:gd name="T0" fmla="*/ 0 w 77"/>
                  <a:gd name="T1" fmla="*/ 0 h 162"/>
                  <a:gd name="T2" fmla="*/ 0 w 77"/>
                  <a:gd name="T3" fmla="*/ 0 h 162"/>
                  <a:gd name="T4" fmla="*/ 0 w 77"/>
                  <a:gd name="T5" fmla="*/ 0 h 162"/>
                  <a:gd name="T6" fmla="*/ 0 w 77"/>
                  <a:gd name="T7" fmla="*/ 0 h 162"/>
                  <a:gd name="T8" fmla="*/ 0 w 77"/>
                  <a:gd name="T9" fmla="*/ 0 h 162"/>
                  <a:gd name="T10" fmla="*/ 0 w 77"/>
                  <a:gd name="T11" fmla="*/ 0 h 162"/>
                  <a:gd name="T12" fmla="*/ 0 w 77"/>
                  <a:gd name="T13" fmla="*/ 0 h 162"/>
                  <a:gd name="T14" fmla="*/ 0 w 77"/>
                  <a:gd name="T15" fmla="*/ 0 h 162"/>
                  <a:gd name="T16" fmla="*/ 0 w 77"/>
                  <a:gd name="T17" fmla="*/ 0 h 162"/>
                  <a:gd name="T18" fmla="*/ 0 w 77"/>
                  <a:gd name="T19" fmla="*/ 0 h 162"/>
                  <a:gd name="T20" fmla="*/ 0 w 77"/>
                  <a:gd name="T21" fmla="*/ 0 h 162"/>
                  <a:gd name="T22" fmla="*/ 0 w 77"/>
                  <a:gd name="T23" fmla="*/ 0 h 162"/>
                  <a:gd name="T24" fmla="*/ 0 w 77"/>
                  <a:gd name="T25" fmla="*/ 0 h 162"/>
                  <a:gd name="T26" fmla="*/ 0 w 77"/>
                  <a:gd name="T27" fmla="*/ 0 h 16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
                  <a:gd name="T43" fmla="*/ 0 h 162"/>
                  <a:gd name="T44" fmla="*/ 77 w 77"/>
                  <a:gd name="T45" fmla="*/ 162 h 16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 h="162">
                    <a:moveTo>
                      <a:pt x="33" y="0"/>
                    </a:moveTo>
                    <a:lnTo>
                      <a:pt x="59" y="28"/>
                    </a:lnTo>
                    <a:lnTo>
                      <a:pt x="72" y="63"/>
                    </a:lnTo>
                    <a:lnTo>
                      <a:pt x="77" y="112"/>
                    </a:lnTo>
                    <a:lnTo>
                      <a:pt x="72" y="145"/>
                    </a:lnTo>
                    <a:lnTo>
                      <a:pt x="54" y="158"/>
                    </a:lnTo>
                    <a:lnTo>
                      <a:pt x="33" y="162"/>
                    </a:lnTo>
                    <a:lnTo>
                      <a:pt x="8" y="158"/>
                    </a:lnTo>
                    <a:lnTo>
                      <a:pt x="0" y="116"/>
                    </a:lnTo>
                    <a:lnTo>
                      <a:pt x="44" y="123"/>
                    </a:lnTo>
                    <a:lnTo>
                      <a:pt x="51" y="88"/>
                    </a:lnTo>
                    <a:lnTo>
                      <a:pt x="59" y="63"/>
                    </a:lnTo>
                    <a:lnTo>
                      <a:pt x="54" y="37"/>
                    </a:lnTo>
                    <a:lnTo>
                      <a:pt x="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7" name="Freeform 481"/>
              <p:cNvSpPr>
                <a:spLocks/>
              </p:cNvSpPr>
              <p:nvPr/>
            </p:nvSpPr>
            <p:spPr bwMode="auto">
              <a:xfrm>
                <a:off x="2335" y="1635"/>
                <a:ext cx="356" cy="188"/>
              </a:xfrm>
              <a:custGeom>
                <a:avLst/>
                <a:gdLst>
                  <a:gd name="T0" fmla="*/ 0 w 2847"/>
                  <a:gd name="T1" fmla="*/ 0 h 1510"/>
                  <a:gd name="T2" fmla="*/ 0 w 2847"/>
                  <a:gd name="T3" fmla="*/ 0 h 1510"/>
                  <a:gd name="T4" fmla="*/ 0 w 2847"/>
                  <a:gd name="T5" fmla="*/ 0 h 1510"/>
                  <a:gd name="T6" fmla="*/ 0 w 2847"/>
                  <a:gd name="T7" fmla="*/ 0 h 1510"/>
                  <a:gd name="T8" fmla="*/ 0 w 2847"/>
                  <a:gd name="T9" fmla="*/ 0 h 1510"/>
                  <a:gd name="T10" fmla="*/ 0 w 2847"/>
                  <a:gd name="T11" fmla="*/ 0 h 1510"/>
                  <a:gd name="T12" fmla="*/ 0 w 2847"/>
                  <a:gd name="T13" fmla="*/ 0 h 1510"/>
                  <a:gd name="T14" fmla="*/ 0 w 2847"/>
                  <a:gd name="T15" fmla="*/ 0 h 1510"/>
                  <a:gd name="T16" fmla="*/ 0 w 2847"/>
                  <a:gd name="T17" fmla="*/ 0 h 1510"/>
                  <a:gd name="T18" fmla="*/ 0 w 2847"/>
                  <a:gd name="T19" fmla="*/ 0 h 1510"/>
                  <a:gd name="T20" fmla="*/ 0 w 2847"/>
                  <a:gd name="T21" fmla="*/ 0 h 1510"/>
                  <a:gd name="T22" fmla="*/ 0 w 2847"/>
                  <a:gd name="T23" fmla="*/ 0 h 1510"/>
                  <a:gd name="T24" fmla="*/ 0 w 2847"/>
                  <a:gd name="T25" fmla="*/ 0 h 1510"/>
                  <a:gd name="T26" fmla="*/ 0 w 2847"/>
                  <a:gd name="T27" fmla="*/ 0 h 1510"/>
                  <a:gd name="T28" fmla="*/ 0 w 2847"/>
                  <a:gd name="T29" fmla="*/ 0 h 1510"/>
                  <a:gd name="T30" fmla="*/ 0 w 2847"/>
                  <a:gd name="T31" fmla="*/ 0 h 1510"/>
                  <a:gd name="T32" fmla="*/ 0 w 2847"/>
                  <a:gd name="T33" fmla="*/ 0 h 1510"/>
                  <a:gd name="T34" fmla="*/ 0 w 2847"/>
                  <a:gd name="T35" fmla="*/ 0 h 1510"/>
                  <a:gd name="T36" fmla="*/ 0 w 2847"/>
                  <a:gd name="T37" fmla="*/ 0 h 1510"/>
                  <a:gd name="T38" fmla="*/ 0 w 2847"/>
                  <a:gd name="T39" fmla="*/ 0 h 1510"/>
                  <a:gd name="T40" fmla="*/ 0 w 2847"/>
                  <a:gd name="T41" fmla="*/ 0 h 1510"/>
                  <a:gd name="T42" fmla="*/ 0 w 2847"/>
                  <a:gd name="T43" fmla="*/ 0 h 1510"/>
                  <a:gd name="T44" fmla="*/ 0 w 2847"/>
                  <a:gd name="T45" fmla="*/ 0 h 1510"/>
                  <a:gd name="T46" fmla="*/ 0 w 2847"/>
                  <a:gd name="T47" fmla="*/ 0 h 1510"/>
                  <a:gd name="T48" fmla="*/ 0 w 2847"/>
                  <a:gd name="T49" fmla="*/ 0 h 1510"/>
                  <a:gd name="T50" fmla="*/ 0 w 2847"/>
                  <a:gd name="T51" fmla="*/ 0 h 1510"/>
                  <a:gd name="T52" fmla="*/ 0 w 2847"/>
                  <a:gd name="T53" fmla="*/ 0 h 1510"/>
                  <a:gd name="T54" fmla="*/ 0 w 2847"/>
                  <a:gd name="T55" fmla="*/ 0 h 1510"/>
                  <a:gd name="T56" fmla="*/ 0 w 2847"/>
                  <a:gd name="T57" fmla="*/ 0 h 1510"/>
                  <a:gd name="T58" fmla="*/ 0 w 2847"/>
                  <a:gd name="T59" fmla="*/ 0 h 1510"/>
                  <a:gd name="T60" fmla="*/ 0 w 2847"/>
                  <a:gd name="T61" fmla="*/ 0 h 1510"/>
                  <a:gd name="T62" fmla="*/ 0 w 2847"/>
                  <a:gd name="T63" fmla="*/ 0 h 1510"/>
                  <a:gd name="T64" fmla="*/ 0 w 2847"/>
                  <a:gd name="T65" fmla="*/ 0 h 1510"/>
                  <a:gd name="T66" fmla="*/ 0 w 2847"/>
                  <a:gd name="T67" fmla="*/ 0 h 1510"/>
                  <a:gd name="T68" fmla="*/ 0 w 2847"/>
                  <a:gd name="T69" fmla="*/ 0 h 1510"/>
                  <a:gd name="T70" fmla="*/ 0 w 2847"/>
                  <a:gd name="T71" fmla="*/ 0 h 1510"/>
                  <a:gd name="T72" fmla="*/ 0 w 2847"/>
                  <a:gd name="T73" fmla="*/ 0 h 1510"/>
                  <a:gd name="T74" fmla="*/ 0 w 2847"/>
                  <a:gd name="T75" fmla="*/ 0 h 1510"/>
                  <a:gd name="T76" fmla="*/ 0 w 2847"/>
                  <a:gd name="T77" fmla="*/ 0 h 1510"/>
                  <a:gd name="T78" fmla="*/ 0 w 2847"/>
                  <a:gd name="T79" fmla="*/ 0 h 1510"/>
                  <a:gd name="T80" fmla="*/ 0 w 2847"/>
                  <a:gd name="T81" fmla="*/ 0 h 1510"/>
                  <a:gd name="T82" fmla="*/ 0 w 2847"/>
                  <a:gd name="T83" fmla="*/ 0 h 1510"/>
                  <a:gd name="T84" fmla="*/ 0 w 2847"/>
                  <a:gd name="T85" fmla="*/ 0 h 1510"/>
                  <a:gd name="T86" fmla="*/ 0 w 2847"/>
                  <a:gd name="T87" fmla="*/ 0 h 1510"/>
                  <a:gd name="T88" fmla="*/ 0 w 2847"/>
                  <a:gd name="T89" fmla="*/ 0 h 1510"/>
                  <a:gd name="T90" fmla="*/ 0 w 2847"/>
                  <a:gd name="T91" fmla="*/ 0 h 1510"/>
                  <a:gd name="T92" fmla="*/ 0 w 2847"/>
                  <a:gd name="T93" fmla="*/ 0 h 1510"/>
                  <a:gd name="T94" fmla="*/ 0 w 2847"/>
                  <a:gd name="T95" fmla="*/ 0 h 1510"/>
                  <a:gd name="T96" fmla="*/ 0 w 2847"/>
                  <a:gd name="T97" fmla="*/ 0 h 1510"/>
                  <a:gd name="T98" fmla="*/ 0 w 2847"/>
                  <a:gd name="T99" fmla="*/ 0 h 1510"/>
                  <a:gd name="T100" fmla="*/ 0 w 2847"/>
                  <a:gd name="T101" fmla="*/ 0 h 1510"/>
                  <a:gd name="T102" fmla="*/ 0 w 2847"/>
                  <a:gd name="T103" fmla="*/ 0 h 1510"/>
                  <a:gd name="T104" fmla="*/ 0 w 2847"/>
                  <a:gd name="T105" fmla="*/ 0 h 1510"/>
                  <a:gd name="T106" fmla="*/ 0 w 2847"/>
                  <a:gd name="T107" fmla="*/ 0 h 1510"/>
                  <a:gd name="T108" fmla="*/ 0 w 2847"/>
                  <a:gd name="T109" fmla="*/ 0 h 1510"/>
                  <a:gd name="T110" fmla="*/ 0 w 2847"/>
                  <a:gd name="T111" fmla="*/ 0 h 1510"/>
                  <a:gd name="T112" fmla="*/ 0 w 2847"/>
                  <a:gd name="T113" fmla="*/ 0 h 1510"/>
                  <a:gd name="T114" fmla="*/ 0 w 2847"/>
                  <a:gd name="T115" fmla="*/ 0 h 1510"/>
                  <a:gd name="T116" fmla="*/ 0 w 2847"/>
                  <a:gd name="T117" fmla="*/ 0 h 1510"/>
                  <a:gd name="T118" fmla="*/ 0 w 2847"/>
                  <a:gd name="T119" fmla="*/ 0 h 1510"/>
                  <a:gd name="T120" fmla="*/ 0 w 2847"/>
                  <a:gd name="T121" fmla="*/ 0 h 151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47"/>
                  <a:gd name="T184" fmla="*/ 0 h 1510"/>
                  <a:gd name="T185" fmla="*/ 2847 w 2847"/>
                  <a:gd name="T186" fmla="*/ 1510 h 151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47" h="1510">
                    <a:moveTo>
                      <a:pt x="1072" y="246"/>
                    </a:moveTo>
                    <a:lnTo>
                      <a:pt x="1129" y="369"/>
                    </a:lnTo>
                    <a:lnTo>
                      <a:pt x="1228" y="441"/>
                    </a:lnTo>
                    <a:lnTo>
                      <a:pt x="1369" y="516"/>
                    </a:lnTo>
                    <a:lnTo>
                      <a:pt x="1558" y="567"/>
                    </a:lnTo>
                    <a:lnTo>
                      <a:pt x="1798" y="606"/>
                    </a:lnTo>
                    <a:lnTo>
                      <a:pt x="1903" y="576"/>
                    </a:lnTo>
                    <a:lnTo>
                      <a:pt x="1945" y="507"/>
                    </a:lnTo>
                    <a:lnTo>
                      <a:pt x="1969" y="408"/>
                    </a:lnTo>
                    <a:lnTo>
                      <a:pt x="1969" y="345"/>
                    </a:lnTo>
                    <a:lnTo>
                      <a:pt x="1929" y="239"/>
                    </a:lnTo>
                    <a:lnTo>
                      <a:pt x="1890" y="171"/>
                    </a:lnTo>
                    <a:lnTo>
                      <a:pt x="1839" y="120"/>
                    </a:lnTo>
                    <a:lnTo>
                      <a:pt x="1903" y="32"/>
                    </a:lnTo>
                    <a:lnTo>
                      <a:pt x="1945" y="0"/>
                    </a:lnTo>
                    <a:lnTo>
                      <a:pt x="2160" y="113"/>
                    </a:lnTo>
                    <a:lnTo>
                      <a:pt x="2400" y="162"/>
                    </a:lnTo>
                    <a:lnTo>
                      <a:pt x="2630" y="252"/>
                    </a:lnTo>
                    <a:lnTo>
                      <a:pt x="2847" y="378"/>
                    </a:lnTo>
                    <a:lnTo>
                      <a:pt x="2556" y="252"/>
                    </a:lnTo>
                    <a:lnTo>
                      <a:pt x="2342" y="191"/>
                    </a:lnTo>
                    <a:lnTo>
                      <a:pt x="2202" y="171"/>
                    </a:lnTo>
                    <a:lnTo>
                      <a:pt x="2052" y="171"/>
                    </a:lnTo>
                    <a:lnTo>
                      <a:pt x="1987" y="215"/>
                    </a:lnTo>
                    <a:lnTo>
                      <a:pt x="2004" y="387"/>
                    </a:lnTo>
                    <a:lnTo>
                      <a:pt x="1987" y="484"/>
                    </a:lnTo>
                    <a:lnTo>
                      <a:pt x="1953" y="590"/>
                    </a:lnTo>
                    <a:lnTo>
                      <a:pt x="1903" y="655"/>
                    </a:lnTo>
                    <a:lnTo>
                      <a:pt x="1789" y="760"/>
                    </a:lnTo>
                    <a:lnTo>
                      <a:pt x="1789" y="707"/>
                    </a:lnTo>
                    <a:lnTo>
                      <a:pt x="1749" y="673"/>
                    </a:lnTo>
                    <a:lnTo>
                      <a:pt x="1708" y="687"/>
                    </a:lnTo>
                    <a:lnTo>
                      <a:pt x="1696" y="738"/>
                    </a:lnTo>
                    <a:lnTo>
                      <a:pt x="1720" y="770"/>
                    </a:lnTo>
                    <a:lnTo>
                      <a:pt x="1756" y="779"/>
                    </a:lnTo>
                    <a:lnTo>
                      <a:pt x="1731" y="813"/>
                    </a:lnTo>
                    <a:lnTo>
                      <a:pt x="1674" y="802"/>
                    </a:lnTo>
                    <a:lnTo>
                      <a:pt x="1648" y="760"/>
                    </a:lnTo>
                    <a:lnTo>
                      <a:pt x="1659" y="707"/>
                    </a:lnTo>
                    <a:lnTo>
                      <a:pt x="1681" y="666"/>
                    </a:lnTo>
                    <a:lnTo>
                      <a:pt x="1720" y="648"/>
                    </a:lnTo>
                    <a:lnTo>
                      <a:pt x="1780" y="624"/>
                    </a:lnTo>
                    <a:lnTo>
                      <a:pt x="1433" y="567"/>
                    </a:lnTo>
                    <a:lnTo>
                      <a:pt x="1235" y="500"/>
                    </a:lnTo>
                    <a:lnTo>
                      <a:pt x="1353" y="795"/>
                    </a:lnTo>
                    <a:lnTo>
                      <a:pt x="1549" y="1289"/>
                    </a:lnTo>
                    <a:lnTo>
                      <a:pt x="1648" y="1510"/>
                    </a:lnTo>
                    <a:lnTo>
                      <a:pt x="1358" y="903"/>
                    </a:lnTo>
                    <a:lnTo>
                      <a:pt x="1201" y="576"/>
                    </a:lnTo>
                    <a:lnTo>
                      <a:pt x="1046" y="378"/>
                    </a:lnTo>
                    <a:lnTo>
                      <a:pt x="896" y="239"/>
                    </a:lnTo>
                    <a:lnTo>
                      <a:pt x="774" y="156"/>
                    </a:lnTo>
                    <a:lnTo>
                      <a:pt x="668" y="147"/>
                    </a:lnTo>
                    <a:lnTo>
                      <a:pt x="525" y="162"/>
                    </a:lnTo>
                    <a:lnTo>
                      <a:pt x="106" y="270"/>
                    </a:lnTo>
                    <a:lnTo>
                      <a:pt x="0" y="345"/>
                    </a:lnTo>
                    <a:lnTo>
                      <a:pt x="106" y="239"/>
                    </a:lnTo>
                    <a:lnTo>
                      <a:pt x="493" y="94"/>
                    </a:lnTo>
                    <a:lnTo>
                      <a:pt x="749" y="90"/>
                    </a:lnTo>
                    <a:lnTo>
                      <a:pt x="995" y="15"/>
                    </a:lnTo>
                    <a:lnTo>
                      <a:pt x="1072" y="2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8" name="Freeform 482"/>
              <p:cNvSpPr>
                <a:spLocks/>
              </p:cNvSpPr>
              <p:nvPr/>
            </p:nvSpPr>
            <p:spPr bwMode="auto">
              <a:xfrm>
                <a:off x="2312" y="1687"/>
                <a:ext cx="142" cy="214"/>
              </a:xfrm>
              <a:custGeom>
                <a:avLst/>
                <a:gdLst>
                  <a:gd name="T0" fmla="*/ 0 w 1134"/>
                  <a:gd name="T1" fmla="*/ 0 h 1714"/>
                  <a:gd name="T2" fmla="*/ 0 w 1134"/>
                  <a:gd name="T3" fmla="*/ 0 h 1714"/>
                  <a:gd name="T4" fmla="*/ 0 w 1134"/>
                  <a:gd name="T5" fmla="*/ 0 h 1714"/>
                  <a:gd name="T6" fmla="*/ 0 w 1134"/>
                  <a:gd name="T7" fmla="*/ 0 h 1714"/>
                  <a:gd name="T8" fmla="*/ 0 w 1134"/>
                  <a:gd name="T9" fmla="*/ 0 h 1714"/>
                  <a:gd name="T10" fmla="*/ 0 w 1134"/>
                  <a:gd name="T11" fmla="*/ 0 h 1714"/>
                  <a:gd name="T12" fmla="*/ 0 w 1134"/>
                  <a:gd name="T13" fmla="*/ 0 h 1714"/>
                  <a:gd name="T14" fmla="*/ 0 w 1134"/>
                  <a:gd name="T15" fmla="*/ 0 h 1714"/>
                  <a:gd name="T16" fmla="*/ 0 w 1134"/>
                  <a:gd name="T17" fmla="*/ 0 h 1714"/>
                  <a:gd name="T18" fmla="*/ 0 w 1134"/>
                  <a:gd name="T19" fmla="*/ 0 h 1714"/>
                  <a:gd name="T20" fmla="*/ 0 w 1134"/>
                  <a:gd name="T21" fmla="*/ 0 h 1714"/>
                  <a:gd name="T22" fmla="*/ 0 w 1134"/>
                  <a:gd name="T23" fmla="*/ 0 h 1714"/>
                  <a:gd name="T24" fmla="*/ 0 w 1134"/>
                  <a:gd name="T25" fmla="*/ 0 h 1714"/>
                  <a:gd name="T26" fmla="*/ 0 w 1134"/>
                  <a:gd name="T27" fmla="*/ 0 h 1714"/>
                  <a:gd name="T28" fmla="*/ 0 w 1134"/>
                  <a:gd name="T29" fmla="*/ 0 h 1714"/>
                  <a:gd name="T30" fmla="*/ 0 w 1134"/>
                  <a:gd name="T31" fmla="*/ 0 h 1714"/>
                  <a:gd name="T32" fmla="*/ 0 w 1134"/>
                  <a:gd name="T33" fmla="*/ 0 h 1714"/>
                  <a:gd name="T34" fmla="*/ 0 w 1134"/>
                  <a:gd name="T35" fmla="*/ 0 h 1714"/>
                  <a:gd name="T36" fmla="*/ 0 w 1134"/>
                  <a:gd name="T37" fmla="*/ 0 h 1714"/>
                  <a:gd name="T38" fmla="*/ 0 w 1134"/>
                  <a:gd name="T39" fmla="*/ 0 h 1714"/>
                  <a:gd name="T40" fmla="*/ 0 w 1134"/>
                  <a:gd name="T41" fmla="*/ 0 h 1714"/>
                  <a:gd name="T42" fmla="*/ 0 w 1134"/>
                  <a:gd name="T43" fmla="*/ 0 h 1714"/>
                  <a:gd name="T44" fmla="*/ 0 w 1134"/>
                  <a:gd name="T45" fmla="*/ 0 h 1714"/>
                  <a:gd name="T46" fmla="*/ 0 w 1134"/>
                  <a:gd name="T47" fmla="*/ 0 h 1714"/>
                  <a:gd name="T48" fmla="*/ 0 w 1134"/>
                  <a:gd name="T49" fmla="*/ 0 h 1714"/>
                  <a:gd name="T50" fmla="*/ 0 w 1134"/>
                  <a:gd name="T51" fmla="*/ 0 h 1714"/>
                  <a:gd name="T52" fmla="*/ 0 w 1134"/>
                  <a:gd name="T53" fmla="*/ 0 h 1714"/>
                  <a:gd name="T54" fmla="*/ 0 w 1134"/>
                  <a:gd name="T55" fmla="*/ 0 h 1714"/>
                  <a:gd name="T56" fmla="*/ 0 w 1134"/>
                  <a:gd name="T57" fmla="*/ 0 h 1714"/>
                  <a:gd name="T58" fmla="*/ 0 w 1134"/>
                  <a:gd name="T59" fmla="*/ 0 h 1714"/>
                  <a:gd name="T60" fmla="*/ 0 w 1134"/>
                  <a:gd name="T61" fmla="*/ 0 h 1714"/>
                  <a:gd name="T62" fmla="*/ 0 w 1134"/>
                  <a:gd name="T63" fmla="*/ 0 h 1714"/>
                  <a:gd name="T64" fmla="*/ 0 w 1134"/>
                  <a:gd name="T65" fmla="*/ 0 h 1714"/>
                  <a:gd name="T66" fmla="*/ 0 w 1134"/>
                  <a:gd name="T67" fmla="*/ 0 h 1714"/>
                  <a:gd name="T68" fmla="*/ 0 w 1134"/>
                  <a:gd name="T69" fmla="*/ 0 h 1714"/>
                  <a:gd name="T70" fmla="*/ 0 w 1134"/>
                  <a:gd name="T71" fmla="*/ 0 h 1714"/>
                  <a:gd name="T72" fmla="*/ 0 w 1134"/>
                  <a:gd name="T73" fmla="*/ 0 h 1714"/>
                  <a:gd name="T74" fmla="*/ 0 w 1134"/>
                  <a:gd name="T75" fmla="*/ 0 h 1714"/>
                  <a:gd name="T76" fmla="*/ 0 w 1134"/>
                  <a:gd name="T77" fmla="*/ 0 h 1714"/>
                  <a:gd name="T78" fmla="*/ 0 w 1134"/>
                  <a:gd name="T79" fmla="*/ 0 h 1714"/>
                  <a:gd name="T80" fmla="*/ 0 w 1134"/>
                  <a:gd name="T81" fmla="*/ 0 h 1714"/>
                  <a:gd name="T82" fmla="*/ 0 w 1134"/>
                  <a:gd name="T83" fmla="*/ 0 h 1714"/>
                  <a:gd name="T84" fmla="*/ 0 w 1134"/>
                  <a:gd name="T85" fmla="*/ 0 h 1714"/>
                  <a:gd name="T86" fmla="*/ 0 w 1134"/>
                  <a:gd name="T87" fmla="*/ 0 h 1714"/>
                  <a:gd name="T88" fmla="*/ 0 w 1134"/>
                  <a:gd name="T89" fmla="*/ 0 h 1714"/>
                  <a:gd name="T90" fmla="*/ 0 w 1134"/>
                  <a:gd name="T91" fmla="*/ 0 h 1714"/>
                  <a:gd name="T92" fmla="*/ 0 w 1134"/>
                  <a:gd name="T93" fmla="*/ 0 h 1714"/>
                  <a:gd name="T94" fmla="*/ 0 w 1134"/>
                  <a:gd name="T95" fmla="*/ 0 h 1714"/>
                  <a:gd name="T96" fmla="*/ 0 w 1134"/>
                  <a:gd name="T97" fmla="*/ 0 h 1714"/>
                  <a:gd name="T98" fmla="*/ 0 w 1134"/>
                  <a:gd name="T99" fmla="*/ 0 h 1714"/>
                  <a:gd name="T100" fmla="*/ 0 w 1134"/>
                  <a:gd name="T101" fmla="*/ 0 h 1714"/>
                  <a:gd name="T102" fmla="*/ 0 w 1134"/>
                  <a:gd name="T103" fmla="*/ 0 h 1714"/>
                  <a:gd name="T104" fmla="*/ 0 w 1134"/>
                  <a:gd name="T105" fmla="*/ 0 h 1714"/>
                  <a:gd name="T106" fmla="*/ 0 w 1134"/>
                  <a:gd name="T107" fmla="*/ 0 h 1714"/>
                  <a:gd name="T108" fmla="*/ 0 w 1134"/>
                  <a:gd name="T109" fmla="*/ 0 h 1714"/>
                  <a:gd name="T110" fmla="*/ 0 w 1134"/>
                  <a:gd name="T111" fmla="*/ 0 h 1714"/>
                  <a:gd name="T112" fmla="*/ 0 w 1134"/>
                  <a:gd name="T113" fmla="*/ 0 h 1714"/>
                  <a:gd name="T114" fmla="*/ 0 w 1134"/>
                  <a:gd name="T115" fmla="*/ 0 h 1714"/>
                  <a:gd name="T116" fmla="*/ 0 w 1134"/>
                  <a:gd name="T117" fmla="*/ 0 h 1714"/>
                  <a:gd name="T118" fmla="*/ 0 w 1134"/>
                  <a:gd name="T119" fmla="*/ 0 h 171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134"/>
                  <a:gd name="T181" fmla="*/ 0 h 1714"/>
                  <a:gd name="T182" fmla="*/ 1134 w 1134"/>
                  <a:gd name="T183" fmla="*/ 1714 h 171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134" h="1714">
                    <a:moveTo>
                      <a:pt x="159" y="0"/>
                    </a:moveTo>
                    <a:lnTo>
                      <a:pt x="264" y="31"/>
                    </a:lnTo>
                    <a:lnTo>
                      <a:pt x="365" y="113"/>
                    </a:lnTo>
                    <a:lnTo>
                      <a:pt x="447" y="229"/>
                    </a:lnTo>
                    <a:lnTo>
                      <a:pt x="521" y="367"/>
                    </a:lnTo>
                    <a:lnTo>
                      <a:pt x="570" y="484"/>
                    </a:lnTo>
                    <a:lnTo>
                      <a:pt x="611" y="591"/>
                    </a:lnTo>
                    <a:lnTo>
                      <a:pt x="491" y="409"/>
                    </a:lnTo>
                    <a:lnTo>
                      <a:pt x="387" y="288"/>
                    </a:lnTo>
                    <a:lnTo>
                      <a:pt x="264" y="205"/>
                    </a:lnTo>
                    <a:lnTo>
                      <a:pt x="167" y="157"/>
                    </a:lnTo>
                    <a:lnTo>
                      <a:pt x="167" y="319"/>
                    </a:lnTo>
                    <a:lnTo>
                      <a:pt x="222" y="499"/>
                    </a:lnTo>
                    <a:lnTo>
                      <a:pt x="312" y="646"/>
                    </a:lnTo>
                    <a:lnTo>
                      <a:pt x="413" y="754"/>
                    </a:lnTo>
                    <a:lnTo>
                      <a:pt x="598" y="886"/>
                    </a:lnTo>
                    <a:lnTo>
                      <a:pt x="768" y="998"/>
                    </a:lnTo>
                    <a:lnTo>
                      <a:pt x="860" y="1049"/>
                    </a:lnTo>
                    <a:lnTo>
                      <a:pt x="818" y="925"/>
                    </a:lnTo>
                    <a:lnTo>
                      <a:pt x="923" y="1132"/>
                    </a:lnTo>
                    <a:lnTo>
                      <a:pt x="976" y="1301"/>
                    </a:lnTo>
                    <a:lnTo>
                      <a:pt x="1007" y="1508"/>
                    </a:lnTo>
                    <a:lnTo>
                      <a:pt x="1081" y="1631"/>
                    </a:lnTo>
                    <a:lnTo>
                      <a:pt x="1134" y="1714"/>
                    </a:lnTo>
                    <a:lnTo>
                      <a:pt x="959" y="1559"/>
                    </a:lnTo>
                    <a:lnTo>
                      <a:pt x="959" y="1642"/>
                    </a:lnTo>
                    <a:lnTo>
                      <a:pt x="877" y="1665"/>
                    </a:lnTo>
                    <a:lnTo>
                      <a:pt x="918" y="1609"/>
                    </a:lnTo>
                    <a:lnTo>
                      <a:pt x="908" y="1534"/>
                    </a:lnTo>
                    <a:lnTo>
                      <a:pt x="703" y="1402"/>
                    </a:lnTo>
                    <a:lnTo>
                      <a:pt x="877" y="1411"/>
                    </a:lnTo>
                    <a:lnTo>
                      <a:pt x="736" y="1204"/>
                    </a:lnTo>
                    <a:lnTo>
                      <a:pt x="853" y="1195"/>
                    </a:lnTo>
                    <a:lnTo>
                      <a:pt x="869" y="1147"/>
                    </a:lnTo>
                    <a:lnTo>
                      <a:pt x="703" y="1141"/>
                    </a:lnTo>
                    <a:lnTo>
                      <a:pt x="494" y="1077"/>
                    </a:lnTo>
                    <a:lnTo>
                      <a:pt x="249" y="967"/>
                    </a:lnTo>
                    <a:lnTo>
                      <a:pt x="99" y="860"/>
                    </a:lnTo>
                    <a:lnTo>
                      <a:pt x="84" y="886"/>
                    </a:lnTo>
                    <a:lnTo>
                      <a:pt x="143" y="985"/>
                    </a:lnTo>
                    <a:lnTo>
                      <a:pt x="240" y="1077"/>
                    </a:lnTo>
                    <a:lnTo>
                      <a:pt x="339" y="1132"/>
                    </a:lnTo>
                    <a:lnTo>
                      <a:pt x="413" y="1338"/>
                    </a:lnTo>
                    <a:lnTo>
                      <a:pt x="644" y="1402"/>
                    </a:lnTo>
                    <a:lnTo>
                      <a:pt x="482" y="1386"/>
                    </a:lnTo>
                    <a:lnTo>
                      <a:pt x="556" y="1460"/>
                    </a:lnTo>
                    <a:lnTo>
                      <a:pt x="763" y="1508"/>
                    </a:lnTo>
                    <a:lnTo>
                      <a:pt x="853" y="1582"/>
                    </a:lnTo>
                    <a:lnTo>
                      <a:pt x="826" y="1631"/>
                    </a:lnTo>
                    <a:lnTo>
                      <a:pt x="694" y="1591"/>
                    </a:lnTo>
                    <a:lnTo>
                      <a:pt x="598" y="1600"/>
                    </a:lnTo>
                    <a:lnTo>
                      <a:pt x="51" y="1107"/>
                    </a:lnTo>
                    <a:lnTo>
                      <a:pt x="21" y="943"/>
                    </a:lnTo>
                    <a:lnTo>
                      <a:pt x="9" y="826"/>
                    </a:lnTo>
                    <a:lnTo>
                      <a:pt x="51" y="770"/>
                    </a:lnTo>
                    <a:lnTo>
                      <a:pt x="21" y="642"/>
                    </a:lnTo>
                    <a:lnTo>
                      <a:pt x="0" y="443"/>
                    </a:lnTo>
                    <a:lnTo>
                      <a:pt x="25" y="279"/>
                    </a:lnTo>
                    <a:lnTo>
                      <a:pt x="77" y="132"/>
                    </a:lnTo>
                    <a:lnTo>
                      <a:pt x="15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89" name="Freeform 483"/>
              <p:cNvSpPr>
                <a:spLocks/>
              </p:cNvSpPr>
              <p:nvPr/>
            </p:nvSpPr>
            <p:spPr bwMode="auto">
              <a:xfrm>
                <a:off x="2411" y="1892"/>
                <a:ext cx="40" cy="50"/>
              </a:xfrm>
              <a:custGeom>
                <a:avLst/>
                <a:gdLst>
                  <a:gd name="T0" fmla="*/ 0 w 318"/>
                  <a:gd name="T1" fmla="*/ 0 h 399"/>
                  <a:gd name="T2" fmla="*/ 0 w 318"/>
                  <a:gd name="T3" fmla="*/ 0 h 399"/>
                  <a:gd name="T4" fmla="*/ 0 w 318"/>
                  <a:gd name="T5" fmla="*/ 0 h 399"/>
                  <a:gd name="T6" fmla="*/ 0 w 318"/>
                  <a:gd name="T7" fmla="*/ 0 h 399"/>
                  <a:gd name="T8" fmla="*/ 0 w 318"/>
                  <a:gd name="T9" fmla="*/ 0 h 399"/>
                  <a:gd name="T10" fmla="*/ 0 w 318"/>
                  <a:gd name="T11" fmla="*/ 0 h 399"/>
                  <a:gd name="T12" fmla="*/ 0 w 318"/>
                  <a:gd name="T13" fmla="*/ 0 h 399"/>
                  <a:gd name="T14" fmla="*/ 0 w 318"/>
                  <a:gd name="T15" fmla="*/ 0 h 399"/>
                  <a:gd name="T16" fmla="*/ 0 w 318"/>
                  <a:gd name="T17" fmla="*/ 0 h 399"/>
                  <a:gd name="T18" fmla="*/ 0 w 318"/>
                  <a:gd name="T19" fmla="*/ 0 h 399"/>
                  <a:gd name="T20" fmla="*/ 0 w 318"/>
                  <a:gd name="T21" fmla="*/ 0 h 399"/>
                  <a:gd name="T22" fmla="*/ 0 w 318"/>
                  <a:gd name="T23" fmla="*/ 0 h 3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18"/>
                  <a:gd name="T37" fmla="*/ 0 h 399"/>
                  <a:gd name="T38" fmla="*/ 318 w 318"/>
                  <a:gd name="T39" fmla="*/ 399 h 39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18" h="399">
                    <a:moveTo>
                      <a:pt x="0" y="138"/>
                    </a:moveTo>
                    <a:lnTo>
                      <a:pt x="87" y="23"/>
                    </a:lnTo>
                    <a:lnTo>
                      <a:pt x="168" y="0"/>
                    </a:lnTo>
                    <a:lnTo>
                      <a:pt x="221" y="72"/>
                    </a:lnTo>
                    <a:lnTo>
                      <a:pt x="221" y="336"/>
                    </a:lnTo>
                    <a:lnTo>
                      <a:pt x="285" y="106"/>
                    </a:lnTo>
                    <a:lnTo>
                      <a:pt x="318" y="196"/>
                    </a:lnTo>
                    <a:lnTo>
                      <a:pt x="318" y="295"/>
                    </a:lnTo>
                    <a:lnTo>
                      <a:pt x="246" y="399"/>
                    </a:lnTo>
                    <a:lnTo>
                      <a:pt x="186" y="399"/>
                    </a:lnTo>
                    <a:lnTo>
                      <a:pt x="39" y="261"/>
                    </a:lnTo>
                    <a:lnTo>
                      <a:pt x="0" y="1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0" name="Freeform 484"/>
              <p:cNvSpPr>
                <a:spLocks/>
              </p:cNvSpPr>
              <p:nvPr/>
            </p:nvSpPr>
            <p:spPr bwMode="auto">
              <a:xfrm>
                <a:off x="2446" y="1700"/>
                <a:ext cx="292" cy="269"/>
              </a:xfrm>
              <a:custGeom>
                <a:avLst/>
                <a:gdLst>
                  <a:gd name="T0" fmla="*/ 0 w 2335"/>
                  <a:gd name="T1" fmla="*/ 0 h 2151"/>
                  <a:gd name="T2" fmla="*/ 0 w 2335"/>
                  <a:gd name="T3" fmla="*/ 0 h 2151"/>
                  <a:gd name="T4" fmla="*/ 0 w 2335"/>
                  <a:gd name="T5" fmla="*/ 0 h 2151"/>
                  <a:gd name="T6" fmla="*/ 0 w 2335"/>
                  <a:gd name="T7" fmla="*/ 0 h 2151"/>
                  <a:gd name="T8" fmla="*/ 0 w 2335"/>
                  <a:gd name="T9" fmla="*/ 0 h 2151"/>
                  <a:gd name="T10" fmla="*/ 0 w 2335"/>
                  <a:gd name="T11" fmla="*/ 0 h 2151"/>
                  <a:gd name="T12" fmla="*/ 0 w 2335"/>
                  <a:gd name="T13" fmla="*/ 0 h 2151"/>
                  <a:gd name="T14" fmla="*/ 0 w 2335"/>
                  <a:gd name="T15" fmla="*/ 0 h 2151"/>
                  <a:gd name="T16" fmla="*/ 0 w 2335"/>
                  <a:gd name="T17" fmla="*/ 0 h 2151"/>
                  <a:gd name="T18" fmla="*/ 0 w 2335"/>
                  <a:gd name="T19" fmla="*/ 0 h 2151"/>
                  <a:gd name="T20" fmla="*/ 0 w 2335"/>
                  <a:gd name="T21" fmla="*/ 0 h 2151"/>
                  <a:gd name="T22" fmla="*/ 0 w 2335"/>
                  <a:gd name="T23" fmla="*/ 0 h 2151"/>
                  <a:gd name="T24" fmla="*/ 0 w 2335"/>
                  <a:gd name="T25" fmla="*/ 0 h 2151"/>
                  <a:gd name="T26" fmla="*/ 0 w 2335"/>
                  <a:gd name="T27" fmla="*/ 0 h 2151"/>
                  <a:gd name="T28" fmla="*/ 0 w 2335"/>
                  <a:gd name="T29" fmla="*/ 0 h 2151"/>
                  <a:gd name="T30" fmla="*/ 0 w 2335"/>
                  <a:gd name="T31" fmla="*/ 0 h 2151"/>
                  <a:gd name="T32" fmla="*/ 0 w 2335"/>
                  <a:gd name="T33" fmla="*/ 0 h 2151"/>
                  <a:gd name="T34" fmla="*/ 0 w 2335"/>
                  <a:gd name="T35" fmla="*/ 0 h 2151"/>
                  <a:gd name="T36" fmla="*/ 0 w 2335"/>
                  <a:gd name="T37" fmla="*/ 0 h 2151"/>
                  <a:gd name="T38" fmla="*/ 0 w 2335"/>
                  <a:gd name="T39" fmla="*/ 0 h 2151"/>
                  <a:gd name="T40" fmla="*/ 0 w 2335"/>
                  <a:gd name="T41" fmla="*/ 0 h 2151"/>
                  <a:gd name="T42" fmla="*/ 0 w 2335"/>
                  <a:gd name="T43" fmla="*/ 0 h 2151"/>
                  <a:gd name="T44" fmla="*/ 0 w 2335"/>
                  <a:gd name="T45" fmla="*/ 0 h 2151"/>
                  <a:gd name="T46" fmla="*/ 0 w 2335"/>
                  <a:gd name="T47" fmla="*/ 0 h 2151"/>
                  <a:gd name="T48" fmla="*/ 0 w 2335"/>
                  <a:gd name="T49" fmla="*/ 0 h 2151"/>
                  <a:gd name="T50" fmla="*/ 0 w 2335"/>
                  <a:gd name="T51" fmla="*/ 0 h 2151"/>
                  <a:gd name="T52" fmla="*/ 0 w 2335"/>
                  <a:gd name="T53" fmla="*/ 0 h 2151"/>
                  <a:gd name="T54" fmla="*/ 0 w 2335"/>
                  <a:gd name="T55" fmla="*/ 0 h 2151"/>
                  <a:gd name="T56" fmla="*/ 0 w 2335"/>
                  <a:gd name="T57" fmla="*/ 0 h 2151"/>
                  <a:gd name="T58" fmla="*/ 0 w 2335"/>
                  <a:gd name="T59" fmla="*/ 0 h 2151"/>
                  <a:gd name="T60" fmla="*/ 0 w 2335"/>
                  <a:gd name="T61" fmla="*/ 0 h 2151"/>
                  <a:gd name="T62" fmla="*/ 0 w 2335"/>
                  <a:gd name="T63" fmla="*/ 0 h 2151"/>
                  <a:gd name="T64" fmla="*/ 0 w 2335"/>
                  <a:gd name="T65" fmla="*/ 0 h 2151"/>
                  <a:gd name="T66" fmla="*/ 0 w 2335"/>
                  <a:gd name="T67" fmla="*/ 0 h 2151"/>
                  <a:gd name="T68" fmla="*/ 0 w 2335"/>
                  <a:gd name="T69" fmla="*/ 0 h 2151"/>
                  <a:gd name="T70" fmla="*/ 0 w 2335"/>
                  <a:gd name="T71" fmla="*/ 0 h 2151"/>
                  <a:gd name="T72" fmla="*/ 0 w 2335"/>
                  <a:gd name="T73" fmla="*/ 0 h 2151"/>
                  <a:gd name="T74" fmla="*/ 0 w 2335"/>
                  <a:gd name="T75" fmla="*/ 0 h 2151"/>
                  <a:gd name="T76" fmla="*/ 0 w 2335"/>
                  <a:gd name="T77" fmla="*/ 0 h 215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335"/>
                  <a:gd name="T118" fmla="*/ 0 h 2151"/>
                  <a:gd name="T119" fmla="*/ 2335 w 2335"/>
                  <a:gd name="T120" fmla="*/ 2151 h 215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335" h="2151">
                    <a:moveTo>
                      <a:pt x="87" y="1633"/>
                    </a:moveTo>
                    <a:lnTo>
                      <a:pt x="112" y="1705"/>
                    </a:lnTo>
                    <a:lnTo>
                      <a:pt x="123" y="1896"/>
                    </a:lnTo>
                    <a:lnTo>
                      <a:pt x="0" y="1953"/>
                    </a:lnTo>
                    <a:lnTo>
                      <a:pt x="39" y="1978"/>
                    </a:lnTo>
                    <a:lnTo>
                      <a:pt x="182" y="1953"/>
                    </a:lnTo>
                    <a:lnTo>
                      <a:pt x="742" y="2068"/>
                    </a:lnTo>
                    <a:lnTo>
                      <a:pt x="732" y="2032"/>
                    </a:lnTo>
                    <a:lnTo>
                      <a:pt x="732" y="2011"/>
                    </a:lnTo>
                    <a:lnTo>
                      <a:pt x="758" y="1997"/>
                    </a:lnTo>
                    <a:lnTo>
                      <a:pt x="791" y="2002"/>
                    </a:lnTo>
                    <a:lnTo>
                      <a:pt x="806" y="2032"/>
                    </a:lnTo>
                    <a:lnTo>
                      <a:pt x="830" y="2061"/>
                    </a:lnTo>
                    <a:lnTo>
                      <a:pt x="883" y="2068"/>
                    </a:lnTo>
                    <a:lnTo>
                      <a:pt x="958" y="2127"/>
                    </a:lnTo>
                    <a:lnTo>
                      <a:pt x="938" y="2068"/>
                    </a:lnTo>
                    <a:lnTo>
                      <a:pt x="1180" y="2011"/>
                    </a:lnTo>
                    <a:lnTo>
                      <a:pt x="1477" y="1845"/>
                    </a:lnTo>
                    <a:lnTo>
                      <a:pt x="1807" y="1930"/>
                    </a:lnTo>
                    <a:lnTo>
                      <a:pt x="1872" y="2061"/>
                    </a:lnTo>
                    <a:lnTo>
                      <a:pt x="1872" y="2142"/>
                    </a:lnTo>
                    <a:lnTo>
                      <a:pt x="1883" y="2151"/>
                    </a:lnTo>
                    <a:lnTo>
                      <a:pt x="1897" y="2061"/>
                    </a:lnTo>
                    <a:lnTo>
                      <a:pt x="1823" y="1912"/>
                    </a:lnTo>
                    <a:lnTo>
                      <a:pt x="1666" y="1815"/>
                    </a:lnTo>
                    <a:lnTo>
                      <a:pt x="1731" y="1714"/>
                    </a:lnTo>
                    <a:lnTo>
                      <a:pt x="1855" y="1668"/>
                    </a:lnTo>
                    <a:lnTo>
                      <a:pt x="2003" y="1642"/>
                    </a:lnTo>
                    <a:lnTo>
                      <a:pt x="2189" y="1674"/>
                    </a:lnTo>
                    <a:lnTo>
                      <a:pt x="2226" y="1705"/>
                    </a:lnTo>
                    <a:lnTo>
                      <a:pt x="2235" y="1804"/>
                    </a:lnTo>
                    <a:lnTo>
                      <a:pt x="2285" y="1887"/>
                    </a:lnTo>
                    <a:lnTo>
                      <a:pt x="2335" y="1771"/>
                    </a:lnTo>
                    <a:lnTo>
                      <a:pt x="2309" y="1700"/>
                    </a:lnTo>
                    <a:lnTo>
                      <a:pt x="2219" y="1608"/>
                    </a:lnTo>
                    <a:lnTo>
                      <a:pt x="2102" y="1510"/>
                    </a:lnTo>
                    <a:lnTo>
                      <a:pt x="2010" y="1402"/>
                    </a:lnTo>
                    <a:lnTo>
                      <a:pt x="1929" y="1439"/>
                    </a:lnTo>
                    <a:lnTo>
                      <a:pt x="1883" y="1559"/>
                    </a:lnTo>
                    <a:lnTo>
                      <a:pt x="1839" y="1536"/>
                    </a:lnTo>
                    <a:lnTo>
                      <a:pt x="1883" y="1428"/>
                    </a:lnTo>
                    <a:lnTo>
                      <a:pt x="1929" y="1338"/>
                    </a:lnTo>
                    <a:lnTo>
                      <a:pt x="2138" y="1255"/>
                    </a:lnTo>
                    <a:lnTo>
                      <a:pt x="2235" y="1165"/>
                    </a:lnTo>
                    <a:lnTo>
                      <a:pt x="2189" y="1041"/>
                    </a:lnTo>
                    <a:lnTo>
                      <a:pt x="2169" y="1142"/>
                    </a:lnTo>
                    <a:lnTo>
                      <a:pt x="2063" y="1206"/>
                    </a:lnTo>
                    <a:lnTo>
                      <a:pt x="1962" y="1232"/>
                    </a:lnTo>
                    <a:lnTo>
                      <a:pt x="1883" y="1239"/>
                    </a:lnTo>
                    <a:lnTo>
                      <a:pt x="1855" y="1213"/>
                    </a:lnTo>
                    <a:lnTo>
                      <a:pt x="1872" y="1181"/>
                    </a:lnTo>
                    <a:lnTo>
                      <a:pt x="2039" y="1066"/>
                    </a:lnTo>
                    <a:lnTo>
                      <a:pt x="2169" y="943"/>
                    </a:lnTo>
                    <a:lnTo>
                      <a:pt x="2197" y="1001"/>
                    </a:lnTo>
                    <a:lnTo>
                      <a:pt x="2201" y="868"/>
                    </a:lnTo>
                    <a:lnTo>
                      <a:pt x="2180" y="720"/>
                    </a:lnTo>
                    <a:lnTo>
                      <a:pt x="2169" y="565"/>
                    </a:lnTo>
                    <a:lnTo>
                      <a:pt x="2180" y="337"/>
                    </a:lnTo>
                    <a:lnTo>
                      <a:pt x="2153" y="114"/>
                    </a:lnTo>
                    <a:lnTo>
                      <a:pt x="2111" y="0"/>
                    </a:lnTo>
                    <a:lnTo>
                      <a:pt x="2144" y="182"/>
                    </a:lnTo>
                    <a:lnTo>
                      <a:pt x="2144" y="400"/>
                    </a:lnTo>
                    <a:lnTo>
                      <a:pt x="2111" y="582"/>
                    </a:lnTo>
                    <a:lnTo>
                      <a:pt x="1982" y="868"/>
                    </a:lnTo>
                    <a:lnTo>
                      <a:pt x="2088" y="706"/>
                    </a:lnTo>
                    <a:lnTo>
                      <a:pt x="2127" y="771"/>
                    </a:lnTo>
                    <a:lnTo>
                      <a:pt x="2144" y="861"/>
                    </a:lnTo>
                    <a:lnTo>
                      <a:pt x="2120" y="936"/>
                    </a:lnTo>
                    <a:lnTo>
                      <a:pt x="2003" y="1041"/>
                    </a:lnTo>
                    <a:lnTo>
                      <a:pt x="1865" y="1125"/>
                    </a:lnTo>
                    <a:lnTo>
                      <a:pt x="1872" y="1050"/>
                    </a:lnTo>
                    <a:lnTo>
                      <a:pt x="1673" y="1273"/>
                    </a:lnTo>
                    <a:lnTo>
                      <a:pt x="1402" y="1476"/>
                    </a:lnTo>
                    <a:lnTo>
                      <a:pt x="1169" y="1584"/>
                    </a:lnTo>
                    <a:lnTo>
                      <a:pt x="965" y="1633"/>
                    </a:lnTo>
                    <a:lnTo>
                      <a:pt x="615" y="1600"/>
                    </a:lnTo>
                    <a:lnTo>
                      <a:pt x="410" y="1608"/>
                    </a:lnTo>
                    <a:lnTo>
                      <a:pt x="195" y="1626"/>
                    </a:lnTo>
                    <a:lnTo>
                      <a:pt x="87" y="16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1" name="Freeform 485"/>
              <p:cNvSpPr>
                <a:spLocks/>
              </p:cNvSpPr>
              <p:nvPr/>
            </p:nvSpPr>
            <p:spPr bwMode="auto">
              <a:xfrm>
                <a:off x="2599" y="1689"/>
                <a:ext cx="22" cy="176"/>
              </a:xfrm>
              <a:custGeom>
                <a:avLst/>
                <a:gdLst>
                  <a:gd name="T0" fmla="*/ 0 w 180"/>
                  <a:gd name="T1" fmla="*/ 0 h 1411"/>
                  <a:gd name="T2" fmla="*/ 0 w 180"/>
                  <a:gd name="T3" fmla="*/ 0 h 1411"/>
                  <a:gd name="T4" fmla="*/ 0 w 180"/>
                  <a:gd name="T5" fmla="*/ 0 h 1411"/>
                  <a:gd name="T6" fmla="*/ 0 w 180"/>
                  <a:gd name="T7" fmla="*/ 0 h 1411"/>
                  <a:gd name="T8" fmla="*/ 0 w 180"/>
                  <a:gd name="T9" fmla="*/ 0 h 1411"/>
                  <a:gd name="T10" fmla="*/ 0 w 180"/>
                  <a:gd name="T11" fmla="*/ 0 h 1411"/>
                  <a:gd name="T12" fmla="*/ 0 w 180"/>
                  <a:gd name="T13" fmla="*/ 0 h 1411"/>
                  <a:gd name="T14" fmla="*/ 0 w 180"/>
                  <a:gd name="T15" fmla="*/ 0 h 1411"/>
                  <a:gd name="T16" fmla="*/ 0 w 180"/>
                  <a:gd name="T17" fmla="*/ 0 h 1411"/>
                  <a:gd name="T18" fmla="*/ 0 w 180"/>
                  <a:gd name="T19" fmla="*/ 0 h 1411"/>
                  <a:gd name="T20" fmla="*/ 0 w 180"/>
                  <a:gd name="T21" fmla="*/ 0 h 1411"/>
                  <a:gd name="T22" fmla="*/ 0 w 180"/>
                  <a:gd name="T23" fmla="*/ 0 h 1411"/>
                  <a:gd name="T24" fmla="*/ 0 w 180"/>
                  <a:gd name="T25" fmla="*/ 0 h 1411"/>
                  <a:gd name="T26" fmla="*/ 0 w 180"/>
                  <a:gd name="T27" fmla="*/ 0 h 1411"/>
                  <a:gd name="T28" fmla="*/ 0 w 180"/>
                  <a:gd name="T29" fmla="*/ 0 h 1411"/>
                  <a:gd name="T30" fmla="*/ 0 w 180"/>
                  <a:gd name="T31" fmla="*/ 0 h 14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0"/>
                  <a:gd name="T49" fmla="*/ 0 h 1411"/>
                  <a:gd name="T50" fmla="*/ 180 w 180"/>
                  <a:gd name="T51" fmla="*/ 1411 h 141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0" h="1411">
                    <a:moveTo>
                      <a:pt x="0" y="33"/>
                    </a:moveTo>
                    <a:lnTo>
                      <a:pt x="99" y="263"/>
                    </a:lnTo>
                    <a:lnTo>
                      <a:pt x="129" y="483"/>
                    </a:lnTo>
                    <a:lnTo>
                      <a:pt x="124" y="802"/>
                    </a:lnTo>
                    <a:lnTo>
                      <a:pt x="81" y="1075"/>
                    </a:lnTo>
                    <a:lnTo>
                      <a:pt x="9" y="1411"/>
                    </a:lnTo>
                    <a:lnTo>
                      <a:pt x="90" y="1386"/>
                    </a:lnTo>
                    <a:lnTo>
                      <a:pt x="140" y="1303"/>
                    </a:lnTo>
                    <a:lnTo>
                      <a:pt x="171" y="1140"/>
                    </a:lnTo>
                    <a:lnTo>
                      <a:pt x="180" y="886"/>
                    </a:lnTo>
                    <a:lnTo>
                      <a:pt x="171" y="556"/>
                    </a:lnTo>
                    <a:lnTo>
                      <a:pt x="145" y="344"/>
                    </a:lnTo>
                    <a:lnTo>
                      <a:pt x="105" y="180"/>
                    </a:lnTo>
                    <a:lnTo>
                      <a:pt x="39" y="22"/>
                    </a:lnTo>
                    <a:lnTo>
                      <a:pt x="9" y="0"/>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2" name="Freeform 486"/>
              <p:cNvSpPr>
                <a:spLocks/>
              </p:cNvSpPr>
              <p:nvPr/>
            </p:nvSpPr>
            <p:spPr bwMode="auto">
              <a:xfrm>
                <a:off x="2552" y="1804"/>
                <a:ext cx="18" cy="18"/>
              </a:xfrm>
              <a:custGeom>
                <a:avLst/>
                <a:gdLst>
                  <a:gd name="T0" fmla="*/ 0 w 141"/>
                  <a:gd name="T1" fmla="*/ 0 h 141"/>
                  <a:gd name="T2" fmla="*/ 0 w 141"/>
                  <a:gd name="T3" fmla="*/ 0 h 141"/>
                  <a:gd name="T4" fmla="*/ 0 w 141"/>
                  <a:gd name="T5" fmla="*/ 0 h 141"/>
                  <a:gd name="T6" fmla="*/ 0 w 141"/>
                  <a:gd name="T7" fmla="*/ 0 h 141"/>
                  <a:gd name="T8" fmla="*/ 0 w 141"/>
                  <a:gd name="T9" fmla="*/ 0 h 141"/>
                  <a:gd name="T10" fmla="*/ 0 w 141"/>
                  <a:gd name="T11" fmla="*/ 0 h 141"/>
                  <a:gd name="T12" fmla="*/ 0 w 141"/>
                  <a:gd name="T13" fmla="*/ 0 h 141"/>
                  <a:gd name="T14" fmla="*/ 0 w 141"/>
                  <a:gd name="T15" fmla="*/ 0 h 141"/>
                  <a:gd name="T16" fmla="*/ 0 w 141"/>
                  <a:gd name="T17" fmla="*/ 0 h 141"/>
                  <a:gd name="T18" fmla="*/ 0 w 141"/>
                  <a:gd name="T19" fmla="*/ 0 h 141"/>
                  <a:gd name="T20" fmla="*/ 0 w 141"/>
                  <a:gd name="T21" fmla="*/ 0 h 141"/>
                  <a:gd name="T22" fmla="*/ 0 w 141"/>
                  <a:gd name="T23" fmla="*/ 0 h 141"/>
                  <a:gd name="T24" fmla="*/ 0 w 141"/>
                  <a:gd name="T25" fmla="*/ 0 h 141"/>
                  <a:gd name="T26" fmla="*/ 0 w 141"/>
                  <a:gd name="T27" fmla="*/ 0 h 141"/>
                  <a:gd name="T28" fmla="*/ 0 w 141"/>
                  <a:gd name="T29" fmla="*/ 0 h 141"/>
                  <a:gd name="T30" fmla="*/ 0 w 141"/>
                  <a:gd name="T31" fmla="*/ 0 h 14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1"/>
                  <a:gd name="T49" fmla="*/ 0 h 141"/>
                  <a:gd name="T50" fmla="*/ 141 w 141"/>
                  <a:gd name="T51" fmla="*/ 141 h 14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1" h="141">
                    <a:moveTo>
                      <a:pt x="101" y="7"/>
                    </a:moveTo>
                    <a:lnTo>
                      <a:pt x="66" y="7"/>
                    </a:lnTo>
                    <a:lnTo>
                      <a:pt x="42" y="31"/>
                    </a:lnTo>
                    <a:lnTo>
                      <a:pt x="51" y="62"/>
                    </a:lnTo>
                    <a:lnTo>
                      <a:pt x="77" y="88"/>
                    </a:lnTo>
                    <a:lnTo>
                      <a:pt x="110" y="72"/>
                    </a:lnTo>
                    <a:lnTo>
                      <a:pt x="123" y="49"/>
                    </a:lnTo>
                    <a:lnTo>
                      <a:pt x="123" y="31"/>
                    </a:lnTo>
                    <a:lnTo>
                      <a:pt x="141" y="62"/>
                    </a:lnTo>
                    <a:lnTo>
                      <a:pt x="123" y="113"/>
                    </a:lnTo>
                    <a:lnTo>
                      <a:pt x="77" y="141"/>
                    </a:lnTo>
                    <a:lnTo>
                      <a:pt x="18" y="106"/>
                    </a:lnTo>
                    <a:lnTo>
                      <a:pt x="0" y="49"/>
                    </a:lnTo>
                    <a:lnTo>
                      <a:pt x="42" y="7"/>
                    </a:lnTo>
                    <a:lnTo>
                      <a:pt x="66" y="0"/>
                    </a:lnTo>
                    <a:lnTo>
                      <a:pt x="101"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3" name="Freeform 487"/>
              <p:cNvSpPr>
                <a:spLocks/>
              </p:cNvSpPr>
              <p:nvPr/>
            </p:nvSpPr>
            <p:spPr bwMode="auto">
              <a:xfrm>
                <a:off x="2705" y="1850"/>
                <a:ext cx="33" cy="63"/>
              </a:xfrm>
              <a:custGeom>
                <a:avLst/>
                <a:gdLst>
                  <a:gd name="T0" fmla="*/ 0 w 265"/>
                  <a:gd name="T1" fmla="*/ 0 h 505"/>
                  <a:gd name="T2" fmla="*/ 0 w 265"/>
                  <a:gd name="T3" fmla="*/ 0 h 505"/>
                  <a:gd name="T4" fmla="*/ 0 w 265"/>
                  <a:gd name="T5" fmla="*/ 0 h 505"/>
                  <a:gd name="T6" fmla="*/ 0 w 265"/>
                  <a:gd name="T7" fmla="*/ 0 h 505"/>
                  <a:gd name="T8" fmla="*/ 0 w 265"/>
                  <a:gd name="T9" fmla="*/ 0 h 505"/>
                  <a:gd name="T10" fmla="*/ 0 w 265"/>
                  <a:gd name="T11" fmla="*/ 0 h 505"/>
                  <a:gd name="T12" fmla="*/ 0 w 265"/>
                  <a:gd name="T13" fmla="*/ 0 h 505"/>
                  <a:gd name="T14" fmla="*/ 0 w 265"/>
                  <a:gd name="T15" fmla="*/ 0 h 505"/>
                  <a:gd name="T16" fmla="*/ 0 w 265"/>
                  <a:gd name="T17" fmla="*/ 0 h 505"/>
                  <a:gd name="T18" fmla="*/ 0 w 265"/>
                  <a:gd name="T19" fmla="*/ 0 h 505"/>
                  <a:gd name="T20" fmla="*/ 0 w 265"/>
                  <a:gd name="T21" fmla="*/ 0 h 505"/>
                  <a:gd name="T22" fmla="*/ 0 w 265"/>
                  <a:gd name="T23" fmla="*/ 0 h 505"/>
                  <a:gd name="T24" fmla="*/ 0 w 265"/>
                  <a:gd name="T25" fmla="*/ 0 h 505"/>
                  <a:gd name="T26" fmla="*/ 0 w 265"/>
                  <a:gd name="T27" fmla="*/ 0 h 5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65"/>
                  <a:gd name="T43" fmla="*/ 0 h 505"/>
                  <a:gd name="T44" fmla="*/ 265 w 265"/>
                  <a:gd name="T45" fmla="*/ 505 h 50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65" h="505">
                    <a:moveTo>
                      <a:pt x="215" y="0"/>
                    </a:moveTo>
                    <a:lnTo>
                      <a:pt x="215" y="71"/>
                    </a:lnTo>
                    <a:lnTo>
                      <a:pt x="0" y="193"/>
                    </a:lnTo>
                    <a:lnTo>
                      <a:pt x="131" y="152"/>
                    </a:lnTo>
                    <a:lnTo>
                      <a:pt x="131" y="277"/>
                    </a:lnTo>
                    <a:lnTo>
                      <a:pt x="57" y="258"/>
                    </a:lnTo>
                    <a:lnTo>
                      <a:pt x="239" y="431"/>
                    </a:lnTo>
                    <a:lnTo>
                      <a:pt x="265" y="505"/>
                    </a:lnTo>
                    <a:lnTo>
                      <a:pt x="255" y="405"/>
                    </a:lnTo>
                    <a:lnTo>
                      <a:pt x="180" y="308"/>
                    </a:lnTo>
                    <a:lnTo>
                      <a:pt x="180" y="143"/>
                    </a:lnTo>
                    <a:lnTo>
                      <a:pt x="233" y="92"/>
                    </a:lnTo>
                    <a:lnTo>
                      <a:pt x="233" y="51"/>
                    </a:lnTo>
                    <a:lnTo>
                      <a:pt x="2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4" name="Freeform 488"/>
              <p:cNvSpPr>
                <a:spLocks/>
              </p:cNvSpPr>
              <p:nvPr/>
            </p:nvSpPr>
            <p:spPr bwMode="auto">
              <a:xfrm>
                <a:off x="2667" y="1919"/>
                <a:ext cx="115" cy="67"/>
              </a:xfrm>
              <a:custGeom>
                <a:avLst/>
                <a:gdLst>
                  <a:gd name="T0" fmla="*/ 0 w 918"/>
                  <a:gd name="T1" fmla="*/ 0 h 541"/>
                  <a:gd name="T2" fmla="*/ 0 w 918"/>
                  <a:gd name="T3" fmla="*/ 0 h 541"/>
                  <a:gd name="T4" fmla="*/ 0 w 918"/>
                  <a:gd name="T5" fmla="*/ 0 h 541"/>
                  <a:gd name="T6" fmla="*/ 0 w 918"/>
                  <a:gd name="T7" fmla="*/ 0 h 541"/>
                  <a:gd name="T8" fmla="*/ 0 w 918"/>
                  <a:gd name="T9" fmla="*/ 0 h 541"/>
                  <a:gd name="T10" fmla="*/ 0 w 918"/>
                  <a:gd name="T11" fmla="*/ 0 h 541"/>
                  <a:gd name="T12" fmla="*/ 0 w 918"/>
                  <a:gd name="T13" fmla="*/ 0 h 541"/>
                  <a:gd name="T14" fmla="*/ 0 w 918"/>
                  <a:gd name="T15" fmla="*/ 0 h 541"/>
                  <a:gd name="T16" fmla="*/ 0 w 918"/>
                  <a:gd name="T17" fmla="*/ 0 h 541"/>
                  <a:gd name="T18" fmla="*/ 0 w 918"/>
                  <a:gd name="T19" fmla="*/ 0 h 541"/>
                  <a:gd name="T20" fmla="*/ 0 w 918"/>
                  <a:gd name="T21" fmla="*/ 0 h 541"/>
                  <a:gd name="T22" fmla="*/ 0 w 918"/>
                  <a:gd name="T23" fmla="*/ 0 h 541"/>
                  <a:gd name="T24" fmla="*/ 0 w 918"/>
                  <a:gd name="T25" fmla="*/ 0 h 541"/>
                  <a:gd name="T26" fmla="*/ 0 w 918"/>
                  <a:gd name="T27" fmla="*/ 0 h 541"/>
                  <a:gd name="T28" fmla="*/ 0 w 918"/>
                  <a:gd name="T29" fmla="*/ 0 h 541"/>
                  <a:gd name="T30" fmla="*/ 0 w 918"/>
                  <a:gd name="T31" fmla="*/ 0 h 541"/>
                  <a:gd name="T32" fmla="*/ 0 w 918"/>
                  <a:gd name="T33" fmla="*/ 0 h 541"/>
                  <a:gd name="T34" fmla="*/ 0 w 918"/>
                  <a:gd name="T35" fmla="*/ 0 h 541"/>
                  <a:gd name="T36" fmla="*/ 0 w 918"/>
                  <a:gd name="T37" fmla="*/ 0 h 541"/>
                  <a:gd name="T38" fmla="*/ 0 w 918"/>
                  <a:gd name="T39" fmla="*/ 0 h 541"/>
                  <a:gd name="T40" fmla="*/ 0 w 918"/>
                  <a:gd name="T41" fmla="*/ 0 h 541"/>
                  <a:gd name="T42" fmla="*/ 0 w 918"/>
                  <a:gd name="T43" fmla="*/ 0 h 54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918"/>
                  <a:gd name="T67" fmla="*/ 0 h 541"/>
                  <a:gd name="T68" fmla="*/ 918 w 918"/>
                  <a:gd name="T69" fmla="*/ 541 h 54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918" h="541">
                    <a:moveTo>
                      <a:pt x="529" y="181"/>
                    </a:moveTo>
                    <a:lnTo>
                      <a:pt x="520" y="211"/>
                    </a:lnTo>
                    <a:lnTo>
                      <a:pt x="470" y="211"/>
                    </a:lnTo>
                    <a:lnTo>
                      <a:pt x="379" y="55"/>
                    </a:lnTo>
                    <a:lnTo>
                      <a:pt x="217" y="0"/>
                    </a:lnTo>
                    <a:lnTo>
                      <a:pt x="35" y="55"/>
                    </a:lnTo>
                    <a:lnTo>
                      <a:pt x="0" y="123"/>
                    </a:lnTo>
                    <a:lnTo>
                      <a:pt x="65" y="186"/>
                    </a:lnTo>
                    <a:lnTo>
                      <a:pt x="123" y="294"/>
                    </a:lnTo>
                    <a:lnTo>
                      <a:pt x="245" y="172"/>
                    </a:lnTo>
                    <a:lnTo>
                      <a:pt x="373" y="195"/>
                    </a:lnTo>
                    <a:lnTo>
                      <a:pt x="553" y="283"/>
                    </a:lnTo>
                    <a:lnTo>
                      <a:pt x="613" y="319"/>
                    </a:lnTo>
                    <a:lnTo>
                      <a:pt x="619" y="411"/>
                    </a:lnTo>
                    <a:lnTo>
                      <a:pt x="529" y="474"/>
                    </a:lnTo>
                    <a:lnTo>
                      <a:pt x="619" y="541"/>
                    </a:lnTo>
                    <a:lnTo>
                      <a:pt x="918" y="541"/>
                    </a:lnTo>
                    <a:lnTo>
                      <a:pt x="793" y="424"/>
                    </a:lnTo>
                    <a:lnTo>
                      <a:pt x="727" y="424"/>
                    </a:lnTo>
                    <a:lnTo>
                      <a:pt x="660" y="253"/>
                    </a:lnTo>
                    <a:lnTo>
                      <a:pt x="577" y="204"/>
                    </a:lnTo>
                    <a:lnTo>
                      <a:pt x="529" y="1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5" name="Freeform 489"/>
              <p:cNvSpPr>
                <a:spLocks/>
              </p:cNvSpPr>
              <p:nvPr/>
            </p:nvSpPr>
            <p:spPr bwMode="auto">
              <a:xfrm>
                <a:off x="2573" y="1950"/>
                <a:ext cx="163" cy="58"/>
              </a:xfrm>
              <a:custGeom>
                <a:avLst/>
                <a:gdLst>
                  <a:gd name="T0" fmla="*/ 0 w 1305"/>
                  <a:gd name="T1" fmla="*/ 0 h 464"/>
                  <a:gd name="T2" fmla="*/ 0 w 1305"/>
                  <a:gd name="T3" fmla="*/ 0 h 464"/>
                  <a:gd name="T4" fmla="*/ 0 w 1305"/>
                  <a:gd name="T5" fmla="*/ 0 h 464"/>
                  <a:gd name="T6" fmla="*/ 0 w 1305"/>
                  <a:gd name="T7" fmla="*/ 0 h 464"/>
                  <a:gd name="T8" fmla="*/ 0 w 1305"/>
                  <a:gd name="T9" fmla="*/ 0 h 464"/>
                  <a:gd name="T10" fmla="*/ 0 w 1305"/>
                  <a:gd name="T11" fmla="*/ 0 h 464"/>
                  <a:gd name="T12" fmla="*/ 0 w 1305"/>
                  <a:gd name="T13" fmla="*/ 0 h 464"/>
                  <a:gd name="T14" fmla="*/ 0 w 1305"/>
                  <a:gd name="T15" fmla="*/ 0 h 464"/>
                  <a:gd name="T16" fmla="*/ 0 w 1305"/>
                  <a:gd name="T17" fmla="*/ 0 h 464"/>
                  <a:gd name="T18" fmla="*/ 0 w 1305"/>
                  <a:gd name="T19" fmla="*/ 0 h 464"/>
                  <a:gd name="T20" fmla="*/ 0 w 1305"/>
                  <a:gd name="T21" fmla="*/ 0 h 464"/>
                  <a:gd name="T22" fmla="*/ 0 w 1305"/>
                  <a:gd name="T23" fmla="*/ 0 h 464"/>
                  <a:gd name="T24" fmla="*/ 0 w 1305"/>
                  <a:gd name="T25" fmla="*/ 0 h 464"/>
                  <a:gd name="T26" fmla="*/ 0 w 1305"/>
                  <a:gd name="T27" fmla="*/ 0 h 464"/>
                  <a:gd name="T28" fmla="*/ 0 w 1305"/>
                  <a:gd name="T29" fmla="*/ 0 h 464"/>
                  <a:gd name="T30" fmla="*/ 0 w 1305"/>
                  <a:gd name="T31" fmla="*/ 0 h 464"/>
                  <a:gd name="T32" fmla="*/ 0 w 1305"/>
                  <a:gd name="T33" fmla="*/ 0 h 464"/>
                  <a:gd name="T34" fmla="*/ 0 w 1305"/>
                  <a:gd name="T35" fmla="*/ 0 h 464"/>
                  <a:gd name="T36" fmla="*/ 0 w 1305"/>
                  <a:gd name="T37" fmla="*/ 0 h 464"/>
                  <a:gd name="T38" fmla="*/ 0 w 1305"/>
                  <a:gd name="T39" fmla="*/ 0 h 464"/>
                  <a:gd name="T40" fmla="*/ 0 w 1305"/>
                  <a:gd name="T41" fmla="*/ 0 h 464"/>
                  <a:gd name="T42" fmla="*/ 0 w 1305"/>
                  <a:gd name="T43" fmla="*/ 0 h 464"/>
                  <a:gd name="T44" fmla="*/ 0 w 1305"/>
                  <a:gd name="T45" fmla="*/ 0 h 464"/>
                  <a:gd name="T46" fmla="*/ 0 w 1305"/>
                  <a:gd name="T47" fmla="*/ 0 h 464"/>
                  <a:gd name="T48" fmla="*/ 0 w 1305"/>
                  <a:gd name="T49" fmla="*/ 0 h 464"/>
                  <a:gd name="T50" fmla="*/ 0 w 1305"/>
                  <a:gd name="T51" fmla="*/ 0 h 464"/>
                  <a:gd name="T52" fmla="*/ 0 w 1305"/>
                  <a:gd name="T53" fmla="*/ 0 h 464"/>
                  <a:gd name="T54" fmla="*/ 0 w 1305"/>
                  <a:gd name="T55" fmla="*/ 0 h 464"/>
                  <a:gd name="T56" fmla="*/ 0 w 1305"/>
                  <a:gd name="T57" fmla="*/ 0 h 464"/>
                  <a:gd name="T58" fmla="*/ 0 w 1305"/>
                  <a:gd name="T59" fmla="*/ 0 h 46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05"/>
                  <a:gd name="T91" fmla="*/ 0 h 464"/>
                  <a:gd name="T92" fmla="*/ 1305 w 1305"/>
                  <a:gd name="T93" fmla="*/ 464 h 46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05" h="464">
                    <a:moveTo>
                      <a:pt x="1248" y="185"/>
                    </a:moveTo>
                    <a:lnTo>
                      <a:pt x="1184" y="130"/>
                    </a:lnTo>
                    <a:lnTo>
                      <a:pt x="1149" y="53"/>
                    </a:lnTo>
                    <a:lnTo>
                      <a:pt x="1066" y="71"/>
                    </a:lnTo>
                    <a:lnTo>
                      <a:pt x="1033" y="242"/>
                    </a:lnTo>
                    <a:lnTo>
                      <a:pt x="1089" y="293"/>
                    </a:lnTo>
                    <a:lnTo>
                      <a:pt x="944" y="293"/>
                    </a:lnTo>
                    <a:lnTo>
                      <a:pt x="826" y="341"/>
                    </a:lnTo>
                    <a:lnTo>
                      <a:pt x="497" y="433"/>
                    </a:lnTo>
                    <a:lnTo>
                      <a:pt x="308" y="464"/>
                    </a:lnTo>
                    <a:lnTo>
                      <a:pt x="149" y="464"/>
                    </a:lnTo>
                    <a:lnTo>
                      <a:pt x="50" y="433"/>
                    </a:lnTo>
                    <a:lnTo>
                      <a:pt x="0" y="350"/>
                    </a:lnTo>
                    <a:lnTo>
                      <a:pt x="50" y="350"/>
                    </a:lnTo>
                    <a:lnTo>
                      <a:pt x="200" y="415"/>
                    </a:lnTo>
                    <a:lnTo>
                      <a:pt x="349" y="424"/>
                    </a:lnTo>
                    <a:lnTo>
                      <a:pt x="547" y="392"/>
                    </a:lnTo>
                    <a:lnTo>
                      <a:pt x="769" y="311"/>
                    </a:lnTo>
                    <a:lnTo>
                      <a:pt x="826" y="286"/>
                    </a:lnTo>
                    <a:lnTo>
                      <a:pt x="769" y="176"/>
                    </a:lnTo>
                    <a:lnTo>
                      <a:pt x="695" y="110"/>
                    </a:lnTo>
                    <a:lnTo>
                      <a:pt x="605" y="14"/>
                    </a:lnTo>
                    <a:lnTo>
                      <a:pt x="769" y="46"/>
                    </a:lnTo>
                    <a:lnTo>
                      <a:pt x="810" y="110"/>
                    </a:lnTo>
                    <a:lnTo>
                      <a:pt x="870" y="64"/>
                    </a:lnTo>
                    <a:lnTo>
                      <a:pt x="870" y="130"/>
                    </a:lnTo>
                    <a:lnTo>
                      <a:pt x="1033" y="0"/>
                    </a:lnTo>
                    <a:lnTo>
                      <a:pt x="1257" y="46"/>
                    </a:lnTo>
                    <a:lnTo>
                      <a:pt x="1305" y="145"/>
                    </a:lnTo>
                    <a:lnTo>
                      <a:pt x="1248" y="1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6" name="Line 490"/>
              <p:cNvSpPr>
                <a:spLocks noChangeShapeType="1"/>
              </p:cNvSpPr>
              <p:nvPr/>
            </p:nvSpPr>
            <p:spPr bwMode="auto">
              <a:xfrm>
                <a:off x="2684" y="1988"/>
                <a:ext cx="37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97" name="Freeform 491"/>
              <p:cNvSpPr>
                <a:spLocks/>
              </p:cNvSpPr>
              <p:nvPr/>
            </p:nvSpPr>
            <p:spPr bwMode="auto">
              <a:xfrm>
                <a:off x="2601" y="1576"/>
                <a:ext cx="7" cy="16"/>
              </a:xfrm>
              <a:custGeom>
                <a:avLst/>
                <a:gdLst>
                  <a:gd name="T0" fmla="*/ 0 w 50"/>
                  <a:gd name="T1" fmla="*/ 0 h 123"/>
                  <a:gd name="T2" fmla="*/ 0 w 50"/>
                  <a:gd name="T3" fmla="*/ 0 h 123"/>
                  <a:gd name="T4" fmla="*/ 0 w 50"/>
                  <a:gd name="T5" fmla="*/ 0 h 123"/>
                  <a:gd name="T6" fmla="*/ 0 w 50"/>
                  <a:gd name="T7" fmla="*/ 0 h 123"/>
                  <a:gd name="T8" fmla="*/ 0 w 50"/>
                  <a:gd name="T9" fmla="*/ 0 h 123"/>
                  <a:gd name="T10" fmla="*/ 0 w 50"/>
                  <a:gd name="T11" fmla="*/ 0 h 123"/>
                  <a:gd name="T12" fmla="*/ 0 w 50"/>
                  <a:gd name="T13" fmla="*/ 0 h 123"/>
                  <a:gd name="T14" fmla="*/ 0 w 50"/>
                  <a:gd name="T15" fmla="*/ 0 h 123"/>
                  <a:gd name="T16" fmla="*/ 0 w 50"/>
                  <a:gd name="T17" fmla="*/ 0 h 123"/>
                  <a:gd name="T18" fmla="*/ 0 w 50"/>
                  <a:gd name="T19" fmla="*/ 0 h 123"/>
                  <a:gd name="T20" fmla="*/ 0 w 50"/>
                  <a:gd name="T21" fmla="*/ 0 h 123"/>
                  <a:gd name="T22" fmla="*/ 0 w 50"/>
                  <a:gd name="T23" fmla="*/ 0 h 1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0"/>
                  <a:gd name="T37" fmla="*/ 0 h 123"/>
                  <a:gd name="T38" fmla="*/ 50 w 50"/>
                  <a:gd name="T39" fmla="*/ 123 h 1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0" h="123">
                    <a:moveTo>
                      <a:pt x="32" y="0"/>
                    </a:moveTo>
                    <a:lnTo>
                      <a:pt x="50" y="42"/>
                    </a:lnTo>
                    <a:lnTo>
                      <a:pt x="50" y="83"/>
                    </a:lnTo>
                    <a:lnTo>
                      <a:pt x="32" y="118"/>
                    </a:lnTo>
                    <a:lnTo>
                      <a:pt x="14" y="123"/>
                    </a:lnTo>
                    <a:lnTo>
                      <a:pt x="0" y="123"/>
                    </a:lnTo>
                    <a:lnTo>
                      <a:pt x="0" y="111"/>
                    </a:lnTo>
                    <a:lnTo>
                      <a:pt x="19" y="111"/>
                    </a:lnTo>
                    <a:lnTo>
                      <a:pt x="32" y="83"/>
                    </a:lnTo>
                    <a:lnTo>
                      <a:pt x="39" y="48"/>
                    </a:lnTo>
                    <a:lnTo>
                      <a:pt x="19" y="12"/>
                    </a:lnTo>
                    <a:lnTo>
                      <a:pt x="3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8" name="Freeform 492"/>
              <p:cNvSpPr>
                <a:spLocks/>
              </p:cNvSpPr>
              <p:nvPr/>
            </p:nvSpPr>
            <p:spPr bwMode="auto">
              <a:xfrm>
                <a:off x="2503" y="1537"/>
                <a:ext cx="39" cy="18"/>
              </a:xfrm>
              <a:custGeom>
                <a:avLst/>
                <a:gdLst>
                  <a:gd name="T0" fmla="*/ 0 w 311"/>
                  <a:gd name="T1" fmla="*/ 0 h 142"/>
                  <a:gd name="T2" fmla="*/ 0 w 311"/>
                  <a:gd name="T3" fmla="*/ 0 h 142"/>
                  <a:gd name="T4" fmla="*/ 0 w 311"/>
                  <a:gd name="T5" fmla="*/ 0 h 142"/>
                  <a:gd name="T6" fmla="*/ 0 w 311"/>
                  <a:gd name="T7" fmla="*/ 0 h 142"/>
                  <a:gd name="T8" fmla="*/ 0 w 311"/>
                  <a:gd name="T9" fmla="*/ 0 h 142"/>
                  <a:gd name="T10" fmla="*/ 0 w 311"/>
                  <a:gd name="T11" fmla="*/ 0 h 142"/>
                  <a:gd name="T12" fmla="*/ 0 w 311"/>
                  <a:gd name="T13" fmla="*/ 0 h 142"/>
                  <a:gd name="T14" fmla="*/ 0 w 311"/>
                  <a:gd name="T15" fmla="*/ 0 h 142"/>
                  <a:gd name="T16" fmla="*/ 0 w 311"/>
                  <a:gd name="T17" fmla="*/ 0 h 142"/>
                  <a:gd name="T18" fmla="*/ 0 w 311"/>
                  <a:gd name="T19" fmla="*/ 0 h 142"/>
                  <a:gd name="T20" fmla="*/ 0 w 311"/>
                  <a:gd name="T21" fmla="*/ 0 h 142"/>
                  <a:gd name="T22" fmla="*/ 0 w 311"/>
                  <a:gd name="T23" fmla="*/ 0 h 142"/>
                  <a:gd name="T24" fmla="*/ 0 w 311"/>
                  <a:gd name="T25" fmla="*/ 0 h 142"/>
                  <a:gd name="T26" fmla="*/ 0 w 311"/>
                  <a:gd name="T27" fmla="*/ 0 h 142"/>
                  <a:gd name="T28" fmla="*/ 0 w 311"/>
                  <a:gd name="T29" fmla="*/ 0 h 142"/>
                  <a:gd name="T30" fmla="*/ 0 w 311"/>
                  <a:gd name="T31" fmla="*/ 0 h 142"/>
                  <a:gd name="T32" fmla="*/ 0 w 311"/>
                  <a:gd name="T33" fmla="*/ 0 h 142"/>
                  <a:gd name="T34" fmla="*/ 0 w 311"/>
                  <a:gd name="T35" fmla="*/ 0 h 142"/>
                  <a:gd name="T36" fmla="*/ 0 w 311"/>
                  <a:gd name="T37" fmla="*/ 0 h 142"/>
                  <a:gd name="T38" fmla="*/ 0 w 311"/>
                  <a:gd name="T39" fmla="*/ 0 h 142"/>
                  <a:gd name="T40" fmla="*/ 0 w 311"/>
                  <a:gd name="T41" fmla="*/ 0 h 142"/>
                  <a:gd name="T42" fmla="*/ 0 w 311"/>
                  <a:gd name="T43" fmla="*/ 0 h 142"/>
                  <a:gd name="T44" fmla="*/ 0 w 311"/>
                  <a:gd name="T45" fmla="*/ 0 h 142"/>
                  <a:gd name="T46" fmla="*/ 0 w 311"/>
                  <a:gd name="T47" fmla="*/ 0 h 142"/>
                  <a:gd name="T48" fmla="*/ 0 w 311"/>
                  <a:gd name="T49" fmla="*/ 0 h 142"/>
                  <a:gd name="T50" fmla="*/ 0 w 311"/>
                  <a:gd name="T51" fmla="*/ 0 h 142"/>
                  <a:gd name="T52" fmla="*/ 0 w 311"/>
                  <a:gd name="T53" fmla="*/ 0 h 142"/>
                  <a:gd name="T54" fmla="*/ 0 w 311"/>
                  <a:gd name="T55" fmla="*/ 0 h 142"/>
                  <a:gd name="T56" fmla="*/ 0 w 311"/>
                  <a:gd name="T57" fmla="*/ 0 h 142"/>
                  <a:gd name="T58" fmla="*/ 0 w 311"/>
                  <a:gd name="T59" fmla="*/ 0 h 142"/>
                  <a:gd name="T60" fmla="*/ 0 w 311"/>
                  <a:gd name="T61" fmla="*/ 0 h 14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11"/>
                  <a:gd name="T94" fmla="*/ 0 h 142"/>
                  <a:gd name="T95" fmla="*/ 311 w 311"/>
                  <a:gd name="T96" fmla="*/ 142 h 14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11" h="142">
                    <a:moveTo>
                      <a:pt x="0" y="49"/>
                    </a:moveTo>
                    <a:lnTo>
                      <a:pt x="48" y="39"/>
                    </a:lnTo>
                    <a:lnTo>
                      <a:pt x="14" y="26"/>
                    </a:lnTo>
                    <a:lnTo>
                      <a:pt x="55" y="0"/>
                    </a:lnTo>
                    <a:lnTo>
                      <a:pt x="117" y="1"/>
                    </a:lnTo>
                    <a:lnTo>
                      <a:pt x="179" y="1"/>
                    </a:lnTo>
                    <a:lnTo>
                      <a:pt x="255" y="37"/>
                    </a:lnTo>
                    <a:lnTo>
                      <a:pt x="218" y="37"/>
                    </a:lnTo>
                    <a:lnTo>
                      <a:pt x="267" y="83"/>
                    </a:lnTo>
                    <a:lnTo>
                      <a:pt x="278" y="54"/>
                    </a:lnTo>
                    <a:lnTo>
                      <a:pt x="311" y="107"/>
                    </a:lnTo>
                    <a:lnTo>
                      <a:pt x="273" y="142"/>
                    </a:lnTo>
                    <a:lnTo>
                      <a:pt x="276" y="109"/>
                    </a:lnTo>
                    <a:lnTo>
                      <a:pt x="223" y="122"/>
                    </a:lnTo>
                    <a:lnTo>
                      <a:pt x="188" y="120"/>
                    </a:lnTo>
                    <a:lnTo>
                      <a:pt x="240" y="109"/>
                    </a:lnTo>
                    <a:lnTo>
                      <a:pt x="253" y="92"/>
                    </a:lnTo>
                    <a:lnTo>
                      <a:pt x="235" y="61"/>
                    </a:lnTo>
                    <a:lnTo>
                      <a:pt x="191" y="39"/>
                    </a:lnTo>
                    <a:lnTo>
                      <a:pt x="156" y="37"/>
                    </a:lnTo>
                    <a:lnTo>
                      <a:pt x="101" y="41"/>
                    </a:lnTo>
                    <a:lnTo>
                      <a:pt x="60" y="46"/>
                    </a:lnTo>
                    <a:lnTo>
                      <a:pt x="95" y="81"/>
                    </a:lnTo>
                    <a:lnTo>
                      <a:pt x="140" y="109"/>
                    </a:lnTo>
                    <a:lnTo>
                      <a:pt x="122" y="122"/>
                    </a:lnTo>
                    <a:lnTo>
                      <a:pt x="106" y="104"/>
                    </a:lnTo>
                    <a:lnTo>
                      <a:pt x="71" y="109"/>
                    </a:lnTo>
                    <a:lnTo>
                      <a:pt x="66" y="81"/>
                    </a:lnTo>
                    <a:lnTo>
                      <a:pt x="36" y="79"/>
                    </a:lnTo>
                    <a:lnTo>
                      <a:pt x="43" y="61"/>
                    </a:lnTo>
                    <a:lnTo>
                      <a:pt x="0" y="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499" name="Freeform 493"/>
              <p:cNvSpPr>
                <a:spLocks/>
              </p:cNvSpPr>
              <p:nvPr/>
            </p:nvSpPr>
            <p:spPr bwMode="auto">
              <a:xfrm>
                <a:off x="2567" y="1541"/>
                <a:ext cx="33" cy="15"/>
              </a:xfrm>
              <a:custGeom>
                <a:avLst/>
                <a:gdLst>
                  <a:gd name="T0" fmla="*/ 0 w 263"/>
                  <a:gd name="T1" fmla="*/ 0 h 121"/>
                  <a:gd name="T2" fmla="*/ 0 w 263"/>
                  <a:gd name="T3" fmla="*/ 0 h 121"/>
                  <a:gd name="T4" fmla="*/ 0 w 263"/>
                  <a:gd name="T5" fmla="*/ 0 h 121"/>
                  <a:gd name="T6" fmla="*/ 0 w 263"/>
                  <a:gd name="T7" fmla="*/ 0 h 121"/>
                  <a:gd name="T8" fmla="*/ 0 w 263"/>
                  <a:gd name="T9" fmla="*/ 0 h 121"/>
                  <a:gd name="T10" fmla="*/ 0 w 263"/>
                  <a:gd name="T11" fmla="*/ 0 h 121"/>
                  <a:gd name="T12" fmla="*/ 0 w 263"/>
                  <a:gd name="T13" fmla="*/ 0 h 121"/>
                  <a:gd name="T14" fmla="*/ 0 w 263"/>
                  <a:gd name="T15" fmla="*/ 0 h 121"/>
                  <a:gd name="T16" fmla="*/ 0 w 263"/>
                  <a:gd name="T17" fmla="*/ 0 h 121"/>
                  <a:gd name="T18" fmla="*/ 0 w 263"/>
                  <a:gd name="T19" fmla="*/ 0 h 121"/>
                  <a:gd name="T20" fmla="*/ 0 w 263"/>
                  <a:gd name="T21" fmla="*/ 0 h 121"/>
                  <a:gd name="T22" fmla="*/ 0 w 263"/>
                  <a:gd name="T23" fmla="*/ 0 h 121"/>
                  <a:gd name="T24" fmla="*/ 0 w 263"/>
                  <a:gd name="T25" fmla="*/ 0 h 121"/>
                  <a:gd name="T26" fmla="*/ 0 w 263"/>
                  <a:gd name="T27" fmla="*/ 0 h 121"/>
                  <a:gd name="T28" fmla="*/ 0 w 263"/>
                  <a:gd name="T29" fmla="*/ 0 h 121"/>
                  <a:gd name="T30" fmla="*/ 0 w 263"/>
                  <a:gd name="T31" fmla="*/ 0 h 121"/>
                  <a:gd name="T32" fmla="*/ 0 w 263"/>
                  <a:gd name="T33" fmla="*/ 0 h 121"/>
                  <a:gd name="T34" fmla="*/ 0 w 263"/>
                  <a:gd name="T35" fmla="*/ 0 h 121"/>
                  <a:gd name="T36" fmla="*/ 0 w 263"/>
                  <a:gd name="T37" fmla="*/ 0 h 121"/>
                  <a:gd name="T38" fmla="*/ 0 w 263"/>
                  <a:gd name="T39" fmla="*/ 0 h 121"/>
                  <a:gd name="T40" fmla="*/ 0 w 263"/>
                  <a:gd name="T41" fmla="*/ 0 h 121"/>
                  <a:gd name="T42" fmla="*/ 0 w 263"/>
                  <a:gd name="T43" fmla="*/ 0 h 121"/>
                  <a:gd name="T44" fmla="*/ 0 w 263"/>
                  <a:gd name="T45" fmla="*/ 0 h 121"/>
                  <a:gd name="T46" fmla="*/ 0 w 263"/>
                  <a:gd name="T47" fmla="*/ 0 h 121"/>
                  <a:gd name="T48" fmla="*/ 0 w 263"/>
                  <a:gd name="T49" fmla="*/ 0 h 121"/>
                  <a:gd name="T50" fmla="*/ 0 w 263"/>
                  <a:gd name="T51" fmla="*/ 0 h 121"/>
                  <a:gd name="T52" fmla="*/ 0 w 263"/>
                  <a:gd name="T53" fmla="*/ 0 h 12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63"/>
                  <a:gd name="T82" fmla="*/ 0 h 121"/>
                  <a:gd name="T83" fmla="*/ 263 w 263"/>
                  <a:gd name="T84" fmla="*/ 121 h 12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63" h="121">
                    <a:moveTo>
                      <a:pt x="0" y="75"/>
                    </a:moveTo>
                    <a:lnTo>
                      <a:pt x="26" y="31"/>
                    </a:lnTo>
                    <a:lnTo>
                      <a:pt x="92" y="0"/>
                    </a:lnTo>
                    <a:lnTo>
                      <a:pt x="127" y="0"/>
                    </a:lnTo>
                    <a:lnTo>
                      <a:pt x="109" y="24"/>
                    </a:lnTo>
                    <a:lnTo>
                      <a:pt x="145" y="24"/>
                    </a:lnTo>
                    <a:lnTo>
                      <a:pt x="151" y="5"/>
                    </a:lnTo>
                    <a:lnTo>
                      <a:pt x="175" y="17"/>
                    </a:lnTo>
                    <a:lnTo>
                      <a:pt x="208" y="12"/>
                    </a:lnTo>
                    <a:lnTo>
                      <a:pt x="217" y="29"/>
                    </a:lnTo>
                    <a:lnTo>
                      <a:pt x="259" y="24"/>
                    </a:lnTo>
                    <a:lnTo>
                      <a:pt x="226" y="58"/>
                    </a:lnTo>
                    <a:lnTo>
                      <a:pt x="263" y="77"/>
                    </a:lnTo>
                    <a:lnTo>
                      <a:pt x="208" y="86"/>
                    </a:lnTo>
                    <a:lnTo>
                      <a:pt x="206" y="104"/>
                    </a:lnTo>
                    <a:lnTo>
                      <a:pt x="180" y="97"/>
                    </a:lnTo>
                    <a:lnTo>
                      <a:pt x="151" y="121"/>
                    </a:lnTo>
                    <a:lnTo>
                      <a:pt x="134" y="110"/>
                    </a:lnTo>
                    <a:lnTo>
                      <a:pt x="97" y="110"/>
                    </a:lnTo>
                    <a:lnTo>
                      <a:pt x="151" y="97"/>
                    </a:lnTo>
                    <a:lnTo>
                      <a:pt x="184" y="77"/>
                    </a:lnTo>
                    <a:lnTo>
                      <a:pt x="206" y="68"/>
                    </a:lnTo>
                    <a:lnTo>
                      <a:pt x="169" y="51"/>
                    </a:lnTo>
                    <a:lnTo>
                      <a:pt x="134" y="38"/>
                    </a:lnTo>
                    <a:lnTo>
                      <a:pt x="85" y="31"/>
                    </a:lnTo>
                    <a:lnTo>
                      <a:pt x="37" y="58"/>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0" name="Freeform 494"/>
              <p:cNvSpPr>
                <a:spLocks/>
              </p:cNvSpPr>
              <p:nvPr/>
            </p:nvSpPr>
            <p:spPr bwMode="auto">
              <a:xfrm>
                <a:off x="2570" y="1552"/>
                <a:ext cx="6" cy="3"/>
              </a:xfrm>
              <a:custGeom>
                <a:avLst/>
                <a:gdLst>
                  <a:gd name="T0" fmla="*/ 0 w 51"/>
                  <a:gd name="T1" fmla="*/ 0 h 17"/>
                  <a:gd name="T2" fmla="*/ 0 w 51"/>
                  <a:gd name="T3" fmla="*/ 0 h 17"/>
                  <a:gd name="T4" fmla="*/ 0 w 51"/>
                  <a:gd name="T5" fmla="*/ 0 h 17"/>
                  <a:gd name="T6" fmla="*/ 0 w 51"/>
                  <a:gd name="T7" fmla="*/ 0 h 17"/>
                  <a:gd name="T8" fmla="*/ 0 60000 65536"/>
                  <a:gd name="T9" fmla="*/ 0 60000 65536"/>
                  <a:gd name="T10" fmla="*/ 0 60000 65536"/>
                  <a:gd name="T11" fmla="*/ 0 60000 65536"/>
                  <a:gd name="T12" fmla="*/ 0 w 51"/>
                  <a:gd name="T13" fmla="*/ 0 h 17"/>
                  <a:gd name="T14" fmla="*/ 51 w 51"/>
                  <a:gd name="T15" fmla="*/ 17 h 17"/>
                </a:gdLst>
                <a:ahLst/>
                <a:cxnLst>
                  <a:cxn ang="T8">
                    <a:pos x="T0" y="T1"/>
                  </a:cxn>
                  <a:cxn ang="T9">
                    <a:pos x="T2" y="T3"/>
                  </a:cxn>
                  <a:cxn ang="T10">
                    <a:pos x="T4" y="T5"/>
                  </a:cxn>
                  <a:cxn ang="T11">
                    <a:pos x="T6" y="T7"/>
                  </a:cxn>
                </a:cxnLst>
                <a:rect l="T12" t="T13" r="T14" b="T15"/>
                <a:pathLst>
                  <a:path w="51" h="17">
                    <a:moveTo>
                      <a:pt x="14" y="0"/>
                    </a:moveTo>
                    <a:lnTo>
                      <a:pt x="51" y="17"/>
                    </a:lnTo>
                    <a:lnTo>
                      <a:pt x="0" y="4"/>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1" name="Freeform 495"/>
              <p:cNvSpPr>
                <a:spLocks/>
              </p:cNvSpPr>
              <p:nvPr/>
            </p:nvSpPr>
            <p:spPr bwMode="auto">
              <a:xfrm>
                <a:off x="2506" y="1523"/>
                <a:ext cx="39" cy="18"/>
              </a:xfrm>
              <a:custGeom>
                <a:avLst/>
                <a:gdLst>
                  <a:gd name="T0" fmla="*/ 0 w 310"/>
                  <a:gd name="T1" fmla="*/ 0 h 140"/>
                  <a:gd name="T2" fmla="*/ 0 w 310"/>
                  <a:gd name="T3" fmla="*/ 0 h 140"/>
                  <a:gd name="T4" fmla="*/ 0 w 310"/>
                  <a:gd name="T5" fmla="*/ 0 h 140"/>
                  <a:gd name="T6" fmla="*/ 0 w 310"/>
                  <a:gd name="T7" fmla="*/ 0 h 140"/>
                  <a:gd name="T8" fmla="*/ 0 w 310"/>
                  <a:gd name="T9" fmla="*/ 0 h 140"/>
                  <a:gd name="T10" fmla="*/ 0 w 310"/>
                  <a:gd name="T11" fmla="*/ 0 h 140"/>
                  <a:gd name="T12" fmla="*/ 0 w 310"/>
                  <a:gd name="T13" fmla="*/ 0 h 140"/>
                  <a:gd name="T14" fmla="*/ 0 w 310"/>
                  <a:gd name="T15" fmla="*/ 0 h 140"/>
                  <a:gd name="T16" fmla="*/ 0 60000 65536"/>
                  <a:gd name="T17" fmla="*/ 0 60000 65536"/>
                  <a:gd name="T18" fmla="*/ 0 60000 65536"/>
                  <a:gd name="T19" fmla="*/ 0 60000 65536"/>
                  <a:gd name="T20" fmla="*/ 0 60000 65536"/>
                  <a:gd name="T21" fmla="*/ 0 60000 65536"/>
                  <a:gd name="T22" fmla="*/ 0 60000 65536"/>
                  <a:gd name="T23" fmla="*/ 0 60000 65536"/>
                  <a:gd name="T24" fmla="*/ 0 w 310"/>
                  <a:gd name="T25" fmla="*/ 0 h 140"/>
                  <a:gd name="T26" fmla="*/ 310 w 310"/>
                  <a:gd name="T27" fmla="*/ 140 h 1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0" h="140">
                    <a:moveTo>
                      <a:pt x="0" y="28"/>
                    </a:moveTo>
                    <a:lnTo>
                      <a:pt x="93" y="0"/>
                    </a:lnTo>
                    <a:lnTo>
                      <a:pt x="238" y="57"/>
                    </a:lnTo>
                    <a:lnTo>
                      <a:pt x="310" y="140"/>
                    </a:lnTo>
                    <a:lnTo>
                      <a:pt x="244" y="74"/>
                    </a:lnTo>
                    <a:lnTo>
                      <a:pt x="145" y="28"/>
                    </a:lnTo>
                    <a:lnTo>
                      <a:pt x="81" y="21"/>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2" name="Freeform 496"/>
              <p:cNvSpPr>
                <a:spLocks/>
              </p:cNvSpPr>
              <p:nvPr/>
            </p:nvSpPr>
            <p:spPr bwMode="auto">
              <a:xfrm>
                <a:off x="2570" y="1528"/>
                <a:ext cx="30" cy="8"/>
              </a:xfrm>
              <a:custGeom>
                <a:avLst/>
                <a:gdLst>
                  <a:gd name="T0" fmla="*/ 0 w 245"/>
                  <a:gd name="T1" fmla="*/ 0 h 64"/>
                  <a:gd name="T2" fmla="*/ 0 w 245"/>
                  <a:gd name="T3" fmla="*/ 0 h 64"/>
                  <a:gd name="T4" fmla="*/ 0 w 245"/>
                  <a:gd name="T5" fmla="*/ 0 h 64"/>
                  <a:gd name="T6" fmla="*/ 0 w 245"/>
                  <a:gd name="T7" fmla="*/ 0 h 64"/>
                  <a:gd name="T8" fmla="*/ 0 w 245"/>
                  <a:gd name="T9" fmla="*/ 0 h 64"/>
                  <a:gd name="T10" fmla="*/ 0 w 245"/>
                  <a:gd name="T11" fmla="*/ 0 h 64"/>
                  <a:gd name="T12" fmla="*/ 0 w 245"/>
                  <a:gd name="T13" fmla="*/ 0 h 64"/>
                  <a:gd name="T14" fmla="*/ 0 w 245"/>
                  <a:gd name="T15" fmla="*/ 0 h 64"/>
                  <a:gd name="T16" fmla="*/ 0 w 245"/>
                  <a:gd name="T17" fmla="*/ 0 h 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5"/>
                  <a:gd name="T28" fmla="*/ 0 h 64"/>
                  <a:gd name="T29" fmla="*/ 245 w 245"/>
                  <a:gd name="T30" fmla="*/ 64 h 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5" h="64">
                    <a:moveTo>
                      <a:pt x="0" y="64"/>
                    </a:moveTo>
                    <a:lnTo>
                      <a:pt x="86" y="31"/>
                    </a:lnTo>
                    <a:lnTo>
                      <a:pt x="157" y="18"/>
                    </a:lnTo>
                    <a:lnTo>
                      <a:pt x="218" y="18"/>
                    </a:lnTo>
                    <a:lnTo>
                      <a:pt x="245" y="35"/>
                    </a:lnTo>
                    <a:lnTo>
                      <a:pt x="229" y="0"/>
                    </a:lnTo>
                    <a:lnTo>
                      <a:pt x="168" y="0"/>
                    </a:lnTo>
                    <a:lnTo>
                      <a:pt x="69" y="18"/>
                    </a:lnTo>
                    <a:lnTo>
                      <a:pt x="0" y="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3" name="Freeform 497"/>
              <p:cNvSpPr>
                <a:spLocks/>
              </p:cNvSpPr>
              <p:nvPr/>
            </p:nvSpPr>
            <p:spPr bwMode="auto">
              <a:xfrm>
                <a:off x="2536" y="1584"/>
                <a:ext cx="25" cy="13"/>
              </a:xfrm>
              <a:custGeom>
                <a:avLst/>
                <a:gdLst>
                  <a:gd name="T0" fmla="*/ 0 w 207"/>
                  <a:gd name="T1" fmla="*/ 0 h 103"/>
                  <a:gd name="T2" fmla="*/ 0 w 207"/>
                  <a:gd name="T3" fmla="*/ 0 h 103"/>
                  <a:gd name="T4" fmla="*/ 0 w 207"/>
                  <a:gd name="T5" fmla="*/ 0 h 103"/>
                  <a:gd name="T6" fmla="*/ 0 w 207"/>
                  <a:gd name="T7" fmla="*/ 0 h 103"/>
                  <a:gd name="T8" fmla="*/ 0 w 207"/>
                  <a:gd name="T9" fmla="*/ 0 h 103"/>
                  <a:gd name="T10" fmla="*/ 0 w 207"/>
                  <a:gd name="T11" fmla="*/ 0 h 103"/>
                  <a:gd name="T12" fmla="*/ 0 w 207"/>
                  <a:gd name="T13" fmla="*/ 0 h 103"/>
                  <a:gd name="T14" fmla="*/ 0 w 207"/>
                  <a:gd name="T15" fmla="*/ 0 h 103"/>
                  <a:gd name="T16" fmla="*/ 0 w 207"/>
                  <a:gd name="T17" fmla="*/ 0 h 103"/>
                  <a:gd name="T18" fmla="*/ 0 w 207"/>
                  <a:gd name="T19" fmla="*/ 0 h 103"/>
                  <a:gd name="T20" fmla="*/ 0 w 207"/>
                  <a:gd name="T21" fmla="*/ 0 h 103"/>
                  <a:gd name="T22" fmla="*/ 0 w 207"/>
                  <a:gd name="T23" fmla="*/ 0 h 103"/>
                  <a:gd name="T24" fmla="*/ 0 w 207"/>
                  <a:gd name="T25" fmla="*/ 0 h 103"/>
                  <a:gd name="T26" fmla="*/ 0 w 207"/>
                  <a:gd name="T27" fmla="*/ 0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07"/>
                  <a:gd name="T43" fmla="*/ 0 h 103"/>
                  <a:gd name="T44" fmla="*/ 207 w 207"/>
                  <a:gd name="T45" fmla="*/ 103 h 10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07" h="103">
                    <a:moveTo>
                      <a:pt x="207" y="38"/>
                    </a:moveTo>
                    <a:lnTo>
                      <a:pt x="152" y="73"/>
                    </a:lnTo>
                    <a:lnTo>
                      <a:pt x="130" y="66"/>
                    </a:lnTo>
                    <a:lnTo>
                      <a:pt x="101" y="38"/>
                    </a:lnTo>
                    <a:lnTo>
                      <a:pt x="58" y="29"/>
                    </a:lnTo>
                    <a:lnTo>
                      <a:pt x="11" y="22"/>
                    </a:lnTo>
                    <a:lnTo>
                      <a:pt x="11" y="0"/>
                    </a:lnTo>
                    <a:lnTo>
                      <a:pt x="0" y="22"/>
                    </a:lnTo>
                    <a:lnTo>
                      <a:pt x="11" y="38"/>
                    </a:lnTo>
                    <a:lnTo>
                      <a:pt x="67" y="57"/>
                    </a:lnTo>
                    <a:lnTo>
                      <a:pt x="125" y="103"/>
                    </a:lnTo>
                    <a:lnTo>
                      <a:pt x="148" y="103"/>
                    </a:lnTo>
                    <a:lnTo>
                      <a:pt x="207" y="66"/>
                    </a:lnTo>
                    <a:lnTo>
                      <a:pt x="207"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4" name="Freeform 498"/>
              <p:cNvSpPr>
                <a:spLocks/>
              </p:cNvSpPr>
              <p:nvPr/>
            </p:nvSpPr>
            <p:spPr bwMode="auto">
              <a:xfrm>
                <a:off x="2560" y="1538"/>
                <a:ext cx="7" cy="22"/>
              </a:xfrm>
              <a:custGeom>
                <a:avLst/>
                <a:gdLst>
                  <a:gd name="T0" fmla="*/ 0 w 57"/>
                  <a:gd name="T1" fmla="*/ 0 h 172"/>
                  <a:gd name="T2" fmla="*/ 0 w 57"/>
                  <a:gd name="T3" fmla="*/ 0 h 172"/>
                  <a:gd name="T4" fmla="*/ 0 w 57"/>
                  <a:gd name="T5" fmla="*/ 0 h 172"/>
                  <a:gd name="T6" fmla="*/ 0 w 57"/>
                  <a:gd name="T7" fmla="*/ 0 h 172"/>
                  <a:gd name="T8" fmla="*/ 0 w 57"/>
                  <a:gd name="T9" fmla="*/ 0 h 172"/>
                  <a:gd name="T10" fmla="*/ 0 w 57"/>
                  <a:gd name="T11" fmla="*/ 0 h 172"/>
                  <a:gd name="T12" fmla="*/ 0 w 57"/>
                  <a:gd name="T13" fmla="*/ 0 h 172"/>
                  <a:gd name="T14" fmla="*/ 0 w 57"/>
                  <a:gd name="T15" fmla="*/ 0 h 172"/>
                  <a:gd name="T16" fmla="*/ 0 w 57"/>
                  <a:gd name="T17" fmla="*/ 0 h 1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
                  <a:gd name="T28" fmla="*/ 0 h 172"/>
                  <a:gd name="T29" fmla="*/ 57 w 57"/>
                  <a:gd name="T30" fmla="*/ 172 h 17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 h="172">
                    <a:moveTo>
                      <a:pt x="57" y="0"/>
                    </a:moveTo>
                    <a:lnTo>
                      <a:pt x="15" y="51"/>
                    </a:lnTo>
                    <a:lnTo>
                      <a:pt x="0" y="106"/>
                    </a:lnTo>
                    <a:lnTo>
                      <a:pt x="4" y="141"/>
                    </a:lnTo>
                    <a:lnTo>
                      <a:pt x="33" y="172"/>
                    </a:lnTo>
                    <a:lnTo>
                      <a:pt x="15" y="134"/>
                    </a:lnTo>
                    <a:lnTo>
                      <a:pt x="15" y="95"/>
                    </a:lnTo>
                    <a:lnTo>
                      <a:pt x="28" y="49"/>
                    </a:lnTo>
                    <a:lnTo>
                      <a:pt x="5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5" name="Freeform 499"/>
              <p:cNvSpPr>
                <a:spLocks/>
              </p:cNvSpPr>
              <p:nvPr/>
            </p:nvSpPr>
            <p:spPr bwMode="auto">
              <a:xfrm>
                <a:off x="2518" y="1541"/>
                <a:ext cx="10" cy="9"/>
              </a:xfrm>
              <a:custGeom>
                <a:avLst/>
                <a:gdLst>
                  <a:gd name="T0" fmla="*/ 0 w 81"/>
                  <a:gd name="T1" fmla="*/ 0 h 74"/>
                  <a:gd name="T2" fmla="*/ 0 w 81"/>
                  <a:gd name="T3" fmla="*/ 0 h 74"/>
                  <a:gd name="T4" fmla="*/ 0 w 81"/>
                  <a:gd name="T5" fmla="*/ 0 h 74"/>
                  <a:gd name="T6" fmla="*/ 0 w 81"/>
                  <a:gd name="T7" fmla="*/ 0 h 74"/>
                  <a:gd name="T8" fmla="*/ 0 w 81"/>
                  <a:gd name="T9" fmla="*/ 0 h 74"/>
                  <a:gd name="T10" fmla="*/ 0 w 81"/>
                  <a:gd name="T11" fmla="*/ 0 h 74"/>
                  <a:gd name="T12" fmla="*/ 0 w 81"/>
                  <a:gd name="T13" fmla="*/ 0 h 74"/>
                  <a:gd name="T14" fmla="*/ 0 w 81"/>
                  <a:gd name="T15" fmla="*/ 0 h 74"/>
                  <a:gd name="T16" fmla="*/ 0 w 81"/>
                  <a:gd name="T17" fmla="*/ 0 h 74"/>
                  <a:gd name="T18" fmla="*/ 0 w 81"/>
                  <a:gd name="T19" fmla="*/ 0 h 74"/>
                  <a:gd name="T20" fmla="*/ 0 w 81"/>
                  <a:gd name="T21" fmla="*/ 0 h 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1"/>
                  <a:gd name="T34" fmla="*/ 0 h 74"/>
                  <a:gd name="T35" fmla="*/ 81 w 81"/>
                  <a:gd name="T36" fmla="*/ 74 h 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1" h="74">
                    <a:moveTo>
                      <a:pt x="0" y="6"/>
                    </a:moveTo>
                    <a:lnTo>
                      <a:pt x="6" y="57"/>
                    </a:lnTo>
                    <a:lnTo>
                      <a:pt x="30" y="74"/>
                    </a:lnTo>
                    <a:lnTo>
                      <a:pt x="57" y="74"/>
                    </a:lnTo>
                    <a:lnTo>
                      <a:pt x="72" y="39"/>
                    </a:lnTo>
                    <a:lnTo>
                      <a:pt x="81" y="17"/>
                    </a:lnTo>
                    <a:lnTo>
                      <a:pt x="57" y="32"/>
                    </a:lnTo>
                    <a:lnTo>
                      <a:pt x="37" y="50"/>
                    </a:lnTo>
                    <a:lnTo>
                      <a:pt x="30" y="39"/>
                    </a:lnTo>
                    <a:lnTo>
                      <a:pt x="34" y="0"/>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6" name="Freeform 500"/>
              <p:cNvSpPr>
                <a:spLocks/>
              </p:cNvSpPr>
              <p:nvPr/>
            </p:nvSpPr>
            <p:spPr bwMode="auto">
              <a:xfrm>
                <a:off x="2574" y="1545"/>
                <a:ext cx="11" cy="8"/>
              </a:xfrm>
              <a:custGeom>
                <a:avLst/>
                <a:gdLst>
                  <a:gd name="T0" fmla="*/ 0 w 92"/>
                  <a:gd name="T1" fmla="*/ 0 h 64"/>
                  <a:gd name="T2" fmla="*/ 0 w 92"/>
                  <a:gd name="T3" fmla="*/ 0 h 64"/>
                  <a:gd name="T4" fmla="*/ 0 w 92"/>
                  <a:gd name="T5" fmla="*/ 0 h 64"/>
                  <a:gd name="T6" fmla="*/ 0 w 92"/>
                  <a:gd name="T7" fmla="*/ 0 h 64"/>
                  <a:gd name="T8" fmla="*/ 0 w 92"/>
                  <a:gd name="T9" fmla="*/ 0 h 64"/>
                  <a:gd name="T10" fmla="*/ 0 w 92"/>
                  <a:gd name="T11" fmla="*/ 0 h 64"/>
                  <a:gd name="T12" fmla="*/ 0 w 92"/>
                  <a:gd name="T13" fmla="*/ 0 h 64"/>
                  <a:gd name="T14" fmla="*/ 0 w 92"/>
                  <a:gd name="T15" fmla="*/ 0 h 64"/>
                  <a:gd name="T16" fmla="*/ 0 w 92"/>
                  <a:gd name="T17" fmla="*/ 0 h 64"/>
                  <a:gd name="T18" fmla="*/ 0 w 92"/>
                  <a:gd name="T19" fmla="*/ 0 h 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2"/>
                  <a:gd name="T31" fmla="*/ 0 h 64"/>
                  <a:gd name="T32" fmla="*/ 92 w 92"/>
                  <a:gd name="T33" fmla="*/ 64 h 6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2" h="64">
                    <a:moveTo>
                      <a:pt x="0" y="12"/>
                    </a:moveTo>
                    <a:lnTo>
                      <a:pt x="5" y="64"/>
                    </a:lnTo>
                    <a:lnTo>
                      <a:pt x="64" y="64"/>
                    </a:lnTo>
                    <a:lnTo>
                      <a:pt x="89" y="35"/>
                    </a:lnTo>
                    <a:lnTo>
                      <a:pt x="92" y="0"/>
                    </a:lnTo>
                    <a:lnTo>
                      <a:pt x="55" y="0"/>
                    </a:lnTo>
                    <a:lnTo>
                      <a:pt x="64" y="31"/>
                    </a:lnTo>
                    <a:lnTo>
                      <a:pt x="41" y="42"/>
                    </a:lnTo>
                    <a:lnTo>
                      <a:pt x="27"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7" name="Freeform 501"/>
              <p:cNvSpPr>
                <a:spLocks/>
              </p:cNvSpPr>
              <p:nvPr/>
            </p:nvSpPr>
            <p:spPr bwMode="auto">
              <a:xfrm>
                <a:off x="2527" y="1605"/>
                <a:ext cx="43" cy="4"/>
              </a:xfrm>
              <a:custGeom>
                <a:avLst/>
                <a:gdLst>
                  <a:gd name="T0" fmla="*/ 0 w 350"/>
                  <a:gd name="T1" fmla="*/ 0 h 31"/>
                  <a:gd name="T2" fmla="*/ 0 w 350"/>
                  <a:gd name="T3" fmla="*/ 0 h 31"/>
                  <a:gd name="T4" fmla="*/ 0 w 350"/>
                  <a:gd name="T5" fmla="*/ 0 h 31"/>
                  <a:gd name="T6" fmla="*/ 0 w 350"/>
                  <a:gd name="T7" fmla="*/ 0 h 31"/>
                  <a:gd name="T8" fmla="*/ 0 w 350"/>
                  <a:gd name="T9" fmla="*/ 0 h 31"/>
                  <a:gd name="T10" fmla="*/ 0 w 350"/>
                  <a:gd name="T11" fmla="*/ 0 h 31"/>
                  <a:gd name="T12" fmla="*/ 0 w 350"/>
                  <a:gd name="T13" fmla="*/ 0 h 31"/>
                  <a:gd name="T14" fmla="*/ 0 w 350"/>
                  <a:gd name="T15" fmla="*/ 0 h 31"/>
                  <a:gd name="T16" fmla="*/ 0 w 350"/>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50"/>
                  <a:gd name="T28" fmla="*/ 0 h 31"/>
                  <a:gd name="T29" fmla="*/ 350 w 35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50" h="31">
                    <a:moveTo>
                      <a:pt x="0" y="5"/>
                    </a:moveTo>
                    <a:lnTo>
                      <a:pt x="111" y="0"/>
                    </a:lnTo>
                    <a:lnTo>
                      <a:pt x="198" y="14"/>
                    </a:lnTo>
                    <a:lnTo>
                      <a:pt x="251" y="5"/>
                    </a:lnTo>
                    <a:lnTo>
                      <a:pt x="350" y="14"/>
                    </a:lnTo>
                    <a:lnTo>
                      <a:pt x="276" y="24"/>
                    </a:lnTo>
                    <a:lnTo>
                      <a:pt x="198" y="31"/>
                    </a:lnTo>
                    <a:lnTo>
                      <a:pt x="46" y="18"/>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8" name="Freeform 502"/>
              <p:cNvSpPr>
                <a:spLocks/>
              </p:cNvSpPr>
              <p:nvPr/>
            </p:nvSpPr>
            <p:spPr bwMode="auto">
              <a:xfrm>
                <a:off x="2535" y="1612"/>
                <a:ext cx="29" cy="5"/>
              </a:xfrm>
              <a:custGeom>
                <a:avLst/>
                <a:gdLst>
                  <a:gd name="T0" fmla="*/ 0 w 233"/>
                  <a:gd name="T1" fmla="*/ 0 h 42"/>
                  <a:gd name="T2" fmla="*/ 0 w 233"/>
                  <a:gd name="T3" fmla="*/ 0 h 42"/>
                  <a:gd name="T4" fmla="*/ 0 w 233"/>
                  <a:gd name="T5" fmla="*/ 0 h 42"/>
                  <a:gd name="T6" fmla="*/ 0 w 233"/>
                  <a:gd name="T7" fmla="*/ 0 h 42"/>
                  <a:gd name="T8" fmla="*/ 0 w 233"/>
                  <a:gd name="T9" fmla="*/ 0 h 42"/>
                  <a:gd name="T10" fmla="*/ 0 w 233"/>
                  <a:gd name="T11" fmla="*/ 0 h 42"/>
                  <a:gd name="T12" fmla="*/ 0 w 233"/>
                  <a:gd name="T13" fmla="*/ 0 h 42"/>
                  <a:gd name="T14" fmla="*/ 0 60000 65536"/>
                  <a:gd name="T15" fmla="*/ 0 60000 65536"/>
                  <a:gd name="T16" fmla="*/ 0 60000 65536"/>
                  <a:gd name="T17" fmla="*/ 0 60000 65536"/>
                  <a:gd name="T18" fmla="*/ 0 60000 65536"/>
                  <a:gd name="T19" fmla="*/ 0 60000 65536"/>
                  <a:gd name="T20" fmla="*/ 0 60000 65536"/>
                  <a:gd name="T21" fmla="*/ 0 w 233"/>
                  <a:gd name="T22" fmla="*/ 0 h 42"/>
                  <a:gd name="T23" fmla="*/ 233 w 233"/>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3" h="42">
                    <a:moveTo>
                      <a:pt x="0" y="0"/>
                    </a:moveTo>
                    <a:lnTo>
                      <a:pt x="60" y="35"/>
                    </a:lnTo>
                    <a:lnTo>
                      <a:pt x="159" y="42"/>
                    </a:lnTo>
                    <a:lnTo>
                      <a:pt x="233" y="7"/>
                    </a:lnTo>
                    <a:lnTo>
                      <a:pt x="164" y="24"/>
                    </a:lnTo>
                    <a:lnTo>
                      <a:pt x="77" y="1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09" name="Freeform 503"/>
              <p:cNvSpPr>
                <a:spLocks/>
              </p:cNvSpPr>
              <p:nvPr/>
            </p:nvSpPr>
            <p:spPr bwMode="auto">
              <a:xfrm>
                <a:off x="2977" y="1628"/>
                <a:ext cx="75" cy="64"/>
              </a:xfrm>
              <a:custGeom>
                <a:avLst/>
                <a:gdLst>
                  <a:gd name="T0" fmla="*/ 0 w 595"/>
                  <a:gd name="T1" fmla="*/ 0 h 512"/>
                  <a:gd name="T2" fmla="*/ 0 w 595"/>
                  <a:gd name="T3" fmla="*/ 0 h 512"/>
                  <a:gd name="T4" fmla="*/ 0 w 595"/>
                  <a:gd name="T5" fmla="*/ 0 h 512"/>
                  <a:gd name="T6" fmla="*/ 0 w 595"/>
                  <a:gd name="T7" fmla="*/ 0 h 512"/>
                  <a:gd name="T8" fmla="*/ 0 w 595"/>
                  <a:gd name="T9" fmla="*/ 0 h 512"/>
                  <a:gd name="T10" fmla="*/ 0 w 595"/>
                  <a:gd name="T11" fmla="*/ 0 h 512"/>
                  <a:gd name="T12" fmla="*/ 0 w 595"/>
                  <a:gd name="T13" fmla="*/ 0 h 512"/>
                  <a:gd name="T14" fmla="*/ 0 w 595"/>
                  <a:gd name="T15" fmla="*/ 0 h 512"/>
                  <a:gd name="T16" fmla="*/ 0 w 595"/>
                  <a:gd name="T17" fmla="*/ 0 h 512"/>
                  <a:gd name="T18" fmla="*/ 0 w 595"/>
                  <a:gd name="T19" fmla="*/ 0 h 512"/>
                  <a:gd name="T20" fmla="*/ 0 w 595"/>
                  <a:gd name="T21" fmla="*/ 0 h 512"/>
                  <a:gd name="T22" fmla="*/ 0 w 595"/>
                  <a:gd name="T23" fmla="*/ 0 h 512"/>
                  <a:gd name="T24" fmla="*/ 0 w 595"/>
                  <a:gd name="T25" fmla="*/ 0 h 512"/>
                  <a:gd name="T26" fmla="*/ 0 w 595"/>
                  <a:gd name="T27" fmla="*/ 0 h 512"/>
                  <a:gd name="T28" fmla="*/ 0 w 595"/>
                  <a:gd name="T29" fmla="*/ 0 h 512"/>
                  <a:gd name="T30" fmla="*/ 0 w 595"/>
                  <a:gd name="T31" fmla="*/ 0 h 512"/>
                  <a:gd name="T32" fmla="*/ 0 w 595"/>
                  <a:gd name="T33" fmla="*/ 0 h 512"/>
                  <a:gd name="T34" fmla="*/ 0 w 595"/>
                  <a:gd name="T35" fmla="*/ 0 h 512"/>
                  <a:gd name="T36" fmla="*/ 0 w 595"/>
                  <a:gd name="T37" fmla="*/ 0 h 512"/>
                  <a:gd name="T38" fmla="*/ 0 w 595"/>
                  <a:gd name="T39" fmla="*/ 0 h 512"/>
                  <a:gd name="T40" fmla="*/ 0 w 595"/>
                  <a:gd name="T41" fmla="*/ 0 h 512"/>
                  <a:gd name="T42" fmla="*/ 0 w 595"/>
                  <a:gd name="T43" fmla="*/ 0 h 512"/>
                  <a:gd name="T44" fmla="*/ 0 w 595"/>
                  <a:gd name="T45" fmla="*/ 0 h 512"/>
                  <a:gd name="T46" fmla="*/ 0 w 595"/>
                  <a:gd name="T47" fmla="*/ 0 h 512"/>
                  <a:gd name="T48" fmla="*/ 0 w 595"/>
                  <a:gd name="T49" fmla="*/ 0 h 512"/>
                  <a:gd name="T50" fmla="*/ 0 w 595"/>
                  <a:gd name="T51" fmla="*/ 0 h 512"/>
                  <a:gd name="T52" fmla="*/ 0 w 595"/>
                  <a:gd name="T53" fmla="*/ 0 h 512"/>
                  <a:gd name="T54" fmla="*/ 0 w 595"/>
                  <a:gd name="T55" fmla="*/ 0 h 51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95"/>
                  <a:gd name="T85" fmla="*/ 0 h 512"/>
                  <a:gd name="T86" fmla="*/ 595 w 595"/>
                  <a:gd name="T87" fmla="*/ 512 h 51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95" h="512">
                    <a:moveTo>
                      <a:pt x="97" y="215"/>
                    </a:moveTo>
                    <a:lnTo>
                      <a:pt x="120" y="122"/>
                    </a:lnTo>
                    <a:lnTo>
                      <a:pt x="305" y="0"/>
                    </a:lnTo>
                    <a:lnTo>
                      <a:pt x="498" y="68"/>
                    </a:lnTo>
                    <a:lnTo>
                      <a:pt x="395" y="68"/>
                    </a:lnTo>
                    <a:lnTo>
                      <a:pt x="514" y="209"/>
                    </a:lnTo>
                    <a:lnTo>
                      <a:pt x="569" y="191"/>
                    </a:lnTo>
                    <a:lnTo>
                      <a:pt x="525" y="96"/>
                    </a:lnTo>
                    <a:lnTo>
                      <a:pt x="595" y="209"/>
                    </a:lnTo>
                    <a:lnTo>
                      <a:pt x="551" y="261"/>
                    </a:lnTo>
                    <a:lnTo>
                      <a:pt x="595" y="503"/>
                    </a:lnTo>
                    <a:lnTo>
                      <a:pt x="533" y="512"/>
                    </a:lnTo>
                    <a:lnTo>
                      <a:pt x="464" y="494"/>
                    </a:lnTo>
                    <a:lnTo>
                      <a:pt x="542" y="486"/>
                    </a:lnTo>
                    <a:lnTo>
                      <a:pt x="475" y="329"/>
                    </a:lnTo>
                    <a:lnTo>
                      <a:pt x="351" y="200"/>
                    </a:lnTo>
                    <a:lnTo>
                      <a:pt x="489" y="311"/>
                    </a:lnTo>
                    <a:lnTo>
                      <a:pt x="542" y="424"/>
                    </a:lnTo>
                    <a:lnTo>
                      <a:pt x="510" y="244"/>
                    </a:lnTo>
                    <a:lnTo>
                      <a:pt x="305" y="41"/>
                    </a:lnTo>
                    <a:lnTo>
                      <a:pt x="261" y="122"/>
                    </a:lnTo>
                    <a:lnTo>
                      <a:pt x="305" y="173"/>
                    </a:lnTo>
                    <a:lnTo>
                      <a:pt x="228" y="173"/>
                    </a:lnTo>
                    <a:lnTo>
                      <a:pt x="323" y="306"/>
                    </a:lnTo>
                    <a:lnTo>
                      <a:pt x="191" y="209"/>
                    </a:lnTo>
                    <a:lnTo>
                      <a:pt x="0" y="373"/>
                    </a:lnTo>
                    <a:lnTo>
                      <a:pt x="17" y="253"/>
                    </a:lnTo>
                    <a:lnTo>
                      <a:pt x="97" y="2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0" name="Freeform 504"/>
              <p:cNvSpPr>
                <a:spLocks/>
              </p:cNvSpPr>
              <p:nvPr/>
            </p:nvSpPr>
            <p:spPr bwMode="auto">
              <a:xfrm>
                <a:off x="2989" y="1670"/>
                <a:ext cx="53" cy="66"/>
              </a:xfrm>
              <a:custGeom>
                <a:avLst/>
                <a:gdLst>
                  <a:gd name="T0" fmla="*/ 0 w 417"/>
                  <a:gd name="T1" fmla="*/ 0 h 531"/>
                  <a:gd name="T2" fmla="*/ 0 w 417"/>
                  <a:gd name="T3" fmla="*/ 0 h 531"/>
                  <a:gd name="T4" fmla="*/ 0 w 417"/>
                  <a:gd name="T5" fmla="*/ 0 h 531"/>
                  <a:gd name="T6" fmla="*/ 0 w 417"/>
                  <a:gd name="T7" fmla="*/ 0 h 531"/>
                  <a:gd name="T8" fmla="*/ 0 w 417"/>
                  <a:gd name="T9" fmla="*/ 0 h 531"/>
                  <a:gd name="T10" fmla="*/ 0 w 417"/>
                  <a:gd name="T11" fmla="*/ 0 h 531"/>
                  <a:gd name="T12" fmla="*/ 0 w 417"/>
                  <a:gd name="T13" fmla="*/ 0 h 531"/>
                  <a:gd name="T14" fmla="*/ 0 w 417"/>
                  <a:gd name="T15" fmla="*/ 0 h 531"/>
                  <a:gd name="T16" fmla="*/ 0 w 417"/>
                  <a:gd name="T17" fmla="*/ 0 h 531"/>
                  <a:gd name="T18" fmla="*/ 0 w 417"/>
                  <a:gd name="T19" fmla="*/ 0 h 531"/>
                  <a:gd name="T20" fmla="*/ 0 w 417"/>
                  <a:gd name="T21" fmla="*/ 0 h 531"/>
                  <a:gd name="T22" fmla="*/ 0 w 417"/>
                  <a:gd name="T23" fmla="*/ 0 h 531"/>
                  <a:gd name="T24" fmla="*/ 0 w 417"/>
                  <a:gd name="T25" fmla="*/ 0 h 531"/>
                  <a:gd name="T26" fmla="*/ 0 w 417"/>
                  <a:gd name="T27" fmla="*/ 0 h 531"/>
                  <a:gd name="T28" fmla="*/ 0 w 417"/>
                  <a:gd name="T29" fmla="*/ 0 h 531"/>
                  <a:gd name="T30" fmla="*/ 0 w 417"/>
                  <a:gd name="T31" fmla="*/ 0 h 531"/>
                  <a:gd name="T32" fmla="*/ 0 w 417"/>
                  <a:gd name="T33" fmla="*/ 0 h 531"/>
                  <a:gd name="T34" fmla="*/ 0 w 417"/>
                  <a:gd name="T35" fmla="*/ 0 h 531"/>
                  <a:gd name="T36" fmla="*/ 0 w 417"/>
                  <a:gd name="T37" fmla="*/ 0 h 531"/>
                  <a:gd name="T38" fmla="*/ 0 w 417"/>
                  <a:gd name="T39" fmla="*/ 0 h 531"/>
                  <a:gd name="T40" fmla="*/ 0 w 417"/>
                  <a:gd name="T41" fmla="*/ 0 h 531"/>
                  <a:gd name="T42" fmla="*/ 0 w 417"/>
                  <a:gd name="T43" fmla="*/ 0 h 531"/>
                  <a:gd name="T44" fmla="*/ 0 w 417"/>
                  <a:gd name="T45" fmla="*/ 0 h 531"/>
                  <a:gd name="T46" fmla="*/ 0 w 417"/>
                  <a:gd name="T47" fmla="*/ 0 h 531"/>
                  <a:gd name="T48" fmla="*/ 0 w 417"/>
                  <a:gd name="T49" fmla="*/ 0 h 531"/>
                  <a:gd name="T50" fmla="*/ 0 w 417"/>
                  <a:gd name="T51" fmla="*/ 0 h 531"/>
                  <a:gd name="T52" fmla="*/ 0 w 417"/>
                  <a:gd name="T53" fmla="*/ 0 h 531"/>
                  <a:gd name="T54" fmla="*/ 0 w 417"/>
                  <a:gd name="T55" fmla="*/ 0 h 531"/>
                  <a:gd name="T56" fmla="*/ 0 w 417"/>
                  <a:gd name="T57" fmla="*/ 0 h 531"/>
                  <a:gd name="T58" fmla="*/ 0 w 417"/>
                  <a:gd name="T59" fmla="*/ 0 h 53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17"/>
                  <a:gd name="T91" fmla="*/ 0 h 531"/>
                  <a:gd name="T92" fmla="*/ 417 w 417"/>
                  <a:gd name="T93" fmla="*/ 531 h 53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17" h="531">
                    <a:moveTo>
                      <a:pt x="351" y="198"/>
                    </a:moveTo>
                    <a:lnTo>
                      <a:pt x="307" y="183"/>
                    </a:lnTo>
                    <a:lnTo>
                      <a:pt x="254" y="114"/>
                    </a:lnTo>
                    <a:lnTo>
                      <a:pt x="208" y="114"/>
                    </a:lnTo>
                    <a:lnTo>
                      <a:pt x="146" y="62"/>
                    </a:lnTo>
                    <a:lnTo>
                      <a:pt x="146" y="104"/>
                    </a:lnTo>
                    <a:lnTo>
                      <a:pt x="94" y="114"/>
                    </a:lnTo>
                    <a:lnTo>
                      <a:pt x="44" y="53"/>
                    </a:lnTo>
                    <a:lnTo>
                      <a:pt x="72" y="132"/>
                    </a:lnTo>
                    <a:lnTo>
                      <a:pt x="0" y="132"/>
                    </a:lnTo>
                    <a:lnTo>
                      <a:pt x="87" y="189"/>
                    </a:lnTo>
                    <a:lnTo>
                      <a:pt x="78" y="270"/>
                    </a:lnTo>
                    <a:lnTo>
                      <a:pt x="131" y="383"/>
                    </a:lnTo>
                    <a:lnTo>
                      <a:pt x="131" y="305"/>
                    </a:lnTo>
                    <a:lnTo>
                      <a:pt x="164" y="279"/>
                    </a:lnTo>
                    <a:lnTo>
                      <a:pt x="182" y="321"/>
                    </a:lnTo>
                    <a:lnTo>
                      <a:pt x="219" y="288"/>
                    </a:lnTo>
                    <a:lnTo>
                      <a:pt x="272" y="288"/>
                    </a:lnTo>
                    <a:lnTo>
                      <a:pt x="340" y="347"/>
                    </a:lnTo>
                    <a:lnTo>
                      <a:pt x="332" y="436"/>
                    </a:lnTo>
                    <a:lnTo>
                      <a:pt x="291" y="531"/>
                    </a:lnTo>
                    <a:lnTo>
                      <a:pt x="383" y="383"/>
                    </a:lnTo>
                    <a:lnTo>
                      <a:pt x="413" y="288"/>
                    </a:lnTo>
                    <a:lnTo>
                      <a:pt x="417" y="156"/>
                    </a:lnTo>
                    <a:lnTo>
                      <a:pt x="383" y="156"/>
                    </a:lnTo>
                    <a:lnTo>
                      <a:pt x="323" y="42"/>
                    </a:lnTo>
                    <a:lnTo>
                      <a:pt x="261" y="0"/>
                    </a:lnTo>
                    <a:lnTo>
                      <a:pt x="314" y="77"/>
                    </a:lnTo>
                    <a:lnTo>
                      <a:pt x="351" y="148"/>
                    </a:lnTo>
                    <a:lnTo>
                      <a:pt x="351" y="19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1" name="Freeform 505"/>
              <p:cNvSpPr>
                <a:spLocks/>
              </p:cNvSpPr>
              <p:nvPr/>
            </p:nvSpPr>
            <p:spPr bwMode="auto">
              <a:xfrm>
                <a:off x="2925" y="1679"/>
                <a:ext cx="214" cy="306"/>
              </a:xfrm>
              <a:custGeom>
                <a:avLst/>
                <a:gdLst>
                  <a:gd name="T0" fmla="*/ 0 w 1712"/>
                  <a:gd name="T1" fmla="*/ 0 h 2448"/>
                  <a:gd name="T2" fmla="*/ 0 w 1712"/>
                  <a:gd name="T3" fmla="*/ 0 h 2448"/>
                  <a:gd name="T4" fmla="*/ 0 w 1712"/>
                  <a:gd name="T5" fmla="*/ 0 h 2448"/>
                  <a:gd name="T6" fmla="*/ 0 w 1712"/>
                  <a:gd name="T7" fmla="*/ 0 h 2448"/>
                  <a:gd name="T8" fmla="*/ 0 w 1712"/>
                  <a:gd name="T9" fmla="*/ 0 h 2448"/>
                  <a:gd name="T10" fmla="*/ 0 w 1712"/>
                  <a:gd name="T11" fmla="*/ 0 h 2448"/>
                  <a:gd name="T12" fmla="*/ 0 w 1712"/>
                  <a:gd name="T13" fmla="*/ 0 h 2448"/>
                  <a:gd name="T14" fmla="*/ 0 w 1712"/>
                  <a:gd name="T15" fmla="*/ 0 h 2448"/>
                  <a:gd name="T16" fmla="*/ 0 w 1712"/>
                  <a:gd name="T17" fmla="*/ 0 h 2448"/>
                  <a:gd name="T18" fmla="*/ 0 w 1712"/>
                  <a:gd name="T19" fmla="*/ 0 h 2448"/>
                  <a:gd name="T20" fmla="*/ 0 w 1712"/>
                  <a:gd name="T21" fmla="*/ 0 h 2448"/>
                  <a:gd name="T22" fmla="*/ 0 w 1712"/>
                  <a:gd name="T23" fmla="*/ 0 h 2448"/>
                  <a:gd name="T24" fmla="*/ 0 w 1712"/>
                  <a:gd name="T25" fmla="*/ 0 h 2448"/>
                  <a:gd name="T26" fmla="*/ 0 w 1712"/>
                  <a:gd name="T27" fmla="*/ 0 h 2448"/>
                  <a:gd name="T28" fmla="*/ 0 w 1712"/>
                  <a:gd name="T29" fmla="*/ 0 h 2448"/>
                  <a:gd name="T30" fmla="*/ 0 w 1712"/>
                  <a:gd name="T31" fmla="*/ 0 h 2448"/>
                  <a:gd name="T32" fmla="*/ 0 w 1712"/>
                  <a:gd name="T33" fmla="*/ 0 h 2448"/>
                  <a:gd name="T34" fmla="*/ 0 w 1712"/>
                  <a:gd name="T35" fmla="*/ 0 h 2448"/>
                  <a:gd name="T36" fmla="*/ 0 w 1712"/>
                  <a:gd name="T37" fmla="*/ 0 h 2448"/>
                  <a:gd name="T38" fmla="*/ 0 w 1712"/>
                  <a:gd name="T39" fmla="*/ 0 h 2448"/>
                  <a:gd name="T40" fmla="*/ 0 w 1712"/>
                  <a:gd name="T41" fmla="*/ 0 h 2448"/>
                  <a:gd name="T42" fmla="*/ 0 w 1712"/>
                  <a:gd name="T43" fmla="*/ 0 h 2448"/>
                  <a:gd name="T44" fmla="*/ 0 w 1712"/>
                  <a:gd name="T45" fmla="*/ 0 h 2448"/>
                  <a:gd name="T46" fmla="*/ 0 w 1712"/>
                  <a:gd name="T47" fmla="*/ 0 h 2448"/>
                  <a:gd name="T48" fmla="*/ 0 w 1712"/>
                  <a:gd name="T49" fmla="*/ 0 h 2448"/>
                  <a:gd name="T50" fmla="*/ 0 w 1712"/>
                  <a:gd name="T51" fmla="*/ 0 h 2448"/>
                  <a:gd name="T52" fmla="*/ 0 w 1712"/>
                  <a:gd name="T53" fmla="*/ 0 h 2448"/>
                  <a:gd name="T54" fmla="*/ 0 w 1712"/>
                  <a:gd name="T55" fmla="*/ 0 h 2448"/>
                  <a:gd name="T56" fmla="*/ 0 w 1712"/>
                  <a:gd name="T57" fmla="*/ 0 h 2448"/>
                  <a:gd name="T58" fmla="*/ 0 w 1712"/>
                  <a:gd name="T59" fmla="*/ 0 h 2448"/>
                  <a:gd name="T60" fmla="*/ 0 w 1712"/>
                  <a:gd name="T61" fmla="*/ 0 h 2448"/>
                  <a:gd name="T62" fmla="*/ 0 w 1712"/>
                  <a:gd name="T63" fmla="*/ 0 h 2448"/>
                  <a:gd name="T64" fmla="*/ 0 w 1712"/>
                  <a:gd name="T65" fmla="*/ 0 h 2448"/>
                  <a:gd name="T66" fmla="*/ 0 w 1712"/>
                  <a:gd name="T67" fmla="*/ 0 h 2448"/>
                  <a:gd name="T68" fmla="*/ 0 w 1712"/>
                  <a:gd name="T69" fmla="*/ 0 h 2448"/>
                  <a:gd name="T70" fmla="*/ 0 w 1712"/>
                  <a:gd name="T71" fmla="*/ 0 h 2448"/>
                  <a:gd name="T72" fmla="*/ 0 w 1712"/>
                  <a:gd name="T73" fmla="*/ 0 h 2448"/>
                  <a:gd name="T74" fmla="*/ 0 w 1712"/>
                  <a:gd name="T75" fmla="*/ 0 h 2448"/>
                  <a:gd name="T76" fmla="*/ 0 w 1712"/>
                  <a:gd name="T77" fmla="*/ 0 h 2448"/>
                  <a:gd name="T78" fmla="*/ 0 w 1712"/>
                  <a:gd name="T79" fmla="*/ 0 h 2448"/>
                  <a:gd name="T80" fmla="*/ 0 w 1712"/>
                  <a:gd name="T81" fmla="*/ 0 h 2448"/>
                  <a:gd name="T82" fmla="*/ 0 w 1712"/>
                  <a:gd name="T83" fmla="*/ 0 h 2448"/>
                  <a:gd name="T84" fmla="*/ 0 w 1712"/>
                  <a:gd name="T85" fmla="*/ 0 h 2448"/>
                  <a:gd name="T86" fmla="*/ 0 w 1712"/>
                  <a:gd name="T87" fmla="*/ 0 h 244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12"/>
                  <a:gd name="T133" fmla="*/ 0 h 2448"/>
                  <a:gd name="T134" fmla="*/ 1712 w 1712"/>
                  <a:gd name="T135" fmla="*/ 2448 h 244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12" h="2448">
                    <a:moveTo>
                      <a:pt x="420" y="0"/>
                    </a:moveTo>
                    <a:lnTo>
                      <a:pt x="499" y="424"/>
                    </a:lnTo>
                    <a:lnTo>
                      <a:pt x="522" y="451"/>
                    </a:lnTo>
                    <a:lnTo>
                      <a:pt x="561" y="468"/>
                    </a:lnTo>
                    <a:lnTo>
                      <a:pt x="534" y="495"/>
                    </a:lnTo>
                    <a:lnTo>
                      <a:pt x="483" y="486"/>
                    </a:lnTo>
                    <a:lnTo>
                      <a:pt x="475" y="550"/>
                    </a:lnTo>
                    <a:lnTo>
                      <a:pt x="499" y="599"/>
                    </a:lnTo>
                    <a:lnTo>
                      <a:pt x="540" y="615"/>
                    </a:lnTo>
                    <a:lnTo>
                      <a:pt x="589" y="606"/>
                    </a:lnTo>
                    <a:lnTo>
                      <a:pt x="611" y="479"/>
                    </a:lnTo>
                    <a:lnTo>
                      <a:pt x="663" y="479"/>
                    </a:lnTo>
                    <a:lnTo>
                      <a:pt x="711" y="451"/>
                    </a:lnTo>
                    <a:lnTo>
                      <a:pt x="743" y="398"/>
                    </a:lnTo>
                    <a:lnTo>
                      <a:pt x="743" y="461"/>
                    </a:lnTo>
                    <a:lnTo>
                      <a:pt x="771" y="451"/>
                    </a:lnTo>
                    <a:lnTo>
                      <a:pt x="824" y="424"/>
                    </a:lnTo>
                    <a:lnTo>
                      <a:pt x="798" y="461"/>
                    </a:lnTo>
                    <a:lnTo>
                      <a:pt x="743" y="530"/>
                    </a:lnTo>
                    <a:lnTo>
                      <a:pt x="699" y="650"/>
                    </a:lnTo>
                    <a:lnTo>
                      <a:pt x="909" y="415"/>
                    </a:lnTo>
                    <a:lnTo>
                      <a:pt x="945" y="444"/>
                    </a:lnTo>
                    <a:lnTo>
                      <a:pt x="815" y="798"/>
                    </a:lnTo>
                    <a:lnTo>
                      <a:pt x="824" y="1260"/>
                    </a:lnTo>
                    <a:lnTo>
                      <a:pt x="1172" y="1295"/>
                    </a:lnTo>
                    <a:lnTo>
                      <a:pt x="1331" y="1371"/>
                    </a:lnTo>
                    <a:lnTo>
                      <a:pt x="1417" y="1371"/>
                    </a:lnTo>
                    <a:lnTo>
                      <a:pt x="1460" y="1442"/>
                    </a:lnTo>
                    <a:lnTo>
                      <a:pt x="1172" y="1332"/>
                    </a:lnTo>
                    <a:lnTo>
                      <a:pt x="953" y="1314"/>
                    </a:lnTo>
                    <a:lnTo>
                      <a:pt x="1059" y="1380"/>
                    </a:lnTo>
                    <a:lnTo>
                      <a:pt x="953" y="1380"/>
                    </a:lnTo>
                    <a:lnTo>
                      <a:pt x="798" y="1362"/>
                    </a:lnTo>
                    <a:lnTo>
                      <a:pt x="909" y="1459"/>
                    </a:lnTo>
                    <a:lnTo>
                      <a:pt x="1296" y="1523"/>
                    </a:lnTo>
                    <a:lnTo>
                      <a:pt x="971" y="1493"/>
                    </a:lnTo>
                    <a:lnTo>
                      <a:pt x="1172" y="1611"/>
                    </a:lnTo>
                    <a:lnTo>
                      <a:pt x="1147" y="1636"/>
                    </a:lnTo>
                    <a:lnTo>
                      <a:pt x="875" y="1503"/>
                    </a:lnTo>
                    <a:lnTo>
                      <a:pt x="918" y="1636"/>
                    </a:lnTo>
                    <a:lnTo>
                      <a:pt x="1349" y="1747"/>
                    </a:lnTo>
                    <a:lnTo>
                      <a:pt x="1626" y="1921"/>
                    </a:lnTo>
                    <a:lnTo>
                      <a:pt x="1349" y="1867"/>
                    </a:lnTo>
                    <a:lnTo>
                      <a:pt x="1191" y="1765"/>
                    </a:lnTo>
                    <a:lnTo>
                      <a:pt x="953" y="1701"/>
                    </a:lnTo>
                    <a:lnTo>
                      <a:pt x="1068" y="1826"/>
                    </a:lnTo>
                    <a:lnTo>
                      <a:pt x="1712" y="2049"/>
                    </a:lnTo>
                    <a:lnTo>
                      <a:pt x="1068" y="1867"/>
                    </a:lnTo>
                    <a:lnTo>
                      <a:pt x="884" y="1736"/>
                    </a:lnTo>
                    <a:lnTo>
                      <a:pt x="895" y="1809"/>
                    </a:lnTo>
                    <a:lnTo>
                      <a:pt x="1068" y="1973"/>
                    </a:lnTo>
                    <a:lnTo>
                      <a:pt x="1321" y="2024"/>
                    </a:lnTo>
                    <a:lnTo>
                      <a:pt x="1460" y="2121"/>
                    </a:lnTo>
                    <a:lnTo>
                      <a:pt x="1259" y="2097"/>
                    </a:lnTo>
                    <a:lnTo>
                      <a:pt x="1008" y="1973"/>
                    </a:lnTo>
                    <a:lnTo>
                      <a:pt x="934" y="1982"/>
                    </a:lnTo>
                    <a:lnTo>
                      <a:pt x="971" y="2112"/>
                    </a:lnTo>
                    <a:lnTo>
                      <a:pt x="1033" y="2156"/>
                    </a:lnTo>
                    <a:lnTo>
                      <a:pt x="1349" y="2171"/>
                    </a:lnTo>
                    <a:lnTo>
                      <a:pt x="1024" y="2330"/>
                    </a:lnTo>
                    <a:lnTo>
                      <a:pt x="980" y="2314"/>
                    </a:lnTo>
                    <a:lnTo>
                      <a:pt x="909" y="2084"/>
                    </a:lnTo>
                    <a:lnTo>
                      <a:pt x="831" y="2339"/>
                    </a:lnTo>
                    <a:lnTo>
                      <a:pt x="849" y="2448"/>
                    </a:lnTo>
                    <a:lnTo>
                      <a:pt x="760" y="2354"/>
                    </a:lnTo>
                    <a:lnTo>
                      <a:pt x="895" y="2013"/>
                    </a:lnTo>
                    <a:lnTo>
                      <a:pt x="884" y="1921"/>
                    </a:lnTo>
                    <a:lnTo>
                      <a:pt x="824" y="1765"/>
                    </a:lnTo>
                    <a:lnTo>
                      <a:pt x="778" y="1563"/>
                    </a:lnTo>
                    <a:lnTo>
                      <a:pt x="674" y="1304"/>
                    </a:lnTo>
                    <a:lnTo>
                      <a:pt x="554" y="1523"/>
                    </a:lnTo>
                    <a:lnTo>
                      <a:pt x="554" y="1747"/>
                    </a:lnTo>
                    <a:lnTo>
                      <a:pt x="316" y="2033"/>
                    </a:lnTo>
                    <a:lnTo>
                      <a:pt x="0" y="2148"/>
                    </a:lnTo>
                    <a:lnTo>
                      <a:pt x="37" y="1973"/>
                    </a:lnTo>
                    <a:lnTo>
                      <a:pt x="217" y="1791"/>
                    </a:lnTo>
                    <a:lnTo>
                      <a:pt x="437" y="1685"/>
                    </a:lnTo>
                    <a:lnTo>
                      <a:pt x="534" y="1436"/>
                    </a:lnTo>
                    <a:lnTo>
                      <a:pt x="522" y="1314"/>
                    </a:lnTo>
                    <a:lnTo>
                      <a:pt x="611" y="1026"/>
                    </a:lnTo>
                    <a:lnTo>
                      <a:pt x="510" y="1000"/>
                    </a:lnTo>
                    <a:lnTo>
                      <a:pt x="420" y="938"/>
                    </a:lnTo>
                    <a:lnTo>
                      <a:pt x="522" y="650"/>
                    </a:lnTo>
                    <a:lnTo>
                      <a:pt x="475" y="627"/>
                    </a:lnTo>
                    <a:lnTo>
                      <a:pt x="448" y="541"/>
                    </a:lnTo>
                    <a:lnTo>
                      <a:pt x="448" y="433"/>
                    </a:lnTo>
                    <a:lnTo>
                      <a:pt x="420" y="53"/>
                    </a:lnTo>
                    <a:lnTo>
                      <a:pt x="42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2" name="Freeform 506"/>
              <p:cNvSpPr>
                <a:spLocks/>
              </p:cNvSpPr>
              <p:nvPr/>
            </p:nvSpPr>
            <p:spPr bwMode="auto">
              <a:xfrm>
                <a:off x="2878" y="1705"/>
                <a:ext cx="86" cy="218"/>
              </a:xfrm>
              <a:custGeom>
                <a:avLst/>
                <a:gdLst>
                  <a:gd name="T0" fmla="*/ 0 w 691"/>
                  <a:gd name="T1" fmla="*/ 0 h 1748"/>
                  <a:gd name="T2" fmla="*/ 0 w 691"/>
                  <a:gd name="T3" fmla="*/ 0 h 1748"/>
                  <a:gd name="T4" fmla="*/ 0 w 691"/>
                  <a:gd name="T5" fmla="*/ 0 h 1748"/>
                  <a:gd name="T6" fmla="*/ 0 w 691"/>
                  <a:gd name="T7" fmla="*/ 0 h 1748"/>
                  <a:gd name="T8" fmla="*/ 0 w 691"/>
                  <a:gd name="T9" fmla="*/ 0 h 1748"/>
                  <a:gd name="T10" fmla="*/ 0 w 691"/>
                  <a:gd name="T11" fmla="*/ 0 h 1748"/>
                  <a:gd name="T12" fmla="*/ 0 w 691"/>
                  <a:gd name="T13" fmla="*/ 0 h 1748"/>
                  <a:gd name="T14" fmla="*/ 0 w 691"/>
                  <a:gd name="T15" fmla="*/ 0 h 1748"/>
                  <a:gd name="T16" fmla="*/ 0 w 691"/>
                  <a:gd name="T17" fmla="*/ 0 h 1748"/>
                  <a:gd name="T18" fmla="*/ 0 w 691"/>
                  <a:gd name="T19" fmla="*/ 0 h 1748"/>
                  <a:gd name="T20" fmla="*/ 0 w 691"/>
                  <a:gd name="T21" fmla="*/ 0 h 1748"/>
                  <a:gd name="T22" fmla="*/ 0 w 691"/>
                  <a:gd name="T23" fmla="*/ 0 h 1748"/>
                  <a:gd name="T24" fmla="*/ 0 w 691"/>
                  <a:gd name="T25" fmla="*/ 0 h 1748"/>
                  <a:gd name="T26" fmla="*/ 0 w 691"/>
                  <a:gd name="T27" fmla="*/ 0 h 1748"/>
                  <a:gd name="T28" fmla="*/ 0 w 691"/>
                  <a:gd name="T29" fmla="*/ 0 h 1748"/>
                  <a:gd name="T30" fmla="*/ 0 w 691"/>
                  <a:gd name="T31" fmla="*/ 0 h 1748"/>
                  <a:gd name="T32" fmla="*/ 0 w 691"/>
                  <a:gd name="T33" fmla="*/ 0 h 1748"/>
                  <a:gd name="T34" fmla="*/ 0 w 691"/>
                  <a:gd name="T35" fmla="*/ 0 h 1748"/>
                  <a:gd name="T36" fmla="*/ 0 w 691"/>
                  <a:gd name="T37" fmla="*/ 0 h 1748"/>
                  <a:gd name="T38" fmla="*/ 0 w 691"/>
                  <a:gd name="T39" fmla="*/ 0 h 1748"/>
                  <a:gd name="T40" fmla="*/ 0 w 691"/>
                  <a:gd name="T41" fmla="*/ 0 h 1748"/>
                  <a:gd name="T42" fmla="*/ 0 w 691"/>
                  <a:gd name="T43" fmla="*/ 0 h 1748"/>
                  <a:gd name="T44" fmla="*/ 0 w 691"/>
                  <a:gd name="T45" fmla="*/ 0 h 1748"/>
                  <a:gd name="T46" fmla="*/ 0 w 691"/>
                  <a:gd name="T47" fmla="*/ 0 h 1748"/>
                  <a:gd name="T48" fmla="*/ 0 w 691"/>
                  <a:gd name="T49" fmla="*/ 0 h 1748"/>
                  <a:gd name="T50" fmla="*/ 0 w 691"/>
                  <a:gd name="T51" fmla="*/ 0 h 1748"/>
                  <a:gd name="T52" fmla="*/ 0 w 691"/>
                  <a:gd name="T53" fmla="*/ 0 h 1748"/>
                  <a:gd name="T54" fmla="*/ 0 w 691"/>
                  <a:gd name="T55" fmla="*/ 0 h 1748"/>
                  <a:gd name="T56" fmla="*/ 0 w 691"/>
                  <a:gd name="T57" fmla="*/ 0 h 1748"/>
                  <a:gd name="T58" fmla="*/ 0 w 691"/>
                  <a:gd name="T59" fmla="*/ 0 h 1748"/>
                  <a:gd name="T60" fmla="*/ 0 w 691"/>
                  <a:gd name="T61" fmla="*/ 0 h 174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691"/>
                  <a:gd name="T94" fmla="*/ 0 h 1748"/>
                  <a:gd name="T95" fmla="*/ 691 w 691"/>
                  <a:gd name="T96" fmla="*/ 1748 h 174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691" h="1748">
                    <a:moveTo>
                      <a:pt x="691" y="312"/>
                    </a:moveTo>
                    <a:lnTo>
                      <a:pt x="586" y="572"/>
                    </a:lnTo>
                    <a:lnTo>
                      <a:pt x="516" y="729"/>
                    </a:lnTo>
                    <a:lnTo>
                      <a:pt x="392" y="982"/>
                    </a:lnTo>
                    <a:lnTo>
                      <a:pt x="334" y="1017"/>
                    </a:lnTo>
                    <a:lnTo>
                      <a:pt x="351" y="1243"/>
                    </a:lnTo>
                    <a:lnTo>
                      <a:pt x="412" y="1527"/>
                    </a:lnTo>
                    <a:lnTo>
                      <a:pt x="472" y="1748"/>
                    </a:lnTo>
                    <a:lnTo>
                      <a:pt x="388" y="1485"/>
                    </a:lnTo>
                    <a:lnTo>
                      <a:pt x="334" y="1233"/>
                    </a:lnTo>
                    <a:lnTo>
                      <a:pt x="243" y="1171"/>
                    </a:lnTo>
                    <a:lnTo>
                      <a:pt x="254" y="1330"/>
                    </a:lnTo>
                    <a:lnTo>
                      <a:pt x="351" y="1591"/>
                    </a:lnTo>
                    <a:lnTo>
                      <a:pt x="239" y="1345"/>
                    </a:lnTo>
                    <a:lnTo>
                      <a:pt x="193" y="1153"/>
                    </a:lnTo>
                    <a:lnTo>
                      <a:pt x="87" y="1153"/>
                    </a:lnTo>
                    <a:lnTo>
                      <a:pt x="0" y="1227"/>
                    </a:lnTo>
                    <a:lnTo>
                      <a:pt x="87" y="1139"/>
                    </a:lnTo>
                    <a:lnTo>
                      <a:pt x="157" y="1112"/>
                    </a:lnTo>
                    <a:lnTo>
                      <a:pt x="219" y="895"/>
                    </a:lnTo>
                    <a:lnTo>
                      <a:pt x="219" y="782"/>
                    </a:lnTo>
                    <a:lnTo>
                      <a:pt x="175" y="721"/>
                    </a:lnTo>
                    <a:lnTo>
                      <a:pt x="175" y="644"/>
                    </a:lnTo>
                    <a:lnTo>
                      <a:pt x="279" y="235"/>
                    </a:lnTo>
                    <a:lnTo>
                      <a:pt x="388" y="0"/>
                    </a:lnTo>
                    <a:lnTo>
                      <a:pt x="307" y="341"/>
                    </a:lnTo>
                    <a:lnTo>
                      <a:pt x="219" y="685"/>
                    </a:lnTo>
                    <a:lnTo>
                      <a:pt x="307" y="798"/>
                    </a:lnTo>
                    <a:lnTo>
                      <a:pt x="366" y="914"/>
                    </a:lnTo>
                    <a:lnTo>
                      <a:pt x="606" y="462"/>
                    </a:lnTo>
                    <a:lnTo>
                      <a:pt x="691" y="3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3" name="Freeform 507"/>
              <p:cNvSpPr>
                <a:spLocks/>
              </p:cNvSpPr>
              <p:nvPr/>
            </p:nvSpPr>
            <p:spPr bwMode="auto">
              <a:xfrm>
                <a:off x="2942" y="1815"/>
                <a:ext cx="10" cy="54"/>
              </a:xfrm>
              <a:custGeom>
                <a:avLst/>
                <a:gdLst>
                  <a:gd name="T0" fmla="*/ 0 w 83"/>
                  <a:gd name="T1" fmla="*/ 0 h 431"/>
                  <a:gd name="T2" fmla="*/ 0 w 83"/>
                  <a:gd name="T3" fmla="*/ 0 h 431"/>
                  <a:gd name="T4" fmla="*/ 0 w 83"/>
                  <a:gd name="T5" fmla="*/ 0 h 431"/>
                  <a:gd name="T6" fmla="*/ 0 w 83"/>
                  <a:gd name="T7" fmla="*/ 0 h 431"/>
                  <a:gd name="T8" fmla="*/ 0 w 83"/>
                  <a:gd name="T9" fmla="*/ 0 h 431"/>
                  <a:gd name="T10" fmla="*/ 0 w 83"/>
                  <a:gd name="T11" fmla="*/ 0 h 431"/>
                  <a:gd name="T12" fmla="*/ 0 w 83"/>
                  <a:gd name="T13" fmla="*/ 0 h 431"/>
                  <a:gd name="T14" fmla="*/ 0 60000 65536"/>
                  <a:gd name="T15" fmla="*/ 0 60000 65536"/>
                  <a:gd name="T16" fmla="*/ 0 60000 65536"/>
                  <a:gd name="T17" fmla="*/ 0 60000 65536"/>
                  <a:gd name="T18" fmla="*/ 0 60000 65536"/>
                  <a:gd name="T19" fmla="*/ 0 60000 65536"/>
                  <a:gd name="T20" fmla="*/ 0 60000 65536"/>
                  <a:gd name="T21" fmla="*/ 0 w 83"/>
                  <a:gd name="T22" fmla="*/ 0 h 431"/>
                  <a:gd name="T23" fmla="*/ 83 w 83"/>
                  <a:gd name="T24" fmla="*/ 431 h 4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431">
                    <a:moveTo>
                      <a:pt x="0" y="0"/>
                    </a:moveTo>
                    <a:lnTo>
                      <a:pt x="51" y="106"/>
                    </a:lnTo>
                    <a:lnTo>
                      <a:pt x="51" y="297"/>
                    </a:lnTo>
                    <a:lnTo>
                      <a:pt x="83" y="385"/>
                    </a:lnTo>
                    <a:lnTo>
                      <a:pt x="42" y="431"/>
                    </a:lnTo>
                    <a:lnTo>
                      <a:pt x="24" y="20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4" name="Freeform 508"/>
              <p:cNvSpPr>
                <a:spLocks/>
              </p:cNvSpPr>
              <p:nvPr/>
            </p:nvSpPr>
            <p:spPr bwMode="auto">
              <a:xfrm>
                <a:off x="2878" y="1862"/>
                <a:ext cx="53" cy="85"/>
              </a:xfrm>
              <a:custGeom>
                <a:avLst/>
                <a:gdLst>
                  <a:gd name="T0" fmla="*/ 0 w 427"/>
                  <a:gd name="T1" fmla="*/ 0 h 680"/>
                  <a:gd name="T2" fmla="*/ 0 w 427"/>
                  <a:gd name="T3" fmla="*/ 0 h 680"/>
                  <a:gd name="T4" fmla="*/ 0 w 427"/>
                  <a:gd name="T5" fmla="*/ 0 h 680"/>
                  <a:gd name="T6" fmla="*/ 0 w 427"/>
                  <a:gd name="T7" fmla="*/ 0 h 680"/>
                  <a:gd name="T8" fmla="*/ 0 w 427"/>
                  <a:gd name="T9" fmla="*/ 0 h 680"/>
                  <a:gd name="T10" fmla="*/ 0 w 427"/>
                  <a:gd name="T11" fmla="*/ 0 h 680"/>
                  <a:gd name="T12" fmla="*/ 0 w 427"/>
                  <a:gd name="T13" fmla="*/ 0 h 680"/>
                  <a:gd name="T14" fmla="*/ 0 w 427"/>
                  <a:gd name="T15" fmla="*/ 0 h 680"/>
                  <a:gd name="T16" fmla="*/ 0 60000 65536"/>
                  <a:gd name="T17" fmla="*/ 0 60000 65536"/>
                  <a:gd name="T18" fmla="*/ 0 60000 65536"/>
                  <a:gd name="T19" fmla="*/ 0 60000 65536"/>
                  <a:gd name="T20" fmla="*/ 0 60000 65536"/>
                  <a:gd name="T21" fmla="*/ 0 60000 65536"/>
                  <a:gd name="T22" fmla="*/ 0 60000 65536"/>
                  <a:gd name="T23" fmla="*/ 0 60000 65536"/>
                  <a:gd name="T24" fmla="*/ 0 w 427"/>
                  <a:gd name="T25" fmla="*/ 0 h 680"/>
                  <a:gd name="T26" fmla="*/ 427 w 427"/>
                  <a:gd name="T27" fmla="*/ 680 h 6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7" h="680">
                    <a:moveTo>
                      <a:pt x="0" y="0"/>
                    </a:moveTo>
                    <a:lnTo>
                      <a:pt x="175" y="532"/>
                    </a:lnTo>
                    <a:lnTo>
                      <a:pt x="307" y="543"/>
                    </a:lnTo>
                    <a:lnTo>
                      <a:pt x="427" y="629"/>
                    </a:lnTo>
                    <a:lnTo>
                      <a:pt x="366" y="680"/>
                    </a:lnTo>
                    <a:lnTo>
                      <a:pt x="175" y="611"/>
                    </a:lnTo>
                    <a:lnTo>
                      <a:pt x="81" y="32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5" name="Freeform 509"/>
              <p:cNvSpPr>
                <a:spLocks/>
              </p:cNvSpPr>
              <p:nvPr/>
            </p:nvSpPr>
            <p:spPr bwMode="auto">
              <a:xfrm>
                <a:off x="2887" y="1847"/>
                <a:ext cx="16" cy="41"/>
              </a:xfrm>
              <a:custGeom>
                <a:avLst/>
                <a:gdLst>
                  <a:gd name="T0" fmla="*/ 0 w 131"/>
                  <a:gd name="T1" fmla="*/ 0 h 329"/>
                  <a:gd name="T2" fmla="*/ 0 w 131"/>
                  <a:gd name="T3" fmla="*/ 0 h 329"/>
                  <a:gd name="T4" fmla="*/ 0 w 131"/>
                  <a:gd name="T5" fmla="*/ 0 h 329"/>
                  <a:gd name="T6" fmla="*/ 0 w 131"/>
                  <a:gd name="T7" fmla="*/ 0 h 329"/>
                  <a:gd name="T8" fmla="*/ 0 w 131"/>
                  <a:gd name="T9" fmla="*/ 0 h 329"/>
                  <a:gd name="T10" fmla="*/ 0 60000 65536"/>
                  <a:gd name="T11" fmla="*/ 0 60000 65536"/>
                  <a:gd name="T12" fmla="*/ 0 60000 65536"/>
                  <a:gd name="T13" fmla="*/ 0 60000 65536"/>
                  <a:gd name="T14" fmla="*/ 0 60000 65536"/>
                  <a:gd name="T15" fmla="*/ 0 w 131"/>
                  <a:gd name="T16" fmla="*/ 0 h 329"/>
                  <a:gd name="T17" fmla="*/ 131 w 131"/>
                  <a:gd name="T18" fmla="*/ 329 h 329"/>
                </a:gdLst>
                <a:ahLst/>
                <a:cxnLst>
                  <a:cxn ang="T10">
                    <a:pos x="T0" y="T1"/>
                  </a:cxn>
                  <a:cxn ang="T11">
                    <a:pos x="T2" y="T3"/>
                  </a:cxn>
                  <a:cxn ang="T12">
                    <a:pos x="T4" y="T5"/>
                  </a:cxn>
                  <a:cxn ang="T13">
                    <a:pos x="T6" y="T7"/>
                  </a:cxn>
                  <a:cxn ang="T14">
                    <a:pos x="T8" y="T9"/>
                  </a:cxn>
                </a:cxnLst>
                <a:rect l="T15" t="T16" r="T17" b="T18"/>
                <a:pathLst>
                  <a:path w="131" h="329">
                    <a:moveTo>
                      <a:pt x="131" y="14"/>
                    </a:moveTo>
                    <a:lnTo>
                      <a:pt x="43" y="329"/>
                    </a:lnTo>
                    <a:lnTo>
                      <a:pt x="0" y="226"/>
                    </a:lnTo>
                    <a:lnTo>
                      <a:pt x="112" y="0"/>
                    </a:lnTo>
                    <a:lnTo>
                      <a:pt x="131"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6" name="Freeform 510"/>
              <p:cNvSpPr>
                <a:spLocks/>
              </p:cNvSpPr>
              <p:nvPr/>
            </p:nvSpPr>
            <p:spPr bwMode="auto">
              <a:xfrm>
                <a:off x="2911" y="1739"/>
                <a:ext cx="13" cy="39"/>
              </a:xfrm>
              <a:custGeom>
                <a:avLst/>
                <a:gdLst>
                  <a:gd name="T0" fmla="*/ 0 w 103"/>
                  <a:gd name="T1" fmla="*/ 0 h 319"/>
                  <a:gd name="T2" fmla="*/ 0 w 103"/>
                  <a:gd name="T3" fmla="*/ 0 h 319"/>
                  <a:gd name="T4" fmla="*/ 0 w 103"/>
                  <a:gd name="T5" fmla="*/ 0 h 319"/>
                  <a:gd name="T6" fmla="*/ 0 w 103"/>
                  <a:gd name="T7" fmla="*/ 0 h 319"/>
                  <a:gd name="T8" fmla="*/ 0 w 103"/>
                  <a:gd name="T9" fmla="*/ 0 h 319"/>
                  <a:gd name="T10" fmla="*/ 0 60000 65536"/>
                  <a:gd name="T11" fmla="*/ 0 60000 65536"/>
                  <a:gd name="T12" fmla="*/ 0 60000 65536"/>
                  <a:gd name="T13" fmla="*/ 0 60000 65536"/>
                  <a:gd name="T14" fmla="*/ 0 60000 65536"/>
                  <a:gd name="T15" fmla="*/ 0 w 103"/>
                  <a:gd name="T16" fmla="*/ 0 h 319"/>
                  <a:gd name="T17" fmla="*/ 103 w 103"/>
                  <a:gd name="T18" fmla="*/ 319 h 319"/>
                </a:gdLst>
                <a:ahLst/>
                <a:cxnLst>
                  <a:cxn ang="T10">
                    <a:pos x="T0" y="T1"/>
                  </a:cxn>
                  <a:cxn ang="T11">
                    <a:pos x="T2" y="T3"/>
                  </a:cxn>
                  <a:cxn ang="T12">
                    <a:pos x="T4" y="T5"/>
                  </a:cxn>
                  <a:cxn ang="T13">
                    <a:pos x="T6" y="T7"/>
                  </a:cxn>
                  <a:cxn ang="T14">
                    <a:pos x="T8" y="T9"/>
                  </a:cxn>
                </a:cxnLst>
                <a:rect l="T15" t="T16" r="T17" b="T18"/>
                <a:pathLst>
                  <a:path w="103" h="319">
                    <a:moveTo>
                      <a:pt x="71" y="0"/>
                    </a:moveTo>
                    <a:lnTo>
                      <a:pt x="71" y="171"/>
                    </a:lnTo>
                    <a:lnTo>
                      <a:pt x="103" y="319"/>
                    </a:lnTo>
                    <a:lnTo>
                      <a:pt x="0" y="210"/>
                    </a:lnTo>
                    <a:lnTo>
                      <a:pt x="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7" name="Freeform 511"/>
              <p:cNvSpPr>
                <a:spLocks/>
              </p:cNvSpPr>
              <p:nvPr/>
            </p:nvSpPr>
            <p:spPr bwMode="auto">
              <a:xfrm>
                <a:off x="2928" y="1648"/>
                <a:ext cx="67" cy="89"/>
              </a:xfrm>
              <a:custGeom>
                <a:avLst/>
                <a:gdLst>
                  <a:gd name="T0" fmla="*/ 0 w 533"/>
                  <a:gd name="T1" fmla="*/ 0 h 711"/>
                  <a:gd name="T2" fmla="*/ 0 w 533"/>
                  <a:gd name="T3" fmla="*/ 0 h 711"/>
                  <a:gd name="T4" fmla="*/ 0 w 533"/>
                  <a:gd name="T5" fmla="*/ 0 h 711"/>
                  <a:gd name="T6" fmla="*/ 0 w 533"/>
                  <a:gd name="T7" fmla="*/ 0 h 711"/>
                  <a:gd name="T8" fmla="*/ 0 w 533"/>
                  <a:gd name="T9" fmla="*/ 0 h 711"/>
                  <a:gd name="T10" fmla="*/ 0 w 533"/>
                  <a:gd name="T11" fmla="*/ 0 h 711"/>
                  <a:gd name="T12" fmla="*/ 0 w 533"/>
                  <a:gd name="T13" fmla="*/ 0 h 711"/>
                  <a:gd name="T14" fmla="*/ 0 w 533"/>
                  <a:gd name="T15" fmla="*/ 0 h 711"/>
                  <a:gd name="T16" fmla="*/ 0 w 533"/>
                  <a:gd name="T17" fmla="*/ 0 h 711"/>
                  <a:gd name="T18" fmla="*/ 0 w 533"/>
                  <a:gd name="T19" fmla="*/ 0 h 711"/>
                  <a:gd name="T20" fmla="*/ 0 w 533"/>
                  <a:gd name="T21" fmla="*/ 0 h 711"/>
                  <a:gd name="T22" fmla="*/ 0 w 533"/>
                  <a:gd name="T23" fmla="*/ 0 h 711"/>
                  <a:gd name="T24" fmla="*/ 0 w 533"/>
                  <a:gd name="T25" fmla="*/ 0 h 711"/>
                  <a:gd name="T26" fmla="*/ 0 w 533"/>
                  <a:gd name="T27" fmla="*/ 0 h 71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33"/>
                  <a:gd name="T43" fmla="*/ 0 h 711"/>
                  <a:gd name="T44" fmla="*/ 533 w 533"/>
                  <a:gd name="T45" fmla="*/ 711 h 71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33" h="711">
                    <a:moveTo>
                      <a:pt x="0" y="393"/>
                    </a:moveTo>
                    <a:lnTo>
                      <a:pt x="60" y="393"/>
                    </a:lnTo>
                    <a:lnTo>
                      <a:pt x="174" y="520"/>
                    </a:lnTo>
                    <a:lnTo>
                      <a:pt x="254" y="711"/>
                    </a:lnTo>
                    <a:lnTo>
                      <a:pt x="189" y="503"/>
                    </a:lnTo>
                    <a:lnTo>
                      <a:pt x="93" y="329"/>
                    </a:lnTo>
                    <a:lnTo>
                      <a:pt x="51" y="305"/>
                    </a:lnTo>
                    <a:lnTo>
                      <a:pt x="227" y="164"/>
                    </a:lnTo>
                    <a:lnTo>
                      <a:pt x="427" y="141"/>
                    </a:lnTo>
                    <a:lnTo>
                      <a:pt x="533" y="0"/>
                    </a:lnTo>
                    <a:lnTo>
                      <a:pt x="306" y="35"/>
                    </a:lnTo>
                    <a:lnTo>
                      <a:pt x="189" y="153"/>
                    </a:lnTo>
                    <a:lnTo>
                      <a:pt x="21" y="305"/>
                    </a:lnTo>
                    <a:lnTo>
                      <a:pt x="0" y="3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8" name="Freeform 512"/>
              <p:cNvSpPr>
                <a:spLocks/>
              </p:cNvSpPr>
              <p:nvPr/>
            </p:nvSpPr>
            <p:spPr bwMode="auto">
              <a:xfrm>
                <a:off x="3023" y="1613"/>
                <a:ext cx="15" cy="20"/>
              </a:xfrm>
              <a:custGeom>
                <a:avLst/>
                <a:gdLst>
                  <a:gd name="T0" fmla="*/ 0 w 118"/>
                  <a:gd name="T1" fmla="*/ 0 h 158"/>
                  <a:gd name="T2" fmla="*/ 0 w 118"/>
                  <a:gd name="T3" fmla="*/ 0 h 158"/>
                  <a:gd name="T4" fmla="*/ 0 w 118"/>
                  <a:gd name="T5" fmla="*/ 0 h 158"/>
                  <a:gd name="T6" fmla="*/ 0 w 118"/>
                  <a:gd name="T7" fmla="*/ 0 h 158"/>
                  <a:gd name="T8" fmla="*/ 0 w 118"/>
                  <a:gd name="T9" fmla="*/ 0 h 158"/>
                  <a:gd name="T10" fmla="*/ 0 60000 65536"/>
                  <a:gd name="T11" fmla="*/ 0 60000 65536"/>
                  <a:gd name="T12" fmla="*/ 0 60000 65536"/>
                  <a:gd name="T13" fmla="*/ 0 60000 65536"/>
                  <a:gd name="T14" fmla="*/ 0 60000 65536"/>
                  <a:gd name="T15" fmla="*/ 0 w 118"/>
                  <a:gd name="T16" fmla="*/ 0 h 158"/>
                  <a:gd name="T17" fmla="*/ 118 w 118"/>
                  <a:gd name="T18" fmla="*/ 158 h 158"/>
                </a:gdLst>
                <a:ahLst/>
                <a:cxnLst>
                  <a:cxn ang="T10">
                    <a:pos x="T0" y="T1"/>
                  </a:cxn>
                  <a:cxn ang="T11">
                    <a:pos x="T2" y="T3"/>
                  </a:cxn>
                  <a:cxn ang="T12">
                    <a:pos x="T4" y="T5"/>
                  </a:cxn>
                  <a:cxn ang="T13">
                    <a:pos x="T6" y="T7"/>
                  </a:cxn>
                  <a:cxn ang="T14">
                    <a:pos x="T8" y="T9"/>
                  </a:cxn>
                </a:cxnLst>
                <a:rect l="T15" t="T16" r="T17" b="T18"/>
                <a:pathLst>
                  <a:path w="118" h="158">
                    <a:moveTo>
                      <a:pt x="63" y="0"/>
                    </a:moveTo>
                    <a:lnTo>
                      <a:pt x="0" y="158"/>
                    </a:lnTo>
                    <a:lnTo>
                      <a:pt x="26" y="158"/>
                    </a:lnTo>
                    <a:lnTo>
                      <a:pt x="118" y="38"/>
                    </a:lnTo>
                    <a:lnTo>
                      <a:pt x="6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19" name="Freeform 513"/>
              <p:cNvSpPr>
                <a:spLocks/>
              </p:cNvSpPr>
              <p:nvPr/>
            </p:nvSpPr>
            <p:spPr bwMode="auto">
              <a:xfrm>
                <a:off x="3042" y="1668"/>
                <a:ext cx="123" cy="76"/>
              </a:xfrm>
              <a:custGeom>
                <a:avLst/>
                <a:gdLst>
                  <a:gd name="T0" fmla="*/ 0 w 985"/>
                  <a:gd name="T1" fmla="*/ 0 h 611"/>
                  <a:gd name="T2" fmla="*/ 0 w 985"/>
                  <a:gd name="T3" fmla="*/ 0 h 611"/>
                  <a:gd name="T4" fmla="*/ 0 w 985"/>
                  <a:gd name="T5" fmla="*/ 0 h 611"/>
                  <a:gd name="T6" fmla="*/ 0 w 985"/>
                  <a:gd name="T7" fmla="*/ 0 h 611"/>
                  <a:gd name="T8" fmla="*/ 0 w 985"/>
                  <a:gd name="T9" fmla="*/ 0 h 611"/>
                  <a:gd name="T10" fmla="*/ 0 w 985"/>
                  <a:gd name="T11" fmla="*/ 0 h 611"/>
                  <a:gd name="T12" fmla="*/ 0 w 985"/>
                  <a:gd name="T13" fmla="*/ 0 h 611"/>
                  <a:gd name="T14" fmla="*/ 0 w 985"/>
                  <a:gd name="T15" fmla="*/ 0 h 611"/>
                  <a:gd name="T16" fmla="*/ 0 w 985"/>
                  <a:gd name="T17" fmla="*/ 0 h 611"/>
                  <a:gd name="T18" fmla="*/ 0 w 985"/>
                  <a:gd name="T19" fmla="*/ 0 h 611"/>
                  <a:gd name="T20" fmla="*/ 0 w 985"/>
                  <a:gd name="T21" fmla="*/ 0 h 611"/>
                  <a:gd name="T22" fmla="*/ 0 w 985"/>
                  <a:gd name="T23" fmla="*/ 0 h 611"/>
                  <a:gd name="T24" fmla="*/ 0 w 985"/>
                  <a:gd name="T25" fmla="*/ 0 h 611"/>
                  <a:gd name="T26" fmla="*/ 0 w 985"/>
                  <a:gd name="T27" fmla="*/ 0 h 611"/>
                  <a:gd name="T28" fmla="*/ 0 w 985"/>
                  <a:gd name="T29" fmla="*/ 0 h 611"/>
                  <a:gd name="T30" fmla="*/ 0 w 985"/>
                  <a:gd name="T31" fmla="*/ 0 h 611"/>
                  <a:gd name="T32" fmla="*/ 0 w 985"/>
                  <a:gd name="T33" fmla="*/ 0 h 611"/>
                  <a:gd name="T34" fmla="*/ 0 w 985"/>
                  <a:gd name="T35" fmla="*/ 0 h 611"/>
                  <a:gd name="T36" fmla="*/ 0 w 985"/>
                  <a:gd name="T37" fmla="*/ 0 h 611"/>
                  <a:gd name="T38" fmla="*/ 0 w 985"/>
                  <a:gd name="T39" fmla="*/ 0 h 611"/>
                  <a:gd name="T40" fmla="*/ 0 w 985"/>
                  <a:gd name="T41" fmla="*/ 0 h 611"/>
                  <a:gd name="T42" fmla="*/ 0 w 985"/>
                  <a:gd name="T43" fmla="*/ 0 h 611"/>
                  <a:gd name="T44" fmla="*/ 0 w 985"/>
                  <a:gd name="T45" fmla="*/ 0 h 611"/>
                  <a:gd name="T46" fmla="*/ 0 w 985"/>
                  <a:gd name="T47" fmla="*/ 0 h 611"/>
                  <a:gd name="T48" fmla="*/ 0 w 985"/>
                  <a:gd name="T49" fmla="*/ 0 h 611"/>
                  <a:gd name="T50" fmla="*/ 0 w 985"/>
                  <a:gd name="T51" fmla="*/ 0 h 611"/>
                  <a:gd name="T52" fmla="*/ 0 w 985"/>
                  <a:gd name="T53" fmla="*/ 0 h 611"/>
                  <a:gd name="T54" fmla="*/ 0 w 985"/>
                  <a:gd name="T55" fmla="*/ 0 h 611"/>
                  <a:gd name="T56" fmla="*/ 0 w 985"/>
                  <a:gd name="T57" fmla="*/ 0 h 611"/>
                  <a:gd name="T58" fmla="*/ 0 w 985"/>
                  <a:gd name="T59" fmla="*/ 0 h 611"/>
                  <a:gd name="T60" fmla="*/ 0 w 985"/>
                  <a:gd name="T61" fmla="*/ 0 h 611"/>
                  <a:gd name="T62" fmla="*/ 0 w 985"/>
                  <a:gd name="T63" fmla="*/ 0 h 611"/>
                  <a:gd name="T64" fmla="*/ 0 w 985"/>
                  <a:gd name="T65" fmla="*/ 0 h 611"/>
                  <a:gd name="T66" fmla="*/ 0 w 985"/>
                  <a:gd name="T67" fmla="*/ 0 h 611"/>
                  <a:gd name="T68" fmla="*/ 0 w 985"/>
                  <a:gd name="T69" fmla="*/ 0 h 61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985"/>
                  <a:gd name="T106" fmla="*/ 0 h 611"/>
                  <a:gd name="T107" fmla="*/ 985 w 985"/>
                  <a:gd name="T108" fmla="*/ 611 h 61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985" h="611">
                    <a:moveTo>
                      <a:pt x="55" y="194"/>
                    </a:moveTo>
                    <a:lnTo>
                      <a:pt x="107" y="264"/>
                    </a:lnTo>
                    <a:lnTo>
                      <a:pt x="182" y="334"/>
                    </a:lnTo>
                    <a:lnTo>
                      <a:pt x="199" y="354"/>
                    </a:lnTo>
                    <a:lnTo>
                      <a:pt x="257" y="334"/>
                    </a:lnTo>
                    <a:lnTo>
                      <a:pt x="254" y="387"/>
                    </a:lnTo>
                    <a:lnTo>
                      <a:pt x="301" y="424"/>
                    </a:lnTo>
                    <a:lnTo>
                      <a:pt x="413" y="470"/>
                    </a:lnTo>
                    <a:lnTo>
                      <a:pt x="479" y="502"/>
                    </a:lnTo>
                    <a:lnTo>
                      <a:pt x="538" y="543"/>
                    </a:lnTo>
                    <a:lnTo>
                      <a:pt x="580" y="585"/>
                    </a:lnTo>
                    <a:lnTo>
                      <a:pt x="901" y="20"/>
                    </a:lnTo>
                    <a:lnTo>
                      <a:pt x="938" y="0"/>
                    </a:lnTo>
                    <a:lnTo>
                      <a:pt x="976" y="0"/>
                    </a:lnTo>
                    <a:lnTo>
                      <a:pt x="985" y="20"/>
                    </a:lnTo>
                    <a:lnTo>
                      <a:pt x="967" y="29"/>
                    </a:lnTo>
                    <a:lnTo>
                      <a:pt x="936" y="29"/>
                    </a:lnTo>
                    <a:lnTo>
                      <a:pt x="899" y="48"/>
                    </a:lnTo>
                    <a:lnTo>
                      <a:pt x="865" y="90"/>
                    </a:lnTo>
                    <a:lnTo>
                      <a:pt x="580" y="611"/>
                    </a:lnTo>
                    <a:lnTo>
                      <a:pt x="459" y="565"/>
                    </a:lnTo>
                    <a:lnTo>
                      <a:pt x="538" y="578"/>
                    </a:lnTo>
                    <a:lnTo>
                      <a:pt x="485" y="532"/>
                    </a:lnTo>
                    <a:lnTo>
                      <a:pt x="404" y="486"/>
                    </a:lnTo>
                    <a:lnTo>
                      <a:pt x="325" y="458"/>
                    </a:lnTo>
                    <a:lnTo>
                      <a:pt x="296" y="453"/>
                    </a:lnTo>
                    <a:lnTo>
                      <a:pt x="362" y="519"/>
                    </a:lnTo>
                    <a:lnTo>
                      <a:pt x="301" y="475"/>
                    </a:lnTo>
                    <a:lnTo>
                      <a:pt x="257" y="440"/>
                    </a:lnTo>
                    <a:lnTo>
                      <a:pt x="204" y="383"/>
                    </a:lnTo>
                    <a:lnTo>
                      <a:pt x="136" y="315"/>
                    </a:lnTo>
                    <a:lnTo>
                      <a:pt x="74" y="269"/>
                    </a:lnTo>
                    <a:lnTo>
                      <a:pt x="24" y="224"/>
                    </a:lnTo>
                    <a:lnTo>
                      <a:pt x="0" y="185"/>
                    </a:lnTo>
                    <a:lnTo>
                      <a:pt x="55" y="1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0" name="Freeform 514"/>
              <p:cNvSpPr>
                <a:spLocks/>
              </p:cNvSpPr>
              <p:nvPr/>
            </p:nvSpPr>
            <p:spPr bwMode="auto">
              <a:xfrm>
                <a:off x="3042" y="1595"/>
                <a:ext cx="36" cy="44"/>
              </a:xfrm>
              <a:custGeom>
                <a:avLst/>
                <a:gdLst>
                  <a:gd name="T0" fmla="*/ 0 w 281"/>
                  <a:gd name="T1" fmla="*/ 0 h 354"/>
                  <a:gd name="T2" fmla="*/ 0 w 281"/>
                  <a:gd name="T3" fmla="*/ 0 h 354"/>
                  <a:gd name="T4" fmla="*/ 0 w 281"/>
                  <a:gd name="T5" fmla="*/ 0 h 354"/>
                  <a:gd name="T6" fmla="*/ 0 w 281"/>
                  <a:gd name="T7" fmla="*/ 0 h 354"/>
                  <a:gd name="T8" fmla="*/ 0 w 281"/>
                  <a:gd name="T9" fmla="*/ 0 h 354"/>
                  <a:gd name="T10" fmla="*/ 0 w 281"/>
                  <a:gd name="T11" fmla="*/ 0 h 354"/>
                  <a:gd name="T12" fmla="*/ 0 w 281"/>
                  <a:gd name="T13" fmla="*/ 0 h 354"/>
                  <a:gd name="T14" fmla="*/ 0 w 281"/>
                  <a:gd name="T15" fmla="*/ 0 h 354"/>
                  <a:gd name="T16" fmla="*/ 0 w 281"/>
                  <a:gd name="T17" fmla="*/ 0 h 3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1"/>
                  <a:gd name="T28" fmla="*/ 0 h 354"/>
                  <a:gd name="T29" fmla="*/ 281 w 281"/>
                  <a:gd name="T30" fmla="*/ 354 h 35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1" h="354">
                    <a:moveTo>
                      <a:pt x="0" y="338"/>
                    </a:moveTo>
                    <a:lnTo>
                      <a:pt x="199" y="42"/>
                    </a:lnTo>
                    <a:lnTo>
                      <a:pt x="228" y="17"/>
                    </a:lnTo>
                    <a:lnTo>
                      <a:pt x="254" y="0"/>
                    </a:lnTo>
                    <a:lnTo>
                      <a:pt x="281" y="6"/>
                    </a:lnTo>
                    <a:lnTo>
                      <a:pt x="241" y="22"/>
                    </a:lnTo>
                    <a:lnTo>
                      <a:pt x="206" y="54"/>
                    </a:lnTo>
                    <a:lnTo>
                      <a:pt x="4" y="354"/>
                    </a:lnTo>
                    <a:lnTo>
                      <a:pt x="0" y="3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1" name="Freeform 515"/>
              <p:cNvSpPr>
                <a:spLocks/>
              </p:cNvSpPr>
              <p:nvPr/>
            </p:nvSpPr>
            <p:spPr bwMode="auto">
              <a:xfrm>
                <a:off x="3046" y="1640"/>
                <a:ext cx="87" cy="30"/>
              </a:xfrm>
              <a:custGeom>
                <a:avLst/>
                <a:gdLst>
                  <a:gd name="T0" fmla="*/ 0 w 696"/>
                  <a:gd name="T1" fmla="*/ 0 h 242"/>
                  <a:gd name="T2" fmla="*/ 0 w 696"/>
                  <a:gd name="T3" fmla="*/ 0 h 242"/>
                  <a:gd name="T4" fmla="*/ 0 w 696"/>
                  <a:gd name="T5" fmla="*/ 0 h 242"/>
                  <a:gd name="T6" fmla="*/ 0 w 696"/>
                  <a:gd name="T7" fmla="*/ 0 h 242"/>
                  <a:gd name="T8" fmla="*/ 0 w 696"/>
                  <a:gd name="T9" fmla="*/ 0 h 242"/>
                  <a:gd name="T10" fmla="*/ 0 w 696"/>
                  <a:gd name="T11" fmla="*/ 0 h 242"/>
                  <a:gd name="T12" fmla="*/ 0 w 696"/>
                  <a:gd name="T13" fmla="*/ 0 h 242"/>
                  <a:gd name="T14" fmla="*/ 0 w 696"/>
                  <a:gd name="T15" fmla="*/ 0 h 242"/>
                  <a:gd name="T16" fmla="*/ 0 w 696"/>
                  <a:gd name="T17" fmla="*/ 0 h 242"/>
                  <a:gd name="T18" fmla="*/ 0 w 696"/>
                  <a:gd name="T19" fmla="*/ 0 h 242"/>
                  <a:gd name="T20" fmla="*/ 0 w 696"/>
                  <a:gd name="T21" fmla="*/ 0 h 242"/>
                  <a:gd name="T22" fmla="*/ 0 w 696"/>
                  <a:gd name="T23" fmla="*/ 0 h 242"/>
                  <a:gd name="T24" fmla="*/ 0 w 696"/>
                  <a:gd name="T25" fmla="*/ 0 h 242"/>
                  <a:gd name="T26" fmla="*/ 0 w 696"/>
                  <a:gd name="T27" fmla="*/ 0 h 242"/>
                  <a:gd name="T28" fmla="*/ 0 w 696"/>
                  <a:gd name="T29" fmla="*/ 0 h 242"/>
                  <a:gd name="T30" fmla="*/ 0 w 696"/>
                  <a:gd name="T31" fmla="*/ 0 h 242"/>
                  <a:gd name="T32" fmla="*/ 0 w 696"/>
                  <a:gd name="T33" fmla="*/ 0 h 242"/>
                  <a:gd name="T34" fmla="*/ 0 w 696"/>
                  <a:gd name="T35" fmla="*/ 0 h 242"/>
                  <a:gd name="T36" fmla="*/ 0 w 696"/>
                  <a:gd name="T37" fmla="*/ 0 h 242"/>
                  <a:gd name="T38" fmla="*/ 0 w 696"/>
                  <a:gd name="T39" fmla="*/ 0 h 242"/>
                  <a:gd name="T40" fmla="*/ 0 w 696"/>
                  <a:gd name="T41" fmla="*/ 0 h 242"/>
                  <a:gd name="T42" fmla="*/ 0 w 696"/>
                  <a:gd name="T43" fmla="*/ 0 h 242"/>
                  <a:gd name="T44" fmla="*/ 0 w 696"/>
                  <a:gd name="T45" fmla="*/ 0 h 242"/>
                  <a:gd name="T46" fmla="*/ 0 w 696"/>
                  <a:gd name="T47" fmla="*/ 0 h 242"/>
                  <a:gd name="T48" fmla="*/ 0 w 696"/>
                  <a:gd name="T49" fmla="*/ 0 h 242"/>
                  <a:gd name="T50" fmla="*/ 0 w 696"/>
                  <a:gd name="T51" fmla="*/ 0 h 242"/>
                  <a:gd name="T52" fmla="*/ 0 w 696"/>
                  <a:gd name="T53" fmla="*/ 0 h 242"/>
                  <a:gd name="T54" fmla="*/ 0 w 696"/>
                  <a:gd name="T55" fmla="*/ 0 h 242"/>
                  <a:gd name="T56" fmla="*/ 0 w 696"/>
                  <a:gd name="T57" fmla="*/ 0 h 242"/>
                  <a:gd name="T58" fmla="*/ 0 w 696"/>
                  <a:gd name="T59" fmla="*/ 0 h 242"/>
                  <a:gd name="T60" fmla="*/ 0 w 696"/>
                  <a:gd name="T61" fmla="*/ 0 h 242"/>
                  <a:gd name="T62" fmla="*/ 0 w 696"/>
                  <a:gd name="T63" fmla="*/ 0 h 242"/>
                  <a:gd name="T64" fmla="*/ 0 w 696"/>
                  <a:gd name="T65" fmla="*/ 0 h 242"/>
                  <a:gd name="T66" fmla="*/ 0 w 696"/>
                  <a:gd name="T67" fmla="*/ 0 h 242"/>
                  <a:gd name="T68" fmla="*/ 0 w 696"/>
                  <a:gd name="T69" fmla="*/ 0 h 242"/>
                  <a:gd name="T70" fmla="*/ 0 w 696"/>
                  <a:gd name="T71" fmla="*/ 0 h 242"/>
                  <a:gd name="T72" fmla="*/ 0 w 696"/>
                  <a:gd name="T73" fmla="*/ 0 h 24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96"/>
                  <a:gd name="T112" fmla="*/ 0 h 242"/>
                  <a:gd name="T113" fmla="*/ 696 w 696"/>
                  <a:gd name="T114" fmla="*/ 242 h 24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96" h="242">
                    <a:moveTo>
                      <a:pt x="0" y="242"/>
                    </a:moveTo>
                    <a:lnTo>
                      <a:pt x="39" y="215"/>
                    </a:lnTo>
                    <a:lnTo>
                      <a:pt x="81" y="180"/>
                    </a:lnTo>
                    <a:lnTo>
                      <a:pt x="131" y="111"/>
                    </a:lnTo>
                    <a:lnTo>
                      <a:pt x="156" y="69"/>
                    </a:lnTo>
                    <a:lnTo>
                      <a:pt x="180" y="49"/>
                    </a:lnTo>
                    <a:lnTo>
                      <a:pt x="208" y="31"/>
                    </a:lnTo>
                    <a:lnTo>
                      <a:pt x="248" y="21"/>
                    </a:lnTo>
                    <a:lnTo>
                      <a:pt x="369" y="0"/>
                    </a:lnTo>
                    <a:lnTo>
                      <a:pt x="439" y="3"/>
                    </a:lnTo>
                    <a:lnTo>
                      <a:pt x="527" y="40"/>
                    </a:lnTo>
                    <a:lnTo>
                      <a:pt x="592" y="88"/>
                    </a:lnTo>
                    <a:lnTo>
                      <a:pt x="696" y="137"/>
                    </a:lnTo>
                    <a:lnTo>
                      <a:pt x="617" y="125"/>
                    </a:lnTo>
                    <a:lnTo>
                      <a:pt x="564" y="106"/>
                    </a:lnTo>
                    <a:lnTo>
                      <a:pt x="527" y="86"/>
                    </a:lnTo>
                    <a:lnTo>
                      <a:pt x="483" y="75"/>
                    </a:lnTo>
                    <a:lnTo>
                      <a:pt x="459" y="79"/>
                    </a:lnTo>
                    <a:lnTo>
                      <a:pt x="435" y="150"/>
                    </a:lnTo>
                    <a:lnTo>
                      <a:pt x="384" y="211"/>
                    </a:lnTo>
                    <a:lnTo>
                      <a:pt x="421" y="152"/>
                    </a:lnTo>
                    <a:lnTo>
                      <a:pt x="447" y="69"/>
                    </a:lnTo>
                    <a:lnTo>
                      <a:pt x="447" y="49"/>
                    </a:lnTo>
                    <a:lnTo>
                      <a:pt x="430" y="28"/>
                    </a:lnTo>
                    <a:lnTo>
                      <a:pt x="384" y="16"/>
                    </a:lnTo>
                    <a:lnTo>
                      <a:pt x="329" y="21"/>
                    </a:lnTo>
                    <a:lnTo>
                      <a:pt x="313" y="44"/>
                    </a:lnTo>
                    <a:lnTo>
                      <a:pt x="343" y="222"/>
                    </a:lnTo>
                    <a:lnTo>
                      <a:pt x="325" y="222"/>
                    </a:lnTo>
                    <a:lnTo>
                      <a:pt x="256" y="198"/>
                    </a:lnTo>
                    <a:lnTo>
                      <a:pt x="195" y="174"/>
                    </a:lnTo>
                    <a:lnTo>
                      <a:pt x="164" y="150"/>
                    </a:lnTo>
                    <a:lnTo>
                      <a:pt x="145" y="137"/>
                    </a:lnTo>
                    <a:lnTo>
                      <a:pt x="108" y="174"/>
                    </a:lnTo>
                    <a:lnTo>
                      <a:pt x="67" y="210"/>
                    </a:lnTo>
                    <a:lnTo>
                      <a:pt x="25" y="231"/>
                    </a:lnTo>
                    <a:lnTo>
                      <a:pt x="0" y="2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2" name="Freeform 516"/>
              <p:cNvSpPr>
                <a:spLocks/>
              </p:cNvSpPr>
              <p:nvPr/>
            </p:nvSpPr>
            <p:spPr bwMode="auto">
              <a:xfrm>
                <a:off x="3129" y="1594"/>
                <a:ext cx="49" cy="55"/>
              </a:xfrm>
              <a:custGeom>
                <a:avLst/>
                <a:gdLst>
                  <a:gd name="T0" fmla="*/ 0 w 385"/>
                  <a:gd name="T1" fmla="*/ 0 h 439"/>
                  <a:gd name="T2" fmla="*/ 0 w 385"/>
                  <a:gd name="T3" fmla="*/ 0 h 439"/>
                  <a:gd name="T4" fmla="*/ 0 w 385"/>
                  <a:gd name="T5" fmla="*/ 0 h 439"/>
                  <a:gd name="T6" fmla="*/ 0 w 385"/>
                  <a:gd name="T7" fmla="*/ 0 h 439"/>
                  <a:gd name="T8" fmla="*/ 0 w 385"/>
                  <a:gd name="T9" fmla="*/ 0 h 439"/>
                  <a:gd name="T10" fmla="*/ 0 w 385"/>
                  <a:gd name="T11" fmla="*/ 0 h 439"/>
                  <a:gd name="T12" fmla="*/ 0 w 385"/>
                  <a:gd name="T13" fmla="*/ 0 h 439"/>
                  <a:gd name="T14" fmla="*/ 0 w 385"/>
                  <a:gd name="T15" fmla="*/ 0 h 439"/>
                  <a:gd name="T16" fmla="*/ 0 w 385"/>
                  <a:gd name="T17" fmla="*/ 0 h 439"/>
                  <a:gd name="T18" fmla="*/ 0 w 385"/>
                  <a:gd name="T19" fmla="*/ 0 h 439"/>
                  <a:gd name="T20" fmla="*/ 0 w 385"/>
                  <a:gd name="T21" fmla="*/ 0 h 439"/>
                  <a:gd name="T22" fmla="*/ 0 w 385"/>
                  <a:gd name="T23" fmla="*/ 0 h 439"/>
                  <a:gd name="T24" fmla="*/ 0 w 385"/>
                  <a:gd name="T25" fmla="*/ 0 h 439"/>
                  <a:gd name="T26" fmla="*/ 0 w 385"/>
                  <a:gd name="T27" fmla="*/ 0 h 439"/>
                  <a:gd name="T28" fmla="*/ 0 w 385"/>
                  <a:gd name="T29" fmla="*/ 0 h 439"/>
                  <a:gd name="T30" fmla="*/ 0 w 385"/>
                  <a:gd name="T31" fmla="*/ 0 h 439"/>
                  <a:gd name="T32" fmla="*/ 0 w 385"/>
                  <a:gd name="T33" fmla="*/ 0 h 439"/>
                  <a:gd name="T34" fmla="*/ 0 w 385"/>
                  <a:gd name="T35" fmla="*/ 0 h 439"/>
                  <a:gd name="T36" fmla="*/ 0 w 385"/>
                  <a:gd name="T37" fmla="*/ 0 h 4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85"/>
                  <a:gd name="T58" fmla="*/ 0 h 439"/>
                  <a:gd name="T59" fmla="*/ 385 w 385"/>
                  <a:gd name="T60" fmla="*/ 439 h 43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85" h="439">
                    <a:moveTo>
                      <a:pt x="0" y="0"/>
                    </a:moveTo>
                    <a:lnTo>
                      <a:pt x="40" y="55"/>
                    </a:lnTo>
                    <a:lnTo>
                      <a:pt x="63" y="111"/>
                    </a:lnTo>
                    <a:lnTo>
                      <a:pt x="86" y="256"/>
                    </a:lnTo>
                    <a:lnTo>
                      <a:pt x="75" y="439"/>
                    </a:lnTo>
                    <a:lnTo>
                      <a:pt x="114" y="274"/>
                    </a:lnTo>
                    <a:lnTo>
                      <a:pt x="148" y="189"/>
                    </a:lnTo>
                    <a:lnTo>
                      <a:pt x="204" y="107"/>
                    </a:lnTo>
                    <a:lnTo>
                      <a:pt x="235" y="111"/>
                    </a:lnTo>
                    <a:lnTo>
                      <a:pt x="211" y="256"/>
                    </a:lnTo>
                    <a:lnTo>
                      <a:pt x="215" y="292"/>
                    </a:lnTo>
                    <a:lnTo>
                      <a:pt x="385" y="74"/>
                    </a:lnTo>
                    <a:lnTo>
                      <a:pt x="310" y="26"/>
                    </a:lnTo>
                    <a:lnTo>
                      <a:pt x="252" y="67"/>
                    </a:lnTo>
                    <a:lnTo>
                      <a:pt x="204" y="58"/>
                    </a:lnTo>
                    <a:lnTo>
                      <a:pt x="112" y="81"/>
                    </a:lnTo>
                    <a:lnTo>
                      <a:pt x="81" y="81"/>
                    </a:lnTo>
                    <a:lnTo>
                      <a:pt x="37"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3" name="Freeform 517"/>
              <p:cNvSpPr>
                <a:spLocks/>
              </p:cNvSpPr>
              <p:nvPr/>
            </p:nvSpPr>
            <p:spPr bwMode="auto">
              <a:xfrm>
                <a:off x="3082" y="1664"/>
                <a:ext cx="103" cy="290"/>
              </a:xfrm>
              <a:custGeom>
                <a:avLst/>
                <a:gdLst>
                  <a:gd name="T0" fmla="*/ 0 w 819"/>
                  <a:gd name="T1" fmla="*/ 0 h 2318"/>
                  <a:gd name="T2" fmla="*/ 0 w 819"/>
                  <a:gd name="T3" fmla="*/ 0 h 2318"/>
                  <a:gd name="T4" fmla="*/ 0 w 819"/>
                  <a:gd name="T5" fmla="*/ 0 h 2318"/>
                  <a:gd name="T6" fmla="*/ 0 w 819"/>
                  <a:gd name="T7" fmla="*/ 0 h 2318"/>
                  <a:gd name="T8" fmla="*/ 0 w 819"/>
                  <a:gd name="T9" fmla="*/ 0 h 2318"/>
                  <a:gd name="T10" fmla="*/ 0 w 819"/>
                  <a:gd name="T11" fmla="*/ 0 h 2318"/>
                  <a:gd name="T12" fmla="*/ 0 w 819"/>
                  <a:gd name="T13" fmla="*/ 0 h 2318"/>
                  <a:gd name="T14" fmla="*/ 0 w 819"/>
                  <a:gd name="T15" fmla="*/ 0 h 2318"/>
                  <a:gd name="T16" fmla="*/ 0 w 819"/>
                  <a:gd name="T17" fmla="*/ 0 h 2318"/>
                  <a:gd name="T18" fmla="*/ 0 w 819"/>
                  <a:gd name="T19" fmla="*/ 0 h 2318"/>
                  <a:gd name="T20" fmla="*/ 0 w 819"/>
                  <a:gd name="T21" fmla="*/ 0 h 2318"/>
                  <a:gd name="T22" fmla="*/ 0 w 819"/>
                  <a:gd name="T23" fmla="*/ 0 h 2318"/>
                  <a:gd name="T24" fmla="*/ 0 w 819"/>
                  <a:gd name="T25" fmla="*/ 0 h 2318"/>
                  <a:gd name="T26" fmla="*/ 0 w 819"/>
                  <a:gd name="T27" fmla="*/ 0 h 2318"/>
                  <a:gd name="T28" fmla="*/ 0 w 819"/>
                  <a:gd name="T29" fmla="*/ 0 h 2318"/>
                  <a:gd name="T30" fmla="*/ 0 w 819"/>
                  <a:gd name="T31" fmla="*/ 0 h 2318"/>
                  <a:gd name="T32" fmla="*/ 0 w 819"/>
                  <a:gd name="T33" fmla="*/ 0 h 2318"/>
                  <a:gd name="T34" fmla="*/ 0 w 819"/>
                  <a:gd name="T35" fmla="*/ 0 h 2318"/>
                  <a:gd name="T36" fmla="*/ 0 w 819"/>
                  <a:gd name="T37" fmla="*/ 0 h 2318"/>
                  <a:gd name="T38" fmla="*/ 0 w 819"/>
                  <a:gd name="T39" fmla="*/ 0 h 2318"/>
                  <a:gd name="T40" fmla="*/ 0 w 819"/>
                  <a:gd name="T41" fmla="*/ 0 h 2318"/>
                  <a:gd name="T42" fmla="*/ 0 w 819"/>
                  <a:gd name="T43" fmla="*/ 0 h 2318"/>
                  <a:gd name="T44" fmla="*/ 0 w 819"/>
                  <a:gd name="T45" fmla="*/ 0 h 2318"/>
                  <a:gd name="T46" fmla="*/ 0 w 819"/>
                  <a:gd name="T47" fmla="*/ 0 h 2318"/>
                  <a:gd name="T48" fmla="*/ 0 w 819"/>
                  <a:gd name="T49" fmla="*/ 0 h 2318"/>
                  <a:gd name="T50" fmla="*/ 0 w 819"/>
                  <a:gd name="T51" fmla="*/ 0 h 2318"/>
                  <a:gd name="T52" fmla="*/ 0 w 819"/>
                  <a:gd name="T53" fmla="*/ 0 h 2318"/>
                  <a:gd name="T54" fmla="*/ 0 w 819"/>
                  <a:gd name="T55" fmla="*/ 0 h 2318"/>
                  <a:gd name="T56" fmla="*/ 0 w 819"/>
                  <a:gd name="T57" fmla="*/ 0 h 2318"/>
                  <a:gd name="T58" fmla="*/ 0 w 819"/>
                  <a:gd name="T59" fmla="*/ 0 h 2318"/>
                  <a:gd name="T60" fmla="*/ 0 w 819"/>
                  <a:gd name="T61" fmla="*/ 0 h 2318"/>
                  <a:gd name="T62" fmla="*/ 0 w 819"/>
                  <a:gd name="T63" fmla="*/ 0 h 2318"/>
                  <a:gd name="T64" fmla="*/ 0 w 819"/>
                  <a:gd name="T65" fmla="*/ 0 h 2318"/>
                  <a:gd name="T66" fmla="*/ 0 w 819"/>
                  <a:gd name="T67" fmla="*/ 0 h 231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19"/>
                  <a:gd name="T103" fmla="*/ 0 h 2318"/>
                  <a:gd name="T104" fmla="*/ 819 w 819"/>
                  <a:gd name="T105" fmla="*/ 2318 h 231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19" h="2318">
                    <a:moveTo>
                      <a:pt x="102" y="23"/>
                    </a:moveTo>
                    <a:lnTo>
                      <a:pt x="196" y="140"/>
                    </a:lnTo>
                    <a:lnTo>
                      <a:pt x="275" y="327"/>
                    </a:lnTo>
                    <a:lnTo>
                      <a:pt x="424" y="714"/>
                    </a:lnTo>
                    <a:lnTo>
                      <a:pt x="579" y="1265"/>
                    </a:lnTo>
                    <a:lnTo>
                      <a:pt x="712" y="1680"/>
                    </a:lnTo>
                    <a:lnTo>
                      <a:pt x="819" y="1925"/>
                    </a:lnTo>
                    <a:lnTo>
                      <a:pt x="660" y="2318"/>
                    </a:lnTo>
                    <a:lnTo>
                      <a:pt x="526" y="2190"/>
                    </a:lnTo>
                    <a:lnTo>
                      <a:pt x="252" y="1992"/>
                    </a:lnTo>
                    <a:lnTo>
                      <a:pt x="35" y="546"/>
                    </a:lnTo>
                    <a:lnTo>
                      <a:pt x="0" y="274"/>
                    </a:lnTo>
                    <a:lnTo>
                      <a:pt x="17" y="103"/>
                    </a:lnTo>
                    <a:lnTo>
                      <a:pt x="35" y="41"/>
                    </a:lnTo>
                    <a:lnTo>
                      <a:pt x="35" y="0"/>
                    </a:lnTo>
                    <a:lnTo>
                      <a:pt x="60" y="41"/>
                    </a:lnTo>
                    <a:lnTo>
                      <a:pt x="53" y="134"/>
                    </a:lnTo>
                    <a:lnTo>
                      <a:pt x="60" y="292"/>
                    </a:lnTo>
                    <a:lnTo>
                      <a:pt x="77" y="465"/>
                    </a:lnTo>
                    <a:lnTo>
                      <a:pt x="116" y="707"/>
                    </a:lnTo>
                    <a:lnTo>
                      <a:pt x="284" y="1487"/>
                    </a:lnTo>
                    <a:lnTo>
                      <a:pt x="343" y="1953"/>
                    </a:lnTo>
                    <a:lnTo>
                      <a:pt x="360" y="2010"/>
                    </a:lnTo>
                    <a:lnTo>
                      <a:pt x="512" y="2142"/>
                    </a:lnTo>
                    <a:lnTo>
                      <a:pt x="642" y="2252"/>
                    </a:lnTo>
                    <a:lnTo>
                      <a:pt x="734" y="2019"/>
                    </a:lnTo>
                    <a:lnTo>
                      <a:pt x="778" y="1925"/>
                    </a:lnTo>
                    <a:lnTo>
                      <a:pt x="651" y="1604"/>
                    </a:lnTo>
                    <a:lnTo>
                      <a:pt x="561" y="1296"/>
                    </a:lnTo>
                    <a:lnTo>
                      <a:pt x="433" y="863"/>
                    </a:lnTo>
                    <a:lnTo>
                      <a:pt x="351" y="555"/>
                    </a:lnTo>
                    <a:lnTo>
                      <a:pt x="235" y="239"/>
                    </a:lnTo>
                    <a:lnTo>
                      <a:pt x="162" y="116"/>
                    </a:lnTo>
                    <a:lnTo>
                      <a:pt x="102"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4" name="Freeform 518"/>
              <p:cNvSpPr>
                <a:spLocks/>
              </p:cNvSpPr>
              <p:nvPr/>
            </p:nvSpPr>
            <p:spPr bwMode="auto">
              <a:xfrm>
                <a:off x="3053" y="1755"/>
                <a:ext cx="283" cy="233"/>
              </a:xfrm>
              <a:custGeom>
                <a:avLst/>
                <a:gdLst>
                  <a:gd name="T0" fmla="*/ 0 w 2266"/>
                  <a:gd name="T1" fmla="*/ 0 h 1862"/>
                  <a:gd name="T2" fmla="*/ 0 w 2266"/>
                  <a:gd name="T3" fmla="*/ 0 h 1862"/>
                  <a:gd name="T4" fmla="*/ 0 w 2266"/>
                  <a:gd name="T5" fmla="*/ 0 h 1862"/>
                  <a:gd name="T6" fmla="*/ 0 w 2266"/>
                  <a:gd name="T7" fmla="*/ 0 h 1862"/>
                  <a:gd name="T8" fmla="*/ 0 w 2266"/>
                  <a:gd name="T9" fmla="*/ 0 h 1862"/>
                  <a:gd name="T10" fmla="*/ 0 w 2266"/>
                  <a:gd name="T11" fmla="*/ 0 h 1862"/>
                  <a:gd name="T12" fmla="*/ 0 w 2266"/>
                  <a:gd name="T13" fmla="*/ 0 h 1862"/>
                  <a:gd name="T14" fmla="*/ 0 w 2266"/>
                  <a:gd name="T15" fmla="*/ 0 h 1862"/>
                  <a:gd name="T16" fmla="*/ 0 w 2266"/>
                  <a:gd name="T17" fmla="*/ 0 h 1862"/>
                  <a:gd name="T18" fmla="*/ 0 w 2266"/>
                  <a:gd name="T19" fmla="*/ 0 h 1862"/>
                  <a:gd name="T20" fmla="*/ 0 w 2266"/>
                  <a:gd name="T21" fmla="*/ 0 h 1862"/>
                  <a:gd name="T22" fmla="*/ 0 w 2266"/>
                  <a:gd name="T23" fmla="*/ 0 h 1862"/>
                  <a:gd name="T24" fmla="*/ 0 w 2266"/>
                  <a:gd name="T25" fmla="*/ 0 h 1862"/>
                  <a:gd name="T26" fmla="*/ 0 w 2266"/>
                  <a:gd name="T27" fmla="*/ 0 h 1862"/>
                  <a:gd name="T28" fmla="*/ 0 w 2266"/>
                  <a:gd name="T29" fmla="*/ 0 h 1862"/>
                  <a:gd name="T30" fmla="*/ 0 w 2266"/>
                  <a:gd name="T31" fmla="*/ 0 h 1862"/>
                  <a:gd name="T32" fmla="*/ 0 w 2266"/>
                  <a:gd name="T33" fmla="*/ 0 h 1862"/>
                  <a:gd name="T34" fmla="*/ 0 w 2266"/>
                  <a:gd name="T35" fmla="*/ 0 h 1862"/>
                  <a:gd name="T36" fmla="*/ 0 w 2266"/>
                  <a:gd name="T37" fmla="*/ 0 h 1862"/>
                  <a:gd name="T38" fmla="*/ 0 w 2266"/>
                  <a:gd name="T39" fmla="*/ 0 h 1862"/>
                  <a:gd name="T40" fmla="*/ 0 w 2266"/>
                  <a:gd name="T41" fmla="*/ 0 h 1862"/>
                  <a:gd name="T42" fmla="*/ 0 w 2266"/>
                  <a:gd name="T43" fmla="*/ 0 h 1862"/>
                  <a:gd name="T44" fmla="*/ 0 w 2266"/>
                  <a:gd name="T45" fmla="*/ 0 h 1862"/>
                  <a:gd name="T46" fmla="*/ 0 w 2266"/>
                  <a:gd name="T47" fmla="*/ 0 h 1862"/>
                  <a:gd name="T48" fmla="*/ 0 w 2266"/>
                  <a:gd name="T49" fmla="*/ 0 h 1862"/>
                  <a:gd name="T50" fmla="*/ 0 w 2266"/>
                  <a:gd name="T51" fmla="*/ 0 h 1862"/>
                  <a:gd name="T52" fmla="*/ 0 w 2266"/>
                  <a:gd name="T53" fmla="*/ 0 h 1862"/>
                  <a:gd name="T54" fmla="*/ 0 w 2266"/>
                  <a:gd name="T55" fmla="*/ 0 h 1862"/>
                  <a:gd name="T56" fmla="*/ 0 w 2266"/>
                  <a:gd name="T57" fmla="*/ 0 h 1862"/>
                  <a:gd name="T58" fmla="*/ 0 w 2266"/>
                  <a:gd name="T59" fmla="*/ 0 h 1862"/>
                  <a:gd name="T60" fmla="*/ 0 w 2266"/>
                  <a:gd name="T61" fmla="*/ 0 h 1862"/>
                  <a:gd name="T62" fmla="*/ 0 w 2266"/>
                  <a:gd name="T63" fmla="*/ 0 h 1862"/>
                  <a:gd name="T64" fmla="*/ 0 w 2266"/>
                  <a:gd name="T65" fmla="*/ 0 h 1862"/>
                  <a:gd name="T66" fmla="*/ 0 w 2266"/>
                  <a:gd name="T67" fmla="*/ 0 h 1862"/>
                  <a:gd name="T68" fmla="*/ 0 w 2266"/>
                  <a:gd name="T69" fmla="*/ 0 h 1862"/>
                  <a:gd name="T70" fmla="*/ 0 w 2266"/>
                  <a:gd name="T71" fmla="*/ 0 h 1862"/>
                  <a:gd name="T72" fmla="*/ 0 w 2266"/>
                  <a:gd name="T73" fmla="*/ 0 h 186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266"/>
                  <a:gd name="T112" fmla="*/ 0 h 1862"/>
                  <a:gd name="T113" fmla="*/ 2266 w 2266"/>
                  <a:gd name="T114" fmla="*/ 1862 h 186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266" h="1862">
                    <a:moveTo>
                      <a:pt x="947" y="954"/>
                    </a:moveTo>
                    <a:lnTo>
                      <a:pt x="1211" y="1046"/>
                    </a:lnTo>
                    <a:lnTo>
                      <a:pt x="1455" y="1180"/>
                    </a:lnTo>
                    <a:lnTo>
                      <a:pt x="1630" y="1244"/>
                    </a:lnTo>
                    <a:lnTo>
                      <a:pt x="1747" y="1362"/>
                    </a:lnTo>
                    <a:lnTo>
                      <a:pt x="1925" y="1436"/>
                    </a:lnTo>
                    <a:lnTo>
                      <a:pt x="1914" y="1348"/>
                    </a:lnTo>
                    <a:lnTo>
                      <a:pt x="1764" y="1189"/>
                    </a:lnTo>
                    <a:lnTo>
                      <a:pt x="1582" y="1055"/>
                    </a:lnTo>
                    <a:lnTo>
                      <a:pt x="1854" y="1194"/>
                    </a:lnTo>
                    <a:lnTo>
                      <a:pt x="1905" y="908"/>
                    </a:lnTo>
                    <a:lnTo>
                      <a:pt x="1815" y="921"/>
                    </a:lnTo>
                    <a:lnTo>
                      <a:pt x="1747" y="908"/>
                    </a:lnTo>
                    <a:lnTo>
                      <a:pt x="1663" y="855"/>
                    </a:lnTo>
                    <a:lnTo>
                      <a:pt x="1738" y="839"/>
                    </a:lnTo>
                    <a:lnTo>
                      <a:pt x="1815" y="765"/>
                    </a:lnTo>
                    <a:lnTo>
                      <a:pt x="1863" y="682"/>
                    </a:lnTo>
                    <a:lnTo>
                      <a:pt x="1905" y="506"/>
                    </a:lnTo>
                    <a:lnTo>
                      <a:pt x="1914" y="273"/>
                    </a:lnTo>
                    <a:lnTo>
                      <a:pt x="1872" y="0"/>
                    </a:lnTo>
                    <a:lnTo>
                      <a:pt x="2048" y="168"/>
                    </a:lnTo>
                    <a:lnTo>
                      <a:pt x="2131" y="308"/>
                    </a:lnTo>
                    <a:lnTo>
                      <a:pt x="2110" y="325"/>
                    </a:lnTo>
                    <a:lnTo>
                      <a:pt x="1988" y="242"/>
                    </a:lnTo>
                    <a:lnTo>
                      <a:pt x="2013" y="541"/>
                    </a:lnTo>
                    <a:lnTo>
                      <a:pt x="2165" y="839"/>
                    </a:lnTo>
                    <a:lnTo>
                      <a:pt x="2206" y="1014"/>
                    </a:lnTo>
                    <a:lnTo>
                      <a:pt x="2149" y="1079"/>
                    </a:lnTo>
                    <a:lnTo>
                      <a:pt x="2156" y="1180"/>
                    </a:lnTo>
                    <a:lnTo>
                      <a:pt x="2266" y="1348"/>
                    </a:lnTo>
                    <a:lnTo>
                      <a:pt x="2266" y="1398"/>
                    </a:lnTo>
                    <a:lnTo>
                      <a:pt x="2215" y="1459"/>
                    </a:lnTo>
                    <a:lnTo>
                      <a:pt x="2013" y="1593"/>
                    </a:lnTo>
                    <a:lnTo>
                      <a:pt x="1896" y="1680"/>
                    </a:lnTo>
                    <a:lnTo>
                      <a:pt x="1738" y="1862"/>
                    </a:lnTo>
                    <a:lnTo>
                      <a:pt x="1496" y="1862"/>
                    </a:lnTo>
                    <a:lnTo>
                      <a:pt x="1444" y="1833"/>
                    </a:lnTo>
                    <a:lnTo>
                      <a:pt x="1356" y="1824"/>
                    </a:lnTo>
                    <a:lnTo>
                      <a:pt x="1305" y="1862"/>
                    </a:lnTo>
                    <a:lnTo>
                      <a:pt x="0" y="1862"/>
                    </a:lnTo>
                    <a:lnTo>
                      <a:pt x="169" y="1752"/>
                    </a:lnTo>
                    <a:lnTo>
                      <a:pt x="344" y="1662"/>
                    </a:lnTo>
                    <a:lnTo>
                      <a:pt x="542" y="1578"/>
                    </a:lnTo>
                    <a:lnTo>
                      <a:pt x="747" y="1512"/>
                    </a:lnTo>
                    <a:lnTo>
                      <a:pt x="830" y="1496"/>
                    </a:lnTo>
                    <a:lnTo>
                      <a:pt x="865" y="1545"/>
                    </a:lnTo>
                    <a:lnTo>
                      <a:pt x="837" y="1668"/>
                    </a:lnTo>
                    <a:lnTo>
                      <a:pt x="877" y="1721"/>
                    </a:lnTo>
                    <a:lnTo>
                      <a:pt x="1178" y="1680"/>
                    </a:lnTo>
                    <a:lnTo>
                      <a:pt x="1187" y="1653"/>
                    </a:lnTo>
                    <a:lnTo>
                      <a:pt x="1174" y="1629"/>
                    </a:lnTo>
                    <a:lnTo>
                      <a:pt x="947" y="1653"/>
                    </a:lnTo>
                    <a:lnTo>
                      <a:pt x="911" y="1635"/>
                    </a:lnTo>
                    <a:lnTo>
                      <a:pt x="906" y="1545"/>
                    </a:lnTo>
                    <a:lnTo>
                      <a:pt x="964" y="1503"/>
                    </a:lnTo>
                    <a:lnTo>
                      <a:pt x="994" y="1539"/>
                    </a:lnTo>
                    <a:lnTo>
                      <a:pt x="1037" y="1593"/>
                    </a:lnTo>
                    <a:lnTo>
                      <a:pt x="1103" y="1593"/>
                    </a:lnTo>
                    <a:lnTo>
                      <a:pt x="1139" y="1521"/>
                    </a:lnTo>
                    <a:lnTo>
                      <a:pt x="1019" y="1479"/>
                    </a:lnTo>
                    <a:lnTo>
                      <a:pt x="969" y="1470"/>
                    </a:lnTo>
                    <a:lnTo>
                      <a:pt x="1156" y="1459"/>
                    </a:lnTo>
                    <a:lnTo>
                      <a:pt x="1428" y="1452"/>
                    </a:lnTo>
                    <a:lnTo>
                      <a:pt x="1571" y="1459"/>
                    </a:lnTo>
                    <a:lnTo>
                      <a:pt x="1413" y="1398"/>
                    </a:lnTo>
                    <a:lnTo>
                      <a:pt x="1331" y="1319"/>
                    </a:lnTo>
                    <a:lnTo>
                      <a:pt x="1437" y="1353"/>
                    </a:lnTo>
                    <a:lnTo>
                      <a:pt x="1707" y="1459"/>
                    </a:lnTo>
                    <a:lnTo>
                      <a:pt x="1848" y="1479"/>
                    </a:lnTo>
                    <a:lnTo>
                      <a:pt x="1531" y="1256"/>
                    </a:lnTo>
                    <a:lnTo>
                      <a:pt x="1266" y="1106"/>
                    </a:lnTo>
                    <a:lnTo>
                      <a:pt x="1095" y="1064"/>
                    </a:lnTo>
                    <a:lnTo>
                      <a:pt x="1037" y="1002"/>
                    </a:lnTo>
                    <a:lnTo>
                      <a:pt x="947" y="9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5" name="Freeform 519"/>
              <p:cNvSpPr>
                <a:spLocks/>
              </p:cNvSpPr>
              <p:nvPr/>
            </p:nvSpPr>
            <p:spPr bwMode="auto">
              <a:xfrm>
                <a:off x="3190" y="1595"/>
                <a:ext cx="55" cy="25"/>
              </a:xfrm>
              <a:custGeom>
                <a:avLst/>
                <a:gdLst>
                  <a:gd name="T0" fmla="*/ 0 w 443"/>
                  <a:gd name="T1" fmla="*/ 0 h 201"/>
                  <a:gd name="T2" fmla="*/ 0 w 443"/>
                  <a:gd name="T3" fmla="*/ 0 h 201"/>
                  <a:gd name="T4" fmla="*/ 0 w 443"/>
                  <a:gd name="T5" fmla="*/ 0 h 201"/>
                  <a:gd name="T6" fmla="*/ 0 w 443"/>
                  <a:gd name="T7" fmla="*/ 0 h 201"/>
                  <a:gd name="T8" fmla="*/ 0 w 443"/>
                  <a:gd name="T9" fmla="*/ 0 h 201"/>
                  <a:gd name="T10" fmla="*/ 0 w 443"/>
                  <a:gd name="T11" fmla="*/ 0 h 201"/>
                  <a:gd name="T12" fmla="*/ 0 w 443"/>
                  <a:gd name="T13" fmla="*/ 0 h 201"/>
                  <a:gd name="T14" fmla="*/ 0 w 443"/>
                  <a:gd name="T15" fmla="*/ 0 h 201"/>
                  <a:gd name="T16" fmla="*/ 0 w 443"/>
                  <a:gd name="T17" fmla="*/ 0 h 201"/>
                  <a:gd name="T18" fmla="*/ 0 w 443"/>
                  <a:gd name="T19" fmla="*/ 0 h 201"/>
                  <a:gd name="T20" fmla="*/ 0 w 443"/>
                  <a:gd name="T21" fmla="*/ 0 h 20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3"/>
                  <a:gd name="T34" fmla="*/ 0 h 201"/>
                  <a:gd name="T35" fmla="*/ 443 w 443"/>
                  <a:gd name="T36" fmla="*/ 201 h 20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3" h="201">
                    <a:moveTo>
                      <a:pt x="0" y="69"/>
                    </a:moveTo>
                    <a:lnTo>
                      <a:pt x="0" y="201"/>
                    </a:lnTo>
                    <a:lnTo>
                      <a:pt x="236" y="46"/>
                    </a:lnTo>
                    <a:lnTo>
                      <a:pt x="261" y="69"/>
                    </a:lnTo>
                    <a:lnTo>
                      <a:pt x="351" y="78"/>
                    </a:lnTo>
                    <a:lnTo>
                      <a:pt x="443" y="19"/>
                    </a:lnTo>
                    <a:lnTo>
                      <a:pt x="342" y="51"/>
                    </a:lnTo>
                    <a:lnTo>
                      <a:pt x="287" y="46"/>
                    </a:lnTo>
                    <a:lnTo>
                      <a:pt x="236" y="0"/>
                    </a:lnTo>
                    <a:lnTo>
                      <a:pt x="134" y="69"/>
                    </a:lnTo>
                    <a:lnTo>
                      <a:pt x="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6" name="Freeform 520"/>
              <p:cNvSpPr>
                <a:spLocks/>
              </p:cNvSpPr>
              <p:nvPr/>
            </p:nvSpPr>
            <p:spPr bwMode="auto">
              <a:xfrm>
                <a:off x="3262" y="1604"/>
                <a:ext cx="87" cy="135"/>
              </a:xfrm>
              <a:custGeom>
                <a:avLst/>
                <a:gdLst>
                  <a:gd name="T0" fmla="*/ 0 w 701"/>
                  <a:gd name="T1" fmla="*/ 0 h 1079"/>
                  <a:gd name="T2" fmla="*/ 0 w 701"/>
                  <a:gd name="T3" fmla="*/ 0 h 1079"/>
                  <a:gd name="T4" fmla="*/ 0 w 701"/>
                  <a:gd name="T5" fmla="*/ 0 h 1079"/>
                  <a:gd name="T6" fmla="*/ 0 w 701"/>
                  <a:gd name="T7" fmla="*/ 0 h 1079"/>
                  <a:gd name="T8" fmla="*/ 0 w 701"/>
                  <a:gd name="T9" fmla="*/ 0 h 1079"/>
                  <a:gd name="T10" fmla="*/ 0 w 701"/>
                  <a:gd name="T11" fmla="*/ 0 h 1079"/>
                  <a:gd name="T12" fmla="*/ 0 w 701"/>
                  <a:gd name="T13" fmla="*/ 0 h 1079"/>
                  <a:gd name="T14" fmla="*/ 0 w 701"/>
                  <a:gd name="T15" fmla="*/ 0 h 1079"/>
                  <a:gd name="T16" fmla="*/ 0 w 701"/>
                  <a:gd name="T17" fmla="*/ 0 h 1079"/>
                  <a:gd name="T18" fmla="*/ 0 w 701"/>
                  <a:gd name="T19" fmla="*/ 0 h 1079"/>
                  <a:gd name="T20" fmla="*/ 0 w 701"/>
                  <a:gd name="T21" fmla="*/ 0 h 1079"/>
                  <a:gd name="T22" fmla="*/ 0 w 701"/>
                  <a:gd name="T23" fmla="*/ 0 h 1079"/>
                  <a:gd name="T24" fmla="*/ 0 w 701"/>
                  <a:gd name="T25" fmla="*/ 0 h 1079"/>
                  <a:gd name="T26" fmla="*/ 0 w 701"/>
                  <a:gd name="T27" fmla="*/ 0 h 1079"/>
                  <a:gd name="T28" fmla="*/ 0 w 701"/>
                  <a:gd name="T29" fmla="*/ 0 h 107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01"/>
                  <a:gd name="T46" fmla="*/ 0 h 1079"/>
                  <a:gd name="T47" fmla="*/ 701 w 701"/>
                  <a:gd name="T48" fmla="*/ 1079 h 107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01" h="1079">
                    <a:moveTo>
                      <a:pt x="0" y="0"/>
                    </a:moveTo>
                    <a:lnTo>
                      <a:pt x="281" y="374"/>
                    </a:lnTo>
                    <a:lnTo>
                      <a:pt x="424" y="438"/>
                    </a:lnTo>
                    <a:lnTo>
                      <a:pt x="438" y="688"/>
                    </a:lnTo>
                    <a:lnTo>
                      <a:pt x="519" y="823"/>
                    </a:lnTo>
                    <a:lnTo>
                      <a:pt x="519" y="1079"/>
                    </a:lnTo>
                    <a:lnTo>
                      <a:pt x="551" y="1035"/>
                    </a:lnTo>
                    <a:lnTo>
                      <a:pt x="551" y="680"/>
                    </a:lnTo>
                    <a:lnTo>
                      <a:pt x="659" y="747"/>
                    </a:lnTo>
                    <a:lnTo>
                      <a:pt x="684" y="862"/>
                    </a:lnTo>
                    <a:lnTo>
                      <a:pt x="701" y="754"/>
                    </a:lnTo>
                    <a:lnTo>
                      <a:pt x="627" y="583"/>
                    </a:lnTo>
                    <a:lnTo>
                      <a:pt x="361" y="316"/>
                    </a:lnTo>
                    <a:lnTo>
                      <a:pt x="253" y="28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7" name="Freeform 521"/>
              <p:cNvSpPr>
                <a:spLocks/>
              </p:cNvSpPr>
              <p:nvPr/>
            </p:nvSpPr>
            <p:spPr bwMode="auto">
              <a:xfrm>
                <a:off x="3217" y="1660"/>
                <a:ext cx="47" cy="66"/>
              </a:xfrm>
              <a:custGeom>
                <a:avLst/>
                <a:gdLst>
                  <a:gd name="T0" fmla="*/ 0 w 378"/>
                  <a:gd name="T1" fmla="*/ 0 h 533"/>
                  <a:gd name="T2" fmla="*/ 0 w 378"/>
                  <a:gd name="T3" fmla="*/ 0 h 533"/>
                  <a:gd name="T4" fmla="*/ 0 w 378"/>
                  <a:gd name="T5" fmla="*/ 0 h 533"/>
                  <a:gd name="T6" fmla="*/ 0 w 378"/>
                  <a:gd name="T7" fmla="*/ 0 h 533"/>
                  <a:gd name="T8" fmla="*/ 0 w 378"/>
                  <a:gd name="T9" fmla="*/ 0 h 533"/>
                  <a:gd name="T10" fmla="*/ 0 w 378"/>
                  <a:gd name="T11" fmla="*/ 0 h 533"/>
                  <a:gd name="T12" fmla="*/ 0 w 378"/>
                  <a:gd name="T13" fmla="*/ 0 h 533"/>
                  <a:gd name="T14" fmla="*/ 0 w 378"/>
                  <a:gd name="T15" fmla="*/ 0 h 533"/>
                  <a:gd name="T16" fmla="*/ 0 w 378"/>
                  <a:gd name="T17" fmla="*/ 0 h 533"/>
                  <a:gd name="T18" fmla="*/ 0 w 378"/>
                  <a:gd name="T19" fmla="*/ 0 h 5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8"/>
                  <a:gd name="T31" fmla="*/ 0 h 533"/>
                  <a:gd name="T32" fmla="*/ 378 w 378"/>
                  <a:gd name="T33" fmla="*/ 533 h 5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8" h="533">
                    <a:moveTo>
                      <a:pt x="0" y="257"/>
                    </a:moveTo>
                    <a:lnTo>
                      <a:pt x="70" y="107"/>
                    </a:lnTo>
                    <a:lnTo>
                      <a:pt x="143" y="98"/>
                    </a:lnTo>
                    <a:lnTo>
                      <a:pt x="235" y="118"/>
                    </a:lnTo>
                    <a:lnTo>
                      <a:pt x="253" y="0"/>
                    </a:lnTo>
                    <a:lnTo>
                      <a:pt x="378" y="533"/>
                    </a:lnTo>
                    <a:lnTo>
                      <a:pt x="235" y="272"/>
                    </a:lnTo>
                    <a:lnTo>
                      <a:pt x="166" y="233"/>
                    </a:lnTo>
                    <a:lnTo>
                      <a:pt x="83" y="222"/>
                    </a:lnTo>
                    <a:lnTo>
                      <a:pt x="0" y="25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8" name="Freeform 522"/>
              <p:cNvSpPr>
                <a:spLocks/>
              </p:cNvSpPr>
              <p:nvPr/>
            </p:nvSpPr>
            <p:spPr bwMode="auto">
              <a:xfrm>
                <a:off x="3324" y="1707"/>
                <a:ext cx="90" cy="145"/>
              </a:xfrm>
              <a:custGeom>
                <a:avLst/>
                <a:gdLst>
                  <a:gd name="T0" fmla="*/ 0 w 717"/>
                  <a:gd name="T1" fmla="*/ 0 h 1161"/>
                  <a:gd name="T2" fmla="*/ 0 w 717"/>
                  <a:gd name="T3" fmla="*/ 0 h 1161"/>
                  <a:gd name="T4" fmla="*/ 0 w 717"/>
                  <a:gd name="T5" fmla="*/ 0 h 1161"/>
                  <a:gd name="T6" fmla="*/ 0 w 717"/>
                  <a:gd name="T7" fmla="*/ 0 h 1161"/>
                  <a:gd name="T8" fmla="*/ 0 w 717"/>
                  <a:gd name="T9" fmla="*/ 0 h 1161"/>
                  <a:gd name="T10" fmla="*/ 0 w 717"/>
                  <a:gd name="T11" fmla="*/ 0 h 1161"/>
                  <a:gd name="T12" fmla="*/ 0 w 717"/>
                  <a:gd name="T13" fmla="*/ 0 h 1161"/>
                  <a:gd name="T14" fmla="*/ 0 w 717"/>
                  <a:gd name="T15" fmla="*/ 0 h 1161"/>
                  <a:gd name="T16" fmla="*/ 0 w 717"/>
                  <a:gd name="T17" fmla="*/ 0 h 1161"/>
                  <a:gd name="T18" fmla="*/ 0 w 717"/>
                  <a:gd name="T19" fmla="*/ 0 h 1161"/>
                  <a:gd name="T20" fmla="*/ 0 w 717"/>
                  <a:gd name="T21" fmla="*/ 0 h 1161"/>
                  <a:gd name="T22" fmla="*/ 0 w 717"/>
                  <a:gd name="T23" fmla="*/ 0 h 1161"/>
                  <a:gd name="T24" fmla="*/ 0 w 717"/>
                  <a:gd name="T25" fmla="*/ 0 h 1161"/>
                  <a:gd name="T26" fmla="*/ 0 w 717"/>
                  <a:gd name="T27" fmla="*/ 0 h 1161"/>
                  <a:gd name="T28" fmla="*/ 0 w 717"/>
                  <a:gd name="T29" fmla="*/ 0 h 1161"/>
                  <a:gd name="T30" fmla="*/ 0 w 717"/>
                  <a:gd name="T31" fmla="*/ 0 h 1161"/>
                  <a:gd name="T32" fmla="*/ 0 w 717"/>
                  <a:gd name="T33" fmla="*/ 0 h 1161"/>
                  <a:gd name="T34" fmla="*/ 0 w 717"/>
                  <a:gd name="T35" fmla="*/ 0 h 1161"/>
                  <a:gd name="T36" fmla="*/ 0 w 717"/>
                  <a:gd name="T37" fmla="*/ 0 h 1161"/>
                  <a:gd name="T38" fmla="*/ 0 w 717"/>
                  <a:gd name="T39" fmla="*/ 0 h 1161"/>
                  <a:gd name="T40" fmla="*/ 0 w 717"/>
                  <a:gd name="T41" fmla="*/ 0 h 1161"/>
                  <a:gd name="T42" fmla="*/ 0 w 717"/>
                  <a:gd name="T43" fmla="*/ 0 h 1161"/>
                  <a:gd name="T44" fmla="*/ 0 w 717"/>
                  <a:gd name="T45" fmla="*/ 0 h 1161"/>
                  <a:gd name="T46" fmla="*/ 0 w 717"/>
                  <a:gd name="T47" fmla="*/ 0 h 1161"/>
                  <a:gd name="T48" fmla="*/ 0 w 717"/>
                  <a:gd name="T49" fmla="*/ 0 h 1161"/>
                  <a:gd name="T50" fmla="*/ 0 w 717"/>
                  <a:gd name="T51" fmla="*/ 0 h 1161"/>
                  <a:gd name="T52" fmla="*/ 0 w 717"/>
                  <a:gd name="T53" fmla="*/ 0 h 1161"/>
                  <a:gd name="T54" fmla="*/ 0 w 717"/>
                  <a:gd name="T55" fmla="*/ 0 h 1161"/>
                  <a:gd name="T56" fmla="*/ 0 w 717"/>
                  <a:gd name="T57" fmla="*/ 0 h 1161"/>
                  <a:gd name="T58" fmla="*/ 0 w 717"/>
                  <a:gd name="T59" fmla="*/ 0 h 1161"/>
                  <a:gd name="T60" fmla="*/ 0 w 717"/>
                  <a:gd name="T61" fmla="*/ 0 h 1161"/>
                  <a:gd name="T62" fmla="*/ 0 w 717"/>
                  <a:gd name="T63" fmla="*/ 0 h 1161"/>
                  <a:gd name="T64" fmla="*/ 0 w 717"/>
                  <a:gd name="T65" fmla="*/ 0 h 116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7"/>
                  <a:gd name="T100" fmla="*/ 0 h 1161"/>
                  <a:gd name="T101" fmla="*/ 717 w 717"/>
                  <a:gd name="T102" fmla="*/ 1161 h 116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7" h="1161">
                    <a:moveTo>
                      <a:pt x="261" y="0"/>
                    </a:moveTo>
                    <a:lnTo>
                      <a:pt x="252" y="99"/>
                    </a:lnTo>
                    <a:lnTo>
                      <a:pt x="177" y="240"/>
                    </a:lnTo>
                    <a:lnTo>
                      <a:pt x="76" y="390"/>
                    </a:lnTo>
                    <a:lnTo>
                      <a:pt x="34" y="509"/>
                    </a:lnTo>
                    <a:lnTo>
                      <a:pt x="34" y="572"/>
                    </a:lnTo>
                    <a:lnTo>
                      <a:pt x="67" y="656"/>
                    </a:lnTo>
                    <a:lnTo>
                      <a:pt x="94" y="724"/>
                    </a:lnTo>
                    <a:lnTo>
                      <a:pt x="0" y="724"/>
                    </a:lnTo>
                    <a:lnTo>
                      <a:pt x="127" y="763"/>
                    </a:lnTo>
                    <a:lnTo>
                      <a:pt x="177" y="889"/>
                    </a:lnTo>
                    <a:lnTo>
                      <a:pt x="325" y="889"/>
                    </a:lnTo>
                    <a:lnTo>
                      <a:pt x="496" y="1161"/>
                    </a:lnTo>
                    <a:lnTo>
                      <a:pt x="535" y="1091"/>
                    </a:lnTo>
                    <a:lnTo>
                      <a:pt x="535" y="970"/>
                    </a:lnTo>
                    <a:lnTo>
                      <a:pt x="643" y="774"/>
                    </a:lnTo>
                    <a:lnTo>
                      <a:pt x="717" y="473"/>
                    </a:lnTo>
                    <a:lnTo>
                      <a:pt x="616" y="756"/>
                    </a:lnTo>
                    <a:lnTo>
                      <a:pt x="560" y="733"/>
                    </a:lnTo>
                    <a:lnTo>
                      <a:pt x="595" y="673"/>
                    </a:lnTo>
                    <a:lnTo>
                      <a:pt x="217" y="839"/>
                    </a:lnTo>
                    <a:lnTo>
                      <a:pt x="210" y="763"/>
                    </a:lnTo>
                    <a:lnTo>
                      <a:pt x="127" y="708"/>
                    </a:lnTo>
                    <a:lnTo>
                      <a:pt x="337" y="524"/>
                    </a:lnTo>
                    <a:lnTo>
                      <a:pt x="184" y="608"/>
                    </a:lnTo>
                    <a:lnTo>
                      <a:pt x="153" y="524"/>
                    </a:lnTo>
                    <a:lnTo>
                      <a:pt x="159" y="422"/>
                    </a:lnTo>
                    <a:lnTo>
                      <a:pt x="201" y="341"/>
                    </a:lnTo>
                    <a:lnTo>
                      <a:pt x="344" y="168"/>
                    </a:lnTo>
                    <a:lnTo>
                      <a:pt x="360" y="99"/>
                    </a:lnTo>
                    <a:lnTo>
                      <a:pt x="344" y="58"/>
                    </a:lnTo>
                    <a:lnTo>
                      <a:pt x="293" y="58"/>
                    </a:lnTo>
                    <a:lnTo>
                      <a:pt x="26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29" name="Freeform 523"/>
              <p:cNvSpPr>
                <a:spLocks/>
              </p:cNvSpPr>
              <p:nvPr/>
            </p:nvSpPr>
            <p:spPr bwMode="auto">
              <a:xfrm>
                <a:off x="3341" y="1858"/>
                <a:ext cx="97" cy="63"/>
              </a:xfrm>
              <a:custGeom>
                <a:avLst/>
                <a:gdLst>
                  <a:gd name="T0" fmla="*/ 0 w 775"/>
                  <a:gd name="T1" fmla="*/ 0 h 510"/>
                  <a:gd name="T2" fmla="*/ 0 w 775"/>
                  <a:gd name="T3" fmla="*/ 0 h 510"/>
                  <a:gd name="T4" fmla="*/ 0 w 775"/>
                  <a:gd name="T5" fmla="*/ 0 h 510"/>
                  <a:gd name="T6" fmla="*/ 0 w 775"/>
                  <a:gd name="T7" fmla="*/ 0 h 510"/>
                  <a:gd name="T8" fmla="*/ 0 w 775"/>
                  <a:gd name="T9" fmla="*/ 0 h 510"/>
                  <a:gd name="T10" fmla="*/ 0 w 775"/>
                  <a:gd name="T11" fmla="*/ 0 h 510"/>
                  <a:gd name="T12" fmla="*/ 0 w 775"/>
                  <a:gd name="T13" fmla="*/ 0 h 510"/>
                  <a:gd name="T14" fmla="*/ 0 w 775"/>
                  <a:gd name="T15" fmla="*/ 0 h 510"/>
                  <a:gd name="T16" fmla="*/ 0 w 775"/>
                  <a:gd name="T17" fmla="*/ 0 h 510"/>
                  <a:gd name="T18" fmla="*/ 0 w 775"/>
                  <a:gd name="T19" fmla="*/ 0 h 510"/>
                  <a:gd name="T20" fmla="*/ 0 w 775"/>
                  <a:gd name="T21" fmla="*/ 0 h 510"/>
                  <a:gd name="T22" fmla="*/ 0 w 775"/>
                  <a:gd name="T23" fmla="*/ 0 h 510"/>
                  <a:gd name="T24" fmla="*/ 0 w 775"/>
                  <a:gd name="T25" fmla="*/ 0 h 510"/>
                  <a:gd name="T26" fmla="*/ 0 w 775"/>
                  <a:gd name="T27" fmla="*/ 0 h 510"/>
                  <a:gd name="T28" fmla="*/ 0 w 775"/>
                  <a:gd name="T29" fmla="*/ 0 h 5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5"/>
                  <a:gd name="T46" fmla="*/ 0 h 510"/>
                  <a:gd name="T47" fmla="*/ 775 w 775"/>
                  <a:gd name="T48" fmla="*/ 510 h 5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5" h="510">
                    <a:moveTo>
                      <a:pt x="0" y="510"/>
                    </a:moveTo>
                    <a:lnTo>
                      <a:pt x="92" y="353"/>
                    </a:lnTo>
                    <a:lnTo>
                      <a:pt x="472" y="182"/>
                    </a:lnTo>
                    <a:lnTo>
                      <a:pt x="672" y="182"/>
                    </a:lnTo>
                    <a:lnTo>
                      <a:pt x="775" y="118"/>
                    </a:lnTo>
                    <a:lnTo>
                      <a:pt x="540" y="118"/>
                    </a:lnTo>
                    <a:lnTo>
                      <a:pt x="393" y="171"/>
                    </a:lnTo>
                    <a:lnTo>
                      <a:pt x="327" y="143"/>
                    </a:lnTo>
                    <a:lnTo>
                      <a:pt x="342" y="0"/>
                    </a:lnTo>
                    <a:lnTo>
                      <a:pt x="261" y="14"/>
                    </a:lnTo>
                    <a:lnTo>
                      <a:pt x="261" y="171"/>
                    </a:lnTo>
                    <a:lnTo>
                      <a:pt x="197" y="251"/>
                    </a:lnTo>
                    <a:lnTo>
                      <a:pt x="105" y="261"/>
                    </a:lnTo>
                    <a:lnTo>
                      <a:pt x="12" y="393"/>
                    </a:lnTo>
                    <a:lnTo>
                      <a:pt x="0" y="5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30" name="Freeform 524"/>
              <p:cNvSpPr>
                <a:spLocks/>
              </p:cNvSpPr>
              <p:nvPr/>
            </p:nvSpPr>
            <p:spPr bwMode="auto">
              <a:xfrm>
                <a:off x="3349" y="2036"/>
                <a:ext cx="149" cy="56"/>
              </a:xfrm>
              <a:custGeom>
                <a:avLst/>
                <a:gdLst>
                  <a:gd name="T0" fmla="*/ 0 w 1191"/>
                  <a:gd name="T1" fmla="*/ 0 h 446"/>
                  <a:gd name="T2" fmla="*/ 0 w 1191"/>
                  <a:gd name="T3" fmla="*/ 0 h 446"/>
                  <a:gd name="T4" fmla="*/ 0 w 1191"/>
                  <a:gd name="T5" fmla="*/ 0 h 446"/>
                  <a:gd name="T6" fmla="*/ 0 w 1191"/>
                  <a:gd name="T7" fmla="*/ 0 h 446"/>
                  <a:gd name="T8" fmla="*/ 0 w 1191"/>
                  <a:gd name="T9" fmla="*/ 0 h 446"/>
                  <a:gd name="T10" fmla="*/ 0 w 1191"/>
                  <a:gd name="T11" fmla="*/ 0 h 446"/>
                  <a:gd name="T12" fmla="*/ 0 w 1191"/>
                  <a:gd name="T13" fmla="*/ 0 h 446"/>
                  <a:gd name="T14" fmla="*/ 0 w 1191"/>
                  <a:gd name="T15" fmla="*/ 0 h 446"/>
                  <a:gd name="T16" fmla="*/ 0 w 1191"/>
                  <a:gd name="T17" fmla="*/ 0 h 446"/>
                  <a:gd name="T18" fmla="*/ 0 w 1191"/>
                  <a:gd name="T19" fmla="*/ 0 h 446"/>
                  <a:gd name="T20" fmla="*/ 0 w 1191"/>
                  <a:gd name="T21" fmla="*/ 0 h 446"/>
                  <a:gd name="T22" fmla="*/ 0 w 1191"/>
                  <a:gd name="T23" fmla="*/ 0 h 446"/>
                  <a:gd name="T24" fmla="*/ 0 w 1191"/>
                  <a:gd name="T25" fmla="*/ 0 h 446"/>
                  <a:gd name="T26" fmla="*/ 0 w 1191"/>
                  <a:gd name="T27" fmla="*/ 0 h 446"/>
                  <a:gd name="T28" fmla="*/ 0 w 1191"/>
                  <a:gd name="T29" fmla="*/ 0 h 446"/>
                  <a:gd name="T30" fmla="*/ 0 w 1191"/>
                  <a:gd name="T31" fmla="*/ 0 h 446"/>
                  <a:gd name="T32" fmla="*/ 0 w 1191"/>
                  <a:gd name="T33" fmla="*/ 0 h 446"/>
                  <a:gd name="T34" fmla="*/ 0 w 1191"/>
                  <a:gd name="T35" fmla="*/ 0 h 446"/>
                  <a:gd name="T36" fmla="*/ 0 w 1191"/>
                  <a:gd name="T37" fmla="*/ 0 h 446"/>
                  <a:gd name="T38" fmla="*/ 0 w 1191"/>
                  <a:gd name="T39" fmla="*/ 0 h 446"/>
                  <a:gd name="T40" fmla="*/ 0 w 1191"/>
                  <a:gd name="T41" fmla="*/ 0 h 446"/>
                  <a:gd name="T42" fmla="*/ 0 w 1191"/>
                  <a:gd name="T43" fmla="*/ 0 h 44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91"/>
                  <a:gd name="T67" fmla="*/ 0 h 446"/>
                  <a:gd name="T68" fmla="*/ 1191 w 1191"/>
                  <a:gd name="T69" fmla="*/ 446 h 44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91" h="446">
                    <a:moveTo>
                      <a:pt x="1191" y="174"/>
                    </a:moveTo>
                    <a:lnTo>
                      <a:pt x="841" y="283"/>
                    </a:lnTo>
                    <a:lnTo>
                      <a:pt x="622" y="446"/>
                    </a:lnTo>
                    <a:lnTo>
                      <a:pt x="609" y="374"/>
                    </a:lnTo>
                    <a:lnTo>
                      <a:pt x="912" y="176"/>
                    </a:lnTo>
                    <a:lnTo>
                      <a:pt x="877" y="137"/>
                    </a:lnTo>
                    <a:lnTo>
                      <a:pt x="708" y="149"/>
                    </a:lnTo>
                    <a:lnTo>
                      <a:pt x="490" y="213"/>
                    </a:lnTo>
                    <a:lnTo>
                      <a:pt x="512" y="108"/>
                    </a:lnTo>
                    <a:lnTo>
                      <a:pt x="313" y="96"/>
                    </a:lnTo>
                    <a:lnTo>
                      <a:pt x="205" y="55"/>
                    </a:lnTo>
                    <a:lnTo>
                      <a:pt x="69" y="24"/>
                    </a:lnTo>
                    <a:lnTo>
                      <a:pt x="0" y="61"/>
                    </a:lnTo>
                    <a:lnTo>
                      <a:pt x="80" y="0"/>
                    </a:lnTo>
                    <a:lnTo>
                      <a:pt x="246" y="47"/>
                    </a:lnTo>
                    <a:lnTo>
                      <a:pt x="409" y="77"/>
                    </a:lnTo>
                    <a:lnTo>
                      <a:pt x="537" y="73"/>
                    </a:lnTo>
                    <a:lnTo>
                      <a:pt x="652" y="55"/>
                    </a:lnTo>
                    <a:lnTo>
                      <a:pt x="749" y="112"/>
                    </a:lnTo>
                    <a:lnTo>
                      <a:pt x="1028" y="96"/>
                    </a:lnTo>
                    <a:lnTo>
                      <a:pt x="1164" y="154"/>
                    </a:lnTo>
                    <a:lnTo>
                      <a:pt x="1191" y="1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31" name="Freeform 525"/>
              <p:cNvSpPr>
                <a:spLocks/>
              </p:cNvSpPr>
              <p:nvPr/>
            </p:nvSpPr>
            <p:spPr bwMode="auto">
              <a:xfrm>
                <a:off x="3172" y="1981"/>
                <a:ext cx="219" cy="153"/>
              </a:xfrm>
              <a:custGeom>
                <a:avLst/>
                <a:gdLst>
                  <a:gd name="T0" fmla="*/ 0 w 1754"/>
                  <a:gd name="T1" fmla="*/ 0 h 1222"/>
                  <a:gd name="T2" fmla="*/ 0 w 1754"/>
                  <a:gd name="T3" fmla="*/ 0 h 1222"/>
                  <a:gd name="T4" fmla="*/ 0 w 1754"/>
                  <a:gd name="T5" fmla="*/ 0 h 1222"/>
                  <a:gd name="T6" fmla="*/ 0 w 1754"/>
                  <a:gd name="T7" fmla="*/ 0 h 1222"/>
                  <a:gd name="T8" fmla="*/ 0 w 1754"/>
                  <a:gd name="T9" fmla="*/ 0 h 1222"/>
                  <a:gd name="T10" fmla="*/ 0 w 1754"/>
                  <a:gd name="T11" fmla="*/ 0 h 1222"/>
                  <a:gd name="T12" fmla="*/ 0 w 1754"/>
                  <a:gd name="T13" fmla="*/ 0 h 1222"/>
                  <a:gd name="T14" fmla="*/ 0 w 1754"/>
                  <a:gd name="T15" fmla="*/ 0 h 1222"/>
                  <a:gd name="T16" fmla="*/ 0 w 1754"/>
                  <a:gd name="T17" fmla="*/ 0 h 1222"/>
                  <a:gd name="T18" fmla="*/ 0 w 1754"/>
                  <a:gd name="T19" fmla="*/ 0 h 1222"/>
                  <a:gd name="T20" fmla="*/ 0 w 1754"/>
                  <a:gd name="T21" fmla="*/ 0 h 1222"/>
                  <a:gd name="T22" fmla="*/ 0 w 1754"/>
                  <a:gd name="T23" fmla="*/ 0 h 1222"/>
                  <a:gd name="T24" fmla="*/ 0 w 1754"/>
                  <a:gd name="T25" fmla="*/ 0 h 1222"/>
                  <a:gd name="T26" fmla="*/ 0 w 1754"/>
                  <a:gd name="T27" fmla="*/ 0 h 1222"/>
                  <a:gd name="T28" fmla="*/ 0 w 1754"/>
                  <a:gd name="T29" fmla="*/ 0 h 1222"/>
                  <a:gd name="T30" fmla="*/ 0 w 1754"/>
                  <a:gd name="T31" fmla="*/ 0 h 1222"/>
                  <a:gd name="T32" fmla="*/ 0 w 1754"/>
                  <a:gd name="T33" fmla="*/ 0 h 1222"/>
                  <a:gd name="T34" fmla="*/ 0 w 1754"/>
                  <a:gd name="T35" fmla="*/ 0 h 1222"/>
                  <a:gd name="T36" fmla="*/ 0 w 1754"/>
                  <a:gd name="T37" fmla="*/ 0 h 1222"/>
                  <a:gd name="T38" fmla="*/ 0 w 1754"/>
                  <a:gd name="T39" fmla="*/ 0 h 1222"/>
                  <a:gd name="T40" fmla="*/ 0 w 1754"/>
                  <a:gd name="T41" fmla="*/ 0 h 1222"/>
                  <a:gd name="T42" fmla="*/ 0 w 1754"/>
                  <a:gd name="T43" fmla="*/ 0 h 1222"/>
                  <a:gd name="T44" fmla="*/ 0 w 1754"/>
                  <a:gd name="T45" fmla="*/ 0 h 1222"/>
                  <a:gd name="T46" fmla="*/ 0 w 1754"/>
                  <a:gd name="T47" fmla="*/ 0 h 1222"/>
                  <a:gd name="T48" fmla="*/ 0 w 1754"/>
                  <a:gd name="T49" fmla="*/ 0 h 1222"/>
                  <a:gd name="T50" fmla="*/ 0 w 1754"/>
                  <a:gd name="T51" fmla="*/ 0 h 1222"/>
                  <a:gd name="T52" fmla="*/ 0 w 1754"/>
                  <a:gd name="T53" fmla="*/ 0 h 1222"/>
                  <a:gd name="T54" fmla="*/ 0 w 1754"/>
                  <a:gd name="T55" fmla="*/ 0 h 1222"/>
                  <a:gd name="T56" fmla="*/ 0 w 1754"/>
                  <a:gd name="T57" fmla="*/ 0 h 1222"/>
                  <a:gd name="T58" fmla="*/ 0 w 1754"/>
                  <a:gd name="T59" fmla="*/ 0 h 1222"/>
                  <a:gd name="T60" fmla="*/ 0 w 1754"/>
                  <a:gd name="T61" fmla="*/ 0 h 1222"/>
                  <a:gd name="T62" fmla="*/ 0 w 1754"/>
                  <a:gd name="T63" fmla="*/ 0 h 1222"/>
                  <a:gd name="T64" fmla="*/ 0 w 1754"/>
                  <a:gd name="T65" fmla="*/ 0 h 1222"/>
                  <a:gd name="T66" fmla="*/ 0 w 1754"/>
                  <a:gd name="T67" fmla="*/ 0 h 122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754"/>
                  <a:gd name="T103" fmla="*/ 0 h 1222"/>
                  <a:gd name="T104" fmla="*/ 1754 w 1754"/>
                  <a:gd name="T105" fmla="*/ 1222 h 122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754" h="1222">
                    <a:moveTo>
                      <a:pt x="1289" y="666"/>
                    </a:moveTo>
                    <a:lnTo>
                      <a:pt x="1258" y="826"/>
                    </a:lnTo>
                    <a:lnTo>
                      <a:pt x="1258" y="945"/>
                    </a:lnTo>
                    <a:lnTo>
                      <a:pt x="1289" y="1042"/>
                    </a:lnTo>
                    <a:lnTo>
                      <a:pt x="1311" y="1098"/>
                    </a:lnTo>
                    <a:lnTo>
                      <a:pt x="1754" y="1222"/>
                    </a:lnTo>
                    <a:lnTo>
                      <a:pt x="1293" y="1160"/>
                    </a:lnTo>
                    <a:lnTo>
                      <a:pt x="1251" y="1098"/>
                    </a:lnTo>
                    <a:lnTo>
                      <a:pt x="876" y="1092"/>
                    </a:lnTo>
                    <a:lnTo>
                      <a:pt x="576" y="1035"/>
                    </a:lnTo>
                    <a:lnTo>
                      <a:pt x="311" y="955"/>
                    </a:lnTo>
                    <a:lnTo>
                      <a:pt x="93" y="860"/>
                    </a:lnTo>
                    <a:lnTo>
                      <a:pt x="69" y="826"/>
                    </a:lnTo>
                    <a:lnTo>
                      <a:pt x="51" y="749"/>
                    </a:lnTo>
                    <a:lnTo>
                      <a:pt x="0" y="652"/>
                    </a:lnTo>
                    <a:lnTo>
                      <a:pt x="12" y="615"/>
                    </a:lnTo>
                    <a:lnTo>
                      <a:pt x="32" y="588"/>
                    </a:lnTo>
                    <a:lnTo>
                      <a:pt x="32" y="452"/>
                    </a:lnTo>
                    <a:lnTo>
                      <a:pt x="51" y="406"/>
                    </a:lnTo>
                    <a:lnTo>
                      <a:pt x="80" y="382"/>
                    </a:lnTo>
                    <a:lnTo>
                      <a:pt x="58" y="433"/>
                    </a:lnTo>
                    <a:lnTo>
                      <a:pt x="51" y="547"/>
                    </a:lnTo>
                    <a:lnTo>
                      <a:pt x="58" y="613"/>
                    </a:lnTo>
                    <a:lnTo>
                      <a:pt x="230" y="756"/>
                    </a:lnTo>
                    <a:lnTo>
                      <a:pt x="258" y="749"/>
                    </a:lnTo>
                    <a:lnTo>
                      <a:pt x="278" y="670"/>
                    </a:lnTo>
                    <a:lnTo>
                      <a:pt x="170" y="494"/>
                    </a:lnTo>
                    <a:lnTo>
                      <a:pt x="140" y="344"/>
                    </a:lnTo>
                    <a:lnTo>
                      <a:pt x="201" y="202"/>
                    </a:lnTo>
                    <a:lnTo>
                      <a:pt x="201" y="426"/>
                    </a:lnTo>
                    <a:lnTo>
                      <a:pt x="361" y="786"/>
                    </a:lnTo>
                    <a:lnTo>
                      <a:pt x="438" y="802"/>
                    </a:lnTo>
                    <a:lnTo>
                      <a:pt x="489" y="770"/>
                    </a:lnTo>
                    <a:lnTo>
                      <a:pt x="480" y="685"/>
                    </a:lnTo>
                    <a:lnTo>
                      <a:pt x="320" y="286"/>
                    </a:lnTo>
                    <a:lnTo>
                      <a:pt x="320" y="166"/>
                    </a:lnTo>
                    <a:lnTo>
                      <a:pt x="320" y="72"/>
                    </a:lnTo>
                    <a:lnTo>
                      <a:pt x="361" y="0"/>
                    </a:lnTo>
                    <a:lnTo>
                      <a:pt x="343" y="136"/>
                    </a:lnTo>
                    <a:lnTo>
                      <a:pt x="350" y="272"/>
                    </a:lnTo>
                    <a:lnTo>
                      <a:pt x="451" y="540"/>
                    </a:lnTo>
                    <a:lnTo>
                      <a:pt x="493" y="560"/>
                    </a:lnTo>
                    <a:lnTo>
                      <a:pt x="535" y="516"/>
                    </a:lnTo>
                    <a:lnTo>
                      <a:pt x="553" y="468"/>
                    </a:lnTo>
                    <a:lnTo>
                      <a:pt x="546" y="362"/>
                    </a:lnTo>
                    <a:lnTo>
                      <a:pt x="528" y="219"/>
                    </a:lnTo>
                    <a:lnTo>
                      <a:pt x="553" y="215"/>
                    </a:lnTo>
                    <a:lnTo>
                      <a:pt x="581" y="459"/>
                    </a:lnTo>
                    <a:lnTo>
                      <a:pt x="570" y="523"/>
                    </a:lnTo>
                    <a:lnTo>
                      <a:pt x="541" y="569"/>
                    </a:lnTo>
                    <a:lnTo>
                      <a:pt x="498" y="613"/>
                    </a:lnTo>
                    <a:lnTo>
                      <a:pt x="511" y="740"/>
                    </a:lnTo>
                    <a:lnTo>
                      <a:pt x="504" y="826"/>
                    </a:lnTo>
                    <a:lnTo>
                      <a:pt x="456" y="844"/>
                    </a:lnTo>
                    <a:lnTo>
                      <a:pt x="392" y="839"/>
                    </a:lnTo>
                    <a:lnTo>
                      <a:pt x="311" y="795"/>
                    </a:lnTo>
                    <a:lnTo>
                      <a:pt x="265" y="802"/>
                    </a:lnTo>
                    <a:lnTo>
                      <a:pt x="93" y="724"/>
                    </a:lnTo>
                    <a:lnTo>
                      <a:pt x="87" y="806"/>
                    </a:lnTo>
                    <a:lnTo>
                      <a:pt x="152" y="867"/>
                    </a:lnTo>
                    <a:lnTo>
                      <a:pt x="504" y="986"/>
                    </a:lnTo>
                    <a:lnTo>
                      <a:pt x="792" y="1048"/>
                    </a:lnTo>
                    <a:lnTo>
                      <a:pt x="1042" y="1058"/>
                    </a:lnTo>
                    <a:lnTo>
                      <a:pt x="1238" y="1058"/>
                    </a:lnTo>
                    <a:lnTo>
                      <a:pt x="1229" y="955"/>
                    </a:lnTo>
                    <a:lnTo>
                      <a:pt x="1238" y="826"/>
                    </a:lnTo>
                    <a:lnTo>
                      <a:pt x="1263" y="722"/>
                    </a:lnTo>
                    <a:lnTo>
                      <a:pt x="1289" y="6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32" name="Freeform 526"/>
              <p:cNvSpPr>
                <a:spLocks/>
              </p:cNvSpPr>
              <p:nvPr/>
            </p:nvSpPr>
            <p:spPr bwMode="auto">
              <a:xfrm>
                <a:off x="3237" y="1981"/>
                <a:ext cx="105" cy="68"/>
              </a:xfrm>
              <a:custGeom>
                <a:avLst/>
                <a:gdLst>
                  <a:gd name="T0" fmla="*/ 0 w 846"/>
                  <a:gd name="T1" fmla="*/ 0 h 547"/>
                  <a:gd name="T2" fmla="*/ 0 w 846"/>
                  <a:gd name="T3" fmla="*/ 0 h 547"/>
                  <a:gd name="T4" fmla="*/ 0 w 846"/>
                  <a:gd name="T5" fmla="*/ 0 h 547"/>
                  <a:gd name="T6" fmla="*/ 0 w 846"/>
                  <a:gd name="T7" fmla="*/ 0 h 547"/>
                  <a:gd name="T8" fmla="*/ 0 w 846"/>
                  <a:gd name="T9" fmla="*/ 0 h 547"/>
                  <a:gd name="T10" fmla="*/ 0 w 846"/>
                  <a:gd name="T11" fmla="*/ 0 h 547"/>
                  <a:gd name="T12" fmla="*/ 0 w 846"/>
                  <a:gd name="T13" fmla="*/ 0 h 547"/>
                  <a:gd name="T14" fmla="*/ 0 w 846"/>
                  <a:gd name="T15" fmla="*/ 0 h 547"/>
                  <a:gd name="T16" fmla="*/ 0 w 846"/>
                  <a:gd name="T17" fmla="*/ 0 h 547"/>
                  <a:gd name="T18" fmla="*/ 0 w 846"/>
                  <a:gd name="T19" fmla="*/ 0 h 547"/>
                  <a:gd name="T20" fmla="*/ 0 w 846"/>
                  <a:gd name="T21" fmla="*/ 0 h 547"/>
                  <a:gd name="T22" fmla="*/ 0 w 846"/>
                  <a:gd name="T23" fmla="*/ 0 h 547"/>
                  <a:gd name="T24" fmla="*/ 0 w 846"/>
                  <a:gd name="T25" fmla="*/ 0 h 547"/>
                  <a:gd name="T26" fmla="*/ 0 w 846"/>
                  <a:gd name="T27" fmla="*/ 0 h 547"/>
                  <a:gd name="T28" fmla="*/ 0 w 846"/>
                  <a:gd name="T29" fmla="*/ 0 h 547"/>
                  <a:gd name="T30" fmla="*/ 0 w 846"/>
                  <a:gd name="T31" fmla="*/ 0 h 547"/>
                  <a:gd name="T32" fmla="*/ 0 w 846"/>
                  <a:gd name="T33" fmla="*/ 0 h 547"/>
                  <a:gd name="T34" fmla="*/ 0 w 846"/>
                  <a:gd name="T35" fmla="*/ 0 h 547"/>
                  <a:gd name="T36" fmla="*/ 0 w 846"/>
                  <a:gd name="T37" fmla="*/ 0 h 547"/>
                  <a:gd name="T38" fmla="*/ 0 w 846"/>
                  <a:gd name="T39" fmla="*/ 0 h 547"/>
                  <a:gd name="T40" fmla="*/ 0 w 846"/>
                  <a:gd name="T41" fmla="*/ 0 h 547"/>
                  <a:gd name="T42" fmla="*/ 0 w 846"/>
                  <a:gd name="T43" fmla="*/ 0 h 547"/>
                  <a:gd name="T44" fmla="*/ 0 w 846"/>
                  <a:gd name="T45" fmla="*/ 0 h 547"/>
                  <a:gd name="T46" fmla="*/ 0 w 846"/>
                  <a:gd name="T47" fmla="*/ 0 h 547"/>
                  <a:gd name="T48" fmla="*/ 0 w 846"/>
                  <a:gd name="T49" fmla="*/ 0 h 547"/>
                  <a:gd name="T50" fmla="*/ 0 w 846"/>
                  <a:gd name="T51" fmla="*/ 0 h 547"/>
                  <a:gd name="T52" fmla="*/ 0 w 846"/>
                  <a:gd name="T53" fmla="*/ 0 h 547"/>
                  <a:gd name="T54" fmla="*/ 0 w 846"/>
                  <a:gd name="T55" fmla="*/ 0 h 547"/>
                  <a:gd name="T56" fmla="*/ 0 w 846"/>
                  <a:gd name="T57" fmla="*/ 0 h 54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46"/>
                  <a:gd name="T88" fmla="*/ 0 h 547"/>
                  <a:gd name="T89" fmla="*/ 846 w 846"/>
                  <a:gd name="T90" fmla="*/ 547 h 54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46" h="547">
                    <a:moveTo>
                      <a:pt x="0" y="30"/>
                    </a:moveTo>
                    <a:lnTo>
                      <a:pt x="45" y="94"/>
                    </a:lnTo>
                    <a:lnTo>
                      <a:pt x="101" y="210"/>
                    </a:lnTo>
                    <a:lnTo>
                      <a:pt x="36" y="219"/>
                    </a:lnTo>
                    <a:lnTo>
                      <a:pt x="36" y="237"/>
                    </a:lnTo>
                    <a:lnTo>
                      <a:pt x="174" y="246"/>
                    </a:lnTo>
                    <a:lnTo>
                      <a:pt x="322" y="254"/>
                    </a:lnTo>
                    <a:lnTo>
                      <a:pt x="248" y="233"/>
                    </a:lnTo>
                    <a:lnTo>
                      <a:pt x="394" y="178"/>
                    </a:lnTo>
                    <a:lnTo>
                      <a:pt x="472" y="189"/>
                    </a:lnTo>
                    <a:lnTo>
                      <a:pt x="598" y="297"/>
                    </a:lnTo>
                    <a:lnTo>
                      <a:pt x="675" y="422"/>
                    </a:lnTo>
                    <a:lnTo>
                      <a:pt x="767" y="512"/>
                    </a:lnTo>
                    <a:lnTo>
                      <a:pt x="820" y="547"/>
                    </a:lnTo>
                    <a:lnTo>
                      <a:pt x="846" y="523"/>
                    </a:lnTo>
                    <a:lnTo>
                      <a:pt x="758" y="468"/>
                    </a:lnTo>
                    <a:lnTo>
                      <a:pt x="679" y="392"/>
                    </a:lnTo>
                    <a:lnTo>
                      <a:pt x="611" y="286"/>
                    </a:lnTo>
                    <a:lnTo>
                      <a:pt x="534" y="184"/>
                    </a:lnTo>
                    <a:lnTo>
                      <a:pt x="394" y="136"/>
                    </a:lnTo>
                    <a:lnTo>
                      <a:pt x="317" y="154"/>
                    </a:lnTo>
                    <a:lnTo>
                      <a:pt x="223" y="189"/>
                    </a:lnTo>
                    <a:lnTo>
                      <a:pt x="161" y="184"/>
                    </a:lnTo>
                    <a:lnTo>
                      <a:pt x="244" y="90"/>
                    </a:lnTo>
                    <a:lnTo>
                      <a:pt x="283" y="30"/>
                    </a:lnTo>
                    <a:lnTo>
                      <a:pt x="275" y="0"/>
                    </a:lnTo>
                    <a:lnTo>
                      <a:pt x="223" y="79"/>
                    </a:lnTo>
                    <a:lnTo>
                      <a:pt x="119" y="154"/>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33" name="Freeform 527"/>
              <p:cNvSpPr>
                <a:spLocks/>
              </p:cNvSpPr>
              <p:nvPr/>
            </p:nvSpPr>
            <p:spPr bwMode="auto">
              <a:xfrm>
                <a:off x="2981" y="1422"/>
                <a:ext cx="165" cy="154"/>
              </a:xfrm>
              <a:custGeom>
                <a:avLst/>
                <a:gdLst>
                  <a:gd name="T0" fmla="*/ 0 w 1323"/>
                  <a:gd name="T1" fmla="*/ 0 h 1233"/>
                  <a:gd name="T2" fmla="*/ 0 w 1323"/>
                  <a:gd name="T3" fmla="*/ 0 h 1233"/>
                  <a:gd name="T4" fmla="*/ 0 w 1323"/>
                  <a:gd name="T5" fmla="*/ 0 h 1233"/>
                  <a:gd name="T6" fmla="*/ 0 w 1323"/>
                  <a:gd name="T7" fmla="*/ 0 h 1233"/>
                  <a:gd name="T8" fmla="*/ 0 w 1323"/>
                  <a:gd name="T9" fmla="*/ 0 h 1233"/>
                  <a:gd name="T10" fmla="*/ 0 w 1323"/>
                  <a:gd name="T11" fmla="*/ 0 h 1233"/>
                  <a:gd name="T12" fmla="*/ 0 w 1323"/>
                  <a:gd name="T13" fmla="*/ 0 h 1233"/>
                  <a:gd name="T14" fmla="*/ 0 w 1323"/>
                  <a:gd name="T15" fmla="*/ 0 h 1233"/>
                  <a:gd name="T16" fmla="*/ 0 w 1323"/>
                  <a:gd name="T17" fmla="*/ 0 h 1233"/>
                  <a:gd name="T18" fmla="*/ 0 w 1323"/>
                  <a:gd name="T19" fmla="*/ 0 h 1233"/>
                  <a:gd name="T20" fmla="*/ 0 w 1323"/>
                  <a:gd name="T21" fmla="*/ 0 h 1233"/>
                  <a:gd name="T22" fmla="*/ 0 w 1323"/>
                  <a:gd name="T23" fmla="*/ 0 h 1233"/>
                  <a:gd name="T24" fmla="*/ 0 w 1323"/>
                  <a:gd name="T25" fmla="*/ 0 h 1233"/>
                  <a:gd name="T26" fmla="*/ 0 w 1323"/>
                  <a:gd name="T27" fmla="*/ 0 h 1233"/>
                  <a:gd name="T28" fmla="*/ 0 w 1323"/>
                  <a:gd name="T29" fmla="*/ 0 h 1233"/>
                  <a:gd name="T30" fmla="*/ 0 w 1323"/>
                  <a:gd name="T31" fmla="*/ 0 h 1233"/>
                  <a:gd name="T32" fmla="*/ 0 w 1323"/>
                  <a:gd name="T33" fmla="*/ 0 h 1233"/>
                  <a:gd name="T34" fmla="*/ 0 w 1323"/>
                  <a:gd name="T35" fmla="*/ 0 h 1233"/>
                  <a:gd name="T36" fmla="*/ 0 w 1323"/>
                  <a:gd name="T37" fmla="*/ 0 h 1233"/>
                  <a:gd name="T38" fmla="*/ 0 w 1323"/>
                  <a:gd name="T39" fmla="*/ 0 h 1233"/>
                  <a:gd name="T40" fmla="*/ 0 w 1323"/>
                  <a:gd name="T41" fmla="*/ 0 h 1233"/>
                  <a:gd name="T42" fmla="*/ 0 w 1323"/>
                  <a:gd name="T43" fmla="*/ 0 h 1233"/>
                  <a:gd name="T44" fmla="*/ 0 w 1323"/>
                  <a:gd name="T45" fmla="*/ 0 h 1233"/>
                  <a:gd name="T46" fmla="*/ 0 w 1323"/>
                  <a:gd name="T47" fmla="*/ 0 h 1233"/>
                  <a:gd name="T48" fmla="*/ 0 w 1323"/>
                  <a:gd name="T49" fmla="*/ 0 h 1233"/>
                  <a:gd name="T50" fmla="*/ 0 w 1323"/>
                  <a:gd name="T51" fmla="*/ 0 h 1233"/>
                  <a:gd name="T52" fmla="*/ 0 w 1323"/>
                  <a:gd name="T53" fmla="*/ 0 h 1233"/>
                  <a:gd name="T54" fmla="*/ 0 w 1323"/>
                  <a:gd name="T55" fmla="*/ 0 h 1233"/>
                  <a:gd name="T56" fmla="*/ 0 w 1323"/>
                  <a:gd name="T57" fmla="*/ 0 h 1233"/>
                  <a:gd name="T58" fmla="*/ 0 w 1323"/>
                  <a:gd name="T59" fmla="*/ 0 h 1233"/>
                  <a:gd name="T60" fmla="*/ 0 w 1323"/>
                  <a:gd name="T61" fmla="*/ 0 h 1233"/>
                  <a:gd name="T62" fmla="*/ 0 w 1323"/>
                  <a:gd name="T63" fmla="*/ 0 h 1233"/>
                  <a:gd name="T64" fmla="*/ 0 w 1323"/>
                  <a:gd name="T65" fmla="*/ 0 h 123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323"/>
                  <a:gd name="T100" fmla="*/ 0 h 1233"/>
                  <a:gd name="T101" fmla="*/ 1323 w 1323"/>
                  <a:gd name="T102" fmla="*/ 1233 h 123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323" h="1233">
                    <a:moveTo>
                      <a:pt x="680" y="329"/>
                    </a:moveTo>
                    <a:lnTo>
                      <a:pt x="759" y="233"/>
                    </a:lnTo>
                    <a:lnTo>
                      <a:pt x="833" y="191"/>
                    </a:lnTo>
                    <a:lnTo>
                      <a:pt x="918" y="186"/>
                    </a:lnTo>
                    <a:lnTo>
                      <a:pt x="1026" y="239"/>
                    </a:lnTo>
                    <a:lnTo>
                      <a:pt x="1086" y="329"/>
                    </a:lnTo>
                    <a:lnTo>
                      <a:pt x="1116" y="433"/>
                    </a:lnTo>
                    <a:lnTo>
                      <a:pt x="1128" y="539"/>
                    </a:lnTo>
                    <a:lnTo>
                      <a:pt x="1123" y="648"/>
                    </a:lnTo>
                    <a:lnTo>
                      <a:pt x="1112" y="753"/>
                    </a:lnTo>
                    <a:lnTo>
                      <a:pt x="1141" y="857"/>
                    </a:lnTo>
                    <a:lnTo>
                      <a:pt x="1165" y="744"/>
                    </a:lnTo>
                    <a:lnTo>
                      <a:pt x="1242" y="689"/>
                    </a:lnTo>
                    <a:lnTo>
                      <a:pt x="1291" y="728"/>
                    </a:lnTo>
                    <a:lnTo>
                      <a:pt x="1305" y="857"/>
                    </a:lnTo>
                    <a:lnTo>
                      <a:pt x="1296" y="960"/>
                    </a:lnTo>
                    <a:lnTo>
                      <a:pt x="1238" y="1046"/>
                    </a:lnTo>
                    <a:lnTo>
                      <a:pt x="1209" y="1083"/>
                    </a:lnTo>
                    <a:lnTo>
                      <a:pt x="1152" y="1127"/>
                    </a:lnTo>
                    <a:lnTo>
                      <a:pt x="1222" y="1101"/>
                    </a:lnTo>
                    <a:lnTo>
                      <a:pt x="1310" y="966"/>
                    </a:lnTo>
                    <a:lnTo>
                      <a:pt x="1323" y="834"/>
                    </a:lnTo>
                    <a:lnTo>
                      <a:pt x="1296" y="696"/>
                    </a:lnTo>
                    <a:lnTo>
                      <a:pt x="1242" y="666"/>
                    </a:lnTo>
                    <a:lnTo>
                      <a:pt x="1242" y="585"/>
                    </a:lnTo>
                    <a:lnTo>
                      <a:pt x="1183" y="323"/>
                    </a:lnTo>
                    <a:lnTo>
                      <a:pt x="1086" y="175"/>
                    </a:lnTo>
                    <a:lnTo>
                      <a:pt x="971" y="74"/>
                    </a:lnTo>
                    <a:lnTo>
                      <a:pt x="840" y="32"/>
                    </a:lnTo>
                    <a:lnTo>
                      <a:pt x="629" y="0"/>
                    </a:lnTo>
                    <a:lnTo>
                      <a:pt x="392" y="32"/>
                    </a:lnTo>
                    <a:lnTo>
                      <a:pt x="213" y="131"/>
                    </a:lnTo>
                    <a:lnTo>
                      <a:pt x="97" y="255"/>
                    </a:lnTo>
                    <a:lnTo>
                      <a:pt x="26" y="404"/>
                    </a:lnTo>
                    <a:lnTo>
                      <a:pt x="12" y="562"/>
                    </a:lnTo>
                    <a:lnTo>
                      <a:pt x="26" y="786"/>
                    </a:lnTo>
                    <a:lnTo>
                      <a:pt x="0" y="857"/>
                    </a:lnTo>
                    <a:lnTo>
                      <a:pt x="23" y="995"/>
                    </a:lnTo>
                    <a:lnTo>
                      <a:pt x="97" y="1113"/>
                    </a:lnTo>
                    <a:lnTo>
                      <a:pt x="198" y="1196"/>
                    </a:lnTo>
                    <a:lnTo>
                      <a:pt x="249" y="1201"/>
                    </a:lnTo>
                    <a:lnTo>
                      <a:pt x="279" y="1233"/>
                    </a:lnTo>
                    <a:lnTo>
                      <a:pt x="264" y="1152"/>
                    </a:lnTo>
                    <a:lnTo>
                      <a:pt x="213" y="1187"/>
                    </a:lnTo>
                    <a:lnTo>
                      <a:pt x="104" y="1106"/>
                    </a:lnTo>
                    <a:lnTo>
                      <a:pt x="33" y="973"/>
                    </a:lnTo>
                    <a:lnTo>
                      <a:pt x="26" y="868"/>
                    </a:lnTo>
                    <a:lnTo>
                      <a:pt x="49" y="843"/>
                    </a:lnTo>
                    <a:lnTo>
                      <a:pt x="121" y="857"/>
                    </a:lnTo>
                    <a:lnTo>
                      <a:pt x="213" y="936"/>
                    </a:lnTo>
                    <a:lnTo>
                      <a:pt x="194" y="830"/>
                    </a:lnTo>
                    <a:lnTo>
                      <a:pt x="167" y="771"/>
                    </a:lnTo>
                    <a:lnTo>
                      <a:pt x="130" y="668"/>
                    </a:lnTo>
                    <a:lnTo>
                      <a:pt x="108" y="551"/>
                    </a:lnTo>
                    <a:lnTo>
                      <a:pt x="108" y="459"/>
                    </a:lnTo>
                    <a:lnTo>
                      <a:pt x="130" y="382"/>
                    </a:lnTo>
                    <a:lnTo>
                      <a:pt x="171" y="323"/>
                    </a:lnTo>
                    <a:lnTo>
                      <a:pt x="227" y="281"/>
                    </a:lnTo>
                    <a:lnTo>
                      <a:pt x="286" y="265"/>
                    </a:lnTo>
                    <a:lnTo>
                      <a:pt x="354" y="281"/>
                    </a:lnTo>
                    <a:lnTo>
                      <a:pt x="420" y="318"/>
                    </a:lnTo>
                    <a:lnTo>
                      <a:pt x="466" y="355"/>
                    </a:lnTo>
                    <a:lnTo>
                      <a:pt x="521" y="369"/>
                    </a:lnTo>
                    <a:lnTo>
                      <a:pt x="607" y="362"/>
                    </a:lnTo>
                    <a:lnTo>
                      <a:pt x="655" y="345"/>
                    </a:lnTo>
                    <a:lnTo>
                      <a:pt x="680" y="3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34" name="Freeform 528"/>
              <p:cNvSpPr>
                <a:spLocks/>
              </p:cNvSpPr>
              <p:nvPr/>
            </p:nvSpPr>
            <p:spPr bwMode="auto">
              <a:xfrm>
                <a:off x="3017" y="1531"/>
                <a:ext cx="53" cy="10"/>
              </a:xfrm>
              <a:custGeom>
                <a:avLst/>
                <a:gdLst>
                  <a:gd name="T0" fmla="*/ 0 w 424"/>
                  <a:gd name="T1" fmla="*/ 0 h 83"/>
                  <a:gd name="T2" fmla="*/ 0 w 424"/>
                  <a:gd name="T3" fmla="*/ 0 h 83"/>
                  <a:gd name="T4" fmla="*/ 0 w 424"/>
                  <a:gd name="T5" fmla="*/ 0 h 83"/>
                  <a:gd name="T6" fmla="*/ 0 w 424"/>
                  <a:gd name="T7" fmla="*/ 0 h 83"/>
                  <a:gd name="T8" fmla="*/ 0 w 424"/>
                  <a:gd name="T9" fmla="*/ 0 h 83"/>
                  <a:gd name="T10" fmla="*/ 0 w 424"/>
                  <a:gd name="T11" fmla="*/ 0 h 83"/>
                  <a:gd name="T12" fmla="*/ 0 w 424"/>
                  <a:gd name="T13" fmla="*/ 0 h 83"/>
                  <a:gd name="T14" fmla="*/ 0 w 424"/>
                  <a:gd name="T15" fmla="*/ 0 h 83"/>
                  <a:gd name="T16" fmla="*/ 0 w 424"/>
                  <a:gd name="T17" fmla="*/ 0 h 83"/>
                  <a:gd name="T18" fmla="*/ 0 w 424"/>
                  <a:gd name="T19" fmla="*/ 0 h 83"/>
                  <a:gd name="T20" fmla="*/ 0 w 424"/>
                  <a:gd name="T21" fmla="*/ 0 h 83"/>
                  <a:gd name="T22" fmla="*/ 0 w 424"/>
                  <a:gd name="T23" fmla="*/ 0 h 83"/>
                  <a:gd name="T24" fmla="*/ 0 w 424"/>
                  <a:gd name="T25" fmla="*/ 0 h 83"/>
                  <a:gd name="T26" fmla="*/ 0 w 424"/>
                  <a:gd name="T27" fmla="*/ 0 h 83"/>
                  <a:gd name="T28" fmla="*/ 0 w 424"/>
                  <a:gd name="T29" fmla="*/ 0 h 83"/>
                  <a:gd name="T30" fmla="*/ 0 w 424"/>
                  <a:gd name="T31" fmla="*/ 0 h 8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24"/>
                  <a:gd name="T49" fmla="*/ 0 h 83"/>
                  <a:gd name="T50" fmla="*/ 424 w 424"/>
                  <a:gd name="T51" fmla="*/ 83 h 8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24" h="83">
                    <a:moveTo>
                      <a:pt x="0" y="42"/>
                    </a:moveTo>
                    <a:lnTo>
                      <a:pt x="74" y="22"/>
                    </a:lnTo>
                    <a:lnTo>
                      <a:pt x="157" y="15"/>
                    </a:lnTo>
                    <a:lnTo>
                      <a:pt x="274" y="15"/>
                    </a:lnTo>
                    <a:lnTo>
                      <a:pt x="338" y="8"/>
                    </a:lnTo>
                    <a:lnTo>
                      <a:pt x="424" y="0"/>
                    </a:lnTo>
                    <a:lnTo>
                      <a:pt x="389" y="46"/>
                    </a:lnTo>
                    <a:lnTo>
                      <a:pt x="300" y="52"/>
                    </a:lnTo>
                    <a:lnTo>
                      <a:pt x="305" y="83"/>
                    </a:lnTo>
                    <a:lnTo>
                      <a:pt x="263" y="52"/>
                    </a:lnTo>
                    <a:lnTo>
                      <a:pt x="204" y="46"/>
                    </a:lnTo>
                    <a:lnTo>
                      <a:pt x="129" y="56"/>
                    </a:lnTo>
                    <a:lnTo>
                      <a:pt x="210" y="28"/>
                    </a:lnTo>
                    <a:lnTo>
                      <a:pt x="134" y="28"/>
                    </a:lnTo>
                    <a:lnTo>
                      <a:pt x="63" y="42"/>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35" name="Freeform 529"/>
              <p:cNvSpPr>
                <a:spLocks/>
              </p:cNvSpPr>
              <p:nvPr/>
            </p:nvSpPr>
            <p:spPr bwMode="auto">
              <a:xfrm>
                <a:off x="3015" y="1533"/>
                <a:ext cx="40" cy="21"/>
              </a:xfrm>
              <a:custGeom>
                <a:avLst/>
                <a:gdLst>
                  <a:gd name="T0" fmla="*/ 0 w 318"/>
                  <a:gd name="T1" fmla="*/ 0 h 161"/>
                  <a:gd name="T2" fmla="*/ 0 w 318"/>
                  <a:gd name="T3" fmla="*/ 0 h 161"/>
                  <a:gd name="T4" fmla="*/ 0 w 318"/>
                  <a:gd name="T5" fmla="*/ 0 h 161"/>
                  <a:gd name="T6" fmla="*/ 0 w 318"/>
                  <a:gd name="T7" fmla="*/ 0 h 161"/>
                  <a:gd name="T8" fmla="*/ 0 w 318"/>
                  <a:gd name="T9" fmla="*/ 0 h 161"/>
                  <a:gd name="T10" fmla="*/ 0 w 318"/>
                  <a:gd name="T11" fmla="*/ 0 h 161"/>
                  <a:gd name="T12" fmla="*/ 0 w 318"/>
                  <a:gd name="T13" fmla="*/ 0 h 161"/>
                  <a:gd name="T14" fmla="*/ 0 w 318"/>
                  <a:gd name="T15" fmla="*/ 0 h 161"/>
                  <a:gd name="T16" fmla="*/ 0 w 318"/>
                  <a:gd name="T17" fmla="*/ 0 h 161"/>
                  <a:gd name="T18" fmla="*/ 0 w 318"/>
                  <a:gd name="T19" fmla="*/ 0 h 161"/>
                  <a:gd name="T20" fmla="*/ 0 w 318"/>
                  <a:gd name="T21" fmla="*/ 0 h 161"/>
                  <a:gd name="T22" fmla="*/ 0 w 318"/>
                  <a:gd name="T23" fmla="*/ 0 h 161"/>
                  <a:gd name="T24" fmla="*/ 0 w 318"/>
                  <a:gd name="T25" fmla="*/ 0 h 161"/>
                  <a:gd name="T26" fmla="*/ 0 w 318"/>
                  <a:gd name="T27" fmla="*/ 0 h 161"/>
                  <a:gd name="T28" fmla="*/ 0 w 318"/>
                  <a:gd name="T29" fmla="*/ 0 h 161"/>
                  <a:gd name="T30" fmla="*/ 0 w 318"/>
                  <a:gd name="T31" fmla="*/ 0 h 161"/>
                  <a:gd name="T32" fmla="*/ 0 w 318"/>
                  <a:gd name="T33" fmla="*/ 0 h 161"/>
                  <a:gd name="T34" fmla="*/ 0 w 318"/>
                  <a:gd name="T35" fmla="*/ 0 h 161"/>
                  <a:gd name="T36" fmla="*/ 0 w 318"/>
                  <a:gd name="T37" fmla="*/ 0 h 16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18"/>
                  <a:gd name="T58" fmla="*/ 0 h 161"/>
                  <a:gd name="T59" fmla="*/ 318 w 318"/>
                  <a:gd name="T60" fmla="*/ 161 h 16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18" h="161">
                    <a:moveTo>
                      <a:pt x="0" y="22"/>
                    </a:moveTo>
                    <a:lnTo>
                      <a:pt x="24" y="50"/>
                    </a:lnTo>
                    <a:lnTo>
                      <a:pt x="92" y="74"/>
                    </a:lnTo>
                    <a:lnTo>
                      <a:pt x="138" y="108"/>
                    </a:lnTo>
                    <a:lnTo>
                      <a:pt x="119" y="127"/>
                    </a:lnTo>
                    <a:lnTo>
                      <a:pt x="175" y="161"/>
                    </a:lnTo>
                    <a:lnTo>
                      <a:pt x="237" y="145"/>
                    </a:lnTo>
                    <a:lnTo>
                      <a:pt x="281" y="117"/>
                    </a:lnTo>
                    <a:lnTo>
                      <a:pt x="228" y="108"/>
                    </a:lnTo>
                    <a:lnTo>
                      <a:pt x="318" y="59"/>
                    </a:lnTo>
                    <a:lnTo>
                      <a:pt x="310" y="44"/>
                    </a:lnTo>
                    <a:lnTo>
                      <a:pt x="222" y="97"/>
                    </a:lnTo>
                    <a:lnTo>
                      <a:pt x="175" y="103"/>
                    </a:lnTo>
                    <a:lnTo>
                      <a:pt x="119" y="81"/>
                    </a:lnTo>
                    <a:lnTo>
                      <a:pt x="99" y="53"/>
                    </a:lnTo>
                    <a:lnTo>
                      <a:pt x="156" y="32"/>
                    </a:lnTo>
                    <a:lnTo>
                      <a:pt x="99" y="39"/>
                    </a:lnTo>
                    <a:lnTo>
                      <a:pt x="77" y="0"/>
                    </a:lnTo>
                    <a:lnTo>
                      <a:pt x="0"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36" name="Freeform 530"/>
              <p:cNvSpPr>
                <a:spLocks/>
              </p:cNvSpPr>
              <p:nvPr/>
            </p:nvSpPr>
            <p:spPr bwMode="auto">
              <a:xfrm>
                <a:off x="3074" y="1519"/>
                <a:ext cx="41" cy="10"/>
              </a:xfrm>
              <a:custGeom>
                <a:avLst/>
                <a:gdLst>
                  <a:gd name="T0" fmla="*/ 0 w 327"/>
                  <a:gd name="T1" fmla="*/ 0 h 85"/>
                  <a:gd name="T2" fmla="*/ 0 w 327"/>
                  <a:gd name="T3" fmla="*/ 0 h 85"/>
                  <a:gd name="T4" fmla="*/ 0 w 327"/>
                  <a:gd name="T5" fmla="*/ 0 h 85"/>
                  <a:gd name="T6" fmla="*/ 0 w 327"/>
                  <a:gd name="T7" fmla="*/ 0 h 85"/>
                  <a:gd name="T8" fmla="*/ 0 w 327"/>
                  <a:gd name="T9" fmla="*/ 0 h 85"/>
                  <a:gd name="T10" fmla="*/ 0 w 327"/>
                  <a:gd name="T11" fmla="*/ 0 h 85"/>
                  <a:gd name="T12" fmla="*/ 0 w 327"/>
                  <a:gd name="T13" fmla="*/ 0 h 85"/>
                  <a:gd name="T14" fmla="*/ 0 w 327"/>
                  <a:gd name="T15" fmla="*/ 0 h 85"/>
                  <a:gd name="T16" fmla="*/ 0 60000 65536"/>
                  <a:gd name="T17" fmla="*/ 0 60000 65536"/>
                  <a:gd name="T18" fmla="*/ 0 60000 65536"/>
                  <a:gd name="T19" fmla="*/ 0 60000 65536"/>
                  <a:gd name="T20" fmla="*/ 0 60000 65536"/>
                  <a:gd name="T21" fmla="*/ 0 60000 65536"/>
                  <a:gd name="T22" fmla="*/ 0 60000 65536"/>
                  <a:gd name="T23" fmla="*/ 0 60000 65536"/>
                  <a:gd name="T24" fmla="*/ 0 w 327"/>
                  <a:gd name="T25" fmla="*/ 0 h 85"/>
                  <a:gd name="T26" fmla="*/ 327 w 327"/>
                  <a:gd name="T27" fmla="*/ 85 h 8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7" h="85">
                    <a:moveTo>
                      <a:pt x="0" y="85"/>
                    </a:moveTo>
                    <a:lnTo>
                      <a:pt x="211" y="0"/>
                    </a:lnTo>
                    <a:lnTo>
                      <a:pt x="269" y="12"/>
                    </a:lnTo>
                    <a:lnTo>
                      <a:pt x="327" y="35"/>
                    </a:lnTo>
                    <a:lnTo>
                      <a:pt x="253" y="28"/>
                    </a:lnTo>
                    <a:lnTo>
                      <a:pt x="200" y="28"/>
                    </a:lnTo>
                    <a:lnTo>
                      <a:pt x="130" y="48"/>
                    </a:lnTo>
                    <a:lnTo>
                      <a:pt x="0" y="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37" name="Freeform 531"/>
              <p:cNvSpPr>
                <a:spLocks/>
              </p:cNvSpPr>
              <p:nvPr/>
            </p:nvSpPr>
            <p:spPr bwMode="auto">
              <a:xfrm>
                <a:off x="3077" y="1529"/>
                <a:ext cx="33" cy="12"/>
              </a:xfrm>
              <a:custGeom>
                <a:avLst/>
                <a:gdLst>
                  <a:gd name="T0" fmla="*/ 0 w 261"/>
                  <a:gd name="T1" fmla="*/ 0 h 99"/>
                  <a:gd name="T2" fmla="*/ 0 w 261"/>
                  <a:gd name="T3" fmla="*/ 0 h 99"/>
                  <a:gd name="T4" fmla="*/ 0 w 261"/>
                  <a:gd name="T5" fmla="*/ 0 h 99"/>
                  <a:gd name="T6" fmla="*/ 0 w 261"/>
                  <a:gd name="T7" fmla="*/ 0 h 99"/>
                  <a:gd name="T8" fmla="*/ 0 w 261"/>
                  <a:gd name="T9" fmla="*/ 0 h 99"/>
                  <a:gd name="T10" fmla="*/ 0 w 261"/>
                  <a:gd name="T11" fmla="*/ 0 h 99"/>
                  <a:gd name="T12" fmla="*/ 0 w 261"/>
                  <a:gd name="T13" fmla="*/ 0 h 99"/>
                  <a:gd name="T14" fmla="*/ 0 w 261"/>
                  <a:gd name="T15" fmla="*/ 0 h 99"/>
                  <a:gd name="T16" fmla="*/ 0 w 261"/>
                  <a:gd name="T17" fmla="*/ 0 h 99"/>
                  <a:gd name="T18" fmla="*/ 0 w 261"/>
                  <a:gd name="T19" fmla="*/ 0 h 99"/>
                  <a:gd name="T20" fmla="*/ 0 w 261"/>
                  <a:gd name="T21" fmla="*/ 0 h 99"/>
                  <a:gd name="T22" fmla="*/ 0 w 261"/>
                  <a:gd name="T23" fmla="*/ 0 h 99"/>
                  <a:gd name="T24" fmla="*/ 0 w 261"/>
                  <a:gd name="T25" fmla="*/ 0 h 99"/>
                  <a:gd name="T26" fmla="*/ 0 w 261"/>
                  <a:gd name="T27" fmla="*/ 0 h 99"/>
                  <a:gd name="T28" fmla="*/ 0 w 261"/>
                  <a:gd name="T29" fmla="*/ 0 h 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61"/>
                  <a:gd name="T46" fmla="*/ 0 h 99"/>
                  <a:gd name="T47" fmla="*/ 261 w 261"/>
                  <a:gd name="T48" fmla="*/ 99 h 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61" h="99">
                    <a:moveTo>
                      <a:pt x="0" y="53"/>
                    </a:moveTo>
                    <a:lnTo>
                      <a:pt x="70" y="2"/>
                    </a:lnTo>
                    <a:lnTo>
                      <a:pt x="166" y="0"/>
                    </a:lnTo>
                    <a:lnTo>
                      <a:pt x="261" y="11"/>
                    </a:lnTo>
                    <a:lnTo>
                      <a:pt x="224" y="57"/>
                    </a:lnTo>
                    <a:lnTo>
                      <a:pt x="166" y="85"/>
                    </a:lnTo>
                    <a:lnTo>
                      <a:pt x="116" y="99"/>
                    </a:lnTo>
                    <a:lnTo>
                      <a:pt x="42" y="88"/>
                    </a:lnTo>
                    <a:lnTo>
                      <a:pt x="116" y="88"/>
                    </a:lnTo>
                    <a:lnTo>
                      <a:pt x="193" y="57"/>
                    </a:lnTo>
                    <a:lnTo>
                      <a:pt x="240" y="15"/>
                    </a:lnTo>
                    <a:lnTo>
                      <a:pt x="153" y="11"/>
                    </a:lnTo>
                    <a:lnTo>
                      <a:pt x="83" y="15"/>
                    </a:lnTo>
                    <a:lnTo>
                      <a:pt x="30" y="53"/>
                    </a:lnTo>
                    <a:lnTo>
                      <a:pt x="0"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38" name="Freeform 532"/>
              <p:cNvSpPr>
                <a:spLocks/>
              </p:cNvSpPr>
              <p:nvPr/>
            </p:nvSpPr>
            <p:spPr bwMode="auto">
              <a:xfrm>
                <a:off x="3069" y="1523"/>
                <a:ext cx="31" cy="35"/>
              </a:xfrm>
              <a:custGeom>
                <a:avLst/>
                <a:gdLst>
                  <a:gd name="T0" fmla="*/ 0 w 248"/>
                  <a:gd name="T1" fmla="*/ 0 h 281"/>
                  <a:gd name="T2" fmla="*/ 0 w 248"/>
                  <a:gd name="T3" fmla="*/ 0 h 281"/>
                  <a:gd name="T4" fmla="*/ 0 w 248"/>
                  <a:gd name="T5" fmla="*/ 0 h 281"/>
                  <a:gd name="T6" fmla="*/ 0 w 248"/>
                  <a:gd name="T7" fmla="*/ 0 h 281"/>
                  <a:gd name="T8" fmla="*/ 0 w 248"/>
                  <a:gd name="T9" fmla="*/ 0 h 281"/>
                  <a:gd name="T10" fmla="*/ 0 w 248"/>
                  <a:gd name="T11" fmla="*/ 0 h 281"/>
                  <a:gd name="T12" fmla="*/ 0 w 248"/>
                  <a:gd name="T13" fmla="*/ 0 h 281"/>
                  <a:gd name="T14" fmla="*/ 0 w 248"/>
                  <a:gd name="T15" fmla="*/ 0 h 281"/>
                  <a:gd name="T16" fmla="*/ 0 w 248"/>
                  <a:gd name="T17" fmla="*/ 0 h 281"/>
                  <a:gd name="T18" fmla="*/ 0 w 248"/>
                  <a:gd name="T19" fmla="*/ 0 h 281"/>
                  <a:gd name="T20" fmla="*/ 0 w 248"/>
                  <a:gd name="T21" fmla="*/ 0 h 281"/>
                  <a:gd name="T22" fmla="*/ 0 w 248"/>
                  <a:gd name="T23" fmla="*/ 0 h 281"/>
                  <a:gd name="T24" fmla="*/ 0 w 248"/>
                  <a:gd name="T25" fmla="*/ 0 h 281"/>
                  <a:gd name="T26" fmla="*/ 0 w 248"/>
                  <a:gd name="T27" fmla="*/ 0 h 281"/>
                  <a:gd name="T28" fmla="*/ 0 w 248"/>
                  <a:gd name="T29" fmla="*/ 0 h 28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48"/>
                  <a:gd name="T46" fmla="*/ 0 h 281"/>
                  <a:gd name="T47" fmla="*/ 248 w 248"/>
                  <a:gd name="T48" fmla="*/ 281 h 28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48" h="281">
                    <a:moveTo>
                      <a:pt x="173" y="11"/>
                    </a:moveTo>
                    <a:lnTo>
                      <a:pt x="248" y="25"/>
                    </a:lnTo>
                    <a:lnTo>
                      <a:pt x="158" y="25"/>
                    </a:lnTo>
                    <a:lnTo>
                      <a:pt x="122" y="63"/>
                    </a:lnTo>
                    <a:lnTo>
                      <a:pt x="74" y="94"/>
                    </a:lnTo>
                    <a:lnTo>
                      <a:pt x="55" y="133"/>
                    </a:lnTo>
                    <a:lnTo>
                      <a:pt x="55" y="186"/>
                    </a:lnTo>
                    <a:lnTo>
                      <a:pt x="74" y="281"/>
                    </a:lnTo>
                    <a:lnTo>
                      <a:pt x="43" y="191"/>
                    </a:lnTo>
                    <a:lnTo>
                      <a:pt x="37" y="142"/>
                    </a:lnTo>
                    <a:lnTo>
                      <a:pt x="34" y="105"/>
                    </a:lnTo>
                    <a:lnTo>
                      <a:pt x="0" y="63"/>
                    </a:lnTo>
                    <a:lnTo>
                      <a:pt x="140" y="21"/>
                    </a:lnTo>
                    <a:lnTo>
                      <a:pt x="204" y="0"/>
                    </a:lnTo>
                    <a:lnTo>
                      <a:pt x="173"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39" name="Freeform 533"/>
              <p:cNvSpPr>
                <a:spLocks/>
              </p:cNvSpPr>
              <p:nvPr/>
            </p:nvSpPr>
            <p:spPr bwMode="auto">
              <a:xfrm>
                <a:off x="3057" y="1536"/>
                <a:ext cx="6" cy="29"/>
              </a:xfrm>
              <a:custGeom>
                <a:avLst/>
                <a:gdLst>
                  <a:gd name="T0" fmla="*/ 0 w 48"/>
                  <a:gd name="T1" fmla="*/ 0 h 233"/>
                  <a:gd name="T2" fmla="*/ 0 w 48"/>
                  <a:gd name="T3" fmla="*/ 0 h 233"/>
                  <a:gd name="T4" fmla="*/ 0 w 48"/>
                  <a:gd name="T5" fmla="*/ 0 h 233"/>
                  <a:gd name="T6" fmla="*/ 0 w 48"/>
                  <a:gd name="T7" fmla="*/ 0 h 233"/>
                  <a:gd name="T8" fmla="*/ 0 w 48"/>
                  <a:gd name="T9" fmla="*/ 0 h 233"/>
                  <a:gd name="T10" fmla="*/ 0 w 48"/>
                  <a:gd name="T11" fmla="*/ 0 h 233"/>
                  <a:gd name="T12" fmla="*/ 0 w 48"/>
                  <a:gd name="T13" fmla="*/ 0 h 233"/>
                  <a:gd name="T14" fmla="*/ 0 w 48"/>
                  <a:gd name="T15" fmla="*/ 0 h 233"/>
                  <a:gd name="T16" fmla="*/ 0 w 48"/>
                  <a:gd name="T17" fmla="*/ 0 h 2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8"/>
                  <a:gd name="T28" fmla="*/ 0 h 233"/>
                  <a:gd name="T29" fmla="*/ 48 w 48"/>
                  <a:gd name="T30" fmla="*/ 233 h 2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8" h="233">
                    <a:moveTo>
                      <a:pt x="0" y="10"/>
                    </a:moveTo>
                    <a:lnTo>
                      <a:pt x="22" y="90"/>
                    </a:lnTo>
                    <a:lnTo>
                      <a:pt x="27" y="153"/>
                    </a:lnTo>
                    <a:lnTo>
                      <a:pt x="39" y="233"/>
                    </a:lnTo>
                    <a:lnTo>
                      <a:pt x="48" y="149"/>
                    </a:lnTo>
                    <a:lnTo>
                      <a:pt x="41" y="85"/>
                    </a:lnTo>
                    <a:lnTo>
                      <a:pt x="35" y="32"/>
                    </a:lnTo>
                    <a:lnTo>
                      <a:pt x="27" y="0"/>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0" name="Freeform 534"/>
              <p:cNvSpPr>
                <a:spLocks/>
              </p:cNvSpPr>
              <p:nvPr/>
            </p:nvSpPr>
            <p:spPr bwMode="auto">
              <a:xfrm>
                <a:off x="3082" y="1540"/>
                <a:ext cx="22" cy="7"/>
              </a:xfrm>
              <a:custGeom>
                <a:avLst/>
                <a:gdLst>
                  <a:gd name="T0" fmla="*/ 0 w 171"/>
                  <a:gd name="T1" fmla="*/ 0 h 55"/>
                  <a:gd name="T2" fmla="*/ 0 w 171"/>
                  <a:gd name="T3" fmla="*/ 0 h 55"/>
                  <a:gd name="T4" fmla="*/ 0 w 171"/>
                  <a:gd name="T5" fmla="*/ 0 h 55"/>
                  <a:gd name="T6" fmla="*/ 0 w 171"/>
                  <a:gd name="T7" fmla="*/ 0 h 55"/>
                  <a:gd name="T8" fmla="*/ 0 w 171"/>
                  <a:gd name="T9" fmla="*/ 0 h 55"/>
                  <a:gd name="T10" fmla="*/ 0 w 171"/>
                  <a:gd name="T11" fmla="*/ 0 h 55"/>
                  <a:gd name="T12" fmla="*/ 0 w 171"/>
                  <a:gd name="T13" fmla="*/ 0 h 55"/>
                  <a:gd name="T14" fmla="*/ 0 w 171"/>
                  <a:gd name="T15" fmla="*/ 0 h 55"/>
                  <a:gd name="T16" fmla="*/ 0 60000 65536"/>
                  <a:gd name="T17" fmla="*/ 0 60000 65536"/>
                  <a:gd name="T18" fmla="*/ 0 60000 65536"/>
                  <a:gd name="T19" fmla="*/ 0 60000 65536"/>
                  <a:gd name="T20" fmla="*/ 0 60000 65536"/>
                  <a:gd name="T21" fmla="*/ 0 60000 65536"/>
                  <a:gd name="T22" fmla="*/ 0 60000 65536"/>
                  <a:gd name="T23" fmla="*/ 0 60000 65536"/>
                  <a:gd name="T24" fmla="*/ 0 w 171"/>
                  <a:gd name="T25" fmla="*/ 0 h 55"/>
                  <a:gd name="T26" fmla="*/ 171 w 171"/>
                  <a:gd name="T27" fmla="*/ 55 h 5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1" h="55">
                    <a:moveTo>
                      <a:pt x="32" y="11"/>
                    </a:moveTo>
                    <a:lnTo>
                      <a:pt x="0" y="44"/>
                    </a:lnTo>
                    <a:lnTo>
                      <a:pt x="65" y="55"/>
                    </a:lnTo>
                    <a:lnTo>
                      <a:pt x="106" y="44"/>
                    </a:lnTo>
                    <a:lnTo>
                      <a:pt x="171" y="11"/>
                    </a:lnTo>
                    <a:lnTo>
                      <a:pt x="124" y="11"/>
                    </a:lnTo>
                    <a:lnTo>
                      <a:pt x="81" y="0"/>
                    </a:lnTo>
                    <a:lnTo>
                      <a:pt x="32"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1" name="Freeform 535"/>
              <p:cNvSpPr>
                <a:spLocks/>
              </p:cNvSpPr>
              <p:nvPr/>
            </p:nvSpPr>
            <p:spPr bwMode="auto">
              <a:xfrm>
                <a:off x="2988" y="1539"/>
                <a:ext cx="21" cy="21"/>
              </a:xfrm>
              <a:custGeom>
                <a:avLst/>
                <a:gdLst>
                  <a:gd name="T0" fmla="*/ 0 w 174"/>
                  <a:gd name="T1" fmla="*/ 0 h 170"/>
                  <a:gd name="T2" fmla="*/ 0 w 174"/>
                  <a:gd name="T3" fmla="*/ 0 h 170"/>
                  <a:gd name="T4" fmla="*/ 0 w 174"/>
                  <a:gd name="T5" fmla="*/ 0 h 170"/>
                  <a:gd name="T6" fmla="*/ 0 w 174"/>
                  <a:gd name="T7" fmla="*/ 0 h 170"/>
                  <a:gd name="T8" fmla="*/ 0 w 174"/>
                  <a:gd name="T9" fmla="*/ 0 h 170"/>
                  <a:gd name="T10" fmla="*/ 0 w 174"/>
                  <a:gd name="T11" fmla="*/ 0 h 170"/>
                  <a:gd name="T12" fmla="*/ 0 w 174"/>
                  <a:gd name="T13" fmla="*/ 0 h 170"/>
                  <a:gd name="T14" fmla="*/ 0 w 174"/>
                  <a:gd name="T15" fmla="*/ 0 h 170"/>
                  <a:gd name="T16" fmla="*/ 0 w 174"/>
                  <a:gd name="T17" fmla="*/ 0 h 170"/>
                  <a:gd name="T18" fmla="*/ 0 w 174"/>
                  <a:gd name="T19" fmla="*/ 0 h 170"/>
                  <a:gd name="T20" fmla="*/ 0 w 174"/>
                  <a:gd name="T21" fmla="*/ 0 h 170"/>
                  <a:gd name="T22" fmla="*/ 0 w 174"/>
                  <a:gd name="T23" fmla="*/ 0 h 170"/>
                  <a:gd name="T24" fmla="*/ 0 w 174"/>
                  <a:gd name="T25" fmla="*/ 0 h 170"/>
                  <a:gd name="T26" fmla="*/ 0 w 174"/>
                  <a:gd name="T27" fmla="*/ 0 h 170"/>
                  <a:gd name="T28" fmla="*/ 0 w 174"/>
                  <a:gd name="T29" fmla="*/ 0 h 170"/>
                  <a:gd name="T30" fmla="*/ 0 w 174"/>
                  <a:gd name="T31" fmla="*/ 0 h 170"/>
                  <a:gd name="T32" fmla="*/ 0 w 174"/>
                  <a:gd name="T33" fmla="*/ 0 h 17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4"/>
                  <a:gd name="T52" fmla="*/ 0 h 170"/>
                  <a:gd name="T53" fmla="*/ 174 w 174"/>
                  <a:gd name="T54" fmla="*/ 170 h 17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4" h="170">
                    <a:moveTo>
                      <a:pt x="157" y="30"/>
                    </a:moveTo>
                    <a:lnTo>
                      <a:pt x="88" y="6"/>
                    </a:lnTo>
                    <a:lnTo>
                      <a:pt x="0" y="0"/>
                    </a:lnTo>
                    <a:lnTo>
                      <a:pt x="33" y="20"/>
                    </a:lnTo>
                    <a:lnTo>
                      <a:pt x="51" y="90"/>
                    </a:lnTo>
                    <a:lnTo>
                      <a:pt x="77" y="129"/>
                    </a:lnTo>
                    <a:lnTo>
                      <a:pt x="60" y="78"/>
                    </a:lnTo>
                    <a:lnTo>
                      <a:pt x="70" y="37"/>
                    </a:lnTo>
                    <a:lnTo>
                      <a:pt x="104" y="44"/>
                    </a:lnTo>
                    <a:lnTo>
                      <a:pt x="97" y="78"/>
                    </a:lnTo>
                    <a:lnTo>
                      <a:pt x="108" y="123"/>
                    </a:lnTo>
                    <a:lnTo>
                      <a:pt x="136" y="136"/>
                    </a:lnTo>
                    <a:lnTo>
                      <a:pt x="174" y="170"/>
                    </a:lnTo>
                    <a:lnTo>
                      <a:pt x="157" y="123"/>
                    </a:lnTo>
                    <a:lnTo>
                      <a:pt x="167" y="83"/>
                    </a:lnTo>
                    <a:lnTo>
                      <a:pt x="160" y="59"/>
                    </a:lnTo>
                    <a:lnTo>
                      <a:pt x="157"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2" name="Freeform 536"/>
              <p:cNvSpPr>
                <a:spLocks/>
              </p:cNvSpPr>
              <p:nvPr/>
            </p:nvSpPr>
            <p:spPr bwMode="auto">
              <a:xfrm>
                <a:off x="3124" y="1518"/>
                <a:ext cx="16" cy="36"/>
              </a:xfrm>
              <a:custGeom>
                <a:avLst/>
                <a:gdLst>
                  <a:gd name="T0" fmla="*/ 0 w 129"/>
                  <a:gd name="T1" fmla="*/ 0 h 292"/>
                  <a:gd name="T2" fmla="*/ 0 w 129"/>
                  <a:gd name="T3" fmla="*/ 0 h 292"/>
                  <a:gd name="T4" fmla="*/ 0 w 129"/>
                  <a:gd name="T5" fmla="*/ 0 h 292"/>
                  <a:gd name="T6" fmla="*/ 0 w 129"/>
                  <a:gd name="T7" fmla="*/ 0 h 292"/>
                  <a:gd name="T8" fmla="*/ 0 w 129"/>
                  <a:gd name="T9" fmla="*/ 0 h 292"/>
                  <a:gd name="T10" fmla="*/ 0 w 129"/>
                  <a:gd name="T11" fmla="*/ 0 h 292"/>
                  <a:gd name="T12" fmla="*/ 0 w 129"/>
                  <a:gd name="T13" fmla="*/ 0 h 292"/>
                  <a:gd name="T14" fmla="*/ 0 w 129"/>
                  <a:gd name="T15" fmla="*/ 0 h 292"/>
                  <a:gd name="T16" fmla="*/ 0 w 129"/>
                  <a:gd name="T17" fmla="*/ 0 h 292"/>
                  <a:gd name="T18" fmla="*/ 0 w 129"/>
                  <a:gd name="T19" fmla="*/ 0 h 292"/>
                  <a:gd name="T20" fmla="*/ 0 w 129"/>
                  <a:gd name="T21" fmla="*/ 0 h 292"/>
                  <a:gd name="T22" fmla="*/ 0 w 129"/>
                  <a:gd name="T23" fmla="*/ 0 h 292"/>
                  <a:gd name="T24" fmla="*/ 0 w 129"/>
                  <a:gd name="T25" fmla="*/ 0 h 292"/>
                  <a:gd name="T26" fmla="*/ 0 w 129"/>
                  <a:gd name="T27" fmla="*/ 0 h 292"/>
                  <a:gd name="T28" fmla="*/ 0 w 129"/>
                  <a:gd name="T29" fmla="*/ 0 h 292"/>
                  <a:gd name="T30" fmla="*/ 0 w 129"/>
                  <a:gd name="T31" fmla="*/ 0 h 292"/>
                  <a:gd name="T32" fmla="*/ 0 w 129"/>
                  <a:gd name="T33" fmla="*/ 0 h 292"/>
                  <a:gd name="T34" fmla="*/ 0 w 129"/>
                  <a:gd name="T35" fmla="*/ 0 h 292"/>
                  <a:gd name="T36" fmla="*/ 0 w 129"/>
                  <a:gd name="T37" fmla="*/ 0 h 292"/>
                  <a:gd name="T38" fmla="*/ 0 w 129"/>
                  <a:gd name="T39" fmla="*/ 0 h 292"/>
                  <a:gd name="T40" fmla="*/ 0 w 129"/>
                  <a:gd name="T41" fmla="*/ 0 h 292"/>
                  <a:gd name="T42" fmla="*/ 0 w 129"/>
                  <a:gd name="T43" fmla="*/ 0 h 29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9"/>
                  <a:gd name="T67" fmla="*/ 0 h 292"/>
                  <a:gd name="T68" fmla="*/ 129 w 129"/>
                  <a:gd name="T69" fmla="*/ 292 h 29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9" h="292">
                    <a:moveTo>
                      <a:pt x="0" y="116"/>
                    </a:moveTo>
                    <a:lnTo>
                      <a:pt x="23" y="109"/>
                    </a:lnTo>
                    <a:lnTo>
                      <a:pt x="63" y="55"/>
                    </a:lnTo>
                    <a:lnTo>
                      <a:pt x="116" y="0"/>
                    </a:lnTo>
                    <a:lnTo>
                      <a:pt x="104" y="46"/>
                    </a:lnTo>
                    <a:lnTo>
                      <a:pt x="129" y="90"/>
                    </a:lnTo>
                    <a:lnTo>
                      <a:pt x="129" y="147"/>
                    </a:lnTo>
                    <a:lnTo>
                      <a:pt x="104" y="199"/>
                    </a:lnTo>
                    <a:lnTo>
                      <a:pt x="116" y="136"/>
                    </a:lnTo>
                    <a:lnTo>
                      <a:pt x="113" y="105"/>
                    </a:lnTo>
                    <a:lnTo>
                      <a:pt x="83" y="76"/>
                    </a:lnTo>
                    <a:lnTo>
                      <a:pt x="69" y="109"/>
                    </a:lnTo>
                    <a:lnTo>
                      <a:pt x="92" y="147"/>
                    </a:lnTo>
                    <a:lnTo>
                      <a:pt x="83" y="184"/>
                    </a:lnTo>
                    <a:lnTo>
                      <a:pt x="54" y="199"/>
                    </a:lnTo>
                    <a:lnTo>
                      <a:pt x="37" y="228"/>
                    </a:lnTo>
                    <a:lnTo>
                      <a:pt x="19" y="292"/>
                    </a:lnTo>
                    <a:lnTo>
                      <a:pt x="17" y="237"/>
                    </a:lnTo>
                    <a:lnTo>
                      <a:pt x="30" y="184"/>
                    </a:lnTo>
                    <a:lnTo>
                      <a:pt x="19" y="164"/>
                    </a:lnTo>
                    <a:lnTo>
                      <a:pt x="0" y="143"/>
                    </a:lnTo>
                    <a:lnTo>
                      <a:pt x="0" y="1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3" name="Freeform 537"/>
              <p:cNvSpPr>
                <a:spLocks/>
              </p:cNvSpPr>
              <p:nvPr/>
            </p:nvSpPr>
            <p:spPr bwMode="auto">
              <a:xfrm>
                <a:off x="3034" y="1536"/>
                <a:ext cx="12" cy="8"/>
              </a:xfrm>
              <a:custGeom>
                <a:avLst/>
                <a:gdLst>
                  <a:gd name="T0" fmla="*/ 0 w 99"/>
                  <a:gd name="T1" fmla="*/ 0 h 63"/>
                  <a:gd name="T2" fmla="*/ 0 w 99"/>
                  <a:gd name="T3" fmla="*/ 0 h 63"/>
                  <a:gd name="T4" fmla="*/ 0 w 99"/>
                  <a:gd name="T5" fmla="*/ 0 h 63"/>
                  <a:gd name="T6" fmla="*/ 0 w 99"/>
                  <a:gd name="T7" fmla="*/ 0 h 63"/>
                  <a:gd name="T8" fmla="*/ 0 w 99"/>
                  <a:gd name="T9" fmla="*/ 0 h 63"/>
                  <a:gd name="T10" fmla="*/ 0 w 99"/>
                  <a:gd name="T11" fmla="*/ 0 h 63"/>
                  <a:gd name="T12" fmla="*/ 0 w 99"/>
                  <a:gd name="T13" fmla="*/ 0 h 63"/>
                  <a:gd name="T14" fmla="*/ 0 w 99"/>
                  <a:gd name="T15" fmla="*/ 0 h 63"/>
                  <a:gd name="T16" fmla="*/ 0 w 99"/>
                  <a:gd name="T17" fmla="*/ 0 h 63"/>
                  <a:gd name="T18" fmla="*/ 0 w 99"/>
                  <a:gd name="T19" fmla="*/ 0 h 63"/>
                  <a:gd name="T20" fmla="*/ 0 w 99"/>
                  <a:gd name="T21" fmla="*/ 0 h 63"/>
                  <a:gd name="T22" fmla="*/ 0 w 99"/>
                  <a:gd name="T23" fmla="*/ 0 h 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9"/>
                  <a:gd name="T37" fmla="*/ 0 h 63"/>
                  <a:gd name="T38" fmla="*/ 99 w 99"/>
                  <a:gd name="T39" fmla="*/ 63 h 6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9" h="63">
                    <a:moveTo>
                      <a:pt x="0" y="14"/>
                    </a:moveTo>
                    <a:lnTo>
                      <a:pt x="16" y="46"/>
                    </a:lnTo>
                    <a:lnTo>
                      <a:pt x="42" y="63"/>
                    </a:lnTo>
                    <a:lnTo>
                      <a:pt x="81" y="50"/>
                    </a:lnTo>
                    <a:lnTo>
                      <a:pt x="99" y="32"/>
                    </a:lnTo>
                    <a:lnTo>
                      <a:pt x="99" y="0"/>
                    </a:lnTo>
                    <a:lnTo>
                      <a:pt x="64" y="4"/>
                    </a:lnTo>
                    <a:lnTo>
                      <a:pt x="69" y="21"/>
                    </a:lnTo>
                    <a:lnTo>
                      <a:pt x="53" y="35"/>
                    </a:lnTo>
                    <a:lnTo>
                      <a:pt x="42" y="26"/>
                    </a:lnTo>
                    <a:lnTo>
                      <a:pt x="37" y="4"/>
                    </a:lnTo>
                    <a:lnTo>
                      <a:pt x="0"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4" name="Freeform 538"/>
              <p:cNvSpPr>
                <a:spLocks/>
              </p:cNvSpPr>
              <p:nvPr/>
            </p:nvSpPr>
            <p:spPr bwMode="auto">
              <a:xfrm>
                <a:off x="3087" y="1529"/>
                <a:ext cx="11" cy="8"/>
              </a:xfrm>
              <a:custGeom>
                <a:avLst/>
                <a:gdLst>
                  <a:gd name="T0" fmla="*/ 0 w 92"/>
                  <a:gd name="T1" fmla="*/ 0 h 61"/>
                  <a:gd name="T2" fmla="*/ 0 w 92"/>
                  <a:gd name="T3" fmla="*/ 0 h 61"/>
                  <a:gd name="T4" fmla="*/ 0 w 92"/>
                  <a:gd name="T5" fmla="*/ 0 h 61"/>
                  <a:gd name="T6" fmla="*/ 0 w 92"/>
                  <a:gd name="T7" fmla="*/ 0 h 61"/>
                  <a:gd name="T8" fmla="*/ 0 w 92"/>
                  <a:gd name="T9" fmla="*/ 0 h 61"/>
                  <a:gd name="T10" fmla="*/ 0 w 92"/>
                  <a:gd name="T11" fmla="*/ 0 h 61"/>
                  <a:gd name="T12" fmla="*/ 0 w 92"/>
                  <a:gd name="T13" fmla="*/ 0 h 61"/>
                  <a:gd name="T14" fmla="*/ 0 w 92"/>
                  <a:gd name="T15" fmla="*/ 0 h 61"/>
                  <a:gd name="T16" fmla="*/ 0 w 92"/>
                  <a:gd name="T17" fmla="*/ 0 h 61"/>
                  <a:gd name="T18" fmla="*/ 0 w 92"/>
                  <a:gd name="T19" fmla="*/ 0 h 61"/>
                  <a:gd name="T20" fmla="*/ 0 w 92"/>
                  <a:gd name="T21" fmla="*/ 0 h 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2"/>
                  <a:gd name="T34" fmla="*/ 0 h 61"/>
                  <a:gd name="T35" fmla="*/ 92 w 92"/>
                  <a:gd name="T36" fmla="*/ 61 h 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2" h="61">
                    <a:moveTo>
                      <a:pt x="0" y="17"/>
                    </a:moveTo>
                    <a:lnTo>
                      <a:pt x="9" y="55"/>
                    </a:lnTo>
                    <a:lnTo>
                      <a:pt x="42" y="61"/>
                    </a:lnTo>
                    <a:lnTo>
                      <a:pt x="74" y="51"/>
                    </a:lnTo>
                    <a:lnTo>
                      <a:pt x="92" y="31"/>
                    </a:lnTo>
                    <a:lnTo>
                      <a:pt x="86" y="0"/>
                    </a:lnTo>
                    <a:lnTo>
                      <a:pt x="64" y="0"/>
                    </a:lnTo>
                    <a:lnTo>
                      <a:pt x="60" y="33"/>
                    </a:lnTo>
                    <a:lnTo>
                      <a:pt x="37" y="33"/>
                    </a:lnTo>
                    <a:lnTo>
                      <a:pt x="27" y="13"/>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5" name="Freeform 539"/>
              <p:cNvSpPr>
                <a:spLocks/>
              </p:cNvSpPr>
              <p:nvPr/>
            </p:nvSpPr>
            <p:spPr bwMode="auto">
              <a:xfrm>
                <a:off x="3048" y="1563"/>
                <a:ext cx="47" cy="25"/>
              </a:xfrm>
              <a:custGeom>
                <a:avLst/>
                <a:gdLst>
                  <a:gd name="T0" fmla="*/ 0 w 374"/>
                  <a:gd name="T1" fmla="*/ 0 h 198"/>
                  <a:gd name="T2" fmla="*/ 0 w 374"/>
                  <a:gd name="T3" fmla="*/ 0 h 198"/>
                  <a:gd name="T4" fmla="*/ 0 w 374"/>
                  <a:gd name="T5" fmla="*/ 0 h 198"/>
                  <a:gd name="T6" fmla="*/ 0 w 374"/>
                  <a:gd name="T7" fmla="*/ 0 h 198"/>
                  <a:gd name="T8" fmla="*/ 0 w 374"/>
                  <a:gd name="T9" fmla="*/ 0 h 198"/>
                  <a:gd name="T10" fmla="*/ 0 w 374"/>
                  <a:gd name="T11" fmla="*/ 0 h 198"/>
                  <a:gd name="T12" fmla="*/ 0 w 374"/>
                  <a:gd name="T13" fmla="*/ 0 h 198"/>
                  <a:gd name="T14" fmla="*/ 0 w 374"/>
                  <a:gd name="T15" fmla="*/ 0 h 198"/>
                  <a:gd name="T16" fmla="*/ 0 w 374"/>
                  <a:gd name="T17" fmla="*/ 0 h 198"/>
                  <a:gd name="T18" fmla="*/ 0 w 374"/>
                  <a:gd name="T19" fmla="*/ 0 h 198"/>
                  <a:gd name="T20" fmla="*/ 0 w 374"/>
                  <a:gd name="T21" fmla="*/ 0 h 198"/>
                  <a:gd name="T22" fmla="*/ 0 w 374"/>
                  <a:gd name="T23" fmla="*/ 0 h 198"/>
                  <a:gd name="T24" fmla="*/ 0 w 374"/>
                  <a:gd name="T25" fmla="*/ 0 h 198"/>
                  <a:gd name="T26" fmla="*/ 0 w 374"/>
                  <a:gd name="T27" fmla="*/ 0 h 198"/>
                  <a:gd name="T28" fmla="*/ 0 w 374"/>
                  <a:gd name="T29" fmla="*/ 0 h 198"/>
                  <a:gd name="T30" fmla="*/ 0 w 374"/>
                  <a:gd name="T31" fmla="*/ 0 h 198"/>
                  <a:gd name="T32" fmla="*/ 0 w 374"/>
                  <a:gd name="T33" fmla="*/ 0 h 198"/>
                  <a:gd name="T34" fmla="*/ 0 w 374"/>
                  <a:gd name="T35" fmla="*/ 0 h 198"/>
                  <a:gd name="T36" fmla="*/ 0 w 374"/>
                  <a:gd name="T37" fmla="*/ 0 h 198"/>
                  <a:gd name="T38" fmla="*/ 0 w 374"/>
                  <a:gd name="T39" fmla="*/ 0 h 198"/>
                  <a:gd name="T40" fmla="*/ 0 w 374"/>
                  <a:gd name="T41" fmla="*/ 0 h 198"/>
                  <a:gd name="T42" fmla="*/ 0 w 374"/>
                  <a:gd name="T43" fmla="*/ 0 h 198"/>
                  <a:gd name="T44" fmla="*/ 0 w 374"/>
                  <a:gd name="T45" fmla="*/ 0 h 198"/>
                  <a:gd name="T46" fmla="*/ 0 w 374"/>
                  <a:gd name="T47" fmla="*/ 0 h 198"/>
                  <a:gd name="T48" fmla="*/ 0 w 374"/>
                  <a:gd name="T49" fmla="*/ 0 h 198"/>
                  <a:gd name="T50" fmla="*/ 0 w 374"/>
                  <a:gd name="T51" fmla="*/ 0 h 198"/>
                  <a:gd name="T52" fmla="*/ 0 w 374"/>
                  <a:gd name="T53" fmla="*/ 0 h 19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74"/>
                  <a:gd name="T82" fmla="*/ 0 h 198"/>
                  <a:gd name="T83" fmla="*/ 374 w 374"/>
                  <a:gd name="T84" fmla="*/ 198 h 19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74" h="198">
                    <a:moveTo>
                      <a:pt x="31" y="0"/>
                    </a:moveTo>
                    <a:lnTo>
                      <a:pt x="0" y="37"/>
                    </a:lnTo>
                    <a:lnTo>
                      <a:pt x="0" y="79"/>
                    </a:lnTo>
                    <a:lnTo>
                      <a:pt x="26" y="90"/>
                    </a:lnTo>
                    <a:lnTo>
                      <a:pt x="46" y="132"/>
                    </a:lnTo>
                    <a:lnTo>
                      <a:pt x="127" y="163"/>
                    </a:lnTo>
                    <a:lnTo>
                      <a:pt x="199" y="198"/>
                    </a:lnTo>
                    <a:lnTo>
                      <a:pt x="235" y="198"/>
                    </a:lnTo>
                    <a:lnTo>
                      <a:pt x="305" y="120"/>
                    </a:lnTo>
                    <a:lnTo>
                      <a:pt x="360" y="90"/>
                    </a:lnTo>
                    <a:lnTo>
                      <a:pt x="374" y="37"/>
                    </a:lnTo>
                    <a:lnTo>
                      <a:pt x="365" y="22"/>
                    </a:lnTo>
                    <a:lnTo>
                      <a:pt x="342" y="0"/>
                    </a:lnTo>
                    <a:lnTo>
                      <a:pt x="354" y="25"/>
                    </a:lnTo>
                    <a:lnTo>
                      <a:pt x="347" y="46"/>
                    </a:lnTo>
                    <a:lnTo>
                      <a:pt x="325" y="46"/>
                    </a:lnTo>
                    <a:lnTo>
                      <a:pt x="285" y="69"/>
                    </a:lnTo>
                    <a:lnTo>
                      <a:pt x="261" y="97"/>
                    </a:lnTo>
                    <a:lnTo>
                      <a:pt x="235" y="120"/>
                    </a:lnTo>
                    <a:lnTo>
                      <a:pt x="187" y="127"/>
                    </a:lnTo>
                    <a:lnTo>
                      <a:pt x="141" y="117"/>
                    </a:lnTo>
                    <a:lnTo>
                      <a:pt x="107" y="97"/>
                    </a:lnTo>
                    <a:lnTo>
                      <a:pt x="63" y="79"/>
                    </a:lnTo>
                    <a:lnTo>
                      <a:pt x="26" y="79"/>
                    </a:lnTo>
                    <a:lnTo>
                      <a:pt x="8" y="60"/>
                    </a:lnTo>
                    <a:lnTo>
                      <a:pt x="15" y="37"/>
                    </a:lnTo>
                    <a:lnTo>
                      <a:pt x="3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6" name="Freeform 540"/>
              <p:cNvSpPr>
                <a:spLocks/>
              </p:cNvSpPr>
              <p:nvPr/>
            </p:nvSpPr>
            <p:spPr bwMode="auto">
              <a:xfrm>
                <a:off x="3044" y="1587"/>
                <a:ext cx="65" cy="11"/>
              </a:xfrm>
              <a:custGeom>
                <a:avLst/>
                <a:gdLst>
                  <a:gd name="T0" fmla="*/ 0 w 520"/>
                  <a:gd name="T1" fmla="*/ 0 h 90"/>
                  <a:gd name="T2" fmla="*/ 0 w 520"/>
                  <a:gd name="T3" fmla="*/ 0 h 90"/>
                  <a:gd name="T4" fmla="*/ 0 w 520"/>
                  <a:gd name="T5" fmla="*/ 0 h 90"/>
                  <a:gd name="T6" fmla="*/ 0 w 520"/>
                  <a:gd name="T7" fmla="*/ 0 h 90"/>
                  <a:gd name="T8" fmla="*/ 0 w 520"/>
                  <a:gd name="T9" fmla="*/ 0 h 90"/>
                  <a:gd name="T10" fmla="*/ 0 w 520"/>
                  <a:gd name="T11" fmla="*/ 0 h 90"/>
                  <a:gd name="T12" fmla="*/ 0 w 520"/>
                  <a:gd name="T13" fmla="*/ 0 h 90"/>
                  <a:gd name="T14" fmla="*/ 0 w 520"/>
                  <a:gd name="T15" fmla="*/ 0 h 90"/>
                  <a:gd name="T16" fmla="*/ 0 w 520"/>
                  <a:gd name="T17" fmla="*/ 0 h 90"/>
                  <a:gd name="T18" fmla="*/ 0 w 520"/>
                  <a:gd name="T19" fmla="*/ 0 h 90"/>
                  <a:gd name="T20" fmla="*/ 0 w 520"/>
                  <a:gd name="T21" fmla="*/ 0 h 90"/>
                  <a:gd name="T22" fmla="*/ 0 w 520"/>
                  <a:gd name="T23" fmla="*/ 0 h 90"/>
                  <a:gd name="T24" fmla="*/ 0 w 520"/>
                  <a:gd name="T25" fmla="*/ 0 h 90"/>
                  <a:gd name="T26" fmla="*/ 0 w 520"/>
                  <a:gd name="T27" fmla="*/ 0 h 90"/>
                  <a:gd name="T28" fmla="*/ 0 w 520"/>
                  <a:gd name="T29" fmla="*/ 0 h 90"/>
                  <a:gd name="T30" fmla="*/ 0 w 520"/>
                  <a:gd name="T31" fmla="*/ 0 h 90"/>
                  <a:gd name="T32" fmla="*/ 0 w 520"/>
                  <a:gd name="T33" fmla="*/ 0 h 90"/>
                  <a:gd name="T34" fmla="*/ 0 w 520"/>
                  <a:gd name="T35" fmla="*/ 0 h 90"/>
                  <a:gd name="T36" fmla="*/ 0 w 520"/>
                  <a:gd name="T37" fmla="*/ 0 h 90"/>
                  <a:gd name="T38" fmla="*/ 0 w 520"/>
                  <a:gd name="T39" fmla="*/ 0 h 9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20"/>
                  <a:gd name="T61" fmla="*/ 0 h 90"/>
                  <a:gd name="T62" fmla="*/ 520 w 520"/>
                  <a:gd name="T63" fmla="*/ 90 h 9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20" h="90">
                    <a:moveTo>
                      <a:pt x="48" y="60"/>
                    </a:moveTo>
                    <a:lnTo>
                      <a:pt x="101" y="40"/>
                    </a:lnTo>
                    <a:lnTo>
                      <a:pt x="174" y="23"/>
                    </a:lnTo>
                    <a:lnTo>
                      <a:pt x="259" y="24"/>
                    </a:lnTo>
                    <a:lnTo>
                      <a:pt x="343" y="7"/>
                    </a:lnTo>
                    <a:lnTo>
                      <a:pt x="488" y="23"/>
                    </a:lnTo>
                    <a:lnTo>
                      <a:pt x="511" y="0"/>
                    </a:lnTo>
                    <a:lnTo>
                      <a:pt x="520" y="31"/>
                    </a:lnTo>
                    <a:lnTo>
                      <a:pt x="501" y="46"/>
                    </a:lnTo>
                    <a:lnTo>
                      <a:pt x="477" y="31"/>
                    </a:lnTo>
                    <a:lnTo>
                      <a:pt x="417" y="24"/>
                    </a:lnTo>
                    <a:lnTo>
                      <a:pt x="327" y="46"/>
                    </a:lnTo>
                    <a:lnTo>
                      <a:pt x="253" y="64"/>
                    </a:lnTo>
                    <a:lnTo>
                      <a:pt x="128" y="60"/>
                    </a:lnTo>
                    <a:lnTo>
                      <a:pt x="41" y="70"/>
                    </a:lnTo>
                    <a:lnTo>
                      <a:pt x="20" y="90"/>
                    </a:lnTo>
                    <a:lnTo>
                      <a:pt x="0" y="79"/>
                    </a:lnTo>
                    <a:lnTo>
                      <a:pt x="4" y="53"/>
                    </a:lnTo>
                    <a:lnTo>
                      <a:pt x="27" y="46"/>
                    </a:lnTo>
                    <a:lnTo>
                      <a:pt x="48"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7" name="Freeform 541"/>
              <p:cNvSpPr>
                <a:spLocks/>
              </p:cNvSpPr>
              <p:nvPr/>
            </p:nvSpPr>
            <p:spPr bwMode="auto">
              <a:xfrm>
                <a:off x="3058" y="1601"/>
                <a:ext cx="36" cy="12"/>
              </a:xfrm>
              <a:custGeom>
                <a:avLst/>
                <a:gdLst>
                  <a:gd name="T0" fmla="*/ 0 w 286"/>
                  <a:gd name="T1" fmla="*/ 0 h 94"/>
                  <a:gd name="T2" fmla="*/ 0 w 286"/>
                  <a:gd name="T3" fmla="*/ 0 h 94"/>
                  <a:gd name="T4" fmla="*/ 0 w 286"/>
                  <a:gd name="T5" fmla="*/ 0 h 94"/>
                  <a:gd name="T6" fmla="*/ 0 w 286"/>
                  <a:gd name="T7" fmla="*/ 0 h 94"/>
                  <a:gd name="T8" fmla="*/ 0 w 286"/>
                  <a:gd name="T9" fmla="*/ 0 h 94"/>
                  <a:gd name="T10" fmla="*/ 0 w 286"/>
                  <a:gd name="T11" fmla="*/ 0 h 94"/>
                  <a:gd name="T12" fmla="*/ 0 w 286"/>
                  <a:gd name="T13" fmla="*/ 0 h 94"/>
                  <a:gd name="T14" fmla="*/ 0 w 286"/>
                  <a:gd name="T15" fmla="*/ 0 h 94"/>
                  <a:gd name="T16" fmla="*/ 0 w 286"/>
                  <a:gd name="T17" fmla="*/ 0 h 94"/>
                  <a:gd name="T18" fmla="*/ 0 w 286"/>
                  <a:gd name="T19" fmla="*/ 0 h 94"/>
                  <a:gd name="T20" fmla="*/ 0 w 286"/>
                  <a:gd name="T21" fmla="*/ 0 h 9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6"/>
                  <a:gd name="T34" fmla="*/ 0 h 94"/>
                  <a:gd name="T35" fmla="*/ 286 w 286"/>
                  <a:gd name="T36" fmla="*/ 94 h 9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6" h="94">
                    <a:moveTo>
                      <a:pt x="0" y="22"/>
                    </a:moveTo>
                    <a:lnTo>
                      <a:pt x="64" y="31"/>
                    </a:lnTo>
                    <a:lnTo>
                      <a:pt x="123" y="31"/>
                    </a:lnTo>
                    <a:lnTo>
                      <a:pt x="194" y="26"/>
                    </a:lnTo>
                    <a:lnTo>
                      <a:pt x="286" y="0"/>
                    </a:lnTo>
                    <a:lnTo>
                      <a:pt x="231" y="46"/>
                    </a:lnTo>
                    <a:lnTo>
                      <a:pt x="244" y="83"/>
                    </a:lnTo>
                    <a:lnTo>
                      <a:pt x="171" y="83"/>
                    </a:lnTo>
                    <a:lnTo>
                      <a:pt x="64" y="94"/>
                    </a:lnTo>
                    <a:lnTo>
                      <a:pt x="70" y="63"/>
                    </a:lnTo>
                    <a:lnTo>
                      <a:pt x="0"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8" name="Freeform 542"/>
              <p:cNvSpPr>
                <a:spLocks/>
              </p:cNvSpPr>
              <p:nvPr/>
            </p:nvSpPr>
            <p:spPr bwMode="auto">
              <a:xfrm>
                <a:off x="3013" y="1561"/>
                <a:ext cx="114" cy="76"/>
              </a:xfrm>
              <a:custGeom>
                <a:avLst/>
                <a:gdLst>
                  <a:gd name="T0" fmla="*/ 0 w 911"/>
                  <a:gd name="T1" fmla="*/ 0 h 609"/>
                  <a:gd name="T2" fmla="*/ 0 w 911"/>
                  <a:gd name="T3" fmla="*/ 0 h 609"/>
                  <a:gd name="T4" fmla="*/ 0 w 911"/>
                  <a:gd name="T5" fmla="*/ 0 h 609"/>
                  <a:gd name="T6" fmla="*/ 0 w 911"/>
                  <a:gd name="T7" fmla="*/ 0 h 609"/>
                  <a:gd name="T8" fmla="*/ 0 w 911"/>
                  <a:gd name="T9" fmla="*/ 0 h 609"/>
                  <a:gd name="T10" fmla="*/ 0 w 911"/>
                  <a:gd name="T11" fmla="*/ 0 h 609"/>
                  <a:gd name="T12" fmla="*/ 0 w 911"/>
                  <a:gd name="T13" fmla="*/ 0 h 609"/>
                  <a:gd name="T14" fmla="*/ 0 w 911"/>
                  <a:gd name="T15" fmla="*/ 0 h 609"/>
                  <a:gd name="T16" fmla="*/ 0 w 911"/>
                  <a:gd name="T17" fmla="*/ 0 h 609"/>
                  <a:gd name="T18" fmla="*/ 0 w 911"/>
                  <a:gd name="T19" fmla="*/ 0 h 609"/>
                  <a:gd name="T20" fmla="*/ 0 w 911"/>
                  <a:gd name="T21" fmla="*/ 0 h 609"/>
                  <a:gd name="T22" fmla="*/ 0 w 911"/>
                  <a:gd name="T23" fmla="*/ 0 h 609"/>
                  <a:gd name="T24" fmla="*/ 0 w 911"/>
                  <a:gd name="T25" fmla="*/ 0 h 609"/>
                  <a:gd name="T26" fmla="*/ 0 w 911"/>
                  <a:gd name="T27" fmla="*/ 0 h 609"/>
                  <a:gd name="T28" fmla="*/ 0 w 911"/>
                  <a:gd name="T29" fmla="*/ 0 h 609"/>
                  <a:gd name="T30" fmla="*/ 0 w 911"/>
                  <a:gd name="T31" fmla="*/ 0 h 609"/>
                  <a:gd name="T32" fmla="*/ 0 w 911"/>
                  <a:gd name="T33" fmla="*/ 0 h 609"/>
                  <a:gd name="T34" fmla="*/ 0 w 911"/>
                  <a:gd name="T35" fmla="*/ 0 h 609"/>
                  <a:gd name="T36" fmla="*/ 0 w 911"/>
                  <a:gd name="T37" fmla="*/ 0 h 609"/>
                  <a:gd name="T38" fmla="*/ 0 w 911"/>
                  <a:gd name="T39" fmla="*/ 0 h 609"/>
                  <a:gd name="T40" fmla="*/ 0 w 911"/>
                  <a:gd name="T41" fmla="*/ 0 h 609"/>
                  <a:gd name="T42" fmla="*/ 0 w 911"/>
                  <a:gd name="T43" fmla="*/ 0 h 609"/>
                  <a:gd name="T44" fmla="*/ 0 w 911"/>
                  <a:gd name="T45" fmla="*/ 0 h 609"/>
                  <a:gd name="T46" fmla="*/ 0 w 911"/>
                  <a:gd name="T47" fmla="*/ 0 h 609"/>
                  <a:gd name="T48" fmla="*/ 0 w 911"/>
                  <a:gd name="T49" fmla="*/ 0 h 609"/>
                  <a:gd name="T50" fmla="*/ 0 w 911"/>
                  <a:gd name="T51" fmla="*/ 0 h 609"/>
                  <a:gd name="T52" fmla="*/ 0 w 911"/>
                  <a:gd name="T53" fmla="*/ 0 h 609"/>
                  <a:gd name="T54" fmla="*/ 0 w 911"/>
                  <a:gd name="T55" fmla="*/ 0 h 609"/>
                  <a:gd name="T56" fmla="*/ 0 w 911"/>
                  <a:gd name="T57" fmla="*/ 0 h 609"/>
                  <a:gd name="T58" fmla="*/ 0 w 911"/>
                  <a:gd name="T59" fmla="*/ 0 h 609"/>
                  <a:gd name="T60" fmla="*/ 0 w 911"/>
                  <a:gd name="T61" fmla="*/ 0 h 609"/>
                  <a:gd name="T62" fmla="*/ 0 w 911"/>
                  <a:gd name="T63" fmla="*/ 0 h 609"/>
                  <a:gd name="T64" fmla="*/ 0 w 911"/>
                  <a:gd name="T65" fmla="*/ 0 h 60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11"/>
                  <a:gd name="T100" fmla="*/ 0 h 609"/>
                  <a:gd name="T101" fmla="*/ 911 w 911"/>
                  <a:gd name="T102" fmla="*/ 609 h 60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11" h="609">
                    <a:moveTo>
                      <a:pt x="0" y="83"/>
                    </a:moveTo>
                    <a:lnTo>
                      <a:pt x="96" y="339"/>
                    </a:lnTo>
                    <a:lnTo>
                      <a:pt x="157" y="438"/>
                    </a:lnTo>
                    <a:lnTo>
                      <a:pt x="226" y="498"/>
                    </a:lnTo>
                    <a:lnTo>
                      <a:pt x="304" y="546"/>
                    </a:lnTo>
                    <a:lnTo>
                      <a:pt x="394" y="576"/>
                    </a:lnTo>
                    <a:lnTo>
                      <a:pt x="487" y="609"/>
                    </a:lnTo>
                    <a:lnTo>
                      <a:pt x="570" y="609"/>
                    </a:lnTo>
                    <a:lnTo>
                      <a:pt x="669" y="581"/>
                    </a:lnTo>
                    <a:lnTo>
                      <a:pt x="735" y="535"/>
                    </a:lnTo>
                    <a:lnTo>
                      <a:pt x="793" y="464"/>
                    </a:lnTo>
                    <a:lnTo>
                      <a:pt x="848" y="374"/>
                    </a:lnTo>
                    <a:lnTo>
                      <a:pt x="883" y="288"/>
                    </a:lnTo>
                    <a:lnTo>
                      <a:pt x="898" y="183"/>
                    </a:lnTo>
                    <a:lnTo>
                      <a:pt x="911" y="0"/>
                    </a:lnTo>
                    <a:lnTo>
                      <a:pt x="892" y="14"/>
                    </a:lnTo>
                    <a:lnTo>
                      <a:pt x="869" y="265"/>
                    </a:lnTo>
                    <a:lnTo>
                      <a:pt x="839" y="353"/>
                    </a:lnTo>
                    <a:lnTo>
                      <a:pt x="793" y="434"/>
                    </a:lnTo>
                    <a:lnTo>
                      <a:pt x="724" y="517"/>
                    </a:lnTo>
                    <a:lnTo>
                      <a:pt x="659" y="558"/>
                    </a:lnTo>
                    <a:lnTo>
                      <a:pt x="659" y="528"/>
                    </a:lnTo>
                    <a:lnTo>
                      <a:pt x="595" y="551"/>
                    </a:lnTo>
                    <a:lnTo>
                      <a:pt x="511" y="557"/>
                    </a:lnTo>
                    <a:lnTo>
                      <a:pt x="450" y="551"/>
                    </a:lnTo>
                    <a:lnTo>
                      <a:pt x="392" y="528"/>
                    </a:lnTo>
                    <a:lnTo>
                      <a:pt x="408" y="558"/>
                    </a:lnTo>
                    <a:lnTo>
                      <a:pt x="293" y="524"/>
                    </a:lnTo>
                    <a:lnTo>
                      <a:pt x="203" y="445"/>
                    </a:lnTo>
                    <a:lnTo>
                      <a:pt x="138" y="368"/>
                    </a:lnTo>
                    <a:lnTo>
                      <a:pt x="90" y="279"/>
                    </a:lnTo>
                    <a:lnTo>
                      <a:pt x="10" y="74"/>
                    </a:lnTo>
                    <a:lnTo>
                      <a:pt x="0" y="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49" name="Freeform 543"/>
              <p:cNvSpPr>
                <a:spLocks/>
              </p:cNvSpPr>
              <p:nvPr/>
            </p:nvSpPr>
            <p:spPr bwMode="auto">
              <a:xfrm>
                <a:off x="3023" y="1572"/>
                <a:ext cx="23" cy="35"/>
              </a:xfrm>
              <a:custGeom>
                <a:avLst/>
                <a:gdLst>
                  <a:gd name="T0" fmla="*/ 0 w 187"/>
                  <a:gd name="T1" fmla="*/ 0 h 278"/>
                  <a:gd name="T2" fmla="*/ 0 w 187"/>
                  <a:gd name="T3" fmla="*/ 0 h 278"/>
                  <a:gd name="T4" fmla="*/ 0 w 187"/>
                  <a:gd name="T5" fmla="*/ 0 h 278"/>
                  <a:gd name="T6" fmla="*/ 0 w 187"/>
                  <a:gd name="T7" fmla="*/ 0 h 278"/>
                  <a:gd name="T8" fmla="*/ 0 w 187"/>
                  <a:gd name="T9" fmla="*/ 0 h 278"/>
                  <a:gd name="T10" fmla="*/ 0 w 187"/>
                  <a:gd name="T11" fmla="*/ 0 h 278"/>
                  <a:gd name="T12" fmla="*/ 0 w 187"/>
                  <a:gd name="T13" fmla="*/ 0 h 278"/>
                  <a:gd name="T14" fmla="*/ 0 w 187"/>
                  <a:gd name="T15" fmla="*/ 0 h 278"/>
                  <a:gd name="T16" fmla="*/ 0 w 187"/>
                  <a:gd name="T17" fmla="*/ 0 h 278"/>
                  <a:gd name="T18" fmla="*/ 0 w 187"/>
                  <a:gd name="T19" fmla="*/ 0 h 278"/>
                  <a:gd name="T20" fmla="*/ 0 w 187"/>
                  <a:gd name="T21" fmla="*/ 0 h 278"/>
                  <a:gd name="T22" fmla="*/ 0 w 187"/>
                  <a:gd name="T23" fmla="*/ 0 h 278"/>
                  <a:gd name="T24" fmla="*/ 0 w 187"/>
                  <a:gd name="T25" fmla="*/ 0 h 2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87"/>
                  <a:gd name="T40" fmla="*/ 0 h 278"/>
                  <a:gd name="T41" fmla="*/ 187 w 187"/>
                  <a:gd name="T42" fmla="*/ 278 h 2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87" h="278">
                    <a:moveTo>
                      <a:pt x="22" y="58"/>
                    </a:moveTo>
                    <a:lnTo>
                      <a:pt x="97" y="53"/>
                    </a:lnTo>
                    <a:lnTo>
                      <a:pt x="134" y="36"/>
                    </a:lnTo>
                    <a:lnTo>
                      <a:pt x="187" y="0"/>
                    </a:lnTo>
                    <a:lnTo>
                      <a:pt x="157" y="58"/>
                    </a:lnTo>
                    <a:lnTo>
                      <a:pt x="111" y="117"/>
                    </a:lnTo>
                    <a:lnTo>
                      <a:pt x="118" y="181"/>
                    </a:lnTo>
                    <a:lnTo>
                      <a:pt x="163" y="278"/>
                    </a:lnTo>
                    <a:lnTo>
                      <a:pt x="111" y="207"/>
                    </a:lnTo>
                    <a:lnTo>
                      <a:pt x="77" y="133"/>
                    </a:lnTo>
                    <a:lnTo>
                      <a:pt x="40" y="117"/>
                    </a:lnTo>
                    <a:lnTo>
                      <a:pt x="0" y="64"/>
                    </a:lnTo>
                    <a:lnTo>
                      <a:pt x="22" y="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0" name="Freeform 544"/>
              <p:cNvSpPr>
                <a:spLocks/>
              </p:cNvSpPr>
              <p:nvPr/>
            </p:nvSpPr>
            <p:spPr bwMode="auto">
              <a:xfrm>
                <a:off x="3097" y="1567"/>
                <a:ext cx="20" cy="28"/>
              </a:xfrm>
              <a:custGeom>
                <a:avLst/>
                <a:gdLst>
                  <a:gd name="T0" fmla="*/ 0 w 156"/>
                  <a:gd name="T1" fmla="*/ 0 h 222"/>
                  <a:gd name="T2" fmla="*/ 0 w 156"/>
                  <a:gd name="T3" fmla="*/ 0 h 222"/>
                  <a:gd name="T4" fmla="*/ 0 w 156"/>
                  <a:gd name="T5" fmla="*/ 0 h 222"/>
                  <a:gd name="T6" fmla="*/ 0 w 156"/>
                  <a:gd name="T7" fmla="*/ 0 h 222"/>
                  <a:gd name="T8" fmla="*/ 0 w 156"/>
                  <a:gd name="T9" fmla="*/ 0 h 222"/>
                  <a:gd name="T10" fmla="*/ 0 w 156"/>
                  <a:gd name="T11" fmla="*/ 0 h 222"/>
                  <a:gd name="T12" fmla="*/ 0 w 156"/>
                  <a:gd name="T13" fmla="*/ 0 h 222"/>
                  <a:gd name="T14" fmla="*/ 0 w 156"/>
                  <a:gd name="T15" fmla="*/ 0 h 222"/>
                  <a:gd name="T16" fmla="*/ 0 w 156"/>
                  <a:gd name="T17" fmla="*/ 0 h 222"/>
                  <a:gd name="T18" fmla="*/ 0 w 156"/>
                  <a:gd name="T19" fmla="*/ 0 h 222"/>
                  <a:gd name="T20" fmla="*/ 0 w 156"/>
                  <a:gd name="T21" fmla="*/ 0 h 222"/>
                  <a:gd name="T22" fmla="*/ 0 w 156"/>
                  <a:gd name="T23" fmla="*/ 0 h 2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6"/>
                  <a:gd name="T37" fmla="*/ 0 h 222"/>
                  <a:gd name="T38" fmla="*/ 156 w 156"/>
                  <a:gd name="T39" fmla="*/ 222 h 2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6" h="222">
                    <a:moveTo>
                      <a:pt x="0" y="0"/>
                    </a:moveTo>
                    <a:lnTo>
                      <a:pt x="31" y="29"/>
                    </a:lnTo>
                    <a:lnTo>
                      <a:pt x="94" y="68"/>
                    </a:lnTo>
                    <a:lnTo>
                      <a:pt x="112" y="94"/>
                    </a:lnTo>
                    <a:lnTo>
                      <a:pt x="124" y="140"/>
                    </a:lnTo>
                    <a:lnTo>
                      <a:pt x="117" y="222"/>
                    </a:lnTo>
                    <a:lnTo>
                      <a:pt x="134" y="136"/>
                    </a:lnTo>
                    <a:lnTo>
                      <a:pt x="156" y="46"/>
                    </a:lnTo>
                    <a:lnTo>
                      <a:pt x="156" y="9"/>
                    </a:lnTo>
                    <a:lnTo>
                      <a:pt x="88" y="13"/>
                    </a:lnTo>
                    <a:lnTo>
                      <a:pt x="37"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1" name="Freeform 545"/>
              <p:cNvSpPr>
                <a:spLocks/>
              </p:cNvSpPr>
              <p:nvPr/>
            </p:nvSpPr>
            <p:spPr bwMode="auto">
              <a:xfrm>
                <a:off x="3369" y="1720"/>
                <a:ext cx="82" cy="36"/>
              </a:xfrm>
              <a:custGeom>
                <a:avLst/>
                <a:gdLst>
                  <a:gd name="T0" fmla="*/ 0 w 652"/>
                  <a:gd name="T1" fmla="*/ 0 h 291"/>
                  <a:gd name="T2" fmla="*/ 0 w 652"/>
                  <a:gd name="T3" fmla="*/ 0 h 291"/>
                  <a:gd name="T4" fmla="*/ 0 w 652"/>
                  <a:gd name="T5" fmla="*/ 0 h 291"/>
                  <a:gd name="T6" fmla="*/ 0 w 652"/>
                  <a:gd name="T7" fmla="*/ 0 h 291"/>
                  <a:gd name="T8" fmla="*/ 0 w 652"/>
                  <a:gd name="T9" fmla="*/ 0 h 291"/>
                  <a:gd name="T10" fmla="*/ 0 w 652"/>
                  <a:gd name="T11" fmla="*/ 0 h 291"/>
                  <a:gd name="T12" fmla="*/ 0 w 652"/>
                  <a:gd name="T13" fmla="*/ 0 h 291"/>
                  <a:gd name="T14" fmla="*/ 0 w 652"/>
                  <a:gd name="T15" fmla="*/ 0 h 291"/>
                  <a:gd name="T16" fmla="*/ 0 w 652"/>
                  <a:gd name="T17" fmla="*/ 0 h 291"/>
                  <a:gd name="T18" fmla="*/ 0 w 652"/>
                  <a:gd name="T19" fmla="*/ 0 h 291"/>
                  <a:gd name="T20" fmla="*/ 0 w 652"/>
                  <a:gd name="T21" fmla="*/ 0 h 291"/>
                  <a:gd name="T22" fmla="*/ 0 w 652"/>
                  <a:gd name="T23" fmla="*/ 0 h 291"/>
                  <a:gd name="T24" fmla="*/ 0 w 652"/>
                  <a:gd name="T25" fmla="*/ 0 h 291"/>
                  <a:gd name="T26" fmla="*/ 0 w 652"/>
                  <a:gd name="T27" fmla="*/ 0 h 291"/>
                  <a:gd name="T28" fmla="*/ 0 w 652"/>
                  <a:gd name="T29" fmla="*/ 0 h 291"/>
                  <a:gd name="T30" fmla="*/ 0 w 652"/>
                  <a:gd name="T31" fmla="*/ 0 h 291"/>
                  <a:gd name="T32" fmla="*/ 0 w 652"/>
                  <a:gd name="T33" fmla="*/ 0 h 29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52"/>
                  <a:gd name="T52" fmla="*/ 0 h 291"/>
                  <a:gd name="T53" fmla="*/ 652 w 652"/>
                  <a:gd name="T54" fmla="*/ 291 h 29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52" h="291">
                    <a:moveTo>
                      <a:pt x="50" y="0"/>
                    </a:moveTo>
                    <a:lnTo>
                      <a:pt x="59" y="44"/>
                    </a:lnTo>
                    <a:lnTo>
                      <a:pt x="59" y="85"/>
                    </a:lnTo>
                    <a:lnTo>
                      <a:pt x="34" y="126"/>
                    </a:lnTo>
                    <a:lnTo>
                      <a:pt x="0" y="152"/>
                    </a:lnTo>
                    <a:lnTo>
                      <a:pt x="136" y="291"/>
                    </a:lnTo>
                    <a:lnTo>
                      <a:pt x="294" y="192"/>
                    </a:lnTo>
                    <a:lnTo>
                      <a:pt x="384" y="291"/>
                    </a:lnTo>
                    <a:lnTo>
                      <a:pt x="452" y="233"/>
                    </a:lnTo>
                    <a:lnTo>
                      <a:pt x="583" y="152"/>
                    </a:lnTo>
                    <a:lnTo>
                      <a:pt x="652" y="69"/>
                    </a:lnTo>
                    <a:lnTo>
                      <a:pt x="553" y="152"/>
                    </a:lnTo>
                    <a:lnTo>
                      <a:pt x="410" y="210"/>
                    </a:lnTo>
                    <a:lnTo>
                      <a:pt x="343" y="159"/>
                    </a:lnTo>
                    <a:lnTo>
                      <a:pt x="184" y="159"/>
                    </a:lnTo>
                    <a:lnTo>
                      <a:pt x="94" y="9"/>
                    </a:lnTo>
                    <a:lnTo>
                      <a:pt x="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2" name="Freeform 546"/>
              <p:cNvSpPr>
                <a:spLocks/>
              </p:cNvSpPr>
              <p:nvPr/>
            </p:nvSpPr>
            <p:spPr bwMode="auto">
              <a:xfrm>
                <a:off x="3402" y="1574"/>
                <a:ext cx="53" cy="55"/>
              </a:xfrm>
              <a:custGeom>
                <a:avLst/>
                <a:gdLst>
                  <a:gd name="T0" fmla="*/ 0 w 419"/>
                  <a:gd name="T1" fmla="*/ 0 h 442"/>
                  <a:gd name="T2" fmla="*/ 0 w 419"/>
                  <a:gd name="T3" fmla="*/ 0 h 442"/>
                  <a:gd name="T4" fmla="*/ 0 w 419"/>
                  <a:gd name="T5" fmla="*/ 0 h 442"/>
                  <a:gd name="T6" fmla="*/ 0 w 419"/>
                  <a:gd name="T7" fmla="*/ 0 h 442"/>
                  <a:gd name="T8" fmla="*/ 0 w 419"/>
                  <a:gd name="T9" fmla="*/ 0 h 442"/>
                  <a:gd name="T10" fmla="*/ 0 w 419"/>
                  <a:gd name="T11" fmla="*/ 0 h 442"/>
                  <a:gd name="T12" fmla="*/ 0 w 419"/>
                  <a:gd name="T13" fmla="*/ 0 h 442"/>
                  <a:gd name="T14" fmla="*/ 0 w 419"/>
                  <a:gd name="T15" fmla="*/ 0 h 442"/>
                  <a:gd name="T16" fmla="*/ 0 w 419"/>
                  <a:gd name="T17" fmla="*/ 0 h 442"/>
                  <a:gd name="T18" fmla="*/ 0 w 419"/>
                  <a:gd name="T19" fmla="*/ 0 h 442"/>
                  <a:gd name="T20" fmla="*/ 0 w 419"/>
                  <a:gd name="T21" fmla="*/ 0 h 442"/>
                  <a:gd name="T22" fmla="*/ 0 w 419"/>
                  <a:gd name="T23" fmla="*/ 0 h 442"/>
                  <a:gd name="T24" fmla="*/ 0 w 419"/>
                  <a:gd name="T25" fmla="*/ 0 h 442"/>
                  <a:gd name="T26" fmla="*/ 0 w 419"/>
                  <a:gd name="T27" fmla="*/ 0 h 442"/>
                  <a:gd name="T28" fmla="*/ 0 w 419"/>
                  <a:gd name="T29" fmla="*/ 0 h 442"/>
                  <a:gd name="T30" fmla="*/ 0 w 419"/>
                  <a:gd name="T31" fmla="*/ 0 h 442"/>
                  <a:gd name="T32" fmla="*/ 0 w 419"/>
                  <a:gd name="T33" fmla="*/ 0 h 442"/>
                  <a:gd name="T34" fmla="*/ 0 w 419"/>
                  <a:gd name="T35" fmla="*/ 0 h 442"/>
                  <a:gd name="T36" fmla="*/ 0 w 419"/>
                  <a:gd name="T37" fmla="*/ 0 h 442"/>
                  <a:gd name="T38" fmla="*/ 0 w 419"/>
                  <a:gd name="T39" fmla="*/ 0 h 442"/>
                  <a:gd name="T40" fmla="*/ 0 w 419"/>
                  <a:gd name="T41" fmla="*/ 0 h 442"/>
                  <a:gd name="T42" fmla="*/ 0 w 419"/>
                  <a:gd name="T43" fmla="*/ 0 h 442"/>
                  <a:gd name="T44" fmla="*/ 0 w 419"/>
                  <a:gd name="T45" fmla="*/ 0 h 442"/>
                  <a:gd name="T46" fmla="*/ 0 w 419"/>
                  <a:gd name="T47" fmla="*/ 0 h 442"/>
                  <a:gd name="T48" fmla="*/ 0 w 419"/>
                  <a:gd name="T49" fmla="*/ 0 h 442"/>
                  <a:gd name="T50" fmla="*/ 0 w 419"/>
                  <a:gd name="T51" fmla="*/ 0 h 442"/>
                  <a:gd name="T52" fmla="*/ 0 w 419"/>
                  <a:gd name="T53" fmla="*/ 0 h 442"/>
                  <a:gd name="T54" fmla="*/ 0 w 419"/>
                  <a:gd name="T55" fmla="*/ 0 h 442"/>
                  <a:gd name="T56" fmla="*/ 0 w 419"/>
                  <a:gd name="T57" fmla="*/ 0 h 442"/>
                  <a:gd name="T58" fmla="*/ 0 w 419"/>
                  <a:gd name="T59" fmla="*/ 0 h 442"/>
                  <a:gd name="T60" fmla="*/ 0 w 419"/>
                  <a:gd name="T61" fmla="*/ 0 h 442"/>
                  <a:gd name="T62" fmla="*/ 0 w 419"/>
                  <a:gd name="T63" fmla="*/ 0 h 44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19"/>
                  <a:gd name="T97" fmla="*/ 0 h 442"/>
                  <a:gd name="T98" fmla="*/ 419 w 419"/>
                  <a:gd name="T99" fmla="*/ 442 h 44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19" h="442">
                    <a:moveTo>
                      <a:pt x="36" y="0"/>
                    </a:moveTo>
                    <a:lnTo>
                      <a:pt x="134" y="35"/>
                    </a:lnTo>
                    <a:lnTo>
                      <a:pt x="260" y="13"/>
                    </a:lnTo>
                    <a:lnTo>
                      <a:pt x="382" y="42"/>
                    </a:lnTo>
                    <a:lnTo>
                      <a:pt x="396" y="0"/>
                    </a:lnTo>
                    <a:lnTo>
                      <a:pt x="419" y="92"/>
                    </a:lnTo>
                    <a:lnTo>
                      <a:pt x="419" y="189"/>
                    </a:lnTo>
                    <a:lnTo>
                      <a:pt x="403" y="334"/>
                    </a:lnTo>
                    <a:lnTo>
                      <a:pt x="373" y="442"/>
                    </a:lnTo>
                    <a:lnTo>
                      <a:pt x="396" y="316"/>
                    </a:lnTo>
                    <a:lnTo>
                      <a:pt x="396" y="260"/>
                    </a:lnTo>
                    <a:lnTo>
                      <a:pt x="290" y="327"/>
                    </a:lnTo>
                    <a:lnTo>
                      <a:pt x="269" y="327"/>
                    </a:lnTo>
                    <a:lnTo>
                      <a:pt x="260" y="308"/>
                    </a:lnTo>
                    <a:lnTo>
                      <a:pt x="359" y="202"/>
                    </a:lnTo>
                    <a:lnTo>
                      <a:pt x="352" y="145"/>
                    </a:lnTo>
                    <a:lnTo>
                      <a:pt x="246" y="214"/>
                    </a:lnTo>
                    <a:lnTo>
                      <a:pt x="274" y="165"/>
                    </a:lnTo>
                    <a:lnTo>
                      <a:pt x="260" y="154"/>
                    </a:lnTo>
                    <a:lnTo>
                      <a:pt x="253" y="110"/>
                    </a:lnTo>
                    <a:lnTo>
                      <a:pt x="218" y="110"/>
                    </a:lnTo>
                    <a:lnTo>
                      <a:pt x="154" y="175"/>
                    </a:lnTo>
                    <a:lnTo>
                      <a:pt x="134" y="175"/>
                    </a:lnTo>
                    <a:lnTo>
                      <a:pt x="134" y="141"/>
                    </a:lnTo>
                    <a:lnTo>
                      <a:pt x="163" y="103"/>
                    </a:lnTo>
                    <a:lnTo>
                      <a:pt x="62" y="79"/>
                    </a:lnTo>
                    <a:lnTo>
                      <a:pt x="62" y="117"/>
                    </a:lnTo>
                    <a:lnTo>
                      <a:pt x="90" y="161"/>
                    </a:lnTo>
                    <a:lnTo>
                      <a:pt x="29" y="117"/>
                    </a:lnTo>
                    <a:lnTo>
                      <a:pt x="0" y="55"/>
                    </a:lnTo>
                    <a:lnTo>
                      <a:pt x="7" y="13"/>
                    </a:lnTo>
                    <a:lnTo>
                      <a:pt x="3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3" name="Freeform 547"/>
              <p:cNvSpPr>
                <a:spLocks/>
              </p:cNvSpPr>
              <p:nvPr/>
            </p:nvSpPr>
            <p:spPr bwMode="auto">
              <a:xfrm>
                <a:off x="3416" y="1598"/>
                <a:ext cx="13" cy="7"/>
              </a:xfrm>
              <a:custGeom>
                <a:avLst/>
                <a:gdLst>
                  <a:gd name="T0" fmla="*/ 0 w 96"/>
                  <a:gd name="T1" fmla="*/ 0 h 60"/>
                  <a:gd name="T2" fmla="*/ 0 w 96"/>
                  <a:gd name="T3" fmla="*/ 0 h 60"/>
                  <a:gd name="T4" fmla="*/ 0 w 96"/>
                  <a:gd name="T5" fmla="*/ 0 h 60"/>
                  <a:gd name="T6" fmla="*/ 0 w 96"/>
                  <a:gd name="T7" fmla="*/ 0 h 60"/>
                  <a:gd name="T8" fmla="*/ 0 w 96"/>
                  <a:gd name="T9" fmla="*/ 0 h 60"/>
                  <a:gd name="T10" fmla="*/ 0 w 96"/>
                  <a:gd name="T11" fmla="*/ 0 h 60"/>
                  <a:gd name="T12" fmla="*/ 0 w 96"/>
                  <a:gd name="T13" fmla="*/ 0 h 60"/>
                  <a:gd name="T14" fmla="*/ 0 60000 65536"/>
                  <a:gd name="T15" fmla="*/ 0 60000 65536"/>
                  <a:gd name="T16" fmla="*/ 0 60000 65536"/>
                  <a:gd name="T17" fmla="*/ 0 60000 65536"/>
                  <a:gd name="T18" fmla="*/ 0 60000 65536"/>
                  <a:gd name="T19" fmla="*/ 0 60000 65536"/>
                  <a:gd name="T20" fmla="*/ 0 60000 65536"/>
                  <a:gd name="T21" fmla="*/ 0 w 96"/>
                  <a:gd name="T22" fmla="*/ 0 h 60"/>
                  <a:gd name="T23" fmla="*/ 96 w 96"/>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6" h="60">
                    <a:moveTo>
                      <a:pt x="13" y="0"/>
                    </a:moveTo>
                    <a:lnTo>
                      <a:pt x="96" y="35"/>
                    </a:lnTo>
                    <a:lnTo>
                      <a:pt x="96" y="57"/>
                    </a:lnTo>
                    <a:lnTo>
                      <a:pt x="72" y="60"/>
                    </a:lnTo>
                    <a:lnTo>
                      <a:pt x="4" y="29"/>
                    </a:lnTo>
                    <a:lnTo>
                      <a:pt x="0" y="7"/>
                    </a:lnTo>
                    <a:lnTo>
                      <a:pt x="1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4" name="Freeform 548"/>
              <p:cNvSpPr>
                <a:spLocks/>
              </p:cNvSpPr>
              <p:nvPr/>
            </p:nvSpPr>
            <p:spPr bwMode="auto">
              <a:xfrm>
                <a:off x="3456" y="1542"/>
                <a:ext cx="82" cy="60"/>
              </a:xfrm>
              <a:custGeom>
                <a:avLst/>
                <a:gdLst>
                  <a:gd name="T0" fmla="*/ 0 w 655"/>
                  <a:gd name="T1" fmla="*/ 0 h 483"/>
                  <a:gd name="T2" fmla="*/ 0 w 655"/>
                  <a:gd name="T3" fmla="*/ 0 h 483"/>
                  <a:gd name="T4" fmla="*/ 0 w 655"/>
                  <a:gd name="T5" fmla="*/ 0 h 483"/>
                  <a:gd name="T6" fmla="*/ 0 w 655"/>
                  <a:gd name="T7" fmla="*/ 0 h 483"/>
                  <a:gd name="T8" fmla="*/ 0 w 655"/>
                  <a:gd name="T9" fmla="*/ 0 h 483"/>
                  <a:gd name="T10" fmla="*/ 0 w 655"/>
                  <a:gd name="T11" fmla="*/ 0 h 483"/>
                  <a:gd name="T12" fmla="*/ 0 w 655"/>
                  <a:gd name="T13" fmla="*/ 0 h 483"/>
                  <a:gd name="T14" fmla="*/ 0 w 655"/>
                  <a:gd name="T15" fmla="*/ 0 h 483"/>
                  <a:gd name="T16" fmla="*/ 0 w 655"/>
                  <a:gd name="T17" fmla="*/ 0 h 483"/>
                  <a:gd name="T18" fmla="*/ 0 w 655"/>
                  <a:gd name="T19" fmla="*/ 0 h 483"/>
                  <a:gd name="T20" fmla="*/ 0 w 655"/>
                  <a:gd name="T21" fmla="*/ 0 h 483"/>
                  <a:gd name="T22" fmla="*/ 0 w 655"/>
                  <a:gd name="T23" fmla="*/ 0 h 483"/>
                  <a:gd name="T24" fmla="*/ 0 w 655"/>
                  <a:gd name="T25" fmla="*/ 0 h 483"/>
                  <a:gd name="T26" fmla="*/ 0 w 655"/>
                  <a:gd name="T27" fmla="*/ 0 h 483"/>
                  <a:gd name="T28" fmla="*/ 0 w 655"/>
                  <a:gd name="T29" fmla="*/ 0 h 483"/>
                  <a:gd name="T30" fmla="*/ 0 w 655"/>
                  <a:gd name="T31" fmla="*/ 0 h 483"/>
                  <a:gd name="T32" fmla="*/ 0 w 655"/>
                  <a:gd name="T33" fmla="*/ 0 h 483"/>
                  <a:gd name="T34" fmla="*/ 0 w 655"/>
                  <a:gd name="T35" fmla="*/ 0 h 483"/>
                  <a:gd name="T36" fmla="*/ 0 w 655"/>
                  <a:gd name="T37" fmla="*/ 0 h 483"/>
                  <a:gd name="T38" fmla="*/ 0 w 655"/>
                  <a:gd name="T39" fmla="*/ 0 h 483"/>
                  <a:gd name="T40" fmla="*/ 0 w 655"/>
                  <a:gd name="T41" fmla="*/ 0 h 483"/>
                  <a:gd name="T42" fmla="*/ 0 w 655"/>
                  <a:gd name="T43" fmla="*/ 0 h 483"/>
                  <a:gd name="T44" fmla="*/ 0 w 655"/>
                  <a:gd name="T45" fmla="*/ 0 h 483"/>
                  <a:gd name="T46" fmla="*/ 0 w 655"/>
                  <a:gd name="T47" fmla="*/ 0 h 483"/>
                  <a:gd name="T48" fmla="*/ 0 w 655"/>
                  <a:gd name="T49" fmla="*/ 0 h 483"/>
                  <a:gd name="T50" fmla="*/ 0 w 655"/>
                  <a:gd name="T51" fmla="*/ 0 h 483"/>
                  <a:gd name="T52" fmla="*/ 0 w 655"/>
                  <a:gd name="T53" fmla="*/ 0 h 48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55"/>
                  <a:gd name="T82" fmla="*/ 0 h 483"/>
                  <a:gd name="T83" fmla="*/ 655 w 655"/>
                  <a:gd name="T84" fmla="*/ 483 h 48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55" h="483">
                    <a:moveTo>
                      <a:pt x="0" y="132"/>
                    </a:moveTo>
                    <a:lnTo>
                      <a:pt x="41" y="279"/>
                    </a:lnTo>
                    <a:lnTo>
                      <a:pt x="103" y="351"/>
                    </a:lnTo>
                    <a:lnTo>
                      <a:pt x="103" y="473"/>
                    </a:lnTo>
                    <a:lnTo>
                      <a:pt x="161" y="362"/>
                    </a:lnTo>
                    <a:lnTo>
                      <a:pt x="364" y="483"/>
                    </a:lnTo>
                    <a:lnTo>
                      <a:pt x="521" y="376"/>
                    </a:lnTo>
                    <a:lnTo>
                      <a:pt x="352" y="376"/>
                    </a:lnTo>
                    <a:lnTo>
                      <a:pt x="297" y="356"/>
                    </a:lnTo>
                    <a:lnTo>
                      <a:pt x="224" y="356"/>
                    </a:lnTo>
                    <a:lnTo>
                      <a:pt x="217" y="332"/>
                    </a:lnTo>
                    <a:lnTo>
                      <a:pt x="329" y="314"/>
                    </a:lnTo>
                    <a:lnTo>
                      <a:pt x="329" y="259"/>
                    </a:lnTo>
                    <a:lnTo>
                      <a:pt x="391" y="224"/>
                    </a:lnTo>
                    <a:lnTo>
                      <a:pt x="323" y="224"/>
                    </a:lnTo>
                    <a:lnTo>
                      <a:pt x="308" y="208"/>
                    </a:lnTo>
                    <a:lnTo>
                      <a:pt x="426" y="160"/>
                    </a:lnTo>
                    <a:lnTo>
                      <a:pt x="479" y="107"/>
                    </a:lnTo>
                    <a:lnTo>
                      <a:pt x="631" y="169"/>
                    </a:lnTo>
                    <a:lnTo>
                      <a:pt x="655" y="160"/>
                    </a:lnTo>
                    <a:lnTo>
                      <a:pt x="527" y="0"/>
                    </a:lnTo>
                    <a:lnTo>
                      <a:pt x="479" y="0"/>
                    </a:lnTo>
                    <a:lnTo>
                      <a:pt x="290" y="99"/>
                    </a:lnTo>
                    <a:lnTo>
                      <a:pt x="140" y="187"/>
                    </a:lnTo>
                    <a:lnTo>
                      <a:pt x="134" y="238"/>
                    </a:lnTo>
                    <a:lnTo>
                      <a:pt x="90" y="245"/>
                    </a:lnTo>
                    <a:lnTo>
                      <a:pt x="0" y="1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5" name="Freeform 549"/>
              <p:cNvSpPr>
                <a:spLocks/>
              </p:cNvSpPr>
              <p:nvPr/>
            </p:nvSpPr>
            <p:spPr bwMode="auto">
              <a:xfrm>
                <a:off x="3502" y="1570"/>
                <a:ext cx="24" cy="10"/>
              </a:xfrm>
              <a:custGeom>
                <a:avLst/>
                <a:gdLst>
                  <a:gd name="T0" fmla="*/ 0 w 191"/>
                  <a:gd name="T1" fmla="*/ 0 h 81"/>
                  <a:gd name="T2" fmla="*/ 0 w 191"/>
                  <a:gd name="T3" fmla="*/ 0 h 81"/>
                  <a:gd name="T4" fmla="*/ 0 w 191"/>
                  <a:gd name="T5" fmla="*/ 0 h 81"/>
                  <a:gd name="T6" fmla="*/ 0 w 191"/>
                  <a:gd name="T7" fmla="*/ 0 h 81"/>
                  <a:gd name="T8" fmla="*/ 0 w 191"/>
                  <a:gd name="T9" fmla="*/ 0 h 81"/>
                  <a:gd name="T10" fmla="*/ 0 w 191"/>
                  <a:gd name="T11" fmla="*/ 0 h 81"/>
                  <a:gd name="T12" fmla="*/ 0 w 191"/>
                  <a:gd name="T13" fmla="*/ 0 h 81"/>
                  <a:gd name="T14" fmla="*/ 0 w 191"/>
                  <a:gd name="T15" fmla="*/ 0 h 81"/>
                  <a:gd name="T16" fmla="*/ 0 60000 65536"/>
                  <a:gd name="T17" fmla="*/ 0 60000 65536"/>
                  <a:gd name="T18" fmla="*/ 0 60000 65536"/>
                  <a:gd name="T19" fmla="*/ 0 60000 65536"/>
                  <a:gd name="T20" fmla="*/ 0 60000 65536"/>
                  <a:gd name="T21" fmla="*/ 0 60000 65536"/>
                  <a:gd name="T22" fmla="*/ 0 60000 65536"/>
                  <a:gd name="T23" fmla="*/ 0 60000 65536"/>
                  <a:gd name="T24" fmla="*/ 0 w 191"/>
                  <a:gd name="T25" fmla="*/ 0 h 81"/>
                  <a:gd name="T26" fmla="*/ 191 w 191"/>
                  <a:gd name="T27" fmla="*/ 81 h 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1" h="81">
                    <a:moveTo>
                      <a:pt x="0" y="0"/>
                    </a:moveTo>
                    <a:lnTo>
                      <a:pt x="34" y="65"/>
                    </a:lnTo>
                    <a:lnTo>
                      <a:pt x="20" y="81"/>
                    </a:lnTo>
                    <a:lnTo>
                      <a:pt x="176" y="72"/>
                    </a:lnTo>
                    <a:lnTo>
                      <a:pt x="191" y="50"/>
                    </a:lnTo>
                    <a:lnTo>
                      <a:pt x="101" y="0"/>
                    </a:lnTo>
                    <a:lnTo>
                      <a:pt x="29"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6" name="Freeform 550"/>
              <p:cNvSpPr>
                <a:spLocks/>
              </p:cNvSpPr>
              <p:nvPr/>
            </p:nvSpPr>
            <p:spPr bwMode="auto">
              <a:xfrm>
                <a:off x="3449" y="1630"/>
                <a:ext cx="49" cy="29"/>
              </a:xfrm>
              <a:custGeom>
                <a:avLst/>
                <a:gdLst>
                  <a:gd name="T0" fmla="*/ 0 w 396"/>
                  <a:gd name="T1" fmla="*/ 0 h 226"/>
                  <a:gd name="T2" fmla="*/ 0 w 396"/>
                  <a:gd name="T3" fmla="*/ 0 h 226"/>
                  <a:gd name="T4" fmla="*/ 0 w 396"/>
                  <a:gd name="T5" fmla="*/ 0 h 226"/>
                  <a:gd name="T6" fmla="*/ 0 w 396"/>
                  <a:gd name="T7" fmla="*/ 0 h 226"/>
                  <a:gd name="T8" fmla="*/ 0 w 396"/>
                  <a:gd name="T9" fmla="*/ 0 h 226"/>
                  <a:gd name="T10" fmla="*/ 0 w 396"/>
                  <a:gd name="T11" fmla="*/ 0 h 226"/>
                  <a:gd name="T12" fmla="*/ 0 w 396"/>
                  <a:gd name="T13" fmla="*/ 0 h 226"/>
                  <a:gd name="T14" fmla="*/ 0 w 396"/>
                  <a:gd name="T15" fmla="*/ 0 h 226"/>
                  <a:gd name="T16" fmla="*/ 0 w 396"/>
                  <a:gd name="T17" fmla="*/ 0 h 226"/>
                  <a:gd name="T18" fmla="*/ 0 w 396"/>
                  <a:gd name="T19" fmla="*/ 0 h 226"/>
                  <a:gd name="T20" fmla="*/ 0 w 396"/>
                  <a:gd name="T21" fmla="*/ 0 h 226"/>
                  <a:gd name="T22" fmla="*/ 0 w 396"/>
                  <a:gd name="T23" fmla="*/ 0 h 226"/>
                  <a:gd name="T24" fmla="*/ 0 w 396"/>
                  <a:gd name="T25" fmla="*/ 0 h 226"/>
                  <a:gd name="T26" fmla="*/ 0 w 396"/>
                  <a:gd name="T27" fmla="*/ 0 h 226"/>
                  <a:gd name="T28" fmla="*/ 0 w 396"/>
                  <a:gd name="T29" fmla="*/ 0 h 226"/>
                  <a:gd name="T30" fmla="*/ 0 w 396"/>
                  <a:gd name="T31" fmla="*/ 0 h 22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6"/>
                  <a:gd name="T49" fmla="*/ 0 h 226"/>
                  <a:gd name="T50" fmla="*/ 396 w 396"/>
                  <a:gd name="T51" fmla="*/ 226 h 22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6" h="226">
                    <a:moveTo>
                      <a:pt x="0" y="41"/>
                    </a:moveTo>
                    <a:lnTo>
                      <a:pt x="69" y="83"/>
                    </a:lnTo>
                    <a:lnTo>
                      <a:pt x="136" y="83"/>
                    </a:lnTo>
                    <a:lnTo>
                      <a:pt x="228" y="14"/>
                    </a:lnTo>
                    <a:lnTo>
                      <a:pt x="297" y="0"/>
                    </a:lnTo>
                    <a:lnTo>
                      <a:pt x="302" y="14"/>
                    </a:lnTo>
                    <a:lnTo>
                      <a:pt x="339" y="26"/>
                    </a:lnTo>
                    <a:lnTo>
                      <a:pt x="396" y="14"/>
                    </a:lnTo>
                    <a:lnTo>
                      <a:pt x="359" y="63"/>
                    </a:lnTo>
                    <a:lnTo>
                      <a:pt x="219" y="109"/>
                    </a:lnTo>
                    <a:lnTo>
                      <a:pt x="214" y="180"/>
                    </a:lnTo>
                    <a:lnTo>
                      <a:pt x="168" y="226"/>
                    </a:lnTo>
                    <a:lnTo>
                      <a:pt x="99" y="118"/>
                    </a:lnTo>
                    <a:lnTo>
                      <a:pt x="46" y="104"/>
                    </a:lnTo>
                    <a:lnTo>
                      <a:pt x="0" y="63"/>
                    </a:lnTo>
                    <a:lnTo>
                      <a:pt x="0"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7" name="Freeform 551"/>
              <p:cNvSpPr>
                <a:spLocks/>
              </p:cNvSpPr>
              <p:nvPr/>
            </p:nvSpPr>
            <p:spPr bwMode="auto">
              <a:xfrm>
                <a:off x="3476" y="1615"/>
                <a:ext cx="19" cy="7"/>
              </a:xfrm>
              <a:custGeom>
                <a:avLst/>
                <a:gdLst>
                  <a:gd name="T0" fmla="*/ 0 w 155"/>
                  <a:gd name="T1" fmla="*/ 0 h 58"/>
                  <a:gd name="T2" fmla="*/ 0 w 155"/>
                  <a:gd name="T3" fmla="*/ 0 h 58"/>
                  <a:gd name="T4" fmla="*/ 0 w 155"/>
                  <a:gd name="T5" fmla="*/ 0 h 58"/>
                  <a:gd name="T6" fmla="*/ 0 w 155"/>
                  <a:gd name="T7" fmla="*/ 0 h 58"/>
                  <a:gd name="T8" fmla="*/ 0 w 155"/>
                  <a:gd name="T9" fmla="*/ 0 h 58"/>
                  <a:gd name="T10" fmla="*/ 0 w 155"/>
                  <a:gd name="T11" fmla="*/ 0 h 58"/>
                  <a:gd name="T12" fmla="*/ 0 60000 65536"/>
                  <a:gd name="T13" fmla="*/ 0 60000 65536"/>
                  <a:gd name="T14" fmla="*/ 0 60000 65536"/>
                  <a:gd name="T15" fmla="*/ 0 60000 65536"/>
                  <a:gd name="T16" fmla="*/ 0 60000 65536"/>
                  <a:gd name="T17" fmla="*/ 0 60000 65536"/>
                  <a:gd name="T18" fmla="*/ 0 w 155"/>
                  <a:gd name="T19" fmla="*/ 0 h 58"/>
                  <a:gd name="T20" fmla="*/ 155 w 155"/>
                  <a:gd name="T21" fmla="*/ 58 h 58"/>
                </a:gdLst>
                <a:ahLst/>
                <a:cxnLst>
                  <a:cxn ang="T12">
                    <a:pos x="T0" y="T1"/>
                  </a:cxn>
                  <a:cxn ang="T13">
                    <a:pos x="T2" y="T3"/>
                  </a:cxn>
                  <a:cxn ang="T14">
                    <a:pos x="T4" y="T5"/>
                  </a:cxn>
                  <a:cxn ang="T15">
                    <a:pos x="T6" y="T7"/>
                  </a:cxn>
                  <a:cxn ang="T16">
                    <a:pos x="T8" y="T9"/>
                  </a:cxn>
                  <a:cxn ang="T17">
                    <a:pos x="T10" y="T11"/>
                  </a:cxn>
                </a:cxnLst>
                <a:rect l="T18" t="T19" r="T20" b="T21"/>
                <a:pathLst>
                  <a:path w="155" h="58">
                    <a:moveTo>
                      <a:pt x="0" y="58"/>
                    </a:moveTo>
                    <a:lnTo>
                      <a:pt x="106" y="32"/>
                    </a:lnTo>
                    <a:lnTo>
                      <a:pt x="155" y="44"/>
                    </a:lnTo>
                    <a:lnTo>
                      <a:pt x="106" y="0"/>
                    </a:lnTo>
                    <a:lnTo>
                      <a:pt x="41" y="0"/>
                    </a:lnTo>
                    <a:lnTo>
                      <a:pt x="0" y="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8" name="Freeform 552"/>
              <p:cNvSpPr>
                <a:spLocks/>
              </p:cNvSpPr>
              <p:nvPr/>
            </p:nvSpPr>
            <p:spPr bwMode="auto">
              <a:xfrm>
                <a:off x="3498" y="1624"/>
                <a:ext cx="41" cy="57"/>
              </a:xfrm>
              <a:custGeom>
                <a:avLst/>
                <a:gdLst>
                  <a:gd name="T0" fmla="*/ 0 w 323"/>
                  <a:gd name="T1" fmla="*/ 0 h 453"/>
                  <a:gd name="T2" fmla="*/ 0 w 323"/>
                  <a:gd name="T3" fmla="*/ 0 h 453"/>
                  <a:gd name="T4" fmla="*/ 0 w 323"/>
                  <a:gd name="T5" fmla="*/ 0 h 453"/>
                  <a:gd name="T6" fmla="*/ 0 w 323"/>
                  <a:gd name="T7" fmla="*/ 0 h 453"/>
                  <a:gd name="T8" fmla="*/ 0 w 323"/>
                  <a:gd name="T9" fmla="*/ 0 h 453"/>
                  <a:gd name="T10" fmla="*/ 0 w 323"/>
                  <a:gd name="T11" fmla="*/ 0 h 453"/>
                  <a:gd name="T12" fmla="*/ 0 w 323"/>
                  <a:gd name="T13" fmla="*/ 0 h 453"/>
                  <a:gd name="T14" fmla="*/ 0 w 323"/>
                  <a:gd name="T15" fmla="*/ 0 h 453"/>
                  <a:gd name="T16" fmla="*/ 0 w 323"/>
                  <a:gd name="T17" fmla="*/ 0 h 453"/>
                  <a:gd name="T18" fmla="*/ 0 w 323"/>
                  <a:gd name="T19" fmla="*/ 0 h 453"/>
                  <a:gd name="T20" fmla="*/ 0 w 323"/>
                  <a:gd name="T21" fmla="*/ 0 h 453"/>
                  <a:gd name="T22" fmla="*/ 0 w 323"/>
                  <a:gd name="T23" fmla="*/ 0 h 453"/>
                  <a:gd name="T24" fmla="*/ 0 w 323"/>
                  <a:gd name="T25" fmla="*/ 0 h 45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23"/>
                  <a:gd name="T40" fmla="*/ 0 h 453"/>
                  <a:gd name="T41" fmla="*/ 323 w 323"/>
                  <a:gd name="T42" fmla="*/ 453 h 45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23" h="453">
                    <a:moveTo>
                      <a:pt x="0" y="0"/>
                    </a:moveTo>
                    <a:lnTo>
                      <a:pt x="7" y="54"/>
                    </a:lnTo>
                    <a:lnTo>
                      <a:pt x="84" y="119"/>
                    </a:lnTo>
                    <a:lnTo>
                      <a:pt x="169" y="229"/>
                    </a:lnTo>
                    <a:lnTo>
                      <a:pt x="99" y="275"/>
                    </a:lnTo>
                    <a:lnTo>
                      <a:pt x="209" y="453"/>
                    </a:lnTo>
                    <a:lnTo>
                      <a:pt x="282" y="453"/>
                    </a:lnTo>
                    <a:lnTo>
                      <a:pt x="323" y="299"/>
                    </a:lnTo>
                    <a:lnTo>
                      <a:pt x="308" y="250"/>
                    </a:lnTo>
                    <a:lnTo>
                      <a:pt x="224" y="222"/>
                    </a:lnTo>
                    <a:lnTo>
                      <a:pt x="205" y="119"/>
                    </a:lnTo>
                    <a:lnTo>
                      <a:pt x="104" y="4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59" name="Freeform 553"/>
              <p:cNvSpPr>
                <a:spLocks/>
              </p:cNvSpPr>
              <p:nvPr/>
            </p:nvSpPr>
            <p:spPr bwMode="auto">
              <a:xfrm>
                <a:off x="3412" y="1603"/>
                <a:ext cx="51" cy="104"/>
              </a:xfrm>
              <a:custGeom>
                <a:avLst/>
                <a:gdLst>
                  <a:gd name="T0" fmla="*/ 0 w 411"/>
                  <a:gd name="T1" fmla="*/ 0 h 827"/>
                  <a:gd name="T2" fmla="*/ 0 w 411"/>
                  <a:gd name="T3" fmla="*/ 0 h 827"/>
                  <a:gd name="T4" fmla="*/ 0 w 411"/>
                  <a:gd name="T5" fmla="*/ 0 h 827"/>
                  <a:gd name="T6" fmla="*/ 0 w 411"/>
                  <a:gd name="T7" fmla="*/ 0 h 827"/>
                  <a:gd name="T8" fmla="*/ 0 w 411"/>
                  <a:gd name="T9" fmla="*/ 0 h 827"/>
                  <a:gd name="T10" fmla="*/ 0 w 411"/>
                  <a:gd name="T11" fmla="*/ 0 h 827"/>
                  <a:gd name="T12" fmla="*/ 0 w 411"/>
                  <a:gd name="T13" fmla="*/ 0 h 827"/>
                  <a:gd name="T14" fmla="*/ 0 w 411"/>
                  <a:gd name="T15" fmla="*/ 0 h 827"/>
                  <a:gd name="T16" fmla="*/ 0 w 411"/>
                  <a:gd name="T17" fmla="*/ 0 h 827"/>
                  <a:gd name="T18" fmla="*/ 0 w 411"/>
                  <a:gd name="T19" fmla="*/ 0 h 827"/>
                  <a:gd name="T20" fmla="*/ 0 w 411"/>
                  <a:gd name="T21" fmla="*/ 0 h 827"/>
                  <a:gd name="T22" fmla="*/ 0 w 411"/>
                  <a:gd name="T23" fmla="*/ 0 h 827"/>
                  <a:gd name="T24" fmla="*/ 0 w 411"/>
                  <a:gd name="T25" fmla="*/ 0 h 827"/>
                  <a:gd name="T26" fmla="*/ 0 w 411"/>
                  <a:gd name="T27" fmla="*/ 0 h 827"/>
                  <a:gd name="T28" fmla="*/ 0 w 411"/>
                  <a:gd name="T29" fmla="*/ 0 h 827"/>
                  <a:gd name="T30" fmla="*/ 0 w 411"/>
                  <a:gd name="T31" fmla="*/ 0 h 827"/>
                  <a:gd name="T32" fmla="*/ 0 w 411"/>
                  <a:gd name="T33" fmla="*/ 0 h 827"/>
                  <a:gd name="T34" fmla="*/ 0 w 411"/>
                  <a:gd name="T35" fmla="*/ 0 h 827"/>
                  <a:gd name="T36" fmla="*/ 0 w 411"/>
                  <a:gd name="T37" fmla="*/ 0 h 827"/>
                  <a:gd name="T38" fmla="*/ 0 w 411"/>
                  <a:gd name="T39" fmla="*/ 0 h 82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11"/>
                  <a:gd name="T61" fmla="*/ 0 h 827"/>
                  <a:gd name="T62" fmla="*/ 411 w 411"/>
                  <a:gd name="T63" fmla="*/ 827 h 82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11" h="827">
                    <a:moveTo>
                      <a:pt x="290" y="272"/>
                    </a:moveTo>
                    <a:lnTo>
                      <a:pt x="197" y="272"/>
                    </a:lnTo>
                    <a:lnTo>
                      <a:pt x="121" y="230"/>
                    </a:lnTo>
                    <a:lnTo>
                      <a:pt x="51" y="167"/>
                    </a:lnTo>
                    <a:lnTo>
                      <a:pt x="0" y="0"/>
                    </a:lnTo>
                    <a:lnTo>
                      <a:pt x="29" y="193"/>
                    </a:lnTo>
                    <a:lnTo>
                      <a:pt x="160" y="378"/>
                    </a:lnTo>
                    <a:lnTo>
                      <a:pt x="282" y="629"/>
                    </a:lnTo>
                    <a:lnTo>
                      <a:pt x="342" y="708"/>
                    </a:lnTo>
                    <a:lnTo>
                      <a:pt x="395" y="827"/>
                    </a:lnTo>
                    <a:lnTo>
                      <a:pt x="354" y="636"/>
                    </a:lnTo>
                    <a:lnTo>
                      <a:pt x="411" y="609"/>
                    </a:lnTo>
                    <a:lnTo>
                      <a:pt x="354" y="565"/>
                    </a:lnTo>
                    <a:lnTo>
                      <a:pt x="354" y="530"/>
                    </a:lnTo>
                    <a:lnTo>
                      <a:pt x="386" y="507"/>
                    </a:lnTo>
                    <a:lnTo>
                      <a:pt x="319" y="523"/>
                    </a:lnTo>
                    <a:lnTo>
                      <a:pt x="282" y="507"/>
                    </a:lnTo>
                    <a:lnTo>
                      <a:pt x="268" y="466"/>
                    </a:lnTo>
                    <a:lnTo>
                      <a:pt x="268" y="356"/>
                    </a:lnTo>
                    <a:lnTo>
                      <a:pt x="290" y="2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0" name="Freeform 554"/>
              <p:cNvSpPr>
                <a:spLocks/>
              </p:cNvSpPr>
              <p:nvPr/>
            </p:nvSpPr>
            <p:spPr bwMode="auto">
              <a:xfrm>
                <a:off x="3466" y="1657"/>
                <a:ext cx="47" cy="9"/>
              </a:xfrm>
              <a:custGeom>
                <a:avLst/>
                <a:gdLst>
                  <a:gd name="T0" fmla="*/ 0 w 381"/>
                  <a:gd name="T1" fmla="*/ 0 h 76"/>
                  <a:gd name="T2" fmla="*/ 0 w 381"/>
                  <a:gd name="T3" fmla="*/ 0 h 76"/>
                  <a:gd name="T4" fmla="*/ 0 w 381"/>
                  <a:gd name="T5" fmla="*/ 0 h 76"/>
                  <a:gd name="T6" fmla="*/ 0 w 381"/>
                  <a:gd name="T7" fmla="*/ 0 h 76"/>
                  <a:gd name="T8" fmla="*/ 0 w 381"/>
                  <a:gd name="T9" fmla="*/ 0 h 76"/>
                  <a:gd name="T10" fmla="*/ 0 60000 65536"/>
                  <a:gd name="T11" fmla="*/ 0 60000 65536"/>
                  <a:gd name="T12" fmla="*/ 0 60000 65536"/>
                  <a:gd name="T13" fmla="*/ 0 60000 65536"/>
                  <a:gd name="T14" fmla="*/ 0 60000 65536"/>
                  <a:gd name="T15" fmla="*/ 0 w 381"/>
                  <a:gd name="T16" fmla="*/ 0 h 76"/>
                  <a:gd name="T17" fmla="*/ 381 w 381"/>
                  <a:gd name="T18" fmla="*/ 76 h 76"/>
                </a:gdLst>
                <a:ahLst/>
                <a:cxnLst>
                  <a:cxn ang="T10">
                    <a:pos x="T0" y="T1"/>
                  </a:cxn>
                  <a:cxn ang="T11">
                    <a:pos x="T2" y="T3"/>
                  </a:cxn>
                  <a:cxn ang="T12">
                    <a:pos x="T4" y="T5"/>
                  </a:cxn>
                  <a:cxn ang="T13">
                    <a:pos x="T6" y="T7"/>
                  </a:cxn>
                  <a:cxn ang="T14">
                    <a:pos x="T8" y="T9"/>
                  </a:cxn>
                </a:cxnLst>
                <a:rect l="T15" t="T16" r="T17" b="T18"/>
                <a:pathLst>
                  <a:path w="381" h="76">
                    <a:moveTo>
                      <a:pt x="0" y="76"/>
                    </a:moveTo>
                    <a:lnTo>
                      <a:pt x="175" y="40"/>
                    </a:lnTo>
                    <a:lnTo>
                      <a:pt x="260" y="0"/>
                    </a:lnTo>
                    <a:lnTo>
                      <a:pt x="313" y="0"/>
                    </a:lnTo>
                    <a:lnTo>
                      <a:pt x="381" y="21"/>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561" name="Freeform 555"/>
              <p:cNvSpPr>
                <a:spLocks/>
              </p:cNvSpPr>
              <p:nvPr/>
            </p:nvSpPr>
            <p:spPr bwMode="auto">
              <a:xfrm>
                <a:off x="3470" y="1669"/>
                <a:ext cx="39" cy="24"/>
              </a:xfrm>
              <a:custGeom>
                <a:avLst/>
                <a:gdLst>
                  <a:gd name="T0" fmla="*/ 0 w 316"/>
                  <a:gd name="T1" fmla="*/ 0 h 191"/>
                  <a:gd name="T2" fmla="*/ 0 w 316"/>
                  <a:gd name="T3" fmla="*/ 0 h 191"/>
                  <a:gd name="T4" fmla="*/ 0 w 316"/>
                  <a:gd name="T5" fmla="*/ 0 h 191"/>
                  <a:gd name="T6" fmla="*/ 0 w 316"/>
                  <a:gd name="T7" fmla="*/ 0 h 191"/>
                  <a:gd name="T8" fmla="*/ 0 w 316"/>
                  <a:gd name="T9" fmla="*/ 0 h 191"/>
                  <a:gd name="T10" fmla="*/ 0 w 316"/>
                  <a:gd name="T11" fmla="*/ 0 h 191"/>
                  <a:gd name="T12" fmla="*/ 0 w 316"/>
                  <a:gd name="T13" fmla="*/ 0 h 191"/>
                  <a:gd name="T14" fmla="*/ 0 w 316"/>
                  <a:gd name="T15" fmla="*/ 0 h 191"/>
                  <a:gd name="T16" fmla="*/ 0 w 316"/>
                  <a:gd name="T17" fmla="*/ 0 h 191"/>
                  <a:gd name="T18" fmla="*/ 0 w 316"/>
                  <a:gd name="T19" fmla="*/ 0 h 191"/>
                  <a:gd name="T20" fmla="*/ 0 w 316"/>
                  <a:gd name="T21" fmla="*/ 0 h 191"/>
                  <a:gd name="T22" fmla="*/ 0 w 316"/>
                  <a:gd name="T23" fmla="*/ 0 h 191"/>
                  <a:gd name="T24" fmla="*/ 0 w 316"/>
                  <a:gd name="T25" fmla="*/ 0 h 191"/>
                  <a:gd name="T26" fmla="*/ 0 w 316"/>
                  <a:gd name="T27" fmla="*/ 0 h 1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16"/>
                  <a:gd name="T43" fmla="*/ 0 h 191"/>
                  <a:gd name="T44" fmla="*/ 316 w 316"/>
                  <a:gd name="T45" fmla="*/ 191 h 1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16" h="191">
                    <a:moveTo>
                      <a:pt x="0" y="79"/>
                    </a:moveTo>
                    <a:lnTo>
                      <a:pt x="242" y="26"/>
                    </a:lnTo>
                    <a:lnTo>
                      <a:pt x="295" y="0"/>
                    </a:lnTo>
                    <a:lnTo>
                      <a:pt x="303" y="19"/>
                    </a:lnTo>
                    <a:lnTo>
                      <a:pt x="219" y="64"/>
                    </a:lnTo>
                    <a:lnTo>
                      <a:pt x="235" y="112"/>
                    </a:lnTo>
                    <a:lnTo>
                      <a:pt x="316" y="191"/>
                    </a:lnTo>
                    <a:lnTo>
                      <a:pt x="228" y="162"/>
                    </a:lnTo>
                    <a:lnTo>
                      <a:pt x="150" y="162"/>
                    </a:lnTo>
                    <a:lnTo>
                      <a:pt x="72" y="182"/>
                    </a:lnTo>
                    <a:lnTo>
                      <a:pt x="46" y="191"/>
                    </a:lnTo>
                    <a:lnTo>
                      <a:pt x="60" y="156"/>
                    </a:lnTo>
                    <a:lnTo>
                      <a:pt x="24" y="99"/>
                    </a:lnTo>
                    <a:lnTo>
                      <a:pt x="0" y="7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2" name="Freeform 556"/>
              <p:cNvSpPr>
                <a:spLocks/>
              </p:cNvSpPr>
              <p:nvPr/>
            </p:nvSpPr>
            <p:spPr bwMode="auto">
              <a:xfrm>
                <a:off x="3371" y="1448"/>
                <a:ext cx="214" cy="129"/>
              </a:xfrm>
              <a:custGeom>
                <a:avLst/>
                <a:gdLst>
                  <a:gd name="T0" fmla="*/ 0 w 1704"/>
                  <a:gd name="T1" fmla="*/ 0 h 1028"/>
                  <a:gd name="T2" fmla="*/ 0 w 1704"/>
                  <a:gd name="T3" fmla="*/ 0 h 1028"/>
                  <a:gd name="T4" fmla="*/ 0 w 1704"/>
                  <a:gd name="T5" fmla="*/ 0 h 1028"/>
                  <a:gd name="T6" fmla="*/ 0 w 1704"/>
                  <a:gd name="T7" fmla="*/ 0 h 1028"/>
                  <a:gd name="T8" fmla="*/ 0 w 1704"/>
                  <a:gd name="T9" fmla="*/ 0 h 1028"/>
                  <a:gd name="T10" fmla="*/ 0 w 1704"/>
                  <a:gd name="T11" fmla="*/ 0 h 1028"/>
                  <a:gd name="T12" fmla="*/ 0 w 1704"/>
                  <a:gd name="T13" fmla="*/ 0 h 1028"/>
                  <a:gd name="T14" fmla="*/ 0 w 1704"/>
                  <a:gd name="T15" fmla="*/ 0 h 1028"/>
                  <a:gd name="T16" fmla="*/ 0 w 1704"/>
                  <a:gd name="T17" fmla="*/ 0 h 1028"/>
                  <a:gd name="T18" fmla="*/ 0 w 1704"/>
                  <a:gd name="T19" fmla="*/ 0 h 1028"/>
                  <a:gd name="T20" fmla="*/ 0 w 1704"/>
                  <a:gd name="T21" fmla="*/ 0 h 1028"/>
                  <a:gd name="T22" fmla="*/ 0 w 1704"/>
                  <a:gd name="T23" fmla="*/ 0 h 1028"/>
                  <a:gd name="T24" fmla="*/ 0 w 1704"/>
                  <a:gd name="T25" fmla="*/ 0 h 1028"/>
                  <a:gd name="T26" fmla="*/ 0 w 1704"/>
                  <a:gd name="T27" fmla="*/ 0 h 1028"/>
                  <a:gd name="T28" fmla="*/ 0 w 1704"/>
                  <a:gd name="T29" fmla="*/ 0 h 1028"/>
                  <a:gd name="T30" fmla="*/ 0 w 1704"/>
                  <a:gd name="T31" fmla="*/ 0 h 1028"/>
                  <a:gd name="T32" fmla="*/ 0 w 1704"/>
                  <a:gd name="T33" fmla="*/ 0 h 1028"/>
                  <a:gd name="T34" fmla="*/ 0 w 1704"/>
                  <a:gd name="T35" fmla="*/ 0 h 1028"/>
                  <a:gd name="T36" fmla="*/ 0 w 1704"/>
                  <a:gd name="T37" fmla="*/ 0 h 1028"/>
                  <a:gd name="T38" fmla="*/ 0 w 1704"/>
                  <a:gd name="T39" fmla="*/ 0 h 1028"/>
                  <a:gd name="T40" fmla="*/ 0 w 1704"/>
                  <a:gd name="T41" fmla="*/ 0 h 1028"/>
                  <a:gd name="T42" fmla="*/ 0 w 1704"/>
                  <a:gd name="T43" fmla="*/ 0 h 1028"/>
                  <a:gd name="T44" fmla="*/ 0 w 1704"/>
                  <a:gd name="T45" fmla="*/ 0 h 1028"/>
                  <a:gd name="T46" fmla="*/ 0 w 1704"/>
                  <a:gd name="T47" fmla="*/ 0 h 1028"/>
                  <a:gd name="T48" fmla="*/ 0 w 1704"/>
                  <a:gd name="T49" fmla="*/ 0 h 1028"/>
                  <a:gd name="T50" fmla="*/ 0 w 1704"/>
                  <a:gd name="T51" fmla="*/ 0 h 1028"/>
                  <a:gd name="T52" fmla="*/ 0 w 1704"/>
                  <a:gd name="T53" fmla="*/ 0 h 1028"/>
                  <a:gd name="T54" fmla="*/ 0 w 1704"/>
                  <a:gd name="T55" fmla="*/ 0 h 1028"/>
                  <a:gd name="T56" fmla="*/ 0 w 1704"/>
                  <a:gd name="T57" fmla="*/ 0 h 1028"/>
                  <a:gd name="T58" fmla="*/ 0 w 1704"/>
                  <a:gd name="T59" fmla="*/ 0 h 1028"/>
                  <a:gd name="T60" fmla="*/ 0 w 1704"/>
                  <a:gd name="T61" fmla="*/ 0 h 1028"/>
                  <a:gd name="T62" fmla="*/ 0 w 1704"/>
                  <a:gd name="T63" fmla="*/ 0 h 1028"/>
                  <a:gd name="T64" fmla="*/ 0 w 1704"/>
                  <a:gd name="T65" fmla="*/ 0 h 1028"/>
                  <a:gd name="T66" fmla="*/ 0 w 1704"/>
                  <a:gd name="T67" fmla="*/ 0 h 1028"/>
                  <a:gd name="T68" fmla="*/ 0 w 1704"/>
                  <a:gd name="T69" fmla="*/ 0 h 1028"/>
                  <a:gd name="T70" fmla="*/ 0 w 1704"/>
                  <a:gd name="T71" fmla="*/ 0 h 1028"/>
                  <a:gd name="T72" fmla="*/ 0 w 1704"/>
                  <a:gd name="T73" fmla="*/ 0 h 1028"/>
                  <a:gd name="T74" fmla="*/ 0 w 1704"/>
                  <a:gd name="T75" fmla="*/ 0 h 1028"/>
                  <a:gd name="T76" fmla="*/ 0 w 1704"/>
                  <a:gd name="T77" fmla="*/ 0 h 1028"/>
                  <a:gd name="T78" fmla="*/ 0 w 1704"/>
                  <a:gd name="T79" fmla="*/ 0 h 1028"/>
                  <a:gd name="T80" fmla="*/ 0 w 1704"/>
                  <a:gd name="T81" fmla="*/ 0 h 1028"/>
                  <a:gd name="T82" fmla="*/ 0 w 1704"/>
                  <a:gd name="T83" fmla="*/ 0 h 1028"/>
                  <a:gd name="T84" fmla="*/ 0 w 1704"/>
                  <a:gd name="T85" fmla="*/ 0 h 1028"/>
                  <a:gd name="T86" fmla="*/ 0 w 1704"/>
                  <a:gd name="T87" fmla="*/ 0 h 1028"/>
                  <a:gd name="T88" fmla="*/ 0 w 1704"/>
                  <a:gd name="T89" fmla="*/ 0 h 1028"/>
                  <a:gd name="T90" fmla="*/ 0 w 1704"/>
                  <a:gd name="T91" fmla="*/ 0 h 1028"/>
                  <a:gd name="T92" fmla="*/ 0 w 1704"/>
                  <a:gd name="T93" fmla="*/ 0 h 1028"/>
                  <a:gd name="T94" fmla="*/ 0 w 1704"/>
                  <a:gd name="T95" fmla="*/ 0 h 1028"/>
                  <a:gd name="T96" fmla="*/ 0 w 1704"/>
                  <a:gd name="T97" fmla="*/ 0 h 1028"/>
                  <a:gd name="T98" fmla="*/ 0 w 1704"/>
                  <a:gd name="T99" fmla="*/ 0 h 1028"/>
                  <a:gd name="T100" fmla="*/ 0 w 1704"/>
                  <a:gd name="T101" fmla="*/ 0 h 1028"/>
                  <a:gd name="T102" fmla="*/ 0 w 1704"/>
                  <a:gd name="T103" fmla="*/ 0 h 1028"/>
                  <a:gd name="T104" fmla="*/ 0 w 1704"/>
                  <a:gd name="T105" fmla="*/ 0 h 1028"/>
                  <a:gd name="T106" fmla="*/ 0 w 1704"/>
                  <a:gd name="T107" fmla="*/ 0 h 102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04"/>
                  <a:gd name="T163" fmla="*/ 0 h 1028"/>
                  <a:gd name="T164" fmla="*/ 1704 w 1704"/>
                  <a:gd name="T165" fmla="*/ 1028 h 102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04" h="1028">
                    <a:moveTo>
                      <a:pt x="159" y="340"/>
                    </a:moveTo>
                    <a:lnTo>
                      <a:pt x="122" y="404"/>
                    </a:lnTo>
                    <a:lnTo>
                      <a:pt x="0" y="551"/>
                    </a:lnTo>
                    <a:lnTo>
                      <a:pt x="0" y="609"/>
                    </a:lnTo>
                    <a:lnTo>
                      <a:pt x="76" y="749"/>
                    </a:lnTo>
                    <a:lnTo>
                      <a:pt x="48" y="874"/>
                    </a:lnTo>
                    <a:lnTo>
                      <a:pt x="111" y="978"/>
                    </a:lnTo>
                    <a:lnTo>
                      <a:pt x="245" y="987"/>
                    </a:lnTo>
                    <a:lnTo>
                      <a:pt x="286" y="1028"/>
                    </a:lnTo>
                    <a:lnTo>
                      <a:pt x="252" y="692"/>
                    </a:lnTo>
                    <a:lnTo>
                      <a:pt x="252" y="588"/>
                    </a:lnTo>
                    <a:lnTo>
                      <a:pt x="265" y="507"/>
                    </a:lnTo>
                    <a:lnTo>
                      <a:pt x="286" y="457"/>
                    </a:lnTo>
                    <a:lnTo>
                      <a:pt x="408" y="507"/>
                    </a:lnTo>
                    <a:lnTo>
                      <a:pt x="555" y="529"/>
                    </a:lnTo>
                    <a:lnTo>
                      <a:pt x="738" y="529"/>
                    </a:lnTo>
                    <a:lnTo>
                      <a:pt x="966" y="507"/>
                    </a:lnTo>
                    <a:lnTo>
                      <a:pt x="851" y="503"/>
                    </a:lnTo>
                    <a:lnTo>
                      <a:pt x="708" y="434"/>
                    </a:lnTo>
                    <a:lnTo>
                      <a:pt x="865" y="441"/>
                    </a:lnTo>
                    <a:lnTo>
                      <a:pt x="992" y="434"/>
                    </a:lnTo>
                    <a:lnTo>
                      <a:pt x="1162" y="397"/>
                    </a:lnTo>
                    <a:lnTo>
                      <a:pt x="1280" y="349"/>
                    </a:lnTo>
                    <a:lnTo>
                      <a:pt x="1441" y="334"/>
                    </a:lnTo>
                    <a:lnTo>
                      <a:pt x="1513" y="362"/>
                    </a:lnTo>
                    <a:lnTo>
                      <a:pt x="1586" y="397"/>
                    </a:lnTo>
                    <a:lnTo>
                      <a:pt x="1644" y="397"/>
                    </a:lnTo>
                    <a:lnTo>
                      <a:pt x="1704" y="362"/>
                    </a:lnTo>
                    <a:lnTo>
                      <a:pt x="1634" y="272"/>
                    </a:lnTo>
                    <a:lnTo>
                      <a:pt x="1526" y="286"/>
                    </a:lnTo>
                    <a:lnTo>
                      <a:pt x="1441" y="259"/>
                    </a:lnTo>
                    <a:lnTo>
                      <a:pt x="1358" y="250"/>
                    </a:lnTo>
                    <a:lnTo>
                      <a:pt x="1280" y="279"/>
                    </a:lnTo>
                    <a:lnTo>
                      <a:pt x="1139" y="340"/>
                    </a:lnTo>
                    <a:lnTo>
                      <a:pt x="1014" y="371"/>
                    </a:lnTo>
                    <a:lnTo>
                      <a:pt x="878" y="378"/>
                    </a:lnTo>
                    <a:lnTo>
                      <a:pt x="766" y="384"/>
                    </a:lnTo>
                    <a:lnTo>
                      <a:pt x="590" y="362"/>
                    </a:lnTo>
                    <a:lnTo>
                      <a:pt x="696" y="334"/>
                    </a:lnTo>
                    <a:lnTo>
                      <a:pt x="570" y="318"/>
                    </a:lnTo>
                    <a:lnTo>
                      <a:pt x="443" y="291"/>
                    </a:lnTo>
                    <a:lnTo>
                      <a:pt x="379" y="265"/>
                    </a:lnTo>
                    <a:lnTo>
                      <a:pt x="482" y="226"/>
                    </a:lnTo>
                    <a:lnTo>
                      <a:pt x="300" y="201"/>
                    </a:lnTo>
                    <a:lnTo>
                      <a:pt x="265" y="173"/>
                    </a:lnTo>
                    <a:lnTo>
                      <a:pt x="258" y="145"/>
                    </a:lnTo>
                    <a:lnTo>
                      <a:pt x="265" y="102"/>
                    </a:lnTo>
                    <a:lnTo>
                      <a:pt x="295" y="54"/>
                    </a:lnTo>
                    <a:lnTo>
                      <a:pt x="373" y="0"/>
                    </a:lnTo>
                    <a:lnTo>
                      <a:pt x="217" y="67"/>
                    </a:lnTo>
                    <a:lnTo>
                      <a:pt x="60" y="164"/>
                    </a:lnTo>
                    <a:lnTo>
                      <a:pt x="69" y="189"/>
                    </a:lnTo>
                    <a:lnTo>
                      <a:pt x="118" y="286"/>
                    </a:lnTo>
                    <a:lnTo>
                      <a:pt x="159" y="3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3" name="Freeform 557"/>
              <p:cNvSpPr>
                <a:spLocks/>
              </p:cNvSpPr>
              <p:nvPr/>
            </p:nvSpPr>
            <p:spPr bwMode="auto">
              <a:xfrm>
                <a:off x="3429" y="1420"/>
                <a:ext cx="207" cy="329"/>
              </a:xfrm>
              <a:custGeom>
                <a:avLst/>
                <a:gdLst>
                  <a:gd name="T0" fmla="*/ 0 w 1658"/>
                  <a:gd name="T1" fmla="*/ 0 h 2635"/>
                  <a:gd name="T2" fmla="*/ 0 w 1658"/>
                  <a:gd name="T3" fmla="*/ 0 h 2635"/>
                  <a:gd name="T4" fmla="*/ 0 w 1658"/>
                  <a:gd name="T5" fmla="*/ 0 h 2635"/>
                  <a:gd name="T6" fmla="*/ 0 w 1658"/>
                  <a:gd name="T7" fmla="*/ 0 h 2635"/>
                  <a:gd name="T8" fmla="*/ 0 w 1658"/>
                  <a:gd name="T9" fmla="*/ 0 h 2635"/>
                  <a:gd name="T10" fmla="*/ 0 w 1658"/>
                  <a:gd name="T11" fmla="*/ 0 h 2635"/>
                  <a:gd name="T12" fmla="*/ 0 w 1658"/>
                  <a:gd name="T13" fmla="*/ 0 h 2635"/>
                  <a:gd name="T14" fmla="*/ 0 w 1658"/>
                  <a:gd name="T15" fmla="*/ 0 h 2635"/>
                  <a:gd name="T16" fmla="*/ 0 w 1658"/>
                  <a:gd name="T17" fmla="*/ 0 h 2635"/>
                  <a:gd name="T18" fmla="*/ 0 w 1658"/>
                  <a:gd name="T19" fmla="*/ 0 h 2635"/>
                  <a:gd name="T20" fmla="*/ 0 w 1658"/>
                  <a:gd name="T21" fmla="*/ 0 h 2635"/>
                  <a:gd name="T22" fmla="*/ 0 w 1658"/>
                  <a:gd name="T23" fmla="*/ 0 h 2635"/>
                  <a:gd name="T24" fmla="*/ 0 w 1658"/>
                  <a:gd name="T25" fmla="*/ 0 h 2635"/>
                  <a:gd name="T26" fmla="*/ 0 w 1658"/>
                  <a:gd name="T27" fmla="*/ 0 h 2635"/>
                  <a:gd name="T28" fmla="*/ 0 w 1658"/>
                  <a:gd name="T29" fmla="*/ 0 h 2635"/>
                  <a:gd name="T30" fmla="*/ 0 w 1658"/>
                  <a:gd name="T31" fmla="*/ 0 h 2635"/>
                  <a:gd name="T32" fmla="*/ 0 w 1658"/>
                  <a:gd name="T33" fmla="*/ 0 h 2635"/>
                  <a:gd name="T34" fmla="*/ 0 w 1658"/>
                  <a:gd name="T35" fmla="*/ 0 h 2635"/>
                  <a:gd name="T36" fmla="*/ 0 w 1658"/>
                  <a:gd name="T37" fmla="*/ 0 h 2635"/>
                  <a:gd name="T38" fmla="*/ 0 w 1658"/>
                  <a:gd name="T39" fmla="*/ 0 h 2635"/>
                  <a:gd name="T40" fmla="*/ 0 w 1658"/>
                  <a:gd name="T41" fmla="*/ 0 h 2635"/>
                  <a:gd name="T42" fmla="*/ 0 w 1658"/>
                  <a:gd name="T43" fmla="*/ 0 h 2635"/>
                  <a:gd name="T44" fmla="*/ 0 w 1658"/>
                  <a:gd name="T45" fmla="*/ 0 h 2635"/>
                  <a:gd name="T46" fmla="*/ 0 w 1658"/>
                  <a:gd name="T47" fmla="*/ 0 h 2635"/>
                  <a:gd name="T48" fmla="*/ 0 w 1658"/>
                  <a:gd name="T49" fmla="*/ 0 h 2635"/>
                  <a:gd name="T50" fmla="*/ 0 w 1658"/>
                  <a:gd name="T51" fmla="*/ 0 h 2635"/>
                  <a:gd name="T52" fmla="*/ 0 w 1658"/>
                  <a:gd name="T53" fmla="*/ 0 h 2635"/>
                  <a:gd name="T54" fmla="*/ 0 w 1658"/>
                  <a:gd name="T55" fmla="*/ 0 h 2635"/>
                  <a:gd name="T56" fmla="*/ 0 w 1658"/>
                  <a:gd name="T57" fmla="*/ 0 h 2635"/>
                  <a:gd name="T58" fmla="*/ 0 w 1658"/>
                  <a:gd name="T59" fmla="*/ 0 h 2635"/>
                  <a:gd name="T60" fmla="*/ 0 w 1658"/>
                  <a:gd name="T61" fmla="*/ 0 h 2635"/>
                  <a:gd name="T62" fmla="*/ 0 w 1658"/>
                  <a:gd name="T63" fmla="*/ 0 h 2635"/>
                  <a:gd name="T64" fmla="*/ 0 w 1658"/>
                  <a:gd name="T65" fmla="*/ 0 h 2635"/>
                  <a:gd name="T66" fmla="*/ 0 w 1658"/>
                  <a:gd name="T67" fmla="*/ 0 h 2635"/>
                  <a:gd name="T68" fmla="*/ 0 w 1658"/>
                  <a:gd name="T69" fmla="*/ 0 h 2635"/>
                  <a:gd name="T70" fmla="*/ 0 w 1658"/>
                  <a:gd name="T71" fmla="*/ 0 h 2635"/>
                  <a:gd name="T72" fmla="*/ 0 w 1658"/>
                  <a:gd name="T73" fmla="*/ 0 h 2635"/>
                  <a:gd name="T74" fmla="*/ 0 w 1658"/>
                  <a:gd name="T75" fmla="*/ 0 h 2635"/>
                  <a:gd name="T76" fmla="*/ 0 w 1658"/>
                  <a:gd name="T77" fmla="*/ 0 h 2635"/>
                  <a:gd name="T78" fmla="*/ 0 w 1658"/>
                  <a:gd name="T79" fmla="*/ 0 h 2635"/>
                  <a:gd name="T80" fmla="*/ 0 w 1658"/>
                  <a:gd name="T81" fmla="*/ 0 h 2635"/>
                  <a:gd name="T82" fmla="*/ 0 w 1658"/>
                  <a:gd name="T83" fmla="*/ 0 h 2635"/>
                  <a:gd name="T84" fmla="*/ 0 w 1658"/>
                  <a:gd name="T85" fmla="*/ 0 h 2635"/>
                  <a:gd name="T86" fmla="*/ 0 w 1658"/>
                  <a:gd name="T87" fmla="*/ 0 h 2635"/>
                  <a:gd name="T88" fmla="*/ 0 w 1658"/>
                  <a:gd name="T89" fmla="*/ 0 h 2635"/>
                  <a:gd name="T90" fmla="*/ 0 w 1658"/>
                  <a:gd name="T91" fmla="*/ 0 h 2635"/>
                  <a:gd name="T92" fmla="*/ 0 w 1658"/>
                  <a:gd name="T93" fmla="*/ 0 h 2635"/>
                  <a:gd name="T94" fmla="*/ 0 w 1658"/>
                  <a:gd name="T95" fmla="*/ 0 h 2635"/>
                  <a:gd name="T96" fmla="*/ 0 w 1658"/>
                  <a:gd name="T97" fmla="*/ 0 h 2635"/>
                  <a:gd name="T98" fmla="*/ 0 w 1658"/>
                  <a:gd name="T99" fmla="*/ 0 h 2635"/>
                  <a:gd name="T100" fmla="*/ 0 w 1658"/>
                  <a:gd name="T101" fmla="*/ 0 h 2635"/>
                  <a:gd name="T102" fmla="*/ 0 w 1658"/>
                  <a:gd name="T103" fmla="*/ 0 h 2635"/>
                  <a:gd name="T104" fmla="*/ 0 w 1658"/>
                  <a:gd name="T105" fmla="*/ 0 h 2635"/>
                  <a:gd name="T106" fmla="*/ 0 w 1658"/>
                  <a:gd name="T107" fmla="*/ 0 h 2635"/>
                  <a:gd name="T108" fmla="*/ 0 w 1658"/>
                  <a:gd name="T109" fmla="*/ 0 h 2635"/>
                  <a:gd name="T110" fmla="*/ 0 w 1658"/>
                  <a:gd name="T111" fmla="*/ 0 h 2635"/>
                  <a:gd name="T112" fmla="*/ 0 w 1658"/>
                  <a:gd name="T113" fmla="*/ 0 h 2635"/>
                  <a:gd name="T114" fmla="*/ 0 w 1658"/>
                  <a:gd name="T115" fmla="*/ 0 h 2635"/>
                  <a:gd name="T116" fmla="*/ 0 w 1658"/>
                  <a:gd name="T117" fmla="*/ 0 h 2635"/>
                  <a:gd name="T118" fmla="*/ 0 w 1658"/>
                  <a:gd name="T119" fmla="*/ 0 h 2635"/>
                  <a:gd name="T120" fmla="*/ 0 w 1658"/>
                  <a:gd name="T121" fmla="*/ 0 h 263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658"/>
                  <a:gd name="T184" fmla="*/ 0 h 2635"/>
                  <a:gd name="T185" fmla="*/ 1658 w 1658"/>
                  <a:gd name="T186" fmla="*/ 2635 h 263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658" h="2635">
                    <a:moveTo>
                      <a:pt x="7" y="196"/>
                    </a:moveTo>
                    <a:lnTo>
                      <a:pt x="0" y="216"/>
                    </a:lnTo>
                    <a:lnTo>
                      <a:pt x="14" y="231"/>
                    </a:lnTo>
                    <a:lnTo>
                      <a:pt x="58" y="251"/>
                    </a:lnTo>
                    <a:lnTo>
                      <a:pt x="106" y="260"/>
                    </a:lnTo>
                    <a:lnTo>
                      <a:pt x="185" y="260"/>
                    </a:lnTo>
                    <a:lnTo>
                      <a:pt x="291" y="244"/>
                    </a:lnTo>
                    <a:lnTo>
                      <a:pt x="208" y="279"/>
                    </a:lnTo>
                    <a:lnTo>
                      <a:pt x="114" y="292"/>
                    </a:lnTo>
                    <a:lnTo>
                      <a:pt x="35" y="292"/>
                    </a:lnTo>
                    <a:lnTo>
                      <a:pt x="35" y="315"/>
                    </a:lnTo>
                    <a:lnTo>
                      <a:pt x="58" y="341"/>
                    </a:lnTo>
                    <a:lnTo>
                      <a:pt x="114" y="366"/>
                    </a:lnTo>
                    <a:lnTo>
                      <a:pt x="185" y="354"/>
                    </a:lnTo>
                    <a:lnTo>
                      <a:pt x="231" y="385"/>
                    </a:lnTo>
                    <a:lnTo>
                      <a:pt x="226" y="398"/>
                    </a:lnTo>
                    <a:lnTo>
                      <a:pt x="185" y="420"/>
                    </a:lnTo>
                    <a:lnTo>
                      <a:pt x="141" y="426"/>
                    </a:lnTo>
                    <a:lnTo>
                      <a:pt x="220" y="435"/>
                    </a:lnTo>
                    <a:lnTo>
                      <a:pt x="354" y="435"/>
                    </a:lnTo>
                    <a:lnTo>
                      <a:pt x="510" y="414"/>
                    </a:lnTo>
                    <a:lnTo>
                      <a:pt x="611" y="385"/>
                    </a:lnTo>
                    <a:lnTo>
                      <a:pt x="487" y="426"/>
                    </a:lnTo>
                    <a:lnTo>
                      <a:pt x="345" y="456"/>
                    </a:lnTo>
                    <a:lnTo>
                      <a:pt x="244" y="475"/>
                    </a:lnTo>
                    <a:lnTo>
                      <a:pt x="305" y="504"/>
                    </a:lnTo>
                    <a:lnTo>
                      <a:pt x="437" y="523"/>
                    </a:lnTo>
                    <a:lnTo>
                      <a:pt x="543" y="532"/>
                    </a:lnTo>
                    <a:lnTo>
                      <a:pt x="662" y="532"/>
                    </a:lnTo>
                    <a:lnTo>
                      <a:pt x="741" y="511"/>
                    </a:lnTo>
                    <a:lnTo>
                      <a:pt x="625" y="475"/>
                    </a:lnTo>
                    <a:lnTo>
                      <a:pt x="824" y="398"/>
                    </a:lnTo>
                    <a:lnTo>
                      <a:pt x="763" y="370"/>
                    </a:lnTo>
                    <a:lnTo>
                      <a:pt x="875" y="378"/>
                    </a:lnTo>
                    <a:lnTo>
                      <a:pt x="945" y="414"/>
                    </a:lnTo>
                    <a:lnTo>
                      <a:pt x="1029" y="470"/>
                    </a:lnTo>
                    <a:lnTo>
                      <a:pt x="1095" y="511"/>
                    </a:lnTo>
                    <a:lnTo>
                      <a:pt x="1142" y="622"/>
                    </a:lnTo>
                    <a:lnTo>
                      <a:pt x="1204" y="622"/>
                    </a:lnTo>
                    <a:lnTo>
                      <a:pt x="1257" y="609"/>
                    </a:lnTo>
                    <a:lnTo>
                      <a:pt x="1296" y="580"/>
                    </a:lnTo>
                    <a:lnTo>
                      <a:pt x="1331" y="537"/>
                    </a:lnTo>
                    <a:lnTo>
                      <a:pt x="1354" y="511"/>
                    </a:lnTo>
                    <a:lnTo>
                      <a:pt x="1361" y="559"/>
                    </a:lnTo>
                    <a:lnTo>
                      <a:pt x="1347" y="609"/>
                    </a:lnTo>
                    <a:lnTo>
                      <a:pt x="1310" y="651"/>
                    </a:lnTo>
                    <a:lnTo>
                      <a:pt x="1382" y="651"/>
                    </a:lnTo>
                    <a:lnTo>
                      <a:pt x="1446" y="638"/>
                    </a:lnTo>
                    <a:lnTo>
                      <a:pt x="1485" y="651"/>
                    </a:lnTo>
                    <a:lnTo>
                      <a:pt x="1508" y="684"/>
                    </a:lnTo>
                    <a:lnTo>
                      <a:pt x="1523" y="765"/>
                    </a:lnTo>
                    <a:lnTo>
                      <a:pt x="1517" y="936"/>
                    </a:lnTo>
                    <a:lnTo>
                      <a:pt x="1543" y="996"/>
                    </a:lnTo>
                    <a:lnTo>
                      <a:pt x="1580" y="1030"/>
                    </a:lnTo>
                    <a:lnTo>
                      <a:pt x="1591" y="1073"/>
                    </a:lnTo>
                    <a:lnTo>
                      <a:pt x="1559" y="1073"/>
                    </a:lnTo>
                    <a:lnTo>
                      <a:pt x="1469" y="1014"/>
                    </a:lnTo>
                    <a:lnTo>
                      <a:pt x="1354" y="1009"/>
                    </a:lnTo>
                    <a:lnTo>
                      <a:pt x="1287" y="1095"/>
                    </a:lnTo>
                    <a:lnTo>
                      <a:pt x="1268" y="1226"/>
                    </a:lnTo>
                    <a:lnTo>
                      <a:pt x="1340" y="1284"/>
                    </a:lnTo>
                    <a:lnTo>
                      <a:pt x="1319" y="1457"/>
                    </a:lnTo>
                    <a:lnTo>
                      <a:pt x="1361" y="1374"/>
                    </a:lnTo>
                    <a:lnTo>
                      <a:pt x="1460" y="1330"/>
                    </a:lnTo>
                    <a:lnTo>
                      <a:pt x="1422" y="1240"/>
                    </a:lnTo>
                    <a:lnTo>
                      <a:pt x="1340" y="1219"/>
                    </a:lnTo>
                    <a:lnTo>
                      <a:pt x="1409" y="1143"/>
                    </a:lnTo>
                    <a:lnTo>
                      <a:pt x="1508" y="1212"/>
                    </a:lnTo>
                    <a:lnTo>
                      <a:pt x="1479" y="1106"/>
                    </a:lnTo>
                    <a:lnTo>
                      <a:pt x="1517" y="1095"/>
                    </a:lnTo>
                    <a:lnTo>
                      <a:pt x="1422" y="1099"/>
                    </a:lnTo>
                    <a:lnTo>
                      <a:pt x="1303" y="1189"/>
                    </a:lnTo>
                    <a:lnTo>
                      <a:pt x="1319" y="1099"/>
                    </a:lnTo>
                    <a:lnTo>
                      <a:pt x="1367" y="1035"/>
                    </a:lnTo>
                    <a:lnTo>
                      <a:pt x="1460" y="1035"/>
                    </a:lnTo>
                    <a:lnTo>
                      <a:pt x="1559" y="1095"/>
                    </a:lnTo>
                    <a:lnTo>
                      <a:pt x="1564" y="1198"/>
                    </a:lnTo>
                    <a:lnTo>
                      <a:pt x="1543" y="1316"/>
                    </a:lnTo>
                    <a:lnTo>
                      <a:pt x="1469" y="1435"/>
                    </a:lnTo>
                    <a:lnTo>
                      <a:pt x="1446" y="1519"/>
                    </a:lnTo>
                    <a:lnTo>
                      <a:pt x="1361" y="1560"/>
                    </a:lnTo>
                    <a:lnTo>
                      <a:pt x="1296" y="1493"/>
                    </a:lnTo>
                    <a:lnTo>
                      <a:pt x="1220" y="1968"/>
                    </a:lnTo>
                    <a:lnTo>
                      <a:pt x="1163" y="2261"/>
                    </a:lnTo>
                    <a:lnTo>
                      <a:pt x="939" y="2501"/>
                    </a:lnTo>
                    <a:lnTo>
                      <a:pt x="851" y="2635"/>
                    </a:lnTo>
                    <a:lnTo>
                      <a:pt x="958" y="2492"/>
                    </a:lnTo>
                    <a:lnTo>
                      <a:pt x="1257" y="2174"/>
                    </a:lnTo>
                    <a:lnTo>
                      <a:pt x="1446" y="1827"/>
                    </a:lnTo>
                    <a:lnTo>
                      <a:pt x="1430" y="1807"/>
                    </a:lnTo>
                    <a:lnTo>
                      <a:pt x="1382" y="1811"/>
                    </a:lnTo>
                    <a:lnTo>
                      <a:pt x="1384" y="1730"/>
                    </a:lnTo>
                    <a:lnTo>
                      <a:pt x="1494" y="1701"/>
                    </a:lnTo>
                    <a:lnTo>
                      <a:pt x="1494" y="1624"/>
                    </a:lnTo>
                    <a:lnTo>
                      <a:pt x="1591" y="1592"/>
                    </a:lnTo>
                    <a:lnTo>
                      <a:pt x="1619" y="1457"/>
                    </a:lnTo>
                    <a:lnTo>
                      <a:pt x="1658" y="1394"/>
                    </a:lnTo>
                    <a:lnTo>
                      <a:pt x="1580" y="1350"/>
                    </a:lnTo>
                    <a:lnTo>
                      <a:pt x="1573" y="1306"/>
                    </a:lnTo>
                    <a:lnTo>
                      <a:pt x="1591" y="1240"/>
                    </a:lnTo>
                    <a:lnTo>
                      <a:pt x="1591" y="1154"/>
                    </a:lnTo>
                    <a:lnTo>
                      <a:pt x="1580" y="1122"/>
                    </a:lnTo>
                    <a:lnTo>
                      <a:pt x="1642" y="1143"/>
                    </a:lnTo>
                    <a:lnTo>
                      <a:pt x="1619" y="1057"/>
                    </a:lnTo>
                    <a:lnTo>
                      <a:pt x="1564" y="967"/>
                    </a:lnTo>
                    <a:lnTo>
                      <a:pt x="1550" y="897"/>
                    </a:lnTo>
                    <a:lnTo>
                      <a:pt x="1550" y="813"/>
                    </a:lnTo>
                    <a:lnTo>
                      <a:pt x="1543" y="741"/>
                    </a:lnTo>
                    <a:lnTo>
                      <a:pt x="1550" y="700"/>
                    </a:lnTo>
                    <a:lnTo>
                      <a:pt x="1501" y="580"/>
                    </a:lnTo>
                    <a:lnTo>
                      <a:pt x="1418" y="462"/>
                    </a:lnTo>
                    <a:lnTo>
                      <a:pt x="1326" y="389"/>
                    </a:lnTo>
                    <a:lnTo>
                      <a:pt x="1257" y="341"/>
                    </a:lnTo>
                    <a:lnTo>
                      <a:pt x="1227" y="225"/>
                    </a:lnTo>
                    <a:lnTo>
                      <a:pt x="1137" y="147"/>
                    </a:lnTo>
                    <a:lnTo>
                      <a:pt x="1044" y="119"/>
                    </a:lnTo>
                    <a:lnTo>
                      <a:pt x="909" y="40"/>
                    </a:lnTo>
                    <a:lnTo>
                      <a:pt x="747" y="0"/>
                    </a:lnTo>
                    <a:lnTo>
                      <a:pt x="584" y="4"/>
                    </a:lnTo>
                    <a:lnTo>
                      <a:pt x="427" y="36"/>
                    </a:lnTo>
                    <a:lnTo>
                      <a:pt x="298" y="97"/>
                    </a:lnTo>
                    <a:lnTo>
                      <a:pt x="127" y="161"/>
                    </a:lnTo>
                    <a:lnTo>
                      <a:pt x="7" y="1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4" name="Freeform 558"/>
              <p:cNvSpPr>
                <a:spLocks/>
              </p:cNvSpPr>
              <p:nvPr/>
            </p:nvSpPr>
            <p:spPr bwMode="auto">
              <a:xfrm>
                <a:off x="3526" y="1487"/>
                <a:ext cx="56" cy="44"/>
              </a:xfrm>
              <a:custGeom>
                <a:avLst/>
                <a:gdLst>
                  <a:gd name="T0" fmla="*/ 0 w 445"/>
                  <a:gd name="T1" fmla="*/ 0 h 358"/>
                  <a:gd name="T2" fmla="*/ 0 w 445"/>
                  <a:gd name="T3" fmla="*/ 0 h 358"/>
                  <a:gd name="T4" fmla="*/ 0 w 445"/>
                  <a:gd name="T5" fmla="*/ 0 h 358"/>
                  <a:gd name="T6" fmla="*/ 0 w 445"/>
                  <a:gd name="T7" fmla="*/ 0 h 358"/>
                  <a:gd name="T8" fmla="*/ 0 w 445"/>
                  <a:gd name="T9" fmla="*/ 0 h 358"/>
                  <a:gd name="T10" fmla="*/ 0 w 445"/>
                  <a:gd name="T11" fmla="*/ 0 h 358"/>
                  <a:gd name="T12" fmla="*/ 0 w 445"/>
                  <a:gd name="T13" fmla="*/ 0 h 358"/>
                  <a:gd name="T14" fmla="*/ 0 w 445"/>
                  <a:gd name="T15" fmla="*/ 0 h 358"/>
                  <a:gd name="T16" fmla="*/ 0 w 445"/>
                  <a:gd name="T17" fmla="*/ 0 h 358"/>
                  <a:gd name="T18" fmla="*/ 0 w 445"/>
                  <a:gd name="T19" fmla="*/ 0 h 358"/>
                  <a:gd name="T20" fmla="*/ 0 w 445"/>
                  <a:gd name="T21" fmla="*/ 0 h 358"/>
                  <a:gd name="T22" fmla="*/ 0 w 445"/>
                  <a:gd name="T23" fmla="*/ 0 h 358"/>
                  <a:gd name="T24" fmla="*/ 0 w 445"/>
                  <a:gd name="T25" fmla="*/ 0 h 358"/>
                  <a:gd name="T26" fmla="*/ 0 w 445"/>
                  <a:gd name="T27" fmla="*/ 0 h 358"/>
                  <a:gd name="T28" fmla="*/ 0 w 445"/>
                  <a:gd name="T29" fmla="*/ 0 h 358"/>
                  <a:gd name="T30" fmla="*/ 0 w 445"/>
                  <a:gd name="T31" fmla="*/ 0 h 358"/>
                  <a:gd name="T32" fmla="*/ 0 w 445"/>
                  <a:gd name="T33" fmla="*/ 0 h 358"/>
                  <a:gd name="T34" fmla="*/ 0 w 445"/>
                  <a:gd name="T35" fmla="*/ 0 h 358"/>
                  <a:gd name="T36" fmla="*/ 0 w 445"/>
                  <a:gd name="T37" fmla="*/ 0 h 358"/>
                  <a:gd name="T38" fmla="*/ 0 w 445"/>
                  <a:gd name="T39" fmla="*/ 0 h 358"/>
                  <a:gd name="T40" fmla="*/ 0 w 445"/>
                  <a:gd name="T41" fmla="*/ 0 h 358"/>
                  <a:gd name="T42" fmla="*/ 0 w 445"/>
                  <a:gd name="T43" fmla="*/ 0 h 358"/>
                  <a:gd name="T44" fmla="*/ 0 w 445"/>
                  <a:gd name="T45" fmla="*/ 0 h 358"/>
                  <a:gd name="T46" fmla="*/ 0 w 445"/>
                  <a:gd name="T47" fmla="*/ 0 h 358"/>
                  <a:gd name="T48" fmla="*/ 0 w 445"/>
                  <a:gd name="T49" fmla="*/ 0 h 358"/>
                  <a:gd name="T50" fmla="*/ 0 w 445"/>
                  <a:gd name="T51" fmla="*/ 0 h 358"/>
                  <a:gd name="T52" fmla="*/ 0 w 445"/>
                  <a:gd name="T53" fmla="*/ 0 h 35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45"/>
                  <a:gd name="T82" fmla="*/ 0 h 358"/>
                  <a:gd name="T83" fmla="*/ 445 w 445"/>
                  <a:gd name="T84" fmla="*/ 358 h 35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45" h="358">
                    <a:moveTo>
                      <a:pt x="141" y="27"/>
                    </a:moveTo>
                    <a:lnTo>
                      <a:pt x="69" y="48"/>
                    </a:lnTo>
                    <a:lnTo>
                      <a:pt x="0" y="113"/>
                    </a:lnTo>
                    <a:lnTo>
                      <a:pt x="84" y="113"/>
                    </a:lnTo>
                    <a:lnTo>
                      <a:pt x="42" y="209"/>
                    </a:lnTo>
                    <a:lnTo>
                      <a:pt x="93" y="233"/>
                    </a:lnTo>
                    <a:lnTo>
                      <a:pt x="127" y="358"/>
                    </a:lnTo>
                    <a:lnTo>
                      <a:pt x="115" y="222"/>
                    </a:lnTo>
                    <a:lnTo>
                      <a:pt x="163" y="180"/>
                    </a:lnTo>
                    <a:lnTo>
                      <a:pt x="240" y="161"/>
                    </a:lnTo>
                    <a:lnTo>
                      <a:pt x="316" y="161"/>
                    </a:lnTo>
                    <a:lnTo>
                      <a:pt x="385" y="173"/>
                    </a:lnTo>
                    <a:lnTo>
                      <a:pt x="445" y="209"/>
                    </a:lnTo>
                    <a:lnTo>
                      <a:pt x="374" y="161"/>
                    </a:lnTo>
                    <a:lnTo>
                      <a:pt x="268" y="134"/>
                    </a:lnTo>
                    <a:lnTo>
                      <a:pt x="189" y="134"/>
                    </a:lnTo>
                    <a:lnTo>
                      <a:pt x="99" y="161"/>
                    </a:lnTo>
                    <a:lnTo>
                      <a:pt x="106" y="119"/>
                    </a:lnTo>
                    <a:lnTo>
                      <a:pt x="150" y="90"/>
                    </a:lnTo>
                    <a:lnTo>
                      <a:pt x="62" y="90"/>
                    </a:lnTo>
                    <a:lnTo>
                      <a:pt x="99" y="64"/>
                    </a:lnTo>
                    <a:lnTo>
                      <a:pt x="163" y="33"/>
                    </a:lnTo>
                    <a:lnTo>
                      <a:pt x="219" y="42"/>
                    </a:lnTo>
                    <a:lnTo>
                      <a:pt x="316" y="64"/>
                    </a:lnTo>
                    <a:lnTo>
                      <a:pt x="247" y="20"/>
                    </a:lnTo>
                    <a:lnTo>
                      <a:pt x="163" y="0"/>
                    </a:lnTo>
                    <a:lnTo>
                      <a:pt x="141"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5" name="Freeform 559"/>
              <p:cNvSpPr>
                <a:spLocks/>
              </p:cNvSpPr>
              <p:nvPr/>
            </p:nvSpPr>
            <p:spPr bwMode="auto">
              <a:xfrm>
                <a:off x="3544" y="1538"/>
                <a:ext cx="48" cy="38"/>
              </a:xfrm>
              <a:custGeom>
                <a:avLst/>
                <a:gdLst>
                  <a:gd name="T0" fmla="*/ 0 w 387"/>
                  <a:gd name="T1" fmla="*/ 0 h 303"/>
                  <a:gd name="T2" fmla="*/ 0 w 387"/>
                  <a:gd name="T3" fmla="*/ 0 h 303"/>
                  <a:gd name="T4" fmla="*/ 0 w 387"/>
                  <a:gd name="T5" fmla="*/ 0 h 303"/>
                  <a:gd name="T6" fmla="*/ 0 w 387"/>
                  <a:gd name="T7" fmla="*/ 0 h 303"/>
                  <a:gd name="T8" fmla="*/ 0 w 387"/>
                  <a:gd name="T9" fmla="*/ 0 h 303"/>
                  <a:gd name="T10" fmla="*/ 0 w 387"/>
                  <a:gd name="T11" fmla="*/ 0 h 303"/>
                  <a:gd name="T12" fmla="*/ 0 w 387"/>
                  <a:gd name="T13" fmla="*/ 0 h 303"/>
                  <a:gd name="T14" fmla="*/ 0 w 387"/>
                  <a:gd name="T15" fmla="*/ 0 h 303"/>
                  <a:gd name="T16" fmla="*/ 0 w 387"/>
                  <a:gd name="T17" fmla="*/ 0 h 303"/>
                  <a:gd name="T18" fmla="*/ 0 w 387"/>
                  <a:gd name="T19" fmla="*/ 0 h 303"/>
                  <a:gd name="T20" fmla="*/ 0 w 387"/>
                  <a:gd name="T21" fmla="*/ 0 h 303"/>
                  <a:gd name="T22" fmla="*/ 0 w 387"/>
                  <a:gd name="T23" fmla="*/ 0 h 303"/>
                  <a:gd name="T24" fmla="*/ 0 w 387"/>
                  <a:gd name="T25" fmla="*/ 0 h 303"/>
                  <a:gd name="T26" fmla="*/ 0 w 387"/>
                  <a:gd name="T27" fmla="*/ 0 h 303"/>
                  <a:gd name="T28" fmla="*/ 0 w 387"/>
                  <a:gd name="T29" fmla="*/ 0 h 303"/>
                  <a:gd name="T30" fmla="*/ 0 w 387"/>
                  <a:gd name="T31" fmla="*/ 0 h 303"/>
                  <a:gd name="T32" fmla="*/ 0 w 387"/>
                  <a:gd name="T33" fmla="*/ 0 h 303"/>
                  <a:gd name="T34" fmla="*/ 0 w 387"/>
                  <a:gd name="T35" fmla="*/ 0 h 303"/>
                  <a:gd name="T36" fmla="*/ 0 w 387"/>
                  <a:gd name="T37" fmla="*/ 0 h 303"/>
                  <a:gd name="T38" fmla="*/ 0 w 387"/>
                  <a:gd name="T39" fmla="*/ 0 h 303"/>
                  <a:gd name="T40" fmla="*/ 0 w 387"/>
                  <a:gd name="T41" fmla="*/ 0 h 303"/>
                  <a:gd name="T42" fmla="*/ 0 w 387"/>
                  <a:gd name="T43" fmla="*/ 0 h 303"/>
                  <a:gd name="T44" fmla="*/ 0 w 387"/>
                  <a:gd name="T45" fmla="*/ 0 h 303"/>
                  <a:gd name="T46" fmla="*/ 0 w 387"/>
                  <a:gd name="T47" fmla="*/ 0 h 3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87"/>
                  <a:gd name="T73" fmla="*/ 0 h 303"/>
                  <a:gd name="T74" fmla="*/ 387 w 387"/>
                  <a:gd name="T75" fmla="*/ 303 h 30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87" h="303">
                    <a:moveTo>
                      <a:pt x="22" y="18"/>
                    </a:moveTo>
                    <a:lnTo>
                      <a:pt x="115" y="0"/>
                    </a:lnTo>
                    <a:lnTo>
                      <a:pt x="191" y="18"/>
                    </a:lnTo>
                    <a:lnTo>
                      <a:pt x="244" y="53"/>
                    </a:lnTo>
                    <a:lnTo>
                      <a:pt x="281" y="92"/>
                    </a:lnTo>
                    <a:lnTo>
                      <a:pt x="288" y="138"/>
                    </a:lnTo>
                    <a:lnTo>
                      <a:pt x="281" y="156"/>
                    </a:lnTo>
                    <a:lnTo>
                      <a:pt x="255" y="152"/>
                    </a:lnTo>
                    <a:lnTo>
                      <a:pt x="219" y="130"/>
                    </a:lnTo>
                    <a:lnTo>
                      <a:pt x="175" y="92"/>
                    </a:lnTo>
                    <a:lnTo>
                      <a:pt x="127" y="87"/>
                    </a:lnTo>
                    <a:lnTo>
                      <a:pt x="172" y="152"/>
                    </a:lnTo>
                    <a:lnTo>
                      <a:pt x="191" y="207"/>
                    </a:lnTo>
                    <a:lnTo>
                      <a:pt x="182" y="260"/>
                    </a:lnTo>
                    <a:lnTo>
                      <a:pt x="360" y="290"/>
                    </a:lnTo>
                    <a:lnTo>
                      <a:pt x="387" y="303"/>
                    </a:lnTo>
                    <a:lnTo>
                      <a:pt x="147" y="276"/>
                    </a:lnTo>
                    <a:lnTo>
                      <a:pt x="163" y="239"/>
                    </a:lnTo>
                    <a:lnTo>
                      <a:pt x="156" y="191"/>
                    </a:lnTo>
                    <a:lnTo>
                      <a:pt x="121" y="130"/>
                    </a:lnTo>
                    <a:lnTo>
                      <a:pt x="83" y="87"/>
                    </a:lnTo>
                    <a:lnTo>
                      <a:pt x="16" y="53"/>
                    </a:lnTo>
                    <a:lnTo>
                      <a:pt x="0" y="9"/>
                    </a:lnTo>
                    <a:lnTo>
                      <a:pt x="22"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6" name="Freeform 560"/>
              <p:cNvSpPr>
                <a:spLocks/>
              </p:cNvSpPr>
              <p:nvPr/>
            </p:nvSpPr>
            <p:spPr bwMode="auto">
              <a:xfrm>
                <a:off x="3554" y="1572"/>
                <a:ext cx="27" cy="40"/>
              </a:xfrm>
              <a:custGeom>
                <a:avLst/>
                <a:gdLst>
                  <a:gd name="T0" fmla="*/ 0 w 214"/>
                  <a:gd name="T1" fmla="*/ 0 h 313"/>
                  <a:gd name="T2" fmla="*/ 0 w 214"/>
                  <a:gd name="T3" fmla="*/ 0 h 313"/>
                  <a:gd name="T4" fmla="*/ 0 w 214"/>
                  <a:gd name="T5" fmla="*/ 0 h 313"/>
                  <a:gd name="T6" fmla="*/ 0 w 214"/>
                  <a:gd name="T7" fmla="*/ 0 h 313"/>
                  <a:gd name="T8" fmla="*/ 0 w 214"/>
                  <a:gd name="T9" fmla="*/ 0 h 313"/>
                  <a:gd name="T10" fmla="*/ 0 w 214"/>
                  <a:gd name="T11" fmla="*/ 0 h 313"/>
                  <a:gd name="T12" fmla="*/ 0 60000 65536"/>
                  <a:gd name="T13" fmla="*/ 0 60000 65536"/>
                  <a:gd name="T14" fmla="*/ 0 60000 65536"/>
                  <a:gd name="T15" fmla="*/ 0 60000 65536"/>
                  <a:gd name="T16" fmla="*/ 0 60000 65536"/>
                  <a:gd name="T17" fmla="*/ 0 60000 65536"/>
                  <a:gd name="T18" fmla="*/ 0 w 214"/>
                  <a:gd name="T19" fmla="*/ 0 h 313"/>
                  <a:gd name="T20" fmla="*/ 214 w 214"/>
                  <a:gd name="T21" fmla="*/ 313 h 313"/>
                </a:gdLst>
                <a:ahLst/>
                <a:cxnLst>
                  <a:cxn ang="T12">
                    <a:pos x="T0" y="T1"/>
                  </a:cxn>
                  <a:cxn ang="T13">
                    <a:pos x="T2" y="T3"/>
                  </a:cxn>
                  <a:cxn ang="T14">
                    <a:pos x="T4" y="T5"/>
                  </a:cxn>
                  <a:cxn ang="T15">
                    <a:pos x="T6" y="T7"/>
                  </a:cxn>
                  <a:cxn ang="T16">
                    <a:pos x="T8" y="T9"/>
                  </a:cxn>
                  <a:cxn ang="T17">
                    <a:pos x="T10" y="T11"/>
                  </a:cxn>
                </a:cxnLst>
                <a:rect l="T18" t="T19" r="T20" b="T21"/>
                <a:pathLst>
                  <a:path w="214" h="313">
                    <a:moveTo>
                      <a:pt x="89" y="0"/>
                    </a:moveTo>
                    <a:lnTo>
                      <a:pt x="0" y="179"/>
                    </a:lnTo>
                    <a:lnTo>
                      <a:pt x="9" y="313"/>
                    </a:lnTo>
                    <a:lnTo>
                      <a:pt x="214" y="65"/>
                    </a:lnTo>
                    <a:lnTo>
                      <a:pt x="214" y="14"/>
                    </a:lnTo>
                    <a:lnTo>
                      <a:pt x="8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7" name="Freeform 561"/>
              <p:cNvSpPr>
                <a:spLocks/>
              </p:cNvSpPr>
              <p:nvPr/>
            </p:nvSpPr>
            <p:spPr bwMode="auto">
              <a:xfrm>
                <a:off x="3464" y="1673"/>
                <a:ext cx="107" cy="80"/>
              </a:xfrm>
              <a:custGeom>
                <a:avLst/>
                <a:gdLst>
                  <a:gd name="T0" fmla="*/ 0 w 857"/>
                  <a:gd name="T1" fmla="*/ 0 h 640"/>
                  <a:gd name="T2" fmla="*/ 0 w 857"/>
                  <a:gd name="T3" fmla="*/ 0 h 640"/>
                  <a:gd name="T4" fmla="*/ 0 w 857"/>
                  <a:gd name="T5" fmla="*/ 0 h 640"/>
                  <a:gd name="T6" fmla="*/ 0 w 857"/>
                  <a:gd name="T7" fmla="*/ 0 h 640"/>
                  <a:gd name="T8" fmla="*/ 0 w 857"/>
                  <a:gd name="T9" fmla="*/ 0 h 640"/>
                  <a:gd name="T10" fmla="*/ 0 w 857"/>
                  <a:gd name="T11" fmla="*/ 0 h 640"/>
                  <a:gd name="T12" fmla="*/ 0 w 857"/>
                  <a:gd name="T13" fmla="*/ 0 h 640"/>
                  <a:gd name="T14" fmla="*/ 0 w 857"/>
                  <a:gd name="T15" fmla="*/ 0 h 640"/>
                  <a:gd name="T16" fmla="*/ 0 w 857"/>
                  <a:gd name="T17" fmla="*/ 0 h 640"/>
                  <a:gd name="T18" fmla="*/ 0 w 857"/>
                  <a:gd name="T19" fmla="*/ 0 h 640"/>
                  <a:gd name="T20" fmla="*/ 0 w 857"/>
                  <a:gd name="T21" fmla="*/ 0 h 640"/>
                  <a:gd name="T22" fmla="*/ 0 w 857"/>
                  <a:gd name="T23" fmla="*/ 0 h 640"/>
                  <a:gd name="T24" fmla="*/ 0 w 857"/>
                  <a:gd name="T25" fmla="*/ 0 h 640"/>
                  <a:gd name="T26" fmla="*/ 0 w 857"/>
                  <a:gd name="T27" fmla="*/ 0 h 640"/>
                  <a:gd name="T28" fmla="*/ 0 w 857"/>
                  <a:gd name="T29" fmla="*/ 0 h 640"/>
                  <a:gd name="T30" fmla="*/ 0 w 857"/>
                  <a:gd name="T31" fmla="*/ 0 h 640"/>
                  <a:gd name="T32" fmla="*/ 0 w 857"/>
                  <a:gd name="T33" fmla="*/ 0 h 640"/>
                  <a:gd name="T34" fmla="*/ 0 w 857"/>
                  <a:gd name="T35" fmla="*/ 0 h 640"/>
                  <a:gd name="T36" fmla="*/ 0 w 857"/>
                  <a:gd name="T37" fmla="*/ 0 h 640"/>
                  <a:gd name="T38" fmla="*/ 0 w 857"/>
                  <a:gd name="T39" fmla="*/ 0 h 640"/>
                  <a:gd name="T40" fmla="*/ 0 w 857"/>
                  <a:gd name="T41" fmla="*/ 0 h 640"/>
                  <a:gd name="T42" fmla="*/ 0 w 857"/>
                  <a:gd name="T43" fmla="*/ 0 h 640"/>
                  <a:gd name="T44" fmla="*/ 0 w 857"/>
                  <a:gd name="T45" fmla="*/ 0 h 640"/>
                  <a:gd name="T46" fmla="*/ 0 w 857"/>
                  <a:gd name="T47" fmla="*/ 0 h 640"/>
                  <a:gd name="T48" fmla="*/ 0 w 857"/>
                  <a:gd name="T49" fmla="*/ 0 h 640"/>
                  <a:gd name="T50" fmla="*/ 0 w 857"/>
                  <a:gd name="T51" fmla="*/ 0 h 640"/>
                  <a:gd name="T52" fmla="*/ 0 w 857"/>
                  <a:gd name="T53" fmla="*/ 0 h 640"/>
                  <a:gd name="T54" fmla="*/ 0 w 857"/>
                  <a:gd name="T55" fmla="*/ 0 h 6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857"/>
                  <a:gd name="T85" fmla="*/ 0 h 640"/>
                  <a:gd name="T86" fmla="*/ 857 w 857"/>
                  <a:gd name="T87" fmla="*/ 640 h 64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857" h="640">
                    <a:moveTo>
                      <a:pt x="857" y="0"/>
                    </a:moveTo>
                    <a:lnTo>
                      <a:pt x="749" y="53"/>
                    </a:lnTo>
                    <a:lnTo>
                      <a:pt x="648" y="198"/>
                    </a:lnTo>
                    <a:lnTo>
                      <a:pt x="514" y="187"/>
                    </a:lnTo>
                    <a:lnTo>
                      <a:pt x="470" y="260"/>
                    </a:lnTo>
                    <a:lnTo>
                      <a:pt x="415" y="297"/>
                    </a:lnTo>
                    <a:lnTo>
                      <a:pt x="276" y="288"/>
                    </a:lnTo>
                    <a:lnTo>
                      <a:pt x="186" y="321"/>
                    </a:lnTo>
                    <a:lnTo>
                      <a:pt x="118" y="345"/>
                    </a:lnTo>
                    <a:lnTo>
                      <a:pt x="48" y="345"/>
                    </a:lnTo>
                    <a:lnTo>
                      <a:pt x="0" y="317"/>
                    </a:lnTo>
                    <a:lnTo>
                      <a:pt x="48" y="359"/>
                    </a:lnTo>
                    <a:lnTo>
                      <a:pt x="105" y="366"/>
                    </a:lnTo>
                    <a:lnTo>
                      <a:pt x="223" y="366"/>
                    </a:lnTo>
                    <a:lnTo>
                      <a:pt x="294" y="391"/>
                    </a:lnTo>
                    <a:lnTo>
                      <a:pt x="382" y="514"/>
                    </a:lnTo>
                    <a:lnTo>
                      <a:pt x="507" y="611"/>
                    </a:lnTo>
                    <a:lnTo>
                      <a:pt x="527" y="640"/>
                    </a:lnTo>
                    <a:lnTo>
                      <a:pt x="564" y="615"/>
                    </a:lnTo>
                    <a:lnTo>
                      <a:pt x="555" y="550"/>
                    </a:lnTo>
                    <a:lnTo>
                      <a:pt x="544" y="461"/>
                    </a:lnTo>
                    <a:lnTo>
                      <a:pt x="555" y="380"/>
                    </a:lnTo>
                    <a:lnTo>
                      <a:pt x="569" y="327"/>
                    </a:lnTo>
                    <a:lnTo>
                      <a:pt x="630" y="267"/>
                    </a:lnTo>
                    <a:lnTo>
                      <a:pt x="685" y="226"/>
                    </a:lnTo>
                    <a:lnTo>
                      <a:pt x="738" y="132"/>
                    </a:lnTo>
                    <a:lnTo>
                      <a:pt x="800" y="57"/>
                    </a:lnTo>
                    <a:lnTo>
                      <a:pt x="85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8" name="Freeform 562"/>
              <p:cNvSpPr>
                <a:spLocks/>
              </p:cNvSpPr>
              <p:nvPr/>
            </p:nvSpPr>
            <p:spPr bwMode="auto">
              <a:xfrm>
                <a:off x="3547" y="1625"/>
                <a:ext cx="9" cy="43"/>
              </a:xfrm>
              <a:custGeom>
                <a:avLst/>
                <a:gdLst>
                  <a:gd name="T0" fmla="*/ 0 w 72"/>
                  <a:gd name="T1" fmla="*/ 0 h 339"/>
                  <a:gd name="T2" fmla="*/ 0 w 72"/>
                  <a:gd name="T3" fmla="*/ 0 h 339"/>
                  <a:gd name="T4" fmla="*/ 0 w 72"/>
                  <a:gd name="T5" fmla="*/ 0 h 339"/>
                  <a:gd name="T6" fmla="*/ 0 w 72"/>
                  <a:gd name="T7" fmla="*/ 0 h 339"/>
                  <a:gd name="T8" fmla="*/ 0 60000 65536"/>
                  <a:gd name="T9" fmla="*/ 0 60000 65536"/>
                  <a:gd name="T10" fmla="*/ 0 60000 65536"/>
                  <a:gd name="T11" fmla="*/ 0 60000 65536"/>
                  <a:gd name="T12" fmla="*/ 0 w 72"/>
                  <a:gd name="T13" fmla="*/ 0 h 339"/>
                  <a:gd name="T14" fmla="*/ 72 w 72"/>
                  <a:gd name="T15" fmla="*/ 339 h 339"/>
                </a:gdLst>
                <a:ahLst/>
                <a:cxnLst>
                  <a:cxn ang="T8">
                    <a:pos x="T0" y="T1"/>
                  </a:cxn>
                  <a:cxn ang="T9">
                    <a:pos x="T2" y="T3"/>
                  </a:cxn>
                  <a:cxn ang="T10">
                    <a:pos x="T4" y="T5"/>
                  </a:cxn>
                  <a:cxn ang="T11">
                    <a:pos x="T6" y="T7"/>
                  </a:cxn>
                </a:cxnLst>
                <a:rect l="T12" t="T13" r="T14" b="T15"/>
                <a:pathLst>
                  <a:path w="72" h="339">
                    <a:moveTo>
                      <a:pt x="56" y="0"/>
                    </a:moveTo>
                    <a:lnTo>
                      <a:pt x="0" y="339"/>
                    </a:lnTo>
                    <a:lnTo>
                      <a:pt x="72" y="117"/>
                    </a:lnTo>
                    <a:lnTo>
                      <a:pt x="5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69" name="Freeform 563"/>
              <p:cNvSpPr>
                <a:spLocks/>
              </p:cNvSpPr>
              <p:nvPr/>
            </p:nvSpPr>
            <p:spPr bwMode="auto">
              <a:xfrm>
                <a:off x="3437" y="1527"/>
                <a:ext cx="94" cy="23"/>
              </a:xfrm>
              <a:custGeom>
                <a:avLst/>
                <a:gdLst>
                  <a:gd name="T0" fmla="*/ 0 w 747"/>
                  <a:gd name="T1" fmla="*/ 0 h 189"/>
                  <a:gd name="T2" fmla="*/ 0 w 747"/>
                  <a:gd name="T3" fmla="*/ 0 h 189"/>
                  <a:gd name="T4" fmla="*/ 0 w 747"/>
                  <a:gd name="T5" fmla="*/ 0 h 189"/>
                  <a:gd name="T6" fmla="*/ 0 w 747"/>
                  <a:gd name="T7" fmla="*/ 0 h 189"/>
                  <a:gd name="T8" fmla="*/ 0 w 747"/>
                  <a:gd name="T9" fmla="*/ 0 h 189"/>
                  <a:gd name="T10" fmla="*/ 0 w 747"/>
                  <a:gd name="T11" fmla="*/ 0 h 189"/>
                  <a:gd name="T12" fmla="*/ 0 w 747"/>
                  <a:gd name="T13" fmla="*/ 0 h 189"/>
                  <a:gd name="T14" fmla="*/ 0 w 747"/>
                  <a:gd name="T15" fmla="*/ 0 h 189"/>
                  <a:gd name="T16" fmla="*/ 0 w 747"/>
                  <a:gd name="T17" fmla="*/ 0 h 189"/>
                  <a:gd name="T18" fmla="*/ 0 w 747"/>
                  <a:gd name="T19" fmla="*/ 0 h 1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89"/>
                  <a:gd name="T32" fmla="*/ 747 w 747"/>
                  <a:gd name="T33" fmla="*/ 189 h 1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89">
                    <a:moveTo>
                      <a:pt x="0" y="189"/>
                    </a:moveTo>
                    <a:lnTo>
                      <a:pt x="38" y="145"/>
                    </a:lnTo>
                    <a:lnTo>
                      <a:pt x="95" y="117"/>
                    </a:lnTo>
                    <a:lnTo>
                      <a:pt x="189" y="97"/>
                    </a:lnTo>
                    <a:lnTo>
                      <a:pt x="341" y="78"/>
                    </a:lnTo>
                    <a:lnTo>
                      <a:pt x="460" y="39"/>
                    </a:lnTo>
                    <a:lnTo>
                      <a:pt x="581" y="0"/>
                    </a:lnTo>
                    <a:lnTo>
                      <a:pt x="664" y="0"/>
                    </a:lnTo>
                    <a:lnTo>
                      <a:pt x="715" y="29"/>
                    </a:lnTo>
                    <a:lnTo>
                      <a:pt x="747" y="44"/>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570" name="Freeform 564"/>
              <p:cNvSpPr>
                <a:spLocks/>
              </p:cNvSpPr>
              <p:nvPr/>
            </p:nvSpPr>
            <p:spPr bwMode="auto">
              <a:xfrm>
                <a:off x="3458" y="1519"/>
                <a:ext cx="70" cy="14"/>
              </a:xfrm>
              <a:custGeom>
                <a:avLst/>
                <a:gdLst>
                  <a:gd name="T0" fmla="*/ 0 w 563"/>
                  <a:gd name="T1" fmla="*/ 0 h 118"/>
                  <a:gd name="T2" fmla="*/ 0 w 563"/>
                  <a:gd name="T3" fmla="*/ 0 h 118"/>
                  <a:gd name="T4" fmla="*/ 0 w 563"/>
                  <a:gd name="T5" fmla="*/ 0 h 118"/>
                  <a:gd name="T6" fmla="*/ 0 w 563"/>
                  <a:gd name="T7" fmla="*/ 0 h 118"/>
                  <a:gd name="T8" fmla="*/ 0 w 563"/>
                  <a:gd name="T9" fmla="*/ 0 h 118"/>
                  <a:gd name="T10" fmla="*/ 0 w 563"/>
                  <a:gd name="T11" fmla="*/ 0 h 118"/>
                  <a:gd name="T12" fmla="*/ 0 w 563"/>
                  <a:gd name="T13" fmla="*/ 0 h 118"/>
                  <a:gd name="T14" fmla="*/ 0 60000 65536"/>
                  <a:gd name="T15" fmla="*/ 0 60000 65536"/>
                  <a:gd name="T16" fmla="*/ 0 60000 65536"/>
                  <a:gd name="T17" fmla="*/ 0 60000 65536"/>
                  <a:gd name="T18" fmla="*/ 0 60000 65536"/>
                  <a:gd name="T19" fmla="*/ 0 60000 65536"/>
                  <a:gd name="T20" fmla="*/ 0 60000 65536"/>
                  <a:gd name="T21" fmla="*/ 0 w 563"/>
                  <a:gd name="T22" fmla="*/ 0 h 118"/>
                  <a:gd name="T23" fmla="*/ 563 w 563"/>
                  <a:gd name="T24" fmla="*/ 118 h 1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3" h="118">
                    <a:moveTo>
                      <a:pt x="0" y="118"/>
                    </a:moveTo>
                    <a:lnTo>
                      <a:pt x="134" y="94"/>
                    </a:lnTo>
                    <a:lnTo>
                      <a:pt x="266" y="41"/>
                    </a:lnTo>
                    <a:lnTo>
                      <a:pt x="362" y="4"/>
                    </a:lnTo>
                    <a:lnTo>
                      <a:pt x="436" y="0"/>
                    </a:lnTo>
                    <a:lnTo>
                      <a:pt x="496" y="17"/>
                    </a:lnTo>
                    <a:lnTo>
                      <a:pt x="563" y="48"/>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571" name="Freeform 565"/>
              <p:cNvSpPr>
                <a:spLocks/>
              </p:cNvSpPr>
              <p:nvPr/>
            </p:nvSpPr>
            <p:spPr bwMode="auto">
              <a:xfrm>
                <a:off x="3484" y="1512"/>
                <a:ext cx="35" cy="7"/>
              </a:xfrm>
              <a:custGeom>
                <a:avLst/>
                <a:gdLst>
                  <a:gd name="T0" fmla="*/ 0 w 279"/>
                  <a:gd name="T1" fmla="*/ 0 h 62"/>
                  <a:gd name="T2" fmla="*/ 0 w 279"/>
                  <a:gd name="T3" fmla="*/ 0 h 62"/>
                  <a:gd name="T4" fmla="*/ 0 w 279"/>
                  <a:gd name="T5" fmla="*/ 0 h 62"/>
                  <a:gd name="T6" fmla="*/ 0 w 279"/>
                  <a:gd name="T7" fmla="*/ 0 h 62"/>
                  <a:gd name="T8" fmla="*/ 0 60000 65536"/>
                  <a:gd name="T9" fmla="*/ 0 60000 65536"/>
                  <a:gd name="T10" fmla="*/ 0 60000 65536"/>
                  <a:gd name="T11" fmla="*/ 0 60000 65536"/>
                  <a:gd name="T12" fmla="*/ 0 w 279"/>
                  <a:gd name="T13" fmla="*/ 0 h 62"/>
                  <a:gd name="T14" fmla="*/ 279 w 279"/>
                  <a:gd name="T15" fmla="*/ 62 h 62"/>
                </a:gdLst>
                <a:ahLst/>
                <a:cxnLst>
                  <a:cxn ang="T8">
                    <a:pos x="T0" y="T1"/>
                  </a:cxn>
                  <a:cxn ang="T9">
                    <a:pos x="T2" y="T3"/>
                  </a:cxn>
                  <a:cxn ang="T10">
                    <a:pos x="T4" y="T5"/>
                  </a:cxn>
                  <a:cxn ang="T11">
                    <a:pos x="T6" y="T7"/>
                  </a:cxn>
                </a:cxnLst>
                <a:rect l="T12" t="T13" r="T14" b="T15"/>
                <a:pathLst>
                  <a:path w="279" h="62">
                    <a:moveTo>
                      <a:pt x="0" y="62"/>
                    </a:moveTo>
                    <a:lnTo>
                      <a:pt x="161" y="7"/>
                    </a:lnTo>
                    <a:lnTo>
                      <a:pt x="223" y="0"/>
                    </a:lnTo>
                    <a:lnTo>
                      <a:pt x="279" y="12"/>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572" name="Freeform 566"/>
              <p:cNvSpPr>
                <a:spLocks/>
              </p:cNvSpPr>
              <p:nvPr/>
            </p:nvSpPr>
            <p:spPr bwMode="auto">
              <a:xfrm>
                <a:off x="3524" y="1556"/>
                <a:ext cx="13" cy="16"/>
              </a:xfrm>
              <a:custGeom>
                <a:avLst/>
                <a:gdLst>
                  <a:gd name="T0" fmla="*/ 0 w 105"/>
                  <a:gd name="T1" fmla="*/ 0 h 128"/>
                  <a:gd name="T2" fmla="*/ 0 w 105"/>
                  <a:gd name="T3" fmla="*/ 0 h 128"/>
                  <a:gd name="T4" fmla="*/ 0 w 105"/>
                  <a:gd name="T5" fmla="*/ 0 h 128"/>
                  <a:gd name="T6" fmla="*/ 0 w 105"/>
                  <a:gd name="T7" fmla="*/ 0 h 128"/>
                  <a:gd name="T8" fmla="*/ 0 w 105"/>
                  <a:gd name="T9" fmla="*/ 0 h 128"/>
                  <a:gd name="T10" fmla="*/ 0 60000 65536"/>
                  <a:gd name="T11" fmla="*/ 0 60000 65536"/>
                  <a:gd name="T12" fmla="*/ 0 60000 65536"/>
                  <a:gd name="T13" fmla="*/ 0 60000 65536"/>
                  <a:gd name="T14" fmla="*/ 0 60000 65536"/>
                  <a:gd name="T15" fmla="*/ 0 w 105"/>
                  <a:gd name="T16" fmla="*/ 0 h 128"/>
                  <a:gd name="T17" fmla="*/ 105 w 105"/>
                  <a:gd name="T18" fmla="*/ 128 h 128"/>
                </a:gdLst>
                <a:ahLst/>
                <a:cxnLst>
                  <a:cxn ang="T10">
                    <a:pos x="T0" y="T1"/>
                  </a:cxn>
                  <a:cxn ang="T11">
                    <a:pos x="T2" y="T3"/>
                  </a:cxn>
                  <a:cxn ang="T12">
                    <a:pos x="T4" y="T5"/>
                  </a:cxn>
                  <a:cxn ang="T13">
                    <a:pos x="T6" y="T7"/>
                  </a:cxn>
                  <a:cxn ang="T14">
                    <a:pos x="T8" y="T9"/>
                  </a:cxn>
                </a:cxnLst>
                <a:rect l="T15" t="T16" r="T17" b="T18"/>
                <a:pathLst>
                  <a:path w="105" h="128">
                    <a:moveTo>
                      <a:pt x="0" y="0"/>
                    </a:moveTo>
                    <a:lnTo>
                      <a:pt x="0" y="101"/>
                    </a:lnTo>
                    <a:lnTo>
                      <a:pt x="52" y="128"/>
                    </a:lnTo>
                    <a:lnTo>
                      <a:pt x="105" y="3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3" name="Freeform 567"/>
              <p:cNvSpPr>
                <a:spLocks/>
              </p:cNvSpPr>
              <p:nvPr/>
            </p:nvSpPr>
            <p:spPr bwMode="auto">
              <a:xfrm>
                <a:off x="3653" y="1758"/>
                <a:ext cx="266" cy="472"/>
              </a:xfrm>
              <a:custGeom>
                <a:avLst/>
                <a:gdLst>
                  <a:gd name="T0" fmla="*/ 0 w 2124"/>
                  <a:gd name="T1" fmla="*/ 0 h 3774"/>
                  <a:gd name="T2" fmla="*/ 0 w 2124"/>
                  <a:gd name="T3" fmla="*/ 0 h 3774"/>
                  <a:gd name="T4" fmla="*/ 0 w 2124"/>
                  <a:gd name="T5" fmla="*/ 0 h 3774"/>
                  <a:gd name="T6" fmla="*/ 0 w 2124"/>
                  <a:gd name="T7" fmla="*/ 0 h 3774"/>
                  <a:gd name="T8" fmla="*/ 0 w 2124"/>
                  <a:gd name="T9" fmla="*/ 0 h 3774"/>
                  <a:gd name="T10" fmla="*/ 0 w 2124"/>
                  <a:gd name="T11" fmla="*/ 0 h 3774"/>
                  <a:gd name="T12" fmla="*/ 0 w 2124"/>
                  <a:gd name="T13" fmla="*/ 0 h 3774"/>
                  <a:gd name="T14" fmla="*/ 0 w 2124"/>
                  <a:gd name="T15" fmla="*/ 0 h 3774"/>
                  <a:gd name="T16" fmla="*/ 0 w 2124"/>
                  <a:gd name="T17" fmla="*/ 0 h 3774"/>
                  <a:gd name="T18" fmla="*/ 0 w 2124"/>
                  <a:gd name="T19" fmla="*/ 0 h 3774"/>
                  <a:gd name="T20" fmla="*/ 0 w 2124"/>
                  <a:gd name="T21" fmla="*/ 0 h 3774"/>
                  <a:gd name="T22" fmla="*/ 0 w 2124"/>
                  <a:gd name="T23" fmla="*/ 0 h 3774"/>
                  <a:gd name="T24" fmla="*/ 0 w 2124"/>
                  <a:gd name="T25" fmla="*/ 0 h 3774"/>
                  <a:gd name="T26" fmla="*/ 0 w 2124"/>
                  <a:gd name="T27" fmla="*/ 0 h 3774"/>
                  <a:gd name="T28" fmla="*/ 0 w 2124"/>
                  <a:gd name="T29" fmla="*/ 0 h 3774"/>
                  <a:gd name="T30" fmla="*/ 0 w 2124"/>
                  <a:gd name="T31" fmla="*/ 0 h 3774"/>
                  <a:gd name="T32" fmla="*/ 0 w 2124"/>
                  <a:gd name="T33" fmla="*/ 0 h 3774"/>
                  <a:gd name="T34" fmla="*/ 0 w 2124"/>
                  <a:gd name="T35" fmla="*/ 0 h 3774"/>
                  <a:gd name="T36" fmla="*/ 0 w 2124"/>
                  <a:gd name="T37" fmla="*/ 0 h 3774"/>
                  <a:gd name="T38" fmla="*/ 0 w 2124"/>
                  <a:gd name="T39" fmla="*/ 0 h 3774"/>
                  <a:gd name="T40" fmla="*/ 0 w 2124"/>
                  <a:gd name="T41" fmla="*/ 0 h 3774"/>
                  <a:gd name="T42" fmla="*/ 0 w 2124"/>
                  <a:gd name="T43" fmla="*/ 0 h 3774"/>
                  <a:gd name="T44" fmla="*/ 0 w 2124"/>
                  <a:gd name="T45" fmla="*/ 0 h 3774"/>
                  <a:gd name="T46" fmla="*/ 0 w 2124"/>
                  <a:gd name="T47" fmla="*/ 0 h 3774"/>
                  <a:gd name="T48" fmla="*/ 0 w 2124"/>
                  <a:gd name="T49" fmla="*/ 0 h 3774"/>
                  <a:gd name="T50" fmla="*/ 0 w 2124"/>
                  <a:gd name="T51" fmla="*/ 0 h 3774"/>
                  <a:gd name="T52" fmla="*/ 0 w 2124"/>
                  <a:gd name="T53" fmla="*/ 0 h 3774"/>
                  <a:gd name="T54" fmla="*/ 0 w 2124"/>
                  <a:gd name="T55" fmla="*/ 0 h 3774"/>
                  <a:gd name="T56" fmla="*/ 0 w 2124"/>
                  <a:gd name="T57" fmla="*/ 0 h 3774"/>
                  <a:gd name="T58" fmla="*/ 0 w 2124"/>
                  <a:gd name="T59" fmla="*/ 0 h 377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124"/>
                  <a:gd name="T91" fmla="*/ 0 h 3774"/>
                  <a:gd name="T92" fmla="*/ 2124 w 2124"/>
                  <a:gd name="T93" fmla="*/ 3774 h 377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124" h="3774">
                    <a:moveTo>
                      <a:pt x="1483" y="509"/>
                    </a:moveTo>
                    <a:lnTo>
                      <a:pt x="1612" y="966"/>
                    </a:lnTo>
                    <a:lnTo>
                      <a:pt x="1929" y="1474"/>
                    </a:lnTo>
                    <a:lnTo>
                      <a:pt x="1810" y="2116"/>
                    </a:lnTo>
                    <a:lnTo>
                      <a:pt x="2124" y="3119"/>
                    </a:lnTo>
                    <a:lnTo>
                      <a:pt x="2124" y="3774"/>
                    </a:lnTo>
                    <a:lnTo>
                      <a:pt x="916" y="3766"/>
                    </a:lnTo>
                    <a:lnTo>
                      <a:pt x="0" y="3302"/>
                    </a:lnTo>
                    <a:lnTo>
                      <a:pt x="499" y="2990"/>
                    </a:lnTo>
                    <a:lnTo>
                      <a:pt x="510" y="2782"/>
                    </a:lnTo>
                    <a:lnTo>
                      <a:pt x="589" y="2443"/>
                    </a:lnTo>
                    <a:lnTo>
                      <a:pt x="589" y="2755"/>
                    </a:lnTo>
                    <a:lnTo>
                      <a:pt x="932" y="2375"/>
                    </a:lnTo>
                    <a:lnTo>
                      <a:pt x="995" y="2285"/>
                    </a:lnTo>
                    <a:lnTo>
                      <a:pt x="1024" y="2116"/>
                    </a:lnTo>
                    <a:lnTo>
                      <a:pt x="1063" y="1931"/>
                    </a:lnTo>
                    <a:lnTo>
                      <a:pt x="1301" y="1946"/>
                    </a:lnTo>
                    <a:lnTo>
                      <a:pt x="1377" y="1812"/>
                    </a:lnTo>
                    <a:lnTo>
                      <a:pt x="1206" y="1501"/>
                    </a:lnTo>
                    <a:lnTo>
                      <a:pt x="1377" y="1501"/>
                    </a:lnTo>
                    <a:lnTo>
                      <a:pt x="1377" y="1434"/>
                    </a:lnTo>
                    <a:lnTo>
                      <a:pt x="1232" y="1265"/>
                    </a:lnTo>
                    <a:lnTo>
                      <a:pt x="1246" y="1148"/>
                    </a:lnTo>
                    <a:lnTo>
                      <a:pt x="1457" y="966"/>
                    </a:lnTo>
                    <a:lnTo>
                      <a:pt x="1470" y="717"/>
                    </a:lnTo>
                    <a:lnTo>
                      <a:pt x="1351" y="496"/>
                    </a:lnTo>
                    <a:lnTo>
                      <a:pt x="1324" y="258"/>
                    </a:lnTo>
                    <a:lnTo>
                      <a:pt x="1206" y="0"/>
                    </a:lnTo>
                    <a:lnTo>
                      <a:pt x="1419" y="351"/>
                    </a:lnTo>
                    <a:lnTo>
                      <a:pt x="1483" y="5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4" name="Freeform 568"/>
              <p:cNvSpPr>
                <a:spLocks/>
              </p:cNvSpPr>
              <p:nvPr/>
            </p:nvSpPr>
            <p:spPr bwMode="auto">
              <a:xfrm>
                <a:off x="3612" y="1641"/>
                <a:ext cx="92" cy="109"/>
              </a:xfrm>
              <a:custGeom>
                <a:avLst/>
                <a:gdLst>
                  <a:gd name="T0" fmla="*/ 0 w 734"/>
                  <a:gd name="T1" fmla="*/ 0 h 874"/>
                  <a:gd name="T2" fmla="*/ 0 w 734"/>
                  <a:gd name="T3" fmla="*/ 0 h 874"/>
                  <a:gd name="T4" fmla="*/ 0 w 734"/>
                  <a:gd name="T5" fmla="*/ 0 h 874"/>
                  <a:gd name="T6" fmla="*/ 0 w 734"/>
                  <a:gd name="T7" fmla="*/ 0 h 874"/>
                  <a:gd name="T8" fmla="*/ 0 w 734"/>
                  <a:gd name="T9" fmla="*/ 0 h 874"/>
                  <a:gd name="T10" fmla="*/ 0 w 734"/>
                  <a:gd name="T11" fmla="*/ 0 h 874"/>
                  <a:gd name="T12" fmla="*/ 0 w 734"/>
                  <a:gd name="T13" fmla="*/ 0 h 874"/>
                  <a:gd name="T14" fmla="*/ 0 w 734"/>
                  <a:gd name="T15" fmla="*/ 0 h 874"/>
                  <a:gd name="T16" fmla="*/ 0 w 734"/>
                  <a:gd name="T17" fmla="*/ 0 h 874"/>
                  <a:gd name="T18" fmla="*/ 0 w 734"/>
                  <a:gd name="T19" fmla="*/ 0 h 874"/>
                  <a:gd name="T20" fmla="*/ 0 w 734"/>
                  <a:gd name="T21" fmla="*/ 0 h 874"/>
                  <a:gd name="T22" fmla="*/ 0 w 734"/>
                  <a:gd name="T23" fmla="*/ 0 h 874"/>
                  <a:gd name="T24" fmla="*/ 0 w 734"/>
                  <a:gd name="T25" fmla="*/ 0 h 874"/>
                  <a:gd name="T26" fmla="*/ 0 w 734"/>
                  <a:gd name="T27" fmla="*/ 0 h 874"/>
                  <a:gd name="T28" fmla="*/ 0 w 734"/>
                  <a:gd name="T29" fmla="*/ 0 h 874"/>
                  <a:gd name="T30" fmla="*/ 0 w 734"/>
                  <a:gd name="T31" fmla="*/ 0 h 874"/>
                  <a:gd name="T32" fmla="*/ 0 w 734"/>
                  <a:gd name="T33" fmla="*/ 0 h 874"/>
                  <a:gd name="T34" fmla="*/ 0 w 734"/>
                  <a:gd name="T35" fmla="*/ 0 h 874"/>
                  <a:gd name="T36" fmla="*/ 0 w 734"/>
                  <a:gd name="T37" fmla="*/ 0 h 874"/>
                  <a:gd name="T38" fmla="*/ 0 w 734"/>
                  <a:gd name="T39" fmla="*/ 0 h 874"/>
                  <a:gd name="T40" fmla="*/ 0 w 734"/>
                  <a:gd name="T41" fmla="*/ 0 h 874"/>
                  <a:gd name="T42" fmla="*/ 0 w 734"/>
                  <a:gd name="T43" fmla="*/ 0 h 874"/>
                  <a:gd name="T44" fmla="*/ 0 w 734"/>
                  <a:gd name="T45" fmla="*/ 0 h 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34"/>
                  <a:gd name="T70" fmla="*/ 0 h 874"/>
                  <a:gd name="T71" fmla="*/ 734 w 734"/>
                  <a:gd name="T72" fmla="*/ 874 h 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34" h="874">
                    <a:moveTo>
                      <a:pt x="38" y="65"/>
                    </a:moveTo>
                    <a:lnTo>
                      <a:pt x="156" y="301"/>
                    </a:lnTo>
                    <a:lnTo>
                      <a:pt x="0" y="874"/>
                    </a:lnTo>
                    <a:lnTo>
                      <a:pt x="220" y="222"/>
                    </a:lnTo>
                    <a:lnTo>
                      <a:pt x="220" y="158"/>
                    </a:lnTo>
                    <a:lnTo>
                      <a:pt x="195" y="106"/>
                    </a:lnTo>
                    <a:lnTo>
                      <a:pt x="328" y="158"/>
                    </a:lnTo>
                    <a:lnTo>
                      <a:pt x="420" y="250"/>
                    </a:lnTo>
                    <a:lnTo>
                      <a:pt x="446" y="367"/>
                    </a:lnTo>
                    <a:lnTo>
                      <a:pt x="378" y="547"/>
                    </a:lnTo>
                    <a:lnTo>
                      <a:pt x="486" y="404"/>
                    </a:lnTo>
                    <a:lnTo>
                      <a:pt x="576" y="433"/>
                    </a:lnTo>
                    <a:lnTo>
                      <a:pt x="290" y="874"/>
                    </a:lnTo>
                    <a:lnTo>
                      <a:pt x="734" y="378"/>
                    </a:lnTo>
                    <a:lnTo>
                      <a:pt x="681" y="325"/>
                    </a:lnTo>
                    <a:lnTo>
                      <a:pt x="617" y="367"/>
                    </a:lnTo>
                    <a:lnTo>
                      <a:pt x="499" y="339"/>
                    </a:lnTo>
                    <a:lnTo>
                      <a:pt x="472" y="235"/>
                    </a:lnTo>
                    <a:lnTo>
                      <a:pt x="393" y="158"/>
                    </a:lnTo>
                    <a:lnTo>
                      <a:pt x="248" y="79"/>
                    </a:lnTo>
                    <a:lnTo>
                      <a:pt x="156" y="79"/>
                    </a:lnTo>
                    <a:lnTo>
                      <a:pt x="0" y="0"/>
                    </a:lnTo>
                    <a:lnTo>
                      <a:pt x="38" y="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5" name="Freeform 569"/>
              <p:cNvSpPr>
                <a:spLocks/>
              </p:cNvSpPr>
              <p:nvPr/>
            </p:nvSpPr>
            <p:spPr bwMode="auto">
              <a:xfrm>
                <a:off x="3719" y="1693"/>
                <a:ext cx="80" cy="62"/>
              </a:xfrm>
              <a:custGeom>
                <a:avLst/>
                <a:gdLst>
                  <a:gd name="T0" fmla="*/ 0 w 643"/>
                  <a:gd name="T1" fmla="*/ 0 h 496"/>
                  <a:gd name="T2" fmla="*/ 0 w 643"/>
                  <a:gd name="T3" fmla="*/ 0 h 496"/>
                  <a:gd name="T4" fmla="*/ 0 w 643"/>
                  <a:gd name="T5" fmla="*/ 0 h 496"/>
                  <a:gd name="T6" fmla="*/ 0 w 643"/>
                  <a:gd name="T7" fmla="*/ 0 h 496"/>
                  <a:gd name="T8" fmla="*/ 0 w 643"/>
                  <a:gd name="T9" fmla="*/ 0 h 496"/>
                  <a:gd name="T10" fmla="*/ 0 w 643"/>
                  <a:gd name="T11" fmla="*/ 0 h 496"/>
                  <a:gd name="T12" fmla="*/ 0 w 643"/>
                  <a:gd name="T13" fmla="*/ 0 h 496"/>
                  <a:gd name="T14" fmla="*/ 0 60000 65536"/>
                  <a:gd name="T15" fmla="*/ 0 60000 65536"/>
                  <a:gd name="T16" fmla="*/ 0 60000 65536"/>
                  <a:gd name="T17" fmla="*/ 0 60000 65536"/>
                  <a:gd name="T18" fmla="*/ 0 60000 65536"/>
                  <a:gd name="T19" fmla="*/ 0 60000 65536"/>
                  <a:gd name="T20" fmla="*/ 0 60000 65536"/>
                  <a:gd name="T21" fmla="*/ 0 w 643"/>
                  <a:gd name="T22" fmla="*/ 0 h 496"/>
                  <a:gd name="T23" fmla="*/ 643 w 643"/>
                  <a:gd name="T24" fmla="*/ 496 h 4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3" h="496">
                    <a:moveTo>
                      <a:pt x="0" y="0"/>
                    </a:moveTo>
                    <a:lnTo>
                      <a:pt x="198" y="94"/>
                    </a:lnTo>
                    <a:lnTo>
                      <a:pt x="420" y="168"/>
                    </a:lnTo>
                    <a:lnTo>
                      <a:pt x="643" y="496"/>
                    </a:lnTo>
                    <a:lnTo>
                      <a:pt x="500" y="442"/>
                    </a:lnTo>
                    <a:lnTo>
                      <a:pt x="408" y="22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576" name="Freeform 570"/>
              <p:cNvSpPr>
                <a:spLocks/>
              </p:cNvSpPr>
              <p:nvPr/>
            </p:nvSpPr>
            <p:spPr bwMode="auto">
              <a:xfrm>
                <a:off x="3506" y="1757"/>
                <a:ext cx="83" cy="305"/>
              </a:xfrm>
              <a:custGeom>
                <a:avLst/>
                <a:gdLst>
                  <a:gd name="T0" fmla="*/ 0 w 667"/>
                  <a:gd name="T1" fmla="*/ 0 h 2442"/>
                  <a:gd name="T2" fmla="*/ 0 w 667"/>
                  <a:gd name="T3" fmla="*/ 0 h 2442"/>
                  <a:gd name="T4" fmla="*/ 0 w 667"/>
                  <a:gd name="T5" fmla="*/ 0 h 2442"/>
                  <a:gd name="T6" fmla="*/ 0 w 667"/>
                  <a:gd name="T7" fmla="*/ 0 h 2442"/>
                  <a:gd name="T8" fmla="*/ 0 w 667"/>
                  <a:gd name="T9" fmla="*/ 0 h 2442"/>
                  <a:gd name="T10" fmla="*/ 0 w 667"/>
                  <a:gd name="T11" fmla="*/ 0 h 2442"/>
                  <a:gd name="T12" fmla="*/ 0 w 667"/>
                  <a:gd name="T13" fmla="*/ 0 h 2442"/>
                  <a:gd name="T14" fmla="*/ 0 w 667"/>
                  <a:gd name="T15" fmla="*/ 0 h 2442"/>
                  <a:gd name="T16" fmla="*/ 0 w 667"/>
                  <a:gd name="T17" fmla="*/ 0 h 2442"/>
                  <a:gd name="T18" fmla="*/ 0 w 667"/>
                  <a:gd name="T19" fmla="*/ 0 h 2442"/>
                  <a:gd name="T20" fmla="*/ 0 w 667"/>
                  <a:gd name="T21" fmla="*/ 0 h 2442"/>
                  <a:gd name="T22" fmla="*/ 0 w 667"/>
                  <a:gd name="T23" fmla="*/ 0 h 2442"/>
                  <a:gd name="T24" fmla="*/ 0 w 667"/>
                  <a:gd name="T25" fmla="*/ 0 h 2442"/>
                  <a:gd name="T26" fmla="*/ 0 w 667"/>
                  <a:gd name="T27" fmla="*/ 0 h 2442"/>
                  <a:gd name="T28" fmla="*/ 0 w 667"/>
                  <a:gd name="T29" fmla="*/ 0 h 2442"/>
                  <a:gd name="T30" fmla="*/ 0 w 667"/>
                  <a:gd name="T31" fmla="*/ 0 h 2442"/>
                  <a:gd name="T32" fmla="*/ 0 w 667"/>
                  <a:gd name="T33" fmla="*/ 0 h 2442"/>
                  <a:gd name="T34" fmla="*/ 0 w 667"/>
                  <a:gd name="T35" fmla="*/ 0 h 2442"/>
                  <a:gd name="T36" fmla="*/ 0 w 667"/>
                  <a:gd name="T37" fmla="*/ 0 h 2442"/>
                  <a:gd name="T38" fmla="*/ 0 w 667"/>
                  <a:gd name="T39" fmla="*/ 0 h 2442"/>
                  <a:gd name="T40" fmla="*/ 0 w 667"/>
                  <a:gd name="T41" fmla="*/ 0 h 2442"/>
                  <a:gd name="T42" fmla="*/ 0 w 667"/>
                  <a:gd name="T43" fmla="*/ 0 h 2442"/>
                  <a:gd name="T44" fmla="*/ 0 w 667"/>
                  <a:gd name="T45" fmla="*/ 0 h 2442"/>
                  <a:gd name="T46" fmla="*/ 0 w 667"/>
                  <a:gd name="T47" fmla="*/ 0 h 2442"/>
                  <a:gd name="T48" fmla="*/ 0 w 667"/>
                  <a:gd name="T49" fmla="*/ 0 h 2442"/>
                  <a:gd name="T50" fmla="*/ 0 w 667"/>
                  <a:gd name="T51" fmla="*/ 0 h 2442"/>
                  <a:gd name="T52" fmla="*/ 0 w 667"/>
                  <a:gd name="T53" fmla="*/ 0 h 2442"/>
                  <a:gd name="T54" fmla="*/ 0 w 667"/>
                  <a:gd name="T55" fmla="*/ 0 h 2442"/>
                  <a:gd name="T56" fmla="*/ 0 w 667"/>
                  <a:gd name="T57" fmla="*/ 0 h 2442"/>
                  <a:gd name="T58" fmla="*/ 0 w 667"/>
                  <a:gd name="T59" fmla="*/ 0 h 244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667"/>
                  <a:gd name="T91" fmla="*/ 0 h 2442"/>
                  <a:gd name="T92" fmla="*/ 667 w 667"/>
                  <a:gd name="T93" fmla="*/ 2442 h 244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667" h="2442">
                    <a:moveTo>
                      <a:pt x="208" y="0"/>
                    </a:moveTo>
                    <a:lnTo>
                      <a:pt x="208" y="88"/>
                    </a:lnTo>
                    <a:lnTo>
                      <a:pt x="618" y="326"/>
                    </a:lnTo>
                    <a:lnTo>
                      <a:pt x="272" y="194"/>
                    </a:lnTo>
                    <a:lnTo>
                      <a:pt x="208" y="440"/>
                    </a:lnTo>
                    <a:lnTo>
                      <a:pt x="272" y="625"/>
                    </a:lnTo>
                    <a:lnTo>
                      <a:pt x="272" y="794"/>
                    </a:lnTo>
                    <a:lnTo>
                      <a:pt x="208" y="1190"/>
                    </a:lnTo>
                    <a:lnTo>
                      <a:pt x="153" y="1543"/>
                    </a:lnTo>
                    <a:lnTo>
                      <a:pt x="185" y="1734"/>
                    </a:lnTo>
                    <a:lnTo>
                      <a:pt x="314" y="1996"/>
                    </a:lnTo>
                    <a:lnTo>
                      <a:pt x="512" y="2218"/>
                    </a:lnTo>
                    <a:lnTo>
                      <a:pt x="667" y="2257"/>
                    </a:lnTo>
                    <a:lnTo>
                      <a:pt x="470" y="2242"/>
                    </a:lnTo>
                    <a:lnTo>
                      <a:pt x="404" y="2273"/>
                    </a:lnTo>
                    <a:lnTo>
                      <a:pt x="404" y="2442"/>
                    </a:lnTo>
                    <a:lnTo>
                      <a:pt x="272" y="2321"/>
                    </a:lnTo>
                    <a:lnTo>
                      <a:pt x="0" y="2400"/>
                    </a:lnTo>
                    <a:lnTo>
                      <a:pt x="245" y="2297"/>
                    </a:lnTo>
                    <a:lnTo>
                      <a:pt x="185" y="2089"/>
                    </a:lnTo>
                    <a:lnTo>
                      <a:pt x="129" y="1801"/>
                    </a:lnTo>
                    <a:lnTo>
                      <a:pt x="116" y="1501"/>
                    </a:lnTo>
                    <a:lnTo>
                      <a:pt x="143" y="1200"/>
                    </a:lnTo>
                    <a:lnTo>
                      <a:pt x="208" y="911"/>
                    </a:lnTo>
                    <a:lnTo>
                      <a:pt x="233" y="756"/>
                    </a:lnTo>
                    <a:lnTo>
                      <a:pt x="233" y="598"/>
                    </a:lnTo>
                    <a:lnTo>
                      <a:pt x="185" y="494"/>
                    </a:lnTo>
                    <a:lnTo>
                      <a:pt x="51" y="440"/>
                    </a:lnTo>
                    <a:lnTo>
                      <a:pt x="185" y="130"/>
                    </a:lnTo>
                    <a:lnTo>
                      <a:pt x="20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371" name="Freeform 571"/>
            <p:cNvSpPr>
              <a:spLocks/>
            </p:cNvSpPr>
            <p:nvPr/>
          </p:nvSpPr>
          <p:spPr bwMode="auto">
            <a:xfrm>
              <a:off x="3384" y="1753"/>
              <a:ext cx="136" cy="305"/>
            </a:xfrm>
            <a:custGeom>
              <a:avLst/>
              <a:gdLst>
                <a:gd name="T0" fmla="*/ 0 w 1088"/>
                <a:gd name="T1" fmla="*/ 0 h 2442"/>
                <a:gd name="T2" fmla="*/ 0 w 1088"/>
                <a:gd name="T3" fmla="*/ 0 h 2442"/>
                <a:gd name="T4" fmla="*/ 0 w 1088"/>
                <a:gd name="T5" fmla="*/ 0 h 2442"/>
                <a:gd name="T6" fmla="*/ 0 w 1088"/>
                <a:gd name="T7" fmla="*/ 0 h 2442"/>
                <a:gd name="T8" fmla="*/ 0 w 1088"/>
                <a:gd name="T9" fmla="*/ 0 h 2442"/>
                <a:gd name="T10" fmla="*/ 0 w 1088"/>
                <a:gd name="T11" fmla="*/ 0 h 2442"/>
                <a:gd name="T12" fmla="*/ 0 w 1088"/>
                <a:gd name="T13" fmla="*/ 0 h 2442"/>
                <a:gd name="T14" fmla="*/ 0 w 1088"/>
                <a:gd name="T15" fmla="*/ 0 h 2442"/>
                <a:gd name="T16" fmla="*/ 0 w 1088"/>
                <a:gd name="T17" fmla="*/ 0 h 2442"/>
                <a:gd name="T18" fmla="*/ 0 w 1088"/>
                <a:gd name="T19" fmla="*/ 0 h 2442"/>
                <a:gd name="T20" fmla="*/ 0 w 1088"/>
                <a:gd name="T21" fmla="*/ 0 h 2442"/>
                <a:gd name="T22" fmla="*/ 0 w 1088"/>
                <a:gd name="T23" fmla="*/ 0 h 2442"/>
                <a:gd name="T24" fmla="*/ 0 w 1088"/>
                <a:gd name="T25" fmla="*/ 0 h 2442"/>
                <a:gd name="T26" fmla="*/ 0 w 1088"/>
                <a:gd name="T27" fmla="*/ 0 h 2442"/>
                <a:gd name="T28" fmla="*/ 0 w 1088"/>
                <a:gd name="T29" fmla="*/ 0 h 2442"/>
                <a:gd name="T30" fmla="*/ 0 w 1088"/>
                <a:gd name="T31" fmla="*/ 0 h 2442"/>
                <a:gd name="T32" fmla="*/ 0 w 1088"/>
                <a:gd name="T33" fmla="*/ 0 h 2442"/>
                <a:gd name="T34" fmla="*/ 0 w 1088"/>
                <a:gd name="T35" fmla="*/ 0 h 2442"/>
                <a:gd name="T36" fmla="*/ 0 w 1088"/>
                <a:gd name="T37" fmla="*/ 0 h 2442"/>
                <a:gd name="T38" fmla="*/ 0 w 1088"/>
                <a:gd name="T39" fmla="*/ 0 h 2442"/>
                <a:gd name="T40" fmla="*/ 0 w 1088"/>
                <a:gd name="T41" fmla="*/ 0 h 2442"/>
                <a:gd name="T42" fmla="*/ 0 w 1088"/>
                <a:gd name="T43" fmla="*/ 0 h 2442"/>
                <a:gd name="T44" fmla="*/ 0 w 1088"/>
                <a:gd name="T45" fmla="*/ 0 h 2442"/>
                <a:gd name="T46" fmla="*/ 0 w 1088"/>
                <a:gd name="T47" fmla="*/ 0 h 2442"/>
                <a:gd name="T48" fmla="*/ 0 w 1088"/>
                <a:gd name="T49" fmla="*/ 0 h 2442"/>
                <a:gd name="T50" fmla="*/ 0 w 1088"/>
                <a:gd name="T51" fmla="*/ 0 h 2442"/>
                <a:gd name="T52" fmla="*/ 0 w 1088"/>
                <a:gd name="T53" fmla="*/ 0 h 2442"/>
                <a:gd name="T54" fmla="*/ 0 w 1088"/>
                <a:gd name="T55" fmla="*/ 0 h 2442"/>
                <a:gd name="T56" fmla="*/ 0 w 1088"/>
                <a:gd name="T57" fmla="*/ 0 h 2442"/>
                <a:gd name="T58" fmla="*/ 0 w 1088"/>
                <a:gd name="T59" fmla="*/ 0 h 2442"/>
                <a:gd name="T60" fmla="*/ 0 w 1088"/>
                <a:gd name="T61" fmla="*/ 0 h 2442"/>
                <a:gd name="T62" fmla="*/ 0 w 1088"/>
                <a:gd name="T63" fmla="*/ 0 h 2442"/>
                <a:gd name="T64" fmla="*/ 0 w 1088"/>
                <a:gd name="T65" fmla="*/ 0 h 244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088"/>
                <a:gd name="T100" fmla="*/ 0 h 2442"/>
                <a:gd name="T101" fmla="*/ 1088 w 1088"/>
                <a:gd name="T102" fmla="*/ 2442 h 244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088" h="2442">
                  <a:moveTo>
                    <a:pt x="1035" y="0"/>
                  </a:moveTo>
                  <a:lnTo>
                    <a:pt x="958" y="116"/>
                  </a:lnTo>
                  <a:lnTo>
                    <a:pt x="943" y="238"/>
                  </a:lnTo>
                  <a:lnTo>
                    <a:pt x="943" y="455"/>
                  </a:lnTo>
                  <a:lnTo>
                    <a:pt x="931" y="784"/>
                  </a:lnTo>
                  <a:lnTo>
                    <a:pt x="866" y="1292"/>
                  </a:lnTo>
                  <a:lnTo>
                    <a:pt x="838" y="1672"/>
                  </a:lnTo>
                  <a:lnTo>
                    <a:pt x="853" y="1894"/>
                  </a:lnTo>
                  <a:lnTo>
                    <a:pt x="890" y="2074"/>
                  </a:lnTo>
                  <a:lnTo>
                    <a:pt x="943" y="2207"/>
                  </a:lnTo>
                  <a:lnTo>
                    <a:pt x="1023" y="2338"/>
                  </a:lnTo>
                  <a:lnTo>
                    <a:pt x="1088" y="2378"/>
                  </a:lnTo>
                  <a:lnTo>
                    <a:pt x="980" y="2442"/>
                  </a:lnTo>
                  <a:lnTo>
                    <a:pt x="866" y="2442"/>
                  </a:lnTo>
                  <a:lnTo>
                    <a:pt x="866" y="2232"/>
                  </a:lnTo>
                  <a:lnTo>
                    <a:pt x="798" y="2052"/>
                  </a:lnTo>
                  <a:lnTo>
                    <a:pt x="576" y="1424"/>
                  </a:lnTo>
                  <a:lnTo>
                    <a:pt x="156" y="1488"/>
                  </a:lnTo>
                  <a:lnTo>
                    <a:pt x="75" y="1474"/>
                  </a:lnTo>
                  <a:lnTo>
                    <a:pt x="391" y="1345"/>
                  </a:lnTo>
                  <a:lnTo>
                    <a:pt x="341" y="1228"/>
                  </a:lnTo>
                  <a:lnTo>
                    <a:pt x="0" y="1228"/>
                  </a:lnTo>
                  <a:lnTo>
                    <a:pt x="260" y="1110"/>
                  </a:lnTo>
                  <a:lnTo>
                    <a:pt x="456" y="1096"/>
                  </a:lnTo>
                  <a:lnTo>
                    <a:pt x="417" y="849"/>
                  </a:lnTo>
                  <a:lnTo>
                    <a:pt x="798" y="1905"/>
                  </a:lnTo>
                  <a:lnTo>
                    <a:pt x="798" y="1608"/>
                  </a:lnTo>
                  <a:lnTo>
                    <a:pt x="838" y="1257"/>
                  </a:lnTo>
                  <a:lnTo>
                    <a:pt x="890" y="863"/>
                  </a:lnTo>
                  <a:lnTo>
                    <a:pt x="919" y="575"/>
                  </a:lnTo>
                  <a:lnTo>
                    <a:pt x="919" y="169"/>
                  </a:lnTo>
                  <a:lnTo>
                    <a:pt x="972" y="53"/>
                  </a:lnTo>
                  <a:lnTo>
                    <a:pt x="103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2" name="Freeform 572"/>
            <p:cNvSpPr>
              <a:spLocks/>
            </p:cNvSpPr>
            <p:nvPr/>
          </p:nvSpPr>
          <p:spPr bwMode="auto">
            <a:xfrm>
              <a:off x="3566" y="1797"/>
              <a:ext cx="181" cy="263"/>
            </a:xfrm>
            <a:custGeom>
              <a:avLst/>
              <a:gdLst>
                <a:gd name="T0" fmla="*/ 0 w 1444"/>
                <a:gd name="T1" fmla="*/ 0 h 2100"/>
                <a:gd name="T2" fmla="*/ 0 w 1444"/>
                <a:gd name="T3" fmla="*/ 0 h 2100"/>
                <a:gd name="T4" fmla="*/ 0 w 1444"/>
                <a:gd name="T5" fmla="*/ 0 h 2100"/>
                <a:gd name="T6" fmla="*/ 0 w 1444"/>
                <a:gd name="T7" fmla="*/ 0 h 2100"/>
                <a:gd name="T8" fmla="*/ 0 w 1444"/>
                <a:gd name="T9" fmla="*/ 0 h 2100"/>
                <a:gd name="T10" fmla="*/ 0 w 1444"/>
                <a:gd name="T11" fmla="*/ 0 h 2100"/>
                <a:gd name="T12" fmla="*/ 0 w 1444"/>
                <a:gd name="T13" fmla="*/ 0 h 2100"/>
                <a:gd name="T14" fmla="*/ 0 w 1444"/>
                <a:gd name="T15" fmla="*/ 0 h 2100"/>
                <a:gd name="T16" fmla="*/ 0 w 1444"/>
                <a:gd name="T17" fmla="*/ 0 h 2100"/>
                <a:gd name="T18" fmla="*/ 0 w 1444"/>
                <a:gd name="T19" fmla="*/ 0 h 2100"/>
                <a:gd name="T20" fmla="*/ 0 w 1444"/>
                <a:gd name="T21" fmla="*/ 0 h 2100"/>
                <a:gd name="T22" fmla="*/ 0 w 1444"/>
                <a:gd name="T23" fmla="*/ 0 h 2100"/>
                <a:gd name="T24" fmla="*/ 0 w 1444"/>
                <a:gd name="T25" fmla="*/ 0 h 2100"/>
                <a:gd name="T26" fmla="*/ 0 w 1444"/>
                <a:gd name="T27" fmla="*/ 0 h 2100"/>
                <a:gd name="T28" fmla="*/ 0 w 1444"/>
                <a:gd name="T29" fmla="*/ 0 h 2100"/>
                <a:gd name="T30" fmla="*/ 0 w 1444"/>
                <a:gd name="T31" fmla="*/ 0 h 2100"/>
                <a:gd name="T32" fmla="*/ 0 w 1444"/>
                <a:gd name="T33" fmla="*/ 0 h 2100"/>
                <a:gd name="T34" fmla="*/ 0 w 1444"/>
                <a:gd name="T35" fmla="*/ 0 h 2100"/>
                <a:gd name="T36" fmla="*/ 0 w 1444"/>
                <a:gd name="T37" fmla="*/ 0 h 2100"/>
                <a:gd name="T38" fmla="*/ 0 w 1444"/>
                <a:gd name="T39" fmla="*/ 0 h 2100"/>
                <a:gd name="T40" fmla="*/ 0 w 1444"/>
                <a:gd name="T41" fmla="*/ 0 h 2100"/>
                <a:gd name="T42" fmla="*/ 0 w 1444"/>
                <a:gd name="T43" fmla="*/ 0 h 2100"/>
                <a:gd name="T44" fmla="*/ 0 w 1444"/>
                <a:gd name="T45" fmla="*/ 0 h 2100"/>
                <a:gd name="T46" fmla="*/ 0 w 1444"/>
                <a:gd name="T47" fmla="*/ 0 h 2100"/>
                <a:gd name="T48" fmla="*/ 0 w 1444"/>
                <a:gd name="T49" fmla="*/ 0 h 2100"/>
                <a:gd name="T50" fmla="*/ 0 w 1444"/>
                <a:gd name="T51" fmla="*/ 0 h 2100"/>
                <a:gd name="T52" fmla="*/ 0 w 1444"/>
                <a:gd name="T53" fmla="*/ 0 h 2100"/>
                <a:gd name="T54" fmla="*/ 0 w 1444"/>
                <a:gd name="T55" fmla="*/ 0 h 2100"/>
                <a:gd name="T56" fmla="*/ 0 w 1444"/>
                <a:gd name="T57" fmla="*/ 0 h 2100"/>
                <a:gd name="T58" fmla="*/ 0 w 1444"/>
                <a:gd name="T59" fmla="*/ 0 h 2100"/>
                <a:gd name="T60" fmla="*/ 0 w 1444"/>
                <a:gd name="T61" fmla="*/ 0 h 210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444"/>
                <a:gd name="T94" fmla="*/ 0 h 2100"/>
                <a:gd name="T95" fmla="*/ 1444 w 1444"/>
                <a:gd name="T96" fmla="*/ 2100 h 210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444" h="2100">
                  <a:moveTo>
                    <a:pt x="198" y="1931"/>
                  </a:moveTo>
                  <a:lnTo>
                    <a:pt x="407" y="1995"/>
                  </a:lnTo>
                  <a:lnTo>
                    <a:pt x="589" y="2100"/>
                  </a:lnTo>
                  <a:lnTo>
                    <a:pt x="446" y="1931"/>
                  </a:lnTo>
                  <a:lnTo>
                    <a:pt x="343" y="1841"/>
                  </a:lnTo>
                  <a:lnTo>
                    <a:pt x="248" y="1826"/>
                  </a:lnTo>
                  <a:lnTo>
                    <a:pt x="211" y="1812"/>
                  </a:lnTo>
                  <a:lnTo>
                    <a:pt x="211" y="1632"/>
                  </a:lnTo>
                  <a:lnTo>
                    <a:pt x="264" y="1593"/>
                  </a:lnTo>
                  <a:lnTo>
                    <a:pt x="499" y="1498"/>
                  </a:lnTo>
                  <a:lnTo>
                    <a:pt x="776" y="1318"/>
                  </a:lnTo>
                  <a:lnTo>
                    <a:pt x="1025" y="1070"/>
                  </a:lnTo>
                  <a:lnTo>
                    <a:pt x="1444" y="495"/>
                  </a:lnTo>
                  <a:lnTo>
                    <a:pt x="1444" y="403"/>
                  </a:lnTo>
                  <a:lnTo>
                    <a:pt x="1092" y="834"/>
                  </a:lnTo>
                  <a:lnTo>
                    <a:pt x="710" y="1217"/>
                  </a:lnTo>
                  <a:lnTo>
                    <a:pt x="369" y="1448"/>
                  </a:lnTo>
                  <a:lnTo>
                    <a:pt x="578" y="1081"/>
                  </a:lnTo>
                  <a:lnTo>
                    <a:pt x="684" y="732"/>
                  </a:lnTo>
                  <a:lnTo>
                    <a:pt x="710" y="495"/>
                  </a:lnTo>
                  <a:lnTo>
                    <a:pt x="879" y="140"/>
                  </a:lnTo>
                  <a:lnTo>
                    <a:pt x="1117" y="0"/>
                  </a:lnTo>
                  <a:lnTo>
                    <a:pt x="855" y="127"/>
                  </a:lnTo>
                  <a:lnTo>
                    <a:pt x="644" y="442"/>
                  </a:lnTo>
                  <a:lnTo>
                    <a:pt x="644" y="769"/>
                  </a:lnTo>
                  <a:lnTo>
                    <a:pt x="525" y="1081"/>
                  </a:lnTo>
                  <a:lnTo>
                    <a:pt x="356" y="1371"/>
                  </a:lnTo>
                  <a:lnTo>
                    <a:pt x="184" y="1604"/>
                  </a:lnTo>
                  <a:lnTo>
                    <a:pt x="184" y="1826"/>
                  </a:lnTo>
                  <a:lnTo>
                    <a:pt x="0" y="1905"/>
                  </a:lnTo>
                  <a:lnTo>
                    <a:pt x="198" y="19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3" name="Freeform 573"/>
            <p:cNvSpPr>
              <a:spLocks/>
            </p:cNvSpPr>
            <p:nvPr/>
          </p:nvSpPr>
          <p:spPr bwMode="auto">
            <a:xfrm>
              <a:off x="3561" y="2070"/>
              <a:ext cx="102" cy="96"/>
            </a:xfrm>
            <a:custGeom>
              <a:avLst/>
              <a:gdLst>
                <a:gd name="T0" fmla="*/ 0 w 818"/>
                <a:gd name="T1" fmla="*/ 0 h 773"/>
                <a:gd name="T2" fmla="*/ 0 w 818"/>
                <a:gd name="T3" fmla="*/ 0 h 773"/>
                <a:gd name="T4" fmla="*/ 0 w 818"/>
                <a:gd name="T5" fmla="*/ 0 h 773"/>
                <a:gd name="T6" fmla="*/ 0 w 818"/>
                <a:gd name="T7" fmla="*/ 0 h 773"/>
                <a:gd name="T8" fmla="*/ 0 w 818"/>
                <a:gd name="T9" fmla="*/ 0 h 773"/>
                <a:gd name="T10" fmla="*/ 0 w 818"/>
                <a:gd name="T11" fmla="*/ 0 h 773"/>
                <a:gd name="T12" fmla="*/ 0 w 818"/>
                <a:gd name="T13" fmla="*/ 0 h 773"/>
                <a:gd name="T14" fmla="*/ 0 w 818"/>
                <a:gd name="T15" fmla="*/ 0 h 773"/>
                <a:gd name="T16" fmla="*/ 0 w 818"/>
                <a:gd name="T17" fmla="*/ 0 h 773"/>
                <a:gd name="T18" fmla="*/ 0 w 818"/>
                <a:gd name="T19" fmla="*/ 0 h 773"/>
                <a:gd name="T20" fmla="*/ 0 w 818"/>
                <a:gd name="T21" fmla="*/ 0 h 773"/>
                <a:gd name="T22" fmla="*/ 0 w 818"/>
                <a:gd name="T23" fmla="*/ 0 h 773"/>
                <a:gd name="T24" fmla="*/ 0 w 818"/>
                <a:gd name="T25" fmla="*/ 0 h 773"/>
                <a:gd name="T26" fmla="*/ 0 w 818"/>
                <a:gd name="T27" fmla="*/ 0 h 773"/>
                <a:gd name="T28" fmla="*/ 0 w 818"/>
                <a:gd name="T29" fmla="*/ 0 h 773"/>
                <a:gd name="T30" fmla="*/ 0 w 818"/>
                <a:gd name="T31" fmla="*/ 0 h 773"/>
                <a:gd name="T32" fmla="*/ 0 w 818"/>
                <a:gd name="T33" fmla="*/ 0 h 773"/>
                <a:gd name="T34" fmla="*/ 0 w 818"/>
                <a:gd name="T35" fmla="*/ 0 h 773"/>
                <a:gd name="T36" fmla="*/ 0 w 818"/>
                <a:gd name="T37" fmla="*/ 0 h 77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18"/>
                <a:gd name="T58" fmla="*/ 0 h 773"/>
                <a:gd name="T59" fmla="*/ 818 w 818"/>
                <a:gd name="T60" fmla="*/ 773 h 77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18" h="773">
                  <a:moveTo>
                    <a:pt x="671" y="0"/>
                  </a:moveTo>
                  <a:lnTo>
                    <a:pt x="776" y="184"/>
                  </a:lnTo>
                  <a:lnTo>
                    <a:pt x="818" y="419"/>
                  </a:lnTo>
                  <a:lnTo>
                    <a:pt x="818" y="564"/>
                  </a:lnTo>
                  <a:lnTo>
                    <a:pt x="739" y="758"/>
                  </a:lnTo>
                  <a:lnTo>
                    <a:pt x="606" y="773"/>
                  </a:lnTo>
                  <a:lnTo>
                    <a:pt x="369" y="654"/>
                  </a:lnTo>
                  <a:lnTo>
                    <a:pt x="226" y="498"/>
                  </a:lnTo>
                  <a:lnTo>
                    <a:pt x="0" y="14"/>
                  </a:lnTo>
                  <a:lnTo>
                    <a:pt x="161" y="290"/>
                  </a:lnTo>
                  <a:lnTo>
                    <a:pt x="435" y="512"/>
                  </a:lnTo>
                  <a:lnTo>
                    <a:pt x="739" y="588"/>
                  </a:lnTo>
                  <a:lnTo>
                    <a:pt x="752" y="474"/>
                  </a:lnTo>
                  <a:lnTo>
                    <a:pt x="712" y="327"/>
                  </a:lnTo>
                  <a:lnTo>
                    <a:pt x="620" y="235"/>
                  </a:lnTo>
                  <a:lnTo>
                    <a:pt x="477" y="184"/>
                  </a:lnTo>
                  <a:lnTo>
                    <a:pt x="620" y="147"/>
                  </a:lnTo>
                  <a:lnTo>
                    <a:pt x="671" y="65"/>
                  </a:lnTo>
                  <a:lnTo>
                    <a:pt x="6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4" name="Freeform 574"/>
            <p:cNvSpPr>
              <a:spLocks/>
            </p:cNvSpPr>
            <p:nvPr/>
          </p:nvSpPr>
          <p:spPr bwMode="auto">
            <a:xfrm>
              <a:off x="3351" y="2093"/>
              <a:ext cx="264" cy="76"/>
            </a:xfrm>
            <a:custGeom>
              <a:avLst/>
              <a:gdLst>
                <a:gd name="T0" fmla="*/ 0 w 2111"/>
                <a:gd name="T1" fmla="*/ 0 h 613"/>
                <a:gd name="T2" fmla="*/ 0 w 2111"/>
                <a:gd name="T3" fmla="*/ 0 h 613"/>
                <a:gd name="T4" fmla="*/ 0 w 2111"/>
                <a:gd name="T5" fmla="*/ 0 h 613"/>
                <a:gd name="T6" fmla="*/ 0 w 2111"/>
                <a:gd name="T7" fmla="*/ 0 h 613"/>
                <a:gd name="T8" fmla="*/ 0 w 2111"/>
                <a:gd name="T9" fmla="*/ 0 h 613"/>
                <a:gd name="T10" fmla="*/ 0 w 2111"/>
                <a:gd name="T11" fmla="*/ 0 h 613"/>
                <a:gd name="T12" fmla="*/ 0 w 2111"/>
                <a:gd name="T13" fmla="*/ 0 h 613"/>
                <a:gd name="T14" fmla="*/ 0 w 2111"/>
                <a:gd name="T15" fmla="*/ 0 h 613"/>
                <a:gd name="T16" fmla="*/ 0 w 2111"/>
                <a:gd name="T17" fmla="*/ 0 h 613"/>
                <a:gd name="T18" fmla="*/ 0 w 2111"/>
                <a:gd name="T19" fmla="*/ 0 h 613"/>
                <a:gd name="T20" fmla="*/ 0 w 2111"/>
                <a:gd name="T21" fmla="*/ 0 h 613"/>
                <a:gd name="T22" fmla="*/ 0 w 2111"/>
                <a:gd name="T23" fmla="*/ 0 h 613"/>
                <a:gd name="T24" fmla="*/ 0 w 2111"/>
                <a:gd name="T25" fmla="*/ 0 h 613"/>
                <a:gd name="T26" fmla="*/ 0 w 2111"/>
                <a:gd name="T27" fmla="*/ 0 h 613"/>
                <a:gd name="T28" fmla="*/ 0 w 2111"/>
                <a:gd name="T29" fmla="*/ 0 h 613"/>
                <a:gd name="T30" fmla="*/ 0 w 2111"/>
                <a:gd name="T31" fmla="*/ 0 h 613"/>
                <a:gd name="T32" fmla="*/ 0 w 2111"/>
                <a:gd name="T33" fmla="*/ 0 h 613"/>
                <a:gd name="T34" fmla="*/ 0 w 2111"/>
                <a:gd name="T35" fmla="*/ 0 h 613"/>
                <a:gd name="T36" fmla="*/ 0 w 2111"/>
                <a:gd name="T37" fmla="*/ 0 h 613"/>
                <a:gd name="T38" fmla="*/ 0 w 2111"/>
                <a:gd name="T39" fmla="*/ 0 h 613"/>
                <a:gd name="T40" fmla="*/ 0 w 2111"/>
                <a:gd name="T41" fmla="*/ 0 h 613"/>
                <a:gd name="T42" fmla="*/ 0 w 2111"/>
                <a:gd name="T43" fmla="*/ 0 h 613"/>
                <a:gd name="T44" fmla="*/ 0 w 2111"/>
                <a:gd name="T45" fmla="*/ 0 h 613"/>
                <a:gd name="T46" fmla="*/ 0 w 2111"/>
                <a:gd name="T47" fmla="*/ 0 h 613"/>
                <a:gd name="T48" fmla="*/ 0 w 2111"/>
                <a:gd name="T49" fmla="*/ 0 h 613"/>
                <a:gd name="T50" fmla="*/ 0 w 2111"/>
                <a:gd name="T51" fmla="*/ 0 h 61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111"/>
                <a:gd name="T79" fmla="*/ 0 h 613"/>
                <a:gd name="T80" fmla="*/ 2111 w 2111"/>
                <a:gd name="T81" fmla="*/ 613 h 61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111" h="613">
                  <a:moveTo>
                    <a:pt x="2111" y="613"/>
                  </a:moveTo>
                  <a:lnTo>
                    <a:pt x="1718" y="602"/>
                  </a:lnTo>
                  <a:lnTo>
                    <a:pt x="1194" y="549"/>
                  </a:lnTo>
                  <a:lnTo>
                    <a:pt x="593" y="380"/>
                  </a:lnTo>
                  <a:lnTo>
                    <a:pt x="103" y="301"/>
                  </a:lnTo>
                  <a:lnTo>
                    <a:pt x="26" y="235"/>
                  </a:lnTo>
                  <a:lnTo>
                    <a:pt x="0" y="90"/>
                  </a:lnTo>
                  <a:lnTo>
                    <a:pt x="353" y="143"/>
                  </a:lnTo>
                  <a:lnTo>
                    <a:pt x="364" y="0"/>
                  </a:lnTo>
                  <a:lnTo>
                    <a:pt x="406" y="143"/>
                  </a:lnTo>
                  <a:lnTo>
                    <a:pt x="643" y="143"/>
                  </a:lnTo>
                  <a:lnTo>
                    <a:pt x="419" y="249"/>
                  </a:lnTo>
                  <a:lnTo>
                    <a:pt x="445" y="328"/>
                  </a:lnTo>
                  <a:lnTo>
                    <a:pt x="929" y="290"/>
                  </a:lnTo>
                  <a:lnTo>
                    <a:pt x="1243" y="301"/>
                  </a:lnTo>
                  <a:lnTo>
                    <a:pt x="1586" y="362"/>
                  </a:lnTo>
                  <a:lnTo>
                    <a:pt x="1773" y="433"/>
                  </a:lnTo>
                  <a:lnTo>
                    <a:pt x="1625" y="249"/>
                  </a:lnTo>
                  <a:lnTo>
                    <a:pt x="1494" y="169"/>
                  </a:lnTo>
                  <a:lnTo>
                    <a:pt x="1221" y="106"/>
                  </a:lnTo>
                  <a:lnTo>
                    <a:pt x="1549" y="106"/>
                  </a:lnTo>
                  <a:lnTo>
                    <a:pt x="1747" y="235"/>
                  </a:lnTo>
                  <a:lnTo>
                    <a:pt x="1821" y="393"/>
                  </a:lnTo>
                  <a:lnTo>
                    <a:pt x="1929" y="496"/>
                  </a:lnTo>
                  <a:lnTo>
                    <a:pt x="2019" y="574"/>
                  </a:lnTo>
                  <a:lnTo>
                    <a:pt x="2111" y="6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5" name="Freeform 575"/>
            <p:cNvSpPr>
              <a:spLocks/>
            </p:cNvSpPr>
            <p:nvPr/>
          </p:nvSpPr>
          <p:spPr bwMode="auto">
            <a:xfrm>
              <a:off x="3351" y="1948"/>
              <a:ext cx="114" cy="91"/>
            </a:xfrm>
            <a:custGeom>
              <a:avLst/>
              <a:gdLst>
                <a:gd name="T0" fmla="*/ 0 w 905"/>
                <a:gd name="T1" fmla="*/ 0 h 731"/>
                <a:gd name="T2" fmla="*/ 0 w 905"/>
                <a:gd name="T3" fmla="*/ 0 h 731"/>
                <a:gd name="T4" fmla="*/ 0 w 905"/>
                <a:gd name="T5" fmla="*/ 0 h 731"/>
                <a:gd name="T6" fmla="*/ 0 w 905"/>
                <a:gd name="T7" fmla="*/ 0 h 731"/>
                <a:gd name="T8" fmla="*/ 0 w 905"/>
                <a:gd name="T9" fmla="*/ 0 h 731"/>
                <a:gd name="T10" fmla="*/ 0 w 905"/>
                <a:gd name="T11" fmla="*/ 0 h 731"/>
                <a:gd name="T12" fmla="*/ 0 w 905"/>
                <a:gd name="T13" fmla="*/ 0 h 731"/>
                <a:gd name="T14" fmla="*/ 0 w 905"/>
                <a:gd name="T15" fmla="*/ 0 h 731"/>
                <a:gd name="T16" fmla="*/ 0 w 905"/>
                <a:gd name="T17" fmla="*/ 0 h 731"/>
                <a:gd name="T18" fmla="*/ 0 w 905"/>
                <a:gd name="T19" fmla="*/ 0 h 731"/>
                <a:gd name="T20" fmla="*/ 0 w 905"/>
                <a:gd name="T21" fmla="*/ 0 h 731"/>
                <a:gd name="T22" fmla="*/ 0 w 905"/>
                <a:gd name="T23" fmla="*/ 0 h 731"/>
                <a:gd name="T24" fmla="*/ 0 w 905"/>
                <a:gd name="T25" fmla="*/ 0 h 731"/>
                <a:gd name="T26" fmla="*/ 0 w 905"/>
                <a:gd name="T27" fmla="*/ 0 h 731"/>
                <a:gd name="T28" fmla="*/ 0 w 905"/>
                <a:gd name="T29" fmla="*/ 0 h 731"/>
                <a:gd name="T30" fmla="*/ 0 w 905"/>
                <a:gd name="T31" fmla="*/ 0 h 731"/>
                <a:gd name="T32" fmla="*/ 0 w 905"/>
                <a:gd name="T33" fmla="*/ 0 h 731"/>
                <a:gd name="T34" fmla="*/ 0 w 905"/>
                <a:gd name="T35" fmla="*/ 0 h 731"/>
                <a:gd name="T36" fmla="*/ 0 w 905"/>
                <a:gd name="T37" fmla="*/ 0 h 731"/>
                <a:gd name="T38" fmla="*/ 0 w 905"/>
                <a:gd name="T39" fmla="*/ 0 h 731"/>
                <a:gd name="T40" fmla="*/ 0 w 905"/>
                <a:gd name="T41" fmla="*/ 0 h 731"/>
                <a:gd name="T42" fmla="*/ 0 w 905"/>
                <a:gd name="T43" fmla="*/ 0 h 731"/>
                <a:gd name="T44" fmla="*/ 0 w 905"/>
                <a:gd name="T45" fmla="*/ 0 h 731"/>
                <a:gd name="T46" fmla="*/ 0 w 905"/>
                <a:gd name="T47" fmla="*/ 0 h 731"/>
                <a:gd name="T48" fmla="*/ 0 w 905"/>
                <a:gd name="T49" fmla="*/ 0 h 731"/>
                <a:gd name="T50" fmla="*/ 0 w 905"/>
                <a:gd name="T51" fmla="*/ 0 h 731"/>
                <a:gd name="T52" fmla="*/ 0 w 905"/>
                <a:gd name="T53" fmla="*/ 0 h 731"/>
                <a:gd name="T54" fmla="*/ 0 w 905"/>
                <a:gd name="T55" fmla="*/ 0 h 731"/>
                <a:gd name="T56" fmla="*/ 0 w 905"/>
                <a:gd name="T57" fmla="*/ 0 h 731"/>
                <a:gd name="T58" fmla="*/ 0 w 905"/>
                <a:gd name="T59" fmla="*/ 0 h 731"/>
                <a:gd name="T60" fmla="*/ 0 w 905"/>
                <a:gd name="T61" fmla="*/ 0 h 731"/>
                <a:gd name="T62" fmla="*/ 0 w 905"/>
                <a:gd name="T63" fmla="*/ 0 h 731"/>
                <a:gd name="T64" fmla="*/ 0 w 905"/>
                <a:gd name="T65" fmla="*/ 0 h 7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5"/>
                <a:gd name="T100" fmla="*/ 0 h 731"/>
                <a:gd name="T101" fmla="*/ 905 w 905"/>
                <a:gd name="T102" fmla="*/ 731 h 7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5" h="731">
                  <a:moveTo>
                    <a:pt x="168" y="731"/>
                  </a:moveTo>
                  <a:lnTo>
                    <a:pt x="301" y="612"/>
                  </a:lnTo>
                  <a:lnTo>
                    <a:pt x="301" y="563"/>
                  </a:lnTo>
                  <a:lnTo>
                    <a:pt x="263" y="512"/>
                  </a:lnTo>
                  <a:lnTo>
                    <a:pt x="143" y="457"/>
                  </a:lnTo>
                  <a:lnTo>
                    <a:pt x="26" y="417"/>
                  </a:lnTo>
                  <a:lnTo>
                    <a:pt x="0" y="393"/>
                  </a:lnTo>
                  <a:lnTo>
                    <a:pt x="0" y="340"/>
                  </a:lnTo>
                  <a:lnTo>
                    <a:pt x="26" y="312"/>
                  </a:lnTo>
                  <a:lnTo>
                    <a:pt x="103" y="275"/>
                  </a:lnTo>
                  <a:lnTo>
                    <a:pt x="118" y="312"/>
                  </a:lnTo>
                  <a:lnTo>
                    <a:pt x="158" y="351"/>
                  </a:lnTo>
                  <a:lnTo>
                    <a:pt x="301" y="379"/>
                  </a:lnTo>
                  <a:lnTo>
                    <a:pt x="285" y="287"/>
                  </a:lnTo>
                  <a:lnTo>
                    <a:pt x="221" y="208"/>
                  </a:lnTo>
                  <a:lnTo>
                    <a:pt x="143" y="129"/>
                  </a:lnTo>
                  <a:lnTo>
                    <a:pt x="13" y="54"/>
                  </a:lnTo>
                  <a:lnTo>
                    <a:pt x="90" y="39"/>
                  </a:lnTo>
                  <a:lnTo>
                    <a:pt x="237" y="79"/>
                  </a:lnTo>
                  <a:lnTo>
                    <a:pt x="364" y="158"/>
                  </a:lnTo>
                  <a:lnTo>
                    <a:pt x="472" y="298"/>
                  </a:lnTo>
                  <a:lnTo>
                    <a:pt x="617" y="235"/>
                  </a:lnTo>
                  <a:lnTo>
                    <a:pt x="461" y="158"/>
                  </a:lnTo>
                  <a:lnTo>
                    <a:pt x="433" y="118"/>
                  </a:lnTo>
                  <a:lnTo>
                    <a:pt x="461" y="79"/>
                  </a:lnTo>
                  <a:lnTo>
                    <a:pt x="562" y="39"/>
                  </a:lnTo>
                  <a:lnTo>
                    <a:pt x="747" y="0"/>
                  </a:lnTo>
                  <a:lnTo>
                    <a:pt x="905" y="0"/>
                  </a:lnTo>
                  <a:lnTo>
                    <a:pt x="823" y="158"/>
                  </a:lnTo>
                  <a:lnTo>
                    <a:pt x="643" y="362"/>
                  </a:lnTo>
                  <a:lnTo>
                    <a:pt x="445" y="549"/>
                  </a:lnTo>
                  <a:lnTo>
                    <a:pt x="301" y="667"/>
                  </a:lnTo>
                  <a:lnTo>
                    <a:pt x="168" y="7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76" name="Freeform 576"/>
            <p:cNvSpPr>
              <a:spLocks/>
            </p:cNvSpPr>
            <p:nvPr/>
          </p:nvSpPr>
          <p:spPr bwMode="auto">
            <a:xfrm>
              <a:off x="3410" y="1753"/>
              <a:ext cx="20" cy="97"/>
            </a:xfrm>
            <a:custGeom>
              <a:avLst/>
              <a:gdLst>
                <a:gd name="T0" fmla="*/ 0 w 157"/>
                <a:gd name="T1" fmla="*/ 0 h 771"/>
                <a:gd name="T2" fmla="*/ 0 w 157"/>
                <a:gd name="T3" fmla="*/ 0 h 771"/>
                <a:gd name="T4" fmla="*/ 0 w 157"/>
                <a:gd name="T5" fmla="*/ 0 h 771"/>
                <a:gd name="T6" fmla="*/ 0 w 157"/>
                <a:gd name="T7" fmla="*/ 0 h 771"/>
                <a:gd name="T8" fmla="*/ 0 w 157"/>
                <a:gd name="T9" fmla="*/ 0 h 771"/>
                <a:gd name="T10" fmla="*/ 0 w 157"/>
                <a:gd name="T11" fmla="*/ 0 h 771"/>
                <a:gd name="T12" fmla="*/ 0 w 157"/>
                <a:gd name="T13" fmla="*/ 0 h 771"/>
                <a:gd name="T14" fmla="*/ 0 w 157"/>
                <a:gd name="T15" fmla="*/ 0 h 771"/>
                <a:gd name="T16" fmla="*/ 0 60000 65536"/>
                <a:gd name="T17" fmla="*/ 0 60000 65536"/>
                <a:gd name="T18" fmla="*/ 0 60000 65536"/>
                <a:gd name="T19" fmla="*/ 0 60000 65536"/>
                <a:gd name="T20" fmla="*/ 0 60000 65536"/>
                <a:gd name="T21" fmla="*/ 0 60000 65536"/>
                <a:gd name="T22" fmla="*/ 0 60000 65536"/>
                <a:gd name="T23" fmla="*/ 0 60000 65536"/>
                <a:gd name="T24" fmla="*/ 0 w 157"/>
                <a:gd name="T25" fmla="*/ 0 h 771"/>
                <a:gd name="T26" fmla="*/ 157 w 157"/>
                <a:gd name="T27" fmla="*/ 771 h 77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7" h="771">
                  <a:moveTo>
                    <a:pt x="65" y="116"/>
                  </a:moveTo>
                  <a:lnTo>
                    <a:pt x="90" y="378"/>
                  </a:lnTo>
                  <a:lnTo>
                    <a:pt x="132" y="626"/>
                  </a:lnTo>
                  <a:lnTo>
                    <a:pt x="157" y="771"/>
                  </a:lnTo>
                  <a:lnTo>
                    <a:pt x="24" y="354"/>
                  </a:lnTo>
                  <a:lnTo>
                    <a:pt x="0" y="222"/>
                  </a:lnTo>
                  <a:lnTo>
                    <a:pt x="51" y="0"/>
                  </a:lnTo>
                  <a:lnTo>
                    <a:pt x="65" y="1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577" name="Text Box 577"/>
          <p:cNvSpPr txBox="1">
            <a:spLocks noChangeArrowheads="1"/>
          </p:cNvSpPr>
          <p:nvPr/>
        </p:nvSpPr>
        <p:spPr bwMode="auto">
          <a:xfrm>
            <a:off x="8156497" y="6519645"/>
            <a:ext cx="19208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800">
                <a:solidFill>
                  <a:srgbClr val="000000"/>
                </a:solidFill>
              </a:rPr>
              <a:t>time de avaliação</a:t>
            </a:r>
          </a:p>
        </p:txBody>
      </p:sp>
      <p:sp>
        <p:nvSpPr>
          <p:cNvPr id="578" name="AutoShape 578"/>
          <p:cNvSpPr>
            <a:spLocks noChangeArrowheads="1"/>
          </p:cNvSpPr>
          <p:nvPr/>
        </p:nvSpPr>
        <p:spPr bwMode="auto">
          <a:xfrm>
            <a:off x="6962697" y="5529045"/>
            <a:ext cx="404812" cy="188912"/>
          </a:xfrm>
          <a:prstGeom prst="rightArrow">
            <a:avLst>
              <a:gd name="adj1" fmla="val 50000"/>
              <a:gd name="adj2" fmla="val 53572"/>
            </a:avLst>
          </a:prstGeom>
          <a:solidFill>
            <a:srgbClr val="FFFF00"/>
          </a:solidFill>
          <a:ln w="3175">
            <a:solidFill>
              <a:schemeClr val="tx1"/>
            </a:solidFill>
            <a:miter lim="800000"/>
            <a:headEnd/>
            <a:tailEnd/>
          </a:ln>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579" name="AutoShape 579"/>
          <p:cNvSpPr>
            <a:spLocks noChangeArrowheads="1"/>
          </p:cNvSpPr>
          <p:nvPr/>
        </p:nvSpPr>
        <p:spPr bwMode="auto">
          <a:xfrm>
            <a:off x="7953297" y="5529045"/>
            <a:ext cx="404812" cy="188912"/>
          </a:xfrm>
          <a:prstGeom prst="rightArrow">
            <a:avLst>
              <a:gd name="adj1" fmla="val 50000"/>
              <a:gd name="adj2" fmla="val 53572"/>
            </a:avLst>
          </a:prstGeom>
          <a:solidFill>
            <a:srgbClr val="FFFF00"/>
          </a:solidFill>
          <a:ln w="3175">
            <a:solidFill>
              <a:schemeClr val="tx1"/>
            </a:solidFill>
            <a:miter lim="800000"/>
            <a:headEnd/>
            <a:tailEnd/>
          </a:ln>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580" name="Text Box 580"/>
          <p:cNvSpPr txBox="1">
            <a:spLocks noChangeArrowheads="1"/>
          </p:cNvSpPr>
          <p:nvPr/>
        </p:nvSpPr>
        <p:spPr bwMode="auto">
          <a:xfrm>
            <a:off x="6429297" y="2709645"/>
            <a:ext cx="722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2000" b="1">
                <a:solidFill>
                  <a:srgbClr val="000000"/>
                </a:solidFill>
              </a:rPr>
              <a:t>Fase</a:t>
            </a:r>
          </a:p>
        </p:txBody>
      </p:sp>
      <p:sp>
        <p:nvSpPr>
          <p:cNvPr id="581" name="Text Box 581"/>
          <p:cNvSpPr txBox="1">
            <a:spLocks noChangeArrowheads="1"/>
          </p:cNvSpPr>
          <p:nvPr/>
        </p:nvSpPr>
        <p:spPr bwMode="auto">
          <a:xfrm>
            <a:off x="4067097" y="2862045"/>
            <a:ext cx="9398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800">
                <a:solidFill>
                  <a:srgbClr val="000000"/>
                </a:solidFill>
              </a:rPr>
              <a:t>gate anterior</a:t>
            </a:r>
          </a:p>
        </p:txBody>
      </p:sp>
      <p:sp>
        <p:nvSpPr>
          <p:cNvPr id="582" name="Text Box 582"/>
          <p:cNvSpPr txBox="1">
            <a:spLocks noChangeArrowheads="1"/>
          </p:cNvSpPr>
          <p:nvPr/>
        </p:nvSpPr>
        <p:spPr bwMode="auto">
          <a:xfrm>
            <a:off x="8375572" y="2962057"/>
            <a:ext cx="8128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800">
                <a:solidFill>
                  <a:srgbClr val="000000"/>
                </a:solidFill>
              </a:rPr>
              <a:t>gate atual</a:t>
            </a:r>
          </a:p>
        </p:txBody>
      </p:sp>
      <p:grpSp>
        <p:nvGrpSpPr>
          <p:cNvPr id="583" name="Group 583"/>
          <p:cNvGrpSpPr>
            <a:grpSpLocks/>
          </p:cNvGrpSpPr>
          <p:nvPr/>
        </p:nvGrpSpPr>
        <p:grpSpPr bwMode="auto">
          <a:xfrm>
            <a:off x="5614909" y="4001870"/>
            <a:ext cx="519113" cy="600075"/>
            <a:chOff x="4800" y="1776"/>
            <a:chExt cx="432" cy="579"/>
          </a:xfrm>
        </p:grpSpPr>
        <p:sp>
          <p:nvSpPr>
            <p:cNvPr id="584" name="AutoShape 584"/>
            <p:cNvSpPr>
              <a:spLocks noChangeArrowheads="1"/>
            </p:cNvSpPr>
            <p:nvPr/>
          </p:nvSpPr>
          <p:spPr bwMode="auto">
            <a:xfrm>
              <a:off x="4800" y="1776"/>
              <a:ext cx="432" cy="579"/>
            </a:xfrm>
            <a:prstGeom prst="foldedCorner">
              <a:avLst>
                <a:gd name="adj" fmla="val 12500"/>
              </a:avLst>
            </a:prstGeom>
            <a:solidFill>
              <a:srgbClr val="FFFFCC"/>
            </a:solidFill>
            <a:ln w="9525">
              <a:solidFill>
                <a:srgbClr val="000000"/>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585" name="Line 585"/>
            <p:cNvSpPr>
              <a:spLocks noChangeShapeType="1"/>
            </p:cNvSpPr>
            <p:nvPr/>
          </p:nvSpPr>
          <p:spPr bwMode="auto">
            <a:xfrm>
              <a:off x="4848" y="1872"/>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586" name="Line 586"/>
            <p:cNvSpPr>
              <a:spLocks noChangeShapeType="1"/>
            </p:cNvSpPr>
            <p:nvPr/>
          </p:nvSpPr>
          <p:spPr bwMode="auto">
            <a:xfrm>
              <a:off x="4848" y="1920"/>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587" name="Line 587"/>
            <p:cNvSpPr>
              <a:spLocks noChangeShapeType="1"/>
            </p:cNvSpPr>
            <p:nvPr/>
          </p:nvSpPr>
          <p:spPr bwMode="auto">
            <a:xfrm>
              <a:off x="4848" y="1968"/>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588" name="Line 588"/>
            <p:cNvSpPr>
              <a:spLocks noChangeShapeType="1"/>
            </p:cNvSpPr>
            <p:nvPr/>
          </p:nvSpPr>
          <p:spPr bwMode="auto">
            <a:xfrm>
              <a:off x="4848" y="2016"/>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589" name="Line 589"/>
            <p:cNvSpPr>
              <a:spLocks noChangeShapeType="1"/>
            </p:cNvSpPr>
            <p:nvPr/>
          </p:nvSpPr>
          <p:spPr bwMode="auto">
            <a:xfrm>
              <a:off x="4848" y="2064"/>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590" name="Line 590"/>
            <p:cNvSpPr>
              <a:spLocks noChangeShapeType="1"/>
            </p:cNvSpPr>
            <p:nvPr/>
          </p:nvSpPr>
          <p:spPr bwMode="auto">
            <a:xfrm>
              <a:off x="4848" y="2112"/>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591" name="Line 591"/>
            <p:cNvSpPr>
              <a:spLocks noChangeShapeType="1"/>
            </p:cNvSpPr>
            <p:nvPr/>
          </p:nvSpPr>
          <p:spPr bwMode="auto">
            <a:xfrm>
              <a:off x="4848" y="2160"/>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592" name="Line 592"/>
            <p:cNvSpPr>
              <a:spLocks noChangeShapeType="1"/>
            </p:cNvSpPr>
            <p:nvPr/>
          </p:nvSpPr>
          <p:spPr bwMode="auto">
            <a:xfrm>
              <a:off x="4848" y="2208"/>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593" name="Line 593"/>
            <p:cNvSpPr>
              <a:spLocks noChangeShapeType="1"/>
            </p:cNvSpPr>
            <p:nvPr/>
          </p:nvSpPr>
          <p:spPr bwMode="auto">
            <a:xfrm>
              <a:off x="4848" y="2256"/>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grpSp>
      <p:sp>
        <p:nvSpPr>
          <p:cNvPr id="594" name="AutoShape 594"/>
          <p:cNvSpPr>
            <a:spLocks noChangeArrowheads="1"/>
          </p:cNvSpPr>
          <p:nvPr/>
        </p:nvSpPr>
        <p:spPr bwMode="auto">
          <a:xfrm>
            <a:off x="5176759" y="4206657"/>
            <a:ext cx="404813" cy="188913"/>
          </a:xfrm>
          <a:prstGeom prst="rightArrow">
            <a:avLst>
              <a:gd name="adj1" fmla="val 50000"/>
              <a:gd name="adj2" fmla="val 53571"/>
            </a:avLst>
          </a:prstGeom>
          <a:solidFill>
            <a:srgbClr val="FFFF00"/>
          </a:solidFill>
          <a:ln w="3175">
            <a:solidFill>
              <a:schemeClr val="tx1"/>
            </a:solidFill>
            <a:miter lim="800000"/>
            <a:headEnd/>
            <a:tailEnd/>
          </a:ln>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595" name="AutoShape 595"/>
          <p:cNvSpPr>
            <a:spLocks noChangeArrowheads="1"/>
          </p:cNvSpPr>
          <p:nvPr/>
        </p:nvSpPr>
        <p:spPr bwMode="auto">
          <a:xfrm>
            <a:off x="6167359" y="4206657"/>
            <a:ext cx="404813" cy="188913"/>
          </a:xfrm>
          <a:prstGeom prst="rightArrow">
            <a:avLst>
              <a:gd name="adj1" fmla="val 50000"/>
              <a:gd name="adj2" fmla="val 53571"/>
            </a:avLst>
          </a:prstGeom>
          <a:solidFill>
            <a:srgbClr val="FFFF00"/>
          </a:solidFill>
          <a:ln w="3175">
            <a:solidFill>
              <a:schemeClr val="tx1"/>
            </a:solidFill>
            <a:miter lim="800000"/>
            <a:headEnd/>
            <a:tailEnd/>
          </a:ln>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596" name="Group 596"/>
          <p:cNvGrpSpPr>
            <a:grpSpLocks/>
          </p:cNvGrpSpPr>
          <p:nvPr/>
        </p:nvGrpSpPr>
        <p:grpSpPr bwMode="auto">
          <a:xfrm>
            <a:off x="9897984" y="5187732"/>
            <a:ext cx="471488" cy="852488"/>
            <a:chOff x="3483" y="2688"/>
            <a:chExt cx="480" cy="960"/>
          </a:xfrm>
        </p:grpSpPr>
        <p:sp>
          <p:nvSpPr>
            <p:cNvPr id="597" name="Arc 597"/>
            <p:cNvSpPr>
              <a:spLocks/>
            </p:cNvSpPr>
            <p:nvPr/>
          </p:nvSpPr>
          <p:spPr bwMode="auto">
            <a:xfrm>
              <a:off x="3505" y="2875"/>
              <a:ext cx="64" cy="201"/>
            </a:xfrm>
            <a:custGeom>
              <a:avLst/>
              <a:gdLst>
                <a:gd name="T0" fmla="*/ 0 w 21600"/>
                <a:gd name="T1" fmla="*/ 0 h 43200"/>
                <a:gd name="T2" fmla="*/ 0 w 21600"/>
                <a:gd name="T3" fmla="*/ 0 h 43200"/>
                <a:gd name="T4" fmla="*/ 0 w 21600"/>
                <a:gd name="T5" fmla="*/ 0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21600" y="43200"/>
                  </a:moveTo>
                  <a:cubicBezTo>
                    <a:pt x="9670" y="43200"/>
                    <a:pt x="0" y="33529"/>
                    <a:pt x="0" y="21600"/>
                  </a:cubicBezTo>
                  <a:cubicBezTo>
                    <a:pt x="-1" y="9670"/>
                    <a:pt x="9670" y="0"/>
                    <a:pt x="21599" y="0"/>
                  </a:cubicBezTo>
                </a:path>
                <a:path w="21600" h="43200" stroke="0" extrusionOk="0">
                  <a:moveTo>
                    <a:pt x="21600" y="43200"/>
                  </a:moveTo>
                  <a:cubicBezTo>
                    <a:pt x="9670" y="43200"/>
                    <a:pt x="0" y="33529"/>
                    <a:pt x="0" y="21600"/>
                  </a:cubicBezTo>
                  <a:cubicBezTo>
                    <a:pt x="-1" y="9670"/>
                    <a:pt x="9670" y="0"/>
                    <a:pt x="21599" y="0"/>
                  </a:cubicBezTo>
                  <a:lnTo>
                    <a:pt x="21600" y="21600"/>
                  </a:lnTo>
                  <a:close/>
                </a:path>
              </a:pathLst>
            </a:custGeom>
            <a:solidFill>
              <a:srgbClr val="FF4040"/>
            </a:solidFill>
            <a:ln w="3175">
              <a:solidFill>
                <a:srgbClr val="000000"/>
              </a:solidFill>
              <a:round/>
              <a:headEnd/>
              <a:tailEnd/>
            </a:ln>
          </p:spPr>
          <p:txBody>
            <a:bodyPr/>
            <a:lstStyle/>
            <a:p>
              <a:endParaRPr lang="pt-BR"/>
            </a:p>
          </p:txBody>
        </p:sp>
        <p:sp>
          <p:nvSpPr>
            <p:cNvPr id="598" name="Freeform 598"/>
            <p:cNvSpPr>
              <a:spLocks/>
            </p:cNvSpPr>
            <p:nvPr/>
          </p:nvSpPr>
          <p:spPr bwMode="auto">
            <a:xfrm>
              <a:off x="3483" y="2865"/>
              <a:ext cx="90" cy="223"/>
            </a:xfrm>
            <a:custGeom>
              <a:avLst/>
              <a:gdLst>
                <a:gd name="T0" fmla="*/ 1 w 243"/>
                <a:gd name="T1" fmla="*/ 0 h 556"/>
                <a:gd name="T2" fmla="*/ 0 w 243"/>
                <a:gd name="T3" fmla="*/ 0 h 556"/>
                <a:gd name="T4" fmla="*/ 0 w 243"/>
                <a:gd name="T5" fmla="*/ 0 h 556"/>
                <a:gd name="T6" fmla="*/ 0 w 243"/>
                <a:gd name="T7" fmla="*/ 0 h 556"/>
                <a:gd name="T8" fmla="*/ 0 w 243"/>
                <a:gd name="T9" fmla="*/ 0 h 556"/>
                <a:gd name="T10" fmla="*/ 0 w 243"/>
                <a:gd name="T11" fmla="*/ 0 h 556"/>
                <a:gd name="T12" fmla="*/ 0 w 243"/>
                <a:gd name="T13" fmla="*/ 0 h 556"/>
                <a:gd name="T14" fmla="*/ 0 w 243"/>
                <a:gd name="T15" fmla="*/ 0 h 556"/>
                <a:gd name="T16" fmla="*/ 1 w 243"/>
                <a:gd name="T17" fmla="*/ 1 h 556"/>
                <a:gd name="T18" fmla="*/ 1 w 243"/>
                <a:gd name="T19" fmla="*/ 1 h 556"/>
                <a:gd name="T20" fmla="*/ 1 w 243"/>
                <a:gd name="T21" fmla="*/ 1 h 556"/>
                <a:gd name="T22" fmla="*/ 1 w 243"/>
                <a:gd name="T23" fmla="*/ 1 h 556"/>
                <a:gd name="T24" fmla="*/ 1 w 243"/>
                <a:gd name="T25" fmla="*/ 1 h 556"/>
                <a:gd name="T26" fmla="*/ 1 w 243"/>
                <a:gd name="T27" fmla="*/ 2 h 556"/>
                <a:gd name="T28" fmla="*/ 1 w 243"/>
                <a:gd name="T29" fmla="*/ 2 h 556"/>
                <a:gd name="T30" fmla="*/ 1 w 243"/>
                <a:gd name="T31" fmla="*/ 4 h 556"/>
                <a:gd name="T32" fmla="*/ 1 w 243"/>
                <a:gd name="T33" fmla="*/ 4 h 556"/>
                <a:gd name="T34" fmla="*/ 1 w 243"/>
                <a:gd name="T35" fmla="*/ 5 h 556"/>
                <a:gd name="T36" fmla="*/ 1 w 243"/>
                <a:gd name="T37" fmla="*/ 5 h 556"/>
                <a:gd name="T38" fmla="*/ 1 w 243"/>
                <a:gd name="T39" fmla="*/ 6 h 556"/>
                <a:gd name="T40" fmla="*/ 1 w 243"/>
                <a:gd name="T41" fmla="*/ 6 h 556"/>
                <a:gd name="T42" fmla="*/ 1 w 243"/>
                <a:gd name="T43" fmla="*/ 0 h 5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43"/>
                <a:gd name="T67" fmla="*/ 0 h 556"/>
                <a:gd name="T68" fmla="*/ 243 w 243"/>
                <a:gd name="T69" fmla="*/ 556 h 55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43" h="556">
                  <a:moveTo>
                    <a:pt x="240" y="0"/>
                  </a:moveTo>
                  <a:lnTo>
                    <a:pt x="0" y="0"/>
                  </a:lnTo>
                  <a:lnTo>
                    <a:pt x="28" y="7"/>
                  </a:lnTo>
                  <a:lnTo>
                    <a:pt x="42" y="14"/>
                  </a:lnTo>
                  <a:lnTo>
                    <a:pt x="54" y="22"/>
                  </a:lnTo>
                  <a:lnTo>
                    <a:pt x="69" y="31"/>
                  </a:lnTo>
                  <a:lnTo>
                    <a:pt x="81" y="42"/>
                  </a:lnTo>
                  <a:lnTo>
                    <a:pt x="90" y="53"/>
                  </a:lnTo>
                  <a:lnTo>
                    <a:pt x="101" y="65"/>
                  </a:lnTo>
                  <a:lnTo>
                    <a:pt x="107" y="76"/>
                  </a:lnTo>
                  <a:lnTo>
                    <a:pt x="114" y="90"/>
                  </a:lnTo>
                  <a:lnTo>
                    <a:pt x="121" y="105"/>
                  </a:lnTo>
                  <a:lnTo>
                    <a:pt x="129" y="121"/>
                  </a:lnTo>
                  <a:lnTo>
                    <a:pt x="133" y="136"/>
                  </a:lnTo>
                  <a:lnTo>
                    <a:pt x="139" y="150"/>
                  </a:lnTo>
                  <a:lnTo>
                    <a:pt x="179" y="333"/>
                  </a:lnTo>
                  <a:lnTo>
                    <a:pt x="194" y="409"/>
                  </a:lnTo>
                  <a:lnTo>
                    <a:pt x="203" y="459"/>
                  </a:lnTo>
                  <a:lnTo>
                    <a:pt x="215" y="510"/>
                  </a:lnTo>
                  <a:lnTo>
                    <a:pt x="233" y="556"/>
                  </a:lnTo>
                  <a:lnTo>
                    <a:pt x="243" y="556"/>
                  </a:lnTo>
                  <a:lnTo>
                    <a:pt x="240" y="0"/>
                  </a:lnTo>
                  <a:close/>
                </a:path>
              </a:pathLst>
            </a:custGeom>
            <a:solidFill>
              <a:srgbClr val="FF8000"/>
            </a:solidFill>
            <a:ln w="3175">
              <a:solidFill>
                <a:srgbClr val="000000"/>
              </a:solidFill>
              <a:round/>
              <a:headEnd/>
              <a:tailEnd/>
            </a:ln>
          </p:spPr>
          <p:txBody>
            <a:bodyPr/>
            <a:lstStyle/>
            <a:p>
              <a:endParaRPr lang="pt-BR"/>
            </a:p>
          </p:txBody>
        </p:sp>
        <p:sp>
          <p:nvSpPr>
            <p:cNvPr id="599" name="Arc 599"/>
            <p:cNvSpPr>
              <a:spLocks/>
            </p:cNvSpPr>
            <p:nvPr/>
          </p:nvSpPr>
          <p:spPr bwMode="auto">
            <a:xfrm>
              <a:off x="3879" y="2877"/>
              <a:ext cx="66" cy="201"/>
            </a:xfrm>
            <a:custGeom>
              <a:avLst/>
              <a:gdLst>
                <a:gd name="T0" fmla="*/ 0 w 21600"/>
                <a:gd name="T1" fmla="*/ 0 h 43200"/>
                <a:gd name="T2" fmla="*/ 0 w 21600"/>
                <a:gd name="T3" fmla="*/ 0 h 43200"/>
                <a:gd name="T4" fmla="*/ 0 w 21600"/>
                <a:gd name="T5" fmla="*/ 0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solidFill>
              <a:srgbClr val="FF4040"/>
            </a:solidFill>
            <a:ln w="3175">
              <a:solidFill>
                <a:srgbClr val="000000"/>
              </a:solidFill>
              <a:round/>
              <a:headEnd/>
              <a:tailEnd/>
            </a:ln>
          </p:spPr>
          <p:txBody>
            <a:bodyPr/>
            <a:lstStyle/>
            <a:p>
              <a:endParaRPr lang="pt-BR"/>
            </a:p>
          </p:txBody>
        </p:sp>
        <p:sp>
          <p:nvSpPr>
            <p:cNvPr id="600" name="Freeform 600"/>
            <p:cNvSpPr>
              <a:spLocks/>
            </p:cNvSpPr>
            <p:nvPr/>
          </p:nvSpPr>
          <p:spPr bwMode="auto">
            <a:xfrm>
              <a:off x="3875" y="2867"/>
              <a:ext cx="88" cy="223"/>
            </a:xfrm>
            <a:custGeom>
              <a:avLst/>
              <a:gdLst>
                <a:gd name="T0" fmla="*/ 0 w 243"/>
                <a:gd name="T1" fmla="*/ 0 h 556"/>
                <a:gd name="T2" fmla="*/ 1 w 243"/>
                <a:gd name="T3" fmla="*/ 0 h 556"/>
                <a:gd name="T4" fmla="*/ 1 w 243"/>
                <a:gd name="T5" fmla="*/ 0 h 556"/>
                <a:gd name="T6" fmla="*/ 1 w 243"/>
                <a:gd name="T7" fmla="*/ 0 h 556"/>
                <a:gd name="T8" fmla="*/ 1 w 243"/>
                <a:gd name="T9" fmla="*/ 0 h 556"/>
                <a:gd name="T10" fmla="*/ 1 w 243"/>
                <a:gd name="T11" fmla="*/ 0 h 556"/>
                <a:gd name="T12" fmla="*/ 1 w 243"/>
                <a:gd name="T13" fmla="*/ 0 h 556"/>
                <a:gd name="T14" fmla="*/ 1 w 243"/>
                <a:gd name="T15" fmla="*/ 0 h 556"/>
                <a:gd name="T16" fmla="*/ 1 w 243"/>
                <a:gd name="T17" fmla="*/ 1 h 556"/>
                <a:gd name="T18" fmla="*/ 1 w 243"/>
                <a:gd name="T19" fmla="*/ 1 h 556"/>
                <a:gd name="T20" fmla="*/ 1 w 243"/>
                <a:gd name="T21" fmla="*/ 1 h 556"/>
                <a:gd name="T22" fmla="*/ 1 w 243"/>
                <a:gd name="T23" fmla="*/ 1 h 556"/>
                <a:gd name="T24" fmla="*/ 1 w 243"/>
                <a:gd name="T25" fmla="*/ 1 h 556"/>
                <a:gd name="T26" fmla="*/ 1 w 243"/>
                <a:gd name="T27" fmla="*/ 2 h 556"/>
                <a:gd name="T28" fmla="*/ 1 w 243"/>
                <a:gd name="T29" fmla="*/ 2 h 556"/>
                <a:gd name="T30" fmla="*/ 0 w 243"/>
                <a:gd name="T31" fmla="*/ 4 h 556"/>
                <a:gd name="T32" fmla="*/ 0 w 243"/>
                <a:gd name="T33" fmla="*/ 4 h 556"/>
                <a:gd name="T34" fmla="*/ 0 w 243"/>
                <a:gd name="T35" fmla="*/ 5 h 556"/>
                <a:gd name="T36" fmla="*/ 0 w 243"/>
                <a:gd name="T37" fmla="*/ 5 h 556"/>
                <a:gd name="T38" fmla="*/ 0 w 243"/>
                <a:gd name="T39" fmla="*/ 6 h 556"/>
                <a:gd name="T40" fmla="*/ 0 w 243"/>
                <a:gd name="T41" fmla="*/ 6 h 556"/>
                <a:gd name="T42" fmla="*/ 0 w 243"/>
                <a:gd name="T43" fmla="*/ 0 h 5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43"/>
                <a:gd name="T67" fmla="*/ 0 h 556"/>
                <a:gd name="T68" fmla="*/ 243 w 243"/>
                <a:gd name="T69" fmla="*/ 556 h 55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43" h="556">
                  <a:moveTo>
                    <a:pt x="3" y="0"/>
                  </a:moveTo>
                  <a:lnTo>
                    <a:pt x="243" y="0"/>
                  </a:lnTo>
                  <a:lnTo>
                    <a:pt x="216" y="7"/>
                  </a:lnTo>
                  <a:lnTo>
                    <a:pt x="201" y="14"/>
                  </a:lnTo>
                  <a:lnTo>
                    <a:pt x="189" y="21"/>
                  </a:lnTo>
                  <a:lnTo>
                    <a:pt x="175" y="31"/>
                  </a:lnTo>
                  <a:lnTo>
                    <a:pt x="163" y="42"/>
                  </a:lnTo>
                  <a:lnTo>
                    <a:pt x="153" y="53"/>
                  </a:lnTo>
                  <a:lnTo>
                    <a:pt x="142" y="65"/>
                  </a:lnTo>
                  <a:lnTo>
                    <a:pt x="136" y="75"/>
                  </a:lnTo>
                  <a:lnTo>
                    <a:pt x="129" y="90"/>
                  </a:lnTo>
                  <a:lnTo>
                    <a:pt x="122" y="104"/>
                  </a:lnTo>
                  <a:lnTo>
                    <a:pt x="115" y="121"/>
                  </a:lnTo>
                  <a:lnTo>
                    <a:pt x="110" y="135"/>
                  </a:lnTo>
                  <a:lnTo>
                    <a:pt x="104" y="150"/>
                  </a:lnTo>
                  <a:lnTo>
                    <a:pt x="64" y="333"/>
                  </a:lnTo>
                  <a:lnTo>
                    <a:pt x="50" y="408"/>
                  </a:lnTo>
                  <a:lnTo>
                    <a:pt x="40" y="459"/>
                  </a:lnTo>
                  <a:lnTo>
                    <a:pt x="28" y="509"/>
                  </a:lnTo>
                  <a:lnTo>
                    <a:pt x="10" y="556"/>
                  </a:lnTo>
                  <a:lnTo>
                    <a:pt x="0" y="556"/>
                  </a:lnTo>
                  <a:lnTo>
                    <a:pt x="3" y="0"/>
                  </a:lnTo>
                  <a:close/>
                </a:path>
              </a:pathLst>
            </a:custGeom>
            <a:solidFill>
              <a:srgbClr val="FF8000"/>
            </a:solidFill>
            <a:ln w="3175">
              <a:solidFill>
                <a:srgbClr val="000000"/>
              </a:solidFill>
              <a:round/>
              <a:headEnd/>
              <a:tailEnd/>
            </a:ln>
          </p:spPr>
          <p:txBody>
            <a:bodyPr/>
            <a:lstStyle/>
            <a:p>
              <a:endParaRPr lang="pt-BR"/>
            </a:p>
          </p:txBody>
        </p:sp>
        <p:sp>
          <p:nvSpPr>
            <p:cNvPr id="601" name="Arc 601"/>
            <p:cNvSpPr>
              <a:spLocks/>
            </p:cNvSpPr>
            <p:nvPr/>
          </p:nvSpPr>
          <p:spPr bwMode="auto">
            <a:xfrm>
              <a:off x="3505" y="3399"/>
              <a:ext cx="64" cy="201"/>
            </a:xfrm>
            <a:custGeom>
              <a:avLst/>
              <a:gdLst>
                <a:gd name="T0" fmla="*/ 0 w 21600"/>
                <a:gd name="T1" fmla="*/ 0 h 43200"/>
                <a:gd name="T2" fmla="*/ 0 w 21600"/>
                <a:gd name="T3" fmla="*/ 0 h 43200"/>
                <a:gd name="T4" fmla="*/ 0 w 21600"/>
                <a:gd name="T5" fmla="*/ 0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21600" y="43200"/>
                  </a:moveTo>
                  <a:cubicBezTo>
                    <a:pt x="9670" y="43200"/>
                    <a:pt x="0" y="33529"/>
                    <a:pt x="0" y="21600"/>
                  </a:cubicBezTo>
                  <a:cubicBezTo>
                    <a:pt x="-1" y="9670"/>
                    <a:pt x="9670" y="0"/>
                    <a:pt x="21599" y="0"/>
                  </a:cubicBezTo>
                </a:path>
                <a:path w="21600" h="43200" stroke="0" extrusionOk="0">
                  <a:moveTo>
                    <a:pt x="21600" y="43200"/>
                  </a:moveTo>
                  <a:cubicBezTo>
                    <a:pt x="9670" y="43200"/>
                    <a:pt x="0" y="33529"/>
                    <a:pt x="0" y="21600"/>
                  </a:cubicBezTo>
                  <a:cubicBezTo>
                    <a:pt x="-1" y="9670"/>
                    <a:pt x="9670" y="0"/>
                    <a:pt x="21599" y="0"/>
                  </a:cubicBezTo>
                  <a:lnTo>
                    <a:pt x="21600" y="21600"/>
                  </a:lnTo>
                  <a:close/>
                </a:path>
              </a:pathLst>
            </a:custGeom>
            <a:solidFill>
              <a:srgbClr val="66FF66"/>
            </a:solidFill>
            <a:ln w="3175">
              <a:solidFill>
                <a:srgbClr val="000000"/>
              </a:solidFill>
              <a:round/>
              <a:headEnd/>
              <a:tailEnd/>
            </a:ln>
          </p:spPr>
          <p:txBody>
            <a:bodyPr/>
            <a:lstStyle/>
            <a:p>
              <a:endParaRPr lang="pt-BR"/>
            </a:p>
          </p:txBody>
        </p:sp>
        <p:sp>
          <p:nvSpPr>
            <p:cNvPr id="602" name="Freeform 602"/>
            <p:cNvSpPr>
              <a:spLocks/>
            </p:cNvSpPr>
            <p:nvPr/>
          </p:nvSpPr>
          <p:spPr bwMode="auto">
            <a:xfrm>
              <a:off x="3483" y="3389"/>
              <a:ext cx="90" cy="223"/>
            </a:xfrm>
            <a:custGeom>
              <a:avLst/>
              <a:gdLst>
                <a:gd name="T0" fmla="*/ 1 w 243"/>
                <a:gd name="T1" fmla="*/ 0 h 555"/>
                <a:gd name="T2" fmla="*/ 0 w 243"/>
                <a:gd name="T3" fmla="*/ 0 h 555"/>
                <a:gd name="T4" fmla="*/ 0 w 243"/>
                <a:gd name="T5" fmla="*/ 0 h 555"/>
                <a:gd name="T6" fmla="*/ 0 w 243"/>
                <a:gd name="T7" fmla="*/ 0 h 555"/>
                <a:gd name="T8" fmla="*/ 0 w 243"/>
                <a:gd name="T9" fmla="*/ 0 h 555"/>
                <a:gd name="T10" fmla="*/ 0 w 243"/>
                <a:gd name="T11" fmla="*/ 0 h 555"/>
                <a:gd name="T12" fmla="*/ 0 w 243"/>
                <a:gd name="T13" fmla="*/ 0 h 555"/>
                <a:gd name="T14" fmla="*/ 0 w 243"/>
                <a:gd name="T15" fmla="*/ 0 h 555"/>
                <a:gd name="T16" fmla="*/ 1 w 243"/>
                <a:gd name="T17" fmla="*/ 1 h 555"/>
                <a:gd name="T18" fmla="*/ 1 w 243"/>
                <a:gd name="T19" fmla="*/ 1 h 555"/>
                <a:gd name="T20" fmla="*/ 1 w 243"/>
                <a:gd name="T21" fmla="*/ 1 h 555"/>
                <a:gd name="T22" fmla="*/ 1 w 243"/>
                <a:gd name="T23" fmla="*/ 1 h 555"/>
                <a:gd name="T24" fmla="*/ 1 w 243"/>
                <a:gd name="T25" fmla="*/ 1 h 555"/>
                <a:gd name="T26" fmla="*/ 1 w 243"/>
                <a:gd name="T27" fmla="*/ 2 h 555"/>
                <a:gd name="T28" fmla="*/ 1 w 243"/>
                <a:gd name="T29" fmla="*/ 2 h 555"/>
                <a:gd name="T30" fmla="*/ 1 w 243"/>
                <a:gd name="T31" fmla="*/ 4 h 555"/>
                <a:gd name="T32" fmla="*/ 1 w 243"/>
                <a:gd name="T33" fmla="*/ 4 h 555"/>
                <a:gd name="T34" fmla="*/ 1 w 243"/>
                <a:gd name="T35" fmla="*/ 5 h 555"/>
                <a:gd name="T36" fmla="*/ 1 w 243"/>
                <a:gd name="T37" fmla="*/ 5 h 555"/>
                <a:gd name="T38" fmla="*/ 1 w 243"/>
                <a:gd name="T39" fmla="*/ 6 h 555"/>
                <a:gd name="T40" fmla="*/ 1 w 243"/>
                <a:gd name="T41" fmla="*/ 6 h 555"/>
                <a:gd name="T42" fmla="*/ 1 w 243"/>
                <a:gd name="T43" fmla="*/ 0 h 55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43"/>
                <a:gd name="T67" fmla="*/ 0 h 555"/>
                <a:gd name="T68" fmla="*/ 243 w 243"/>
                <a:gd name="T69" fmla="*/ 555 h 55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43" h="555">
                  <a:moveTo>
                    <a:pt x="240" y="0"/>
                  </a:moveTo>
                  <a:lnTo>
                    <a:pt x="0" y="0"/>
                  </a:lnTo>
                  <a:lnTo>
                    <a:pt x="28" y="7"/>
                  </a:lnTo>
                  <a:lnTo>
                    <a:pt x="42" y="15"/>
                  </a:lnTo>
                  <a:lnTo>
                    <a:pt x="54" y="22"/>
                  </a:lnTo>
                  <a:lnTo>
                    <a:pt x="69" y="31"/>
                  </a:lnTo>
                  <a:lnTo>
                    <a:pt x="81" y="42"/>
                  </a:lnTo>
                  <a:lnTo>
                    <a:pt x="90" y="53"/>
                  </a:lnTo>
                  <a:lnTo>
                    <a:pt x="101" y="64"/>
                  </a:lnTo>
                  <a:lnTo>
                    <a:pt x="107" y="75"/>
                  </a:lnTo>
                  <a:lnTo>
                    <a:pt x="114" y="89"/>
                  </a:lnTo>
                  <a:lnTo>
                    <a:pt x="121" y="104"/>
                  </a:lnTo>
                  <a:lnTo>
                    <a:pt x="129" y="120"/>
                  </a:lnTo>
                  <a:lnTo>
                    <a:pt x="133" y="135"/>
                  </a:lnTo>
                  <a:lnTo>
                    <a:pt x="139" y="149"/>
                  </a:lnTo>
                  <a:lnTo>
                    <a:pt x="179" y="333"/>
                  </a:lnTo>
                  <a:lnTo>
                    <a:pt x="194" y="409"/>
                  </a:lnTo>
                  <a:lnTo>
                    <a:pt x="203" y="458"/>
                  </a:lnTo>
                  <a:lnTo>
                    <a:pt x="215" y="509"/>
                  </a:lnTo>
                  <a:lnTo>
                    <a:pt x="233" y="555"/>
                  </a:lnTo>
                  <a:lnTo>
                    <a:pt x="243" y="555"/>
                  </a:lnTo>
                  <a:lnTo>
                    <a:pt x="240" y="0"/>
                  </a:lnTo>
                  <a:close/>
                </a:path>
              </a:pathLst>
            </a:custGeom>
            <a:solidFill>
              <a:srgbClr val="FF8000"/>
            </a:solidFill>
            <a:ln w="3175">
              <a:solidFill>
                <a:srgbClr val="000000"/>
              </a:solidFill>
              <a:round/>
              <a:headEnd/>
              <a:tailEnd/>
            </a:ln>
          </p:spPr>
          <p:txBody>
            <a:bodyPr/>
            <a:lstStyle/>
            <a:p>
              <a:endParaRPr lang="pt-BR"/>
            </a:p>
          </p:txBody>
        </p:sp>
        <p:sp>
          <p:nvSpPr>
            <p:cNvPr id="603" name="Arc 603"/>
            <p:cNvSpPr>
              <a:spLocks/>
            </p:cNvSpPr>
            <p:nvPr/>
          </p:nvSpPr>
          <p:spPr bwMode="auto">
            <a:xfrm>
              <a:off x="3879" y="3401"/>
              <a:ext cx="66" cy="199"/>
            </a:xfrm>
            <a:custGeom>
              <a:avLst/>
              <a:gdLst>
                <a:gd name="T0" fmla="*/ 0 w 21600"/>
                <a:gd name="T1" fmla="*/ 0 h 43200"/>
                <a:gd name="T2" fmla="*/ 0 w 21600"/>
                <a:gd name="T3" fmla="*/ 0 h 43200"/>
                <a:gd name="T4" fmla="*/ 0 w 21600"/>
                <a:gd name="T5" fmla="*/ 0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solidFill>
              <a:srgbClr val="66FF66"/>
            </a:solidFill>
            <a:ln w="3175">
              <a:solidFill>
                <a:srgbClr val="000000"/>
              </a:solidFill>
              <a:round/>
              <a:headEnd/>
              <a:tailEnd/>
            </a:ln>
          </p:spPr>
          <p:txBody>
            <a:bodyPr/>
            <a:lstStyle/>
            <a:p>
              <a:endParaRPr lang="pt-BR"/>
            </a:p>
          </p:txBody>
        </p:sp>
        <p:sp>
          <p:nvSpPr>
            <p:cNvPr id="604" name="Freeform 604"/>
            <p:cNvSpPr>
              <a:spLocks/>
            </p:cNvSpPr>
            <p:nvPr/>
          </p:nvSpPr>
          <p:spPr bwMode="auto">
            <a:xfrm>
              <a:off x="3875" y="3391"/>
              <a:ext cx="88" cy="223"/>
            </a:xfrm>
            <a:custGeom>
              <a:avLst/>
              <a:gdLst>
                <a:gd name="T0" fmla="*/ 0 w 243"/>
                <a:gd name="T1" fmla="*/ 0 h 555"/>
                <a:gd name="T2" fmla="*/ 1 w 243"/>
                <a:gd name="T3" fmla="*/ 0 h 555"/>
                <a:gd name="T4" fmla="*/ 1 w 243"/>
                <a:gd name="T5" fmla="*/ 0 h 555"/>
                <a:gd name="T6" fmla="*/ 1 w 243"/>
                <a:gd name="T7" fmla="*/ 0 h 555"/>
                <a:gd name="T8" fmla="*/ 1 w 243"/>
                <a:gd name="T9" fmla="*/ 0 h 555"/>
                <a:gd name="T10" fmla="*/ 1 w 243"/>
                <a:gd name="T11" fmla="*/ 0 h 555"/>
                <a:gd name="T12" fmla="*/ 1 w 243"/>
                <a:gd name="T13" fmla="*/ 0 h 555"/>
                <a:gd name="T14" fmla="*/ 1 w 243"/>
                <a:gd name="T15" fmla="*/ 0 h 555"/>
                <a:gd name="T16" fmla="*/ 1 w 243"/>
                <a:gd name="T17" fmla="*/ 1 h 555"/>
                <a:gd name="T18" fmla="*/ 1 w 243"/>
                <a:gd name="T19" fmla="*/ 1 h 555"/>
                <a:gd name="T20" fmla="*/ 1 w 243"/>
                <a:gd name="T21" fmla="*/ 1 h 555"/>
                <a:gd name="T22" fmla="*/ 1 w 243"/>
                <a:gd name="T23" fmla="*/ 1 h 555"/>
                <a:gd name="T24" fmla="*/ 1 w 243"/>
                <a:gd name="T25" fmla="*/ 1 h 555"/>
                <a:gd name="T26" fmla="*/ 1 w 243"/>
                <a:gd name="T27" fmla="*/ 2 h 555"/>
                <a:gd name="T28" fmla="*/ 1 w 243"/>
                <a:gd name="T29" fmla="*/ 2 h 555"/>
                <a:gd name="T30" fmla="*/ 0 w 243"/>
                <a:gd name="T31" fmla="*/ 4 h 555"/>
                <a:gd name="T32" fmla="*/ 0 w 243"/>
                <a:gd name="T33" fmla="*/ 4 h 555"/>
                <a:gd name="T34" fmla="*/ 0 w 243"/>
                <a:gd name="T35" fmla="*/ 5 h 555"/>
                <a:gd name="T36" fmla="*/ 0 w 243"/>
                <a:gd name="T37" fmla="*/ 5 h 555"/>
                <a:gd name="T38" fmla="*/ 0 w 243"/>
                <a:gd name="T39" fmla="*/ 6 h 555"/>
                <a:gd name="T40" fmla="*/ 0 w 243"/>
                <a:gd name="T41" fmla="*/ 6 h 555"/>
                <a:gd name="T42" fmla="*/ 0 w 243"/>
                <a:gd name="T43" fmla="*/ 0 h 55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43"/>
                <a:gd name="T67" fmla="*/ 0 h 555"/>
                <a:gd name="T68" fmla="*/ 243 w 243"/>
                <a:gd name="T69" fmla="*/ 555 h 55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43" h="555">
                  <a:moveTo>
                    <a:pt x="3" y="0"/>
                  </a:moveTo>
                  <a:lnTo>
                    <a:pt x="243" y="0"/>
                  </a:lnTo>
                  <a:lnTo>
                    <a:pt x="216" y="7"/>
                  </a:lnTo>
                  <a:lnTo>
                    <a:pt x="201" y="14"/>
                  </a:lnTo>
                  <a:lnTo>
                    <a:pt x="189" y="21"/>
                  </a:lnTo>
                  <a:lnTo>
                    <a:pt x="175" y="31"/>
                  </a:lnTo>
                  <a:lnTo>
                    <a:pt x="163" y="42"/>
                  </a:lnTo>
                  <a:lnTo>
                    <a:pt x="153" y="53"/>
                  </a:lnTo>
                  <a:lnTo>
                    <a:pt x="142" y="64"/>
                  </a:lnTo>
                  <a:lnTo>
                    <a:pt x="136" y="74"/>
                  </a:lnTo>
                  <a:lnTo>
                    <a:pt x="129" y="89"/>
                  </a:lnTo>
                  <a:lnTo>
                    <a:pt x="122" y="103"/>
                  </a:lnTo>
                  <a:lnTo>
                    <a:pt x="115" y="120"/>
                  </a:lnTo>
                  <a:lnTo>
                    <a:pt x="110" y="134"/>
                  </a:lnTo>
                  <a:lnTo>
                    <a:pt x="104" y="149"/>
                  </a:lnTo>
                  <a:lnTo>
                    <a:pt x="64" y="333"/>
                  </a:lnTo>
                  <a:lnTo>
                    <a:pt x="50" y="408"/>
                  </a:lnTo>
                  <a:lnTo>
                    <a:pt x="40" y="458"/>
                  </a:lnTo>
                  <a:lnTo>
                    <a:pt x="28" y="508"/>
                  </a:lnTo>
                  <a:lnTo>
                    <a:pt x="10" y="555"/>
                  </a:lnTo>
                  <a:lnTo>
                    <a:pt x="0" y="555"/>
                  </a:lnTo>
                  <a:lnTo>
                    <a:pt x="3" y="0"/>
                  </a:lnTo>
                  <a:close/>
                </a:path>
              </a:pathLst>
            </a:custGeom>
            <a:solidFill>
              <a:srgbClr val="FF8000"/>
            </a:solidFill>
            <a:ln w="3175">
              <a:solidFill>
                <a:srgbClr val="000000"/>
              </a:solidFill>
              <a:round/>
              <a:headEnd/>
              <a:tailEnd/>
            </a:ln>
          </p:spPr>
          <p:txBody>
            <a:bodyPr/>
            <a:lstStyle/>
            <a:p>
              <a:endParaRPr lang="pt-BR"/>
            </a:p>
          </p:txBody>
        </p:sp>
        <p:sp>
          <p:nvSpPr>
            <p:cNvPr id="605" name="Arc 605"/>
            <p:cNvSpPr>
              <a:spLocks/>
            </p:cNvSpPr>
            <p:nvPr/>
          </p:nvSpPr>
          <p:spPr bwMode="auto">
            <a:xfrm>
              <a:off x="3505" y="3136"/>
              <a:ext cx="64" cy="201"/>
            </a:xfrm>
            <a:custGeom>
              <a:avLst/>
              <a:gdLst>
                <a:gd name="T0" fmla="*/ 0 w 21600"/>
                <a:gd name="T1" fmla="*/ 0 h 43200"/>
                <a:gd name="T2" fmla="*/ 0 w 21600"/>
                <a:gd name="T3" fmla="*/ 0 h 43200"/>
                <a:gd name="T4" fmla="*/ 0 w 21600"/>
                <a:gd name="T5" fmla="*/ 0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21600" y="43200"/>
                  </a:moveTo>
                  <a:cubicBezTo>
                    <a:pt x="9670" y="43200"/>
                    <a:pt x="0" y="33529"/>
                    <a:pt x="0" y="21600"/>
                  </a:cubicBezTo>
                  <a:cubicBezTo>
                    <a:pt x="-1" y="9670"/>
                    <a:pt x="9670" y="0"/>
                    <a:pt x="21599" y="0"/>
                  </a:cubicBezTo>
                </a:path>
                <a:path w="21600" h="43200" stroke="0" extrusionOk="0">
                  <a:moveTo>
                    <a:pt x="21600" y="43200"/>
                  </a:moveTo>
                  <a:cubicBezTo>
                    <a:pt x="9670" y="43200"/>
                    <a:pt x="0" y="33529"/>
                    <a:pt x="0" y="21600"/>
                  </a:cubicBezTo>
                  <a:cubicBezTo>
                    <a:pt x="-1" y="9670"/>
                    <a:pt x="9670" y="0"/>
                    <a:pt x="21599" y="0"/>
                  </a:cubicBezTo>
                  <a:lnTo>
                    <a:pt x="21600" y="21600"/>
                  </a:lnTo>
                  <a:close/>
                </a:path>
              </a:pathLst>
            </a:custGeom>
            <a:solidFill>
              <a:srgbClr val="FFFF00"/>
            </a:solidFill>
            <a:ln w="3175">
              <a:solidFill>
                <a:srgbClr val="000000"/>
              </a:solidFill>
              <a:round/>
              <a:headEnd/>
              <a:tailEnd/>
            </a:ln>
          </p:spPr>
          <p:txBody>
            <a:bodyPr/>
            <a:lstStyle/>
            <a:p>
              <a:endParaRPr lang="pt-BR"/>
            </a:p>
          </p:txBody>
        </p:sp>
        <p:sp>
          <p:nvSpPr>
            <p:cNvPr id="606" name="Freeform 606"/>
            <p:cNvSpPr>
              <a:spLocks/>
            </p:cNvSpPr>
            <p:nvPr/>
          </p:nvSpPr>
          <p:spPr bwMode="auto">
            <a:xfrm>
              <a:off x="3483" y="3126"/>
              <a:ext cx="90" cy="225"/>
            </a:xfrm>
            <a:custGeom>
              <a:avLst/>
              <a:gdLst>
                <a:gd name="T0" fmla="*/ 1 w 243"/>
                <a:gd name="T1" fmla="*/ 0 h 557"/>
                <a:gd name="T2" fmla="*/ 0 w 243"/>
                <a:gd name="T3" fmla="*/ 0 h 557"/>
                <a:gd name="T4" fmla="*/ 0 w 243"/>
                <a:gd name="T5" fmla="*/ 0 h 557"/>
                <a:gd name="T6" fmla="*/ 0 w 243"/>
                <a:gd name="T7" fmla="*/ 0 h 557"/>
                <a:gd name="T8" fmla="*/ 0 w 243"/>
                <a:gd name="T9" fmla="*/ 0 h 557"/>
                <a:gd name="T10" fmla="*/ 0 w 243"/>
                <a:gd name="T11" fmla="*/ 0 h 557"/>
                <a:gd name="T12" fmla="*/ 0 w 243"/>
                <a:gd name="T13" fmla="*/ 0 h 557"/>
                <a:gd name="T14" fmla="*/ 0 w 243"/>
                <a:gd name="T15" fmla="*/ 0 h 557"/>
                <a:gd name="T16" fmla="*/ 1 w 243"/>
                <a:gd name="T17" fmla="*/ 1 h 557"/>
                <a:gd name="T18" fmla="*/ 1 w 243"/>
                <a:gd name="T19" fmla="*/ 1 h 557"/>
                <a:gd name="T20" fmla="*/ 1 w 243"/>
                <a:gd name="T21" fmla="*/ 1 h 557"/>
                <a:gd name="T22" fmla="*/ 1 w 243"/>
                <a:gd name="T23" fmla="*/ 1 h 557"/>
                <a:gd name="T24" fmla="*/ 1 w 243"/>
                <a:gd name="T25" fmla="*/ 1 h 557"/>
                <a:gd name="T26" fmla="*/ 1 w 243"/>
                <a:gd name="T27" fmla="*/ 2 h 557"/>
                <a:gd name="T28" fmla="*/ 1 w 243"/>
                <a:gd name="T29" fmla="*/ 2 h 557"/>
                <a:gd name="T30" fmla="*/ 1 w 243"/>
                <a:gd name="T31" fmla="*/ 4 h 557"/>
                <a:gd name="T32" fmla="*/ 1 w 243"/>
                <a:gd name="T33" fmla="*/ 4 h 557"/>
                <a:gd name="T34" fmla="*/ 1 w 243"/>
                <a:gd name="T35" fmla="*/ 5 h 557"/>
                <a:gd name="T36" fmla="*/ 1 w 243"/>
                <a:gd name="T37" fmla="*/ 6 h 557"/>
                <a:gd name="T38" fmla="*/ 1 w 243"/>
                <a:gd name="T39" fmla="*/ 6 h 557"/>
                <a:gd name="T40" fmla="*/ 1 w 243"/>
                <a:gd name="T41" fmla="*/ 6 h 557"/>
                <a:gd name="T42" fmla="*/ 1 w 243"/>
                <a:gd name="T43" fmla="*/ 0 h 55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43"/>
                <a:gd name="T67" fmla="*/ 0 h 557"/>
                <a:gd name="T68" fmla="*/ 243 w 243"/>
                <a:gd name="T69" fmla="*/ 557 h 55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43" h="557">
                  <a:moveTo>
                    <a:pt x="240" y="0"/>
                  </a:moveTo>
                  <a:lnTo>
                    <a:pt x="0" y="0"/>
                  </a:lnTo>
                  <a:lnTo>
                    <a:pt x="28" y="7"/>
                  </a:lnTo>
                  <a:lnTo>
                    <a:pt x="42" y="15"/>
                  </a:lnTo>
                  <a:lnTo>
                    <a:pt x="54" y="22"/>
                  </a:lnTo>
                  <a:lnTo>
                    <a:pt x="69" y="31"/>
                  </a:lnTo>
                  <a:lnTo>
                    <a:pt x="81" y="42"/>
                  </a:lnTo>
                  <a:lnTo>
                    <a:pt x="90" y="53"/>
                  </a:lnTo>
                  <a:lnTo>
                    <a:pt x="101" y="65"/>
                  </a:lnTo>
                  <a:lnTo>
                    <a:pt x="107" y="76"/>
                  </a:lnTo>
                  <a:lnTo>
                    <a:pt x="114" y="90"/>
                  </a:lnTo>
                  <a:lnTo>
                    <a:pt x="121" y="105"/>
                  </a:lnTo>
                  <a:lnTo>
                    <a:pt x="129" y="122"/>
                  </a:lnTo>
                  <a:lnTo>
                    <a:pt x="133" y="136"/>
                  </a:lnTo>
                  <a:lnTo>
                    <a:pt x="139" y="150"/>
                  </a:lnTo>
                  <a:lnTo>
                    <a:pt x="179" y="333"/>
                  </a:lnTo>
                  <a:lnTo>
                    <a:pt x="194" y="409"/>
                  </a:lnTo>
                  <a:lnTo>
                    <a:pt x="203" y="459"/>
                  </a:lnTo>
                  <a:lnTo>
                    <a:pt x="215" y="510"/>
                  </a:lnTo>
                  <a:lnTo>
                    <a:pt x="233" y="557"/>
                  </a:lnTo>
                  <a:lnTo>
                    <a:pt x="243" y="557"/>
                  </a:lnTo>
                  <a:lnTo>
                    <a:pt x="240" y="0"/>
                  </a:lnTo>
                  <a:close/>
                </a:path>
              </a:pathLst>
            </a:custGeom>
            <a:solidFill>
              <a:srgbClr val="FF8000"/>
            </a:solidFill>
            <a:ln w="3175">
              <a:solidFill>
                <a:srgbClr val="000000"/>
              </a:solidFill>
              <a:round/>
              <a:headEnd/>
              <a:tailEnd/>
            </a:ln>
          </p:spPr>
          <p:txBody>
            <a:bodyPr/>
            <a:lstStyle/>
            <a:p>
              <a:endParaRPr lang="pt-BR"/>
            </a:p>
          </p:txBody>
        </p:sp>
        <p:sp>
          <p:nvSpPr>
            <p:cNvPr id="607" name="Arc 607"/>
            <p:cNvSpPr>
              <a:spLocks/>
            </p:cNvSpPr>
            <p:nvPr/>
          </p:nvSpPr>
          <p:spPr bwMode="auto">
            <a:xfrm>
              <a:off x="3879" y="3138"/>
              <a:ext cx="66" cy="201"/>
            </a:xfrm>
            <a:custGeom>
              <a:avLst/>
              <a:gdLst>
                <a:gd name="T0" fmla="*/ 0 w 21600"/>
                <a:gd name="T1" fmla="*/ 0 h 43200"/>
                <a:gd name="T2" fmla="*/ 0 w 21600"/>
                <a:gd name="T3" fmla="*/ 0 h 43200"/>
                <a:gd name="T4" fmla="*/ 0 w 21600"/>
                <a:gd name="T5" fmla="*/ 0 h 43200"/>
                <a:gd name="T6" fmla="*/ 0 60000 65536"/>
                <a:gd name="T7" fmla="*/ 0 60000 65536"/>
                <a:gd name="T8" fmla="*/ 0 60000 65536"/>
                <a:gd name="T9" fmla="*/ 0 w 21600"/>
                <a:gd name="T10" fmla="*/ 0 h 43200"/>
                <a:gd name="T11" fmla="*/ 21600 w 21600"/>
                <a:gd name="T12" fmla="*/ 43200 h 43200"/>
              </a:gdLst>
              <a:ahLst/>
              <a:cxnLst>
                <a:cxn ang="T6">
                  <a:pos x="T0" y="T1"/>
                </a:cxn>
                <a:cxn ang="T7">
                  <a:pos x="T2" y="T3"/>
                </a:cxn>
                <a:cxn ang="T8">
                  <a:pos x="T4" y="T5"/>
                </a:cxn>
              </a:cxnLst>
              <a:rect l="T9" t="T10" r="T11" b="T12"/>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solidFill>
              <a:srgbClr val="FFFF00"/>
            </a:solidFill>
            <a:ln w="3175">
              <a:solidFill>
                <a:srgbClr val="000000"/>
              </a:solidFill>
              <a:round/>
              <a:headEnd/>
              <a:tailEnd/>
            </a:ln>
          </p:spPr>
          <p:txBody>
            <a:bodyPr/>
            <a:lstStyle/>
            <a:p>
              <a:endParaRPr lang="pt-BR"/>
            </a:p>
          </p:txBody>
        </p:sp>
        <p:sp>
          <p:nvSpPr>
            <p:cNvPr id="608" name="Freeform 608"/>
            <p:cNvSpPr>
              <a:spLocks/>
            </p:cNvSpPr>
            <p:nvPr/>
          </p:nvSpPr>
          <p:spPr bwMode="auto">
            <a:xfrm>
              <a:off x="3875" y="3128"/>
              <a:ext cx="88" cy="223"/>
            </a:xfrm>
            <a:custGeom>
              <a:avLst/>
              <a:gdLst>
                <a:gd name="T0" fmla="*/ 0 w 243"/>
                <a:gd name="T1" fmla="*/ 0 h 556"/>
                <a:gd name="T2" fmla="*/ 1 w 243"/>
                <a:gd name="T3" fmla="*/ 0 h 556"/>
                <a:gd name="T4" fmla="*/ 1 w 243"/>
                <a:gd name="T5" fmla="*/ 0 h 556"/>
                <a:gd name="T6" fmla="*/ 1 w 243"/>
                <a:gd name="T7" fmla="*/ 0 h 556"/>
                <a:gd name="T8" fmla="*/ 1 w 243"/>
                <a:gd name="T9" fmla="*/ 0 h 556"/>
                <a:gd name="T10" fmla="*/ 1 w 243"/>
                <a:gd name="T11" fmla="*/ 0 h 556"/>
                <a:gd name="T12" fmla="*/ 1 w 243"/>
                <a:gd name="T13" fmla="*/ 0 h 556"/>
                <a:gd name="T14" fmla="*/ 1 w 243"/>
                <a:gd name="T15" fmla="*/ 0 h 556"/>
                <a:gd name="T16" fmla="*/ 1 w 243"/>
                <a:gd name="T17" fmla="*/ 1 h 556"/>
                <a:gd name="T18" fmla="*/ 1 w 243"/>
                <a:gd name="T19" fmla="*/ 1 h 556"/>
                <a:gd name="T20" fmla="*/ 1 w 243"/>
                <a:gd name="T21" fmla="*/ 1 h 556"/>
                <a:gd name="T22" fmla="*/ 1 w 243"/>
                <a:gd name="T23" fmla="*/ 1 h 556"/>
                <a:gd name="T24" fmla="*/ 1 w 243"/>
                <a:gd name="T25" fmla="*/ 1 h 556"/>
                <a:gd name="T26" fmla="*/ 1 w 243"/>
                <a:gd name="T27" fmla="*/ 2 h 556"/>
                <a:gd name="T28" fmla="*/ 1 w 243"/>
                <a:gd name="T29" fmla="*/ 2 h 556"/>
                <a:gd name="T30" fmla="*/ 0 w 243"/>
                <a:gd name="T31" fmla="*/ 4 h 556"/>
                <a:gd name="T32" fmla="*/ 0 w 243"/>
                <a:gd name="T33" fmla="*/ 4 h 556"/>
                <a:gd name="T34" fmla="*/ 0 w 243"/>
                <a:gd name="T35" fmla="*/ 5 h 556"/>
                <a:gd name="T36" fmla="*/ 0 w 243"/>
                <a:gd name="T37" fmla="*/ 5 h 556"/>
                <a:gd name="T38" fmla="*/ 0 w 243"/>
                <a:gd name="T39" fmla="*/ 6 h 556"/>
                <a:gd name="T40" fmla="*/ 0 w 243"/>
                <a:gd name="T41" fmla="*/ 6 h 556"/>
                <a:gd name="T42" fmla="*/ 0 w 243"/>
                <a:gd name="T43" fmla="*/ 0 h 5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43"/>
                <a:gd name="T67" fmla="*/ 0 h 556"/>
                <a:gd name="T68" fmla="*/ 243 w 243"/>
                <a:gd name="T69" fmla="*/ 556 h 55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43" h="556">
                  <a:moveTo>
                    <a:pt x="3" y="0"/>
                  </a:moveTo>
                  <a:lnTo>
                    <a:pt x="243" y="0"/>
                  </a:lnTo>
                  <a:lnTo>
                    <a:pt x="216" y="7"/>
                  </a:lnTo>
                  <a:lnTo>
                    <a:pt x="201" y="14"/>
                  </a:lnTo>
                  <a:lnTo>
                    <a:pt x="189" y="21"/>
                  </a:lnTo>
                  <a:lnTo>
                    <a:pt x="175" y="31"/>
                  </a:lnTo>
                  <a:lnTo>
                    <a:pt x="163" y="42"/>
                  </a:lnTo>
                  <a:lnTo>
                    <a:pt x="153" y="53"/>
                  </a:lnTo>
                  <a:lnTo>
                    <a:pt x="142" y="65"/>
                  </a:lnTo>
                  <a:lnTo>
                    <a:pt x="136" y="76"/>
                  </a:lnTo>
                  <a:lnTo>
                    <a:pt x="129" y="90"/>
                  </a:lnTo>
                  <a:lnTo>
                    <a:pt x="122" y="104"/>
                  </a:lnTo>
                  <a:lnTo>
                    <a:pt x="115" y="121"/>
                  </a:lnTo>
                  <a:lnTo>
                    <a:pt x="110" y="136"/>
                  </a:lnTo>
                  <a:lnTo>
                    <a:pt x="104" y="150"/>
                  </a:lnTo>
                  <a:lnTo>
                    <a:pt x="64" y="333"/>
                  </a:lnTo>
                  <a:lnTo>
                    <a:pt x="50" y="408"/>
                  </a:lnTo>
                  <a:lnTo>
                    <a:pt x="40" y="459"/>
                  </a:lnTo>
                  <a:lnTo>
                    <a:pt x="28" y="509"/>
                  </a:lnTo>
                  <a:lnTo>
                    <a:pt x="10" y="556"/>
                  </a:lnTo>
                  <a:lnTo>
                    <a:pt x="0" y="556"/>
                  </a:lnTo>
                  <a:lnTo>
                    <a:pt x="3" y="0"/>
                  </a:lnTo>
                  <a:close/>
                </a:path>
              </a:pathLst>
            </a:custGeom>
            <a:solidFill>
              <a:srgbClr val="FF8000"/>
            </a:solidFill>
            <a:ln w="3175">
              <a:solidFill>
                <a:srgbClr val="000000"/>
              </a:solidFill>
              <a:round/>
              <a:headEnd/>
              <a:tailEnd/>
            </a:ln>
          </p:spPr>
          <p:txBody>
            <a:bodyPr/>
            <a:lstStyle/>
            <a:p>
              <a:endParaRPr lang="pt-BR"/>
            </a:p>
          </p:txBody>
        </p:sp>
        <p:sp>
          <p:nvSpPr>
            <p:cNvPr id="609" name="Freeform 609"/>
            <p:cNvSpPr>
              <a:spLocks/>
            </p:cNvSpPr>
            <p:nvPr/>
          </p:nvSpPr>
          <p:spPr bwMode="auto">
            <a:xfrm>
              <a:off x="3631" y="2688"/>
              <a:ext cx="184" cy="153"/>
            </a:xfrm>
            <a:custGeom>
              <a:avLst/>
              <a:gdLst>
                <a:gd name="T0" fmla="*/ 1 w 500"/>
                <a:gd name="T1" fmla="*/ 4 h 377"/>
                <a:gd name="T2" fmla="*/ 1 w 500"/>
                <a:gd name="T3" fmla="*/ 3 h 377"/>
                <a:gd name="T4" fmla="*/ 0 w 500"/>
                <a:gd name="T5" fmla="*/ 3 h 377"/>
                <a:gd name="T6" fmla="*/ 0 w 500"/>
                <a:gd name="T7" fmla="*/ 3 h 377"/>
                <a:gd name="T8" fmla="*/ 0 w 500"/>
                <a:gd name="T9" fmla="*/ 3 h 377"/>
                <a:gd name="T10" fmla="*/ 0 w 500"/>
                <a:gd name="T11" fmla="*/ 3 h 377"/>
                <a:gd name="T12" fmla="*/ 0 w 500"/>
                <a:gd name="T13" fmla="*/ 3 h 377"/>
                <a:gd name="T14" fmla="*/ 0 w 500"/>
                <a:gd name="T15" fmla="*/ 3 h 377"/>
                <a:gd name="T16" fmla="*/ 0 w 500"/>
                <a:gd name="T17" fmla="*/ 3 h 377"/>
                <a:gd name="T18" fmla="*/ 0 w 500"/>
                <a:gd name="T19" fmla="*/ 3 h 377"/>
                <a:gd name="T20" fmla="*/ 0 w 500"/>
                <a:gd name="T21" fmla="*/ 2 h 377"/>
                <a:gd name="T22" fmla="*/ 0 w 500"/>
                <a:gd name="T23" fmla="*/ 2 h 377"/>
                <a:gd name="T24" fmla="*/ 0 w 500"/>
                <a:gd name="T25" fmla="*/ 2 h 377"/>
                <a:gd name="T26" fmla="*/ 0 w 500"/>
                <a:gd name="T27" fmla="*/ 2 h 377"/>
                <a:gd name="T28" fmla="*/ 0 w 500"/>
                <a:gd name="T29" fmla="*/ 2 h 377"/>
                <a:gd name="T30" fmla="*/ 0 w 500"/>
                <a:gd name="T31" fmla="*/ 2 h 377"/>
                <a:gd name="T32" fmla="*/ 0 w 500"/>
                <a:gd name="T33" fmla="*/ 2 h 377"/>
                <a:gd name="T34" fmla="*/ 0 w 500"/>
                <a:gd name="T35" fmla="*/ 2 h 377"/>
                <a:gd name="T36" fmla="*/ 0 w 500"/>
                <a:gd name="T37" fmla="*/ 2 h 377"/>
                <a:gd name="T38" fmla="*/ 0 w 500"/>
                <a:gd name="T39" fmla="*/ 2 h 377"/>
                <a:gd name="T40" fmla="*/ 1 w 500"/>
                <a:gd name="T41" fmla="*/ 2 h 377"/>
                <a:gd name="T42" fmla="*/ 1 w 500"/>
                <a:gd name="T43" fmla="*/ 1 h 377"/>
                <a:gd name="T44" fmla="*/ 1 w 500"/>
                <a:gd name="T45" fmla="*/ 1 h 377"/>
                <a:gd name="T46" fmla="*/ 1 w 500"/>
                <a:gd name="T47" fmla="*/ 1 h 377"/>
                <a:gd name="T48" fmla="*/ 1 w 500"/>
                <a:gd name="T49" fmla="*/ 0 h 377"/>
                <a:gd name="T50" fmla="*/ 1 w 500"/>
                <a:gd name="T51" fmla="*/ 0 h 377"/>
                <a:gd name="T52" fmla="*/ 1 w 500"/>
                <a:gd name="T53" fmla="*/ 0 h 377"/>
                <a:gd name="T54" fmla="*/ 1 w 500"/>
                <a:gd name="T55" fmla="*/ 0 h 377"/>
                <a:gd name="T56" fmla="*/ 1 w 500"/>
                <a:gd name="T57" fmla="*/ 0 h 377"/>
                <a:gd name="T58" fmla="*/ 1 w 500"/>
                <a:gd name="T59" fmla="*/ 0 h 377"/>
                <a:gd name="T60" fmla="*/ 1 w 500"/>
                <a:gd name="T61" fmla="*/ 0 h 377"/>
                <a:gd name="T62" fmla="*/ 2 w 500"/>
                <a:gd name="T63" fmla="*/ 0 h 377"/>
                <a:gd name="T64" fmla="*/ 2 w 500"/>
                <a:gd name="T65" fmla="*/ 0 h 377"/>
                <a:gd name="T66" fmla="*/ 2 w 500"/>
                <a:gd name="T67" fmla="*/ 0 h 377"/>
                <a:gd name="T68" fmla="*/ 2 w 500"/>
                <a:gd name="T69" fmla="*/ 0 h 377"/>
                <a:gd name="T70" fmla="*/ 2 w 500"/>
                <a:gd name="T71" fmla="*/ 0 h 377"/>
                <a:gd name="T72" fmla="*/ 2 w 500"/>
                <a:gd name="T73" fmla="*/ 0 h 377"/>
                <a:gd name="T74" fmla="*/ 2 w 500"/>
                <a:gd name="T75" fmla="*/ 0 h 377"/>
                <a:gd name="T76" fmla="*/ 2 w 500"/>
                <a:gd name="T77" fmla="*/ 1 h 377"/>
                <a:gd name="T78" fmla="*/ 2 w 500"/>
                <a:gd name="T79" fmla="*/ 1 h 377"/>
                <a:gd name="T80" fmla="*/ 2 w 500"/>
                <a:gd name="T81" fmla="*/ 1 h 377"/>
                <a:gd name="T82" fmla="*/ 2 w 500"/>
                <a:gd name="T83" fmla="*/ 2 h 377"/>
                <a:gd name="T84" fmla="*/ 3 w 500"/>
                <a:gd name="T85" fmla="*/ 2 h 377"/>
                <a:gd name="T86" fmla="*/ 3 w 500"/>
                <a:gd name="T87" fmla="*/ 2 h 377"/>
                <a:gd name="T88" fmla="*/ 3 w 500"/>
                <a:gd name="T89" fmla="*/ 2 h 377"/>
                <a:gd name="T90" fmla="*/ 3 w 500"/>
                <a:gd name="T91" fmla="*/ 2 h 377"/>
                <a:gd name="T92" fmla="*/ 3 w 500"/>
                <a:gd name="T93" fmla="*/ 2 h 377"/>
                <a:gd name="T94" fmla="*/ 3 w 500"/>
                <a:gd name="T95" fmla="*/ 2 h 377"/>
                <a:gd name="T96" fmla="*/ 3 w 500"/>
                <a:gd name="T97" fmla="*/ 2 h 377"/>
                <a:gd name="T98" fmla="*/ 3 w 500"/>
                <a:gd name="T99" fmla="*/ 2 h 377"/>
                <a:gd name="T100" fmla="*/ 3 w 500"/>
                <a:gd name="T101" fmla="*/ 2 h 377"/>
                <a:gd name="T102" fmla="*/ 3 w 500"/>
                <a:gd name="T103" fmla="*/ 2 h 377"/>
                <a:gd name="T104" fmla="*/ 3 w 500"/>
                <a:gd name="T105" fmla="*/ 3 h 377"/>
                <a:gd name="T106" fmla="*/ 3 w 500"/>
                <a:gd name="T107" fmla="*/ 3 h 377"/>
                <a:gd name="T108" fmla="*/ 3 w 500"/>
                <a:gd name="T109" fmla="*/ 3 h 377"/>
                <a:gd name="T110" fmla="*/ 3 w 500"/>
                <a:gd name="T111" fmla="*/ 3 h 377"/>
                <a:gd name="T112" fmla="*/ 3 w 500"/>
                <a:gd name="T113" fmla="*/ 3 h 377"/>
                <a:gd name="T114" fmla="*/ 3 w 500"/>
                <a:gd name="T115" fmla="*/ 3 h 377"/>
                <a:gd name="T116" fmla="*/ 2 w 500"/>
                <a:gd name="T117" fmla="*/ 3 h 377"/>
                <a:gd name="T118" fmla="*/ 2 w 500"/>
                <a:gd name="T119" fmla="*/ 4 h 377"/>
                <a:gd name="T120" fmla="*/ 1 w 500"/>
                <a:gd name="T121" fmla="*/ 4 h 37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00"/>
                <a:gd name="T184" fmla="*/ 0 h 377"/>
                <a:gd name="T185" fmla="*/ 500 w 500"/>
                <a:gd name="T186" fmla="*/ 377 h 37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00" h="377">
                  <a:moveTo>
                    <a:pt x="160" y="375"/>
                  </a:moveTo>
                  <a:lnTo>
                    <a:pt x="160" y="292"/>
                  </a:lnTo>
                  <a:lnTo>
                    <a:pt x="61" y="292"/>
                  </a:lnTo>
                  <a:lnTo>
                    <a:pt x="50" y="289"/>
                  </a:lnTo>
                  <a:lnTo>
                    <a:pt x="41" y="286"/>
                  </a:lnTo>
                  <a:lnTo>
                    <a:pt x="31" y="280"/>
                  </a:lnTo>
                  <a:lnTo>
                    <a:pt x="21" y="273"/>
                  </a:lnTo>
                  <a:lnTo>
                    <a:pt x="13" y="265"/>
                  </a:lnTo>
                  <a:lnTo>
                    <a:pt x="7" y="255"/>
                  </a:lnTo>
                  <a:lnTo>
                    <a:pt x="3" y="248"/>
                  </a:lnTo>
                  <a:lnTo>
                    <a:pt x="0" y="237"/>
                  </a:lnTo>
                  <a:lnTo>
                    <a:pt x="0" y="226"/>
                  </a:lnTo>
                  <a:lnTo>
                    <a:pt x="0" y="216"/>
                  </a:lnTo>
                  <a:lnTo>
                    <a:pt x="3" y="204"/>
                  </a:lnTo>
                  <a:lnTo>
                    <a:pt x="10" y="191"/>
                  </a:lnTo>
                  <a:lnTo>
                    <a:pt x="19" y="181"/>
                  </a:lnTo>
                  <a:lnTo>
                    <a:pt x="29" y="171"/>
                  </a:lnTo>
                  <a:lnTo>
                    <a:pt x="41" y="163"/>
                  </a:lnTo>
                  <a:lnTo>
                    <a:pt x="49" y="157"/>
                  </a:lnTo>
                  <a:lnTo>
                    <a:pt x="60" y="153"/>
                  </a:lnTo>
                  <a:lnTo>
                    <a:pt x="162" y="153"/>
                  </a:lnTo>
                  <a:lnTo>
                    <a:pt x="162" y="80"/>
                  </a:lnTo>
                  <a:lnTo>
                    <a:pt x="166" y="70"/>
                  </a:lnTo>
                  <a:lnTo>
                    <a:pt x="172" y="58"/>
                  </a:lnTo>
                  <a:lnTo>
                    <a:pt x="178" y="47"/>
                  </a:lnTo>
                  <a:lnTo>
                    <a:pt x="187" y="35"/>
                  </a:lnTo>
                  <a:lnTo>
                    <a:pt x="198" y="24"/>
                  </a:lnTo>
                  <a:lnTo>
                    <a:pt x="209" y="16"/>
                  </a:lnTo>
                  <a:lnTo>
                    <a:pt x="218" y="10"/>
                  </a:lnTo>
                  <a:lnTo>
                    <a:pt x="232" y="4"/>
                  </a:lnTo>
                  <a:lnTo>
                    <a:pt x="246" y="0"/>
                  </a:lnTo>
                  <a:lnTo>
                    <a:pt x="261" y="0"/>
                  </a:lnTo>
                  <a:lnTo>
                    <a:pt x="276" y="3"/>
                  </a:lnTo>
                  <a:lnTo>
                    <a:pt x="289" y="9"/>
                  </a:lnTo>
                  <a:lnTo>
                    <a:pt x="300" y="15"/>
                  </a:lnTo>
                  <a:lnTo>
                    <a:pt x="312" y="24"/>
                  </a:lnTo>
                  <a:lnTo>
                    <a:pt x="325" y="36"/>
                  </a:lnTo>
                  <a:lnTo>
                    <a:pt x="335" y="47"/>
                  </a:lnTo>
                  <a:lnTo>
                    <a:pt x="340" y="58"/>
                  </a:lnTo>
                  <a:lnTo>
                    <a:pt x="345" y="70"/>
                  </a:lnTo>
                  <a:lnTo>
                    <a:pt x="347" y="85"/>
                  </a:lnTo>
                  <a:lnTo>
                    <a:pt x="347" y="152"/>
                  </a:lnTo>
                  <a:lnTo>
                    <a:pt x="443" y="152"/>
                  </a:lnTo>
                  <a:lnTo>
                    <a:pt x="454" y="157"/>
                  </a:lnTo>
                  <a:lnTo>
                    <a:pt x="464" y="163"/>
                  </a:lnTo>
                  <a:lnTo>
                    <a:pt x="473" y="170"/>
                  </a:lnTo>
                  <a:lnTo>
                    <a:pt x="483" y="179"/>
                  </a:lnTo>
                  <a:lnTo>
                    <a:pt x="490" y="189"/>
                  </a:lnTo>
                  <a:lnTo>
                    <a:pt x="496" y="200"/>
                  </a:lnTo>
                  <a:lnTo>
                    <a:pt x="498" y="212"/>
                  </a:lnTo>
                  <a:lnTo>
                    <a:pt x="500" y="223"/>
                  </a:lnTo>
                  <a:lnTo>
                    <a:pt x="500" y="236"/>
                  </a:lnTo>
                  <a:lnTo>
                    <a:pt x="496" y="247"/>
                  </a:lnTo>
                  <a:lnTo>
                    <a:pt x="490" y="259"/>
                  </a:lnTo>
                  <a:lnTo>
                    <a:pt x="483" y="268"/>
                  </a:lnTo>
                  <a:lnTo>
                    <a:pt x="474" y="278"/>
                  </a:lnTo>
                  <a:lnTo>
                    <a:pt x="464" y="284"/>
                  </a:lnTo>
                  <a:lnTo>
                    <a:pt x="442" y="292"/>
                  </a:lnTo>
                  <a:lnTo>
                    <a:pt x="347" y="292"/>
                  </a:lnTo>
                  <a:lnTo>
                    <a:pt x="347" y="377"/>
                  </a:lnTo>
                  <a:lnTo>
                    <a:pt x="160" y="375"/>
                  </a:lnTo>
                  <a:close/>
                </a:path>
              </a:pathLst>
            </a:custGeom>
            <a:solidFill>
              <a:srgbClr val="E07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0" name="Oval 610"/>
            <p:cNvSpPr>
              <a:spLocks noChangeArrowheads="1"/>
            </p:cNvSpPr>
            <p:nvPr/>
          </p:nvSpPr>
          <p:spPr bwMode="auto">
            <a:xfrm>
              <a:off x="3699" y="2752"/>
              <a:ext cx="51" cy="57"/>
            </a:xfrm>
            <a:prstGeom prst="ellipse">
              <a:avLst/>
            </a:prstGeom>
            <a:solidFill>
              <a:srgbClr val="FFA040"/>
            </a:solidFill>
            <a:ln w="3175">
              <a:solidFill>
                <a:srgbClr val="000000"/>
              </a:solidFill>
              <a:round/>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11" name="Rectangle 611"/>
            <p:cNvSpPr>
              <a:spLocks noChangeArrowheads="1"/>
            </p:cNvSpPr>
            <p:nvPr/>
          </p:nvSpPr>
          <p:spPr bwMode="auto">
            <a:xfrm>
              <a:off x="3567" y="2829"/>
              <a:ext cx="314" cy="819"/>
            </a:xfrm>
            <a:prstGeom prst="rect">
              <a:avLst/>
            </a:prstGeom>
            <a:solidFill>
              <a:srgbClr val="FF8000"/>
            </a:solidFill>
            <a:ln w="3175">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12" name="Freeform 612"/>
            <p:cNvSpPr>
              <a:spLocks/>
            </p:cNvSpPr>
            <p:nvPr/>
          </p:nvSpPr>
          <p:spPr bwMode="auto">
            <a:xfrm>
              <a:off x="3615" y="2851"/>
              <a:ext cx="218" cy="215"/>
            </a:xfrm>
            <a:custGeom>
              <a:avLst/>
              <a:gdLst>
                <a:gd name="T0" fmla="*/ 0 w 595"/>
                <a:gd name="T1" fmla="*/ 2 h 538"/>
                <a:gd name="T2" fmla="*/ 0 w 595"/>
                <a:gd name="T3" fmla="*/ 2 h 538"/>
                <a:gd name="T4" fmla="*/ 0 w 595"/>
                <a:gd name="T5" fmla="*/ 2 h 538"/>
                <a:gd name="T6" fmla="*/ 0 w 595"/>
                <a:gd name="T7" fmla="*/ 2 h 538"/>
                <a:gd name="T8" fmla="*/ 0 w 595"/>
                <a:gd name="T9" fmla="*/ 1 h 538"/>
                <a:gd name="T10" fmla="*/ 0 w 595"/>
                <a:gd name="T11" fmla="*/ 1 h 538"/>
                <a:gd name="T12" fmla="*/ 0 w 595"/>
                <a:gd name="T13" fmla="*/ 1 h 538"/>
                <a:gd name="T14" fmla="*/ 0 w 595"/>
                <a:gd name="T15" fmla="*/ 1 h 538"/>
                <a:gd name="T16" fmla="*/ 0 w 595"/>
                <a:gd name="T17" fmla="*/ 1 h 538"/>
                <a:gd name="T18" fmla="*/ 0 w 595"/>
                <a:gd name="T19" fmla="*/ 1 h 538"/>
                <a:gd name="T20" fmla="*/ 1 w 595"/>
                <a:gd name="T21" fmla="*/ 0 h 538"/>
                <a:gd name="T22" fmla="*/ 1 w 595"/>
                <a:gd name="T23" fmla="*/ 0 h 538"/>
                <a:gd name="T24" fmla="*/ 1 w 595"/>
                <a:gd name="T25" fmla="*/ 0 h 538"/>
                <a:gd name="T26" fmla="*/ 1 w 595"/>
                <a:gd name="T27" fmla="*/ 0 h 538"/>
                <a:gd name="T28" fmla="*/ 1 w 595"/>
                <a:gd name="T29" fmla="*/ 0 h 538"/>
                <a:gd name="T30" fmla="*/ 1 w 595"/>
                <a:gd name="T31" fmla="*/ 0 h 538"/>
                <a:gd name="T32" fmla="*/ 2 w 595"/>
                <a:gd name="T33" fmla="*/ 0 h 538"/>
                <a:gd name="T34" fmla="*/ 2 w 595"/>
                <a:gd name="T35" fmla="*/ 0 h 538"/>
                <a:gd name="T36" fmla="*/ 2 w 595"/>
                <a:gd name="T37" fmla="*/ 0 h 538"/>
                <a:gd name="T38" fmla="*/ 2 w 595"/>
                <a:gd name="T39" fmla="*/ 0 h 538"/>
                <a:gd name="T40" fmla="*/ 3 w 595"/>
                <a:gd name="T41" fmla="*/ 0 h 538"/>
                <a:gd name="T42" fmla="*/ 3 w 595"/>
                <a:gd name="T43" fmla="*/ 0 h 538"/>
                <a:gd name="T44" fmla="*/ 3 w 595"/>
                <a:gd name="T45" fmla="*/ 0 h 538"/>
                <a:gd name="T46" fmla="*/ 3 w 595"/>
                <a:gd name="T47" fmla="*/ 0 h 538"/>
                <a:gd name="T48" fmla="*/ 3 w 595"/>
                <a:gd name="T49" fmla="*/ 0 h 538"/>
                <a:gd name="T50" fmla="*/ 3 w 595"/>
                <a:gd name="T51" fmla="*/ 0 h 538"/>
                <a:gd name="T52" fmla="*/ 3 w 595"/>
                <a:gd name="T53" fmla="*/ 0 h 538"/>
                <a:gd name="T54" fmla="*/ 3 w 595"/>
                <a:gd name="T55" fmla="*/ 1 h 538"/>
                <a:gd name="T56" fmla="*/ 3 w 595"/>
                <a:gd name="T57" fmla="*/ 1 h 538"/>
                <a:gd name="T58" fmla="*/ 4 w 595"/>
                <a:gd name="T59" fmla="*/ 1 h 538"/>
                <a:gd name="T60" fmla="*/ 4 w 595"/>
                <a:gd name="T61" fmla="*/ 1 h 538"/>
                <a:gd name="T62" fmla="*/ 4 w 595"/>
                <a:gd name="T63" fmla="*/ 1 h 538"/>
                <a:gd name="T64" fmla="*/ 4 w 595"/>
                <a:gd name="T65" fmla="*/ 1 h 538"/>
                <a:gd name="T66" fmla="*/ 4 w 595"/>
                <a:gd name="T67" fmla="*/ 1 h 538"/>
                <a:gd name="T68" fmla="*/ 4 w 595"/>
                <a:gd name="T69" fmla="*/ 1 h 538"/>
                <a:gd name="T70" fmla="*/ 4 w 595"/>
                <a:gd name="T71" fmla="*/ 2 h 538"/>
                <a:gd name="T72" fmla="*/ 4 w 595"/>
                <a:gd name="T73" fmla="*/ 2 h 538"/>
                <a:gd name="T74" fmla="*/ 4 w 595"/>
                <a:gd name="T75" fmla="*/ 2 h 538"/>
                <a:gd name="T76" fmla="*/ 4 w 595"/>
                <a:gd name="T77" fmla="*/ 6 h 538"/>
                <a:gd name="T78" fmla="*/ 0 w 595"/>
                <a:gd name="T79" fmla="*/ 6 h 538"/>
                <a:gd name="T80" fmla="*/ 0 w 595"/>
                <a:gd name="T81" fmla="*/ 2 h 5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595"/>
                <a:gd name="T124" fmla="*/ 0 h 538"/>
                <a:gd name="T125" fmla="*/ 595 w 595"/>
                <a:gd name="T126" fmla="*/ 538 h 5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595" h="538">
                  <a:moveTo>
                    <a:pt x="0" y="185"/>
                  </a:moveTo>
                  <a:lnTo>
                    <a:pt x="1" y="168"/>
                  </a:lnTo>
                  <a:lnTo>
                    <a:pt x="6" y="150"/>
                  </a:lnTo>
                  <a:lnTo>
                    <a:pt x="13" y="134"/>
                  </a:lnTo>
                  <a:lnTo>
                    <a:pt x="23" y="119"/>
                  </a:lnTo>
                  <a:lnTo>
                    <a:pt x="31" y="107"/>
                  </a:lnTo>
                  <a:lnTo>
                    <a:pt x="41" y="95"/>
                  </a:lnTo>
                  <a:lnTo>
                    <a:pt x="53" y="81"/>
                  </a:lnTo>
                  <a:lnTo>
                    <a:pt x="68" y="68"/>
                  </a:lnTo>
                  <a:lnTo>
                    <a:pt x="88" y="56"/>
                  </a:lnTo>
                  <a:lnTo>
                    <a:pt x="112" y="43"/>
                  </a:lnTo>
                  <a:lnTo>
                    <a:pt x="134" y="32"/>
                  </a:lnTo>
                  <a:lnTo>
                    <a:pt x="162" y="22"/>
                  </a:lnTo>
                  <a:lnTo>
                    <a:pt x="187" y="14"/>
                  </a:lnTo>
                  <a:lnTo>
                    <a:pt x="217" y="8"/>
                  </a:lnTo>
                  <a:lnTo>
                    <a:pt x="244" y="3"/>
                  </a:lnTo>
                  <a:lnTo>
                    <a:pt x="265" y="2"/>
                  </a:lnTo>
                  <a:lnTo>
                    <a:pt x="291" y="0"/>
                  </a:lnTo>
                  <a:lnTo>
                    <a:pt x="317" y="0"/>
                  </a:lnTo>
                  <a:lnTo>
                    <a:pt x="338" y="2"/>
                  </a:lnTo>
                  <a:lnTo>
                    <a:pt x="359" y="4"/>
                  </a:lnTo>
                  <a:lnTo>
                    <a:pt x="383" y="9"/>
                  </a:lnTo>
                  <a:lnTo>
                    <a:pt x="405" y="14"/>
                  </a:lnTo>
                  <a:lnTo>
                    <a:pt x="428" y="21"/>
                  </a:lnTo>
                  <a:lnTo>
                    <a:pt x="448" y="28"/>
                  </a:lnTo>
                  <a:lnTo>
                    <a:pt x="470" y="38"/>
                  </a:lnTo>
                  <a:lnTo>
                    <a:pt x="485" y="45"/>
                  </a:lnTo>
                  <a:lnTo>
                    <a:pt x="499" y="54"/>
                  </a:lnTo>
                  <a:lnTo>
                    <a:pt x="512" y="62"/>
                  </a:lnTo>
                  <a:lnTo>
                    <a:pt x="526" y="72"/>
                  </a:lnTo>
                  <a:lnTo>
                    <a:pt x="539" y="83"/>
                  </a:lnTo>
                  <a:lnTo>
                    <a:pt x="553" y="97"/>
                  </a:lnTo>
                  <a:lnTo>
                    <a:pt x="564" y="110"/>
                  </a:lnTo>
                  <a:lnTo>
                    <a:pt x="572" y="122"/>
                  </a:lnTo>
                  <a:lnTo>
                    <a:pt x="579" y="133"/>
                  </a:lnTo>
                  <a:lnTo>
                    <a:pt x="585" y="145"/>
                  </a:lnTo>
                  <a:lnTo>
                    <a:pt x="590" y="157"/>
                  </a:lnTo>
                  <a:lnTo>
                    <a:pt x="595" y="173"/>
                  </a:lnTo>
                  <a:lnTo>
                    <a:pt x="595" y="538"/>
                  </a:lnTo>
                  <a:lnTo>
                    <a:pt x="1" y="536"/>
                  </a:lnTo>
                  <a:lnTo>
                    <a:pt x="0" y="185"/>
                  </a:lnTo>
                  <a:close/>
                </a:path>
              </a:pathLst>
            </a:custGeom>
            <a:solidFill>
              <a:srgbClr val="FFA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3" name="Freeform 613"/>
            <p:cNvSpPr>
              <a:spLocks/>
            </p:cNvSpPr>
            <p:nvPr/>
          </p:nvSpPr>
          <p:spPr bwMode="auto">
            <a:xfrm>
              <a:off x="3615" y="2861"/>
              <a:ext cx="218" cy="217"/>
            </a:xfrm>
            <a:custGeom>
              <a:avLst/>
              <a:gdLst>
                <a:gd name="T0" fmla="*/ 0 w 595"/>
                <a:gd name="T1" fmla="*/ 2 h 539"/>
                <a:gd name="T2" fmla="*/ 0 w 595"/>
                <a:gd name="T3" fmla="*/ 2 h 539"/>
                <a:gd name="T4" fmla="*/ 0 w 595"/>
                <a:gd name="T5" fmla="*/ 2 h 539"/>
                <a:gd name="T6" fmla="*/ 0 w 595"/>
                <a:gd name="T7" fmla="*/ 2 h 539"/>
                <a:gd name="T8" fmla="*/ 0 w 595"/>
                <a:gd name="T9" fmla="*/ 1 h 539"/>
                <a:gd name="T10" fmla="*/ 0 w 595"/>
                <a:gd name="T11" fmla="*/ 1 h 539"/>
                <a:gd name="T12" fmla="*/ 0 w 595"/>
                <a:gd name="T13" fmla="*/ 1 h 539"/>
                <a:gd name="T14" fmla="*/ 0 w 595"/>
                <a:gd name="T15" fmla="*/ 1 h 539"/>
                <a:gd name="T16" fmla="*/ 0 w 595"/>
                <a:gd name="T17" fmla="*/ 1 h 539"/>
                <a:gd name="T18" fmla="*/ 0 w 595"/>
                <a:gd name="T19" fmla="*/ 1 h 539"/>
                <a:gd name="T20" fmla="*/ 1 w 595"/>
                <a:gd name="T21" fmla="*/ 0 h 539"/>
                <a:gd name="T22" fmla="*/ 1 w 595"/>
                <a:gd name="T23" fmla="*/ 0 h 539"/>
                <a:gd name="T24" fmla="*/ 1 w 595"/>
                <a:gd name="T25" fmla="*/ 0 h 539"/>
                <a:gd name="T26" fmla="*/ 1 w 595"/>
                <a:gd name="T27" fmla="*/ 0 h 539"/>
                <a:gd name="T28" fmla="*/ 1 w 595"/>
                <a:gd name="T29" fmla="*/ 0 h 539"/>
                <a:gd name="T30" fmla="*/ 1 w 595"/>
                <a:gd name="T31" fmla="*/ 0 h 539"/>
                <a:gd name="T32" fmla="*/ 2 w 595"/>
                <a:gd name="T33" fmla="*/ 0 h 539"/>
                <a:gd name="T34" fmla="*/ 2 w 595"/>
                <a:gd name="T35" fmla="*/ 0 h 539"/>
                <a:gd name="T36" fmla="*/ 2 w 595"/>
                <a:gd name="T37" fmla="*/ 0 h 539"/>
                <a:gd name="T38" fmla="*/ 2 w 595"/>
                <a:gd name="T39" fmla="*/ 0 h 539"/>
                <a:gd name="T40" fmla="*/ 3 w 595"/>
                <a:gd name="T41" fmla="*/ 0 h 539"/>
                <a:gd name="T42" fmla="*/ 3 w 595"/>
                <a:gd name="T43" fmla="*/ 0 h 539"/>
                <a:gd name="T44" fmla="*/ 3 w 595"/>
                <a:gd name="T45" fmla="*/ 0 h 539"/>
                <a:gd name="T46" fmla="*/ 3 w 595"/>
                <a:gd name="T47" fmla="*/ 0 h 539"/>
                <a:gd name="T48" fmla="*/ 3 w 595"/>
                <a:gd name="T49" fmla="*/ 0 h 539"/>
                <a:gd name="T50" fmla="*/ 3 w 595"/>
                <a:gd name="T51" fmla="*/ 0 h 539"/>
                <a:gd name="T52" fmla="*/ 3 w 595"/>
                <a:gd name="T53" fmla="*/ 0 h 539"/>
                <a:gd name="T54" fmla="*/ 3 w 595"/>
                <a:gd name="T55" fmla="*/ 1 h 539"/>
                <a:gd name="T56" fmla="*/ 3 w 595"/>
                <a:gd name="T57" fmla="*/ 1 h 539"/>
                <a:gd name="T58" fmla="*/ 4 w 595"/>
                <a:gd name="T59" fmla="*/ 1 h 539"/>
                <a:gd name="T60" fmla="*/ 4 w 595"/>
                <a:gd name="T61" fmla="*/ 1 h 539"/>
                <a:gd name="T62" fmla="*/ 4 w 595"/>
                <a:gd name="T63" fmla="*/ 1 h 539"/>
                <a:gd name="T64" fmla="*/ 4 w 595"/>
                <a:gd name="T65" fmla="*/ 1 h 539"/>
                <a:gd name="T66" fmla="*/ 4 w 595"/>
                <a:gd name="T67" fmla="*/ 1 h 539"/>
                <a:gd name="T68" fmla="*/ 4 w 595"/>
                <a:gd name="T69" fmla="*/ 2 h 539"/>
                <a:gd name="T70" fmla="*/ 4 w 595"/>
                <a:gd name="T71" fmla="*/ 2 h 539"/>
                <a:gd name="T72" fmla="*/ 4 w 595"/>
                <a:gd name="T73" fmla="*/ 2 h 539"/>
                <a:gd name="T74" fmla="*/ 4 w 595"/>
                <a:gd name="T75" fmla="*/ 2 h 539"/>
                <a:gd name="T76" fmla="*/ 4 w 595"/>
                <a:gd name="T77" fmla="*/ 6 h 539"/>
                <a:gd name="T78" fmla="*/ 0 w 595"/>
                <a:gd name="T79" fmla="*/ 6 h 539"/>
                <a:gd name="T80" fmla="*/ 0 w 595"/>
                <a:gd name="T81" fmla="*/ 2 h 53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595"/>
                <a:gd name="T124" fmla="*/ 0 h 539"/>
                <a:gd name="T125" fmla="*/ 595 w 595"/>
                <a:gd name="T126" fmla="*/ 539 h 539"/>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595" h="539">
                  <a:moveTo>
                    <a:pt x="0" y="184"/>
                  </a:moveTo>
                  <a:lnTo>
                    <a:pt x="1" y="169"/>
                  </a:lnTo>
                  <a:lnTo>
                    <a:pt x="6" y="151"/>
                  </a:lnTo>
                  <a:lnTo>
                    <a:pt x="13" y="135"/>
                  </a:lnTo>
                  <a:lnTo>
                    <a:pt x="23" y="119"/>
                  </a:lnTo>
                  <a:lnTo>
                    <a:pt x="31" y="107"/>
                  </a:lnTo>
                  <a:lnTo>
                    <a:pt x="41" y="95"/>
                  </a:lnTo>
                  <a:lnTo>
                    <a:pt x="53" y="82"/>
                  </a:lnTo>
                  <a:lnTo>
                    <a:pt x="68" y="69"/>
                  </a:lnTo>
                  <a:lnTo>
                    <a:pt x="88" y="57"/>
                  </a:lnTo>
                  <a:lnTo>
                    <a:pt x="112" y="44"/>
                  </a:lnTo>
                  <a:lnTo>
                    <a:pt x="134" y="33"/>
                  </a:lnTo>
                  <a:lnTo>
                    <a:pt x="162" y="23"/>
                  </a:lnTo>
                  <a:lnTo>
                    <a:pt x="187" y="15"/>
                  </a:lnTo>
                  <a:lnTo>
                    <a:pt x="217" y="9"/>
                  </a:lnTo>
                  <a:lnTo>
                    <a:pt x="244" y="4"/>
                  </a:lnTo>
                  <a:lnTo>
                    <a:pt x="265" y="3"/>
                  </a:lnTo>
                  <a:lnTo>
                    <a:pt x="291" y="0"/>
                  </a:lnTo>
                  <a:lnTo>
                    <a:pt x="317" y="0"/>
                  </a:lnTo>
                  <a:lnTo>
                    <a:pt x="338" y="3"/>
                  </a:lnTo>
                  <a:lnTo>
                    <a:pt x="359" y="5"/>
                  </a:lnTo>
                  <a:lnTo>
                    <a:pt x="383" y="10"/>
                  </a:lnTo>
                  <a:lnTo>
                    <a:pt x="405" y="15"/>
                  </a:lnTo>
                  <a:lnTo>
                    <a:pt x="428" y="22"/>
                  </a:lnTo>
                  <a:lnTo>
                    <a:pt x="448" y="29"/>
                  </a:lnTo>
                  <a:lnTo>
                    <a:pt x="470" y="39"/>
                  </a:lnTo>
                  <a:lnTo>
                    <a:pt x="485" y="46"/>
                  </a:lnTo>
                  <a:lnTo>
                    <a:pt x="499" y="55"/>
                  </a:lnTo>
                  <a:lnTo>
                    <a:pt x="512" y="63"/>
                  </a:lnTo>
                  <a:lnTo>
                    <a:pt x="526" y="73"/>
                  </a:lnTo>
                  <a:lnTo>
                    <a:pt x="539" y="83"/>
                  </a:lnTo>
                  <a:lnTo>
                    <a:pt x="553" y="98"/>
                  </a:lnTo>
                  <a:lnTo>
                    <a:pt x="564" y="111"/>
                  </a:lnTo>
                  <a:lnTo>
                    <a:pt x="572" y="123"/>
                  </a:lnTo>
                  <a:lnTo>
                    <a:pt x="579" y="134"/>
                  </a:lnTo>
                  <a:lnTo>
                    <a:pt x="585" y="146"/>
                  </a:lnTo>
                  <a:lnTo>
                    <a:pt x="590" y="158"/>
                  </a:lnTo>
                  <a:lnTo>
                    <a:pt x="595" y="172"/>
                  </a:lnTo>
                  <a:lnTo>
                    <a:pt x="595" y="539"/>
                  </a:lnTo>
                  <a:lnTo>
                    <a:pt x="1" y="536"/>
                  </a:lnTo>
                  <a:lnTo>
                    <a:pt x="0" y="184"/>
                  </a:lnTo>
                  <a:close/>
                </a:path>
              </a:pathLst>
            </a:custGeom>
            <a:solidFill>
              <a:srgbClr val="E07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4" name="Oval 614"/>
            <p:cNvSpPr>
              <a:spLocks noChangeArrowheads="1"/>
            </p:cNvSpPr>
            <p:nvPr/>
          </p:nvSpPr>
          <p:spPr bwMode="auto">
            <a:xfrm>
              <a:off x="3630" y="2871"/>
              <a:ext cx="185" cy="203"/>
            </a:xfrm>
            <a:prstGeom prst="ellipse">
              <a:avLst/>
            </a:prstGeom>
            <a:solidFill>
              <a:srgbClr val="FF4040"/>
            </a:solidFill>
            <a:ln w="3175">
              <a:solidFill>
                <a:srgbClr val="000000"/>
              </a:solidFill>
              <a:round/>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615" name="Group 615"/>
            <p:cNvGrpSpPr>
              <a:grpSpLocks/>
            </p:cNvGrpSpPr>
            <p:nvPr/>
          </p:nvGrpSpPr>
          <p:grpSpPr bwMode="auto">
            <a:xfrm>
              <a:off x="3734" y="2891"/>
              <a:ext cx="33" cy="32"/>
              <a:chOff x="3019" y="1781"/>
              <a:chExt cx="18" cy="16"/>
            </a:xfrm>
          </p:grpSpPr>
          <p:sp>
            <p:nvSpPr>
              <p:cNvPr id="628" name="Oval 616"/>
              <p:cNvSpPr>
                <a:spLocks noChangeArrowheads="1"/>
              </p:cNvSpPr>
              <p:nvPr/>
            </p:nvSpPr>
            <p:spPr bwMode="auto">
              <a:xfrm>
                <a:off x="3019" y="1781"/>
                <a:ext cx="11" cy="11"/>
              </a:xfrm>
              <a:prstGeom prst="ellipse">
                <a:avLst/>
              </a:pr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29" name="Oval 617"/>
              <p:cNvSpPr>
                <a:spLocks noChangeArrowheads="1"/>
              </p:cNvSpPr>
              <p:nvPr/>
            </p:nvSpPr>
            <p:spPr bwMode="auto">
              <a:xfrm>
                <a:off x="3028" y="1788"/>
                <a:ext cx="9" cy="9"/>
              </a:xfrm>
              <a:prstGeom prst="ellipse">
                <a:avLst/>
              </a:pr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sp>
          <p:nvSpPr>
            <p:cNvPr id="616" name="Freeform 618"/>
            <p:cNvSpPr>
              <a:spLocks/>
            </p:cNvSpPr>
            <p:nvPr/>
          </p:nvSpPr>
          <p:spPr bwMode="auto">
            <a:xfrm>
              <a:off x="3608" y="3124"/>
              <a:ext cx="218" cy="215"/>
            </a:xfrm>
            <a:custGeom>
              <a:avLst/>
              <a:gdLst>
                <a:gd name="T0" fmla="*/ 0 w 595"/>
                <a:gd name="T1" fmla="*/ 2 h 538"/>
                <a:gd name="T2" fmla="*/ 0 w 595"/>
                <a:gd name="T3" fmla="*/ 2 h 538"/>
                <a:gd name="T4" fmla="*/ 0 w 595"/>
                <a:gd name="T5" fmla="*/ 2 h 538"/>
                <a:gd name="T6" fmla="*/ 0 w 595"/>
                <a:gd name="T7" fmla="*/ 2 h 538"/>
                <a:gd name="T8" fmla="*/ 0 w 595"/>
                <a:gd name="T9" fmla="*/ 1 h 538"/>
                <a:gd name="T10" fmla="*/ 0 w 595"/>
                <a:gd name="T11" fmla="*/ 1 h 538"/>
                <a:gd name="T12" fmla="*/ 0 w 595"/>
                <a:gd name="T13" fmla="*/ 1 h 538"/>
                <a:gd name="T14" fmla="*/ 0 w 595"/>
                <a:gd name="T15" fmla="*/ 1 h 538"/>
                <a:gd name="T16" fmla="*/ 0 w 595"/>
                <a:gd name="T17" fmla="*/ 1 h 538"/>
                <a:gd name="T18" fmla="*/ 0 w 595"/>
                <a:gd name="T19" fmla="*/ 1 h 538"/>
                <a:gd name="T20" fmla="*/ 1 w 595"/>
                <a:gd name="T21" fmla="*/ 0 h 538"/>
                <a:gd name="T22" fmla="*/ 1 w 595"/>
                <a:gd name="T23" fmla="*/ 0 h 538"/>
                <a:gd name="T24" fmla="*/ 1 w 595"/>
                <a:gd name="T25" fmla="*/ 0 h 538"/>
                <a:gd name="T26" fmla="*/ 1 w 595"/>
                <a:gd name="T27" fmla="*/ 0 h 538"/>
                <a:gd name="T28" fmla="*/ 1 w 595"/>
                <a:gd name="T29" fmla="*/ 0 h 538"/>
                <a:gd name="T30" fmla="*/ 1 w 595"/>
                <a:gd name="T31" fmla="*/ 0 h 538"/>
                <a:gd name="T32" fmla="*/ 2 w 595"/>
                <a:gd name="T33" fmla="*/ 0 h 538"/>
                <a:gd name="T34" fmla="*/ 2 w 595"/>
                <a:gd name="T35" fmla="*/ 0 h 538"/>
                <a:gd name="T36" fmla="*/ 2 w 595"/>
                <a:gd name="T37" fmla="*/ 0 h 538"/>
                <a:gd name="T38" fmla="*/ 2 w 595"/>
                <a:gd name="T39" fmla="*/ 0 h 538"/>
                <a:gd name="T40" fmla="*/ 3 w 595"/>
                <a:gd name="T41" fmla="*/ 0 h 538"/>
                <a:gd name="T42" fmla="*/ 3 w 595"/>
                <a:gd name="T43" fmla="*/ 0 h 538"/>
                <a:gd name="T44" fmla="*/ 3 w 595"/>
                <a:gd name="T45" fmla="*/ 0 h 538"/>
                <a:gd name="T46" fmla="*/ 3 w 595"/>
                <a:gd name="T47" fmla="*/ 0 h 538"/>
                <a:gd name="T48" fmla="*/ 3 w 595"/>
                <a:gd name="T49" fmla="*/ 0 h 538"/>
                <a:gd name="T50" fmla="*/ 3 w 595"/>
                <a:gd name="T51" fmla="*/ 0 h 538"/>
                <a:gd name="T52" fmla="*/ 3 w 595"/>
                <a:gd name="T53" fmla="*/ 0 h 538"/>
                <a:gd name="T54" fmla="*/ 3 w 595"/>
                <a:gd name="T55" fmla="*/ 1 h 538"/>
                <a:gd name="T56" fmla="*/ 3 w 595"/>
                <a:gd name="T57" fmla="*/ 1 h 538"/>
                <a:gd name="T58" fmla="*/ 4 w 595"/>
                <a:gd name="T59" fmla="*/ 1 h 538"/>
                <a:gd name="T60" fmla="*/ 4 w 595"/>
                <a:gd name="T61" fmla="*/ 1 h 538"/>
                <a:gd name="T62" fmla="*/ 4 w 595"/>
                <a:gd name="T63" fmla="*/ 1 h 538"/>
                <a:gd name="T64" fmla="*/ 4 w 595"/>
                <a:gd name="T65" fmla="*/ 1 h 538"/>
                <a:gd name="T66" fmla="*/ 4 w 595"/>
                <a:gd name="T67" fmla="*/ 1 h 538"/>
                <a:gd name="T68" fmla="*/ 4 w 595"/>
                <a:gd name="T69" fmla="*/ 1 h 538"/>
                <a:gd name="T70" fmla="*/ 4 w 595"/>
                <a:gd name="T71" fmla="*/ 2 h 538"/>
                <a:gd name="T72" fmla="*/ 4 w 595"/>
                <a:gd name="T73" fmla="*/ 2 h 538"/>
                <a:gd name="T74" fmla="*/ 4 w 595"/>
                <a:gd name="T75" fmla="*/ 2 h 538"/>
                <a:gd name="T76" fmla="*/ 4 w 595"/>
                <a:gd name="T77" fmla="*/ 6 h 538"/>
                <a:gd name="T78" fmla="*/ 0 w 595"/>
                <a:gd name="T79" fmla="*/ 6 h 538"/>
                <a:gd name="T80" fmla="*/ 0 w 595"/>
                <a:gd name="T81" fmla="*/ 2 h 5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595"/>
                <a:gd name="T124" fmla="*/ 0 h 538"/>
                <a:gd name="T125" fmla="*/ 595 w 595"/>
                <a:gd name="T126" fmla="*/ 538 h 5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595" h="538">
                  <a:moveTo>
                    <a:pt x="0" y="185"/>
                  </a:moveTo>
                  <a:lnTo>
                    <a:pt x="1" y="168"/>
                  </a:lnTo>
                  <a:lnTo>
                    <a:pt x="6" y="150"/>
                  </a:lnTo>
                  <a:lnTo>
                    <a:pt x="13" y="135"/>
                  </a:lnTo>
                  <a:lnTo>
                    <a:pt x="23" y="119"/>
                  </a:lnTo>
                  <a:lnTo>
                    <a:pt x="31" y="107"/>
                  </a:lnTo>
                  <a:lnTo>
                    <a:pt x="41" y="95"/>
                  </a:lnTo>
                  <a:lnTo>
                    <a:pt x="53" y="82"/>
                  </a:lnTo>
                  <a:lnTo>
                    <a:pt x="69" y="69"/>
                  </a:lnTo>
                  <a:lnTo>
                    <a:pt x="88" y="57"/>
                  </a:lnTo>
                  <a:lnTo>
                    <a:pt x="112" y="43"/>
                  </a:lnTo>
                  <a:lnTo>
                    <a:pt x="135" y="32"/>
                  </a:lnTo>
                  <a:lnTo>
                    <a:pt x="162" y="23"/>
                  </a:lnTo>
                  <a:lnTo>
                    <a:pt x="189" y="14"/>
                  </a:lnTo>
                  <a:lnTo>
                    <a:pt x="218" y="8"/>
                  </a:lnTo>
                  <a:lnTo>
                    <a:pt x="244" y="4"/>
                  </a:lnTo>
                  <a:lnTo>
                    <a:pt x="266" y="2"/>
                  </a:lnTo>
                  <a:lnTo>
                    <a:pt x="291" y="0"/>
                  </a:lnTo>
                  <a:lnTo>
                    <a:pt x="317" y="0"/>
                  </a:lnTo>
                  <a:lnTo>
                    <a:pt x="338" y="2"/>
                  </a:lnTo>
                  <a:lnTo>
                    <a:pt x="360" y="5"/>
                  </a:lnTo>
                  <a:lnTo>
                    <a:pt x="384" y="10"/>
                  </a:lnTo>
                  <a:lnTo>
                    <a:pt x="405" y="14"/>
                  </a:lnTo>
                  <a:lnTo>
                    <a:pt x="428" y="22"/>
                  </a:lnTo>
                  <a:lnTo>
                    <a:pt x="449" y="29"/>
                  </a:lnTo>
                  <a:lnTo>
                    <a:pt x="470" y="38"/>
                  </a:lnTo>
                  <a:lnTo>
                    <a:pt x="486" y="46"/>
                  </a:lnTo>
                  <a:lnTo>
                    <a:pt x="499" y="54"/>
                  </a:lnTo>
                  <a:lnTo>
                    <a:pt x="512" y="63"/>
                  </a:lnTo>
                  <a:lnTo>
                    <a:pt x="527" y="72"/>
                  </a:lnTo>
                  <a:lnTo>
                    <a:pt x="540" y="83"/>
                  </a:lnTo>
                  <a:lnTo>
                    <a:pt x="553" y="97"/>
                  </a:lnTo>
                  <a:lnTo>
                    <a:pt x="564" y="111"/>
                  </a:lnTo>
                  <a:lnTo>
                    <a:pt x="572" y="123"/>
                  </a:lnTo>
                  <a:lnTo>
                    <a:pt x="580" y="133"/>
                  </a:lnTo>
                  <a:lnTo>
                    <a:pt x="586" y="145"/>
                  </a:lnTo>
                  <a:lnTo>
                    <a:pt x="590" y="157"/>
                  </a:lnTo>
                  <a:lnTo>
                    <a:pt x="595" y="173"/>
                  </a:lnTo>
                  <a:lnTo>
                    <a:pt x="595" y="538"/>
                  </a:lnTo>
                  <a:lnTo>
                    <a:pt x="1" y="536"/>
                  </a:lnTo>
                  <a:lnTo>
                    <a:pt x="0" y="185"/>
                  </a:lnTo>
                  <a:close/>
                </a:path>
              </a:pathLst>
            </a:custGeom>
            <a:solidFill>
              <a:srgbClr val="FFA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7" name="Freeform 619"/>
            <p:cNvSpPr>
              <a:spLocks/>
            </p:cNvSpPr>
            <p:nvPr/>
          </p:nvSpPr>
          <p:spPr bwMode="auto">
            <a:xfrm>
              <a:off x="3609" y="3132"/>
              <a:ext cx="218" cy="217"/>
            </a:xfrm>
            <a:custGeom>
              <a:avLst/>
              <a:gdLst>
                <a:gd name="T0" fmla="*/ 0 w 595"/>
                <a:gd name="T1" fmla="*/ 2 h 538"/>
                <a:gd name="T2" fmla="*/ 0 w 595"/>
                <a:gd name="T3" fmla="*/ 2 h 538"/>
                <a:gd name="T4" fmla="*/ 0 w 595"/>
                <a:gd name="T5" fmla="*/ 2 h 538"/>
                <a:gd name="T6" fmla="*/ 0 w 595"/>
                <a:gd name="T7" fmla="*/ 2 h 538"/>
                <a:gd name="T8" fmla="*/ 0 w 595"/>
                <a:gd name="T9" fmla="*/ 1 h 538"/>
                <a:gd name="T10" fmla="*/ 0 w 595"/>
                <a:gd name="T11" fmla="*/ 1 h 538"/>
                <a:gd name="T12" fmla="*/ 0 w 595"/>
                <a:gd name="T13" fmla="*/ 1 h 538"/>
                <a:gd name="T14" fmla="*/ 0 w 595"/>
                <a:gd name="T15" fmla="*/ 1 h 538"/>
                <a:gd name="T16" fmla="*/ 0 w 595"/>
                <a:gd name="T17" fmla="*/ 1 h 538"/>
                <a:gd name="T18" fmla="*/ 0 w 595"/>
                <a:gd name="T19" fmla="*/ 1 h 538"/>
                <a:gd name="T20" fmla="*/ 1 w 595"/>
                <a:gd name="T21" fmla="*/ 0 h 538"/>
                <a:gd name="T22" fmla="*/ 1 w 595"/>
                <a:gd name="T23" fmla="*/ 0 h 538"/>
                <a:gd name="T24" fmla="*/ 1 w 595"/>
                <a:gd name="T25" fmla="*/ 0 h 538"/>
                <a:gd name="T26" fmla="*/ 1 w 595"/>
                <a:gd name="T27" fmla="*/ 0 h 538"/>
                <a:gd name="T28" fmla="*/ 1 w 595"/>
                <a:gd name="T29" fmla="*/ 0 h 538"/>
                <a:gd name="T30" fmla="*/ 1 w 595"/>
                <a:gd name="T31" fmla="*/ 0 h 538"/>
                <a:gd name="T32" fmla="*/ 2 w 595"/>
                <a:gd name="T33" fmla="*/ 0 h 538"/>
                <a:gd name="T34" fmla="*/ 2 w 595"/>
                <a:gd name="T35" fmla="*/ 0 h 538"/>
                <a:gd name="T36" fmla="*/ 2 w 595"/>
                <a:gd name="T37" fmla="*/ 0 h 538"/>
                <a:gd name="T38" fmla="*/ 2 w 595"/>
                <a:gd name="T39" fmla="*/ 0 h 538"/>
                <a:gd name="T40" fmla="*/ 3 w 595"/>
                <a:gd name="T41" fmla="*/ 0 h 538"/>
                <a:gd name="T42" fmla="*/ 3 w 595"/>
                <a:gd name="T43" fmla="*/ 0 h 538"/>
                <a:gd name="T44" fmla="*/ 3 w 595"/>
                <a:gd name="T45" fmla="*/ 0 h 538"/>
                <a:gd name="T46" fmla="*/ 3 w 595"/>
                <a:gd name="T47" fmla="*/ 0 h 538"/>
                <a:gd name="T48" fmla="*/ 3 w 595"/>
                <a:gd name="T49" fmla="*/ 0 h 538"/>
                <a:gd name="T50" fmla="*/ 3 w 595"/>
                <a:gd name="T51" fmla="*/ 0 h 538"/>
                <a:gd name="T52" fmla="*/ 3 w 595"/>
                <a:gd name="T53" fmla="*/ 0 h 538"/>
                <a:gd name="T54" fmla="*/ 3 w 595"/>
                <a:gd name="T55" fmla="*/ 1 h 538"/>
                <a:gd name="T56" fmla="*/ 3 w 595"/>
                <a:gd name="T57" fmla="*/ 1 h 538"/>
                <a:gd name="T58" fmla="*/ 4 w 595"/>
                <a:gd name="T59" fmla="*/ 1 h 538"/>
                <a:gd name="T60" fmla="*/ 4 w 595"/>
                <a:gd name="T61" fmla="*/ 1 h 538"/>
                <a:gd name="T62" fmla="*/ 4 w 595"/>
                <a:gd name="T63" fmla="*/ 1 h 538"/>
                <a:gd name="T64" fmla="*/ 4 w 595"/>
                <a:gd name="T65" fmla="*/ 1 h 538"/>
                <a:gd name="T66" fmla="*/ 4 w 595"/>
                <a:gd name="T67" fmla="*/ 1 h 538"/>
                <a:gd name="T68" fmla="*/ 4 w 595"/>
                <a:gd name="T69" fmla="*/ 2 h 538"/>
                <a:gd name="T70" fmla="*/ 4 w 595"/>
                <a:gd name="T71" fmla="*/ 2 h 538"/>
                <a:gd name="T72" fmla="*/ 4 w 595"/>
                <a:gd name="T73" fmla="*/ 2 h 538"/>
                <a:gd name="T74" fmla="*/ 4 w 595"/>
                <a:gd name="T75" fmla="*/ 2 h 538"/>
                <a:gd name="T76" fmla="*/ 4 w 595"/>
                <a:gd name="T77" fmla="*/ 6 h 538"/>
                <a:gd name="T78" fmla="*/ 0 w 595"/>
                <a:gd name="T79" fmla="*/ 6 h 538"/>
                <a:gd name="T80" fmla="*/ 0 w 595"/>
                <a:gd name="T81" fmla="*/ 2 h 5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595"/>
                <a:gd name="T124" fmla="*/ 0 h 538"/>
                <a:gd name="T125" fmla="*/ 595 w 595"/>
                <a:gd name="T126" fmla="*/ 538 h 5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595" h="538">
                  <a:moveTo>
                    <a:pt x="0" y="185"/>
                  </a:moveTo>
                  <a:lnTo>
                    <a:pt x="2" y="168"/>
                  </a:lnTo>
                  <a:lnTo>
                    <a:pt x="6" y="150"/>
                  </a:lnTo>
                  <a:lnTo>
                    <a:pt x="14" y="134"/>
                  </a:lnTo>
                  <a:lnTo>
                    <a:pt x="23" y="119"/>
                  </a:lnTo>
                  <a:lnTo>
                    <a:pt x="32" y="107"/>
                  </a:lnTo>
                  <a:lnTo>
                    <a:pt x="41" y="95"/>
                  </a:lnTo>
                  <a:lnTo>
                    <a:pt x="53" y="82"/>
                  </a:lnTo>
                  <a:lnTo>
                    <a:pt x="69" y="68"/>
                  </a:lnTo>
                  <a:lnTo>
                    <a:pt x="88" y="56"/>
                  </a:lnTo>
                  <a:lnTo>
                    <a:pt x="112" y="43"/>
                  </a:lnTo>
                  <a:lnTo>
                    <a:pt x="135" y="32"/>
                  </a:lnTo>
                  <a:lnTo>
                    <a:pt x="163" y="23"/>
                  </a:lnTo>
                  <a:lnTo>
                    <a:pt x="189" y="14"/>
                  </a:lnTo>
                  <a:lnTo>
                    <a:pt x="218" y="8"/>
                  </a:lnTo>
                  <a:lnTo>
                    <a:pt x="244" y="3"/>
                  </a:lnTo>
                  <a:lnTo>
                    <a:pt x="266" y="2"/>
                  </a:lnTo>
                  <a:lnTo>
                    <a:pt x="291" y="0"/>
                  </a:lnTo>
                  <a:lnTo>
                    <a:pt x="318" y="0"/>
                  </a:lnTo>
                  <a:lnTo>
                    <a:pt x="338" y="2"/>
                  </a:lnTo>
                  <a:lnTo>
                    <a:pt x="360" y="5"/>
                  </a:lnTo>
                  <a:lnTo>
                    <a:pt x="384" y="9"/>
                  </a:lnTo>
                  <a:lnTo>
                    <a:pt x="405" y="14"/>
                  </a:lnTo>
                  <a:lnTo>
                    <a:pt x="428" y="21"/>
                  </a:lnTo>
                  <a:lnTo>
                    <a:pt x="449" y="29"/>
                  </a:lnTo>
                  <a:lnTo>
                    <a:pt x="470" y="38"/>
                  </a:lnTo>
                  <a:lnTo>
                    <a:pt x="486" y="46"/>
                  </a:lnTo>
                  <a:lnTo>
                    <a:pt x="499" y="54"/>
                  </a:lnTo>
                  <a:lnTo>
                    <a:pt x="512" y="62"/>
                  </a:lnTo>
                  <a:lnTo>
                    <a:pt x="527" y="72"/>
                  </a:lnTo>
                  <a:lnTo>
                    <a:pt x="540" y="83"/>
                  </a:lnTo>
                  <a:lnTo>
                    <a:pt x="553" y="97"/>
                  </a:lnTo>
                  <a:lnTo>
                    <a:pt x="564" y="110"/>
                  </a:lnTo>
                  <a:lnTo>
                    <a:pt x="573" y="122"/>
                  </a:lnTo>
                  <a:lnTo>
                    <a:pt x="580" y="133"/>
                  </a:lnTo>
                  <a:lnTo>
                    <a:pt x="586" y="145"/>
                  </a:lnTo>
                  <a:lnTo>
                    <a:pt x="591" y="157"/>
                  </a:lnTo>
                  <a:lnTo>
                    <a:pt x="595" y="173"/>
                  </a:lnTo>
                  <a:lnTo>
                    <a:pt x="595" y="538"/>
                  </a:lnTo>
                  <a:lnTo>
                    <a:pt x="2" y="536"/>
                  </a:lnTo>
                  <a:lnTo>
                    <a:pt x="0" y="185"/>
                  </a:lnTo>
                  <a:close/>
                </a:path>
              </a:pathLst>
            </a:custGeom>
            <a:solidFill>
              <a:srgbClr val="E07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18" name="Oval 620"/>
            <p:cNvSpPr>
              <a:spLocks noChangeArrowheads="1"/>
            </p:cNvSpPr>
            <p:nvPr/>
          </p:nvSpPr>
          <p:spPr bwMode="auto">
            <a:xfrm>
              <a:off x="3624" y="3142"/>
              <a:ext cx="185" cy="205"/>
            </a:xfrm>
            <a:prstGeom prst="ellipse">
              <a:avLst/>
            </a:prstGeom>
            <a:solidFill>
              <a:srgbClr val="FFFF00"/>
            </a:solidFill>
            <a:ln w="3175">
              <a:solidFill>
                <a:srgbClr val="000000"/>
              </a:solidFill>
              <a:round/>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619" name="Group 621"/>
            <p:cNvGrpSpPr>
              <a:grpSpLocks/>
            </p:cNvGrpSpPr>
            <p:nvPr/>
          </p:nvGrpSpPr>
          <p:grpSpPr bwMode="auto">
            <a:xfrm>
              <a:off x="3728" y="3162"/>
              <a:ext cx="33" cy="32"/>
              <a:chOff x="3016" y="1916"/>
              <a:chExt cx="18" cy="16"/>
            </a:xfrm>
          </p:grpSpPr>
          <p:sp>
            <p:nvSpPr>
              <p:cNvPr id="626" name="Oval 622"/>
              <p:cNvSpPr>
                <a:spLocks noChangeArrowheads="1"/>
              </p:cNvSpPr>
              <p:nvPr/>
            </p:nvSpPr>
            <p:spPr bwMode="auto">
              <a:xfrm>
                <a:off x="3016" y="1916"/>
                <a:ext cx="12" cy="12"/>
              </a:xfrm>
              <a:prstGeom prst="ellipse">
                <a:avLst/>
              </a:prstGeom>
              <a:solidFill>
                <a:srgbClr val="FFFF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27" name="Oval 623"/>
              <p:cNvSpPr>
                <a:spLocks noChangeArrowheads="1"/>
              </p:cNvSpPr>
              <p:nvPr/>
            </p:nvSpPr>
            <p:spPr bwMode="auto">
              <a:xfrm>
                <a:off x="3025" y="1923"/>
                <a:ext cx="9" cy="9"/>
              </a:xfrm>
              <a:prstGeom prst="ellipse">
                <a:avLst/>
              </a:prstGeom>
              <a:solidFill>
                <a:srgbClr val="FFFF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sp>
          <p:nvSpPr>
            <p:cNvPr id="620" name="Freeform 624"/>
            <p:cNvSpPr>
              <a:spLocks/>
            </p:cNvSpPr>
            <p:nvPr/>
          </p:nvSpPr>
          <p:spPr bwMode="auto">
            <a:xfrm>
              <a:off x="3613" y="3383"/>
              <a:ext cx="218" cy="215"/>
            </a:xfrm>
            <a:custGeom>
              <a:avLst/>
              <a:gdLst>
                <a:gd name="T0" fmla="*/ 0 w 595"/>
                <a:gd name="T1" fmla="*/ 2 h 537"/>
                <a:gd name="T2" fmla="*/ 0 w 595"/>
                <a:gd name="T3" fmla="*/ 2 h 537"/>
                <a:gd name="T4" fmla="*/ 0 w 595"/>
                <a:gd name="T5" fmla="*/ 2 h 537"/>
                <a:gd name="T6" fmla="*/ 0 w 595"/>
                <a:gd name="T7" fmla="*/ 2 h 537"/>
                <a:gd name="T8" fmla="*/ 0 w 595"/>
                <a:gd name="T9" fmla="*/ 1 h 537"/>
                <a:gd name="T10" fmla="*/ 0 w 595"/>
                <a:gd name="T11" fmla="*/ 1 h 537"/>
                <a:gd name="T12" fmla="*/ 0 w 595"/>
                <a:gd name="T13" fmla="*/ 1 h 537"/>
                <a:gd name="T14" fmla="*/ 0 w 595"/>
                <a:gd name="T15" fmla="*/ 1 h 537"/>
                <a:gd name="T16" fmla="*/ 0 w 595"/>
                <a:gd name="T17" fmla="*/ 1 h 537"/>
                <a:gd name="T18" fmla="*/ 0 w 595"/>
                <a:gd name="T19" fmla="*/ 1 h 537"/>
                <a:gd name="T20" fmla="*/ 1 w 595"/>
                <a:gd name="T21" fmla="*/ 0 h 537"/>
                <a:gd name="T22" fmla="*/ 1 w 595"/>
                <a:gd name="T23" fmla="*/ 0 h 537"/>
                <a:gd name="T24" fmla="*/ 1 w 595"/>
                <a:gd name="T25" fmla="*/ 0 h 537"/>
                <a:gd name="T26" fmla="*/ 1 w 595"/>
                <a:gd name="T27" fmla="*/ 0 h 537"/>
                <a:gd name="T28" fmla="*/ 1 w 595"/>
                <a:gd name="T29" fmla="*/ 0 h 537"/>
                <a:gd name="T30" fmla="*/ 1 w 595"/>
                <a:gd name="T31" fmla="*/ 0 h 537"/>
                <a:gd name="T32" fmla="*/ 2 w 595"/>
                <a:gd name="T33" fmla="*/ 0 h 537"/>
                <a:gd name="T34" fmla="*/ 2 w 595"/>
                <a:gd name="T35" fmla="*/ 0 h 537"/>
                <a:gd name="T36" fmla="*/ 2 w 595"/>
                <a:gd name="T37" fmla="*/ 0 h 537"/>
                <a:gd name="T38" fmla="*/ 2 w 595"/>
                <a:gd name="T39" fmla="*/ 0 h 537"/>
                <a:gd name="T40" fmla="*/ 3 w 595"/>
                <a:gd name="T41" fmla="*/ 0 h 537"/>
                <a:gd name="T42" fmla="*/ 3 w 595"/>
                <a:gd name="T43" fmla="*/ 0 h 537"/>
                <a:gd name="T44" fmla="*/ 3 w 595"/>
                <a:gd name="T45" fmla="*/ 0 h 537"/>
                <a:gd name="T46" fmla="*/ 3 w 595"/>
                <a:gd name="T47" fmla="*/ 0 h 537"/>
                <a:gd name="T48" fmla="*/ 3 w 595"/>
                <a:gd name="T49" fmla="*/ 0 h 537"/>
                <a:gd name="T50" fmla="*/ 3 w 595"/>
                <a:gd name="T51" fmla="*/ 0 h 537"/>
                <a:gd name="T52" fmla="*/ 3 w 595"/>
                <a:gd name="T53" fmla="*/ 0 h 537"/>
                <a:gd name="T54" fmla="*/ 3 w 595"/>
                <a:gd name="T55" fmla="*/ 1 h 537"/>
                <a:gd name="T56" fmla="*/ 3 w 595"/>
                <a:gd name="T57" fmla="*/ 1 h 537"/>
                <a:gd name="T58" fmla="*/ 4 w 595"/>
                <a:gd name="T59" fmla="*/ 1 h 537"/>
                <a:gd name="T60" fmla="*/ 4 w 595"/>
                <a:gd name="T61" fmla="*/ 1 h 537"/>
                <a:gd name="T62" fmla="*/ 4 w 595"/>
                <a:gd name="T63" fmla="*/ 1 h 537"/>
                <a:gd name="T64" fmla="*/ 4 w 595"/>
                <a:gd name="T65" fmla="*/ 1 h 537"/>
                <a:gd name="T66" fmla="*/ 4 w 595"/>
                <a:gd name="T67" fmla="*/ 1 h 537"/>
                <a:gd name="T68" fmla="*/ 4 w 595"/>
                <a:gd name="T69" fmla="*/ 1 h 537"/>
                <a:gd name="T70" fmla="*/ 4 w 595"/>
                <a:gd name="T71" fmla="*/ 2 h 537"/>
                <a:gd name="T72" fmla="*/ 4 w 595"/>
                <a:gd name="T73" fmla="*/ 2 h 537"/>
                <a:gd name="T74" fmla="*/ 4 w 595"/>
                <a:gd name="T75" fmla="*/ 2 h 537"/>
                <a:gd name="T76" fmla="*/ 4 w 595"/>
                <a:gd name="T77" fmla="*/ 6 h 537"/>
                <a:gd name="T78" fmla="*/ 0 w 595"/>
                <a:gd name="T79" fmla="*/ 6 h 537"/>
                <a:gd name="T80" fmla="*/ 0 w 595"/>
                <a:gd name="T81" fmla="*/ 2 h 53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595"/>
                <a:gd name="T124" fmla="*/ 0 h 537"/>
                <a:gd name="T125" fmla="*/ 595 w 595"/>
                <a:gd name="T126" fmla="*/ 537 h 53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595" h="537">
                  <a:moveTo>
                    <a:pt x="0" y="184"/>
                  </a:moveTo>
                  <a:lnTo>
                    <a:pt x="1" y="167"/>
                  </a:lnTo>
                  <a:lnTo>
                    <a:pt x="6" y="149"/>
                  </a:lnTo>
                  <a:lnTo>
                    <a:pt x="13" y="134"/>
                  </a:lnTo>
                  <a:lnTo>
                    <a:pt x="22" y="118"/>
                  </a:lnTo>
                  <a:lnTo>
                    <a:pt x="31" y="106"/>
                  </a:lnTo>
                  <a:lnTo>
                    <a:pt x="40" y="94"/>
                  </a:lnTo>
                  <a:lnTo>
                    <a:pt x="52" y="81"/>
                  </a:lnTo>
                  <a:lnTo>
                    <a:pt x="68" y="69"/>
                  </a:lnTo>
                  <a:lnTo>
                    <a:pt x="87" y="57"/>
                  </a:lnTo>
                  <a:lnTo>
                    <a:pt x="111" y="43"/>
                  </a:lnTo>
                  <a:lnTo>
                    <a:pt x="134" y="33"/>
                  </a:lnTo>
                  <a:lnTo>
                    <a:pt x="162" y="23"/>
                  </a:lnTo>
                  <a:lnTo>
                    <a:pt x="188" y="15"/>
                  </a:lnTo>
                  <a:lnTo>
                    <a:pt x="217" y="9"/>
                  </a:lnTo>
                  <a:lnTo>
                    <a:pt x="244" y="4"/>
                  </a:lnTo>
                  <a:lnTo>
                    <a:pt x="265" y="3"/>
                  </a:lnTo>
                  <a:lnTo>
                    <a:pt x="290" y="0"/>
                  </a:lnTo>
                  <a:lnTo>
                    <a:pt x="317" y="0"/>
                  </a:lnTo>
                  <a:lnTo>
                    <a:pt x="337" y="3"/>
                  </a:lnTo>
                  <a:lnTo>
                    <a:pt x="359" y="5"/>
                  </a:lnTo>
                  <a:lnTo>
                    <a:pt x="383" y="10"/>
                  </a:lnTo>
                  <a:lnTo>
                    <a:pt x="405" y="15"/>
                  </a:lnTo>
                  <a:lnTo>
                    <a:pt x="427" y="22"/>
                  </a:lnTo>
                  <a:lnTo>
                    <a:pt x="448" y="29"/>
                  </a:lnTo>
                  <a:lnTo>
                    <a:pt x="470" y="39"/>
                  </a:lnTo>
                  <a:lnTo>
                    <a:pt x="485" y="46"/>
                  </a:lnTo>
                  <a:lnTo>
                    <a:pt x="498" y="54"/>
                  </a:lnTo>
                  <a:lnTo>
                    <a:pt x="512" y="63"/>
                  </a:lnTo>
                  <a:lnTo>
                    <a:pt x="526" y="72"/>
                  </a:lnTo>
                  <a:lnTo>
                    <a:pt x="539" y="82"/>
                  </a:lnTo>
                  <a:lnTo>
                    <a:pt x="553" y="96"/>
                  </a:lnTo>
                  <a:lnTo>
                    <a:pt x="563" y="110"/>
                  </a:lnTo>
                  <a:lnTo>
                    <a:pt x="572" y="122"/>
                  </a:lnTo>
                  <a:lnTo>
                    <a:pt x="579" y="132"/>
                  </a:lnTo>
                  <a:lnTo>
                    <a:pt x="585" y="144"/>
                  </a:lnTo>
                  <a:lnTo>
                    <a:pt x="590" y="156"/>
                  </a:lnTo>
                  <a:lnTo>
                    <a:pt x="595" y="172"/>
                  </a:lnTo>
                  <a:lnTo>
                    <a:pt x="595" y="537"/>
                  </a:lnTo>
                  <a:lnTo>
                    <a:pt x="1" y="535"/>
                  </a:lnTo>
                  <a:lnTo>
                    <a:pt x="0" y="184"/>
                  </a:lnTo>
                  <a:close/>
                </a:path>
              </a:pathLst>
            </a:custGeom>
            <a:solidFill>
              <a:srgbClr val="FFA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21" name="Freeform 625"/>
            <p:cNvSpPr>
              <a:spLocks/>
            </p:cNvSpPr>
            <p:nvPr/>
          </p:nvSpPr>
          <p:spPr bwMode="auto">
            <a:xfrm>
              <a:off x="3615" y="3389"/>
              <a:ext cx="218" cy="217"/>
            </a:xfrm>
            <a:custGeom>
              <a:avLst/>
              <a:gdLst>
                <a:gd name="T0" fmla="*/ 0 w 595"/>
                <a:gd name="T1" fmla="*/ 2 h 538"/>
                <a:gd name="T2" fmla="*/ 0 w 595"/>
                <a:gd name="T3" fmla="*/ 2 h 538"/>
                <a:gd name="T4" fmla="*/ 0 w 595"/>
                <a:gd name="T5" fmla="*/ 2 h 538"/>
                <a:gd name="T6" fmla="*/ 0 w 595"/>
                <a:gd name="T7" fmla="*/ 2 h 538"/>
                <a:gd name="T8" fmla="*/ 0 w 595"/>
                <a:gd name="T9" fmla="*/ 1 h 538"/>
                <a:gd name="T10" fmla="*/ 0 w 595"/>
                <a:gd name="T11" fmla="*/ 1 h 538"/>
                <a:gd name="T12" fmla="*/ 0 w 595"/>
                <a:gd name="T13" fmla="*/ 1 h 538"/>
                <a:gd name="T14" fmla="*/ 0 w 595"/>
                <a:gd name="T15" fmla="*/ 1 h 538"/>
                <a:gd name="T16" fmla="*/ 0 w 595"/>
                <a:gd name="T17" fmla="*/ 1 h 538"/>
                <a:gd name="T18" fmla="*/ 0 w 595"/>
                <a:gd name="T19" fmla="*/ 1 h 538"/>
                <a:gd name="T20" fmla="*/ 1 w 595"/>
                <a:gd name="T21" fmla="*/ 0 h 538"/>
                <a:gd name="T22" fmla="*/ 1 w 595"/>
                <a:gd name="T23" fmla="*/ 0 h 538"/>
                <a:gd name="T24" fmla="*/ 1 w 595"/>
                <a:gd name="T25" fmla="*/ 0 h 538"/>
                <a:gd name="T26" fmla="*/ 1 w 595"/>
                <a:gd name="T27" fmla="*/ 0 h 538"/>
                <a:gd name="T28" fmla="*/ 1 w 595"/>
                <a:gd name="T29" fmla="*/ 0 h 538"/>
                <a:gd name="T30" fmla="*/ 1 w 595"/>
                <a:gd name="T31" fmla="*/ 0 h 538"/>
                <a:gd name="T32" fmla="*/ 2 w 595"/>
                <a:gd name="T33" fmla="*/ 0 h 538"/>
                <a:gd name="T34" fmla="*/ 2 w 595"/>
                <a:gd name="T35" fmla="*/ 0 h 538"/>
                <a:gd name="T36" fmla="*/ 2 w 595"/>
                <a:gd name="T37" fmla="*/ 0 h 538"/>
                <a:gd name="T38" fmla="*/ 2 w 595"/>
                <a:gd name="T39" fmla="*/ 0 h 538"/>
                <a:gd name="T40" fmla="*/ 3 w 595"/>
                <a:gd name="T41" fmla="*/ 0 h 538"/>
                <a:gd name="T42" fmla="*/ 3 w 595"/>
                <a:gd name="T43" fmla="*/ 0 h 538"/>
                <a:gd name="T44" fmla="*/ 3 w 595"/>
                <a:gd name="T45" fmla="*/ 0 h 538"/>
                <a:gd name="T46" fmla="*/ 3 w 595"/>
                <a:gd name="T47" fmla="*/ 0 h 538"/>
                <a:gd name="T48" fmla="*/ 3 w 595"/>
                <a:gd name="T49" fmla="*/ 0 h 538"/>
                <a:gd name="T50" fmla="*/ 3 w 595"/>
                <a:gd name="T51" fmla="*/ 0 h 538"/>
                <a:gd name="T52" fmla="*/ 3 w 595"/>
                <a:gd name="T53" fmla="*/ 0 h 538"/>
                <a:gd name="T54" fmla="*/ 3 w 595"/>
                <a:gd name="T55" fmla="*/ 1 h 538"/>
                <a:gd name="T56" fmla="*/ 3 w 595"/>
                <a:gd name="T57" fmla="*/ 1 h 538"/>
                <a:gd name="T58" fmla="*/ 4 w 595"/>
                <a:gd name="T59" fmla="*/ 1 h 538"/>
                <a:gd name="T60" fmla="*/ 4 w 595"/>
                <a:gd name="T61" fmla="*/ 1 h 538"/>
                <a:gd name="T62" fmla="*/ 4 w 595"/>
                <a:gd name="T63" fmla="*/ 1 h 538"/>
                <a:gd name="T64" fmla="*/ 4 w 595"/>
                <a:gd name="T65" fmla="*/ 1 h 538"/>
                <a:gd name="T66" fmla="*/ 4 w 595"/>
                <a:gd name="T67" fmla="*/ 1 h 538"/>
                <a:gd name="T68" fmla="*/ 4 w 595"/>
                <a:gd name="T69" fmla="*/ 2 h 538"/>
                <a:gd name="T70" fmla="*/ 4 w 595"/>
                <a:gd name="T71" fmla="*/ 2 h 538"/>
                <a:gd name="T72" fmla="*/ 4 w 595"/>
                <a:gd name="T73" fmla="*/ 2 h 538"/>
                <a:gd name="T74" fmla="*/ 4 w 595"/>
                <a:gd name="T75" fmla="*/ 2 h 538"/>
                <a:gd name="T76" fmla="*/ 4 w 595"/>
                <a:gd name="T77" fmla="*/ 6 h 538"/>
                <a:gd name="T78" fmla="*/ 0 w 595"/>
                <a:gd name="T79" fmla="*/ 6 h 538"/>
                <a:gd name="T80" fmla="*/ 0 w 595"/>
                <a:gd name="T81" fmla="*/ 2 h 5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595"/>
                <a:gd name="T124" fmla="*/ 0 h 538"/>
                <a:gd name="T125" fmla="*/ 595 w 595"/>
                <a:gd name="T126" fmla="*/ 538 h 5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595" h="538">
                  <a:moveTo>
                    <a:pt x="0" y="184"/>
                  </a:moveTo>
                  <a:lnTo>
                    <a:pt x="1" y="167"/>
                  </a:lnTo>
                  <a:lnTo>
                    <a:pt x="6" y="149"/>
                  </a:lnTo>
                  <a:lnTo>
                    <a:pt x="13" y="134"/>
                  </a:lnTo>
                  <a:lnTo>
                    <a:pt x="23" y="118"/>
                  </a:lnTo>
                  <a:lnTo>
                    <a:pt x="31" y="106"/>
                  </a:lnTo>
                  <a:lnTo>
                    <a:pt x="41" y="94"/>
                  </a:lnTo>
                  <a:lnTo>
                    <a:pt x="53" y="81"/>
                  </a:lnTo>
                  <a:lnTo>
                    <a:pt x="68" y="68"/>
                  </a:lnTo>
                  <a:lnTo>
                    <a:pt x="88" y="56"/>
                  </a:lnTo>
                  <a:lnTo>
                    <a:pt x="112" y="44"/>
                  </a:lnTo>
                  <a:lnTo>
                    <a:pt x="134" y="33"/>
                  </a:lnTo>
                  <a:lnTo>
                    <a:pt x="162" y="23"/>
                  </a:lnTo>
                  <a:lnTo>
                    <a:pt x="187" y="15"/>
                  </a:lnTo>
                  <a:lnTo>
                    <a:pt x="217" y="9"/>
                  </a:lnTo>
                  <a:lnTo>
                    <a:pt x="244" y="4"/>
                  </a:lnTo>
                  <a:lnTo>
                    <a:pt x="265" y="3"/>
                  </a:lnTo>
                  <a:lnTo>
                    <a:pt x="291" y="0"/>
                  </a:lnTo>
                  <a:lnTo>
                    <a:pt x="317" y="0"/>
                  </a:lnTo>
                  <a:lnTo>
                    <a:pt x="338" y="3"/>
                  </a:lnTo>
                  <a:lnTo>
                    <a:pt x="359" y="5"/>
                  </a:lnTo>
                  <a:lnTo>
                    <a:pt x="383" y="10"/>
                  </a:lnTo>
                  <a:lnTo>
                    <a:pt x="405" y="15"/>
                  </a:lnTo>
                  <a:lnTo>
                    <a:pt x="428" y="22"/>
                  </a:lnTo>
                  <a:lnTo>
                    <a:pt x="448" y="29"/>
                  </a:lnTo>
                  <a:lnTo>
                    <a:pt x="470" y="39"/>
                  </a:lnTo>
                  <a:lnTo>
                    <a:pt x="485" y="46"/>
                  </a:lnTo>
                  <a:lnTo>
                    <a:pt x="499" y="55"/>
                  </a:lnTo>
                  <a:lnTo>
                    <a:pt x="512" y="62"/>
                  </a:lnTo>
                  <a:lnTo>
                    <a:pt x="526" y="71"/>
                  </a:lnTo>
                  <a:lnTo>
                    <a:pt x="539" y="82"/>
                  </a:lnTo>
                  <a:lnTo>
                    <a:pt x="553" y="97"/>
                  </a:lnTo>
                  <a:lnTo>
                    <a:pt x="564" y="110"/>
                  </a:lnTo>
                  <a:lnTo>
                    <a:pt x="572" y="122"/>
                  </a:lnTo>
                  <a:lnTo>
                    <a:pt x="579" y="133"/>
                  </a:lnTo>
                  <a:lnTo>
                    <a:pt x="585" y="145"/>
                  </a:lnTo>
                  <a:lnTo>
                    <a:pt x="590" y="157"/>
                  </a:lnTo>
                  <a:lnTo>
                    <a:pt x="595" y="172"/>
                  </a:lnTo>
                  <a:lnTo>
                    <a:pt x="595" y="538"/>
                  </a:lnTo>
                  <a:lnTo>
                    <a:pt x="1" y="535"/>
                  </a:lnTo>
                  <a:lnTo>
                    <a:pt x="0" y="184"/>
                  </a:lnTo>
                  <a:close/>
                </a:path>
              </a:pathLst>
            </a:custGeom>
            <a:solidFill>
              <a:srgbClr val="E07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622" name="Oval 626"/>
            <p:cNvSpPr>
              <a:spLocks noChangeArrowheads="1"/>
            </p:cNvSpPr>
            <p:nvPr/>
          </p:nvSpPr>
          <p:spPr bwMode="auto">
            <a:xfrm>
              <a:off x="3630" y="3399"/>
              <a:ext cx="185" cy="203"/>
            </a:xfrm>
            <a:prstGeom prst="ellipse">
              <a:avLst/>
            </a:prstGeom>
            <a:solidFill>
              <a:srgbClr val="66FF66"/>
            </a:solidFill>
            <a:ln w="3175">
              <a:solidFill>
                <a:srgbClr val="000000"/>
              </a:solidFill>
              <a:round/>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623" name="Group 627"/>
            <p:cNvGrpSpPr>
              <a:grpSpLocks/>
            </p:cNvGrpSpPr>
            <p:nvPr/>
          </p:nvGrpSpPr>
          <p:grpSpPr bwMode="auto">
            <a:xfrm>
              <a:off x="3734" y="3419"/>
              <a:ext cx="33" cy="32"/>
              <a:chOff x="3019" y="2044"/>
              <a:chExt cx="18" cy="16"/>
            </a:xfrm>
          </p:grpSpPr>
          <p:sp>
            <p:nvSpPr>
              <p:cNvPr id="624" name="Oval 628"/>
              <p:cNvSpPr>
                <a:spLocks noChangeArrowheads="1"/>
              </p:cNvSpPr>
              <p:nvPr/>
            </p:nvSpPr>
            <p:spPr bwMode="auto">
              <a:xfrm>
                <a:off x="3019" y="2044"/>
                <a:ext cx="11" cy="11"/>
              </a:xfrm>
              <a:prstGeom prst="ellipse">
                <a:avLst/>
              </a:prstGeom>
              <a:solidFill>
                <a:srgbClr val="80FF8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25" name="Oval 629"/>
              <p:cNvSpPr>
                <a:spLocks noChangeArrowheads="1"/>
              </p:cNvSpPr>
              <p:nvPr/>
            </p:nvSpPr>
            <p:spPr bwMode="auto">
              <a:xfrm>
                <a:off x="3028" y="2051"/>
                <a:ext cx="9" cy="9"/>
              </a:xfrm>
              <a:prstGeom prst="ellipse">
                <a:avLst/>
              </a:prstGeom>
              <a:solidFill>
                <a:srgbClr val="80FF8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grpSp>
        <p:nvGrpSpPr>
          <p:cNvPr id="630" name="Group 630"/>
          <p:cNvGrpSpPr>
            <a:grpSpLocks/>
          </p:cNvGrpSpPr>
          <p:nvPr/>
        </p:nvGrpSpPr>
        <p:grpSpPr bwMode="auto">
          <a:xfrm>
            <a:off x="1690609" y="1338045"/>
            <a:ext cx="3576638" cy="1274762"/>
            <a:chOff x="1296" y="384"/>
            <a:chExt cx="3312" cy="960"/>
          </a:xfrm>
        </p:grpSpPr>
        <p:sp>
          <p:nvSpPr>
            <p:cNvPr id="631" name="Rectangle 631"/>
            <p:cNvSpPr>
              <a:spLocks noChangeArrowheads="1"/>
            </p:cNvSpPr>
            <p:nvPr/>
          </p:nvSpPr>
          <p:spPr bwMode="auto">
            <a:xfrm>
              <a:off x="1296" y="384"/>
              <a:ext cx="3312" cy="960"/>
            </a:xfrm>
            <a:prstGeom prst="rect">
              <a:avLst/>
            </a:prstGeom>
            <a:solidFill>
              <a:srgbClr val="EAEAEA"/>
            </a:solidFill>
            <a:ln w="12700">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pic>
          <p:nvPicPr>
            <p:cNvPr id="632" name="Picture 6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6" y="384"/>
              <a:ext cx="3304" cy="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grpSp>
      <p:sp>
        <p:nvSpPr>
          <p:cNvPr id="633" name="Text Box 633"/>
          <p:cNvSpPr txBox="1">
            <a:spLocks noChangeArrowheads="1"/>
          </p:cNvSpPr>
          <p:nvPr/>
        </p:nvSpPr>
        <p:spPr bwMode="auto">
          <a:xfrm>
            <a:off x="2057322" y="1057057"/>
            <a:ext cx="25273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2000">
                <a:solidFill>
                  <a:srgbClr val="000000"/>
                </a:solidFill>
              </a:rPr>
              <a:t>Modelo de referência</a:t>
            </a:r>
          </a:p>
        </p:txBody>
      </p:sp>
      <p:grpSp>
        <p:nvGrpSpPr>
          <p:cNvPr id="634" name="Group 634"/>
          <p:cNvGrpSpPr>
            <a:grpSpLocks/>
          </p:cNvGrpSpPr>
          <p:nvPr/>
        </p:nvGrpSpPr>
        <p:grpSpPr bwMode="auto">
          <a:xfrm>
            <a:off x="1590597" y="3504982"/>
            <a:ext cx="1544637" cy="1673225"/>
            <a:chOff x="224" y="2656"/>
            <a:chExt cx="973" cy="1054"/>
          </a:xfrm>
        </p:grpSpPr>
        <p:sp>
          <p:nvSpPr>
            <p:cNvPr id="635" name="Rectangle 635"/>
            <p:cNvSpPr>
              <a:spLocks noChangeArrowheads="1"/>
            </p:cNvSpPr>
            <p:nvPr/>
          </p:nvSpPr>
          <p:spPr bwMode="auto">
            <a:xfrm>
              <a:off x="224" y="2656"/>
              <a:ext cx="973" cy="1054"/>
            </a:xfrm>
            <a:prstGeom prst="rect">
              <a:avLst/>
            </a:prstGeom>
            <a:solidFill>
              <a:srgbClr val="FFFF00"/>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636" name="Group 636"/>
            <p:cNvGrpSpPr>
              <a:grpSpLocks/>
            </p:cNvGrpSpPr>
            <p:nvPr/>
          </p:nvGrpSpPr>
          <p:grpSpPr bwMode="auto">
            <a:xfrm>
              <a:off x="303" y="2724"/>
              <a:ext cx="327" cy="378"/>
              <a:chOff x="4800" y="1776"/>
              <a:chExt cx="432" cy="579"/>
            </a:xfrm>
          </p:grpSpPr>
          <p:sp>
            <p:nvSpPr>
              <p:cNvPr id="670" name="AutoShape 637"/>
              <p:cNvSpPr>
                <a:spLocks noChangeArrowheads="1"/>
              </p:cNvSpPr>
              <p:nvPr/>
            </p:nvSpPr>
            <p:spPr bwMode="auto">
              <a:xfrm>
                <a:off x="4800" y="1776"/>
                <a:ext cx="432" cy="579"/>
              </a:xfrm>
              <a:prstGeom prst="foldedCorner">
                <a:avLst>
                  <a:gd name="adj" fmla="val 12500"/>
                </a:avLst>
              </a:prstGeom>
              <a:solidFill>
                <a:srgbClr val="FFFFCC"/>
              </a:solidFill>
              <a:ln w="9525">
                <a:solidFill>
                  <a:srgbClr val="000000"/>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71" name="Line 638"/>
              <p:cNvSpPr>
                <a:spLocks noChangeShapeType="1"/>
              </p:cNvSpPr>
              <p:nvPr/>
            </p:nvSpPr>
            <p:spPr bwMode="auto">
              <a:xfrm>
                <a:off x="4848" y="1872"/>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72" name="Line 639"/>
              <p:cNvSpPr>
                <a:spLocks noChangeShapeType="1"/>
              </p:cNvSpPr>
              <p:nvPr/>
            </p:nvSpPr>
            <p:spPr bwMode="auto">
              <a:xfrm>
                <a:off x="4848" y="1920"/>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73" name="Line 640"/>
              <p:cNvSpPr>
                <a:spLocks noChangeShapeType="1"/>
              </p:cNvSpPr>
              <p:nvPr/>
            </p:nvSpPr>
            <p:spPr bwMode="auto">
              <a:xfrm>
                <a:off x="4848" y="1968"/>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74" name="Line 641"/>
              <p:cNvSpPr>
                <a:spLocks noChangeShapeType="1"/>
              </p:cNvSpPr>
              <p:nvPr/>
            </p:nvSpPr>
            <p:spPr bwMode="auto">
              <a:xfrm>
                <a:off x="4848" y="2016"/>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75" name="Line 642"/>
              <p:cNvSpPr>
                <a:spLocks noChangeShapeType="1"/>
              </p:cNvSpPr>
              <p:nvPr/>
            </p:nvSpPr>
            <p:spPr bwMode="auto">
              <a:xfrm>
                <a:off x="4848" y="2064"/>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76" name="Line 643"/>
              <p:cNvSpPr>
                <a:spLocks noChangeShapeType="1"/>
              </p:cNvSpPr>
              <p:nvPr/>
            </p:nvSpPr>
            <p:spPr bwMode="auto">
              <a:xfrm>
                <a:off x="4848" y="2112"/>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77" name="Line 644"/>
              <p:cNvSpPr>
                <a:spLocks noChangeShapeType="1"/>
              </p:cNvSpPr>
              <p:nvPr/>
            </p:nvSpPr>
            <p:spPr bwMode="auto">
              <a:xfrm>
                <a:off x="4848" y="2160"/>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78" name="Line 645"/>
              <p:cNvSpPr>
                <a:spLocks noChangeShapeType="1"/>
              </p:cNvSpPr>
              <p:nvPr/>
            </p:nvSpPr>
            <p:spPr bwMode="auto">
              <a:xfrm>
                <a:off x="4848" y="2208"/>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79" name="Line 646"/>
              <p:cNvSpPr>
                <a:spLocks noChangeShapeType="1"/>
              </p:cNvSpPr>
              <p:nvPr/>
            </p:nvSpPr>
            <p:spPr bwMode="auto">
              <a:xfrm>
                <a:off x="4848" y="2256"/>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grpSp>
        <p:grpSp>
          <p:nvGrpSpPr>
            <p:cNvPr id="637" name="Group 647"/>
            <p:cNvGrpSpPr>
              <a:grpSpLocks/>
            </p:cNvGrpSpPr>
            <p:nvPr/>
          </p:nvGrpSpPr>
          <p:grpSpPr bwMode="auto">
            <a:xfrm>
              <a:off x="433" y="2887"/>
              <a:ext cx="327" cy="378"/>
              <a:chOff x="4800" y="1776"/>
              <a:chExt cx="432" cy="579"/>
            </a:xfrm>
          </p:grpSpPr>
          <p:sp>
            <p:nvSpPr>
              <p:cNvPr id="660" name="AutoShape 648"/>
              <p:cNvSpPr>
                <a:spLocks noChangeArrowheads="1"/>
              </p:cNvSpPr>
              <p:nvPr/>
            </p:nvSpPr>
            <p:spPr bwMode="auto">
              <a:xfrm>
                <a:off x="4800" y="1776"/>
                <a:ext cx="432" cy="579"/>
              </a:xfrm>
              <a:prstGeom prst="foldedCorner">
                <a:avLst>
                  <a:gd name="adj" fmla="val 12500"/>
                </a:avLst>
              </a:prstGeom>
              <a:solidFill>
                <a:srgbClr val="FFFFCC"/>
              </a:solidFill>
              <a:ln w="9525">
                <a:solidFill>
                  <a:srgbClr val="000000"/>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61" name="Line 649"/>
              <p:cNvSpPr>
                <a:spLocks noChangeShapeType="1"/>
              </p:cNvSpPr>
              <p:nvPr/>
            </p:nvSpPr>
            <p:spPr bwMode="auto">
              <a:xfrm>
                <a:off x="4848" y="1872"/>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62" name="Line 650"/>
              <p:cNvSpPr>
                <a:spLocks noChangeShapeType="1"/>
              </p:cNvSpPr>
              <p:nvPr/>
            </p:nvSpPr>
            <p:spPr bwMode="auto">
              <a:xfrm>
                <a:off x="4848" y="1920"/>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63" name="Line 651"/>
              <p:cNvSpPr>
                <a:spLocks noChangeShapeType="1"/>
              </p:cNvSpPr>
              <p:nvPr/>
            </p:nvSpPr>
            <p:spPr bwMode="auto">
              <a:xfrm>
                <a:off x="4848" y="1968"/>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64" name="Line 652"/>
              <p:cNvSpPr>
                <a:spLocks noChangeShapeType="1"/>
              </p:cNvSpPr>
              <p:nvPr/>
            </p:nvSpPr>
            <p:spPr bwMode="auto">
              <a:xfrm>
                <a:off x="4848" y="2016"/>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65" name="Line 653"/>
              <p:cNvSpPr>
                <a:spLocks noChangeShapeType="1"/>
              </p:cNvSpPr>
              <p:nvPr/>
            </p:nvSpPr>
            <p:spPr bwMode="auto">
              <a:xfrm>
                <a:off x="4848" y="2064"/>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66" name="Line 654"/>
              <p:cNvSpPr>
                <a:spLocks noChangeShapeType="1"/>
              </p:cNvSpPr>
              <p:nvPr/>
            </p:nvSpPr>
            <p:spPr bwMode="auto">
              <a:xfrm>
                <a:off x="4848" y="2112"/>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67" name="Line 655"/>
              <p:cNvSpPr>
                <a:spLocks noChangeShapeType="1"/>
              </p:cNvSpPr>
              <p:nvPr/>
            </p:nvSpPr>
            <p:spPr bwMode="auto">
              <a:xfrm>
                <a:off x="4848" y="2160"/>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68" name="Line 656"/>
              <p:cNvSpPr>
                <a:spLocks noChangeShapeType="1"/>
              </p:cNvSpPr>
              <p:nvPr/>
            </p:nvSpPr>
            <p:spPr bwMode="auto">
              <a:xfrm>
                <a:off x="4848" y="2208"/>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69" name="Line 657"/>
              <p:cNvSpPr>
                <a:spLocks noChangeShapeType="1"/>
              </p:cNvSpPr>
              <p:nvPr/>
            </p:nvSpPr>
            <p:spPr bwMode="auto">
              <a:xfrm>
                <a:off x="4848" y="2256"/>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grpSp>
        <p:grpSp>
          <p:nvGrpSpPr>
            <p:cNvPr id="638" name="Group 658"/>
            <p:cNvGrpSpPr>
              <a:grpSpLocks/>
            </p:cNvGrpSpPr>
            <p:nvPr/>
          </p:nvGrpSpPr>
          <p:grpSpPr bwMode="auto">
            <a:xfrm>
              <a:off x="563" y="3050"/>
              <a:ext cx="327" cy="378"/>
              <a:chOff x="4800" y="1776"/>
              <a:chExt cx="432" cy="579"/>
            </a:xfrm>
          </p:grpSpPr>
          <p:sp>
            <p:nvSpPr>
              <p:cNvPr id="650" name="AutoShape 659"/>
              <p:cNvSpPr>
                <a:spLocks noChangeArrowheads="1"/>
              </p:cNvSpPr>
              <p:nvPr/>
            </p:nvSpPr>
            <p:spPr bwMode="auto">
              <a:xfrm>
                <a:off x="4800" y="1776"/>
                <a:ext cx="432" cy="579"/>
              </a:xfrm>
              <a:prstGeom prst="foldedCorner">
                <a:avLst>
                  <a:gd name="adj" fmla="val 12500"/>
                </a:avLst>
              </a:prstGeom>
              <a:solidFill>
                <a:srgbClr val="FFFFCC"/>
              </a:solidFill>
              <a:ln w="9525">
                <a:solidFill>
                  <a:srgbClr val="000000"/>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51" name="Line 660"/>
              <p:cNvSpPr>
                <a:spLocks noChangeShapeType="1"/>
              </p:cNvSpPr>
              <p:nvPr/>
            </p:nvSpPr>
            <p:spPr bwMode="auto">
              <a:xfrm>
                <a:off x="4848" y="1872"/>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52" name="Line 661"/>
              <p:cNvSpPr>
                <a:spLocks noChangeShapeType="1"/>
              </p:cNvSpPr>
              <p:nvPr/>
            </p:nvSpPr>
            <p:spPr bwMode="auto">
              <a:xfrm>
                <a:off x="4848" y="1920"/>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53" name="Line 662"/>
              <p:cNvSpPr>
                <a:spLocks noChangeShapeType="1"/>
              </p:cNvSpPr>
              <p:nvPr/>
            </p:nvSpPr>
            <p:spPr bwMode="auto">
              <a:xfrm>
                <a:off x="4848" y="1968"/>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54" name="Line 663"/>
              <p:cNvSpPr>
                <a:spLocks noChangeShapeType="1"/>
              </p:cNvSpPr>
              <p:nvPr/>
            </p:nvSpPr>
            <p:spPr bwMode="auto">
              <a:xfrm>
                <a:off x="4848" y="2016"/>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55" name="Line 664"/>
              <p:cNvSpPr>
                <a:spLocks noChangeShapeType="1"/>
              </p:cNvSpPr>
              <p:nvPr/>
            </p:nvSpPr>
            <p:spPr bwMode="auto">
              <a:xfrm>
                <a:off x="4848" y="2064"/>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56" name="Line 665"/>
              <p:cNvSpPr>
                <a:spLocks noChangeShapeType="1"/>
              </p:cNvSpPr>
              <p:nvPr/>
            </p:nvSpPr>
            <p:spPr bwMode="auto">
              <a:xfrm>
                <a:off x="4848" y="2112"/>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57" name="Line 666"/>
              <p:cNvSpPr>
                <a:spLocks noChangeShapeType="1"/>
              </p:cNvSpPr>
              <p:nvPr/>
            </p:nvSpPr>
            <p:spPr bwMode="auto">
              <a:xfrm>
                <a:off x="4848" y="2160"/>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58" name="Line 667"/>
              <p:cNvSpPr>
                <a:spLocks noChangeShapeType="1"/>
              </p:cNvSpPr>
              <p:nvPr/>
            </p:nvSpPr>
            <p:spPr bwMode="auto">
              <a:xfrm>
                <a:off x="4848" y="2208"/>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59" name="Line 668"/>
              <p:cNvSpPr>
                <a:spLocks noChangeShapeType="1"/>
              </p:cNvSpPr>
              <p:nvPr/>
            </p:nvSpPr>
            <p:spPr bwMode="auto">
              <a:xfrm>
                <a:off x="4848" y="2256"/>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grpSp>
        <p:grpSp>
          <p:nvGrpSpPr>
            <p:cNvPr id="639" name="Group 669"/>
            <p:cNvGrpSpPr>
              <a:grpSpLocks/>
            </p:cNvGrpSpPr>
            <p:nvPr/>
          </p:nvGrpSpPr>
          <p:grpSpPr bwMode="auto">
            <a:xfrm>
              <a:off x="693" y="3213"/>
              <a:ext cx="327" cy="378"/>
              <a:chOff x="4800" y="1776"/>
              <a:chExt cx="432" cy="579"/>
            </a:xfrm>
          </p:grpSpPr>
          <p:sp>
            <p:nvSpPr>
              <p:cNvPr id="640" name="AutoShape 670"/>
              <p:cNvSpPr>
                <a:spLocks noChangeArrowheads="1"/>
              </p:cNvSpPr>
              <p:nvPr/>
            </p:nvSpPr>
            <p:spPr bwMode="auto">
              <a:xfrm>
                <a:off x="4800" y="1776"/>
                <a:ext cx="432" cy="579"/>
              </a:xfrm>
              <a:prstGeom prst="foldedCorner">
                <a:avLst>
                  <a:gd name="adj" fmla="val 12500"/>
                </a:avLst>
              </a:prstGeom>
              <a:solidFill>
                <a:srgbClr val="FFFFCC"/>
              </a:solidFill>
              <a:ln w="9525">
                <a:solidFill>
                  <a:srgbClr val="000000"/>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41" name="Line 671"/>
              <p:cNvSpPr>
                <a:spLocks noChangeShapeType="1"/>
              </p:cNvSpPr>
              <p:nvPr/>
            </p:nvSpPr>
            <p:spPr bwMode="auto">
              <a:xfrm>
                <a:off x="4848" y="1872"/>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42" name="Line 672"/>
              <p:cNvSpPr>
                <a:spLocks noChangeShapeType="1"/>
              </p:cNvSpPr>
              <p:nvPr/>
            </p:nvSpPr>
            <p:spPr bwMode="auto">
              <a:xfrm>
                <a:off x="4848" y="1920"/>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43" name="Line 673"/>
              <p:cNvSpPr>
                <a:spLocks noChangeShapeType="1"/>
              </p:cNvSpPr>
              <p:nvPr/>
            </p:nvSpPr>
            <p:spPr bwMode="auto">
              <a:xfrm>
                <a:off x="4848" y="1968"/>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44" name="Line 674"/>
              <p:cNvSpPr>
                <a:spLocks noChangeShapeType="1"/>
              </p:cNvSpPr>
              <p:nvPr/>
            </p:nvSpPr>
            <p:spPr bwMode="auto">
              <a:xfrm>
                <a:off x="4848" y="2016"/>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45" name="Line 675"/>
              <p:cNvSpPr>
                <a:spLocks noChangeShapeType="1"/>
              </p:cNvSpPr>
              <p:nvPr/>
            </p:nvSpPr>
            <p:spPr bwMode="auto">
              <a:xfrm>
                <a:off x="4848" y="2064"/>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46" name="Line 676"/>
              <p:cNvSpPr>
                <a:spLocks noChangeShapeType="1"/>
              </p:cNvSpPr>
              <p:nvPr/>
            </p:nvSpPr>
            <p:spPr bwMode="auto">
              <a:xfrm>
                <a:off x="4848" y="2112"/>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47" name="Line 677"/>
              <p:cNvSpPr>
                <a:spLocks noChangeShapeType="1"/>
              </p:cNvSpPr>
              <p:nvPr/>
            </p:nvSpPr>
            <p:spPr bwMode="auto">
              <a:xfrm>
                <a:off x="4848" y="2160"/>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48" name="Line 678"/>
              <p:cNvSpPr>
                <a:spLocks noChangeShapeType="1"/>
              </p:cNvSpPr>
              <p:nvPr/>
            </p:nvSpPr>
            <p:spPr bwMode="auto">
              <a:xfrm>
                <a:off x="4848" y="2208"/>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649" name="Line 679"/>
              <p:cNvSpPr>
                <a:spLocks noChangeShapeType="1"/>
              </p:cNvSpPr>
              <p:nvPr/>
            </p:nvSpPr>
            <p:spPr bwMode="auto">
              <a:xfrm>
                <a:off x="4848" y="2256"/>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grpSp>
      </p:grpSp>
      <p:sp>
        <p:nvSpPr>
          <p:cNvPr id="680" name="AutoShape 680"/>
          <p:cNvSpPr>
            <a:spLocks noChangeArrowheads="1"/>
          </p:cNvSpPr>
          <p:nvPr/>
        </p:nvSpPr>
        <p:spPr bwMode="auto">
          <a:xfrm rot="5400000">
            <a:off x="3113009" y="4187607"/>
            <a:ext cx="485775" cy="225425"/>
          </a:xfrm>
          <a:prstGeom prst="triangle">
            <a:avLst>
              <a:gd name="adj" fmla="val 50000"/>
            </a:avLst>
          </a:prstGeom>
          <a:solidFill>
            <a:srgbClr val="66FF66"/>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81" name="AutoShape 681"/>
          <p:cNvSpPr>
            <a:spLocks noChangeArrowheads="1"/>
          </p:cNvSpPr>
          <p:nvPr/>
        </p:nvSpPr>
        <p:spPr bwMode="auto">
          <a:xfrm rot="5400000">
            <a:off x="5267247" y="1773020"/>
            <a:ext cx="485775" cy="225425"/>
          </a:xfrm>
          <a:prstGeom prst="triangle">
            <a:avLst>
              <a:gd name="adj" fmla="val 50000"/>
            </a:avLst>
          </a:prstGeom>
          <a:solidFill>
            <a:srgbClr val="66FF66"/>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82" name="Line 682"/>
          <p:cNvSpPr>
            <a:spLocks noChangeShapeType="1"/>
          </p:cNvSpPr>
          <p:nvPr/>
        </p:nvSpPr>
        <p:spPr bwMode="auto">
          <a:xfrm flipH="1">
            <a:off x="1628697" y="2181007"/>
            <a:ext cx="1187450" cy="137795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683" name="Line 683"/>
          <p:cNvSpPr>
            <a:spLocks noChangeShapeType="1"/>
          </p:cNvSpPr>
          <p:nvPr/>
        </p:nvSpPr>
        <p:spPr bwMode="auto">
          <a:xfrm flipH="1">
            <a:off x="1889047" y="2217520"/>
            <a:ext cx="1187450" cy="137636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684" name="Line 684"/>
          <p:cNvSpPr>
            <a:spLocks noChangeShapeType="1"/>
          </p:cNvSpPr>
          <p:nvPr/>
        </p:nvSpPr>
        <p:spPr bwMode="auto">
          <a:xfrm flipH="1">
            <a:off x="2138284" y="2193707"/>
            <a:ext cx="1223963" cy="137636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685" name="Line 685"/>
          <p:cNvSpPr>
            <a:spLocks noChangeShapeType="1"/>
          </p:cNvSpPr>
          <p:nvPr/>
        </p:nvSpPr>
        <p:spPr bwMode="auto">
          <a:xfrm flipH="1">
            <a:off x="2374822" y="2181007"/>
            <a:ext cx="1176337" cy="150971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686" name="Line 686"/>
          <p:cNvSpPr>
            <a:spLocks noChangeShapeType="1"/>
          </p:cNvSpPr>
          <p:nvPr/>
        </p:nvSpPr>
        <p:spPr bwMode="auto">
          <a:xfrm flipH="1">
            <a:off x="2566909" y="2193707"/>
            <a:ext cx="1222375" cy="157956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687" name="Line 687"/>
          <p:cNvSpPr>
            <a:spLocks noChangeShapeType="1"/>
          </p:cNvSpPr>
          <p:nvPr/>
        </p:nvSpPr>
        <p:spPr bwMode="auto">
          <a:xfrm flipH="1">
            <a:off x="2814559" y="2193707"/>
            <a:ext cx="1223963" cy="16129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688" name="Text Box 688"/>
          <p:cNvSpPr txBox="1">
            <a:spLocks noChangeArrowheads="1"/>
          </p:cNvSpPr>
          <p:nvPr/>
        </p:nvSpPr>
        <p:spPr bwMode="auto">
          <a:xfrm>
            <a:off x="1665209" y="5143282"/>
            <a:ext cx="20129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2000">
                <a:solidFill>
                  <a:srgbClr val="000000"/>
                </a:solidFill>
              </a:rPr>
              <a:t>“catálogo” de critérios</a:t>
            </a:r>
          </a:p>
        </p:txBody>
      </p:sp>
      <p:sp>
        <p:nvSpPr>
          <p:cNvPr id="689" name="Rectangle 2"/>
          <p:cNvSpPr txBox="1">
            <a:spLocks noChangeArrowheads="1"/>
          </p:cNvSpPr>
          <p:nvPr/>
        </p:nvSpPr>
        <p:spPr>
          <a:xfrm>
            <a:off x="4602377" y="350620"/>
            <a:ext cx="7388225" cy="706437"/>
          </a:xfrm>
          <a:prstGeom prst="rect">
            <a:avLst/>
          </a:prstGeom>
        </p:spPr>
        <p:txBody>
          <a:bodyPr/>
          <a:lst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a:lstStyle>
          <a:p>
            <a:r>
              <a:rPr lang="pt-BR" altLang="pt-BR" sz="2400" b="1">
                <a:solidFill>
                  <a:srgbClr val="002060"/>
                </a:solidFill>
              </a:rPr>
              <a:t> </a:t>
            </a:r>
            <a:r>
              <a:rPr lang="pt-BR" altLang="pt-BR" sz="2400" b="1" dirty="0">
                <a:solidFill>
                  <a:srgbClr val="002060"/>
                </a:solidFill>
              </a:rPr>
              <a:t>Processo da sistemática de </a:t>
            </a:r>
            <a:r>
              <a:rPr lang="pt-BR" altLang="pt-BR" sz="2400" b="1" dirty="0" err="1">
                <a:solidFill>
                  <a:srgbClr val="002060"/>
                </a:solidFill>
              </a:rPr>
              <a:t>gates</a:t>
            </a:r>
            <a:endParaRPr lang="pt-BR" altLang="pt-BR" sz="2400" b="1" dirty="0">
              <a:solidFill>
                <a:srgbClr val="002060"/>
              </a:solidFill>
            </a:endParaRPr>
          </a:p>
        </p:txBody>
      </p:sp>
    </p:spTree>
    <p:extLst>
      <p:ext uri="{BB962C8B-B14F-4D97-AF65-F5344CB8AC3E}">
        <p14:creationId xmlns:p14="http://schemas.microsoft.com/office/powerpoint/2010/main" val="20257533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
          <p:cNvGrpSpPr>
            <a:grpSpLocks/>
          </p:cNvGrpSpPr>
          <p:nvPr/>
        </p:nvGrpSpPr>
        <p:grpSpPr bwMode="auto">
          <a:xfrm>
            <a:off x="1354666" y="1557338"/>
            <a:ext cx="9067800" cy="4576762"/>
            <a:chOff x="0" y="573"/>
            <a:chExt cx="5712" cy="2883"/>
          </a:xfrm>
        </p:grpSpPr>
        <p:sp>
          <p:nvSpPr>
            <p:cNvPr id="3" name="Rectangle 6"/>
            <p:cNvSpPr>
              <a:spLocks noChangeArrowheads="1"/>
            </p:cNvSpPr>
            <p:nvPr/>
          </p:nvSpPr>
          <p:spPr bwMode="auto">
            <a:xfrm>
              <a:off x="498" y="3277"/>
              <a:ext cx="4968" cy="179"/>
            </a:xfrm>
            <a:prstGeom prst="rect">
              <a:avLst/>
            </a:prstGeom>
            <a:solidFill>
              <a:srgbClr val="FFFF00"/>
            </a:solidFill>
            <a:ln w="9525">
              <a:solidFill>
                <a:schemeClr val="tx1"/>
              </a:solidFill>
              <a:miter lim="800000"/>
              <a:headEnd/>
              <a:tailEnd/>
            </a:ln>
          </p:spPr>
          <p:txBody>
            <a:bodyPr lIns="72000" tIns="0" rIns="72000" bIns="0" anchor="ctr" anchorCtr="1">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800" b="1" i="1">
                  <a:solidFill>
                    <a:srgbClr val="000000"/>
                  </a:solidFill>
                </a:rPr>
                <a:t>Melhoria do processo de desenvolvimento de produtos</a:t>
              </a:r>
            </a:p>
          </p:txBody>
        </p:sp>
        <p:sp>
          <p:nvSpPr>
            <p:cNvPr id="4" name="Rectangle 7"/>
            <p:cNvSpPr>
              <a:spLocks noChangeArrowheads="1"/>
            </p:cNvSpPr>
            <p:nvPr/>
          </p:nvSpPr>
          <p:spPr bwMode="auto">
            <a:xfrm>
              <a:off x="1474" y="3048"/>
              <a:ext cx="3838" cy="179"/>
            </a:xfrm>
            <a:prstGeom prst="rect">
              <a:avLst/>
            </a:prstGeom>
            <a:solidFill>
              <a:srgbClr val="EAEAEA"/>
            </a:solidFill>
            <a:ln w="9525">
              <a:solidFill>
                <a:schemeClr val="tx1"/>
              </a:solidFill>
              <a:miter lim="800000"/>
              <a:headEnd/>
              <a:tailEnd/>
            </a:ln>
          </p:spPr>
          <p:txBody>
            <a:bodyPr lIns="72000" tIns="0" rIns="72000" bIns="0" anchor="ctr" anchorCtr="1">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800" b="1" i="1">
                  <a:solidFill>
                    <a:srgbClr val="000000"/>
                  </a:solidFill>
                </a:rPr>
                <a:t>Gerenciamento de mudanças de engenharia</a:t>
              </a:r>
            </a:p>
          </p:txBody>
        </p:sp>
        <p:sp>
          <p:nvSpPr>
            <p:cNvPr id="5" name="Rectangle 8"/>
            <p:cNvSpPr>
              <a:spLocks noChangeArrowheads="1"/>
            </p:cNvSpPr>
            <p:nvPr/>
          </p:nvSpPr>
          <p:spPr bwMode="auto">
            <a:xfrm>
              <a:off x="0" y="3016"/>
              <a:ext cx="782" cy="349"/>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lIns="72000" tIns="0" rIns="72000" bIns="0" anchor="ctr">
              <a:spAutoFit/>
            </a:bodyPr>
            <a:lstStyle/>
            <a:p>
              <a:pPr>
                <a:defRPr/>
              </a:pPr>
              <a:r>
                <a:rPr lang="pt-BR" sz="1800" b="1" dirty="0">
                  <a:solidFill>
                    <a:srgbClr val="C00000"/>
                  </a:solidFill>
                </a:rPr>
                <a:t>Processos</a:t>
              </a:r>
            </a:p>
            <a:p>
              <a:pPr>
                <a:defRPr/>
              </a:pPr>
              <a:r>
                <a:rPr lang="pt-BR" sz="1800" b="1" dirty="0">
                  <a:solidFill>
                    <a:srgbClr val="C00000"/>
                  </a:solidFill>
                </a:rPr>
                <a:t>de apoio</a:t>
              </a:r>
            </a:p>
          </p:txBody>
        </p:sp>
        <p:sp>
          <p:nvSpPr>
            <p:cNvPr id="6" name="AutoShape 9"/>
            <p:cNvSpPr>
              <a:spLocks noChangeArrowheads="1"/>
            </p:cNvSpPr>
            <p:nvPr/>
          </p:nvSpPr>
          <p:spPr bwMode="auto">
            <a:xfrm>
              <a:off x="835"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7" name="AutoShape 10"/>
            <p:cNvSpPr>
              <a:spLocks noChangeArrowheads="1"/>
            </p:cNvSpPr>
            <p:nvPr/>
          </p:nvSpPr>
          <p:spPr bwMode="auto">
            <a:xfrm>
              <a:off x="2088"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 name="AutoShape 11"/>
            <p:cNvSpPr>
              <a:spLocks noChangeArrowheads="1"/>
            </p:cNvSpPr>
            <p:nvPr/>
          </p:nvSpPr>
          <p:spPr bwMode="auto">
            <a:xfrm>
              <a:off x="3342"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9" name="AutoShape 12"/>
            <p:cNvSpPr>
              <a:spLocks noChangeArrowheads="1"/>
            </p:cNvSpPr>
            <p:nvPr/>
          </p:nvSpPr>
          <p:spPr bwMode="auto">
            <a:xfrm>
              <a:off x="4596"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10" name="Group 13"/>
            <p:cNvGrpSpPr>
              <a:grpSpLocks/>
            </p:cNvGrpSpPr>
            <p:nvPr/>
          </p:nvGrpSpPr>
          <p:grpSpPr bwMode="auto">
            <a:xfrm>
              <a:off x="48" y="573"/>
              <a:ext cx="5664" cy="2262"/>
              <a:chOff x="48" y="573"/>
              <a:chExt cx="5664" cy="2262"/>
            </a:xfrm>
          </p:grpSpPr>
          <p:grpSp>
            <p:nvGrpSpPr>
              <p:cNvPr id="11" name="Group 14"/>
              <p:cNvGrpSpPr>
                <a:grpSpLocks/>
              </p:cNvGrpSpPr>
              <p:nvPr/>
            </p:nvGrpSpPr>
            <p:grpSpPr bwMode="auto">
              <a:xfrm>
                <a:off x="48" y="673"/>
                <a:ext cx="5664" cy="2162"/>
                <a:chOff x="48" y="673"/>
                <a:chExt cx="5664" cy="2162"/>
              </a:xfrm>
            </p:grpSpPr>
            <p:sp>
              <p:nvSpPr>
                <p:cNvPr id="13" name="Rectangle 15"/>
                <p:cNvSpPr>
                  <a:spLocks noChangeArrowheads="1"/>
                </p:cNvSpPr>
                <p:nvPr/>
              </p:nvSpPr>
              <p:spPr bwMode="auto">
                <a:xfrm>
                  <a:off x="48" y="673"/>
                  <a:ext cx="5664" cy="2162"/>
                </a:xfrm>
                <a:prstGeom prst="rect">
                  <a:avLst/>
                </a:prstGeom>
                <a:solidFill>
                  <a:srgbClr val="CCFFCC"/>
                </a:solidFill>
                <a:ln w="9525">
                  <a:solidFill>
                    <a:schemeClr val="tx1"/>
                  </a:solidFill>
                  <a:miter lim="800000"/>
                  <a:headEnd/>
                  <a:tailEnd/>
                </a:ln>
              </p:spPr>
              <p:txBody>
                <a:bodyPr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4" name="Freeform 16"/>
                <p:cNvSpPr>
                  <a:spLocks/>
                </p:cNvSpPr>
                <p:nvPr/>
              </p:nvSpPr>
              <p:spPr bwMode="auto">
                <a:xfrm>
                  <a:off x="501" y="1460"/>
                  <a:ext cx="4593" cy="1046"/>
                </a:xfrm>
                <a:custGeom>
                  <a:avLst/>
                  <a:gdLst>
                    <a:gd name="T0" fmla="*/ 771 w 4593"/>
                    <a:gd name="T1" fmla="*/ 20 h 1046"/>
                    <a:gd name="T2" fmla="*/ 0 w 4593"/>
                    <a:gd name="T3" fmla="*/ 1046 h 1046"/>
                    <a:gd name="T4" fmla="*/ 4593 w 4593"/>
                    <a:gd name="T5" fmla="*/ 1016 h 1046"/>
                    <a:gd name="T6" fmla="*/ 3302 w 4593"/>
                    <a:gd name="T7" fmla="*/ 0 h 1046"/>
                    <a:gd name="T8" fmla="*/ 0 60000 65536"/>
                    <a:gd name="T9" fmla="*/ 0 60000 65536"/>
                    <a:gd name="T10" fmla="*/ 0 60000 65536"/>
                    <a:gd name="T11" fmla="*/ 0 60000 65536"/>
                    <a:gd name="T12" fmla="*/ 0 w 4593"/>
                    <a:gd name="T13" fmla="*/ 0 h 1046"/>
                    <a:gd name="T14" fmla="*/ 4593 w 4593"/>
                    <a:gd name="T15" fmla="*/ 1046 h 1046"/>
                  </a:gdLst>
                  <a:ahLst/>
                  <a:cxnLst>
                    <a:cxn ang="T8">
                      <a:pos x="T0" y="T1"/>
                    </a:cxn>
                    <a:cxn ang="T9">
                      <a:pos x="T2" y="T3"/>
                    </a:cxn>
                    <a:cxn ang="T10">
                      <a:pos x="T4" y="T5"/>
                    </a:cxn>
                    <a:cxn ang="T11">
                      <a:pos x="T6" y="T7"/>
                    </a:cxn>
                  </a:cxnLst>
                  <a:rect l="T12" t="T13" r="T14" b="T15"/>
                  <a:pathLst>
                    <a:path w="4593" h="1046">
                      <a:moveTo>
                        <a:pt x="771" y="20"/>
                      </a:moveTo>
                      <a:lnTo>
                        <a:pt x="0" y="1046"/>
                      </a:lnTo>
                      <a:lnTo>
                        <a:pt x="4593" y="1016"/>
                      </a:lnTo>
                      <a:lnTo>
                        <a:pt x="3302" y="0"/>
                      </a:lnTo>
                    </a:path>
                  </a:pathLst>
                </a:custGeom>
                <a:gradFill rotWithShape="0">
                  <a:gsLst>
                    <a:gs pos="0">
                      <a:srgbClr val="99CCFF"/>
                    </a:gs>
                    <a:gs pos="100000">
                      <a:srgbClr val="FFCC99"/>
                    </a:gs>
                  </a:gsLst>
                  <a:lin ang="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72000" tIns="0" rIns="72000" bIns="0" anchor="ctr">
                  <a:spAutoFit/>
                </a:bodyPr>
                <a:lstStyle/>
                <a:p>
                  <a:endParaRPr lang="pt-BR"/>
                </a:p>
              </p:txBody>
            </p:sp>
            <p:grpSp>
              <p:nvGrpSpPr>
                <p:cNvPr id="15" name="Group 17"/>
                <p:cNvGrpSpPr>
                  <a:grpSpLocks/>
                </p:cNvGrpSpPr>
                <p:nvPr/>
              </p:nvGrpSpPr>
              <p:grpSpPr bwMode="auto">
                <a:xfrm>
                  <a:off x="1411" y="1058"/>
                  <a:ext cx="2612" cy="188"/>
                  <a:chOff x="1411" y="1058"/>
                  <a:chExt cx="2612" cy="188"/>
                </a:xfrm>
              </p:grpSpPr>
              <p:sp>
                <p:nvSpPr>
                  <p:cNvPr id="101" name="AutoShape 18"/>
                  <p:cNvSpPr>
                    <a:spLocks noChangeArrowheads="1"/>
                  </p:cNvSpPr>
                  <p:nvPr/>
                </p:nvSpPr>
                <p:spPr bwMode="auto">
                  <a:xfrm>
                    <a:off x="1411" y="1058"/>
                    <a:ext cx="2612" cy="188"/>
                  </a:xfrm>
                  <a:prstGeom prst="chevron">
                    <a:avLst>
                      <a:gd name="adj" fmla="val 43675"/>
                    </a:avLst>
                  </a:prstGeom>
                  <a:solidFill>
                    <a:srgbClr val="FFFF00"/>
                  </a:solidFill>
                  <a:ln w="11113">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02" name="Text Box 19"/>
                  <p:cNvSpPr txBox="1">
                    <a:spLocks noChangeArrowheads="1"/>
                  </p:cNvSpPr>
                  <p:nvPr/>
                </p:nvSpPr>
                <p:spPr bwMode="auto">
                  <a:xfrm>
                    <a:off x="2074" y="1066"/>
                    <a:ext cx="1189" cy="173"/>
                  </a:xfrm>
                  <a:prstGeom prst="rect">
                    <a:avLst/>
                  </a:prstGeom>
                  <a:solidFill>
                    <a:srgbClr val="FFFF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b="1">
                        <a:solidFill>
                          <a:srgbClr val="000000"/>
                        </a:solidFill>
                      </a:rPr>
                      <a:t>Desenvolvimento</a:t>
                    </a:r>
                    <a:r>
                      <a:rPr lang="pt-BR" altLang="pt-BR" sz="1800" i="1">
                        <a:solidFill>
                          <a:srgbClr val="000000"/>
                        </a:solidFill>
                      </a:rPr>
                      <a:t> </a:t>
                    </a:r>
                  </a:p>
                </p:txBody>
              </p:sp>
            </p:grpSp>
            <p:grpSp>
              <p:nvGrpSpPr>
                <p:cNvPr id="16" name="Group 20"/>
                <p:cNvGrpSpPr>
                  <a:grpSpLocks/>
                </p:cNvGrpSpPr>
                <p:nvPr/>
              </p:nvGrpSpPr>
              <p:grpSpPr bwMode="auto">
                <a:xfrm>
                  <a:off x="586" y="2385"/>
                  <a:ext cx="4435" cy="342"/>
                  <a:chOff x="586" y="2385"/>
                  <a:chExt cx="4435" cy="342"/>
                </a:xfrm>
              </p:grpSpPr>
              <p:grpSp>
                <p:nvGrpSpPr>
                  <p:cNvPr id="94" name="Group 21"/>
                  <p:cNvGrpSpPr>
                    <a:grpSpLocks/>
                  </p:cNvGrpSpPr>
                  <p:nvPr/>
                </p:nvGrpSpPr>
                <p:grpSpPr bwMode="auto">
                  <a:xfrm>
                    <a:off x="1406" y="2394"/>
                    <a:ext cx="3615" cy="333"/>
                    <a:chOff x="1014" y="2394"/>
                    <a:chExt cx="3615" cy="333"/>
                  </a:xfrm>
                </p:grpSpPr>
                <p:sp>
                  <p:nvSpPr>
                    <p:cNvPr id="96" name="AutoShape 22"/>
                    <p:cNvSpPr>
                      <a:spLocks noChangeArrowheads="1"/>
                    </p:cNvSpPr>
                    <p:nvPr/>
                  </p:nvSpPr>
                  <p:spPr bwMode="auto">
                    <a:xfrm>
                      <a:off x="2511" y="2394"/>
                      <a:ext cx="690" cy="333"/>
                    </a:xfrm>
                    <a:prstGeom prst="chevron">
                      <a:avLst>
                        <a:gd name="adj" fmla="val 19723"/>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Detalhado </a:t>
                      </a:r>
                    </a:p>
                  </p:txBody>
                </p:sp>
                <p:sp>
                  <p:nvSpPr>
                    <p:cNvPr id="97" name="AutoShape 23"/>
                    <p:cNvSpPr>
                      <a:spLocks noChangeArrowheads="1"/>
                    </p:cNvSpPr>
                    <p:nvPr/>
                  </p:nvSpPr>
                  <p:spPr bwMode="auto">
                    <a:xfrm>
                      <a:off x="1833" y="2394"/>
                      <a:ext cx="709" cy="333"/>
                    </a:xfrm>
                    <a:prstGeom prst="chevron">
                      <a:avLst>
                        <a:gd name="adj" fmla="val 19004"/>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Conceitual </a:t>
                      </a:r>
                    </a:p>
                  </p:txBody>
                </p:sp>
                <p:sp>
                  <p:nvSpPr>
                    <p:cNvPr id="98" name="AutoShape 24"/>
                    <p:cNvSpPr>
                      <a:spLocks noChangeArrowheads="1"/>
                    </p:cNvSpPr>
                    <p:nvPr/>
                  </p:nvSpPr>
                  <p:spPr bwMode="auto">
                    <a:xfrm>
                      <a:off x="1014" y="2394"/>
                      <a:ext cx="856" cy="333"/>
                    </a:xfrm>
                    <a:prstGeom prst="chevron">
                      <a:avLst>
                        <a:gd name="adj" fmla="val 22064"/>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Informacional </a:t>
                      </a:r>
                    </a:p>
                  </p:txBody>
                </p:sp>
                <p:sp>
                  <p:nvSpPr>
                    <p:cNvPr id="99" name="AutoShape 25"/>
                    <p:cNvSpPr>
                      <a:spLocks noChangeArrowheads="1"/>
                    </p:cNvSpPr>
                    <p:nvPr/>
                  </p:nvSpPr>
                  <p:spPr bwMode="auto">
                    <a:xfrm>
                      <a:off x="3864" y="2394"/>
                      <a:ext cx="765" cy="333"/>
                    </a:xfrm>
                    <a:prstGeom prst="chevron">
                      <a:avLst>
                        <a:gd name="adj" fmla="val 19782"/>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Lançamento</a:t>
                      </a:r>
                    </a:p>
                    <a:p>
                      <a:pPr eaLnBrk="1" hangingPunct="1"/>
                      <a:r>
                        <a:rPr lang="pt-BR" altLang="pt-BR" sz="1400"/>
                        <a:t>do Produto</a:t>
                      </a:r>
                    </a:p>
                  </p:txBody>
                </p:sp>
                <p:sp>
                  <p:nvSpPr>
                    <p:cNvPr id="100" name="AutoShape 26"/>
                    <p:cNvSpPr>
                      <a:spLocks noChangeArrowheads="1"/>
                    </p:cNvSpPr>
                    <p:nvPr/>
                  </p:nvSpPr>
                  <p:spPr bwMode="auto">
                    <a:xfrm>
                      <a:off x="3170" y="2394"/>
                      <a:ext cx="723" cy="333"/>
                    </a:xfrm>
                    <a:prstGeom prst="chevron">
                      <a:avLst>
                        <a:gd name="adj" fmla="val 16213"/>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Preparação</a:t>
                      </a:r>
                    </a:p>
                    <a:p>
                      <a:pPr eaLnBrk="1" hangingPunct="1"/>
                      <a:r>
                        <a:rPr lang="pt-BR" altLang="pt-BR" sz="1400"/>
                        <a:t>Produção</a:t>
                      </a:r>
                    </a:p>
                  </p:txBody>
                </p:sp>
              </p:grpSp>
              <p:sp>
                <p:nvSpPr>
                  <p:cNvPr id="95" name="AutoShape 27"/>
                  <p:cNvSpPr>
                    <a:spLocks noChangeArrowheads="1"/>
                  </p:cNvSpPr>
                  <p:nvPr/>
                </p:nvSpPr>
                <p:spPr bwMode="auto">
                  <a:xfrm>
                    <a:off x="586" y="2385"/>
                    <a:ext cx="841" cy="333"/>
                  </a:xfrm>
                  <a:prstGeom prst="chevron">
                    <a:avLst>
                      <a:gd name="adj" fmla="val 24296"/>
                    </a:avLst>
                  </a:prstGeom>
                  <a:solidFill>
                    <a:srgbClr val="99CCFF"/>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Planejamento</a:t>
                    </a:r>
                  </a:p>
                  <a:p>
                    <a:pPr eaLnBrk="1" hangingPunct="1"/>
                    <a:r>
                      <a:rPr lang="pt-BR" altLang="pt-BR" sz="1400"/>
                      <a:t>Projeto</a:t>
                    </a:r>
                  </a:p>
                </p:txBody>
              </p:sp>
            </p:grpSp>
            <p:grpSp>
              <p:nvGrpSpPr>
                <p:cNvPr id="17" name="Group 28"/>
                <p:cNvGrpSpPr>
                  <a:grpSpLocks/>
                </p:cNvGrpSpPr>
                <p:nvPr/>
              </p:nvGrpSpPr>
              <p:grpSpPr bwMode="auto">
                <a:xfrm>
                  <a:off x="4009" y="1059"/>
                  <a:ext cx="1671" cy="188"/>
                  <a:chOff x="4009" y="1059"/>
                  <a:chExt cx="1671" cy="188"/>
                </a:xfrm>
              </p:grpSpPr>
              <p:sp>
                <p:nvSpPr>
                  <p:cNvPr id="92" name="AutoShape 29"/>
                  <p:cNvSpPr>
                    <a:spLocks noChangeArrowheads="1"/>
                  </p:cNvSpPr>
                  <p:nvPr/>
                </p:nvSpPr>
                <p:spPr bwMode="auto">
                  <a:xfrm>
                    <a:off x="4009" y="1059"/>
                    <a:ext cx="1671" cy="188"/>
                  </a:xfrm>
                  <a:prstGeom prst="chevron">
                    <a:avLst>
                      <a:gd name="adj" fmla="val 39421"/>
                    </a:avLst>
                  </a:prstGeom>
                  <a:solidFill>
                    <a:srgbClr val="FFCC99"/>
                  </a:solidFill>
                  <a:ln w="11113">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93" name="Text Box 30"/>
                  <p:cNvSpPr txBox="1">
                    <a:spLocks noChangeArrowheads="1"/>
                  </p:cNvSpPr>
                  <p:nvPr/>
                </p:nvSpPr>
                <p:spPr bwMode="auto">
                  <a:xfrm>
                    <a:off x="4682" y="1082"/>
                    <a:ext cx="3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b="1">
                        <a:solidFill>
                          <a:srgbClr val="000000"/>
                        </a:solidFill>
                      </a:rPr>
                      <a:t>Pós</a:t>
                    </a:r>
                  </a:p>
                </p:txBody>
              </p:sp>
            </p:grpSp>
            <p:sp>
              <p:nvSpPr>
                <p:cNvPr id="18" name="Rectangle 31"/>
                <p:cNvSpPr>
                  <a:spLocks noChangeArrowheads="1"/>
                </p:cNvSpPr>
                <p:nvPr/>
              </p:nvSpPr>
              <p:spPr bwMode="auto">
                <a:xfrm>
                  <a:off x="5180" y="1112"/>
                  <a:ext cx="164"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cxnSp>
              <p:nvCxnSpPr>
                <p:cNvPr id="19" name="AutoShape 32"/>
                <p:cNvCxnSpPr>
                  <a:cxnSpLocks noChangeShapeType="1"/>
                </p:cNvCxnSpPr>
                <p:nvPr/>
              </p:nvCxnSpPr>
              <p:spPr bwMode="auto">
                <a:xfrm rot="-5400000" flipH="1" flipV="1">
                  <a:off x="2773" y="-973"/>
                  <a:ext cx="1" cy="4066"/>
                </a:xfrm>
                <a:prstGeom prst="bentConnector3">
                  <a:avLst>
                    <a:gd name="adj1" fmla="val -14400005"/>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20" name="Group 33"/>
                <p:cNvGrpSpPr>
                  <a:grpSpLocks/>
                </p:cNvGrpSpPr>
                <p:nvPr/>
              </p:nvGrpSpPr>
              <p:grpSpPr bwMode="auto">
                <a:xfrm>
                  <a:off x="108" y="1059"/>
                  <a:ext cx="1338" cy="187"/>
                  <a:chOff x="108" y="1059"/>
                  <a:chExt cx="1338" cy="187"/>
                </a:xfrm>
              </p:grpSpPr>
              <p:sp>
                <p:nvSpPr>
                  <p:cNvPr id="90" name="AutoShape 34"/>
                  <p:cNvSpPr>
                    <a:spLocks noChangeArrowheads="1"/>
                  </p:cNvSpPr>
                  <p:nvPr/>
                </p:nvSpPr>
                <p:spPr bwMode="auto">
                  <a:xfrm>
                    <a:off x="108" y="1059"/>
                    <a:ext cx="1338" cy="187"/>
                  </a:xfrm>
                  <a:prstGeom prst="homePlate">
                    <a:avLst>
                      <a:gd name="adj" fmla="val 38194"/>
                    </a:avLst>
                  </a:prstGeom>
                  <a:solidFill>
                    <a:srgbClr val="99CCFF"/>
                  </a:solidFill>
                  <a:ln w="12700">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91" name="Text Box 35"/>
                  <p:cNvSpPr txBox="1">
                    <a:spLocks noChangeArrowheads="1"/>
                  </p:cNvSpPr>
                  <p:nvPr/>
                </p:nvSpPr>
                <p:spPr bwMode="auto">
                  <a:xfrm>
                    <a:off x="630" y="1082"/>
                    <a:ext cx="29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b="1">
                        <a:solidFill>
                          <a:srgbClr val="000000"/>
                        </a:solidFill>
                      </a:rPr>
                      <a:t>Pré</a:t>
                    </a:r>
                  </a:p>
                </p:txBody>
              </p:sp>
            </p:grpSp>
            <p:sp>
              <p:nvSpPr>
                <p:cNvPr id="21" name="AutoShape 36"/>
                <p:cNvSpPr>
                  <a:spLocks noChangeArrowheads="1"/>
                </p:cNvSpPr>
                <p:nvPr/>
              </p:nvSpPr>
              <p:spPr bwMode="auto">
                <a:xfrm>
                  <a:off x="117" y="1292"/>
                  <a:ext cx="841" cy="496"/>
                </a:xfrm>
                <a:prstGeom prst="chevron">
                  <a:avLst>
                    <a:gd name="adj" fmla="val 16108"/>
                  </a:avLst>
                </a:prstGeom>
                <a:solidFill>
                  <a:srgbClr val="99CCFF"/>
                </a:solidFill>
                <a:ln w="11176">
                  <a:solidFill>
                    <a:srgbClr val="000000"/>
                  </a:solidFill>
                  <a:miter lim="800000"/>
                  <a:headEnd/>
                  <a:tailEnd/>
                </a:ln>
              </p:spPr>
              <p:txBody>
                <a:bodyPr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Planejamento</a:t>
                  </a:r>
                </a:p>
                <a:p>
                  <a:pPr eaLnBrk="1" hangingPunct="1"/>
                  <a:r>
                    <a:rPr lang="pt-BR" altLang="pt-BR" sz="1400"/>
                    <a:t>Estratégico dos Produtos</a:t>
                  </a:r>
                </a:p>
              </p:txBody>
            </p:sp>
            <p:grpSp>
              <p:nvGrpSpPr>
                <p:cNvPr id="22" name="Group 37"/>
                <p:cNvGrpSpPr>
                  <a:grpSpLocks/>
                </p:cNvGrpSpPr>
                <p:nvPr/>
              </p:nvGrpSpPr>
              <p:grpSpPr bwMode="auto">
                <a:xfrm>
                  <a:off x="3883" y="1280"/>
                  <a:ext cx="1809" cy="588"/>
                  <a:chOff x="3883" y="1280"/>
                  <a:chExt cx="1809" cy="588"/>
                </a:xfrm>
              </p:grpSpPr>
              <p:sp>
                <p:nvSpPr>
                  <p:cNvPr id="84" name="AutoShape 38"/>
                  <p:cNvSpPr>
                    <a:spLocks noChangeArrowheads="1"/>
                  </p:cNvSpPr>
                  <p:nvPr/>
                </p:nvSpPr>
                <p:spPr bwMode="auto">
                  <a:xfrm>
                    <a:off x="3883" y="1280"/>
                    <a:ext cx="792" cy="523"/>
                  </a:xfrm>
                  <a:prstGeom prst="chevron">
                    <a:avLst>
                      <a:gd name="adj" fmla="val 18221"/>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5" name="AutoShape 39"/>
                  <p:cNvSpPr>
                    <a:spLocks noChangeArrowheads="1"/>
                  </p:cNvSpPr>
                  <p:nvPr/>
                </p:nvSpPr>
                <p:spPr bwMode="auto">
                  <a:xfrm>
                    <a:off x="4675" y="1280"/>
                    <a:ext cx="800" cy="523"/>
                  </a:xfrm>
                  <a:prstGeom prst="chevron">
                    <a:avLst>
                      <a:gd name="adj" fmla="val 18405"/>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6" name="AutoShape 40"/>
                  <p:cNvSpPr>
                    <a:spLocks noChangeArrowheads="1"/>
                  </p:cNvSpPr>
                  <p:nvPr/>
                </p:nvSpPr>
                <p:spPr bwMode="auto">
                  <a:xfrm>
                    <a:off x="3937" y="1320"/>
                    <a:ext cx="799" cy="523"/>
                  </a:xfrm>
                  <a:prstGeom prst="chevron">
                    <a:avLst>
                      <a:gd name="adj" fmla="val 18382"/>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7" name="AutoShape 41"/>
                  <p:cNvSpPr>
                    <a:spLocks noChangeArrowheads="1"/>
                  </p:cNvSpPr>
                  <p:nvPr/>
                </p:nvSpPr>
                <p:spPr bwMode="auto">
                  <a:xfrm>
                    <a:off x="4747" y="1320"/>
                    <a:ext cx="800" cy="523"/>
                  </a:xfrm>
                  <a:prstGeom prst="chevron">
                    <a:avLst>
                      <a:gd name="adj" fmla="val 18405"/>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8" name="AutoShape 42"/>
                  <p:cNvSpPr>
                    <a:spLocks noChangeArrowheads="1"/>
                  </p:cNvSpPr>
                  <p:nvPr/>
                </p:nvSpPr>
                <p:spPr bwMode="auto">
                  <a:xfrm>
                    <a:off x="4847" y="1345"/>
                    <a:ext cx="845" cy="523"/>
                  </a:xfrm>
                  <a:prstGeom prst="chevron">
                    <a:avLst>
                      <a:gd name="adj" fmla="val 14945"/>
                    </a:avLst>
                  </a:prstGeom>
                  <a:solidFill>
                    <a:srgbClr val="FFCC99"/>
                  </a:solidFill>
                  <a:ln w="9525">
                    <a:solidFill>
                      <a:schemeClr val="tx1"/>
                    </a:solidFill>
                    <a:miter lim="800000"/>
                    <a:headEnd/>
                    <a:tailEnd/>
                  </a:ln>
                </p:spPr>
                <p:txBody>
                  <a:bodyPr lIns="144000" tIns="0" rIns="72000" bIns="0"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Descontinuar</a:t>
                    </a:r>
                  </a:p>
                  <a:p>
                    <a:pPr eaLnBrk="1" hangingPunct="1"/>
                    <a:r>
                      <a:rPr lang="pt-BR" altLang="pt-BR" sz="1400"/>
                      <a:t>Produto</a:t>
                    </a:r>
                  </a:p>
                </p:txBody>
              </p:sp>
              <p:sp>
                <p:nvSpPr>
                  <p:cNvPr id="89" name="AutoShape 43"/>
                  <p:cNvSpPr>
                    <a:spLocks noChangeArrowheads="1"/>
                  </p:cNvSpPr>
                  <p:nvPr/>
                </p:nvSpPr>
                <p:spPr bwMode="auto">
                  <a:xfrm>
                    <a:off x="3999" y="1345"/>
                    <a:ext cx="882" cy="523"/>
                  </a:xfrm>
                  <a:prstGeom prst="chevron">
                    <a:avLst>
                      <a:gd name="adj" fmla="val 14530"/>
                    </a:avLst>
                  </a:prstGeom>
                  <a:solidFill>
                    <a:srgbClr val="FFCC99"/>
                  </a:solidFill>
                  <a:ln w="9525">
                    <a:solidFill>
                      <a:schemeClr val="tx1"/>
                    </a:solidFill>
                    <a:miter lim="800000"/>
                    <a:headEnd/>
                    <a:tailEnd/>
                  </a:ln>
                </p:spPr>
                <p:txBody>
                  <a:bodyPr wrap="none" lIns="72000" tIns="0" rIns="72000" bIns="0"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Acompanhar</a:t>
                    </a:r>
                  </a:p>
                  <a:p>
                    <a:pPr eaLnBrk="1" hangingPunct="1"/>
                    <a:r>
                      <a:rPr lang="pt-BR" altLang="pt-BR" sz="1400"/>
                      <a:t>Produto/</a:t>
                    </a:r>
                  </a:p>
                  <a:p>
                    <a:pPr eaLnBrk="1" hangingPunct="1"/>
                    <a:r>
                      <a:rPr lang="pt-BR" altLang="pt-BR" sz="1400"/>
                      <a:t>Processo</a:t>
                    </a:r>
                    <a:endParaRPr lang="pt-BR" altLang="pt-BR" sz="1600">
                      <a:solidFill>
                        <a:srgbClr val="000000"/>
                      </a:solidFill>
                    </a:endParaRPr>
                  </a:p>
                </p:txBody>
              </p:sp>
            </p:grpSp>
            <p:grpSp>
              <p:nvGrpSpPr>
                <p:cNvPr id="23" name="Group 44"/>
                <p:cNvGrpSpPr>
                  <a:grpSpLocks/>
                </p:cNvGrpSpPr>
                <p:nvPr/>
              </p:nvGrpSpPr>
              <p:grpSpPr bwMode="auto">
                <a:xfrm>
                  <a:off x="1520" y="1272"/>
                  <a:ext cx="2268" cy="257"/>
                  <a:chOff x="1520" y="1272"/>
                  <a:chExt cx="2268" cy="257"/>
                </a:xfrm>
              </p:grpSpPr>
              <p:sp>
                <p:nvSpPr>
                  <p:cNvPr id="79" name="AutoShape 45"/>
                  <p:cNvSpPr>
                    <a:spLocks noChangeArrowheads="1"/>
                  </p:cNvSpPr>
                  <p:nvPr/>
                </p:nvSpPr>
                <p:spPr bwMode="auto">
                  <a:xfrm flipV="1">
                    <a:off x="1520"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0" name="AutoShape 46"/>
                  <p:cNvSpPr>
                    <a:spLocks noChangeArrowheads="1"/>
                  </p:cNvSpPr>
                  <p:nvPr/>
                </p:nvSpPr>
                <p:spPr bwMode="auto">
                  <a:xfrm flipV="1">
                    <a:off x="1974"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1" name="AutoShape 47"/>
                  <p:cNvSpPr>
                    <a:spLocks noChangeArrowheads="1"/>
                  </p:cNvSpPr>
                  <p:nvPr/>
                </p:nvSpPr>
                <p:spPr bwMode="auto">
                  <a:xfrm flipV="1">
                    <a:off x="2429"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2" name="AutoShape 48"/>
                  <p:cNvSpPr>
                    <a:spLocks noChangeArrowheads="1"/>
                  </p:cNvSpPr>
                  <p:nvPr/>
                </p:nvSpPr>
                <p:spPr bwMode="auto">
                  <a:xfrm flipV="1">
                    <a:off x="2883"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3" name="AutoShape 49"/>
                  <p:cNvSpPr>
                    <a:spLocks noChangeArrowheads="1"/>
                  </p:cNvSpPr>
                  <p:nvPr/>
                </p:nvSpPr>
                <p:spPr bwMode="auto">
                  <a:xfrm flipV="1">
                    <a:off x="3338"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4" name="Group 50"/>
                <p:cNvGrpSpPr>
                  <a:grpSpLocks/>
                </p:cNvGrpSpPr>
                <p:nvPr/>
              </p:nvGrpSpPr>
              <p:grpSpPr bwMode="auto">
                <a:xfrm>
                  <a:off x="1616" y="1368"/>
                  <a:ext cx="2268" cy="257"/>
                  <a:chOff x="1616" y="1368"/>
                  <a:chExt cx="2268" cy="257"/>
                </a:xfrm>
              </p:grpSpPr>
              <p:sp>
                <p:nvSpPr>
                  <p:cNvPr id="74" name="AutoShape 51"/>
                  <p:cNvSpPr>
                    <a:spLocks noChangeArrowheads="1"/>
                  </p:cNvSpPr>
                  <p:nvPr/>
                </p:nvSpPr>
                <p:spPr bwMode="auto">
                  <a:xfrm flipV="1">
                    <a:off x="1616"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5" name="AutoShape 52"/>
                  <p:cNvSpPr>
                    <a:spLocks noChangeArrowheads="1"/>
                  </p:cNvSpPr>
                  <p:nvPr/>
                </p:nvSpPr>
                <p:spPr bwMode="auto">
                  <a:xfrm flipV="1">
                    <a:off x="2070"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6" name="AutoShape 53"/>
                  <p:cNvSpPr>
                    <a:spLocks noChangeArrowheads="1"/>
                  </p:cNvSpPr>
                  <p:nvPr/>
                </p:nvSpPr>
                <p:spPr bwMode="auto">
                  <a:xfrm flipV="1">
                    <a:off x="2525"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7" name="AutoShape 54"/>
                  <p:cNvSpPr>
                    <a:spLocks noChangeArrowheads="1"/>
                  </p:cNvSpPr>
                  <p:nvPr/>
                </p:nvSpPr>
                <p:spPr bwMode="auto">
                  <a:xfrm flipV="1">
                    <a:off x="2979"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8" name="AutoShape 55"/>
                  <p:cNvSpPr>
                    <a:spLocks noChangeArrowheads="1"/>
                  </p:cNvSpPr>
                  <p:nvPr/>
                </p:nvSpPr>
                <p:spPr bwMode="auto">
                  <a:xfrm flipV="1">
                    <a:off x="3434"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5" name="Group 56"/>
                <p:cNvGrpSpPr>
                  <a:grpSpLocks/>
                </p:cNvGrpSpPr>
                <p:nvPr/>
              </p:nvGrpSpPr>
              <p:grpSpPr bwMode="auto">
                <a:xfrm>
                  <a:off x="1712" y="1464"/>
                  <a:ext cx="2268" cy="257"/>
                  <a:chOff x="1712" y="1464"/>
                  <a:chExt cx="2268" cy="257"/>
                </a:xfrm>
              </p:grpSpPr>
              <p:sp>
                <p:nvSpPr>
                  <p:cNvPr id="69" name="AutoShape 57"/>
                  <p:cNvSpPr>
                    <a:spLocks noChangeArrowheads="1"/>
                  </p:cNvSpPr>
                  <p:nvPr/>
                </p:nvSpPr>
                <p:spPr bwMode="auto">
                  <a:xfrm flipV="1">
                    <a:off x="1712"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0" name="AutoShape 58"/>
                  <p:cNvSpPr>
                    <a:spLocks noChangeArrowheads="1"/>
                  </p:cNvSpPr>
                  <p:nvPr/>
                </p:nvSpPr>
                <p:spPr bwMode="auto">
                  <a:xfrm flipV="1">
                    <a:off x="2166"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1" name="AutoShape 59"/>
                  <p:cNvSpPr>
                    <a:spLocks noChangeArrowheads="1"/>
                  </p:cNvSpPr>
                  <p:nvPr/>
                </p:nvSpPr>
                <p:spPr bwMode="auto">
                  <a:xfrm flipV="1">
                    <a:off x="2621"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2" name="AutoShape 60"/>
                  <p:cNvSpPr>
                    <a:spLocks noChangeArrowheads="1"/>
                  </p:cNvSpPr>
                  <p:nvPr/>
                </p:nvSpPr>
                <p:spPr bwMode="auto">
                  <a:xfrm flipV="1">
                    <a:off x="3075"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3" name="AutoShape 61"/>
                  <p:cNvSpPr>
                    <a:spLocks noChangeArrowheads="1"/>
                  </p:cNvSpPr>
                  <p:nvPr/>
                </p:nvSpPr>
                <p:spPr bwMode="auto">
                  <a:xfrm flipV="1">
                    <a:off x="3530"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6" name="Group 62"/>
                <p:cNvGrpSpPr>
                  <a:grpSpLocks/>
                </p:cNvGrpSpPr>
                <p:nvPr/>
              </p:nvGrpSpPr>
              <p:grpSpPr bwMode="auto">
                <a:xfrm>
                  <a:off x="986" y="1298"/>
                  <a:ext cx="599" cy="423"/>
                  <a:chOff x="986" y="1298"/>
                  <a:chExt cx="599" cy="423"/>
                </a:xfrm>
              </p:grpSpPr>
              <p:sp>
                <p:nvSpPr>
                  <p:cNvPr id="66" name="AutoShape 63"/>
                  <p:cNvSpPr>
                    <a:spLocks noChangeArrowheads="1"/>
                  </p:cNvSpPr>
                  <p:nvPr/>
                </p:nvSpPr>
                <p:spPr bwMode="auto">
                  <a:xfrm>
                    <a:off x="986" y="1298"/>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67" name="AutoShape 64"/>
                  <p:cNvSpPr>
                    <a:spLocks noChangeArrowheads="1"/>
                  </p:cNvSpPr>
                  <p:nvPr/>
                </p:nvSpPr>
                <p:spPr bwMode="auto">
                  <a:xfrm>
                    <a:off x="1082" y="1394"/>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68" name="AutoShape 65"/>
                  <p:cNvSpPr>
                    <a:spLocks noChangeArrowheads="1"/>
                  </p:cNvSpPr>
                  <p:nvPr/>
                </p:nvSpPr>
                <p:spPr bwMode="auto">
                  <a:xfrm>
                    <a:off x="1178" y="1490"/>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7" name="Group 66"/>
                <p:cNvGrpSpPr>
                  <a:grpSpLocks/>
                </p:cNvGrpSpPr>
                <p:nvPr/>
              </p:nvGrpSpPr>
              <p:grpSpPr bwMode="auto">
                <a:xfrm>
                  <a:off x="176" y="1685"/>
                  <a:ext cx="3926" cy="489"/>
                  <a:chOff x="176" y="1685"/>
                  <a:chExt cx="3926" cy="489"/>
                </a:xfrm>
              </p:grpSpPr>
              <p:sp>
                <p:nvSpPr>
                  <p:cNvPr id="28" name="Text Box 67"/>
                  <p:cNvSpPr txBox="1">
                    <a:spLocks noChangeArrowheads="1"/>
                  </p:cNvSpPr>
                  <p:nvPr/>
                </p:nvSpPr>
                <p:spPr bwMode="auto">
                  <a:xfrm>
                    <a:off x="176" y="1968"/>
                    <a:ext cx="61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u="sng">
                        <a:solidFill>
                          <a:srgbClr val="000000"/>
                        </a:solidFill>
                      </a:rPr>
                      <a:t>Gates &gt;&gt;</a:t>
                    </a:r>
                  </a:p>
                </p:txBody>
              </p:sp>
              <p:grpSp>
                <p:nvGrpSpPr>
                  <p:cNvPr id="29" name="Group 68"/>
                  <p:cNvGrpSpPr>
                    <a:grpSpLocks/>
                  </p:cNvGrpSpPr>
                  <p:nvPr/>
                </p:nvGrpSpPr>
                <p:grpSpPr bwMode="auto">
                  <a:xfrm>
                    <a:off x="2091" y="1685"/>
                    <a:ext cx="117" cy="389"/>
                    <a:chOff x="2112" y="1705"/>
                    <a:chExt cx="117" cy="389"/>
                  </a:xfrm>
                </p:grpSpPr>
                <p:sp>
                  <p:nvSpPr>
                    <p:cNvPr id="64" name="AutoShape 69"/>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5" name="Line 70"/>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sp>
                <p:nvSpPr>
                  <p:cNvPr id="30" name="AutoShape 71"/>
                  <p:cNvSpPr>
                    <a:spLocks noChangeArrowheads="1"/>
                  </p:cNvSpPr>
                  <p:nvPr/>
                </p:nvSpPr>
                <p:spPr bwMode="auto">
                  <a:xfrm>
                    <a:off x="761" y="1859"/>
                    <a:ext cx="3341" cy="315"/>
                  </a:xfrm>
                  <a:prstGeom prst="roundRect">
                    <a:avLst>
                      <a:gd name="adj"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31" name="Group 72"/>
                  <p:cNvGrpSpPr>
                    <a:grpSpLocks/>
                  </p:cNvGrpSpPr>
                  <p:nvPr/>
                </p:nvGrpSpPr>
                <p:grpSpPr bwMode="auto">
                  <a:xfrm>
                    <a:off x="3918" y="1795"/>
                    <a:ext cx="117" cy="299"/>
                    <a:chOff x="2088" y="1486"/>
                    <a:chExt cx="117" cy="299"/>
                  </a:xfrm>
                </p:grpSpPr>
                <p:sp>
                  <p:nvSpPr>
                    <p:cNvPr id="62" name="AutoShape 73"/>
                    <p:cNvSpPr>
                      <a:spLocks noChangeArrowheads="1"/>
                    </p:cNvSpPr>
                    <p:nvPr/>
                  </p:nvSpPr>
                  <p:spPr bwMode="auto">
                    <a:xfrm>
                      <a:off x="2088" y="1614"/>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3" name="Line 74"/>
                    <p:cNvSpPr>
                      <a:spLocks noChangeShapeType="1"/>
                    </p:cNvSpPr>
                    <p:nvPr/>
                  </p:nvSpPr>
                  <p:spPr bwMode="auto">
                    <a:xfrm flipV="1">
                      <a:off x="2146" y="1486"/>
                      <a:ext cx="0" cy="1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32" name="Group 75"/>
                  <p:cNvGrpSpPr>
                    <a:grpSpLocks/>
                  </p:cNvGrpSpPr>
                  <p:nvPr/>
                </p:nvGrpSpPr>
                <p:grpSpPr bwMode="auto">
                  <a:xfrm>
                    <a:off x="2991" y="1685"/>
                    <a:ext cx="117" cy="389"/>
                    <a:chOff x="2112" y="1705"/>
                    <a:chExt cx="117" cy="389"/>
                  </a:xfrm>
                </p:grpSpPr>
                <p:sp>
                  <p:nvSpPr>
                    <p:cNvPr id="60" name="AutoShape 76"/>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1" name="Line 77"/>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33" name="Group 78"/>
                  <p:cNvGrpSpPr>
                    <a:grpSpLocks/>
                  </p:cNvGrpSpPr>
                  <p:nvPr/>
                </p:nvGrpSpPr>
                <p:grpSpPr bwMode="auto">
                  <a:xfrm>
                    <a:off x="3442" y="1685"/>
                    <a:ext cx="117" cy="389"/>
                    <a:chOff x="2112" y="1705"/>
                    <a:chExt cx="117" cy="389"/>
                  </a:xfrm>
                </p:grpSpPr>
                <p:sp>
                  <p:nvSpPr>
                    <p:cNvPr id="58" name="AutoShape 79"/>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59" name="Line 80"/>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34" name="Group 81"/>
                  <p:cNvGrpSpPr>
                    <a:grpSpLocks/>
                  </p:cNvGrpSpPr>
                  <p:nvPr/>
                </p:nvGrpSpPr>
                <p:grpSpPr bwMode="auto">
                  <a:xfrm>
                    <a:off x="1526" y="1705"/>
                    <a:ext cx="117" cy="369"/>
                    <a:chOff x="1526" y="1705"/>
                    <a:chExt cx="117" cy="369"/>
                  </a:xfrm>
                </p:grpSpPr>
                <p:sp>
                  <p:nvSpPr>
                    <p:cNvPr id="56" name="Line 82"/>
                    <p:cNvSpPr>
                      <a:spLocks noChangeShapeType="1"/>
                    </p:cNvSpPr>
                    <p:nvPr/>
                  </p:nvSpPr>
                  <p:spPr bwMode="auto">
                    <a:xfrm flipV="1">
                      <a:off x="1584"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57" name="AutoShape 83"/>
                    <p:cNvSpPr>
                      <a:spLocks noChangeArrowheads="1"/>
                    </p:cNvSpPr>
                    <p:nvPr/>
                  </p:nvSpPr>
                  <p:spPr bwMode="auto">
                    <a:xfrm>
                      <a:off x="1526" y="190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5" name="Group 84"/>
                  <p:cNvGrpSpPr>
                    <a:grpSpLocks/>
                  </p:cNvGrpSpPr>
                  <p:nvPr/>
                </p:nvGrpSpPr>
                <p:grpSpPr bwMode="auto">
                  <a:xfrm>
                    <a:off x="2542" y="1705"/>
                    <a:ext cx="117" cy="369"/>
                    <a:chOff x="2542" y="1705"/>
                    <a:chExt cx="117" cy="369"/>
                  </a:xfrm>
                </p:grpSpPr>
                <p:sp>
                  <p:nvSpPr>
                    <p:cNvPr id="54" name="Line 85"/>
                    <p:cNvSpPr>
                      <a:spLocks noChangeShapeType="1"/>
                    </p:cNvSpPr>
                    <p:nvPr/>
                  </p:nvSpPr>
                  <p:spPr bwMode="auto">
                    <a:xfrm flipV="1">
                      <a:off x="260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55" name="AutoShape 86"/>
                    <p:cNvSpPr>
                      <a:spLocks noChangeArrowheads="1"/>
                    </p:cNvSpPr>
                    <p:nvPr/>
                  </p:nvSpPr>
                  <p:spPr bwMode="auto">
                    <a:xfrm>
                      <a:off x="2542" y="190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6" name="Group 87"/>
                  <p:cNvGrpSpPr>
                    <a:grpSpLocks/>
                  </p:cNvGrpSpPr>
                  <p:nvPr/>
                </p:nvGrpSpPr>
                <p:grpSpPr bwMode="auto">
                  <a:xfrm>
                    <a:off x="2266" y="1721"/>
                    <a:ext cx="89" cy="298"/>
                    <a:chOff x="2266" y="1721"/>
                    <a:chExt cx="89" cy="298"/>
                  </a:xfrm>
                </p:grpSpPr>
                <p:sp>
                  <p:nvSpPr>
                    <p:cNvPr id="52" name="Line 88"/>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53" name="AutoShape 89"/>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7" name="Group 90"/>
                  <p:cNvGrpSpPr>
                    <a:grpSpLocks/>
                  </p:cNvGrpSpPr>
                  <p:nvPr/>
                </p:nvGrpSpPr>
                <p:grpSpPr bwMode="auto">
                  <a:xfrm>
                    <a:off x="2384" y="1721"/>
                    <a:ext cx="89" cy="298"/>
                    <a:chOff x="2266" y="1721"/>
                    <a:chExt cx="89" cy="298"/>
                  </a:xfrm>
                </p:grpSpPr>
                <p:sp>
                  <p:nvSpPr>
                    <p:cNvPr id="50" name="Line 91"/>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51" name="AutoShape 92"/>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8" name="Group 93"/>
                  <p:cNvGrpSpPr>
                    <a:grpSpLocks/>
                  </p:cNvGrpSpPr>
                  <p:nvPr/>
                </p:nvGrpSpPr>
                <p:grpSpPr bwMode="auto">
                  <a:xfrm>
                    <a:off x="2699" y="1721"/>
                    <a:ext cx="89" cy="298"/>
                    <a:chOff x="2266" y="1721"/>
                    <a:chExt cx="89" cy="298"/>
                  </a:xfrm>
                </p:grpSpPr>
                <p:sp>
                  <p:nvSpPr>
                    <p:cNvPr id="48" name="Line 94"/>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49" name="AutoShape 95"/>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9" name="Group 96"/>
                  <p:cNvGrpSpPr>
                    <a:grpSpLocks/>
                  </p:cNvGrpSpPr>
                  <p:nvPr/>
                </p:nvGrpSpPr>
                <p:grpSpPr bwMode="auto">
                  <a:xfrm>
                    <a:off x="2834" y="1721"/>
                    <a:ext cx="89" cy="298"/>
                    <a:chOff x="2266" y="1721"/>
                    <a:chExt cx="89" cy="298"/>
                  </a:xfrm>
                </p:grpSpPr>
                <p:sp>
                  <p:nvSpPr>
                    <p:cNvPr id="46" name="Line 97"/>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47" name="AutoShape 98"/>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40" name="Group 99"/>
                  <p:cNvGrpSpPr>
                    <a:grpSpLocks/>
                  </p:cNvGrpSpPr>
                  <p:nvPr/>
                </p:nvGrpSpPr>
                <p:grpSpPr bwMode="auto">
                  <a:xfrm>
                    <a:off x="1922" y="1721"/>
                    <a:ext cx="89" cy="298"/>
                    <a:chOff x="2266" y="1721"/>
                    <a:chExt cx="89" cy="298"/>
                  </a:xfrm>
                </p:grpSpPr>
                <p:sp>
                  <p:nvSpPr>
                    <p:cNvPr id="44" name="Line 100"/>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45" name="AutoShape 101"/>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41" name="Group 102"/>
                  <p:cNvGrpSpPr>
                    <a:grpSpLocks/>
                  </p:cNvGrpSpPr>
                  <p:nvPr/>
                </p:nvGrpSpPr>
                <p:grpSpPr bwMode="auto">
                  <a:xfrm>
                    <a:off x="3253" y="1721"/>
                    <a:ext cx="89" cy="298"/>
                    <a:chOff x="2266" y="1721"/>
                    <a:chExt cx="89" cy="298"/>
                  </a:xfrm>
                </p:grpSpPr>
                <p:sp>
                  <p:nvSpPr>
                    <p:cNvPr id="42" name="Line 103"/>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43" name="AutoShape 104"/>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grpSp>
          <p:sp>
            <p:nvSpPr>
              <p:cNvPr id="12" name="Rectangle 105"/>
              <p:cNvSpPr>
                <a:spLocks noChangeArrowheads="1"/>
              </p:cNvSpPr>
              <p:nvPr/>
            </p:nvSpPr>
            <p:spPr bwMode="auto">
              <a:xfrm>
                <a:off x="945" y="573"/>
                <a:ext cx="3912" cy="202"/>
              </a:xfrm>
              <a:prstGeom prst="rect">
                <a:avLst/>
              </a:prstGeom>
              <a:solidFill>
                <a:srgbClr val="CCFFCC"/>
              </a:solidFill>
              <a:ln w="9525">
                <a:miter lim="800000"/>
                <a:headEnd/>
                <a:tailEnd/>
              </a:ln>
              <a:scene3d>
                <a:camera prst="legacyObliqueTopRight"/>
                <a:lightRig rig="legacyFlat3" dir="b"/>
              </a:scene3d>
              <a:sp3d extrusionH="277800" contourW="12700" prstMaterial="legacyMatte">
                <a:bevelT w="13500" h="13500" prst="angle"/>
                <a:bevelB w="13500" h="13500" prst="angle"/>
                <a:extrusionClr>
                  <a:srgbClr val="CCFFCC"/>
                </a:extrusionClr>
                <a:contourClr>
                  <a:srgbClr val="CCFFCC"/>
                </a:contourClr>
              </a:sp3d>
            </p:spPr>
            <p:txBody>
              <a:bodyPr lIns="72000" tIns="0" rIns="72000" bIns="0">
                <a:flatTx/>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2000" b="1" i="1">
                    <a:solidFill>
                      <a:srgbClr val="000000"/>
                    </a:solidFill>
                  </a:rPr>
                  <a:t>Processo de Desenvolvimento de Produto</a:t>
                </a:r>
              </a:p>
              <a:p>
                <a:pPr eaLnBrk="1" hangingPunct="1"/>
                <a:endParaRPr lang="pt-BR" altLang="pt-BR" sz="1600">
                  <a:solidFill>
                    <a:srgbClr val="000000"/>
                  </a:solidFill>
                </a:endParaRPr>
              </a:p>
            </p:txBody>
          </p:sp>
        </p:grpSp>
      </p:grpSp>
      <p:sp>
        <p:nvSpPr>
          <p:cNvPr id="103" name="Rectangle 4"/>
          <p:cNvSpPr txBox="1">
            <a:spLocks noChangeArrowheads="1"/>
          </p:cNvSpPr>
          <p:nvPr/>
        </p:nvSpPr>
        <p:spPr>
          <a:xfrm>
            <a:off x="4793191" y="289710"/>
            <a:ext cx="7086706" cy="1293028"/>
          </a:xfrm>
          <a:prstGeom prst="rect">
            <a:avLst/>
          </a:prstGeom>
        </p:spPr>
        <p:txBody>
          <a:bodyPr/>
          <a:lst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a:lstStyle>
          <a:p>
            <a:r>
              <a:rPr lang="pt-BR" altLang="pt-BR" sz="3200" b="1"/>
              <a:t>Visão geral do modelo de referência </a:t>
            </a:r>
          </a:p>
        </p:txBody>
      </p:sp>
      <p:grpSp>
        <p:nvGrpSpPr>
          <p:cNvPr id="104" name="Group 104"/>
          <p:cNvGrpSpPr>
            <a:grpSpLocks/>
          </p:cNvGrpSpPr>
          <p:nvPr/>
        </p:nvGrpSpPr>
        <p:grpSpPr bwMode="auto">
          <a:xfrm rot="-5976873">
            <a:off x="1793758" y="3709030"/>
            <a:ext cx="2026762" cy="3335111"/>
            <a:chOff x="2181" y="1183"/>
            <a:chExt cx="1419" cy="1966"/>
          </a:xfrm>
        </p:grpSpPr>
        <p:grpSp>
          <p:nvGrpSpPr>
            <p:cNvPr id="105" name="Group 105"/>
            <p:cNvGrpSpPr>
              <a:grpSpLocks/>
            </p:cNvGrpSpPr>
            <p:nvPr/>
          </p:nvGrpSpPr>
          <p:grpSpPr bwMode="auto">
            <a:xfrm>
              <a:off x="2181" y="1183"/>
              <a:ext cx="1203" cy="1195"/>
              <a:chOff x="2181" y="1183"/>
              <a:chExt cx="1203" cy="1195"/>
            </a:xfrm>
          </p:grpSpPr>
          <p:grpSp>
            <p:nvGrpSpPr>
              <p:cNvPr id="142" name="Group 106"/>
              <p:cNvGrpSpPr>
                <a:grpSpLocks/>
              </p:cNvGrpSpPr>
              <p:nvPr/>
            </p:nvGrpSpPr>
            <p:grpSpPr bwMode="auto">
              <a:xfrm>
                <a:off x="2203" y="1197"/>
                <a:ext cx="1181" cy="1180"/>
                <a:chOff x="2203" y="1197"/>
                <a:chExt cx="1181" cy="1180"/>
              </a:xfrm>
            </p:grpSpPr>
            <p:grpSp>
              <p:nvGrpSpPr>
                <p:cNvPr id="148" name="Group 107"/>
                <p:cNvGrpSpPr>
                  <a:grpSpLocks/>
                </p:cNvGrpSpPr>
                <p:nvPr/>
              </p:nvGrpSpPr>
              <p:grpSpPr bwMode="auto">
                <a:xfrm>
                  <a:off x="2203" y="1197"/>
                  <a:ext cx="1181" cy="1180"/>
                  <a:chOff x="2203" y="1197"/>
                  <a:chExt cx="1181" cy="1180"/>
                </a:xfrm>
              </p:grpSpPr>
              <p:sp>
                <p:nvSpPr>
                  <p:cNvPr id="154" name="Freeform 108"/>
                  <p:cNvSpPr>
                    <a:spLocks/>
                  </p:cNvSpPr>
                  <p:nvPr/>
                </p:nvSpPr>
                <p:spPr bwMode="auto">
                  <a:xfrm>
                    <a:off x="2203" y="1197"/>
                    <a:ext cx="1003" cy="685"/>
                  </a:xfrm>
                  <a:custGeom>
                    <a:avLst/>
                    <a:gdLst>
                      <a:gd name="T0" fmla="*/ 21 w 1003"/>
                      <a:gd name="T1" fmla="*/ 685 h 685"/>
                      <a:gd name="T2" fmla="*/ 6 w 1003"/>
                      <a:gd name="T3" fmla="*/ 604 h 685"/>
                      <a:gd name="T4" fmla="*/ 0 w 1003"/>
                      <a:gd name="T5" fmla="*/ 526 h 685"/>
                      <a:gd name="T6" fmla="*/ 3 w 1003"/>
                      <a:gd name="T7" fmla="*/ 472 h 685"/>
                      <a:gd name="T8" fmla="*/ 12 w 1003"/>
                      <a:gd name="T9" fmla="*/ 423 h 685"/>
                      <a:gd name="T10" fmla="*/ 27 w 1003"/>
                      <a:gd name="T11" fmla="*/ 369 h 685"/>
                      <a:gd name="T12" fmla="*/ 51 w 1003"/>
                      <a:gd name="T13" fmla="*/ 315 h 685"/>
                      <a:gd name="T14" fmla="*/ 81 w 1003"/>
                      <a:gd name="T15" fmla="*/ 258 h 685"/>
                      <a:gd name="T16" fmla="*/ 111 w 1003"/>
                      <a:gd name="T17" fmla="*/ 213 h 685"/>
                      <a:gd name="T18" fmla="*/ 147 w 1003"/>
                      <a:gd name="T19" fmla="*/ 168 h 685"/>
                      <a:gd name="T20" fmla="*/ 189 w 1003"/>
                      <a:gd name="T21" fmla="*/ 129 h 685"/>
                      <a:gd name="T22" fmla="*/ 231 w 1003"/>
                      <a:gd name="T23" fmla="*/ 96 h 685"/>
                      <a:gd name="T24" fmla="*/ 276 w 1003"/>
                      <a:gd name="T25" fmla="*/ 69 h 685"/>
                      <a:gd name="T26" fmla="*/ 331 w 1003"/>
                      <a:gd name="T27" fmla="*/ 45 h 685"/>
                      <a:gd name="T28" fmla="*/ 394 w 1003"/>
                      <a:gd name="T29" fmla="*/ 24 h 685"/>
                      <a:gd name="T30" fmla="*/ 448 w 1003"/>
                      <a:gd name="T31" fmla="*/ 9 h 685"/>
                      <a:gd name="T32" fmla="*/ 514 w 1003"/>
                      <a:gd name="T33" fmla="*/ 0 h 685"/>
                      <a:gd name="T34" fmla="*/ 598 w 1003"/>
                      <a:gd name="T35" fmla="*/ 0 h 685"/>
                      <a:gd name="T36" fmla="*/ 661 w 1003"/>
                      <a:gd name="T37" fmla="*/ 12 h 685"/>
                      <a:gd name="T38" fmla="*/ 736 w 1003"/>
                      <a:gd name="T39" fmla="*/ 30 h 685"/>
                      <a:gd name="T40" fmla="*/ 811 w 1003"/>
                      <a:gd name="T41" fmla="*/ 63 h 685"/>
                      <a:gd name="T42" fmla="*/ 877 w 1003"/>
                      <a:gd name="T43" fmla="*/ 102 h 685"/>
                      <a:gd name="T44" fmla="*/ 922 w 1003"/>
                      <a:gd name="T45" fmla="*/ 141 h 685"/>
                      <a:gd name="T46" fmla="*/ 967 w 1003"/>
                      <a:gd name="T47" fmla="*/ 186 h 685"/>
                      <a:gd name="T48" fmla="*/ 1003 w 1003"/>
                      <a:gd name="T49" fmla="*/ 231 h 685"/>
                      <a:gd name="T50" fmla="*/ 907 w 1003"/>
                      <a:gd name="T51" fmla="*/ 159 h 685"/>
                      <a:gd name="T52" fmla="*/ 856 w 1003"/>
                      <a:gd name="T53" fmla="*/ 129 h 685"/>
                      <a:gd name="T54" fmla="*/ 802 w 1003"/>
                      <a:gd name="T55" fmla="*/ 108 h 685"/>
                      <a:gd name="T56" fmla="*/ 733 w 1003"/>
                      <a:gd name="T57" fmla="*/ 87 h 685"/>
                      <a:gd name="T58" fmla="*/ 667 w 1003"/>
                      <a:gd name="T59" fmla="*/ 78 h 685"/>
                      <a:gd name="T60" fmla="*/ 595 w 1003"/>
                      <a:gd name="T61" fmla="*/ 75 h 685"/>
                      <a:gd name="T62" fmla="*/ 541 w 1003"/>
                      <a:gd name="T63" fmla="*/ 78 h 685"/>
                      <a:gd name="T64" fmla="*/ 484 w 1003"/>
                      <a:gd name="T65" fmla="*/ 87 h 685"/>
                      <a:gd name="T66" fmla="*/ 427 w 1003"/>
                      <a:gd name="T67" fmla="*/ 102 h 685"/>
                      <a:gd name="T68" fmla="*/ 373 w 1003"/>
                      <a:gd name="T69" fmla="*/ 120 h 685"/>
                      <a:gd name="T70" fmla="*/ 313 w 1003"/>
                      <a:gd name="T71" fmla="*/ 150 h 685"/>
                      <a:gd name="T72" fmla="*/ 267 w 1003"/>
                      <a:gd name="T73" fmla="*/ 177 h 685"/>
                      <a:gd name="T74" fmla="*/ 228 w 1003"/>
                      <a:gd name="T75" fmla="*/ 210 h 685"/>
                      <a:gd name="T76" fmla="*/ 183 w 1003"/>
                      <a:gd name="T77" fmla="*/ 246 h 685"/>
                      <a:gd name="T78" fmla="*/ 147 w 1003"/>
                      <a:gd name="T79" fmla="*/ 285 h 685"/>
                      <a:gd name="T80" fmla="*/ 111 w 1003"/>
                      <a:gd name="T81" fmla="*/ 339 h 685"/>
                      <a:gd name="T82" fmla="*/ 78 w 1003"/>
                      <a:gd name="T83" fmla="*/ 396 h 685"/>
                      <a:gd name="T84" fmla="*/ 57 w 1003"/>
                      <a:gd name="T85" fmla="*/ 450 h 685"/>
                      <a:gd name="T86" fmla="*/ 39 w 1003"/>
                      <a:gd name="T87" fmla="*/ 514 h 685"/>
                      <a:gd name="T88" fmla="*/ 27 w 1003"/>
                      <a:gd name="T89" fmla="*/ 592 h 685"/>
                      <a:gd name="T90" fmla="*/ 21 w 1003"/>
                      <a:gd name="T91" fmla="*/ 685 h 68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003"/>
                      <a:gd name="T139" fmla="*/ 0 h 685"/>
                      <a:gd name="T140" fmla="*/ 1003 w 1003"/>
                      <a:gd name="T141" fmla="*/ 685 h 68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003" h="685">
                        <a:moveTo>
                          <a:pt x="21" y="685"/>
                        </a:moveTo>
                        <a:lnTo>
                          <a:pt x="6" y="604"/>
                        </a:lnTo>
                        <a:lnTo>
                          <a:pt x="0" y="526"/>
                        </a:lnTo>
                        <a:lnTo>
                          <a:pt x="3" y="472"/>
                        </a:lnTo>
                        <a:lnTo>
                          <a:pt x="12" y="423"/>
                        </a:lnTo>
                        <a:lnTo>
                          <a:pt x="27" y="369"/>
                        </a:lnTo>
                        <a:lnTo>
                          <a:pt x="51" y="315"/>
                        </a:lnTo>
                        <a:lnTo>
                          <a:pt x="81" y="258"/>
                        </a:lnTo>
                        <a:lnTo>
                          <a:pt x="111" y="213"/>
                        </a:lnTo>
                        <a:lnTo>
                          <a:pt x="147" y="168"/>
                        </a:lnTo>
                        <a:lnTo>
                          <a:pt x="189" y="129"/>
                        </a:lnTo>
                        <a:lnTo>
                          <a:pt x="231" y="96"/>
                        </a:lnTo>
                        <a:lnTo>
                          <a:pt x="276" y="69"/>
                        </a:lnTo>
                        <a:lnTo>
                          <a:pt x="331" y="45"/>
                        </a:lnTo>
                        <a:lnTo>
                          <a:pt x="394" y="24"/>
                        </a:lnTo>
                        <a:lnTo>
                          <a:pt x="448" y="9"/>
                        </a:lnTo>
                        <a:lnTo>
                          <a:pt x="514" y="0"/>
                        </a:lnTo>
                        <a:lnTo>
                          <a:pt x="598" y="0"/>
                        </a:lnTo>
                        <a:lnTo>
                          <a:pt x="661" y="12"/>
                        </a:lnTo>
                        <a:lnTo>
                          <a:pt x="736" y="30"/>
                        </a:lnTo>
                        <a:lnTo>
                          <a:pt x="811" y="63"/>
                        </a:lnTo>
                        <a:lnTo>
                          <a:pt x="877" y="102"/>
                        </a:lnTo>
                        <a:lnTo>
                          <a:pt x="922" y="141"/>
                        </a:lnTo>
                        <a:lnTo>
                          <a:pt x="967" y="186"/>
                        </a:lnTo>
                        <a:lnTo>
                          <a:pt x="1003" y="231"/>
                        </a:lnTo>
                        <a:lnTo>
                          <a:pt x="907" y="159"/>
                        </a:lnTo>
                        <a:lnTo>
                          <a:pt x="856" y="129"/>
                        </a:lnTo>
                        <a:lnTo>
                          <a:pt x="802" y="108"/>
                        </a:lnTo>
                        <a:lnTo>
                          <a:pt x="733" y="87"/>
                        </a:lnTo>
                        <a:lnTo>
                          <a:pt x="667" y="78"/>
                        </a:lnTo>
                        <a:lnTo>
                          <a:pt x="595" y="75"/>
                        </a:lnTo>
                        <a:lnTo>
                          <a:pt x="541" y="78"/>
                        </a:lnTo>
                        <a:lnTo>
                          <a:pt x="484" y="87"/>
                        </a:lnTo>
                        <a:lnTo>
                          <a:pt x="427" y="102"/>
                        </a:lnTo>
                        <a:lnTo>
                          <a:pt x="373" y="120"/>
                        </a:lnTo>
                        <a:lnTo>
                          <a:pt x="313" y="150"/>
                        </a:lnTo>
                        <a:lnTo>
                          <a:pt x="267" y="177"/>
                        </a:lnTo>
                        <a:lnTo>
                          <a:pt x="228" y="210"/>
                        </a:lnTo>
                        <a:lnTo>
                          <a:pt x="183" y="246"/>
                        </a:lnTo>
                        <a:lnTo>
                          <a:pt x="147" y="285"/>
                        </a:lnTo>
                        <a:lnTo>
                          <a:pt x="111" y="339"/>
                        </a:lnTo>
                        <a:lnTo>
                          <a:pt x="78" y="396"/>
                        </a:lnTo>
                        <a:lnTo>
                          <a:pt x="57" y="450"/>
                        </a:lnTo>
                        <a:lnTo>
                          <a:pt x="39" y="514"/>
                        </a:lnTo>
                        <a:lnTo>
                          <a:pt x="27" y="592"/>
                        </a:lnTo>
                        <a:lnTo>
                          <a:pt x="21" y="68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5" name="Freeform 109"/>
                  <p:cNvSpPr>
                    <a:spLocks/>
                  </p:cNvSpPr>
                  <p:nvPr/>
                </p:nvSpPr>
                <p:spPr bwMode="auto">
                  <a:xfrm>
                    <a:off x="2278" y="1536"/>
                    <a:ext cx="1106" cy="841"/>
                  </a:xfrm>
                  <a:custGeom>
                    <a:avLst/>
                    <a:gdLst>
                      <a:gd name="T0" fmla="*/ 0 w 1106"/>
                      <a:gd name="T1" fmla="*/ 511 h 841"/>
                      <a:gd name="T2" fmla="*/ 63 w 1106"/>
                      <a:gd name="T3" fmla="*/ 583 h 841"/>
                      <a:gd name="T4" fmla="*/ 132 w 1106"/>
                      <a:gd name="T5" fmla="*/ 646 h 841"/>
                      <a:gd name="T6" fmla="*/ 195 w 1106"/>
                      <a:gd name="T7" fmla="*/ 682 h 841"/>
                      <a:gd name="T8" fmla="*/ 286 w 1106"/>
                      <a:gd name="T9" fmla="*/ 721 h 841"/>
                      <a:gd name="T10" fmla="*/ 358 w 1106"/>
                      <a:gd name="T11" fmla="*/ 742 h 841"/>
                      <a:gd name="T12" fmla="*/ 424 w 1106"/>
                      <a:gd name="T13" fmla="*/ 751 h 841"/>
                      <a:gd name="T14" fmla="*/ 502 w 1106"/>
                      <a:gd name="T15" fmla="*/ 751 h 841"/>
                      <a:gd name="T16" fmla="*/ 559 w 1106"/>
                      <a:gd name="T17" fmla="*/ 745 h 841"/>
                      <a:gd name="T18" fmla="*/ 628 w 1106"/>
                      <a:gd name="T19" fmla="*/ 733 h 841"/>
                      <a:gd name="T20" fmla="*/ 697 w 1106"/>
                      <a:gd name="T21" fmla="*/ 712 h 841"/>
                      <a:gd name="T22" fmla="*/ 754 w 1106"/>
                      <a:gd name="T23" fmla="*/ 682 h 841"/>
                      <a:gd name="T24" fmla="*/ 808 w 1106"/>
                      <a:gd name="T25" fmla="*/ 649 h 841"/>
                      <a:gd name="T26" fmla="*/ 856 w 1106"/>
                      <a:gd name="T27" fmla="*/ 616 h 841"/>
                      <a:gd name="T28" fmla="*/ 904 w 1106"/>
                      <a:gd name="T29" fmla="*/ 568 h 841"/>
                      <a:gd name="T30" fmla="*/ 952 w 1106"/>
                      <a:gd name="T31" fmla="*/ 514 h 841"/>
                      <a:gd name="T32" fmla="*/ 989 w 1106"/>
                      <a:gd name="T33" fmla="*/ 463 h 841"/>
                      <a:gd name="T34" fmla="*/ 1010 w 1106"/>
                      <a:gd name="T35" fmla="*/ 412 h 841"/>
                      <a:gd name="T36" fmla="*/ 1037 w 1106"/>
                      <a:gd name="T37" fmla="*/ 331 h 841"/>
                      <a:gd name="T38" fmla="*/ 1055 w 1106"/>
                      <a:gd name="T39" fmla="*/ 247 h 841"/>
                      <a:gd name="T40" fmla="*/ 1058 w 1106"/>
                      <a:gd name="T41" fmla="*/ 172 h 841"/>
                      <a:gd name="T42" fmla="*/ 1046 w 1106"/>
                      <a:gd name="T43" fmla="*/ 90 h 841"/>
                      <a:gd name="T44" fmla="*/ 1019 w 1106"/>
                      <a:gd name="T45" fmla="*/ 0 h 841"/>
                      <a:gd name="T46" fmla="*/ 1046 w 1106"/>
                      <a:gd name="T47" fmla="*/ 48 h 841"/>
                      <a:gd name="T48" fmla="*/ 1076 w 1106"/>
                      <a:gd name="T49" fmla="*/ 117 h 841"/>
                      <a:gd name="T50" fmla="*/ 1091 w 1106"/>
                      <a:gd name="T51" fmla="*/ 181 h 841"/>
                      <a:gd name="T52" fmla="*/ 1106 w 1106"/>
                      <a:gd name="T53" fmla="*/ 241 h 841"/>
                      <a:gd name="T54" fmla="*/ 1103 w 1106"/>
                      <a:gd name="T55" fmla="*/ 292 h 841"/>
                      <a:gd name="T56" fmla="*/ 1100 w 1106"/>
                      <a:gd name="T57" fmla="*/ 361 h 841"/>
                      <a:gd name="T58" fmla="*/ 1064 w 1106"/>
                      <a:gd name="T59" fmla="*/ 493 h 841"/>
                      <a:gd name="T60" fmla="*/ 1028 w 1106"/>
                      <a:gd name="T61" fmla="*/ 565 h 841"/>
                      <a:gd name="T62" fmla="*/ 983 w 1106"/>
                      <a:gd name="T63" fmla="*/ 628 h 841"/>
                      <a:gd name="T64" fmla="*/ 934 w 1106"/>
                      <a:gd name="T65" fmla="*/ 682 h 841"/>
                      <a:gd name="T66" fmla="*/ 886 w 1106"/>
                      <a:gd name="T67" fmla="*/ 721 h 841"/>
                      <a:gd name="T68" fmla="*/ 820 w 1106"/>
                      <a:gd name="T69" fmla="*/ 766 h 841"/>
                      <a:gd name="T70" fmla="*/ 754 w 1106"/>
                      <a:gd name="T71" fmla="*/ 796 h 841"/>
                      <a:gd name="T72" fmla="*/ 691 w 1106"/>
                      <a:gd name="T73" fmla="*/ 817 h 841"/>
                      <a:gd name="T74" fmla="*/ 610 w 1106"/>
                      <a:gd name="T75" fmla="*/ 838 h 841"/>
                      <a:gd name="T76" fmla="*/ 550 w 1106"/>
                      <a:gd name="T77" fmla="*/ 841 h 841"/>
                      <a:gd name="T78" fmla="*/ 484 w 1106"/>
                      <a:gd name="T79" fmla="*/ 841 h 841"/>
                      <a:gd name="T80" fmla="*/ 418 w 1106"/>
                      <a:gd name="T81" fmla="*/ 829 h 841"/>
                      <a:gd name="T82" fmla="*/ 346 w 1106"/>
                      <a:gd name="T83" fmla="*/ 814 h 841"/>
                      <a:gd name="T84" fmla="*/ 298 w 1106"/>
                      <a:gd name="T85" fmla="*/ 796 h 841"/>
                      <a:gd name="T86" fmla="*/ 234 w 1106"/>
                      <a:gd name="T87" fmla="*/ 763 h 841"/>
                      <a:gd name="T88" fmla="*/ 180 w 1106"/>
                      <a:gd name="T89" fmla="*/ 733 h 841"/>
                      <a:gd name="T90" fmla="*/ 129 w 1106"/>
                      <a:gd name="T91" fmla="*/ 691 h 841"/>
                      <a:gd name="T92" fmla="*/ 75 w 1106"/>
                      <a:gd name="T93" fmla="*/ 634 h 841"/>
                      <a:gd name="T94" fmla="*/ 24 w 1106"/>
                      <a:gd name="T95" fmla="*/ 562 h 841"/>
                      <a:gd name="T96" fmla="*/ 0 w 1106"/>
                      <a:gd name="T97" fmla="*/ 511 h 84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106"/>
                      <a:gd name="T148" fmla="*/ 0 h 841"/>
                      <a:gd name="T149" fmla="*/ 1106 w 1106"/>
                      <a:gd name="T150" fmla="*/ 841 h 84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106" h="841">
                        <a:moveTo>
                          <a:pt x="0" y="511"/>
                        </a:moveTo>
                        <a:lnTo>
                          <a:pt x="63" y="583"/>
                        </a:lnTo>
                        <a:lnTo>
                          <a:pt x="132" y="646"/>
                        </a:lnTo>
                        <a:lnTo>
                          <a:pt x="195" y="682"/>
                        </a:lnTo>
                        <a:lnTo>
                          <a:pt x="286" y="721"/>
                        </a:lnTo>
                        <a:lnTo>
                          <a:pt x="358" y="742"/>
                        </a:lnTo>
                        <a:lnTo>
                          <a:pt x="424" y="751"/>
                        </a:lnTo>
                        <a:lnTo>
                          <a:pt x="502" y="751"/>
                        </a:lnTo>
                        <a:lnTo>
                          <a:pt x="559" y="745"/>
                        </a:lnTo>
                        <a:lnTo>
                          <a:pt x="628" y="733"/>
                        </a:lnTo>
                        <a:lnTo>
                          <a:pt x="697" y="712"/>
                        </a:lnTo>
                        <a:lnTo>
                          <a:pt x="754" y="682"/>
                        </a:lnTo>
                        <a:lnTo>
                          <a:pt x="808" y="649"/>
                        </a:lnTo>
                        <a:lnTo>
                          <a:pt x="856" y="616"/>
                        </a:lnTo>
                        <a:lnTo>
                          <a:pt x="904" y="568"/>
                        </a:lnTo>
                        <a:lnTo>
                          <a:pt x="952" y="514"/>
                        </a:lnTo>
                        <a:lnTo>
                          <a:pt x="989" y="463"/>
                        </a:lnTo>
                        <a:lnTo>
                          <a:pt x="1010" y="412"/>
                        </a:lnTo>
                        <a:lnTo>
                          <a:pt x="1037" y="331"/>
                        </a:lnTo>
                        <a:lnTo>
                          <a:pt x="1055" y="247"/>
                        </a:lnTo>
                        <a:lnTo>
                          <a:pt x="1058" y="172"/>
                        </a:lnTo>
                        <a:lnTo>
                          <a:pt x="1046" y="90"/>
                        </a:lnTo>
                        <a:lnTo>
                          <a:pt x="1019" y="0"/>
                        </a:lnTo>
                        <a:lnTo>
                          <a:pt x="1046" y="48"/>
                        </a:lnTo>
                        <a:lnTo>
                          <a:pt x="1076" y="117"/>
                        </a:lnTo>
                        <a:lnTo>
                          <a:pt x="1091" y="181"/>
                        </a:lnTo>
                        <a:lnTo>
                          <a:pt x="1106" y="241"/>
                        </a:lnTo>
                        <a:lnTo>
                          <a:pt x="1103" y="292"/>
                        </a:lnTo>
                        <a:lnTo>
                          <a:pt x="1100" y="361"/>
                        </a:lnTo>
                        <a:lnTo>
                          <a:pt x="1064" y="493"/>
                        </a:lnTo>
                        <a:lnTo>
                          <a:pt x="1028" y="565"/>
                        </a:lnTo>
                        <a:lnTo>
                          <a:pt x="983" y="628"/>
                        </a:lnTo>
                        <a:lnTo>
                          <a:pt x="934" y="682"/>
                        </a:lnTo>
                        <a:lnTo>
                          <a:pt x="886" y="721"/>
                        </a:lnTo>
                        <a:lnTo>
                          <a:pt x="820" y="766"/>
                        </a:lnTo>
                        <a:lnTo>
                          <a:pt x="754" y="796"/>
                        </a:lnTo>
                        <a:lnTo>
                          <a:pt x="691" y="817"/>
                        </a:lnTo>
                        <a:lnTo>
                          <a:pt x="610" y="838"/>
                        </a:lnTo>
                        <a:lnTo>
                          <a:pt x="550" y="841"/>
                        </a:lnTo>
                        <a:lnTo>
                          <a:pt x="484" y="841"/>
                        </a:lnTo>
                        <a:lnTo>
                          <a:pt x="418" y="829"/>
                        </a:lnTo>
                        <a:lnTo>
                          <a:pt x="346" y="814"/>
                        </a:lnTo>
                        <a:lnTo>
                          <a:pt x="298" y="796"/>
                        </a:lnTo>
                        <a:lnTo>
                          <a:pt x="234" y="763"/>
                        </a:lnTo>
                        <a:lnTo>
                          <a:pt x="180" y="733"/>
                        </a:lnTo>
                        <a:lnTo>
                          <a:pt x="129" y="691"/>
                        </a:lnTo>
                        <a:lnTo>
                          <a:pt x="75" y="634"/>
                        </a:lnTo>
                        <a:lnTo>
                          <a:pt x="24" y="562"/>
                        </a:lnTo>
                        <a:lnTo>
                          <a:pt x="0" y="511"/>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nvGrpSpPr>
                <p:cNvPr id="149" name="Group 110"/>
                <p:cNvGrpSpPr>
                  <a:grpSpLocks/>
                </p:cNvGrpSpPr>
                <p:nvPr/>
              </p:nvGrpSpPr>
              <p:grpSpPr bwMode="auto">
                <a:xfrm>
                  <a:off x="2210" y="1213"/>
                  <a:ext cx="1172" cy="1113"/>
                  <a:chOff x="2210" y="1213"/>
                  <a:chExt cx="1172" cy="1113"/>
                </a:xfrm>
              </p:grpSpPr>
              <p:sp>
                <p:nvSpPr>
                  <p:cNvPr id="150" name="Freeform 111"/>
                  <p:cNvSpPr>
                    <a:spLocks/>
                  </p:cNvSpPr>
                  <p:nvPr/>
                </p:nvSpPr>
                <p:spPr bwMode="auto">
                  <a:xfrm>
                    <a:off x="2276" y="2048"/>
                    <a:ext cx="287" cy="278"/>
                  </a:xfrm>
                  <a:custGeom>
                    <a:avLst/>
                    <a:gdLst>
                      <a:gd name="T0" fmla="*/ 0 w 287"/>
                      <a:gd name="T1" fmla="*/ 0 h 278"/>
                      <a:gd name="T2" fmla="*/ 30 w 287"/>
                      <a:gd name="T3" fmla="*/ 56 h 278"/>
                      <a:gd name="T4" fmla="*/ 59 w 287"/>
                      <a:gd name="T5" fmla="*/ 99 h 278"/>
                      <a:gd name="T6" fmla="*/ 90 w 287"/>
                      <a:gd name="T7" fmla="*/ 138 h 278"/>
                      <a:gd name="T8" fmla="*/ 138 w 287"/>
                      <a:gd name="T9" fmla="*/ 185 h 278"/>
                      <a:gd name="T10" fmla="*/ 174 w 287"/>
                      <a:gd name="T11" fmla="*/ 215 h 278"/>
                      <a:gd name="T12" fmla="*/ 220 w 287"/>
                      <a:gd name="T13" fmla="*/ 244 h 278"/>
                      <a:gd name="T14" fmla="*/ 287 w 287"/>
                      <a:gd name="T15" fmla="*/ 278 h 278"/>
                      <a:gd name="T16" fmla="*/ 212 w 287"/>
                      <a:gd name="T17" fmla="*/ 176 h 278"/>
                      <a:gd name="T18" fmla="*/ 170 w 287"/>
                      <a:gd name="T19" fmla="*/ 152 h 278"/>
                      <a:gd name="T20" fmla="*/ 140 w 287"/>
                      <a:gd name="T21" fmla="*/ 131 h 278"/>
                      <a:gd name="T22" fmla="*/ 96 w 287"/>
                      <a:gd name="T23" fmla="*/ 101 h 278"/>
                      <a:gd name="T24" fmla="*/ 62 w 287"/>
                      <a:gd name="T25" fmla="*/ 69 h 278"/>
                      <a:gd name="T26" fmla="*/ 35 w 287"/>
                      <a:gd name="T27" fmla="*/ 42 h 278"/>
                      <a:gd name="T28" fmla="*/ 0 w 287"/>
                      <a:gd name="T29" fmla="*/ 0 h 27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7"/>
                      <a:gd name="T46" fmla="*/ 0 h 278"/>
                      <a:gd name="T47" fmla="*/ 287 w 287"/>
                      <a:gd name="T48" fmla="*/ 278 h 27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7" h="278">
                        <a:moveTo>
                          <a:pt x="0" y="0"/>
                        </a:moveTo>
                        <a:lnTo>
                          <a:pt x="30" y="56"/>
                        </a:lnTo>
                        <a:lnTo>
                          <a:pt x="59" y="99"/>
                        </a:lnTo>
                        <a:lnTo>
                          <a:pt x="90" y="138"/>
                        </a:lnTo>
                        <a:lnTo>
                          <a:pt x="138" y="185"/>
                        </a:lnTo>
                        <a:lnTo>
                          <a:pt x="174" y="215"/>
                        </a:lnTo>
                        <a:lnTo>
                          <a:pt x="220" y="244"/>
                        </a:lnTo>
                        <a:lnTo>
                          <a:pt x="287" y="278"/>
                        </a:lnTo>
                        <a:lnTo>
                          <a:pt x="212" y="176"/>
                        </a:lnTo>
                        <a:lnTo>
                          <a:pt x="170" y="152"/>
                        </a:lnTo>
                        <a:lnTo>
                          <a:pt x="140" y="131"/>
                        </a:lnTo>
                        <a:lnTo>
                          <a:pt x="96" y="101"/>
                        </a:lnTo>
                        <a:lnTo>
                          <a:pt x="62" y="69"/>
                        </a:lnTo>
                        <a:lnTo>
                          <a:pt x="35" y="42"/>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1" name="Freeform 112"/>
                  <p:cNvSpPr>
                    <a:spLocks/>
                  </p:cNvSpPr>
                  <p:nvPr/>
                </p:nvSpPr>
                <p:spPr bwMode="auto">
                  <a:xfrm>
                    <a:off x="3279" y="1530"/>
                    <a:ext cx="103" cy="546"/>
                  </a:xfrm>
                  <a:custGeom>
                    <a:avLst/>
                    <a:gdLst>
                      <a:gd name="T0" fmla="*/ 19 w 103"/>
                      <a:gd name="T1" fmla="*/ 0 h 546"/>
                      <a:gd name="T2" fmla="*/ 39 w 103"/>
                      <a:gd name="T3" fmla="*/ 37 h 546"/>
                      <a:gd name="T4" fmla="*/ 52 w 103"/>
                      <a:gd name="T5" fmla="*/ 69 h 546"/>
                      <a:gd name="T6" fmla="*/ 66 w 103"/>
                      <a:gd name="T7" fmla="*/ 102 h 546"/>
                      <a:gd name="T8" fmla="*/ 76 w 103"/>
                      <a:gd name="T9" fmla="*/ 134 h 546"/>
                      <a:gd name="T10" fmla="*/ 84 w 103"/>
                      <a:gd name="T11" fmla="*/ 164 h 546"/>
                      <a:gd name="T12" fmla="*/ 99 w 103"/>
                      <a:gd name="T13" fmla="*/ 217 h 546"/>
                      <a:gd name="T14" fmla="*/ 103 w 103"/>
                      <a:gd name="T15" fmla="*/ 269 h 546"/>
                      <a:gd name="T16" fmla="*/ 100 w 103"/>
                      <a:gd name="T17" fmla="*/ 349 h 546"/>
                      <a:gd name="T18" fmla="*/ 93 w 103"/>
                      <a:gd name="T19" fmla="*/ 403 h 546"/>
                      <a:gd name="T20" fmla="*/ 82 w 103"/>
                      <a:gd name="T21" fmla="*/ 447 h 546"/>
                      <a:gd name="T22" fmla="*/ 65 w 103"/>
                      <a:gd name="T23" fmla="*/ 493 h 546"/>
                      <a:gd name="T24" fmla="*/ 42 w 103"/>
                      <a:gd name="T25" fmla="*/ 546 h 546"/>
                      <a:gd name="T26" fmla="*/ 0 w 103"/>
                      <a:gd name="T27" fmla="*/ 443 h 546"/>
                      <a:gd name="T28" fmla="*/ 19 w 103"/>
                      <a:gd name="T29" fmla="*/ 398 h 546"/>
                      <a:gd name="T30" fmla="*/ 28 w 103"/>
                      <a:gd name="T31" fmla="*/ 374 h 546"/>
                      <a:gd name="T32" fmla="*/ 39 w 103"/>
                      <a:gd name="T33" fmla="*/ 343 h 546"/>
                      <a:gd name="T34" fmla="*/ 46 w 103"/>
                      <a:gd name="T35" fmla="*/ 311 h 546"/>
                      <a:gd name="T36" fmla="*/ 52 w 103"/>
                      <a:gd name="T37" fmla="*/ 262 h 546"/>
                      <a:gd name="T38" fmla="*/ 55 w 103"/>
                      <a:gd name="T39" fmla="*/ 221 h 546"/>
                      <a:gd name="T40" fmla="*/ 55 w 103"/>
                      <a:gd name="T41" fmla="*/ 160 h 546"/>
                      <a:gd name="T42" fmla="*/ 46 w 103"/>
                      <a:gd name="T43" fmla="*/ 105 h 546"/>
                      <a:gd name="T44" fmla="*/ 36 w 103"/>
                      <a:gd name="T45" fmla="*/ 60 h 546"/>
                      <a:gd name="T46" fmla="*/ 30 w 103"/>
                      <a:gd name="T47" fmla="*/ 36 h 546"/>
                      <a:gd name="T48" fmla="*/ 19 w 103"/>
                      <a:gd name="T49" fmla="*/ 0 h 5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3"/>
                      <a:gd name="T76" fmla="*/ 0 h 546"/>
                      <a:gd name="T77" fmla="*/ 103 w 103"/>
                      <a:gd name="T78" fmla="*/ 546 h 5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3" h="546">
                        <a:moveTo>
                          <a:pt x="19" y="0"/>
                        </a:moveTo>
                        <a:lnTo>
                          <a:pt x="39" y="37"/>
                        </a:lnTo>
                        <a:lnTo>
                          <a:pt x="52" y="69"/>
                        </a:lnTo>
                        <a:lnTo>
                          <a:pt x="66" y="102"/>
                        </a:lnTo>
                        <a:lnTo>
                          <a:pt x="76" y="134"/>
                        </a:lnTo>
                        <a:lnTo>
                          <a:pt x="84" y="164"/>
                        </a:lnTo>
                        <a:lnTo>
                          <a:pt x="99" y="217"/>
                        </a:lnTo>
                        <a:lnTo>
                          <a:pt x="103" y="269"/>
                        </a:lnTo>
                        <a:lnTo>
                          <a:pt x="100" y="349"/>
                        </a:lnTo>
                        <a:lnTo>
                          <a:pt x="93" y="403"/>
                        </a:lnTo>
                        <a:lnTo>
                          <a:pt x="82" y="447"/>
                        </a:lnTo>
                        <a:lnTo>
                          <a:pt x="65" y="493"/>
                        </a:lnTo>
                        <a:lnTo>
                          <a:pt x="42" y="546"/>
                        </a:lnTo>
                        <a:lnTo>
                          <a:pt x="0" y="443"/>
                        </a:lnTo>
                        <a:lnTo>
                          <a:pt x="19" y="398"/>
                        </a:lnTo>
                        <a:lnTo>
                          <a:pt x="28" y="374"/>
                        </a:lnTo>
                        <a:lnTo>
                          <a:pt x="39" y="343"/>
                        </a:lnTo>
                        <a:lnTo>
                          <a:pt x="46" y="311"/>
                        </a:lnTo>
                        <a:lnTo>
                          <a:pt x="52" y="262"/>
                        </a:lnTo>
                        <a:lnTo>
                          <a:pt x="55" y="221"/>
                        </a:lnTo>
                        <a:lnTo>
                          <a:pt x="55" y="160"/>
                        </a:lnTo>
                        <a:lnTo>
                          <a:pt x="46" y="105"/>
                        </a:lnTo>
                        <a:lnTo>
                          <a:pt x="36" y="60"/>
                        </a:lnTo>
                        <a:lnTo>
                          <a:pt x="30" y="36"/>
                        </a:lnTo>
                        <a:lnTo>
                          <a:pt x="19"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2" name="Freeform 113"/>
                  <p:cNvSpPr>
                    <a:spLocks/>
                  </p:cNvSpPr>
                  <p:nvPr/>
                </p:nvSpPr>
                <p:spPr bwMode="auto">
                  <a:xfrm>
                    <a:off x="2741" y="1213"/>
                    <a:ext cx="408" cy="165"/>
                  </a:xfrm>
                  <a:custGeom>
                    <a:avLst/>
                    <a:gdLst>
                      <a:gd name="T0" fmla="*/ 0 w 408"/>
                      <a:gd name="T1" fmla="*/ 0 h 165"/>
                      <a:gd name="T2" fmla="*/ 31 w 408"/>
                      <a:gd name="T3" fmla="*/ 60 h 165"/>
                      <a:gd name="T4" fmla="*/ 79 w 408"/>
                      <a:gd name="T5" fmla="*/ 57 h 165"/>
                      <a:gd name="T6" fmla="*/ 123 w 408"/>
                      <a:gd name="T7" fmla="*/ 60 h 165"/>
                      <a:gd name="T8" fmla="*/ 164 w 408"/>
                      <a:gd name="T9" fmla="*/ 66 h 165"/>
                      <a:gd name="T10" fmla="*/ 202 w 408"/>
                      <a:gd name="T11" fmla="*/ 73 h 165"/>
                      <a:gd name="T12" fmla="*/ 240 w 408"/>
                      <a:gd name="T13" fmla="*/ 83 h 165"/>
                      <a:gd name="T14" fmla="*/ 266 w 408"/>
                      <a:gd name="T15" fmla="*/ 91 h 165"/>
                      <a:gd name="T16" fmla="*/ 300 w 408"/>
                      <a:gd name="T17" fmla="*/ 105 h 165"/>
                      <a:gd name="T18" fmla="*/ 339 w 408"/>
                      <a:gd name="T19" fmla="*/ 124 h 165"/>
                      <a:gd name="T20" fmla="*/ 408 w 408"/>
                      <a:gd name="T21" fmla="*/ 165 h 165"/>
                      <a:gd name="T22" fmla="*/ 368 w 408"/>
                      <a:gd name="T23" fmla="*/ 123 h 165"/>
                      <a:gd name="T24" fmla="*/ 340 w 408"/>
                      <a:gd name="T25" fmla="*/ 102 h 165"/>
                      <a:gd name="T26" fmla="*/ 303 w 408"/>
                      <a:gd name="T27" fmla="*/ 78 h 165"/>
                      <a:gd name="T28" fmla="*/ 280 w 408"/>
                      <a:gd name="T29" fmla="*/ 64 h 165"/>
                      <a:gd name="T30" fmla="*/ 229 w 408"/>
                      <a:gd name="T31" fmla="*/ 40 h 165"/>
                      <a:gd name="T32" fmla="*/ 196 w 408"/>
                      <a:gd name="T33" fmla="*/ 28 h 165"/>
                      <a:gd name="T34" fmla="*/ 169 w 408"/>
                      <a:gd name="T35" fmla="*/ 19 h 165"/>
                      <a:gd name="T36" fmla="*/ 144 w 408"/>
                      <a:gd name="T37" fmla="*/ 13 h 165"/>
                      <a:gd name="T38" fmla="*/ 105 w 408"/>
                      <a:gd name="T39" fmla="*/ 6 h 165"/>
                      <a:gd name="T40" fmla="*/ 64 w 408"/>
                      <a:gd name="T41" fmla="*/ 1 h 165"/>
                      <a:gd name="T42" fmla="*/ 18 w 408"/>
                      <a:gd name="T43" fmla="*/ 0 h 165"/>
                      <a:gd name="T44" fmla="*/ 0 w 408"/>
                      <a:gd name="T45" fmla="*/ 0 h 16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08"/>
                      <a:gd name="T70" fmla="*/ 0 h 165"/>
                      <a:gd name="T71" fmla="*/ 408 w 408"/>
                      <a:gd name="T72" fmla="*/ 165 h 16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08" h="165">
                        <a:moveTo>
                          <a:pt x="0" y="0"/>
                        </a:moveTo>
                        <a:lnTo>
                          <a:pt x="31" y="60"/>
                        </a:lnTo>
                        <a:lnTo>
                          <a:pt x="79" y="57"/>
                        </a:lnTo>
                        <a:lnTo>
                          <a:pt x="123" y="60"/>
                        </a:lnTo>
                        <a:lnTo>
                          <a:pt x="164" y="66"/>
                        </a:lnTo>
                        <a:lnTo>
                          <a:pt x="202" y="73"/>
                        </a:lnTo>
                        <a:lnTo>
                          <a:pt x="240" y="83"/>
                        </a:lnTo>
                        <a:lnTo>
                          <a:pt x="266" y="91"/>
                        </a:lnTo>
                        <a:lnTo>
                          <a:pt x="300" y="105"/>
                        </a:lnTo>
                        <a:lnTo>
                          <a:pt x="339" y="124"/>
                        </a:lnTo>
                        <a:lnTo>
                          <a:pt x="408" y="165"/>
                        </a:lnTo>
                        <a:lnTo>
                          <a:pt x="368" y="123"/>
                        </a:lnTo>
                        <a:lnTo>
                          <a:pt x="340" y="102"/>
                        </a:lnTo>
                        <a:lnTo>
                          <a:pt x="303" y="78"/>
                        </a:lnTo>
                        <a:lnTo>
                          <a:pt x="280" y="64"/>
                        </a:lnTo>
                        <a:lnTo>
                          <a:pt x="229" y="40"/>
                        </a:lnTo>
                        <a:lnTo>
                          <a:pt x="196" y="28"/>
                        </a:lnTo>
                        <a:lnTo>
                          <a:pt x="169" y="19"/>
                        </a:lnTo>
                        <a:lnTo>
                          <a:pt x="144" y="13"/>
                        </a:lnTo>
                        <a:lnTo>
                          <a:pt x="105" y="6"/>
                        </a:lnTo>
                        <a:lnTo>
                          <a:pt x="64" y="1"/>
                        </a:lnTo>
                        <a:lnTo>
                          <a:pt x="18" y="0"/>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3" name="Freeform 114"/>
                  <p:cNvSpPr>
                    <a:spLocks/>
                  </p:cNvSpPr>
                  <p:nvPr/>
                </p:nvSpPr>
                <p:spPr bwMode="auto">
                  <a:xfrm>
                    <a:off x="2210" y="1445"/>
                    <a:ext cx="130" cy="387"/>
                  </a:xfrm>
                  <a:custGeom>
                    <a:avLst/>
                    <a:gdLst>
                      <a:gd name="T0" fmla="*/ 0 w 130"/>
                      <a:gd name="T1" fmla="*/ 297 h 387"/>
                      <a:gd name="T2" fmla="*/ 3 w 130"/>
                      <a:gd name="T3" fmla="*/ 267 h 387"/>
                      <a:gd name="T4" fmla="*/ 5 w 130"/>
                      <a:gd name="T5" fmla="*/ 234 h 387"/>
                      <a:gd name="T6" fmla="*/ 14 w 130"/>
                      <a:gd name="T7" fmla="*/ 181 h 387"/>
                      <a:gd name="T8" fmla="*/ 24 w 130"/>
                      <a:gd name="T9" fmla="*/ 139 h 387"/>
                      <a:gd name="T10" fmla="*/ 38 w 130"/>
                      <a:gd name="T11" fmla="*/ 101 h 387"/>
                      <a:gd name="T12" fmla="*/ 56 w 130"/>
                      <a:gd name="T13" fmla="*/ 62 h 387"/>
                      <a:gd name="T14" fmla="*/ 72 w 130"/>
                      <a:gd name="T15" fmla="*/ 32 h 387"/>
                      <a:gd name="T16" fmla="*/ 92 w 130"/>
                      <a:gd name="T17" fmla="*/ 0 h 387"/>
                      <a:gd name="T18" fmla="*/ 130 w 130"/>
                      <a:gd name="T19" fmla="*/ 50 h 387"/>
                      <a:gd name="T20" fmla="*/ 108 w 130"/>
                      <a:gd name="T21" fmla="*/ 80 h 387"/>
                      <a:gd name="T22" fmla="*/ 92 w 130"/>
                      <a:gd name="T23" fmla="*/ 107 h 387"/>
                      <a:gd name="T24" fmla="*/ 79 w 130"/>
                      <a:gd name="T25" fmla="*/ 132 h 387"/>
                      <a:gd name="T26" fmla="*/ 60 w 130"/>
                      <a:gd name="T27" fmla="*/ 167 h 387"/>
                      <a:gd name="T28" fmla="*/ 48 w 130"/>
                      <a:gd name="T29" fmla="*/ 198 h 387"/>
                      <a:gd name="T30" fmla="*/ 41 w 130"/>
                      <a:gd name="T31" fmla="*/ 228 h 387"/>
                      <a:gd name="T32" fmla="*/ 32 w 130"/>
                      <a:gd name="T33" fmla="*/ 258 h 387"/>
                      <a:gd name="T34" fmla="*/ 26 w 130"/>
                      <a:gd name="T35" fmla="*/ 291 h 387"/>
                      <a:gd name="T36" fmla="*/ 21 w 130"/>
                      <a:gd name="T37" fmla="*/ 331 h 387"/>
                      <a:gd name="T38" fmla="*/ 17 w 130"/>
                      <a:gd name="T39" fmla="*/ 371 h 387"/>
                      <a:gd name="T40" fmla="*/ 10 w 130"/>
                      <a:gd name="T41" fmla="*/ 387 h 387"/>
                      <a:gd name="T42" fmla="*/ 0 w 130"/>
                      <a:gd name="T43" fmla="*/ 297 h 38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0"/>
                      <a:gd name="T67" fmla="*/ 0 h 387"/>
                      <a:gd name="T68" fmla="*/ 130 w 130"/>
                      <a:gd name="T69" fmla="*/ 387 h 38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0" h="387">
                        <a:moveTo>
                          <a:pt x="0" y="297"/>
                        </a:moveTo>
                        <a:lnTo>
                          <a:pt x="3" y="267"/>
                        </a:lnTo>
                        <a:lnTo>
                          <a:pt x="5" y="234"/>
                        </a:lnTo>
                        <a:lnTo>
                          <a:pt x="14" y="181"/>
                        </a:lnTo>
                        <a:lnTo>
                          <a:pt x="24" y="139"/>
                        </a:lnTo>
                        <a:lnTo>
                          <a:pt x="38" y="101"/>
                        </a:lnTo>
                        <a:lnTo>
                          <a:pt x="56" y="62"/>
                        </a:lnTo>
                        <a:lnTo>
                          <a:pt x="72" y="32"/>
                        </a:lnTo>
                        <a:lnTo>
                          <a:pt x="92" y="0"/>
                        </a:lnTo>
                        <a:lnTo>
                          <a:pt x="130" y="50"/>
                        </a:lnTo>
                        <a:lnTo>
                          <a:pt x="108" y="80"/>
                        </a:lnTo>
                        <a:lnTo>
                          <a:pt x="92" y="107"/>
                        </a:lnTo>
                        <a:lnTo>
                          <a:pt x="79" y="132"/>
                        </a:lnTo>
                        <a:lnTo>
                          <a:pt x="60" y="167"/>
                        </a:lnTo>
                        <a:lnTo>
                          <a:pt x="48" y="198"/>
                        </a:lnTo>
                        <a:lnTo>
                          <a:pt x="41" y="228"/>
                        </a:lnTo>
                        <a:lnTo>
                          <a:pt x="32" y="258"/>
                        </a:lnTo>
                        <a:lnTo>
                          <a:pt x="26" y="291"/>
                        </a:lnTo>
                        <a:lnTo>
                          <a:pt x="21" y="331"/>
                        </a:lnTo>
                        <a:lnTo>
                          <a:pt x="17" y="371"/>
                        </a:lnTo>
                        <a:lnTo>
                          <a:pt x="10" y="387"/>
                        </a:lnTo>
                        <a:lnTo>
                          <a:pt x="0" y="297"/>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sp>
            <p:nvSpPr>
              <p:cNvPr id="143" name="Oval 115"/>
              <p:cNvSpPr>
                <a:spLocks noChangeArrowheads="1"/>
              </p:cNvSpPr>
              <p:nvPr/>
            </p:nvSpPr>
            <p:spPr bwMode="auto">
              <a:xfrm>
                <a:off x="2229" y="1273"/>
                <a:ext cx="1154" cy="110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144" name="Group 116"/>
              <p:cNvGrpSpPr>
                <a:grpSpLocks/>
              </p:cNvGrpSpPr>
              <p:nvPr/>
            </p:nvGrpSpPr>
            <p:grpSpPr bwMode="auto">
              <a:xfrm>
                <a:off x="2181" y="1183"/>
                <a:ext cx="1154" cy="1105"/>
                <a:chOff x="2181" y="1183"/>
                <a:chExt cx="1154" cy="1105"/>
              </a:xfrm>
            </p:grpSpPr>
            <p:sp>
              <p:nvSpPr>
                <p:cNvPr id="145" name="Oval 117"/>
                <p:cNvSpPr>
                  <a:spLocks noChangeArrowheads="1"/>
                </p:cNvSpPr>
                <p:nvPr/>
              </p:nvSpPr>
              <p:spPr bwMode="auto">
                <a:xfrm>
                  <a:off x="2194" y="1198"/>
                  <a:ext cx="1127" cy="1078"/>
                </a:xfrm>
                <a:prstGeom prst="ellipse">
                  <a:avLst/>
                </a:prstGeom>
                <a:noFill/>
                <a:ln w="63500">
                  <a:solidFill>
                    <a:srgbClr val="9F9F9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46" name="Oval 118"/>
                <p:cNvSpPr>
                  <a:spLocks noChangeArrowheads="1"/>
                </p:cNvSpPr>
                <p:nvPr/>
              </p:nvSpPr>
              <p:spPr bwMode="auto">
                <a:xfrm>
                  <a:off x="2181" y="1183"/>
                  <a:ext cx="1154" cy="110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47" name="Oval 119"/>
                <p:cNvSpPr>
                  <a:spLocks noChangeArrowheads="1"/>
                </p:cNvSpPr>
                <p:nvPr/>
              </p:nvSpPr>
              <p:spPr bwMode="auto">
                <a:xfrm>
                  <a:off x="2213" y="1213"/>
                  <a:ext cx="1090" cy="1046"/>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grpSp>
          <p:nvGrpSpPr>
            <p:cNvPr id="106" name="Group 120"/>
            <p:cNvGrpSpPr>
              <a:grpSpLocks/>
            </p:cNvGrpSpPr>
            <p:nvPr/>
          </p:nvGrpSpPr>
          <p:grpSpPr bwMode="auto">
            <a:xfrm>
              <a:off x="3008" y="2225"/>
              <a:ext cx="592" cy="924"/>
              <a:chOff x="3008" y="2225"/>
              <a:chExt cx="592" cy="924"/>
            </a:xfrm>
          </p:grpSpPr>
          <p:sp>
            <p:nvSpPr>
              <p:cNvPr id="107" name="Freeform 121"/>
              <p:cNvSpPr>
                <a:spLocks/>
              </p:cNvSpPr>
              <p:nvPr/>
            </p:nvSpPr>
            <p:spPr bwMode="auto">
              <a:xfrm>
                <a:off x="3013" y="2272"/>
                <a:ext cx="564" cy="808"/>
              </a:xfrm>
              <a:custGeom>
                <a:avLst/>
                <a:gdLst>
                  <a:gd name="T0" fmla="*/ 0 w 564"/>
                  <a:gd name="T1" fmla="*/ 60 h 808"/>
                  <a:gd name="T2" fmla="*/ 400 w 564"/>
                  <a:gd name="T3" fmla="*/ 808 h 808"/>
                  <a:gd name="T4" fmla="*/ 564 w 564"/>
                  <a:gd name="T5" fmla="*/ 725 h 808"/>
                  <a:gd name="T6" fmla="*/ 162 w 564"/>
                  <a:gd name="T7" fmla="*/ 0 h 808"/>
                  <a:gd name="T8" fmla="*/ 0 w 564"/>
                  <a:gd name="T9" fmla="*/ 60 h 808"/>
                  <a:gd name="T10" fmla="*/ 0 60000 65536"/>
                  <a:gd name="T11" fmla="*/ 0 60000 65536"/>
                  <a:gd name="T12" fmla="*/ 0 60000 65536"/>
                  <a:gd name="T13" fmla="*/ 0 60000 65536"/>
                  <a:gd name="T14" fmla="*/ 0 60000 65536"/>
                  <a:gd name="T15" fmla="*/ 0 w 564"/>
                  <a:gd name="T16" fmla="*/ 0 h 808"/>
                  <a:gd name="T17" fmla="*/ 564 w 564"/>
                  <a:gd name="T18" fmla="*/ 808 h 808"/>
                </a:gdLst>
                <a:ahLst/>
                <a:cxnLst>
                  <a:cxn ang="T10">
                    <a:pos x="T0" y="T1"/>
                  </a:cxn>
                  <a:cxn ang="T11">
                    <a:pos x="T2" y="T3"/>
                  </a:cxn>
                  <a:cxn ang="T12">
                    <a:pos x="T4" y="T5"/>
                  </a:cxn>
                  <a:cxn ang="T13">
                    <a:pos x="T6" y="T7"/>
                  </a:cxn>
                  <a:cxn ang="T14">
                    <a:pos x="T8" y="T9"/>
                  </a:cxn>
                </a:cxnLst>
                <a:rect l="T15" t="T16" r="T17" b="T18"/>
                <a:pathLst>
                  <a:path w="564" h="808">
                    <a:moveTo>
                      <a:pt x="0" y="60"/>
                    </a:moveTo>
                    <a:lnTo>
                      <a:pt x="400" y="808"/>
                    </a:lnTo>
                    <a:lnTo>
                      <a:pt x="564" y="725"/>
                    </a:lnTo>
                    <a:lnTo>
                      <a:pt x="162" y="0"/>
                    </a:lnTo>
                    <a:lnTo>
                      <a:pt x="0" y="6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8" name="Arc 122"/>
              <p:cNvSpPr>
                <a:spLocks/>
              </p:cNvSpPr>
              <p:nvPr/>
            </p:nvSpPr>
            <p:spPr bwMode="auto">
              <a:xfrm>
                <a:off x="3010" y="2225"/>
                <a:ext cx="170" cy="105"/>
              </a:xfrm>
              <a:custGeom>
                <a:avLst/>
                <a:gdLst>
                  <a:gd name="T0" fmla="*/ 4 w 42152"/>
                  <a:gd name="T1" fmla="*/ 105 h 27693"/>
                  <a:gd name="T2" fmla="*/ 170 w 42152"/>
                  <a:gd name="T3" fmla="*/ 57 h 27693"/>
                  <a:gd name="T4" fmla="*/ 87 w 42152"/>
                  <a:gd name="T5" fmla="*/ 82 h 27693"/>
                  <a:gd name="T6" fmla="*/ 0 60000 65536"/>
                  <a:gd name="T7" fmla="*/ 0 60000 65536"/>
                  <a:gd name="T8" fmla="*/ 0 60000 65536"/>
                  <a:gd name="T9" fmla="*/ 0 w 42152"/>
                  <a:gd name="T10" fmla="*/ 0 h 27693"/>
                  <a:gd name="T11" fmla="*/ 42152 w 42152"/>
                  <a:gd name="T12" fmla="*/ 27693 h 27693"/>
                </a:gdLst>
                <a:ahLst/>
                <a:cxnLst>
                  <a:cxn ang="T6">
                    <a:pos x="T0" y="T1"/>
                  </a:cxn>
                  <a:cxn ang="T7">
                    <a:pos x="T2" y="T3"/>
                  </a:cxn>
                  <a:cxn ang="T8">
                    <a:pos x="T4" y="T5"/>
                  </a:cxn>
                </a:cxnLst>
                <a:rect l="T9" t="T10" r="T11" b="T12"/>
                <a:pathLst>
                  <a:path w="42152" h="27693" fill="none" extrusionOk="0">
                    <a:moveTo>
                      <a:pt x="877" y="27692"/>
                    </a:moveTo>
                    <a:cubicBezTo>
                      <a:pt x="295" y="25714"/>
                      <a:pt x="0" y="23662"/>
                      <a:pt x="0" y="21600"/>
                    </a:cubicBezTo>
                    <a:cubicBezTo>
                      <a:pt x="0" y="9670"/>
                      <a:pt x="9670" y="0"/>
                      <a:pt x="21600" y="0"/>
                    </a:cubicBezTo>
                    <a:cubicBezTo>
                      <a:pt x="30968" y="-1"/>
                      <a:pt x="39268" y="6038"/>
                      <a:pt x="42151" y="14952"/>
                    </a:cubicBezTo>
                  </a:path>
                  <a:path w="42152" h="27693" stroke="0" extrusionOk="0">
                    <a:moveTo>
                      <a:pt x="877" y="27692"/>
                    </a:moveTo>
                    <a:cubicBezTo>
                      <a:pt x="295" y="25714"/>
                      <a:pt x="0" y="23662"/>
                      <a:pt x="0" y="21600"/>
                    </a:cubicBezTo>
                    <a:cubicBezTo>
                      <a:pt x="0" y="9670"/>
                      <a:pt x="9670" y="0"/>
                      <a:pt x="21600" y="0"/>
                    </a:cubicBezTo>
                    <a:cubicBezTo>
                      <a:pt x="30968" y="-1"/>
                      <a:pt x="39268" y="6038"/>
                      <a:pt x="42151" y="14952"/>
                    </a:cubicBezTo>
                    <a:lnTo>
                      <a:pt x="21600" y="21600"/>
                    </a:lnTo>
                    <a:close/>
                  </a:path>
                </a:pathLst>
              </a:custGeom>
              <a:solidFill>
                <a:srgbClr val="5F3F1F"/>
              </a:solidFill>
              <a:ln w="12700">
                <a:solidFill>
                  <a:srgbClr val="000000"/>
                </a:solidFill>
                <a:round/>
                <a:headEnd/>
                <a:tailEnd/>
              </a:ln>
            </p:spPr>
            <p:txBody>
              <a:bodyPr/>
              <a:lstStyle/>
              <a:p>
                <a:endParaRPr lang="pt-BR"/>
              </a:p>
            </p:txBody>
          </p:sp>
          <p:sp>
            <p:nvSpPr>
              <p:cNvPr id="109" name="Arc 123"/>
              <p:cNvSpPr>
                <a:spLocks/>
              </p:cNvSpPr>
              <p:nvPr/>
            </p:nvSpPr>
            <p:spPr bwMode="auto">
              <a:xfrm>
                <a:off x="3014" y="2236"/>
                <a:ext cx="172" cy="100"/>
              </a:xfrm>
              <a:custGeom>
                <a:avLst/>
                <a:gdLst>
                  <a:gd name="T0" fmla="*/ 1 w 42065"/>
                  <a:gd name="T1" fmla="*/ 100 h 24039"/>
                  <a:gd name="T2" fmla="*/ 172 w 42065"/>
                  <a:gd name="T3" fmla="*/ 61 h 24039"/>
                  <a:gd name="T4" fmla="*/ 88 w 42065"/>
                  <a:gd name="T5" fmla="*/ 90 h 24039"/>
                  <a:gd name="T6" fmla="*/ 0 60000 65536"/>
                  <a:gd name="T7" fmla="*/ 0 60000 65536"/>
                  <a:gd name="T8" fmla="*/ 0 60000 65536"/>
                  <a:gd name="T9" fmla="*/ 0 w 42065"/>
                  <a:gd name="T10" fmla="*/ 0 h 24039"/>
                  <a:gd name="T11" fmla="*/ 42065 w 42065"/>
                  <a:gd name="T12" fmla="*/ 24039 h 24039"/>
                </a:gdLst>
                <a:ahLst/>
                <a:cxnLst>
                  <a:cxn ang="T6">
                    <a:pos x="T0" y="T1"/>
                  </a:cxn>
                  <a:cxn ang="T7">
                    <a:pos x="T2" y="T3"/>
                  </a:cxn>
                  <a:cxn ang="T8">
                    <a:pos x="T4" y="T5"/>
                  </a:cxn>
                </a:cxnLst>
                <a:rect l="T9" t="T10" r="T11" b="T12"/>
                <a:pathLst>
                  <a:path w="42065" h="24039" fill="none" extrusionOk="0">
                    <a:moveTo>
                      <a:pt x="138" y="24038"/>
                    </a:moveTo>
                    <a:cubicBezTo>
                      <a:pt x="46" y="23229"/>
                      <a:pt x="0" y="22414"/>
                      <a:pt x="0" y="21600"/>
                    </a:cubicBezTo>
                    <a:cubicBezTo>
                      <a:pt x="0" y="9670"/>
                      <a:pt x="9670" y="0"/>
                      <a:pt x="21600" y="0"/>
                    </a:cubicBezTo>
                    <a:cubicBezTo>
                      <a:pt x="30866" y="-1"/>
                      <a:pt x="39100" y="5910"/>
                      <a:pt x="42064" y="14690"/>
                    </a:cubicBezTo>
                  </a:path>
                  <a:path w="42065" h="24039" stroke="0" extrusionOk="0">
                    <a:moveTo>
                      <a:pt x="138" y="24038"/>
                    </a:moveTo>
                    <a:cubicBezTo>
                      <a:pt x="46" y="23229"/>
                      <a:pt x="0" y="22414"/>
                      <a:pt x="0" y="21600"/>
                    </a:cubicBezTo>
                    <a:cubicBezTo>
                      <a:pt x="0" y="9670"/>
                      <a:pt x="9670" y="0"/>
                      <a:pt x="21600" y="0"/>
                    </a:cubicBezTo>
                    <a:cubicBezTo>
                      <a:pt x="30866" y="-1"/>
                      <a:pt x="39100" y="5910"/>
                      <a:pt x="42064" y="14690"/>
                    </a:cubicBezTo>
                    <a:lnTo>
                      <a:pt x="21600" y="2160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0" name="Freeform 124"/>
              <p:cNvSpPr>
                <a:spLocks/>
              </p:cNvSpPr>
              <p:nvPr/>
            </p:nvSpPr>
            <p:spPr bwMode="auto">
              <a:xfrm>
                <a:off x="3008" y="2237"/>
                <a:ext cx="107" cy="207"/>
              </a:xfrm>
              <a:custGeom>
                <a:avLst/>
                <a:gdLst>
                  <a:gd name="T0" fmla="*/ 3 w 107"/>
                  <a:gd name="T1" fmla="*/ 96 h 207"/>
                  <a:gd name="T2" fmla="*/ 0 w 107"/>
                  <a:gd name="T3" fmla="*/ 82 h 207"/>
                  <a:gd name="T4" fmla="*/ 0 w 107"/>
                  <a:gd name="T5" fmla="*/ 69 h 207"/>
                  <a:gd name="T6" fmla="*/ 2 w 107"/>
                  <a:gd name="T7" fmla="*/ 58 h 207"/>
                  <a:gd name="T8" fmla="*/ 6 w 107"/>
                  <a:gd name="T9" fmla="*/ 42 h 207"/>
                  <a:gd name="T10" fmla="*/ 12 w 107"/>
                  <a:gd name="T11" fmla="*/ 29 h 207"/>
                  <a:gd name="T12" fmla="*/ 21 w 107"/>
                  <a:gd name="T13" fmla="*/ 17 h 207"/>
                  <a:gd name="T14" fmla="*/ 31 w 107"/>
                  <a:gd name="T15" fmla="*/ 7 h 207"/>
                  <a:gd name="T16" fmla="*/ 41 w 107"/>
                  <a:gd name="T17" fmla="*/ 0 h 207"/>
                  <a:gd name="T18" fmla="*/ 107 w 107"/>
                  <a:gd name="T19" fmla="*/ 112 h 207"/>
                  <a:gd name="T20" fmla="*/ 95 w 107"/>
                  <a:gd name="T21" fmla="*/ 119 h 207"/>
                  <a:gd name="T22" fmla="*/ 87 w 107"/>
                  <a:gd name="T23" fmla="*/ 127 h 207"/>
                  <a:gd name="T24" fmla="*/ 79 w 107"/>
                  <a:gd name="T25" fmla="*/ 135 h 207"/>
                  <a:gd name="T26" fmla="*/ 73 w 107"/>
                  <a:gd name="T27" fmla="*/ 145 h 207"/>
                  <a:gd name="T28" fmla="*/ 66 w 107"/>
                  <a:gd name="T29" fmla="*/ 163 h 207"/>
                  <a:gd name="T30" fmla="*/ 62 w 107"/>
                  <a:gd name="T31" fmla="*/ 187 h 207"/>
                  <a:gd name="T32" fmla="*/ 62 w 107"/>
                  <a:gd name="T33" fmla="*/ 207 h 207"/>
                  <a:gd name="T34" fmla="*/ 3 w 107"/>
                  <a:gd name="T35" fmla="*/ 96 h 20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7"/>
                  <a:gd name="T55" fmla="*/ 0 h 207"/>
                  <a:gd name="T56" fmla="*/ 107 w 107"/>
                  <a:gd name="T57" fmla="*/ 207 h 20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7" h="207">
                    <a:moveTo>
                      <a:pt x="3" y="96"/>
                    </a:moveTo>
                    <a:lnTo>
                      <a:pt x="0" y="82"/>
                    </a:lnTo>
                    <a:lnTo>
                      <a:pt x="0" y="69"/>
                    </a:lnTo>
                    <a:lnTo>
                      <a:pt x="2" y="58"/>
                    </a:lnTo>
                    <a:lnTo>
                      <a:pt x="6" y="42"/>
                    </a:lnTo>
                    <a:lnTo>
                      <a:pt x="12" y="29"/>
                    </a:lnTo>
                    <a:lnTo>
                      <a:pt x="21" y="17"/>
                    </a:lnTo>
                    <a:lnTo>
                      <a:pt x="31" y="7"/>
                    </a:lnTo>
                    <a:lnTo>
                      <a:pt x="41" y="0"/>
                    </a:lnTo>
                    <a:lnTo>
                      <a:pt x="107" y="112"/>
                    </a:lnTo>
                    <a:lnTo>
                      <a:pt x="95" y="119"/>
                    </a:lnTo>
                    <a:lnTo>
                      <a:pt x="87" y="127"/>
                    </a:lnTo>
                    <a:lnTo>
                      <a:pt x="79" y="135"/>
                    </a:lnTo>
                    <a:lnTo>
                      <a:pt x="73" y="145"/>
                    </a:lnTo>
                    <a:lnTo>
                      <a:pt x="66" y="163"/>
                    </a:lnTo>
                    <a:lnTo>
                      <a:pt x="62" y="187"/>
                    </a:lnTo>
                    <a:lnTo>
                      <a:pt x="62" y="207"/>
                    </a:lnTo>
                    <a:lnTo>
                      <a:pt x="3" y="96"/>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1" name="Arc 125"/>
              <p:cNvSpPr>
                <a:spLocks/>
              </p:cNvSpPr>
              <p:nvPr/>
            </p:nvSpPr>
            <p:spPr bwMode="auto">
              <a:xfrm>
                <a:off x="3009" y="2229"/>
                <a:ext cx="87" cy="99"/>
              </a:xfrm>
              <a:custGeom>
                <a:avLst/>
                <a:gdLst>
                  <a:gd name="T0" fmla="*/ 3 w 21600"/>
                  <a:gd name="T1" fmla="*/ 99 h 26092"/>
                  <a:gd name="T2" fmla="*/ 57 w 21600"/>
                  <a:gd name="T3" fmla="*/ 0 h 26092"/>
                  <a:gd name="T4" fmla="*/ 87 w 21600"/>
                  <a:gd name="T5" fmla="*/ 77 h 26092"/>
                  <a:gd name="T6" fmla="*/ 0 60000 65536"/>
                  <a:gd name="T7" fmla="*/ 0 60000 65536"/>
                  <a:gd name="T8" fmla="*/ 0 60000 65536"/>
                  <a:gd name="T9" fmla="*/ 0 w 21600"/>
                  <a:gd name="T10" fmla="*/ 0 h 26092"/>
                  <a:gd name="T11" fmla="*/ 21600 w 21600"/>
                  <a:gd name="T12" fmla="*/ 26092 h 26092"/>
                </a:gdLst>
                <a:ahLst/>
                <a:cxnLst>
                  <a:cxn ang="T6">
                    <a:pos x="T0" y="T1"/>
                  </a:cxn>
                  <a:cxn ang="T7">
                    <a:pos x="T2" y="T3"/>
                  </a:cxn>
                  <a:cxn ang="T8">
                    <a:pos x="T4" y="T5"/>
                  </a:cxn>
                </a:cxnLst>
                <a:rect l="T9" t="T10" r="T11" b="T12"/>
                <a:pathLst>
                  <a:path w="21600" h="26092" fill="none" extrusionOk="0">
                    <a:moveTo>
                      <a:pt x="806" y="26092"/>
                    </a:moveTo>
                    <a:cubicBezTo>
                      <a:pt x="271" y="24188"/>
                      <a:pt x="0" y="22221"/>
                      <a:pt x="0" y="20244"/>
                    </a:cubicBezTo>
                    <a:cubicBezTo>
                      <a:pt x="-1" y="11219"/>
                      <a:pt x="5610" y="3146"/>
                      <a:pt x="14067" y="-1"/>
                    </a:cubicBezTo>
                  </a:path>
                  <a:path w="21600" h="26092" stroke="0" extrusionOk="0">
                    <a:moveTo>
                      <a:pt x="806" y="26092"/>
                    </a:moveTo>
                    <a:cubicBezTo>
                      <a:pt x="271" y="24188"/>
                      <a:pt x="0" y="22221"/>
                      <a:pt x="0" y="20244"/>
                    </a:cubicBezTo>
                    <a:cubicBezTo>
                      <a:pt x="-1" y="11219"/>
                      <a:pt x="5610" y="3146"/>
                      <a:pt x="14067" y="-1"/>
                    </a:cubicBezTo>
                    <a:lnTo>
                      <a:pt x="21600" y="20244"/>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12" name="Arc 126"/>
              <p:cNvSpPr>
                <a:spLocks/>
              </p:cNvSpPr>
              <p:nvPr/>
            </p:nvSpPr>
            <p:spPr bwMode="auto">
              <a:xfrm>
                <a:off x="3072" y="2338"/>
                <a:ext cx="171" cy="103"/>
              </a:xfrm>
              <a:custGeom>
                <a:avLst/>
                <a:gdLst>
                  <a:gd name="T0" fmla="*/ 3 w 42293"/>
                  <a:gd name="T1" fmla="*/ 103 h 27167"/>
                  <a:gd name="T2" fmla="*/ 171 w 42293"/>
                  <a:gd name="T3" fmla="*/ 58 h 27167"/>
                  <a:gd name="T4" fmla="*/ 87 w 42293"/>
                  <a:gd name="T5" fmla="*/ 82 h 27167"/>
                  <a:gd name="T6" fmla="*/ 0 60000 65536"/>
                  <a:gd name="T7" fmla="*/ 0 60000 65536"/>
                  <a:gd name="T8" fmla="*/ 0 60000 65536"/>
                  <a:gd name="T9" fmla="*/ 0 w 42293"/>
                  <a:gd name="T10" fmla="*/ 0 h 27167"/>
                  <a:gd name="T11" fmla="*/ 42293 w 42293"/>
                  <a:gd name="T12" fmla="*/ 27167 h 27167"/>
                </a:gdLst>
                <a:ahLst/>
                <a:cxnLst>
                  <a:cxn ang="T6">
                    <a:pos x="T0" y="T1"/>
                  </a:cxn>
                  <a:cxn ang="T7">
                    <a:pos x="T2" y="T3"/>
                  </a:cxn>
                  <a:cxn ang="T8">
                    <a:pos x="T4" y="T5"/>
                  </a:cxn>
                </a:cxnLst>
                <a:rect l="T9" t="T10" r="T11" b="T12"/>
                <a:pathLst>
                  <a:path w="42293" h="27167" fill="none" extrusionOk="0">
                    <a:moveTo>
                      <a:pt x="729" y="27167"/>
                    </a:moveTo>
                    <a:cubicBezTo>
                      <a:pt x="245" y="25351"/>
                      <a:pt x="0" y="23479"/>
                      <a:pt x="0" y="21600"/>
                    </a:cubicBezTo>
                    <a:cubicBezTo>
                      <a:pt x="0" y="9670"/>
                      <a:pt x="9670" y="0"/>
                      <a:pt x="21600" y="0"/>
                    </a:cubicBezTo>
                    <a:cubicBezTo>
                      <a:pt x="31144" y="-1"/>
                      <a:pt x="39556" y="6263"/>
                      <a:pt x="42293" y="15406"/>
                    </a:cubicBezTo>
                  </a:path>
                  <a:path w="42293" h="27167" stroke="0" extrusionOk="0">
                    <a:moveTo>
                      <a:pt x="729" y="27167"/>
                    </a:moveTo>
                    <a:cubicBezTo>
                      <a:pt x="245" y="25351"/>
                      <a:pt x="0" y="23479"/>
                      <a:pt x="0" y="21600"/>
                    </a:cubicBezTo>
                    <a:cubicBezTo>
                      <a:pt x="0" y="9670"/>
                      <a:pt x="9670" y="0"/>
                      <a:pt x="21600" y="0"/>
                    </a:cubicBezTo>
                    <a:cubicBezTo>
                      <a:pt x="31144" y="-1"/>
                      <a:pt x="39556" y="6263"/>
                      <a:pt x="42293" y="15406"/>
                    </a:cubicBezTo>
                    <a:lnTo>
                      <a:pt x="21600" y="21600"/>
                    </a:lnTo>
                    <a:close/>
                  </a:path>
                </a:pathLst>
              </a:custGeom>
              <a:solidFill>
                <a:srgbClr val="7F3F00"/>
              </a:solidFill>
              <a:ln w="12700">
                <a:solidFill>
                  <a:srgbClr val="000000"/>
                </a:solidFill>
                <a:round/>
                <a:headEnd/>
                <a:tailEnd/>
              </a:ln>
            </p:spPr>
            <p:txBody>
              <a:bodyPr/>
              <a:lstStyle/>
              <a:p>
                <a:endParaRPr lang="pt-BR"/>
              </a:p>
            </p:txBody>
          </p:sp>
          <p:grpSp>
            <p:nvGrpSpPr>
              <p:cNvPr id="113" name="Group 127"/>
              <p:cNvGrpSpPr>
                <a:grpSpLocks/>
              </p:cNvGrpSpPr>
              <p:nvPr/>
            </p:nvGrpSpPr>
            <p:grpSpPr bwMode="auto">
              <a:xfrm>
                <a:off x="3078" y="2354"/>
                <a:ext cx="182" cy="119"/>
                <a:chOff x="3078" y="2354"/>
                <a:chExt cx="182" cy="119"/>
              </a:xfrm>
            </p:grpSpPr>
            <p:grpSp>
              <p:nvGrpSpPr>
                <p:cNvPr id="137" name="Group 128"/>
                <p:cNvGrpSpPr>
                  <a:grpSpLocks/>
                </p:cNvGrpSpPr>
                <p:nvPr/>
              </p:nvGrpSpPr>
              <p:grpSpPr bwMode="auto">
                <a:xfrm>
                  <a:off x="3078" y="2354"/>
                  <a:ext cx="173" cy="101"/>
                  <a:chOff x="3078" y="2354"/>
                  <a:chExt cx="173" cy="101"/>
                </a:xfrm>
              </p:grpSpPr>
              <p:sp>
                <p:nvSpPr>
                  <p:cNvPr id="139" name="Arc 129"/>
                  <p:cNvSpPr>
                    <a:spLocks/>
                  </p:cNvSpPr>
                  <p:nvPr/>
                </p:nvSpPr>
                <p:spPr bwMode="auto">
                  <a:xfrm>
                    <a:off x="3078" y="2354"/>
                    <a:ext cx="172" cy="100"/>
                  </a:xfrm>
                  <a:custGeom>
                    <a:avLst/>
                    <a:gdLst>
                      <a:gd name="T0" fmla="*/ 2 w 42520"/>
                      <a:gd name="T1" fmla="*/ 100 h 26361"/>
                      <a:gd name="T2" fmla="*/ 172 w 42520"/>
                      <a:gd name="T3" fmla="*/ 62 h 26361"/>
                      <a:gd name="T4" fmla="*/ 87 w 42520"/>
                      <a:gd name="T5" fmla="*/ 82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0" name="Arc 130"/>
                  <p:cNvSpPr>
                    <a:spLocks/>
                  </p:cNvSpPr>
                  <p:nvPr/>
                </p:nvSpPr>
                <p:spPr bwMode="auto">
                  <a:xfrm>
                    <a:off x="3078" y="2364"/>
                    <a:ext cx="88" cy="90"/>
                  </a:xfrm>
                  <a:custGeom>
                    <a:avLst/>
                    <a:gdLst>
                      <a:gd name="T0" fmla="*/ 2 w 21600"/>
                      <a:gd name="T1" fmla="*/ 90 h 23652"/>
                      <a:gd name="T2" fmla="*/ 45 w 21600"/>
                      <a:gd name="T3" fmla="*/ 0 h 23652"/>
                      <a:gd name="T4" fmla="*/ 88 w 21600"/>
                      <a:gd name="T5" fmla="*/ 72 h 23652"/>
                      <a:gd name="T6" fmla="*/ 0 60000 65536"/>
                      <a:gd name="T7" fmla="*/ 0 60000 65536"/>
                      <a:gd name="T8" fmla="*/ 0 60000 65536"/>
                      <a:gd name="T9" fmla="*/ 0 w 21600"/>
                      <a:gd name="T10" fmla="*/ 0 h 23652"/>
                      <a:gd name="T11" fmla="*/ 21600 w 21600"/>
                      <a:gd name="T12" fmla="*/ 23652 h 23652"/>
                    </a:gdLst>
                    <a:ahLst/>
                    <a:cxnLst>
                      <a:cxn ang="T6">
                        <a:pos x="T0" y="T1"/>
                      </a:cxn>
                      <a:cxn ang="T7">
                        <a:pos x="T2" y="T3"/>
                      </a:cxn>
                      <a:cxn ang="T8">
                        <a:pos x="T4" y="T5"/>
                      </a:cxn>
                    </a:cxnLst>
                    <a:rect l="T9" t="T10" r="T11" b="T12"/>
                    <a:pathLst>
                      <a:path w="21600" h="23652" fill="none" extrusionOk="0">
                        <a:moveTo>
                          <a:pt x="531" y="23651"/>
                        </a:moveTo>
                        <a:cubicBezTo>
                          <a:pt x="178" y="22089"/>
                          <a:pt x="0" y="20492"/>
                          <a:pt x="0" y="18891"/>
                        </a:cubicBezTo>
                        <a:cubicBezTo>
                          <a:pt x="-1" y="11039"/>
                          <a:pt x="4260" y="3806"/>
                          <a:pt x="11126" y="-1"/>
                        </a:cubicBezTo>
                      </a:path>
                      <a:path w="21600" h="23652" stroke="0" extrusionOk="0">
                        <a:moveTo>
                          <a:pt x="531" y="23651"/>
                        </a:moveTo>
                        <a:cubicBezTo>
                          <a:pt x="178" y="22089"/>
                          <a:pt x="0" y="20492"/>
                          <a:pt x="0" y="18891"/>
                        </a:cubicBezTo>
                        <a:cubicBezTo>
                          <a:pt x="-1" y="11039"/>
                          <a:pt x="4260" y="3806"/>
                          <a:pt x="11126" y="-1"/>
                        </a:cubicBezTo>
                        <a:lnTo>
                          <a:pt x="21600" y="18891"/>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1" name="Arc 131"/>
                  <p:cNvSpPr>
                    <a:spLocks/>
                  </p:cNvSpPr>
                  <p:nvPr/>
                </p:nvSpPr>
                <p:spPr bwMode="auto">
                  <a:xfrm>
                    <a:off x="3079" y="2354"/>
                    <a:ext cx="172" cy="101"/>
                  </a:xfrm>
                  <a:custGeom>
                    <a:avLst/>
                    <a:gdLst>
                      <a:gd name="T0" fmla="*/ 2 w 42453"/>
                      <a:gd name="T1" fmla="*/ 101 h 26668"/>
                      <a:gd name="T2" fmla="*/ 172 w 42453"/>
                      <a:gd name="T3" fmla="*/ 60 h 26668"/>
                      <a:gd name="T4" fmla="*/ 88 w 42453"/>
                      <a:gd name="T5" fmla="*/ 82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138" name="Arc 132"/>
                <p:cNvSpPr>
                  <a:spLocks/>
                </p:cNvSpPr>
                <p:nvPr/>
              </p:nvSpPr>
              <p:spPr bwMode="auto">
                <a:xfrm>
                  <a:off x="3088" y="2372"/>
                  <a:ext cx="172" cy="101"/>
                </a:xfrm>
                <a:custGeom>
                  <a:avLst/>
                  <a:gdLst>
                    <a:gd name="T0" fmla="*/ 2 w 42453"/>
                    <a:gd name="T1" fmla="*/ 101 h 26668"/>
                    <a:gd name="T2" fmla="*/ 172 w 42453"/>
                    <a:gd name="T3" fmla="*/ 60 h 26668"/>
                    <a:gd name="T4" fmla="*/ 88 w 42453"/>
                    <a:gd name="T5" fmla="*/ 82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close/>
                    </a:path>
                  </a:pathLst>
                </a:custGeom>
                <a:solidFill>
                  <a:srgbClr val="7F3F00"/>
                </a:solidFill>
                <a:ln w="12700">
                  <a:solidFill>
                    <a:srgbClr val="000000"/>
                  </a:solidFill>
                  <a:round/>
                  <a:headEnd/>
                  <a:tailEnd/>
                </a:ln>
              </p:spPr>
              <p:txBody>
                <a:bodyPr/>
                <a:lstStyle/>
                <a:p>
                  <a:endParaRPr lang="pt-BR"/>
                </a:p>
              </p:txBody>
            </p:sp>
          </p:grpSp>
          <p:grpSp>
            <p:nvGrpSpPr>
              <p:cNvPr id="114" name="Group 133"/>
              <p:cNvGrpSpPr>
                <a:grpSpLocks/>
              </p:cNvGrpSpPr>
              <p:nvPr/>
            </p:nvGrpSpPr>
            <p:grpSpPr bwMode="auto">
              <a:xfrm>
                <a:off x="3095" y="2388"/>
                <a:ext cx="182" cy="118"/>
                <a:chOff x="3095" y="2388"/>
                <a:chExt cx="182" cy="118"/>
              </a:xfrm>
            </p:grpSpPr>
            <p:grpSp>
              <p:nvGrpSpPr>
                <p:cNvPr id="132" name="Group 134"/>
                <p:cNvGrpSpPr>
                  <a:grpSpLocks/>
                </p:cNvGrpSpPr>
                <p:nvPr/>
              </p:nvGrpSpPr>
              <p:grpSpPr bwMode="auto">
                <a:xfrm>
                  <a:off x="3095" y="2388"/>
                  <a:ext cx="173" cy="100"/>
                  <a:chOff x="3095" y="2388"/>
                  <a:chExt cx="173" cy="100"/>
                </a:xfrm>
              </p:grpSpPr>
              <p:sp>
                <p:nvSpPr>
                  <p:cNvPr id="134" name="Arc 135"/>
                  <p:cNvSpPr>
                    <a:spLocks/>
                  </p:cNvSpPr>
                  <p:nvPr/>
                </p:nvSpPr>
                <p:spPr bwMode="auto">
                  <a:xfrm>
                    <a:off x="3095" y="2388"/>
                    <a:ext cx="173" cy="99"/>
                  </a:xfrm>
                  <a:custGeom>
                    <a:avLst/>
                    <a:gdLst>
                      <a:gd name="T0" fmla="*/ 2 w 42583"/>
                      <a:gd name="T1" fmla="*/ 99 h 26108"/>
                      <a:gd name="T2" fmla="*/ 173 w 42583"/>
                      <a:gd name="T3" fmla="*/ 62 h 26108"/>
                      <a:gd name="T4" fmla="*/ 88 w 42583"/>
                      <a:gd name="T5" fmla="*/ 82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5" name="Arc 136"/>
                  <p:cNvSpPr>
                    <a:spLocks/>
                  </p:cNvSpPr>
                  <p:nvPr/>
                </p:nvSpPr>
                <p:spPr bwMode="auto">
                  <a:xfrm>
                    <a:off x="3095" y="2398"/>
                    <a:ext cx="88" cy="89"/>
                  </a:xfrm>
                  <a:custGeom>
                    <a:avLst/>
                    <a:gdLst>
                      <a:gd name="T0" fmla="*/ 2 w 21600"/>
                      <a:gd name="T1" fmla="*/ 89 h 23399"/>
                      <a:gd name="T2" fmla="*/ 45 w 21600"/>
                      <a:gd name="T3" fmla="*/ 0 h 23399"/>
                      <a:gd name="T4" fmla="*/ 88 w 21600"/>
                      <a:gd name="T5" fmla="*/ 72 h 23399"/>
                      <a:gd name="T6" fmla="*/ 0 60000 65536"/>
                      <a:gd name="T7" fmla="*/ 0 60000 65536"/>
                      <a:gd name="T8" fmla="*/ 0 60000 65536"/>
                      <a:gd name="T9" fmla="*/ 0 w 21600"/>
                      <a:gd name="T10" fmla="*/ 0 h 23399"/>
                      <a:gd name="T11" fmla="*/ 21600 w 21600"/>
                      <a:gd name="T12" fmla="*/ 23399 h 23399"/>
                    </a:gdLst>
                    <a:ahLst/>
                    <a:cxnLst>
                      <a:cxn ang="T6">
                        <a:pos x="T0" y="T1"/>
                      </a:cxn>
                      <a:cxn ang="T7">
                        <a:pos x="T2" y="T3"/>
                      </a:cxn>
                      <a:cxn ang="T8">
                        <a:pos x="T4" y="T5"/>
                      </a:cxn>
                    </a:cxnLst>
                    <a:rect l="T9" t="T10" r="T11" b="T12"/>
                    <a:pathLst>
                      <a:path w="21600" h="23399" fill="none" extrusionOk="0">
                        <a:moveTo>
                          <a:pt x="475" y="23399"/>
                        </a:moveTo>
                        <a:cubicBezTo>
                          <a:pt x="159" y="21917"/>
                          <a:pt x="0" y="20406"/>
                          <a:pt x="0" y="18891"/>
                        </a:cubicBezTo>
                        <a:cubicBezTo>
                          <a:pt x="-1" y="11039"/>
                          <a:pt x="4260" y="3806"/>
                          <a:pt x="11126" y="-1"/>
                        </a:cubicBezTo>
                      </a:path>
                      <a:path w="21600" h="23399" stroke="0" extrusionOk="0">
                        <a:moveTo>
                          <a:pt x="475" y="23399"/>
                        </a:moveTo>
                        <a:cubicBezTo>
                          <a:pt x="159" y="21917"/>
                          <a:pt x="0" y="20406"/>
                          <a:pt x="0" y="18891"/>
                        </a:cubicBezTo>
                        <a:cubicBezTo>
                          <a:pt x="-1" y="11039"/>
                          <a:pt x="4260" y="3806"/>
                          <a:pt x="11126" y="-1"/>
                        </a:cubicBezTo>
                        <a:lnTo>
                          <a:pt x="21600" y="18891"/>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6" name="Arc 137"/>
                  <p:cNvSpPr>
                    <a:spLocks/>
                  </p:cNvSpPr>
                  <p:nvPr/>
                </p:nvSpPr>
                <p:spPr bwMode="auto">
                  <a:xfrm>
                    <a:off x="3096" y="2388"/>
                    <a:ext cx="172" cy="100"/>
                  </a:xfrm>
                  <a:custGeom>
                    <a:avLst/>
                    <a:gdLst>
                      <a:gd name="T0" fmla="*/ 2 w 42520"/>
                      <a:gd name="T1" fmla="*/ 100 h 26361"/>
                      <a:gd name="T2" fmla="*/ 172 w 42520"/>
                      <a:gd name="T3" fmla="*/ 62 h 26361"/>
                      <a:gd name="T4" fmla="*/ 87 w 42520"/>
                      <a:gd name="T5" fmla="*/ 82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133" name="Arc 138"/>
                <p:cNvSpPr>
                  <a:spLocks/>
                </p:cNvSpPr>
                <p:nvPr/>
              </p:nvSpPr>
              <p:spPr bwMode="auto">
                <a:xfrm>
                  <a:off x="3105" y="2406"/>
                  <a:ext cx="172" cy="100"/>
                </a:xfrm>
                <a:custGeom>
                  <a:avLst/>
                  <a:gdLst>
                    <a:gd name="T0" fmla="*/ 2 w 42520"/>
                    <a:gd name="T1" fmla="*/ 100 h 26361"/>
                    <a:gd name="T2" fmla="*/ 172 w 42520"/>
                    <a:gd name="T3" fmla="*/ 62 h 26361"/>
                    <a:gd name="T4" fmla="*/ 87 w 42520"/>
                    <a:gd name="T5" fmla="*/ 82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close/>
                    </a:path>
                  </a:pathLst>
                </a:custGeom>
                <a:solidFill>
                  <a:srgbClr val="7F3F00"/>
                </a:solidFill>
                <a:ln w="12700">
                  <a:solidFill>
                    <a:srgbClr val="000000"/>
                  </a:solidFill>
                  <a:round/>
                  <a:headEnd/>
                  <a:tailEnd/>
                </a:ln>
              </p:spPr>
              <p:txBody>
                <a:bodyPr/>
                <a:lstStyle/>
                <a:p>
                  <a:endParaRPr lang="pt-BR"/>
                </a:p>
              </p:txBody>
            </p:sp>
          </p:grpSp>
          <p:grpSp>
            <p:nvGrpSpPr>
              <p:cNvPr id="115" name="Group 139"/>
              <p:cNvGrpSpPr>
                <a:grpSpLocks/>
              </p:cNvGrpSpPr>
              <p:nvPr/>
            </p:nvGrpSpPr>
            <p:grpSpPr bwMode="auto">
              <a:xfrm>
                <a:off x="3113" y="2420"/>
                <a:ext cx="173" cy="98"/>
                <a:chOff x="3113" y="2420"/>
                <a:chExt cx="173" cy="98"/>
              </a:xfrm>
            </p:grpSpPr>
            <p:sp>
              <p:nvSpPr>
                <p:cNvPr id="130" name="Arc 140"/>
                <p:cNvSpPr>
                  <a:spLocks/>
                </p:cNvSpPr>
                <p:nvPr/>
              </p:nvSpPr>
              <p:spPr bwMode="auto">
                <a:xfrm>
                  <a:off x="3113" y="2420"/>
                  <a:ext cx="173" cy="98"/>
                </a:xfrm>
                <a:custGeom>
                  <a:avLst/>
                  <a:gdLst>
                    <a:gd name="T0" fmla="*/ 2 w 42657"/>
                    <a:gd name="T1" fmla="*/ 98 h 25854"/>
                    <a:gd name="T2" fmla="*/ 173 w 42657"/>
                    <a:gd name="T3" fmla="*/ 64 h 25854"/>
                    <a:gd name="T4" fmla="*/ 88 w 42657"/>
                    <a:gd name="T5" fmla="*/ 82 h 25854"/>
                    <a:gd name="T6" fmla="*/ 0 60000 65536"/>
                    <a:gd name="T7" fmla="*/ 0 60000 65536"/>
                    <a:gd name="T8" fmla="*/ 0 60000 65536"/>
                    <a:gd name="T9" fmla="*/ 0 w 42657"/>
                    <a:gd name="T10" fmla="*/ 0 h 25854"/>
                    <a:gd name="T11" fmla="*/ 42657 w 42657"/>
                    <a:gd name="T12" fmla="*/ 25854 h 25854"/>
                  </a:gdLst>
                  <a:ahLst/>
                  <a:cxnLst>
                    <a:cxn ang="T6">
                      <a:pos x="T0" y="T1"/>
                    </a:cxn>
                    <a:cxn ang="T7">
                      <a:pos x="T2" y="T3"/>
                    </a:cxn>
                    <a:cxn ang="T8">
                      <a:pos x="T4" y="T5"/>
                    </a:cxn>
                  </a:cxnLst>
                  <a:rect l="T9" t="T10" r="T11" b="T12"/>
                  <a:pathLst>
                    <a:path w="42657" h="25854" fill="none" extrusionOk="0">
                      <a:moveTo>
                        <a:pt x="423" y="25853"/>
                      </a:moveTo>
                      <a:cubicBezTo>
                        <a:pt x="141" y="24453"/>
                        <a:pt x="0" y="23028"/>
                        <a:pt x="0" y="21600"/>
                      </a:cubicBezTo>
                      <a:cubicBezTo>
                        <a:pt x="0" y="9670"/>
                        <a:pt x="9670" y="0"/>
                        <a:pt x="21600" y="0"/>
                      </a:cubicBezTo>
                      <a:cubicBezTo>
                        <a:pt x="31674" y="-1"/>
                        <a:pt x="40410" y="6964"/>
                        <a:pt x="42656" y="16785"/>
                      </a:cubicBezTo>
                    </a:path>
                    <a:path w="42657" h="25854" stroke="0" extrusionOk="0">
                      <a:moveTo>
                        <a:pt x="423" y="25853"/>
                      </a:moveTo>
                      <a:cubicBezTo>
                        <a:pt x="141" y="24453"/>
                        <a:pt x="0" y="23028"/>
                        <a:pt x="0" y="21600"/>
                      </a:cubicBezTo>
                      <a:cubicBezTo>
                        <a:pt x="0" y="9670"/>
                        <a:pt x="9670" y="0"/>
                        <a:pt x="21600" y="0"/>
                      </a:cubicBezTo>
                      <a:cubicBezTo>
                        <a:pt x="31674" y="-1"/>
                        <a:pt x="40410" y="6964"/>
                        <a:pt x="42656" y="16785"/>
                      </a:cubicBezTo>
                      <a:lnTo>
                        <a:pt x="21600" y="2160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1" name="Arc 141"/>
                <p:cNvSpPr>
                  <a:spLocks/>
                </p:cNvSpPr>
                <p:nvPr/>
              </p:nvSpPr>
              <p:spPr bwMode="auto">
                <a:xfrm>
                  <a:off x="3113" y="2430"/>
                  <a:ext cx="88" cy="88"/>
                </a:xfrm>
                <a:custGeom>
                  <a:avLst/>
                  <a:gdLst>
                    <a:gd name="T0" fmla="*/ 2 w 21600"/>
                    <a:gd name="T1" fmla="*/ 88 h 23145"/>
                    <a:gd name="T2" fmla="*/ 45 w 21600"/>
                    <a:gd name="T3" fmla="*/ 0 h 23145"/>
                    <a:gd name="T4" fmla="*/ 88 w 21600"/>
                    <a:gd name="T5" fmla="*/ 72 h 23145"/>
                    <a:gd name="T6" fmla="*/ 0 60000 65536"/>
                    <a:gd name="T7" fmla="*/ 0 60000 65536"/>
                    <a:gd name="T8" fmla="*/ 0 60000 65536"/>
                    <a:gd name="T9" fmla="*/ 0 w 21600"/>
                    <a:gd name="T10" fmla="*/ 0 h 23145"/>
                    <a:gd name="T11" fmla="*/ 21600 w 21600"/>
                    <a:gd name="T12" fmla="*/ 23145 h 23145"/>
                  </a:gdLst>
                  <a:ahLst/>
                  <a:cxnLst>
                    <a:cxn ang="T6">
                      <a:pos x="T0" y="T1"/>
                    </a:cxn>
                    <a:cxn ang="T7">
                      <a:pos x="T2" y="T3"/>
                    </a:cxn>
                    <a:cxn ang="T8">
                      <a:pos x="T4" y="T5"/>
                    </a:cxn>
                  </a:cxnLst>
                  <a:rect l="T9" t="T10" r="T11" b="T12"/>
                  <a:pathLst>
                    <a:path w="21600" h="23145" fill="none" extrusionOk="0">
                      <a:moveTo>
                        <a:pt x="423" y="23144"/>
                      </a:moveTo>
                      <a:cubicBezTo>
                        <a:pt x="141" y="21744"/>
                        <a:pt x="0" y="20319"/>
                        <a:pt x="0" y="18891"/>
                      </a:cubicBezTo>
                      <a:cubicBezTo>
                        <a:pt x="-1" y="11039"/>
                        <a:pt x="4260" y="3806"/>
                        <a:pt x="11126" y="-1"/>
                      </a:cubicBezTo>
                    </a:path>
                    <a:path w="21600" h="23145" stroke="0" extrusionOk="0">
                      <a:moveTo>
                        <a:pt x="423" y="23144"/>
                      </a:moveTo>
                      <a:cubicBezTo>
                        <a:pt x="141" y="21744"/>
                        <a:pt x="0" y="20319"/>
                        <a:pt x="0" y="18891"/>
                      </a:cubicBezTo>
                      <a:cubicBezTo>
                        <a:pt x="-1" y="11039"/>
                        <a:pt x="4260" y="3806"/>
                        <a:pt x="11126" y="-1"/>
                      </a:cubicBezTo>
                      <a:lnTo>
                        <a:pt x="21600" y="18891"/>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nvGrpSpPr>
              <p:cNvPr id="116" name="Group 142"/>
              <p:cNvGrpSpPr>
                <a:grpSpLocks/>
              </p:cNvGrpSpPr>
              <p:nvPr/>
            </p:nvGrpSpPr>
            <p:grpSpPr bwMode="auto">
              <a:xfrm>
                <a:off x="3114" y="2420"/>
                <a:ext cx="182" cy="117"/>
                <a:chOff x="3114" y="2420"/>
                <a:chExt cx="182" cy="117"/>
              </a:xfrm>
            </p:grpSpPr>
            <p:sp>
              <p:nvSpPr>
                <p:cNvPr id="128" name="Arc 143"/>
                <p:cNvSpPr>
                  <a:spLocks/>
                </p:cNvSpPr>
                <p:nvPr/>
              </p:nvSpPr>
              <p:spPr bwMode="auto">
                <a:xfrm>
                  <a:off x="3114" y="2420"/>
                  <a:ext cx="173" cy="99"/>
                </a:xfrm>
                <a:custGeom>
                  <a:avLst/>
                  <a:gdLst>
                    <a:gd name="T0" fmla="*/ 2 w 42583"/>
                    <a:gd name="T1" fmla="*/ 99 h 26108"/>
                    <a:gd name="T2" fmla="*/ 173 w 42583"/>
                    <a:gd name="T3" fmla="*/ 62 h 26108"/>
                    <a:gd name="T4" fmla="*/ 88 w 42583"/>
                    <a:gd name="T5" fmla="*/ 82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29" name="Arc 144"/>
                <p:cNvSpPr>
                  <a:spLocks/>
                </p:cNvSpPr>
                <p:nvPr/>
              </p:nvSpPr>
              <p:spPr bwMode="auto">
                <a:xfrm>
                  <a:off x="3123" y="2438"/>
                  <a:ext cx="173" cy="99"/>
                </a:xfrm>
                <a:custGeom>
                  <a:avLst/>
                  <a:gdLst>
                    <a:gd name="T0" fmla="*/ 2 w 42583"/>
                    <a:gd name="T1" fmla="*/ 99 h 26108"/>
                    <a:gd name="T2" fmla="*/ 173 w 42583"/>
                    <a:gd name="T3" fmla="*/ 62 h 26108"/>
                    <a:gd name="T4" fmla="*/ 88 w 42583"/>
                    <a:gd name="T5" fmla="*/ 82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close/>
                    </a:path>
                  </a:pathLst>
                </a:custGeom>
                <a:solidFill>
                  <a:srgbClr val="7F3F00"/>
                </a:solidFill>
                <a:ln w="12700">
                  <a:solidFill>
                    <a:srgbClr val="000000"/>
                  </a:solidFill>
                  <a:round/>
                  <a:headEnd/>
                  <a:tailEnd/>
                </a:ln>
              </p:spPr>
              <p:txBody>
                <a:bodyPr/>
                <a:lstStyle/>
                <a:p>
                  <a:endParaRPr lang="pt-BR"/>
                </a:p>
              </p:txBody>
            </p:sp>
          </p:grpSp>
          <p:grpSp>
            <p:nvGrpSpPr>
              <p:cNvPr id="117" name="Group 145"/>
              <p:cNvGrpSpPr>
                <a:grpSpLocks/>
              </p:cNvGrpSpPr>
              <p:nvPr/>
            </p:nvGrpSpPr>
            <p:grpSpPr bwMode="auto">
              <a:xfrm>
                <a:off x="3014" y="2275"/>
                <a:ext cx="565" cy="811"/>
                <a:chOff x="3014" y="2275"/>
                <a:chExt cx="565" cy="811"/>
              </a:xfrm>
            </p:grpSpPr>
            <p:sp>
              <p:nvSpPr>
                <p:cNvPr id="126" name="Line 146"/>
                <p:cNvSpPr>
                  <a:spLocks noChangeShapeType="1"/>
                </p:cNvSpPr>
                <p:nvPr/>
              </p:nvSpPr>
              <p:spPr bwMode="auto">
                <a:xfrm>
                  <a:off x="3178" y="2275"/>
                  <a:ext cx="401" cy="72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27" name="Line 147"/>
                <p:cNvSpPr>
                  <a:spLocks noChangeShapeType="1"/>
                </p:cNvSpPr>
                <p:nvPr/>
              </p:nvSpPr>
              <p:spPr bwMode="auto">
                <a:xfrm>
                  <a:off x="3014" y="2333"/>
                  <a:ext cx="402" cy="75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grpSp>
          <p:grpSp>
            <p:nvGrpSpPr>
              <p:cNvPr id="118" name="Group 148"/>
              <p:cNvGrpSpPr>
                <a:grpSpLocks/>
              </p:cNvGrpSpPr>
              <p:nvPr/>
            </p:nvGrpSpPr>
            <p:grpSpPr bwMode="auto">
              <a:xfrm>
                <a:off x="3131" y="2452"/>
                <a:ext cx="181" cy="116"/>
                <a:chOff x="3131" y="2452"/>
                <a:chExt cx="181" cy="116"/>
              </a:xfrm>
            </p:grpSpPr>
            <p:grpSp>
              <p:nvGrpSpPr>
                <p:cNvPr id="121" name="Group 149"/>
                <p:cNvGrpSpPr>
                  <a:grpSpLocks/>
                </p:cNvGrpSpPr>
                <p:nvPr/>
              </p:nvGrpSpPr>
              <p:grpSpPr bwMode="auto">
                <a:xfrm>
                  <a:off x="3131" y="2452"/>
                  <a:ext cx="173" cy="97"/>
                  <a:chOff x="3131" y="2452"/>
                  <a:chExt cx="173" cy="97"/>
                </a:xfrm>
              </p:grpSpPr>
              <p:sp>
                <p:nvSpPr>
                  <p:cNvPr id="124" name="Arc 150"/>
                  <p:cNvSpPr>
                    <a:spLocks/>
                  </p:cNvSpPr>
                  <p:nvPr/>
                </p:nvSpPr>
                <p:spPr bwMode="auto">
                  <a:xfrm>
                    <a:off x="3131" y="2452"/>
                    <a:ext cx="173" cy="97"/>
                  </a:xfrm>
                  <a:custGeom>
                    <a:avLst/>
                    <a:gdLst>
                      <a:gd name="T0" fmla="*/ 2 w 42713"/>
                      <a:gd name="T1" fmla="*/ 97 h 25597"/>
                      <a:gd name="T2" fmla="*/ 173 w 42713"/>
                      <a:gd name="T3" fmla="*/ 65 h 25597"/>
                      <a:gd name="T4" fmla="*/ 87 w 42713"/>
                      <a:gd name="T5" fmla="*/ 82 h 25597"/>
                      <a:gd name="T6" fmla="*/ 0 60000 65536"/>
                      <a:gd name="T7" fmla="*/ 0 60000 65536"/>
                      <a:gd name="T8" fmla="*/ 0 60000 65536"/>
                      <a:gd name="T9" fmla="*/ 0 w 42713"/>
                      <a:gd name="T10" fmla="*/ 0 h 25597"/>
                      <a:gd name="T11" fmla="*/ 42713 w 42713"/>
                      <a:gd name="T12" fmla="*/ 25597 h 25597"/>
                    </a:gdLst>
                    <a:ahLst/>
                    <a:cxnLst>
                      <a:cxn ang="T6">
                        <a:pos x="T0" y="T1"/>
                      </a:cxn>
                      <a:cxn ang="T7">
                        <a:pos x="T2" y="T3"/>
                      </a:cxn>
                      <a:cxn ang="T8">
                        <a:pos x="T4" y="T5"/>
                      </a:cxn>
                    </a:cxnLst>
                    <a:rect l="T9" t="T10" r="T11" b="T12"/>
                    <a:pathLst>
                      <a:path w="42713" h="25597" fill="none" extrusionOk="0">
                        <a:moveTo>
                          <a:pt x="373" y="25596"/>
                        </a:moveTo>
                        <a:cubicBezTo>
                          <a:pt x="124" y="24279"/>
                          <a:pt x="0" y="22941"/>
                          <a:pt x="0" y="21600"/>
                        </a:cubicBezTo>
                        <a:cubicBezTo>
                          <a:pt x="0" y="9670"/>
                          <a:pt x="9670" y="0"/>
                          <a:pt x="21600" y="0"/>
                        </a:cubicBezTo>
                        <a:cubicBezTo>
                          <a:pt x="31772" y="-1"/>
                          <a:pt x="40565" y="7097"/>
                          <a:pt x="42713" y="17039"/>
                        </a:cubicBezTo>
                      </a:path>
                      <a:path w="42713" h="25597" stroke="0" extrusionOk="0">
                        <a:moveTo>
                          <a:pt x="373" y="25596"/>
                        </a:moveTo>
                        <a:cubicBezTo>
                          <a:pt x="124" y="24279"/>
                          <a:pt x="0" y="22941"/>
                          <a:pt x="0" y="21600"/>
                        </a:cubicBezTo>
                        <a:cubicBezTo>
                          <a:pt x="0" y="9670"/>
                          <a:pt x="9670" y="0"/>
                          <a:pt x="21600" y="0"/>
                        </a:cubicBezTo>
                        <a:cubicBezTo>
                          <a:pt x="31772" y="-1"/>
                          <a:pt x="40565" y="7097"/>
                          <a:pt x="42713" y="17039"/>
                        </a:cubicBezTo>
                        <a:lnTo>
                          <a:pt x="21600" y="2160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5" name="Arc 151"/>
                  <p:cNvSpPr>
                    <a:spLocks/>
                  </p:cNvSpPr>
                  <p:nvPr/>
                </p:nvSpPr>
                <p:spPr bwMode="auto">
                  <a:xfrm>
                    <a:off x="3131" y="2462"/>
                    <a:ext cx="88" cy="87"/>
                  </a:xfrm>
                  <a:custGeom>
                    <a:avLst/>
                    <a:gdLst>
                      <a:gd name="T0" fmla="*/ 2 w 21600"/>
                      <a:gd name="T1" fmla="*/ 87 h 22888"/>
                      <a:gd name="T2" fmla="*/ 45 w 21600"/>
                      <a:gd name="T3" fmla="*/ 0 h 22888"/>
                      <a:gd name="T4" fmla="*/ 88 w 21600"/>
                      <a:gd name="T5" fmla="*/ 72 h 22888"/>
                      <a:gd name="T6" fmla="*/ 0 60000 65536"/>
                      <a:gd name="T7" fmla="*/ 0 60000 65536"/>
                      <a:gd name="T8" fmla="*/ 0 60000 65536"/>
                      <a:gd name="T9" fmla="*/ 0 w 21600"/>
                      <a:gd name="T10" fmla="*/ 0 h 22888"/>
                      <a:gd name="T11" fmla="*/ 21600 w 21600"/>
                      <a:gd name="T12" fmla="*/ 22888 h 22888"/>
                    </a:gdLst>
                    <a:ahLst/>
                    <a:cxnLst>
                      <a:cxn ang="T6">
                        <a:pos x="T0" y="T1"/>
                      </a:cxn>
                      <a:cxn ang="T7">
                        <a:pos x="T2" y="T3"/>
                      </a:cxn>
                      <a:cxn ang="T8">
                        <a:pos x="T4" y="T5"/>
                      </a:cxn>
                    </a:cxnLst>
                    <a:rect l="T9" t="T10" r="T11" b="T12"/>
                    <a:pathLst>
                      <a:path w="21600" h="22888" fill="none" extrusionOk="0">
                        <a:moveTo>
                          <a:pt x="373" y="22887"/>
                        </a:moveTo>
                        <a:cubicBezTo>
                          <a:pt x="124" y="21570"/>
                          <a:pt x="0" y="20232"/>
                          <a:pt x="0" y="18891"/>
                        </a:cubicBezTo>
                        <a:cubicBezTo>
                          <a:pt x="-1" y="11039"/>
                          <a:pt x="4260" y="3806"/>
                          <a:pt x="11126" y="-1"/>
                        </a:cubicBezTo>
                      </a:path>
                      <a:path w="21600" h="22888" stroke="0" extrusionOk="0">
                        <a:moveTo>
                          <a:pt x="373" y="22887"/>
                        </a:moveTo>
                        <a:cubicBezTo>
                          <a:pt x="124" y="21570"/>
                          <a:pt x="0" y="20232"/>
                          <a:pt x="0" y="18891"/>
                        </a:cubicBezTo>
                        <a:cubicBezTo>
                          <a:pt x="-1" y="11039"/>
                          <a:pt x="4260" y="3806"/>
                          <a:pt x="11126" y="-1"/>
                        </a:cubicBezTo>
                        <a:lnTo>
                          <a:pt x="21600" y="18891"/>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122" name="Arc 152"/>
                <p:cNvSpPr>
                  <a:spLocks/>
                </p:cNvSpPr>
                <p:nvPr/>
              </p:nvSpPr>
              <p:spPr bwMode="auto">
                <a:xfrm>
                  <a:off x="3132" y="2452"/>
                  <a:ext cx="173" cy="98"/>
                </a:xfrm>
                <a:custGeom>
                  <a:avLst/>
                  <a:gdLst>
                    <a:gd name="T0" fmla="*/ 2 w 42657"/>
                    <a:gd name="T1" fmla="*/ 98 h 25854"/>
                    <a:gd name="T2" fmla="*/ 173 w 42657"/>
                    <a:gd name="T3" fmla="*/ 64 h 25854"/>
                    <a:gd name="T4" fmla="*/ 88 w 42657"/>
                    <a:gd name="T5" fmla="*/ 82 h 25854"/>
                    <a:gd name="T6" fmla="*/ 0 60000 65536"/>
                    <a:gd name="T7" fmla="*/ 0 60000 65536"/>
                    <a:gd name="T8" fmla="*/ 0 60000 65536"/>
                    <a:gd name="T9" fmla="*/ 0 w 42657"/>
                    <a:gd name="T10" fmla="*/ 0 h 25854"/>
                    <a:gd name="T11" fmla="*/ 42657 w 42657"/>
                    <a:gd name="T12" fmla="*/ 25854 h 25854"/>
                  </a:gdLst>
                  <a:ahLst/>
                  <a:cxnLst>
                    <a:cxn ang="T6">
                      <a:pos x="T0" y="T1"/>
                    </a:cxn>
                    <a:cxn ang="T7">
                      <a:pos x="T2" y="T3"/>
                    </a:cxn>
                    <a:cxn ang="T8">
                      <a:pos x="T4" y="T5"/>
                    </a:cxn>
                  </a:cxnLst>
                  <a:rect l="T9" t="T10" r="T11" b="T12"/>
                  <a:pathLst>
                    <a:path w="42657" h="25854" fill="none" extrusionOk="0">
                      <a:moveTo>
                        <a:pt x="423" y="25853"/>
                      </a:moveTo>
                      <a:cubicBezTo>
                        <a:pt x="141" y="24453"/>
                        <a:pt x="0" y="23028"/>
                        <a:pt x="0" y="21600"/>
                      </a:cubicBezTo>
                      <a:cubicBezTo>
                        <a:pt x="0" y="9670"/>
                        <a:pt x="9670" y="0"/>
                        <a:pt x="21600" y="0"/>
                      </a:cubicBezTo>
                      <a:cubicBezTo>
                        <a:pt x="31674" y="-1"/>
                        <a:pt x="40410" y="6964"/>
                        <a:pt x="42656" y="16785"/>
                      </a:cubicBezTo>
                    </a:path>
                    <a:path w="42657" h="25854" stroke="0" extrusionOk="0">
                      <a:moveTo>
                        <a:pt x="423" y="25853"/>
                      </a:moveTo>
                      <a:cubicBezTo>
                        <a:pt x="141" y="24453"/>
                        <a:pt x="0" y="23028"/>
                        <a:pt x="0" y="21600"/>
                      </a:cubicBezTo>
                      <a:cubicBezTo>
                        <a:pt x="0" y="9670"/>
                        <a:pt x="9670" y="0"/>
                        <a:pt x="21600" y="0"/>
                      </a:cubicBezTo>
                      <a:cubicBezTo>
                        <a:pt x="31674" y="-1"/>
                        <a:pt x="40410" y="6964"/>
                        <a:pt x="42656" y="16785"/>
                      </a:cubicBezTo>
                      <a:lnTo>
                        <a:pt x="21600" y="2160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23" name="Arc 153"/>
                <p:cNvSpPr>
                  <a:spLocks/>
                </p:cNvSpPr>
                <p:nvPr/>
              </p:nvSpPr>
              <p:spPr bwMode="auto">
                <a:xfrm>
                  <a:off x="3140" y="2467"/>
                  <a:ext cx="172" cy="101"/>
                </a:xfrm>
                <a:custGeom>
                  <a:avLst/>
                  <a:gdLst>
                    <a:gd name="T0" fmla="*/ 2 w 42453"/>
                    <a:gd name="T1" fmla="*/ 101 h 26668"/>
                    <a:gd name="T2" fmla="*/ 172 w 42453"/>
                    <a:gd name="T3" fmla="*/ 60 h 26668"/>
                    <a:gd name="T4" fmla="*/ 88 w 42453"/>
                    <a:gd name="T5" fmla="*/ 82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119" name="Freeform 154"/>
              <p:cNvSpPr>
                <a:spLocks/>
              </p:cNvSpPr>
              <p:nvPr/>
            </p:nvSpPr>
            <p:spPr bwMode="auto">
              <a:xfrm>
                <a:off x="3136" y="2471"/>
                <a:ext cx="348" cy="597"/>
              </a:xfrm>
              <a:custGeom>
                <a:avLst/>
                <a:gdLst>
                  <a:gd name="T0" fmla="*/ 44 w 348"/>
                  <a:gd name="T1" fmla="*/ 0 h 597"/>
                  <a:gd name="T2" fmla="*/ 31 w 348"/>
                  <a:gd name="T3" fmla="*/ 8 h 597"/>
                  <a:gd name="T4" fmla="*/ 21 w 348"/>
                  <a:gd name="T5" fmla="*/ 16 h 597"/>
                  <a:gd name="T6" fmla="*/ 12 w 348"/>
                  <a:gd name="T7" fmla="*/ 26 h 597"/>
                  <a:gd name="T8" fmla="*/ 8 w 348"/>
                  <a:gd name="T9" fmla="*/ 36 h 597"/>
                  <a:gd name="T10" fmla="*/ 4 w 348"/>
                  <a:gd name="T11" fmla="*/ 47 h 597"/>
                  <a:gd name="T12" fmla="*/ 1 w 348"/>
                  <a:gd name="T13" fmla="*/ 58 h 597"/>
                  <a:gd name="T14" fmla="*/ 0 w 348"/>
                  <a:gd name="T15" fmla="*/ 71 h 597"/>
                  <a:gd name="T16" fmla="*/ 0 w 348"/>
                  <a:gd name="T17" fmla="*/ 86 h 597"/>
                  <a:gd name="T18" fmla="*/ 270 w 348"/>
                  <a:gd name="T19" fmla="*/ 597 h 597"/>
                  <a:gd name="T20" fmla="*/ 348 w 348"/>
                  <a:gd name="T21" fmla="*/ 543 h 597"/>
                  <a:gd name="T22" fmla="*/ 44 w 348"/>
                  <a:gd name="T23" fmla="*/ 0 h 5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8"/>
                  <a:gd name="T37" fmla="*/ 0 h 597"/>
                  <a:gd name="T38" fmla="*/ 348 w 348"/>
                  <a:gd name="T39" fmla="*/ 597 h 5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8" h="597">
                    <a:moveTo>
                      <a:pt x="44" y="0"/>
                    </a:moveTo>
                    <a:lnTo>
                      <a:pt x="31" y="8"/>
                    </a:lnTo>
                    <a:lnTo>
                      <a:pt x="21" y="16"/>
                    </a:lnTo>
                    <a:lnTo>
                      <a:pt x="12" y="26"/>
                    </a:lnTo>
                    <a:lnTo>
                      <a:pt x="8" y="36"/>
                    </a:lnTo>
                    <a:lnTo>
                      <a:pt x="4" y="47"/>
                    </a:lnTo>
                    <a:lnTo>
                      <a:pt x="1" y="58"/>
                    </a:lnTo>
                    <a:lnTo>
                      <a:pt x="0" y="71"/>
                    </a:lnTo>
                    <a:lnTo>
                      <a:pt x="0" y="86"/>
                    </a:lnTo>
                    <a:lnTo>
                      <a:pt x="270" y="597"/>
                    </a:lnTo>
                    <a:lnTo>
                      <a:pt x="348" y="543"/>
                    </a:lnTo>
                    <a:lnTo>
                      <a:pt x="44" y="0"/>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0" name="Oval 155"/>
              <p:cNvSpPr>
                <a:spLocks noChangeArrowheads="1"/>
              </p:cNvSpPr>
              <p:nvPr/>
            </p:nvSpPr>
            <p:spPr bwMode="auto">
              <a:xfrm>
                <a:off x="3410" y="2966"/>
                <a:ext cx="190" cy="183"/>
              </a:xfrm>
              <a:prstGeom prst="ellipse">
                <a:avLst/>
              </a:prstGeom>
              <a:solidFill>
                <a:srgbClr val="7F5F3F"/>
              </a:solidFill>
              <a:ln w="12700">
                <a:solidFill>
                  <a:srgbClr val="000000"/>
                </a:solidFill>
                <a:round/>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spTree>
    <p:extLst>
      <p:ext uri="{BB962C8B-B14F-4D97-AF65-F5344CB8AC3E}">
        <p14:creationId xmlns:p14="http://schemas.microsoft.com/office/powerpoint/2010/main" val="643520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nodeType="afterEffect">
                                  <p:stCondLst>
                                    <p:cond delay="0"/>
                                  </p:stCondLst>
                                  <p:childTnLst>
                                    <p:set>
                                      <p:cBhvr>
                                        <p:cTn id="6" dur="1" fill="hold">
                                          <p:stCondLst>
                                            <p:cond delay="0"/>
                                          </p:stCondLst>
                                        </p:cTn>
                                        <p:tgtEl>
                                          <p:spTgt spid="104"/>
                                        </p:tgtEl>
                                        <p:attrNameLst>
                                          <p:attrName>style.visibility</p:attrName>
                                        </p:attrNameLst>
                                      </p:cBhvr>
                                      <p:to>
                                        <p:strVal val="visible"/>
                                      </p:to>
                                    </p:set>
                                    <p:anim calcmode="lin" valueType="num">
                                      <p:cBhvr>
                                        <p:cTn id="7" dur="1000" fill="hold"/>
                                        <p:tgtEl>
                                          <p:spTgt spid="104"/>
                                        </p:tgtEl>
                                        <p:attrNameLst>
                                          <p:attrName>ppt_w</p:attrName>
                                        </p:attrNameLst>
                                      </p:cBhvr>
                                      <p:tavLst>
                                        <p:tav tm="0">
                                          <p:val>
                                            <p:fltVal val="0"/>
                                          </p:val>
                                        </p:tav>
                                        <p:tav tm="100000">
                                          <p:val>
                                            <p:strVal val="#ppt_w"/>
                                          </p:val>
                                        </p:tav>
                                      </p:tavLst>
                                    </p:anim>
                                    <p:anim calcmode="lin" valueType="num">
                                      <p:cBhvr>
                                        <p:cTn id="8" dur="1000" fill="hold"/>
                                        <p:tgtEl>
                                          <p:spTgt spid="104"/>
                                        </p:tgtEl>
                                        <p:attrNameLst>
                                          <p:attrName>ppt_h</p:attrName>
                                        </p:attrNameLst>
                                      </p:cBhvr>
                                      <p:tavLst>
                                        <p:tav tm="0">
                                          <p:val>
                                            <p:fltVal val="0"/>
                                          </p:val>
                                        </p:tav>
                                        <p:tav tm="100000">
                                          <p:val>
                                            <p:strVal val="#ppt_h"/>
                                          </p:val>
                                        </p:tav>
                                      </p:tavLst>
                                    </p:anim>
                                    <p:anim calcmode="lin" valueType="num">
                                      <p:cBhvr>
                                        <p:cTn id="9" dur="1000" fill="hold"/>
                                        <p:tgtEl>
                                          <p:spTgt spid="10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4"/>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5403850" y="263525"/>
            <a:ext cx="524721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3600">
                <a:solidFill>
                  <a:srgbClr val="C00000"/>
                </a:solidFill>
              </a:rPr>
              <a:t>Processos de apoio </a:t>
            </a:r>
          </a:p>
          <a:p>
            <a:pPr eaLnBrk="1" hangingPunct="1"/>
            <a:r>
              <a:rPr lang="pt-BR" altLang="pt-BR" sz="1800" dirty="0">
                <a:solidFill>
                  <a:srgbClr val="C00000"/>
                </a:solidFill>
              </a:rPr>
              <a:t>(Capítulo 13)</a:t>
            </a:r>
          </a:p>
        </p:txBody>
      </p:sp>
      <p:grpSp>
        <p:nvGrpSpPr>
          <p:cNvPr id="3" name="Group 52"/>
          <p:cNvGrpSpPr>
            <a:grpSpLocks/>
          </p:cNvGrpSpPr>
          <p:nvPr/>
        </p:nvGrpSpPr>
        <p:grpSpPr bwMode="auto">
          <a:xfrm>
            <a:off x="290513" y="4273550"/>
            <a:ext cx="4765675" cy="1746250"/>
            <a:chOff x="1920" y="427"/>
            <a:chExt cx="3002" cy="1100"/>
          </a:xfrm>
        </p:grpSpPr>
        <p:sp>
          <p:nvSpPr>
            <p:cNvPr id="4" name="Rectangle 53"/>
            <p:cNvSpPr>
              <a:spLocks noChangeArrowheads="1"/>
            </p:cNvSpPr>
            <p:nvPr/>
          </p:nvSpPr>
          <p:spPr bwMode="auto">
            <a:xfrm>
              <a:off x="2802" y="1228"/>
              <a:ext cx="2005" cy="179"/>
            </a:xfrm>
            <a:prstGeom prst="rect">
              <a:avLst/>
            </a:prstGeom>
            <a:solidFill>
              <a:srgbClr val="EAEAEA"/>
            </a:solidFill>
            <a:ln w="9525">
              <a:solidFill>
                <a:schemeClr val="tx1"/>
              </a:solidFill>
              <a:miter lim="800000"/>
              <a:headEnd/>
              <a:tailEnd/>
            </a:ln>
          </p:spPr>
          <p:txBody>
            <a:bodyPr lIns="72000" tIns="0" rIns="72000" bIns="0" anchor="ctr" anchorCtr="1">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800" b="1" i="1">
                <a:solidFill>
                  <a:srgbClr val="000000"/>
                </a:solidFill>
              </a:endParaRPr>
            </a:p>
          </p:txBody>
        </p:sp>
        <p:sp>
          <p:nvSpPr>
            <p:cNvPr id="5" name="AutoShape 54"/>
            <p:cNvSpPr>
              <a:spLocks noChangeArrowheads="1"/>
            </p:cNvSpPr>
            <p:nvPr/>
          </p:nvSpPr>
          <p:spPr bwMode="auto">
            <a:xfrm>
              <a:off x="2468" y="1176"/>
              <a:ext cx="365" cy="62"/>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 name="AutoShape 55"/>
            <p:cNvSpPr>
              <a:spLocks noChangeArrowheads="1"/>
            </p:cNvSpPr>
            <p:nvPr/>
          </p:nvSpPr>
          <p:spPr bwMode="auto">
            <a:xfrm>
              <a:off x="3122" y="1176"/>
              <a:ext cx="366" cy="62"/>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7" name="AutoShape 56"/>
            <p:cNvSpPr>
              <a:spLocks noChangeArrowheads="1"/>
            </p:cNvSpPr>
            <p:nvPr/>
          </p:nvSpPr>
          <p:spPr bwMode="auto">
            <a:xfrm>
              <a:off x="3777" y="1176"/>
              <a:ext cx="366" cy="62"/>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 name="AutoShape 57"/>
            <p:cNvSpPr>
              <a:spLocks noChangeArrowheads="1"/>
            </p:cNvSpPr>
            <p:nvPr/>
          </p:nvSpPr>
          <p:spPr bwMode="auto">
            <a:xfrm>
              <a:off x="4432" y="1176"/>
              <a:ext cx="366" cy="62"/>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9" name="Rectangle 58"/>
            <p:cNvSpPr>
              <a:spLocks noChangeArrowheads="1"/>
            </p:cNvSpPr>
            <p:nvPr/>
          </p:nvSpPr>
          <p:spPr bwMode="auto">
            <a:xfrm>
              <a:off x="1942" y="427"/>
              <a:ext cx="2959" cy="735"/>
            </a:xfrm>
            <a:prstGeom prst="rect">
              <a:avLst/>
            </a:prstGeom>
            <a:solidFill>
              <a:srgbClr val="CCFFCC"/>
            </a:solidFill>
            <a:ln w="9525">
              <a:solidFill>
                <a:schemeClr val="tx1"/>
              </a:solidFill>
              <a:miter lim="800000"/>
              <a:headEnd/>
              <a:tailEnd/>
            </a:ln>
          </p:spPr>
          <p:txBody>
            <a:bodyPr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0" name="AutoShape 59"/>
            <p:cNvSpPr>
              <a:spLocks noChangeArrowheads="1"/>
            </p:cNvSpPr>
            <p:nvPr/>
          </p:nvSpPr>
          <p:spPr bwMode="auto">
            <a:xfrm>
              <a:off x="2654" y="476"/>
              <a:ext cx="1365" cy="98"/>
            </a:xfrm>
            <a:prstGeom prst="chevron">
              <a:avLst>
                <a:gd name="adj" fmla="val 43785"/>
              </a:avLst>
            </a:prstGeom>
            <a:solidFill>
              <a:srgbClr val="FFFF00"/>
            </a:solidFill>
            <a:ln w="11113">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1" name="AutoShape 60"/>
            <p:cNvSpPr>
              <a:spLocks noChangeArrowheads="1"/>
            </p:cNvSpPr>
            <p:nvPr/>
          </p:nvSpPr>
          <p:spPr bwMode="auto">
            <a:xfrm>
              <a:off x="4011" y="476"/>
              <a:ext cx="873" cy="98"/>
            </a:xfrm>
            <a:prstGeom prst="chevron">
              <a:avLst>
                <a:gd name="adj" fmla="val 39509"/>
              </a:avLst>
            </a:prstGeom>
            <a:solidFill>
              <a:srgbClr val="FFCC99"/>
            </a:solidFill>
            <a:ln w="11113">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2" name="Text Box 61"/>
            <p:cNvSpPr txBox="1">
              <a:spLocks noChangeArrowheads="1"/>
            </p:cNvSpPr>
            <p:nvPr/>
          </p:nvSpPr>
          <p:spPr bwMode="auto">
            <a:xfrm>
              <a:off x="4402" y="488"/>
              <a:ext cx="9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600" b="1">
                <a:solidFill>
                  <a:srgbClr val="000000"/>
                </a:solidFill>
              </a:endParaRPr>
            </a:p>
          </p:txBody>
        </p:sp>
        <p:sp>
          <p:nvSpPr>
            <p:cNvPr id="13" name="Rectangle 62"/>
            <p:cNvSpPr>
              <a:spLocks noChangeArrowheads="1"/>
            </p:cNvSpPr>
            <p:nvPr/>
          </p:nvSpPr>
          <p:spPr bwMode="auto">
            <a:xfrm>
              <a:off x="4623" y="504"/>
              <a:ext cx="86"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4" name="AutoShape 63"/>
            <p:cNvSpPr>
              <a:spLocks noChangeArrowheads="1"/>
            </p:cNvSpPr>
            <p:nvPr/>
          </p:nvSpPr>
          <p:spPr bwMode="auto">
            <a:xfrm>
              <a:off x="1973" y="476"/>
              <a:ext cx="699" cy="98"/>
            </a:xfrm>
            <a:prstGeom prst="homePlate">
              <a:avLst>
                <a:gd name="adj" fmla="val 38074"/>
              </a:avLst>
            </a:prstGeom>
            <a:solidFill>
              <a:srgbClr val="99CCFF"/>
            </a:solidFill>
            <a:ln w="12700">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5" name="Text Box 64"/>
            <p:cNvSpPr txBox="1">
              <a:spLocks noChangeArrowheads="1"/>
            </p:cNvSpPr>
            <p:nvPr/>
          </p:nvSpPr>
          <p:spPr bwMode="auto">
            <a:xfrm>
              <a:off x="2278" y="488"/>
              <a:ext cx="8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600" b="1">
                <a:solidFill>
                  <a:srgbClr val="000000"/>
                </a:solidFill>
              </a:endParaRPr>
            </a:p>
          </p:txBody>
        </p:sp>
        <p:sp>
          <p:nvSpPr>
            <p:cNvPr id="16" name="AutoShape 65"/>
            <p:cNvSpPr>
              <a:spLocks noChangeArrowheads="1"/>
            </p:cNvSpPr>
            <p:nvPr/>
          </p:nvSpPr>
          <p:spPr bwMode="auto">
            <a:xfrm>
              <a:off x="1978" y="598"/>
              <a:ext cx="439" cy="259"/>
            </a:xfrm>
            <a:prstGeom prst="chevron">
              <a:avLst>
                <a:gd name="adj" fmla="val 16102"/>
              </a:avLst>
            </a:prstGeom>
            <a:solidFill>
              <a:srgbClr val="99CCFF"/>
            </a:solidFill>
            <a:ln w="11176">
              <a:solidFill>
                <a:srgbClr val="000000"/>
              </a:solidFill>
              <a:miter lim="800000"/>
              <a:headEnd/>
              <a:tailEnd/>
            </a:ln>
          </p:spPr>
          <p:txBody>
            <a:bodyPr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17" name="AutoShape 66"/>
            <p:cNvSpPr>
              <a:spLocks noChangeArrowheads="1"/>
            </p:cNvSpPr>
            <p:nvPr/>
          </p:nvSpPr>
          <p:spPr bwMode="auto">
            <a:xfrm>
              <a:off x="3945" y="592"/>
              <a:ext cx="414" cy="273"/>
            </a:xfrm>
            <a:prstGeom prst="chevron">
              <a:avLst>
                <a:gd name="adj" fmla="val 18247"/>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8" name="AutoShape 67"/>
            <p:cNvSpPr>
              <a:spLocks noChangeArrowheads="1"/>
            </p:cNvSpPr>
            <p:nvPr/>
          </p:nvSpPr>
          <p:spPr bwMode="auto">
            <a:xfrm>
              <a:off x="4359" y="592"/>
              <a:ext cx="419" cy="273"/>
            </a:xfrm>
            <a:prstGeom prst="chevron">
              <a:avLst>
                <a:gd name="adj" fmla="val 18467"/>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9" name="AutoShape 68"/>
            <p:cNvSpPr>
              <a:spLocks noChangeArrowheads="1"/>
            </p:cNvSpPr>
            <p:nvPr/>
          </p:nvSpPr>
          <p:spPr bwMode="auto">
            <a:xfrm>
              <a:off x="3973" y="613"/>
              <a:ext cx="418" cy="273"/>
            </a:xfrm>
            <a:prstGeom prst="chevron">
              <a:avLst>
                <a:gd name="adj" fmla="val 18423"/>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20" name="AutoShape 69"/>
            <p:cNvSpPr>
              <a:spLocks noChangeArrowheads="1"/>
            </p:cNvSpPr>
            <p:nvPr/>
          </p:nvSpPr>
          <p:spPr bwMode="auto">
            <a:xfrm>
              <a:off x="4397" y="613"/>
              <a:ext cx="418" cy="273"/>
            </a:xfrm>
            <a:prstGeom prst="chevron">
              <a:avLst>
                <a:gd name="adj" fmla="val 18423"/>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21" name="AutoShape 70"/>
            <p:cNvSpPr>
              <a:spLocks noChangeArrowheads="1"/>
            </p:cNvSpPr>
            <p:nvPr/>
          </p:nvSpPr>
          <p:spPr bwMode="auto">
            <a:xfrm>
              <a:off x="4449" y="626"/>
              <a:ext cx="442" cy="273"/>
            </a:xfrm>
            <a:prstGeom prst="chevron">
              <a:avLst>
                <a:gd name="adj" fmla="val 14976"/>
              </a:avLst>
            </a:prstGeom>
            <a:solidFill>
              <a:srgbClr val="FFCC99"/>
            </a:solidFill>
            <a:ln w="9525">
              <a:solidFill>
                <a:schemeClr val="tx1"/>
              </a:solidFill>
              <a:miter lim="800000"/>
              <a:headEnd/>
              <a:tailEnd/>
            </a:ln>
          </p:spPr>
          <p:txBody>
            <a:bodyPr lIns="144000" tIns="0" rIns="72000" bIns="0"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22" name="AutoShape 71"/>
            <p:cNvSpPr>
              <a:spLocks noChangeArrowheads="1"/>
            </p:cNvSpPr>
            <p:nvPr/>
          </p:nvSpPr>
          <p:spPr bwMode="auto">
            <a:xfrm>
              <a:off x="4006" y="626"/>
              <a:ext cx="461" cy="273"/>
            </a:xfrm>
            <a:prstGeom prst="chevron">
              <a:avLst>
                <a:gd name="adj" fmla="val 14549"/>
              </a:avLst>
            </a:prstGeom>
            <a:solidFill>
              <a:srgbClr val="FFCC99"/>
            </a:solidFill>
            <a:ln w="9525">
              <a:solidFill>
                <a:schemeClr val="tx1"/>
              </a:solidFill>
              <a:miter lim="800000"/>
              <a:headEnd/>
              <a:tailEnd/>
            </a:ln>
          </p:spPr>
          <p:txBody>
            <a:bodyPr wrap="none" lIns="72000" tIns="0" rIns="72000" bIns="0"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600">
                <a:solidFill>
                  <a:srgbClr val="000000"/>
                </a:solidFill>
              </a:endParaRPr>
            </a:p>
          </p:txBody>
        </p:sp>
        <p:sp>
          <p:nvSpPr>
            <p:cNvPr id="23" name="AutoShape 72"/>
            <p:cNvSpPr>
              <a:spLocks noChangeArrowheads="1"/>
            </p:cNvSpPr>
            <p:nvPr/>
          </p:nvSpPr>
          <p:spPr bwMode="auto">
            <a:xfrm flipV="1">
              <a:off x="2711" y="587"/>
              <a:ext cx="235" cy="135"/>
            </a:xfrm>
            <a:prstGeom prst="chevron">
              <a:avLst>
                <a:gd name="adj" fmla="val 21671"/>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24" name="AutoShape 73"/>
            <p:cNvSpPr>
              <a:spLocks noChangeArrowheads="1"/>
            </p:cNvSpPr>
            <p:nvPr/>
          </p:nvSpPr>
          <p:spPr bwMode="auto">
            <a:xfrm flipV="1">
              <a:off x="2948" y="587"/>
              <a:ext cx="235" cy="135"/>
            </a:xfrm>
            <a:prstGeom prst="chevron">
              <a:avLst>
                <a:gd name="adj" fmla="val 21671"/>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25" name="AutoShape 74"/>
            <p:cNvSpPr>
              <a:spLocks noChangeArrowheads="1"/>
            </p:cNvSpPr>
            <p:nvPr/>
          </p:nvSpPr>
          <p:spPr bwMode="auto">
            <a:xfrm flipV="1">
              <a:off x="3186" y="587"/>
              <a:ext cx="235" cy="135"/>
            </a:xfrm>
            <a:prstGeom prst="chevron">
              <a:avLst>
                <a:gd name="adj" fmla="val 21671"/>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26" name="AutoShape 75"/>
            <p:cNvSpPr>
              <a:spLocks noChangeArrowheads="1"/>
            </p:cNvSpPr>
            <p:nvPr/>
          </p:nvSpPr>
          <p:spPr bwMode="auto">
            <a:xfrm flipV="1">
              <a:off x="3423" y="587"/>
              <a:ext cx="235" cy="135"/>
            </a:xfrm>
            <a:prstGeom prst="chevron">
              <a:avLst>
                <a:gd name="adj" fmla="val 21671"/>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27" name="AutoShape 76"/>
            <p:cNvSpPr>
              <a:spLocks noChangeArrowheads="1"/>
            </p:cNvSpPr>
            <p:nvPr/>
          </p:nvSpPr>
          <p:spPr bwMode="auto">
            <a:xfrm flipV="1">
              <a:off x="3661" y="587"/>
              <a:ext cx="235" cy="135"/>
            </a:xfrm>
            <a:prstGeom prst="chevron">
              <a:avLst>
                <a:gd name="adj" fmla="val 21671"/>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28" name="AutoShape 77"/>
            <p:cNvSpPr>
              <a:spLocks noChangeArrowheads="1"/>
            </p:cNvSpPr>
            <p:nvPr/>
          </p:nvSpPr>
          <p:spPr bwMode="auto">
            <a:xfrm flipV="1">
              <a:off x="2761" y="638"/>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29" name="AutoShape 78"/>
            <p:cNvSpPr>
              <a:spLocks noChangeArrowheads="1"/>
            </p:cNvSpPr>
            <p:nvPr/>
          </p:nvSpPr>
          <p:spPr bwMode="auto">
            <a:xfrm flipV="1">
              <a:off x="2998" y="638"/>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0" name="AutoShape 79"/>
            <p:cNvSpPr>
              <a:spLocks noChangeArrowheads="1"/>
            </p:cNvSpPr>
            <p:nvPr/>
          </p:nvSpPr>
          <p:spPr bwMode="auto">
            <a:xfrm flipV="1">
              <a:off x="3236" y="638"/>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1" name="AutoShape 80"/>
            <p:cNvSpPr>
              <a:spLocks noChangeArrowheads="1"/>
            </p:cNvSpPr>
            <p:nvPr/>
          </p:nvSpPr>
          <p:spPr bwMode="auto">
            <a:xfrm flipV="1">
              <a:off x="3473" y="638"/>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2" name="AutoShape 81"/>
            <p:cNvSpPr>
              <a:spLocks noChangeArrowheads="1"/>
            </p:cNvSpPr>
            <p:nvPr/>
          </p:nvSpPr>
          <p:spPr bwMode="auto">
            <a:xfrm flipV="1">
              <a:off x="3711" y="638"/>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3" name="AutoShape 82"/>
            <p:cNvSpPr>
              <a:spLocks noChangeArrowheads="1"/>
            </p:cNvSpPr>
            <p:nvPr/>
          </p:nvSpPr>
          <p:spPr bwMode="auto">
            <a:xfrm flipV="1">
              <a:off x="2811" y="688"/>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4" name="AutoShape 83"/>
            <p:cNvSpPr>
              <a:spLocks noChangeArrowheads="1"/>
            </p:cNvSpPr>
            <p:nvPr/>
          </p:nvSpPr>
          <p:spPr bwMode="auto">
            <a:xfrm flipV="1">
              <a:off x="3048" y="688"/>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5" name="AutoShape 84"/>
            <p:cNvSpPr>
              <a:spLocks noChangeArrowheads="1"/>
            </p:cNvSpPr>
            <p:nvPr/>
          </p:nvSpPr>
          <p:spPr bwMode="auto">
            <a:xfrm flipV="1">
              <a:off x="3286" y="688"/>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6" name="AutoShape 85"/>
            <p:cNvSpPr>
              <a:spLocks noChangeArrowheads="1"/>
            </p:cNvSpPr>
            <p:nvPr/>
          </p:nvSpPr>
          <p:spPr bwMode="auto">
            <a:xfrm flipV="1">
              <a:off x="3523" y="688"/>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7" name="AutoShape 86"/>
            <p:cNvSpPr>
              <a:spLocks noChangeArrowheads="1"/>
            </p:cNvSpPr>
            <p:nvPr/>
          </p:nvSpPr>
          <p:spPr bwMode="auto">
            <a:xfrm flipV="1">
              <a:off x="3761" y="688"/>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8" name="AutoShape 87"/>
            <p:cNvSpPr>
              <a:spLocks noChangeArrowheads="1"/>
            </p:cNvSpPr>
            <p:nvPr/>
          </p:nvSpPr>
          <p:spPr bwMode="auto">
            <a:xfrm>
              <a:off x="2432" y="601"/>
              <a:ext cx="213" cy="121"/>
            </a:xfrm>
            <a:prstGeom prst="chevron">
              <a:avLst>
                <a:gd name="adj" fmla="val 16935"/>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39" name="AutoShape 88"/>
            <p:cNvSpPr>
              <a:spLocks noChangeArrowheads="1"/>
            </p:cNvSpPr>
            <p:nvPr/>
          </p:nvSpPr>
          <p:spPr bwMode="auto">
            <a:xfrm>
              <a:off x="2482" y="651"/>
              <a:ext cx="213" cy="121"/>
            </a:xfrm>
            <a:prstGeom prst="chevron">
              <a:avLst>
                <a:gd name="adj" fmla="val 16935"/>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40" name="AutoShape 89"/>
            <p:cNvSpPr>
              <a:spLocks noChangeArrowheads="1"/>
            </p:cNvSpPr>
            <p:nvPr/>
          </p:nvSpPr>
          <p:spPr bwMode="auto">
            <a:xfrm>
              <a:off x="2532" y="701"/>
              <a:ext cx="213" cy="121"/>
            </a:xfrm>
            <a:prstGeom prst="chevron">
              <a:avLst>
                <a:gd name="adj" fmla="val 16935"/>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41" name="Text Box 90"/>
            <p:cNvSpPr txBox="1">
              <a:spLocks noChangeArrowheads="1"/>
            </p:cNvSpPr>
            <p:nvPr/>
          </p:nvSpPr>
          <p:spPr bwMode="auto">
            <a:xfrm>
              <a:off x="2921" y="1008"/>
              <a:ext cx="722" cy="100"/>
            </a:xfrm>
            <a:prstGeom prst="rect">
              <a:avLst/>
            </a:prstGeom>
            <a:solidFill>
              <a:srgbClr val="666699"/>
            </a:solidFill>
            <a:ln w="28575">
              <a:noFill/>
              <a:miter lim="800000"/>
              <a:headEnd/>
              <a:tailEnd/>
            </a:ln>
            <a:effectLst>
              <a:outerShdw dist="107763" dir="2700000" algn="ctr" rotWithShape="0">
                <a:schemeClr val="bg2"/>
              </a:outerShdw>
            </a:effectLst>
          </p:spPr>
          <p:txBody>
            <a:bodyPr lIns="72000" tIns="0" rIns="72000" bIns="0"/>
            <a:lstStyle/>
            <a:p>
              <a:pPr>
                <a:defRPr/>
              </a:pPr>
              <a:endParaRPr lang="pt-BR" sz="2000" i="1">
                <a:solidFill>
                  <a:srgbClr val="FFFFCC"/>
                </a:solidFill>
                <a:effectLst>
                  <a:outerShdw blurRad="38100" dist="38100" dir="2700000" algn="tl">
                    <a:srgbClr val="000000"/>
                  </a:outerShdw>
                </a:effectLst>
              </a:endParaRPr>
            </a:p>
          </p:txBody>
        </p:sp>
        <p:cxnSp>
          <p:nvCxnSpPr>
            <p:cNvPr id="42" name="AutoShape 91"/>
            <p:cNvCxnSpPr>
              <a:cxnSpLocks noChangeShapeType="1"/>
            </p:cNvCxnSpPr>
            <p:nvPr/>
          </p:nvCxnSpPr>
          <p:spPr bwMode="auto">
            <a:xfrm flipH="1" flipV="1">
              <a:off x="2956" y="833"/>
              <a:ext cx="326" cy="17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43" name="AutoShape 92"/>
            <p:cNvCxnSpPr>
              <a:cxnSpLocks noChangeShapeType="1"/>
            </p:cNvCxnSpPr>
            <p:nvPr/>
          </p:nvCxnSpPr>
          <p:spPr bwMode="auto">
            <a:xfrm flipH="1" flipV="1">
              <a:off x="3237" y="833"/>
              <a:ext cx="45" cy="17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44" name="AutoShape 93"/>
            <p:cNvCxnSpPr>
              <a:cxnSpLocks noChangeShapeType="1"/>
            </p:cNvCxnSpPr>
            <p:nvPr/>
          </p:nvCxnSpPr>
          <p:spPr bwMode="auto">
            <a:xfrm flipV="1">
              <a:off x="3282" y="833"/>
              <a:ext cx="204" cy="17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45" name="AutoShape 94"/>
            <p:cNvCxnSpPr>
              <a:cxnSpLocks noChangeShapeType="1"/>
            </p:cNvCxnSpPr>
            <p:nvPr/>
          </p:nvCxnSpPr>
          <p:spPr bwMode="auto">
            <a:xfrm flipV="1">
              <a:off x="3282" y="833"/>
              <a:ext cx="459" cy="17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46" name="AutoShape 95"/>
            <p:cNvCxnSpPr>
              <a:cxnSpLocks noChangeShapeType="1"/>
            </p:cNvCxnSpPr>
            <p:nvPr/>
          </p:nvCxnSpPr>
          <p:spPr bwMode="auto">
            <a:xfrm flipV="1">
              <a:off x="3282" y="833"/>
              <a:ext cx="724" cy="17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47" name="AutoShape 96"/>
            <p:cNvCxnSpPr>
              <a:cxnSpLocks noChangeShapeType="1"/>
            </p:cNvCxnSpPr>
            <p:nvPr/>
          </p:nvCxnSpPr>
          <p:spPr bwMode="auto">
            <a:xfrm flipH="1" flipV="1">
              <a:off x="2645" y="828"/>
              <a:ext cx="637" cy="18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48" name="Rectangle 97"/>
            <p:cNvSpPr>
              <a:spLocks noChangeArrowheads="1"/>
            </p:cNvSpPr>
            <p:nvPr/>
          </p:nvSpPr>
          <p:spPr bwMode="auto">
            <a:xfrm>
              <a:off x="1920" y="427"/>
              <a:ext cx="3002" cy="1100"/>
            </a:xfrm>
            <a:prstGeom prst="rect">
              <a:avLst/>
            </a:prstGeom>
            <a:solidFill>
              <a:schemeClr val="bg1">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49" name="Rectangle 98"/>
            <p:cNvSpPr>
              <a:spLocks noChangeArrowheads="1"/>
            </p:cNvSpPr>
            <p:nvPr/>
          </p:nvSpPr>
          <p:spPr bwMode="auto">
            <a:xfrm>
              <a:off x="2292" y="1348"/>
              <a:ext cx="2595" cy="179"/>
            </a:xfrm>
            <a:prstGeom prst="rect">
              <a:avLst/>
            </a:prstGeom>
            <a:solidFill>
              <a:srgbClr val="FF3300"/>
            </a:solidFill>
            <a:ln w="9525">
              <a:solidFill>
                <a:schemeClr val="tx1"/>
              </a:solidFill>
              <a:miter lim="800000"/>
              <a:headEnd/>
              <a:tailEnd/>
            </a:ln>
          </p:spPr>
          <p:txBody>
            <a:bodyPr lIns="72000" tIns="0" rIns="72000" bIns="0" anchor="ctr" anchorCtr="1">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800" b="1" i="1">
                <a:solidFill>
                  <a:srgbClr val="000000"/>
                </a:solidFill>
              </a:endParaRPr>
            </a:p>
          </p:txBody>
        </p:sp>
      </p:grpSp>
      <p:grpSp>
        <p:nvGrpSpPr>
          <p:cNvPr id="50" name="Group 99"/>
          <p:cNvGrpSpPr>
            <a:grpSpLocks/>
          </p:cNvGrpSpPr>
          <p:nvPr/>
        </p:nvGrpSpPr>
        <p:grpSpPr bwMode="auto">
          <a:xfrm>
            <a:off x="128588" y="1849438"/>
            <a:ext cx="4765675" cy="1746250"/>
            <a:chOff x="1793" y="323"/>
            <a:chExt cx="3002" cy="1100"/>
          </a:xfrm>
        </p:grpSpPr>
        <p:sp>
          <p:nvSpPr>
            <p:cNvPr id="51" name="Rectangle 100"/>
            <p:cNvSpPr>
              <a:spLocks noChangeArrowheads="1"/>
            </p:cNvSpPr>
            <p:nvPr/>
          </p:nvSpPr>
          <p:spPr bwMode="auto">
            <a:xfrm>
              <a:off x="2186" y="1244"/>
              <a:ext cx="2595" cy="179"/>
            </a:xfrm>
            <a:prstGeom prst="rect">
              <a:avLst/>
            </a:prstGeom>
            <a:solidFill>
              <a:srgbClr val="FFFF00"/>
            </a:solidFill>
            <a:ln w="9525">
              <a:solidFill>
                <a:schemeClr val="tx1"/>
              </a:solidFill>
              <a:miter lim="800000"/>
              <a:headEnd/>
              <a:tailEnd/>
            </a:ln>
          </p:spPr>
          <p:txBody>
            <a:bodyPr lIns="72000" tIns="0" rIns="72000" bIns="0" anchor="ctr" anchorCtr="1">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800" b="1" i="1">
                <a:solidFill>
                  <a:srgbClr val="000000"/>
                </a:solidFill>
              </a:endParaRPr>
            </a:p>
          </p:txBody>
        </p:sp>
        <p:sp>
          <p:nvSpPr>
            <p:cNvPr id="52" name="AutoShape 101"/>
            <p:cNvSpPr>
              <a:spLocks noChangeArrowheads="1"/>
            </p:cNvSpPr>
            <p:nvPr/>
          </p:nvSpPr>
          <p:spPr bwMode="auto">
            <a:xfrm>
              <a:off x="2362" y="1072"/>
              <a:ext cx="365" cy="62"/>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53" name="AutoShape 102"/>
            <p:cNvSpPr>
              <a:spLocks noChangeArrowheads="1"/>
            </p:cNvSpPr>
            <p:nvPr/>
          </p:nvSpPr>
          <p:spPr bwMode="auto">
            <a:xfrm>
              <a:off x="3016" y="1072"/>
              <a:ext cx="366" cy="62"/>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54" name="AutoShape 103"/>
            <p:cNvSpPr>
              <a:spLocks noChangeArrowheads="1"/>
            </p:cNvSpPr>
            <p:nvPr/>
          </p:nvSpPr>
          <p:spPr bwMode="auto">
            <a:xfrm>
              <a:off x="3671" y="1072"/>
              <a:ext cx="366" cy="62"/>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55" name="AutoShape 104"/>
            <p:cNvSpPr>
              <a:spLocks noChangeArrowheads="1"/>
            </p:cNvSpPr>
            <p:nvPr/>
          </p:nvSpPr>
          <p:spPr bwMode="auto">
            <a:xfrm>
              <a:off x="4326" y="1072"/>
              <a:ext cx="366" cy="62"/>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56" name="Rectangle 105"/>
            <p:cNvSpPr>
              <a:spLocks noChangeArrowheads="1"/>
            </p:cNvSpPr>
            <p:nvPr/>
          </p:nvSpPr>
          <p:spPr bwMode="auto">
            <a:xfrm>
              <a:off x="1836" y="323"/>
              <a:ext cx="2959" cy="735"/>
            </a:xfrm>
            <a:prstGeom prst="rect">
              <a:avLst/>
            </a:prstGeom>
            <a:solidFill>
              <a:srgbClr val="CCFFCC"/>
            </a:solidFill>
            <a:ln w="9525">
              <a:solidFill>
                <a:schemeClr val="tx1"/>
              </a:solidFill>
              <a:miter lim="800000"/>
              <a:headEnd/>
              <a:tailEnd/>
            </a:ln>
          </p:spPr>
          <p:txBody>
            <a:bodyPr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57" name="AutoShape 106"/>
            <p:cNvSpPr>
              <a:spLocks noChangeArrowheads="1"/>
            </p:cNvSpPr>
            <p:nvPr/>
          </p:nvSpPr>
          <p:spPr bwMode="auto">
            <a:xfrm>
              <a:off x="2548" y="372"/>
              <a:ext cx="1365" cy="98"/>
            </a:xfrm>
            <a:prstGeom prst="chevron">
              <a:avLst>
                <a:gd name="adj" fmla="val 43785"/>
              </a:avLst>
            </a:prstGeom>
            <a:solidFill>
              <a:srgbClr val="FFFF00"/>
            </a:solidFill>
            <a:ln w="11113">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58" name="AutoShape 107"/>
            <p:cNvSpPr>
              <a:spLocks noChangeArrowheads="1"/>
            </p:cNvSpPr>
            <p:nvPr/>
          </p:nvSpPr>
          <p:spPr bwMode="auto">
            <a:xfrm>
              <a:off x="3905" y="372"/>
              <a:ext cx="873" cy="98"/>
            </a:xfrm>
            <a:prstGeom prst="chevron">
              <a:avLst>
                <a:gd name="adj" fmla="val 39509"/>
              </a:avLst>
            </a:prstGeom>
            <a:solidFill>
              <a:srgbClr val="FFCC99"/>
            </a:solidFill>
            <a:ln w="11113">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59" name="Text Box 108"/>
            <p:cNvSpPr txBox="1">
              <a:spLocks noChangeArrowheads="1"/>
            </p:cNvSpPr>
            <p:nvPr/>
          </p:nvSpPr>
          <p:spPr bwMode="auto">
            <a:xfrm>
              <a:off x="4296" y="384"/>
              <a:ext cx="9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600" b="1">
                <a:solidFill>
                  <a:srgbClr val="000000"/>
                </a:solidFill>
              </a:endParaRPr>
            </a:p>
          </p:txBody>
        </p:sp>
        <p:sp>
          <p:nvSpPr>
            <p:cNvPr id="60" name="Rectangle 109"/>
            <p:cNvSpPr>
              <a:spLocks noChangeArrowheads="1"/>
            </p:cNvSpPr>
            <p:nvPr/>
          </p:nvSpPr>
          <p:spPr bwMode="auto">
            <a:xfrm>
              <a:off x="4517" y="400"/>
              <a:ext cx="86"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1" name="AutoShape 110"/>
            <p:cNvSpPr>
              <a:spLocks noChangeArrowheads="1"/>
            </p:cNvSpPr>
            <p:nvPr/>
          </p:nvSpPr>
          <p:spPr bwMode="auto">
            <a:xfrm>
              <a:off x="1867" y="372"/>
              <a:ext cx="699" cy="98"/>
            </a:xfrm>
            <a:prstGeom prst="homePlate">
              <a:avLst>
                <a:gd name="adj" fmla="val 38074"/>
              </a:avLst>
            </a:prstGeom>
            <a:solidFill>
              <a:srgbClr val="99CCFF"/>
            </a:solidFill>
            <a:ln w="12700">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2" name="Text Box 111"/>
            <p:cNvSpPr txBox="1">
              <a:spLocks noChangeArrowheads="1"/>
            </p:cNvSpPr>
            <p:nvPr/>
          </p:nvSpPr>
          <p:spPr bwMode="auto">
            <a:xfrm>
              <a:off x="2172" y="384"/>
              <a:ext cx="8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600" b="1">
                <a:solidFill>
                  <a:srgbClr val="000000"/>
                </a:solidFill>
              </a:endParaRPr>
            </a:p>
          </p:txBody>
        </p:sp>
        <p:sp>
          <p:nvSpPr>
            <p:cNvPr id="63" name="AutoShape 112"/>
            <p:cNvSpPr>
              <a:spLocks noChangeArrowheads="1"/>
            </p:cNvSpPr>
            <p:nvPr/>
          </p:nvSpPr>
          <p:spPr bwMode="auto">
            <a:xfrm>
              <a:off x="1872" y="494"/>
              <a:ext cx="439" cy="259"/>
            </a:xfrm>
            <a:prstGeom prst="chevron">
              <a:avLst>
                <a:gd name="adj" fmla="val 16102"/>
              </a:avLst>
            </a:prstGeom>
            <a:solidFill>
              <a:srgbClr val="99CCFF"/>
            </a:solidFill>
            <a:ln w="11176">
              <a:solidFill>
                <a:srgbClr val="000000"/>
              </a:solidFill>
              <a:miter lim="800000"/>
              <a:headEnd/>
              <a:tailEnd/>
            </a:ln>
          </p:spPr>
          <p:txBody>
            <a:bodyPr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64" name="AutoShape 113"/>
            <p:cNvSpPr>
              <a:spLocks noChangeArrowheads="1"/>
            </p:cNvSpPr>
            <p:nvPr/>
          </p:nvSpPr>
          <p:spPr bwMode="auto">
            <a:xfrm>
              <a:off x="3839" y="488"/>
              <a:ext cx="414" cy="273"/>
            </a:xfrm>
            <a:prstGeom prst="chevron">
              <a:avLst>
                <a:gd name="adj" fmla="val 18247"/>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5" name="AutoShape 114"/>
            <p:cNvSpPr>
              <a:spLocks noChangeArrowheads="1"/>
            </p:cNvSpPr>
            <p:nvPr/>
          </p:nvSpPr>
          <p:spPr bwMode="auto">
            <a:xfrm>
              <a:off x="4253" y="488"/>
              <a:ext cx="419" cy="273"/>
            </a:xfrm>
            <a:prstGeom prst="chevron">
              <a:avLst>
                <a:gd name="adj" fmla="val 18467"/>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6" name="AutoShape 115"/>
            <p:cNvSpPr>
              <a:spLocks noChangeArrowheads="1"/>
            </p:cNvSpPr>
            <p:nvPr/>
          </p:nvSpPr>
          <p:spPr bwMode="auto">
            <a:xfrm>
              <a:off x="3867" y="509"/>
              <a:ext cx="418" cy="273"/>
            </a:xfrm>
            <a:prstGeom prst="chevron">
              <a:avLst>
                <a:gd name="adj" fmla="val 18423"/>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7" name="AutoShape 116"/>
            <p:cNvSpPr>
              <a:spLocks noChangeArrowheads="1"/>
            </p:cNvSpPr>
            <p:nvPr/>
          </p:nvSpPr>
          <p:spPr bwMode="auto">
            <a:xfrm>
              <a:off x="4291" y="509"/>
              <a:ext cx="418" cy="273"/>
            </a:xfrm>
            <a:prstGeom prst="chevron">
              <a:avLst>
                <a:gd name="adj" fmla="val 18423"/>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8" name="AutoShape 117"/>
            <p:cNvSpPr>
              <a:spLocks noChangeArrowheads="1"/>
            </p:cNvSpPr>
            <p:nvPr/>
          </p:nvSpPr>
          <p:spPr bwMode="auto">
            <a:xfrm>
              <a:off x="4343" y="522"/>
              <a:ext cx="442" cy="273"/>
            </a:xfrm>
            <a:prstGeom prst="chevron">
              <a:avLst>
                <a:gd name="adj" fmla="val 14976"/>
              </a:avLst>
            </a:prstGeom>
            <a:solidFill>
              <a:srgbClr val="FFCC99"/>
            </a:solidFill>
            <a:ln w="9525">
              <a:solidFill>
                <a:schemeClr val="tx1"/>
              </a:solidFill>
              <a:miter lim="800000"/>
              <a:headEnd/>
              <a:tailEnd/>
            </a:ln>
          </p:spPr>
          <p:txBody>
            <a:bodyPr lIns="144000" tIns="0" rIns="72000" bIns="0"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69" name="AutoShape 118"/>
            <p:cNvSpPr>
              <a:spLocks noChangeArrowheads="1"/>
            </p:cNvSpPr>
            <p:nvPr/>
          </p:nvSpPr>
          <p:spPr bwMode="auto">
            <a:xfrm>
              <a:off x="3900" y="522"/>
              <a:ext cx="461" cy="273"/>
            </a:xfrm>
            <a:prstGeom prst="chevron">
              <a:avLst>
                <a:gd name="adj" fmla="val 14549"/>
              </a:avLst>
            </a:prstGeom>
            <a:solidFill>
              <a:srgbClr val="FFCC99"/>
            </a:solidFill>
            <a:ln w="9525">
              <a:solidFill>
                <a:schemeClr val="tx1"/>
              </a:solidFill>
              <a:miter lim="800000"/>
              <a:headEnd/>
              <a:tailEnd/>
            </a:ln>
          </p:spPr>
          <p:txBody>
            <a:bodyPr wrap="none" lIns="72000" tIns="0" rIns="72000" bIns="0"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600">
                <a:solidFill>
                  <a:srgbClr val="000000"/>
                </a:solidFill>
              </a:endParaRPr>
            </a:p>
          </p:txBody>
        </p:sp>
        <p:sp>
          <p:nvSpPr>
            <p:cNvPr id="70" name="AutoShape 119"/>
            <p:cNvSpPr>
              <a:spLocks noChangeArrowheads="1"/>
            </p:cNvSpPr>
            <p:nvPr/>
          </p:nvSpPr>
          <p:spPr bwMode="auto">
            <a:xfrm flipV="1">
              <a:off x="2605" y="483"/>
              <a:ext cx="235" cy="135"/>
            </a:xfrm>
            <a:prstGeom prst="chevron">
              <a:avLst>
                <a:gd name="adj" fmla="val 21671"/>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1" name="AutoShape 120"/>
            <p:cNvSpPr>
              <a:spLocks noChangeArrowheads="1"/>
            </p:cNvSpPr>
            <p:nvPr/>
          </p:nvSpPr>
          <p:spPr bwMode="auto">
            <a:xfrm flipV="1">
              <a:off x="2842" y="483"/>
              <a:ext cx="235" cy="135"/>
            </a:xfrm>
            <a:prstGeom prst="chevron">
              <a:avLst>
                <a:gd name="adj" fmla="val 21671"/>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2" name="AutoShape 121"/>
            <p:cNvSpPr>
              <a:spLocks noChangeArrowheads="1"/>
            </p:cNvSpPr>
            <p:nvPr/>
          </p:nvSpPr>
          <p:spPr bwMode="auto">
            <a:xfrm flipV="1">
              <a:off x="3080" y="483"/>
              <a:ext cx="235" cy="135"/>
            </a:xfrm>
            <a:prstGeom prst="chevron">
              <a:avLst>
                <a:gd name="adj" fmla="val 21671"/>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3" name="AutoShape 122"/>
            <p:cNvSpPr>
              <a:spLocks noChangeArrowheads="1"/>
            </p:cNvSpPr>
            <p:nvPr/>
          </p:nvSpPr>
          <p:spPr bwMode="auto">
            <a:xfrm flipV="1">
              <a:off x="3317" y="483"/>
              <a:ext cx="235" cy="135"/>
            </a:xfrm>
            <a:prstGeom prst="chevron">
              <a:avLst>
                <a:gd name="adj" fmla="val 21671"/>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4" name="AutoShape 123"/>
            <p:cNvSpPr>
              <a:spLocks noChangeArrowheads="1"/>
            </p:cNvSpPr>
            <p:nvPr/>
          </p:nvSpPr>
          <p:spPr bwMode="auto">
            <a:xfrm flipV="1">
              <a:off x="3555" y="483"/>
              <a:ext cx="235" cy="135"/>
            </a:xfrm>
            <a:prstGeom prst="chevron">
              <a:avLst>
                <a:gd name="adj" fmla="val 21671"/>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5" name="AutoShape 124"/>
            <p:cNvSpPr>
              <a:spLocks noChangeArrowheads="1"/>
            </p:cNvSpPr>
            <p:nvPr/>
          </p:nvSpPr>
          <p:spPr bwMode="auto">
            <a:xfrm flipV="1">
              <a:off x="2655" y="534"/>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6" name="AutoShape 125"/>
            <p:cNvSpPr>
              <a:spLocks noChangeArrowheads="1"/>
            </p:cNvSpPr>
            <p:nvPr/>
          </p:nvSpPr>
          <p:spPr bwMode="auto">
            <a:xfrm flipV="1">
              <a:off x="2892" y="534"/>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7" name="AutoShape 126"/>
            <p:cNvSpPr>
              <a:spLocks noChangeArrowheads="1"/>
            </p:cNvSpPr>
            <p:nvPr/>
          </p:nvSpPr>
          <p:spPr bwMode="auto">
            <a:xfrm flipV="1">
              <a:off x="3130" y="534"/>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8" name="AutoShape 127"/>
            <p:cNvSpPr>
              <a:spLocks noChangeArrowheads="1"/>
            </p:cNvSpPr>
            <p:nvPr/>
          </p:nvSpPr>
          <p:spPr bwMode="auto">
            <a:xfrm flipV="1">
              <a:off x="3367" y="534"/>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9" name="AutoShape 128"/>
            <p:cNvSpPr>
              <a:spLocks noChangeArrowheads="1"/>
            </p:cNvSpPr>
            <p:nvPr/>
          </p:nvSpPr>
          <p:spPr bwMode="auto">
            <a:xfrm flipV="1">
              <a:off x="3605" y="534"/>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0" name="AutoShape 129"/>
            <p:cNvSpPr>
              <a:spLocks noChangeArrowheads="1"/>
            </p:cNvSpPr>
            <p:nvPr/>
          </p:nvSpPr>
          <p:spPr bwMode="auto">
            <a:xfrm flipV="1">
              <a:off x="2705" y="584"/>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1" name="AutoShape 130"/>
            <p:cNvSpPr>
              <a:spLocks noChangeArrowheads="1"/>
            </p:cNvSpPr>
            <p:nvPr/>
          </p:nvSpPr>
          <p:spPr bwMode="auto">
            <a:xfrm flipV="1">
              <a:off x="2942" y="584"/>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2" name="AutoShape 131"/>
            <p:cNvSpPr>
              <a:spLocks noChangeArrowheads="1"/>
            </p:cNvSpPr>
            <p:nvPr/>
          </p:nvSpPr>
          <p:spPr bwMode="auto">
            <a:xfrm flipV="1">
              <a:off x="3180" y="584"/>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3" name="AutoShape 132"/>
            <p:cNvSpPr>
              <a:spLocks noChangeArrowheads="1"/>
            </p:cNvSpPr>
            <p:nvPr/>
          </p:nvSpPr>
          <p:spPr bwMode="auto">
            <a:xfrm flipV="1">
              <a:off x="3417" y="584"/>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4" name="AutoShape 133"/>
            <p:cNvSpPr>
              <a:spLocks noChangeArrowheads="1"/>
            </p:cNvSpPr>
            <p:nvPr/>
          </p:nvSpPr>
          <p:spPr bwMode="auto">
            <a:xfrm flipV="1">
              <a:off x="3655" y="584"/>
              <a:ext cx="235" cy="134"/>
            </a:xfrm>
            <a:prstGeom prst="chevron">
              <a:avLst>
                <a:gd name="adj" fmla="val 21832"/>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5" name="AutoShape 134"/>
            <p:cNvSpPr>
              <a:spLocks noChangeArrowheads="1"/>
            </p:cNvSpPr>
            <p:nvPr/>
          </p:nvSpPr>
          <p:spPr bwMode="auto">
            <a:xfrm>
              <a:off x="2326" y="497"/>
              <a:ext cx="213" cy="121"/>
            </a:xfrm>
            <a:prstGeom prst="chevron">
              <a:avLst>
                <a:gd name="adj" fmla="val 16935"/>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6" name="AutoShape 135"/>
            <p:cNvSpPr>
              <a:spLocks noChangeArrowheads="1"/>
            </p:cNvSpPr>
            <p:nvPr/>
          </p:nvSpPr>
          <p:spPr bwMode="auto">
            <a:xfrm>
              <a:off x="2376" y="547"/>
              <a:ext cx="213" cy="121"/>
            </a:xfrm>
            <a:prstGeom prst="chevron">
              <a:avLst>
                <a:gd name="adj" fmla="val 16935"/>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7" name="AutoShape 136"/>
            <p:cNvSpPr>
              <a:spLocks noChangeArrowheads="1"/>
            </p:cNvSpPr>
            <p:nvPr/>
          </p:nvSpPr>
          <p:spPr bwMode="auto">
            <a:xfrm>
              <a:off x="2426" y="597"/>
              <a:ext cx="213" cy="121"/>
            </a:xfrm>
            <a:prstGeom prst="chevron">
              <a:avLst>
                <a:gd name="adj" fmla="val 16935"/>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8" name="Text Box 137"/>
            <p:cNvSpPr txBox="1">
              <a:spLocks noChangeArrowheads="1"/>
            </p:cNvSpPr>
            <p:nvPr/>
          </p:nvSpPr>
          <p:spPr bwMode="auto">
            <a:xfrm>
              <a:off x="2815" y="904"/>
              <a:ext cx="722" cy="100"/>
            </a:xfrm>
            <a:prstGeom prst="rect">
              <a:avLst/>
            </a:prstGeom>
            <a:solidFill>
              <a:srgbClr val="666699"/>
            </a:solidFill>
            <a:ln w="28575">
              <a:noFill/>
              <a:miter lim="800000"/>
              <a:headEnd/>
              <a:tailEnd/>
            </a:ln>
            <a:effectLst>
              <a:outerShdw dist="107763" dir="2700000" algn="ctr" rotWithShape="0">
                <a:schemeClr val="bg2"/>
              </a:outerShdw>
            </a:effectLst>
          </p:spPr>
          <p:txBody>
            <a:bodyPr lIns="72000" tIns="0" rIns="72000" bIns="0"/>
            <a:lstStyle/>
            <a:p>
              <a:pPr>
                <a:defRPr/>
              </a:pPr>
              <a:endParaRPr lang="pt-BR" sz="2000" i="1">
                <a:solidFill>
                  <a:srgbClr val="FFFFCC"/>
                </a:solidFill>
                <a:effectLst>
                  <a:outerShdw blurRad="38100" dist="38100" dir="2700000" algn="tl">
                    <a:srgbClr val="000000"/>
                  </a:outerShdw>
                </a:effectLst>
              </a:endParaRPr>
            </a:p>
          </p:txBody>
        </p:sp>
        <p:cxnSp>
          <p:nvCxnSpPr>
            <p:cNvPr id="89" name="AutoShape 138"/>
            <p:cNvCxnSpPr>
              <a:cxnSpLocks noChangeShapeType="1"/>
            </p:cNvCxnSpPr>
            <p:nvPr/>
          </p:nvCxnSpPr>
          <p:spPr bwMode="auto">
            <a:xfrm flipH="1" flipV="1">
              <a:off x="2850" y="729"/>
              <a:ext cx="326" cy="17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90" name="AutoShape 139"/>
            <p:cNvCxnSpPr>
              <a:cxnSpLocks noChangeShapeType="1"/>
            </p:cNvCxnSpPr>
            <p:nvPr/>
          </p:nvCxnSpPr>
          <p:spPr bwMode="auto">
            <a:xfrm flipH="1" flipV="1">
              <a:off x="3131" y="729"/>
              <a:ext cx="45" cy="17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91" name="AutoShape 140"/>
            <p:cNvCxnSpPr>
              <a:cxnSpLocks noChangeShapeType="1"/>
            </p:cNvCxnSpPr>
            <p:nvPr/>
          </p:nvCxnSpPr>
          <p:spPr bwMode="auto">
            <a:xfrm flipV="1">
              <a:off x="3176" y="729"/>
              <a:ext cx="204" cy="17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92" name="AutoShape 141"/>
            <p:cNvCxnSpPr>
              <a:cxnSpLocks noChangeShapeType="1"/>
            </p:cNvCxnSpPr>
            <p:nvPr/>
          </p:nvCxnSpPr>
          <p:spPr bwMode="auto">
            <a:xfrm flipV="1">
              <a:off x="3176" y="729"/>
              <a:ext cx="459" cy="17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93" name="AutoShape 142"/>
            <p:cNvCxnSpPr>
              <a:cxnSpLocks noChangeShapeType="1"/>
            </p:cNvCxnSpPr>
            <p:nvPr/>
          </p:nvCxnSpPr>
          <p:spPr bwMode="auto">
            <a:xfrm flipV="1">
              <a:off x="3176" y="729"/>
              <a:ext cx="724" cy="17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94" name="AutoShape 143"/>
            <p:cNvCxnSpPr>
              <a:cxnSpLocks noChangeShapeType="1"/>
            </p:cNvCxnSpPr>
            <p:nvPr/>
          </p:nvCxnSpPr>
          <p:spPr bwMode="auto">
            <a:xfrm flipH="1" flipV="1">
              <a:off x="2539" y="724"/>
              <a:ext cx="637" cy="18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95" name="Rectangle 144"/>
            <p:cNvSpPr>
              <a:spLocks noChangeArrowheads="1"/>
            </p:cNvSpPr>
            <p:nvPr/>
          </p:nvSpPr>
          <p:spPr bwMode="auto">
            <a:xfrm>
              <a:off x="1793" y="323"/>
              <a:ext cx="3002" cy="1100"/>
            </a:xfrm>
            <a:prstGeom prst="rect">
              <a:avLst/>
            </a:prstGeom>
            <a:solidFill>
              <a:schemeClr val="bg1">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96" name="Rectangle 145"/>
            <p:cNvSpPr>
              <a:spLocks noChangeArrowheads="1"/>
            </p:cNvSpPr>
            <p:nvPr/>
          </p:nvSpPr>
          <p:spPr bwMode="auto">
            <a:xfrm>
              <a:off x="2696" y="1124"/>
              <a:ext cx="2005" cy="179"/>
            </a:xfrm>
            <a:prstGeom prst="rect">
              <a:avLst/>
            </a:prstGeom>
            <a:solidFill>
              <a:srgbClr val="FF3300"/>
            </a:solidFill>
            <a:ln w="9525">
              <a:solidFill>
                <a:schemeClr val="tx1"/>
              </a:solidFill>
              <a:miter lim="800000"/>
              <a:headEnd/>
              <a:tailEnd/>
            </a:ln>
          </p:spPr>
          <p:txBody>
            <a:bodyPr lIns="72000" tIns="0" rIns="72000" bIns="0" anchor="ctr" anchorCtr="1">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800" b="1" i="1">
                <a:solidFill>
                  <a:srgbClr val="000000"/>
                </a:solidFill>
              </a:endParaRPr>
            </a:p>
          </p:txBody>
        </p:sp>
      </p:grpSp>
      <p:sp>
        <p:nvSpPr>
          <p:cNvPr id="97" name="Text Box 146"/>
          <p:cNvSpPr txBox="1">
            <a:spLocks noChangeArrowheads="1"/>
          </p:cNvSpPr>
          <p:nvPr/>
        </p:nvSpPr>
        <p:spPr bwMode="auto">
          <a:xfrm>
            <a:off x="4978400" y="2316163"/>
            <a:ext cx="540173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dirty="0"/>
              <a:t>13.1. Gerenciamento de Mudanças de Engenharia</a:t>
            </a:r>
          </a:p>
        </p:txBody>
      </p:sp>
      <p:sp>
        <p:nvSpPr>
          <p:cNvPr id="98" name="Text Box 147"/>
          <p:cNvSpPr txBox="1">
            <a:spLocks noChangeArrowheads="1"/>
          </p:cNvSpPr>
          <p:nvPr/>
        </p:nvSpPr>
        <p:spPr bwMode="auto">
          <a:xfrm>
            <a:off x="5347760" y="4745568"/>
            <a:ext cx="58483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dirty="0"/>
              <a:t>13.2. Melhoria Incremental do PDP</a:t>
            </a:r>
          </a:p>
        </p:txBody>
      </p:sp>
      <p:sp>
        <p:nvSpPr>
          <p:cNvPr id="99" name="Line 148"/>
          <p:cNvSpPr>
            <a:spLocks noChangeShapeType="1"/>
          </p:cNvSpPr>
          <p:nvPr/>
        </p:nvSpPr>
        <p:spPr bwMode="auto">
          <a:xfrm flipH="1">
            <a:off x="4743450" y="3100388"/>
            <a:ext cx="1371600" cy="157162"/>
          </a:xfrm>
          <a:prstGeom prst="line">
            <a:avLst/>
          </a:prstGeom>
          <a:noFill/>
          <a:ln w="762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pt-BR"/>
          </a:p>
        </p:txBody>
      </p:sp>
      <p:sp>
        <p:nvSpPr>
          <p:cNvPr id="100" name="Line 149"/>
          <p:cNvSpPr>
            <a:spLocks noChangeShapeType="1"/>
          </p:cNvSpPr>
          <p:nvPr/>
        </p:nvSpPr>
        <p:spPr bwMode="auto">
          <a:xfrm flipH="1">
            <a:off x="4979988" y="5280025"/>
            <a:ext cx="1328737" cy="585788"/>
          </a:xfrm>
          <a:prstGeom prst="line">
            <a:avLst/>
          </a:prstGeom>
          <a:noFill/>
          <a:ln w="76200">
            <a:solidFill>
              <a:srgbClr val="FF33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pt-BR"/>
          </a:p>
        </p:txBody>
      </p:sp>
      <p:sp>
        <p:nvSpPr>
          <p:cNvPr id="101" name="Text Box 150"/>
          <p:cNvSpPr txBox="1">
            <a:spLocks noChangeArrowheads="1"/>
          </p:cNvSpPr>
          <p:nvPr/>
        </p:nvSpPr>
        <p:spPr bwMode="auto">
          <a:xfrm>
            <a:off x="2781300" y="6278563"/>
            <a:ext cx="61702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2000" b="1"/>
              <a:t>PDP: processo de desenvolvimento de produtos </a:t>
            </a:r>
          </a:p>
        </p:txBody>
      </p:sp>
    </p:spTree>
    <p:extLst>
      <p:ext uri="{BB962C8B-B14F-4D97-AF65-F5344CB8AC3E}">
        <p14:creationId xmlns:p14="http://schemas.microsoft.com/office/powerpoint/2010/main" val="5420900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m 11"/>
          <p:cNvPicPr>
            <a:picLocks noChangeAspect="1"/>
          </p:cNvPicPr>
          <p:nvPr/>
        </p:nvPicPr>
        <p:blipFill>
          <a:blip r:embed="rId2"/>
          <a:stretch>
            <a:fillRect/>
          </a:stretch>
        </p:blipFill>
        <p:spPr>
          <a:xfrm>
            <a:off x="1083734" y="44970"/>
            <a:ext cx="9371272" cy="6858000"/>
          </a:xfrm>
          <a:prstGeom prst="rect">
            <a:avLst/>
          </a:prstGeom>
          <a:solidFill>
            <a:schemeClr val="bg1"/>
          </a:solidFill>
        </p:spPr>
      </p:pic>
    </p:spTree>
    <p:extLst>
      <p:ext uri="{BB962C8B-B14F-4D97-AF65-F5344CB8AC3E}">
        <p14:creationId xmlns:p14="http://schemas.microsoft.com/office/powerpoint/2010/main" val="11817389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 name="Imagem 93"/>
          <p:cNvPicPr>
            <a:picLocks noChangeAspect="1"/>
          </p:cNvPicPr>
          <p:nvPr/>
        </p:nvPicPr>
        <p:blipFill>
          <a:blip r:embed="rId2"/>
          <a:stretch>
            <a:fillRect/>
          </a:stretch>
        </p:blipFill>
        <p:spPr>
          <a:xfrm>
            <a:off x="2053899" y="-119921"/>
            <a:ext cx="8024240" cy="6858000"/>
          </a:xfrm>
          <a:prstGeom prst="rect">
            <a:avLst/>
          </a:prstGeom>
          <a:solidFill>
            <a:schemeClr val="bg1"/>
          </a:solidFill>
        </p:spPr>
      </p:pic>
    </p:spTree>
    <p:extLst>
      <p:ext uri="{BB962C8B-B14F-4D97-AF65-F5344CB8AC3E}">
        <p14:creationId xmlns:p14="http://schemas.microsoft.com/office/powerpoint/2010/main" val="2809813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
          <p:cNvGrpSpPr>
            <a:grpSpLocks/>
          </p:cNvGrpSpPr>
          <p:nvPr/>
        </p:nvGrpSpPr>
        <p:grpSpPr bwMode="auto">
          <a:xfrm>
            <a:off x="1354666" y="1557338"/>
            <a:ext cx="9067800" cy="4576762"/>
            <a:chOff x="0" y="573"/>
            <a:chExt cx="5712" cy="2883"/>
          </a:xfrm>
        </p:grpSpPr>
        <p:sp>
          <p:nvSpPr>
            <p:cNvPr id="3" name="Rectangle 6"/>
            <p:cNvSpPr>
              <a:spLocks noChangeArrowheads="1"/>
            </p:cNvSpPr>
            <p:nvPr/>
          </p:nvSpPr>
          <p:spPr bwMode="auto">
            <a:xfrm>
              <a:off x="498" y="3277"/>
              <a:ext cx="4968" cy="179"/>
            </a:xfrm>
            <a:prstGeom prst="rect">
              <a:avLst/>
            </a:prstGeom>
            <a:solidFill>
              <a:srgbClr val="FFFF00"/>
            </a:solidFill>
            <a:ln w="9525">
              <a:solidFill>
                <a:schemeClr val="tx1"/>
              </a:solidFill>
              <a:miter lim="800000"/>
              <a:headEnd/>
              <a:tailEnd/>
            </a:ln>
          </p:spPr>
          <p:txBody>
            <a:bodyPr lIns="72000" tIns="0" rIns="72000" bIns="0" anchor="ctr" anchorCtr="1">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800" b="1" i="1">
                  <a:solidFill>
                    <a:srgbClr val="000000"/>
                  </a:solidFill>
                </a:rPr>
                <a:t>Melhoria do processo de desenvolvimento de produtos</a:t>
              </a:r>
            </a:p>
          </p:txBody>
        </p:sp>
        <p:sp>
          <p:nvSpPr>
            <p:cNvPr id="4" name="Rectangle 7"/>
            <p:cNvSpPr>
              <a:spLocks noChangeArrowheads="1"/>
            </p:cNvSpPr>
            <p:nvPr/>
          </p:nvSpPr>
          <p:spPr bwMode="auto">
            <a:xfrm>
              <a:off x="1474" y="3048"/>
              <a:ext cx="3838" cy="179"/>
            </a:xfrm>
            <a:prstGeom prst="rect">
              <a:avLst/>
            </a:prstGeom>
            <a:solidFill>
              <a:srgbClr val="EAEAEA"/>
            </a:solidFill>
            <a:ln w="9525">
              <a:solidFill>
                <a:schemeClr val="tx1"/>
              </a:solidFill>
              <a:miter lim="800000"/>
              <a:headEnd/>
              <a:tailEnd/>
            </a:ln>
          </p:spPr>
          <p:txBody>
            <a:bodyPr lIns="72000" tIns="0" rIns="72000" bIns="0" anchor="ctr" anchorCtr="1">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800" b="1" i="1">
                  <a:solidFill>
                    <a:srgbClr val="000000"/>
                  </a:solidFill>
                </a:rPr>
                <a:t>Gerenciamento de mudanças de engenharia</a:t>
              </a:r>
            </a:p>
          </p:txBody>
        </p:sp>
        <p:sp>
          <p:nvSpPr>
            <p:cNvPr id="5" name="Rectangle 8"/>
            <p:cNvSpPr>
              <a:spLocks noChangeArrowheads="1"/>
            </p:cNvSpPr>
            <p:nvPr/>
          </p:nvSpPr>
          <p:spPr bwMode="auto">
            <a:xfrm>
              <a:off x="0" y="3014"/>
              <a:ext cx="768" cy="352"/>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lIns="72000" tIns="0" rIns="72000" bIns="0" anchor="ctr">
              <a:spAutoFit/>
            </a:bodyPr>
            <a:lstStyle/>
            <a:p>
              <a:pPr>
                <a:defRPr/>
              </a:pPr>
              <a:r>
                <a:rPr lang="pt-BR" sz="1800">
                  <a:solidFill>
                    <a:schemeClr val="accent2"/>
                  </a:solidFill>
                </a:rPr>
                <a:t>Processos</a:t>
              </a:r>
            </a:p>
            <a:p>
              <a:pPr>
                <a:defRPr/>
              </a:pPr>
              <a:r>
                <a:rPr lang="pt-BR" sz="1800">
                  <a:solidFill>
                    <a:schemeClr val="accent2"/>
                  </a:solidFill>
                </a:rPr>
                <a:t>de apoio</a:t>
              </a:r>
            </a:p>
          </p:txBody>
        </p:sp>
        <p:sp>
          <p:nvSpPr>
            <p:cNvPr id="6" name="AutoShape 9"/>
            <p:cNvSpPr>
              <a:spLocks noChangeArrowheads="1"/>
            </p:cNvSpPr>
            <p:nvPr/>
          </p:nvSpPr>
          <p:spPr bwMode="auto">
            <a:xfrm>
              <a:off x="835"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7" name="AutoShape 10"/>
            <p:cNvSpPr>
              <a:spLocks noChangeArrowheads="1"/>
            </p:cNvSpPr>
            <p:nvPr/>
          </p:nvSpPr>
          <p:spPr bwMode="auto">
            <a:xfrm>
              <a:off x="2088"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 name="AutoShape 11"/>
            <p:cNvSpPr>
              <a:spLocks noChangeArrowheads="1"/>
            </p:cNvSpPr>
            <p:nvPr/>
          </p:nvSpPr>
          <p:spPr bwMode="auto">
            <a:xfrm>
              <a:off x="3342"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9" name="AutoShape 12"/>
            <p:cNvSpPr>
              <a:spLocks noChangeArrowheads="1"/>
            </p:cNvSpPr>
            <p:nvPr/>
          </p:nvSpPr>
          <p:spPr bwMode="auto">
            <a:xfrm>
              <a:off x="4596"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10" name="Group 13"/>
            <p:cNvGrpSpPr>
              <a:grpSpLocks/>
            </p:cNvGrpSpPr>
            <p:nvPr/>
          </p:nvGrpSpPr>
          <p:grpSpPr bwMode="auto">
            <a:xfrm>
              <a:off x="48" y="573"/>
              <a:ext cx="5664" cy="2262"/>
              <a:chOff x="48" y="573"/>
              <a:chExt cx="5664" cy="2262"/>
            </a:xfrm>
          </p:grpSpPr>
          <p:grpSp>
            <p:nvGrpSpPr>
              <p:cNvPr id="11" name="Group 14"/>
              <p:cNvGrpSpPr>
                <a:grpSpLocks/>
              </p:cNvGrpSpPr>
              <p:nvPr/>
            </p:nvGrpSpPr>
            <p:grpSpPr bwMode="auto">
              <a:xfrm>
                <a:off x="48" y="673"/>
                <a:ext cx="5664" cy="2162"/>
                <a:chOff x="48" y="673"/>
                <a:chExt cx="5664" cy="2162"/>
              </a:xfrm>
            </p:grpSpPr>
            <p:sp>
              <p:nvSpPr>
                <p:cNvPr id="13" name="Rectangle 15"/>
                <p:cNvSpPr>
                  <a:spLocks noChangeArrowheads="1"/>
                </p:cNvSpPr>
                <p:nvPr/>
              </p:nvSpPr>
              <p:spPr bwMode="auto">
                <a:xfrm>
                  <a:off x="48" y="673"/>
                  <a:ext cx="5664" cy="2162"/>
                </a:xfrm>
                <a:prstGeom prst="rect">
                  <a:avLst/>
                </a:prstGeom>
                <a:solidFill>
                  <a:srgbClr val="CCFFCC"/>
                </a:solidFill>
                <a:ln w="9525">
                  <a:solidFill>
                    <a:schemeClr val="tx1"/>
                  </a:solidFill>
                  <a:miter lim="800000"/>
                  <a:headEnd/>
                  <a:tailEnd/>
                </a:ln>
              </p:spPr>
              <p:txBody>
                <a:bodyPr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4" name="Freeform 16"/>
                <p:cNvSpPr>
                  <a:spLocks/>
                </p:cNvSpPr>
                <p:nvPr/>
              </p:nvSpPr>
              <p:spPr bwMode="auto">
                <a:xfrm>
                  <a:off x="501" y="1460"/>
                  <a:ext cx="4593" cy="1046"/>
                </a:xfrm>
                <a:custGeom>
                  <a:avLst/>
                  <a:gdLst>
                    <a:gd name="T0" fmla="*/ 771 w 4593"/>
                    <a:gd name="T1" fmla="*/ 20 h 1046"/>
                    <a:gd name="T2" fmla="*/ 0 w 4593"/>
                    <a:gd name="T3" fmla="*/ 1046 h 1046"/>
                    <a:gd name="T4" fmla="*/ 4593 w 4593"/>
                    <a:gd name="T5" fmla="*/ 1016 h 1046"/>
                    <a:gd name="T6" fmla="*/ 3302 w 4593"/>
                    <a:gd name="T7" fmla="*/ 0 h 1046"/>
                    <a:gd name="T8" fmla="*/ 0 60000 65536"/>
                    <a:gd name="T9" fmla="*/ 0 60000 65536"/>
                    <a:gd name="T10" fmla="*/ 0 60000 65536"/>
                    <a:gd name="T11" fmla="*/ 0 60000 65536"/>
                    <a:gd name="T12" fmla="*/ 0 w 4593"/>
                    <a:gd name="T13" fmla="*/ 0 h 1046"/>
                    <a:gd name="T14" fmla="*/ 4593 w 4593"/>
                    <a:gd name="T15" fmla="*/ 1046 h 1046"/>
                  </a:gdLst>
                  <a:ahLst/>
                  <a:cxnLst>
                    <a:cxn ang="T8">
                      <a:pos x="T0" y="T1"/>
                    </a:cxn>
                    <a:cxn ang="T9">
                      <a:pos x="T2" y="T3"/>
                    </a:cxn>
                    <a:cxn ang="T10">
                      <a:pos x="T4" y="T5"/>
                    </a:cxn>
                    <a:cxn ang="T11">
                      <a:pos x="T6" y="T7"/>
                    </a:cxn>
                  </a:cxnLst>
                  <a:rect l="T12" t="T13" r="T14" b="T15"/>
                  <a:pathLst>
                    <a:path w="4593" h="1046">
                      <a:moveTo>
                        <a:pt x="771" y="20"/>
                      </a:moveTo>
                      <a:lnTo>
                        <a:pt x="0" y="1046"/>
                      </a:lnTo>
                      <a:lnTo>
                        <a:pt x="4593" y="1016"/>
                      </a:lnTo>
                      <a:lnTo>
                        <a:pt x="3302" y="0"/>
                      </a:lnTo>
                    </a:path>
                  </a:pathLst>
                </a:custGeom>
                <a:gradFill rotWithShape="0">
                  <a:gsLst>
                    <a:gs pos="0">
                      <a:srgbClr val="99CCFF"/>
                    </a:gs>
                    <a:gs pos="100000">
                      <a:srgbClr val="FFCC99"/>
                    </a:gs>
                  </a:gsLst>
                  <a:lin ang="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72000" tIns="0" rIns="72000" bIns="0" anchor="ctr">
                  <a:spAutoFit/>
                </a:bodyPr>
                <a:lstStyle/>
                <a:p>
                  <a:endParaRPr lang="pt-BR"/>
                </a:p>
              </p:txBody>
            </p:sp>
            <p:grpSp>
              <p:nvGrpSpPr>
                <p:cNvPr id="15" name="Group 17"/>
                <p:cNvGrpSpPr>
                  <a:grpSpLocks/>
                </p:cNvGrpSpPr>
                <p:nvPr/>
              </p:nvGrpSpPr>
              <p:grpSpPr bwMode="auto">
                <a:xfrm>
                  <a:off x="1411" y="1058"/>
                  <a:ext cx="2612" cy="188"/>
                  <a:chOff x="1411" y="1058"/>
                  <a:chExt cx="2612" cy="188"/>
                </a:xfrm>
              </p:grpSpPr>
              <p:sp>
                <p:nvSpPr>
                  <p:cNvPr id="101" name="AutoShape 18"/>
                  <p:cNvSpPr>
                    <a:spLocks noChangeArrowheads="1"/>
                  </p:cNvSpPr>
                  <p:nvPr/>
                </p:nvSpPr>
                <p:spPr bwMode="auto">
                  <a:xfrm>
                    <a:off x="1411" y="1058"/>
                    <a:ext cx="2612" cy="188"/>
                  </a:xfrm>
                  <a:prstGeom prst="chevron">
                    <a:avLst>
                      <a:gd name="adj" fmla="val 43675"/>
                    </a:avLst>
                  </a:prstGeom>
                  <a:solidFill>
                    <a:srgbClr val="FFFF00"/>
                  </a:solidFill>
                  <a:ln w="11113">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02" name="Text Box 19"/>
                  <p:cNvSpPr txBox="1">
                    <a:spLocks noChangeArrowheads="1"/>
                  </p:cNvSpPr>
                  <p:nvPr/>
                </p:nvSpPr>
                <p:spPr bwMode="auto">
                  <a:xfrm>
                    <a:off x="2074" y="1066"/>
                    <a:ext cx="1189" cy="173"/>
                  </a:xfrm>
                  <a:prstGeom prst="rect">
                    <a:avLst/>
                  </a:prstGeom>
                  <a:solidFill>
                    <a:srgbClr val="FFFF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b="1">
                        <a:solidFill>
                          <a:srgbClr val="000000"/>
                        </a:solidFill>
                      </a:rPr>
                      <a:t>Desenvolvimento</a:t>
                    </a:r>
                    <a:r>
                      <a:rPr lang="pt-BR" altLang="pt-BR" sz="1800" i="1">
                        <a:solidFill>
                          <a:srgbClr val="000000"/>
                        </a:solidFill>
                      </a:rPr>
                      <a:t> </a:t>
                    </a:r>
                  </a:p>
                </p:txBody>
              </p:sp>
            </p:grpSp>
            <p:grpSp>
              <p:nvGrpSpPr>
                <p:cNvPr id="16" name="Group 20"/>
                <p:cNvGrpSpPr>
                  <a:grpSpLocks/>
                </p:cNvGrpSpPr>
                <p:nvPr/>
              </p:nvGrpSpPr>
              <p:grpSpPr bwMode="auto">
                <a:xfrm>
                  <a:off x="586" y="2385"/>
                  <a:ext cx="4435" cy="342"/>
                  <a:chOff x="586" y="2385"/>
                  <a:chExt cx="4435" cy="342"/>
                </a:xfrm>
              </p:grpSpPr>
              <p:grpSp>
                <p:nvGrpSpPr>
                  <p:cNvPr id="94" name="Group 21"/>
                  <p:cNvGrpSpPr>
                    <a:grpSpLocks/>
                  </p:cNvGrpSpPr>
                  <p:nvPr/>
                </p:nvGrpSpPr>
                <p:grpSpPr bwMode="auto">
                  <a:xfrm>
                    <a:off x="1406" y="2394"/>
                    <a:ext cx="3615" cy="333"/>
                    <a:chOff x="1014" y="2394"/>
                    <a:chExt cx="3615" cy="333"/>
                  </a:xfrm>
                </p:grpSpPr>
                <p:sp>
                  <p:nvSpPr>
                    <p:cNvPr id="96" name="AutoShape 22"/>
                    <p:cNvSpPr>
                      <a:spLocks noChangeArrowheads="1"/>
                    </p:cNvSpPr>
                    <p:nvPr/>
                  </p:nvSpPr>
                  <p:spPr bwMode="auto">
                    <a:xfrm>
                      <a:off x="2511" y="2394"/>
                      <a:ext cx="690" cy="333"/>
                    </a:xfrm>
                    <a:prstGeom prst="chevron">
                      <a:avLst>
                        <a:gd name="adj" fmla="val 19723"/>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Detalhado </a:t>
                      </a:r>
                    </a:p>
                  </p:txBody>
                </p:sp>
                <p:sp>
                  <p:nvSpPr>
                    <p:cNvPr id="97" name="AutoShape 23"/>
                    <p:cNvSpPr>
                      <a:spLocks noChangeArrowheads="1"/>
                    </p:cNvSpPr>
                    <p:nvPr/>
                  </p:nvSpPr>
                  <p:spPr bwMode="auto">
                    <a:xfrm>
                      <a:off x="1833" y="2394"/>
                      <a:ext cx="709" cy="333"/>
                    </a:xfrm>
                    <a:prstGeom prst="chevron">
                      <a:avLst>
                        <a:gd name="adj" fmla="val 19004"/>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Conceitual </a:t>
                      </a:r>
                    </a:p>
                  </p:txBody>
                </p:sp>
                <p:sp>
                  <p:nvSpPr>
                    <p:cNvPr id="98" name="AutoShape 24"/>
                    <p:cNvSpPr>
                      <a:spLocks noChangeArrowheads="1"/>
                    </p:cNvSpPr>
                    <p:nvPr/>
                  </p:nvSpPr>
                  <p:spPr bwMode="auto">
                    <a:xfrm>
                      <a:off x="1014" y="2394"/>
                      <a:ext cx="856" cy="333"/>
                    </a:xfrm>
                    <a:prstGeom prst="chevron">
                      <a:avLst>
                        <a:gd name="adj" fmla="val 22064"/>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Projeto</a:t>
                      </a:r>
                    </a:p>
                    <a:p>
                      <a:pPr eaLnBrk="1" hangingPunct="1"/>
                      <a:r>
                        <a:rPr lang="pt-BR" altLang="pt-BR" sz="1400"/>
                        <a:t>Informacional </a:t>
                      </a:r>
                    </a:p>
                  </p:txBody>
                </p:sp>
                <p:sp>
                  <p:nvSpPr>
                    <p:cNvPr id="99" name="AutoShape 25"/>
                    <p:cNvSpPr>
                      <a:spLocks noChangeArrowheads="1"/>
                    </p:cNvSpPr>
                    <p:nvPr/>
                  </p:nvSpPr>
                  <p:spPr bwMode="auto">
                    <a:xfrm>
                      <a:off x="3864" y="2394"/>
                      <a:ext cx="765" cy="333"/>
                    </a:xfrm>
                    <a:prstGeom prst="chevron">
                      <a:avLst>
                        <a:gd name="adj" fmla="val 19782"/>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Lançamento</a:t>
                      </a:r>
                    </a:p>
                    <a:p>
                      <a:pPr eaLnBrk="1" hangingPunct="1"/>
                      <a:r>
                        <a:rPr lang="pt-BR" altLang="pt-BR" sz="1400"/>
                        <a:t>do Produto</a:t>
                      </a:r>
                    </a:p>
                  </p:txBody>
                </p:sp>
                <p:sp>
                  <p:nvSpPr>
                    <p:cNvPr id="100" name="AutoShape 26"/>
                    <p:cNvSpPr>
                      <a:spLocks noChangeArrowheads="1"/>
                    </p:cNvSpPr>
                    <p:nvPr/>
                  </p:nvSpPr>
                  <p:spPr bwMode="auto">
                    <a:xfrm>
                      <a:off x="3170" y="2394"/>
                      <a:ext cx="723" cy="333"/>
                    </a:xfrm>
                    <a:prstGeom prst="chevron">
                      <a:avLst>
                        <a:gd name="adj" fmla="val 16213"/>
                      </a:avLst>
                    </a:prstGeom>
                    <a:solidFill>
                      <a:srgbClr val="FFFF00"/>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Preparação</a:t>
                      </a:r>
                    </a:p>
                    <a:p>
                      <a:pPr eaLnBrk="1" hangingPunct="1"/>
                      <a:r>
                        <a:rPr lang="pt-BR" altLang="pt-BR" sz="1400"/>
                        <a:t>Produção</a:t>
                      </a:r>
                    </a:p>
                  </p:txBody>
                </p:sp>
              </p:grpSp>
              <p:sp>
                <p:nvSpPr>
                  <p:cNvPr id="95" name="AutoShape 27"/>
                  <p:cNvSpPr>
                    <a:spLocks noChangeArrowheads="1"/>
                  </p:cNvSpPr>
                  <p:nvPr/>
                </p:nvSpPr>
                <p:spPr bwMode="auto">
                  <a:xfrm>
                    <a:off x="586" y="2385"/>
                    <a:ext cx="841" cy="333"/>
                  </a:xfrm>
                  <a:prstGeom prst="chevron">
                    <a:avLst>
                      <a:gd name="adj" fmla="val 24296"/>
                    </a:avLst>
                  </a:prstGeom>
                  <a:solidFill>
                    <a:srgbClr val="99CCFF"/>
                  </a:solidFill>
                  <a:ln w="11176">
                    <a:solidFill>
                      <a:srgbClr val="000000"/>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Planejamento</a:t>
                    </a:r>
                  </a:p>
                  <a:p>
                    <a:pPr eaLnBrk="1" hangingPunct="1"/>
                    <a:r>
                      <a:rPr lang="pt-BR" altLang="pt-BR" sz="1400"/>
                      <a:t>Projeto</a:t>
                    </a:r>
                  </a:p>
                </p:txBody>
              </p:sp>
            </p:grpSp>
            <p:grpSp>
              <p:nvGrpSpPr>
                <p:cNvPr id="17" name="Group 28"/>
                <p:cNvGrpSpPr>
                  <a:grpSpLocks/>
                </p:cNvGrpSpPr>
                <p:nvPr/>
              </p:nvGrpSpPr>
              <p:grpSpPr bwMode="auto">
                <a:xfrm>
                  <a:off x="4009" y="1059"/>
                  <a:ext cx="1671" cy="188"/>
                  <a:chOff x="4009" y="1059"/>
                  <a:chExt cx="1671" cy="188"/>
                </a:xfrm>
              </p:grpSpPr>
              <p:sp>
                <p:nvSpPr>
                  <p:cNvPr id="92" name="AutoShape 29"/>
                  <p:cNvSpPr>
                    <a:spLocks noChangeArrowheads="1"/>
                  </p:cNvSpPr>
                  <p:nvPr/>
                </p:nvSpPr>
                <p:spPr bwMode="auto">
                  <a:xfrm>
                    <a:off x="4009" y="1059"/>
                    <a:ext cx="1671" cy="188"/>
                  </a:xfrm>
                  <a:prstGeom prst="chevron">
                    <a:avLst>
                      <a:gd name="adj" fmla="val 39421"/>
                    </a:avLst>
                  </a:prstGeom>
                  <a:solidFill>
                    <a:srgbClr val="FFCC99"/>
                  </a:solidFill>
                  <a:ln w="11113">
                    <a:solidFill>
                      <a:srgbClr val="000000"/>
                    </a:solidFill>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93" name="Text Box 30"/>
                  <p:cNvSpPr txBox="1">
                    <a:spLocks noChangeArrowheads="1"/>
                  </p:cNvSpPr>
                  <p:nvPr/>
                </p:nvSpPr>
                <p:spPr bwMode="auto">
                  <a:xfrm>
                    <a:off x="4682" y="1082"/>
                    <a:ext cx="3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b="1">
                        <a:solidFill>
                          <a:srgbClr val="000000"/>
                        </a:solidFill>
                      </a:rPr>
                      <a:t>Pós</a:t>
                    </a:r>
                  </a:p>
                </p:txBody>
              </p:sp>
            </p:grpSp>
            <p:sp>
              <p:nvSpPr>
                <p:cNvPr id="18" name="Rectangle 31"/>
                <p:cNvSpPr>
                  <a:spLocks noChangeArrowheads="1"/>
                </p:cNvSpPr>
                <p:nvPr/>
              </p:nvSpPr>
              <p:spPr bwMode="auto">
                <a:xfrm>
                  <a:off x="5180" y="1112"/>
                  <a:ext cx="164"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cxnSp>
              <p:nvCxnSpPr>
                <p:cNvPr id="19" name="AutoShape 32"/>
                <p:cNvCxnSpPr>
                  <a:cxnSpLocks noChangeShapeType="1"/>
                </p:cNvCxnSpPr>
                <p:nvPr/>
              </p:nvCxnSpPr>
              <p:spPr bwMode="auto">
                <a:xfrm rot="-5400000" flipH="1" flipV="1">
                  <a:off x="2773" y="-973"/>
                  <a:ext cx="1" cy="4066"/>
                </a:xfrm>
                <a:prstGeom prst="bentConnector3">
                  <a:avLst>
                    <a:gd name="adj1" fmla="val -14400005"/>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20" name="Group 33"/>
                <p:cNvGrpSpPr>
                  <a:grpSpLocks/>
                </p:cNvGrpSpPr>
                <p:nvPr/>
              </p:nvGrpSpPr>
              <p:grpSpPr bwMode="auto">
                <a:xfrm>
                  <a:off x="108" y="1059"/>
                  <a:ext cx="1338" cy="187"/>
                  <a:chOff x="108" y="1059"/>
                  <a:chExt cx="1338" cy="187"/>
                </a:xfrm>
              </p:grpSpPr>
              <p:sp>
                <p:nvSpPr>
                  <p:cNvPr id="90" name="AutoShape 34"/>
                  <p:cNvSpPr>
                    <a:spLocks noChangeArrowheads="1"/>
                  </p:cNvSpPr>
                  <p:nvPr/>
                </p:nvSpPr>
                <p:spPr bwMode="auto">
                  <a:xfrm>
                    <a:off x="108" y="1059"/>
                    <a:ext cx="1338" cy="187"/>
                  </a:xfrm>
                  <a:prstGeom prst="homePlate">
                    <a:avLst>
                      <a:gd name="adj" fmla="val 38194"/>
                    </a:avLst>
                  </a:prstGeom>
                  <a:solidFill>
                    <a:srgbClr val="99CCFF"/>
                  </a:solidFill>
                  <a:ln w="12700">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91" name="Text Box 35"/>
                  <p:cNvSpPr txBox="1">
                    <a:spLocks noChangeArrowheads="1"/>
                  </p:cNvSpPr>
                  <p:nvPr/>
                </p:nvSpPr>
                <p:spPr bwMode="auto">
                  <a:xfrm>
                    <a:off x="630" y="1082"/>
                    <a:ext cx="29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b="1">
                        <a:solidFill>
                          <a:srgbClr val="000000"/>
                        </a:solidFill>
                      </a:rPr>
                      <a:t>Pré</a:t>
                    </a:r>
                  </a:p>
                </p:txBody>
              </p:sp>
            </p:grpSp>
            <p:sp>
              <p:nvSpPr>
                <p:cNvPr id="21" name="AutoShape 36"/>
                <p:cNvSpPr>
                  <a:spLocks noChangeArrowheads="1"/>
                </p:cNvSpPr>
                <p:nvPr/>
              </p:nvSpPr>
              <p:spPr bwMode="auto">
                <a:xfrm>
                  <a:off x="117" y="1292"/>
                  <a:ext cx="926" cy="496"/>
                </a:xfrm>
                <a:prstGeom prst="chevron">
                  <a:avLst>
                    <a:gd name="adj" fmla="val 16108"/>
                  </a:avLst>
                </a:prstGeom>
                <a:solidFill>
                  <a:srgbClr val="99CCFF"/>
                </a:solidFill>
                <a:ln w="11176">
                  <a:solidFill>
                    <a:srgbClr val="000000"/>
                  </a:solidFill>
                  <a:miter lim="800000"/>
                  <a:headEnd/>
                  <a:tailEnd/>
                </a:ln>
              </p:spPr>
              <p:txBody>
                <a:bodyPr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ctr" eaLnBrk="1" hangingPunct="1"/>
                  <a:r>
                    <a:rPr lang="pt-BR" altLang="pt-BR" sz="1200" b="1" dirty="0">
                      <a:solidFill>
                        <a:srgbClr val="C00000"/>
                      </a:solidFill>
                    </a:rPr>
                    <a:t>Planejamento</a:t>
                  </a:r>
                </a:p>
                <a:p>
                  <a:pPr algn="ctr" eaLnBrk="1" hangingPunct="1"/>
                  <a:r>
                    <a:rPr lang="pt-BR" altLang="pt-BR" sz="1200" b="1" dirty="0">
                      <a:solidFill>
                        <a:srgbClr val="C00000"/>
                      </a:solidFill>
                    </a:rPr>
                    <a:t>Estratégico dos Produtos</a:t>
                  </a:r>
                </a:p>
              </p:txBody>
            </p:sp>
            <p:grpSp>
              <p:nvGrpSpPr>
                <p:cNvPr id="22" name="Group 37"/>
                <p:cNvGrpSpPr>
                  <a:grpSpLocks/>
                </p:cNvGrpSpPr>
                <p:nvPr/>
              </p:nvGrpSpPr>
              <p:grpSpPr bwMode="auto">
                <a:xfrm>
                  <a:off x="3883" y="1280"/>
                  <a:ext cx="1809" cy="588"/>
                  <a:chOff x="3883" y="1280"/>
                  <a:chExt cx="1809" cy="588"/>
                </a:xfrm>
              </p:grpSpPr>
              <p:sp>
                <p:nvSpPr>
                  <p:cNvPr id="84" name="AutoShape 38"/>
                  <p:cNvSpPr>
                    <a:spLocks noChangeArrowheads="1"/>
                  </p:cNvSpPr>
                  <p:nvPr/>
                </p:nvSpPr>
                <p:spPr bwMode="auto">
                  <a:xfrm>
                    <a:off x="3883" y="1280"/>
                    <a:ext cx="792" cy="523"/>
                  </a:xfrm>
                  <a:prstGeom prst="chevron">
                    <a:avLst>
                      <a:gd name="adj" fmla="val 18221"/>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5" name="AutoShape 39"/>
                  <p:cNvSpPr>
                    <a:spLocks noChangeArrowheads="1"/>
                  </p:cNvSpPr>
                  <p:nvPr/>
                </p:nvSpPr>
                <p:spPr bwMode="auto">
                  <a:xfrm>
                    <a:off x="4675" y="1280"/>
                    <a:ext cx="800" cy="523"/>
                  </a:xfrm>
                  <a:prstGeom prst="chevron">
                    <a:avLst>
                      <a:gd name="adj" fmla="val 18405"/>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6" name="AutoShape 40"/>
                  <p:cNvSpPr>
                    <a:spLocks noChangeArrowheads="1"/>
                  </p:cNvSpPr>
                  <p:nvPr/>
                </p:nvSpPr>
                <p:spPr bwMode="auto">
                  <a:xfrm>
                    <a:off x="3937" y="1320"/>
                    <a:ext cx="799" cy="523"/>
                  </a:xfrm>
                  <a:prstGeom prst="chevron">
                    <a:avLst>
                      <a:gd name="adj" fmla="val 18382"/>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7" name="AutoShape 41"/>
                  <p:cNvSpPr>
                    <a:spLocks noChangeArrowheads="1"/>
                  </p:cNvSpPr>
                  <p:nvPr/>
                </p:nvSpPr>
                <p:spPr bwMode="auto">
                  <a:xfrm>
                    <a:off x="4747" y="1320"/>
                    <a:ext cx="800" cy="523"/>
                  </a:xfrm>
                  <a:prstGeom prst="chevron">
                    <a:avLst>
                      <a:gd name="adj" fmla="val 18405"/>
                    </a:avLst>
                  </a:prstGeom>
                  <a:solidFill>
                    <a:srgbClr val="FFCC99"/>
                  </a:solidFill>
                  <a:ln w="9525">
                    <a:solidFill>
                      <a:schemeClr val="tx1"/>
                    </a:solidFill>
                    <a:miter lim="800000"/>
                    <a:headEnd/>
                    <a:tailEnd/>
                  </a:ln>
                </p:spPr>
                <p:txBody>
                  <a:bodyPr wrap="none" lIns="72000" tIns="0" rIns="72000" bIns="0"/>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88" name="AutoShape 42"/>
                  <p:cNvSpPr>
                    <a:spLocks noChangeArrowheads="1"/>
                  </p:cNvSpPr>
                  <p:nvPr/>
                </p:nvSpPr>
                <p:spPr bwMode="auto">
                  <a:xfrm>
                    <a:off x="4847" y="1345"/>
                    <a:ext cx="845" cy="523"/>
                  </a:xfrm>
                  <a:prstGeom prst="chevron">
                    <a:avLst>
                      <a:gd name="adj" fmla="val 14945"/>
                    </a:avLst>
                  </a:prstGeom>
                  <a:solidFill>
                    <a:srgbClr val="FFCC99"/>
                  </a:solidFill>
                  <a:ln w="9525">
                    <a:solidFill>
                      <a:schemeClr val="tx1"/>
                    </a:solidFill>
                    <a:miter lim="800000"/>
                    <a:headEnd/>
                    <a:tailEnd/>
                  </a:ln>
                </p:spPr>
                <p:txBody>
                  <a:bodyPr lIns="144000" tIns="0" rIns="72000" bIns="0"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Descontinuar</a:t>
                    </a:r>
                  </a:p>
                  <a:p>
                    <a:pPr eaLnBrk="1" hangingPunct="1"/>
                    <a:r>
                      <a:rPr lang="pt-BR" altLang="pt-BR" sz="1400"/>
                      <a:t>Produto</a:t>
                    </a:r>
                  </a:p>
                </p:txBody>
              </p:sp>
              <p:sp>
                <p:nvSpPr>
                  <p:cNvPr id="89" name="AutoShape 43"/>
                  <p:cNvSpPr>
                    <a:spLocks noChangeArrowheads="1"/>
                  </p:cNvSpPr>
                  <p:nvPr/>
                </p:nvSpPr>
                <p:spPr bwMode="auto">
                  <a:xfrm>
                    <a:off x="3999" y="1345"/>
                    <a:ext cx="882" cy="523"/>
                  </a:xfrm>
                  <a:prstGeom prst="chevron">
                    <a:avLst>
                      <a:gd name="adj" fmla="val 14530"/>
                    </a:avLst>
                  </a:prstGeom>
                  <a:solidFill>
                    <a:srgbClr val="FFCC99"/>
                  </a:solidFill>
                  <a:ln w="9525">
                    <a:solidFill>
                      <a:schemeClr val="tx1"/>
                    </a:solidFill>
                    <a:miter lim="800000"/>
                    <a:headEnd/>
                    <a:tailEnd/>
                  </a:ln>
                </p:spPr>
                <p:txBody>
                  <a:bodyPr wrap="none" lIns="72000" tIns="0" rIns="72000" bIns="0"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400"/>
                      <a:t>Acompanhar</a:t>
                    </a:r>
                  </a:p>
                  <a:p>
                    <a:pPr eaLnBrk="1" hangingPunct="1"/>
                    <a:r>
                      <a:rPr lang="pt-BR" altLang="pt-BR" sz="1400"/>
                      <a:t>Produto/</a:t>
                    </a:r>
                  </a:p>
                  <a:p>
                    <a:pPr eaLnBrk="1" hangingPunct="1"/>
                    <a:r>
                      <a:rPr lang="pt-BR" altLang="pt-BR" sz="1400"/>
                      <a:t>Processo</a:t>
                    </a:r>
                    <a:endParaRPr lang="pt-BR" altLang="pt-BR" sz="1600">
                      <a:solidFill>
                        <a:srgbClr val="000000"/>
                      </a:solidFill>
                    </a:endParaRPr>
                  </a:p>
                </p:txBody>
              </p:sp>
            </p:grpSp>
            <p:grpSp>
              <p:nvGrpSpPr>
                <p:cNvPr id="23" name="Group 44"/>
                <p:cNvGrpSpPr>
                  <a:grpSpLocks/>
                </p:cNvGrpSpPr>
                <p:nvPr/>
              </p:nvGrpSpPr>
              <p:grpSpPr bwMode="auto">
                <a:xfrm>
                  <a:off x="1520" y="1272"/>
                  <a:ext cx="2268" cy="257"/>
                  <a:chOff x="1520" y="1272"/>
                  <a:chExt cx="2268" cy="257"/>
                </a:xfrm>
              </p:grpSpPr>
              <p:sp>
                <p:nvSpPr>
                  <p:cNvPr id="79" name="AutoShape 45"/>
                  <p:cNvSpPr>
                    <a:spLocks noChangeArrowheads="1"/>
                  </p:cNvSpPr>
                  <p:nvPr/>
                </p:nvSpPr>
                <p:spPr bwMode="auto">
                  <a:xfrm flipV="1">
                    <a:off x="1520"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0" name="AutoShape 46"/>
                  <p:cNvSpPr>
                    <a:spLocks noChangeArrowheads="1"/>
                  </p:cNvSpPr>
                  <p:nvPr/>
                </p:nvSpPr>
                <p:spPr bwMode="auto">
                  <a:xfrm flipV="1">
                    <a:off x="1974"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1" name="AutoShape 47"/>
                  <p:cNvSpPr>
                    <a:spLocks noChangeArrowheads="1"/>
                  </p:cNvSpPr>
                  <p:nvPr/>
                </p:nvSpPr>
                <p:spPr bwMode="auto">
                  <a:xfrm flipV="1">
                    <a:off x="2429"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2" name="AutoShape 48"/>
                  <p:cNvSpPr>
                    <a:spLocks noChangeArrowheads="1"/>
                  </p:cNvSpPr>
                  <p:nvPr/>
                </p:nvSpPr>
                <p:spPr bwMode="auto">
                  <a:xfrm flipV="1">
                    <a:off x="2883"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83" name="AutoShape 49"/>
                  <p:cNvSpPr>
                    <a:spLocks noChangeArrowheads="1"/>
                  </p:cNvSpPr>
                  <p:nvPr/>
                </p:nvSpPr>
                <p:spPr bwMode="auto">
                  <a:xfrm flipV="1">
                    <a:off x="3338"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4" name="Group 50"/>
                <p:cNvGrpSpPr>
                  <a:grpSpLocks/>
                </p:cNvGrpSpPr>
                <p:nvPr/>
              </p:nvGrpSpPr>
              <p:grpSpPr bwMode="auto">
                <a:xfrm>
                  <a:off x="1616" y="1368"/>
                  <a:ext cx="2268" cy="257"/>
                  <a:chOff x="1616" y="1368"/>
                  <a:chExt cx="2268" cy="257"/>
                </a:xfrm>
              </p:grpSpPr>
              <p:sp>
                <p:nvSpPr>
                  <p:cNvPr id="74" name="AutoShape 51"/>
                  <p:cNvSpPr>
                    <a:spLocks noChangeArrowheads="1"/>
                  </p:cNvSpPr>
                  <p:nvPr/>
                </p:nvSpPr>
                <p:spPr bwMode="auto">
                  <a:xfrm flipV="1">
                    <a:off x="1616"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5" name="AutoShape 52"/>
                  <p:cNvSpPr>
                    <a:spLocks noChangeArrowheads="1"/>
                  </p:cNvSpPr>
                  <p:nvPr/>
                </p:nvSpPr>
                <p:spPr bwMode="auto">
                  <a:xfrm flipV="1">
                    <a:off x="2070"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6" name="AutoShape 53"/>
                  <p:cNvSpPr>
                    <a:spLocks noChangeArrowheads="1"/>
                  </p:cNvSpPr>
                  <p:nvPr/>
                </p:nvSpPr>
                <p:spPr bwMode="auto">
                  <a:xfrm flipV="1">
                    <a:off x="2525"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7" name="AutoShape 54"/>
                  <p:cNvSpPr>
                    <a:spLocks noChangeArrowheads="1"/>
                  </p:cNvSpPr>
                  <p:nvPr/>
                </p:nvSpPr>
                <p:spPr bwMode="auto">
                  <a:xfrm flipV="1">
                    <a:off x="2979"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8" name="AutoShape 55"/>
                  <p:cNvSpPr>
                    <a:spLocks noChangeArrowheads="1"/>
                  </p:cNvSpPr>
                  <p:nvPr/>
                </p:nvSpPr>
                <p:spPr bwMode="auto">
                  <a:xfrm flipV="1">
                    <a:off x="3434"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5" name="Group 56"/>
                <p:cNvGrpSpPr>
                  <a:grpSpLocks/>
                </p:cNvGrpSpPr>
                <p:nvPr/>
              </p:nvGrpSpPr>
              <p:grpSpPr bwMode="auto">
                <a:xfrm>
                  <a:off x="1712" y="1464"/>
                  <a:ext cx="2268" cy="257"/>
                  <a:chOff x="1712" y="1464"/>
                  <a:chExt cx="2268" cy="257"/>
                </a:xfrm>
              </p:grpSpPr>
              <p:sp>
                <p:nvSpPr>
                  <p:cNvPr id="69" name="AutoShape 57"/>
                  <p:cNvSpPr>
                    <a:spLocks noChangeArrowheads="1"/>
                  </p:cNvSpPr>
                  <p:nvPr/>
                </p:nvSpPr>
                <p:spPr bwMode="auto">
                  <a:xfrm flipV="1">
                    <a:off x="1712"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0" name="AutoShape 58"/>
                  <p:cNvSpPr>
                    <a:spLocks noChangeArrowheads="1"/>
                  </p:cNvSpPr>
                  <p:nvPr/>
                </p:nvSpPr>
                <p:spPr bwMode="auto">
                  <a:xfrm flipV="1">
                    <a:off x="2166"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1" name="AutoShape 59"/>
                  <p:cNvSpPr>
                    <a:spLocks noChangeArrowheads="1"/>
                  </p:cNvSpPr>
                  <p:nvPr/>
                </p:nvSpPr>
                <p:spPr bwMode="auto">
                  <a:xfrm flipV="1">
                    <a:off x="2621"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2" name="AutoShape 60"/>
                  <p:cNvSpPr>
                    <a:spLocks noChangeArrowheads="1"/>
                  </p:cNvSpPr>
                  <p:nvPr/>
                </p:nvSpPr>
                <p:spPr bwMode="auto">
                  <a:xfrm flipV="1">
                    <a:off x="3075"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73" name="AutoShape 61"/>
                  <p:cNvSpPr>
                    <a:spLocks noChangeArrowheads="1"/>
                  </p:cNvSpPr>
                  <p:nvPr/>
                </p:nvSpPr>
                <p:spPr bwMode="auto">
                  <a:xfrm flipV="1">
                    <a:off x="3530"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6" name="Group 62"/>
                <p:cNvGrpSpPr>
                  <a:grpSpLocks/>
                </p:cNvGrpSpPr>
                <p:nvPr/>
              </p:nvGrpSpPr>
              <p:grpSpPr bwMode="auto">
                <a:xfrm>
                  <a:off x="986" y="1298"/>
                  <a:ext cx="599" cy="423"/>
                  <a:chOff x="986" y="1298"/>
                  <a:chExt cx="599" cy="423"/>
                </a:xfrm>
              </p:grpSpPr>
              <p:sp>
                <p:nvSpPr>
                  <p:cNvPr id="66" name="AutoShape 63"/>
                  <p:cNvSpPr>
                    <a:spLocks noChangeArrowheads="1"/>
                  </p:cNvSpPr>
                  <p:nvPr/>
                </p:nvSpPr>
                <p:spPr bwMode="auto">
                  <a:xfrm>
                    <a:off x="986" y="1298"/>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67" name="AutoShape 64"/>
                  <p:cNvSpPr>
                    <a:spLocks noChangeArrowheads="1"/>
                  </p:cNvSpPr>
                  <p:nvPr/>
                </p:nvSpPr>
                <p:spPr bwMode="auto">
                  <a:xfrm>
                    <a:off x="1082" y="1394"/>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sp>
                <p:nvSpPr>
                  <p:cNvPr id="68" name="AutoShape 65"/>
                  <p:cNvSpPr>
                    <a:spLocks noChangeArrowheads="1"/>
                  </p:cNvSpPr>
                  <p:nvPr/>
                </p:nvSpPr>
                <p:spPr bwMode="auto">
                  <a:xfrm>
                    <a:off x="1178" y="1490"/>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sz="1400"/>
                  </a:p>
                </p:txBody>
              </p:sp>
            </p:grpSp>
            <p:grpSp>
              <p:nvGrpSpPr>
                <p:cNvPr id="27" name="Group 66"/>
                <p:cNvGrpSpPr>
                  <a:grpSpLocks/>
                </p:cNvGrpSpPr>
                <p:nvPr/>
              </p:nvGrpSpPr>
              <p:grpSpPr bwMode="auto">
                <a:xfrm>
                  <a:off x="176" y="1685"/>
                  <a:ext cx="3926" cy="489"/>
                  <a:chOff x="176" y="1685"/>
                  <a:chExt cx="3926" cy="489"/>
                </a:xfrm>
              </p:grpSpPr>
              <p:sp>
                <p:nvSpPr>
                  <p:cNvPr id="28" name="Text Box 67"/>
                  <p:cNvSpPr txBox="1">
                    <a:spLocks noChangeArrowheads="1"/>
                  </p:cNvSpPr>
                  <p:nvPr/>
                </p:nvSpPr>
                <p:spPr bwMode="auto">
                  <a:xfrm>
                    <a:off x="176" y="1968"/>
                    <a:ext cx="61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1600" u="sng">
                        <a:solidFill>
                          <a:srgbClr val="000000"/>
                        </a:solidFill>
                      </a:rPr>
                      <a:t>Gates &gt;&gt;</a:t>
                    </a:r>
                  </a:p>
                </p:txBody>
              </p:sp>
              <p:grpSp>
                <p:nvGrpSpPr>
                  <p:cNvPr id="29" name="Group 68"/>
                  <p:cNvGrpSpPr>
                    <a:grpSpLocks/>
                  </p:cNvGrpSpPr>
                  <p:nvPr/>
                </p:nvGrpSpPr>
                <p:grpSpPr bwMode="auto">
                  <a:xfrm>
                    <a:off x="2091" y="1685"/>
                    <a:ext cx="117" cy="389"/>
                    <a:chOff x="2112" y="1705"/>
                    <a:chExt cx="117" cy="389"/>
                  </a:xfrm>
                </p:grpSpPr>
                <p:sp>
                  <p:nvSpPr>
                    <p:cNvPr id="64" name="AutoShape 69"/>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5" name="Line 70"/>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sp>
                <p:nvSpPr>
                  <p:cNvPr id="30" name="AutoShape 71"/>
                  <p:cNvSpPr>
                    <a:spLocks noChangeArrowheads="1"/>
                  </p:cNvSpPr>
                  <p:nvPr/>
                </p:nvSpPr>
                <p:spPr bwMode="auto">
                  <a:xfrm>
                    <a:off x="761" y="1859"/>
                    <a:ext cx="3341" cy="315"/>
                  </a:xfrm>
                  <a:prstGeom prst="roundRect">
                    <a:avLst>
                      <a:gd name="adj"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31" name="Group 72"/>
                  <p:cNvGrpSpPr>
                    <a:grpSpLocks/>
                  </p:cNvGrpSpPr>
                  <p:nvPr/>
                </p:nvGrpSpPr>
                <p:grpSpPr bwMode="auto">
                  <a:xfrm>
                    <a:off x="3918" y="1795"/>
                    <a:ext cx="117" cy="299"/>
                    <a:chOff x="2088" y="1486"/>
                    <a:chExt cx="117" cy="299"/>
                  </a:xfrm>
                </p:grpSpPr>
                <p:sp>
                  <p:nvSpPr>
                    <p:cNvPr id="62" name="AutoShape 73"/>
                    <p:cNvSpPr>
                      <a:spLocks noChangeArrowheads="1"/>
                    </p:cNvSpPr>
                    <p:nvPr/>
                  </p:nvSpPr>
                  <p:spPr bwMode="auto">
                    <a:xfrm>
                      <a:off x="2088" y="1614"/>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3" name="Line 74"/>
                    <p:cNvSpPr>
                      <a:spLocks noChangeShapeType="1"/>
                    </p:cNvSpPr>
                    <p:nvPr/>
                  </p:nvSpPr>
                  <p:spPr bwMode="auto">
                    <a:xfrm flipV="1">
                      <a:off x="2146" y="1486"/>
                      <a:ext cx="0" cy="1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32" name="Group 75"/>
                  <p:cNvGrpSpPr>
                    <a:grpSpLocks/>
                  </p:cNvGrpSpPr>
                  <p:nvPr/>
                </p:nvGrpSpPr>
                <p:grpSpPr bwMode="auto">
                  <a:xfrm>
                    <a:off x="2991" y="1685"/>
                    <a:ext cx="117" cy="389"/>
                    <a:chOff x="2112" y="1705"/>
                    <a:chExt cx="117" cy="389"/>
                  </a:xfrm>
                </p:grpSpPr>
                <p:sp>
                  <p:nvSpPr>
                    <p:cNvPr id="60" name="AutoShape 76"/>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61" name="Line 77"/>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33" name="Group 78"/>
                  <p:cNvGrpSpPr>
                    <a:grpSpLocks/>
                  </p:cNvGrpSpPr>
                  <p:nvPr/>
                </p:nvGrpSpPr>
                <p:grpSpPr bwMode="auto">
                  <a:xfrm>
                    <a:off x="3442" y="1685"/>
                    <a:ext cx="117" cy="389"/>
                    <a:chOff x="2112" y="1705"/>
                    <a:chExt cx="117" cy="389"/>
                  </a:xfrm>
                </p:grpSpPr>
                <p:sp>
                  <p:nvSpPr>
                    <p:cNvPr id="58" name="AutoShape 79"/>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59" name="Line 80"/>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34" name="Group 81"/>
                  <p:cNvGrpSpPr>
                    <a:grpSpLocks/>
                  </p:cNvGrpSpPr>
                  <p:nvPr/>
                </p:nvGrpSpPr>
                <p:grpSpPr bwMode="auto">
                  <a:xfrm>
                    <a:off x="1526" y="1705"/>
                    <a:ext cx="117" cy="369"/>
                    <a:chOff x="1526" y="1705"/>
                    <a:chExt cx="117" cy="369"/>
                  </a:xfrm>
                </p:grpSpPr>
                <p:sp>
                  <p:nvSpPr>
                    <p:cNvPr id="56" name="Line 82"/>
                    <p:cNvSpPr>
                      <a:spLocks noChangeShapeType="1"/>
                    </p:cNvSpPr>
                    <p:nvPr/>
                  </p:nvSpPr>
                  <p:spPr bwMode="auto">
                    <a:xfrm flipV="1">
                      <a:off x="1584"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57" name="AutoShape 83"/>
                    <p:cNvSpPr>
                      <a:spLocks noChangeArrowheads="1"/>
                    </p:cNvSpPr>
                    <p:nvPr/>
                  </p:nvSpPr>
                  <p:spPr bwMode="auto">
                    <a:xfrm>
                      <a:off x="1526" y="190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5" name="Group 84"/>
                  <p:cNvGrpSpPr>
                    <a:grpSpLocks/>
                  </p:cNvGrpSpPr>
                  <p:nvPr/>
                </p:nvGrpSpPr>
                <p:grpSpPr bwMode="auto">
                  <a:xfrm>
                    <a:off x="2542" y="1705"/>
                    <a:ext cx="117" cy="369"/>
                    <a:chOff x="2542" y="1705"/>
                    <a:chExt cx="117" cy="369"/>
                  </a:xfrm>
                </p:grpSpPr>
                <p:sp>
                  <p:nvSpPr>
                    <p:cNvPr id="54" name="Line 85"/>
                    <p:cNvSpPr>
                      <a:spLocks noChangeShapeType="1"/>
                    </p:cNvSpPr>
                    <p:nvPr/>
                  </p:nvSpPr>
                  <p:spPr bwMode="auto">
                    <a:xfrm flipV="1">
                      <a:off x="260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55" name="AutoShape 86"/>
                    <p:cNvSpPr>
                      <a:spLocks noChangeArrowheads="1"/>
                    </p:cNvSpPr>
                    <p:nvPr/>
                  </p:nvSpPr>
                  <p:spPr bwMode="auto">
                    <a:xfrm>
                      <a:off x="2542" y="190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6" name="Group 87"/>
                  <p:cNvGrpSpPr>
                    <a:grpSpLocks/>
                  </p:cNvGrpSpPr>
                  <p:nvPr/>
                </p:nvGrpSpPr>
                <p:grpSpPr bwMode="auto">
                  <a:xfrm>
                    <a:off x="2266" y="1721"/>
                    <a:ext cx="89" cy="298"/>
                    <a:chOff x="2266" y="1721"/>
                    <a:chExt cx="89" cy="298"/>
                  </a:xfrm>
                </p:grpSpPr>
                <p:sp>
                  <p:nvSpPr>
                    <p:cNvPr id="52" name="Line 88"/>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53" name="AutoShape 89"/>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7" name="Group 90"/>
                  <p:cNvGrpSpPr>
                    <a:grpSpLocks/>
                  </p:cNvGrpSpPr>
                  <p:nvPr/>
                </p:nvGrpSpPr>
                <p:grpSpPr bwMode="auto">
                  <a:xfrm>
                    <a:off x="2384" y="1721"/>
                    <a:ext cx="89" cy="298"/>
                    <a:chOff x="2266" y="1721"/>
                    <a:chExt cx="89" cy="298"/>
                  </a:xfrm>
                </p:grpSpPr>
                <p:sp>
                  <p:nvSpPr>
                    <p:cNvPr id="50" name="Line 91"/>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51" name="AutoShape 92"/>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8" name="Group 93"/>
                  <p:cNvGrpSpPr>
                    <a:grpSpLocks/>
                  </p:cNvGrpSpPr>
                  <p:nvPr/>
                </p:nvGrpSpPr>
                <p:grpSpPr bwMode="auto">
                  <a:xfrm>
                    <a:off x="2699" y="1721"/>
                    <a:ext cx="89" cy="298"/>
                    <a:chOff x="2266" y="1721"/>
                    <a:chExt cx="89" cy="298"/>
                  </a:xfrm>
                </p:grpSpPr>
                <p:sp>
                  <p:nvSpPr>
                    <p:cNvPr id="48" name="Line 94"/>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49" name="AutoShape 95"/>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39" name="Group 96"/>
                  <p:cNvGrpSpPr>
                    <a:grpSpLocks/>
                  </p:cNvGrpSpPr>
                  <p:nvPr/>
                </p:nvGrpSpPr>
                <p:grpSpPr bwMode="auto">
                  <a:xfrm>
                    <a:off x="2834" y="1721"/>
                    <a:ext cx="89" cy="298"/>
                    <a:chOff x="2266" y="1721"/>
                    <a:chExt cx="89" cy="298"/>
                  </a:xfrm>
                </p:grpSpPr>
                <p:sp>
                  <p:nvSpPr>
                    <p:cNvPr id="46" name="Line 97"/>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47" name="AutoShape 98"/>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40" name="Group 99"/>
                  <p:cNvGrpSpPr>
                    <a:grpSpLocks/>
                  </p:cNvGrpSpPr>
                  <p:nvPr/>
                </p:nvGrpSpPr>
                <p:grpSpPr bwMode="auto">
                  <a:xfrm>
                    <a:off x="1922" y="1721"/>
                    <a:ext cx="89" cy="298"/>
                    <a:chOff x="2266" y="1721"/>
                    <a:chExt cx="89" cy="298"/>
                  </a:xfrm>
                </p:grpSpPr>
                <p:sp>
                  <p:nvSpPr>
                    <p:cNvPr id="44" name="Line 100"/>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45" name="AutoShape 101"/>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nvGrpSpPr>
                  <p:cNvPr id="41" name="Group 102"/>
                  <p:cNvGrpSpPr>
                    <a:grpSpLocks/>
                  </p:cNvGrpSpPr>
                  <p:nvPr/>
                </p:nvGrpSpPr>
                <p:grpSpPr bwMode="auto">
                  <a:xfrm>
                    <a:off x="3253" y="1721"/>
                    <a:ext cx="89" cy="298"/>
                    <a:chOff x="2266" y="1721"/>
                    <a:chExt cx="89" cy="298"/>
                  </a:xfrm>
                </p:grpSpPr>
                <p:sp>
                  <p:nvSpPr>
                    <p:cNvPr id="42" name="Line 103"/>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43" name="AutoShape 104"/>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grpSp>
          <p:sp>
            <p:nvSpPr>
              <p:cNvPr id="12" name="Rectangle 105"/>
              <p:cNvSpPr>
                <a:spLocks noChangeArrowheads="1"/>
              </p:cNvSpPr>
              <p:nvPr/>
            </p:nvSpPr>
            <p:spPr bwMode="auto">
              <a:xfrm>
                <a:off x="945" y="573"/>
                <a:ext cx="3912" cy="202"/>
              </a:xfrm>
              <a:prstGeom prst="rect">
                <a:avLst/>
              </a:prstGeom>
              <a:solidFill>
                <a:srgbClr val="CCFFCC"/>
              </a:solidFill>
              <a:ln w="9525">
                <a:miter lim="800000"/>
                <a:headEnd/>
                <a:tailEnd/>
              </a:ln>
              <a:scene3d>
                <a:camera prst="legacyObliqueTopRight"/>
                <a:lightRig rig="legacyFlat3" dir="b"/>
              </a:scene3d>
              <a:sp3d extrusionH="277800" contourW="12700" prstMaterial="legacyMatte">
                <a:bevelT w="13500" h="13500" prst="angle"/>
                <a:bevelB w="13500" h="13500" prst="angle"/>
                <a:extrusionClr>
                  <a:srgbClr val="CCFFCC"/>
                </a:extrusionClr>
                <a:contourClr>
                  <a:srgbClr val="CCFFCC"/>
                </a:contourClr>
              </a:sp3d>
            </p:spPr>
            <p:txBody>
              <a:bodyPr lIns="72000" tIns="0" rIns="72000" bIns="0">
                <a:flatTx/>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r>
                  <a:rPr lang="pt-BR" altLang="pt-BR" sz="2000" b="1" i="1">
                    <a:solidFill>
                      <a:srgbClr val="000000"/>
                    </a:solidFill>
                  </a:rPr>
                  <a:t>Processo de Desenvolvimento de Produto</a:t>
                </a:r>
              </a:p>
              <a:p>
                <a:pPr eaLnBrk="1" hangingPunct="1"/>
                <a:endParaRPr lang="pt-BR" altLang="pt-BR" sz="1600">
                  <a:solidFill>
                    <a:srgbClr val="000000"/>
                  </a:solidFill>
                </a:endParaRPr>
              </a:p>
            </p:txBody>
          </p:sp>
        </p:grpSp>
      </p:grpSp>
      <p:sp>
        <p:nvSpPr>
          <p:cNvPr id="103" name="Rectangle 4"/>
          <p:cNvSpPr txBox="1">
            <a:spLocks noChangeArrowheads="1"/>
          </p:cNvSpPr>
          <p:nvPr/>
        </p:nvSpPr>
        <p:spPr>
          <a:xfrm>
            <a:off x="4793191" y="289710"/>
            <a:ext cx="7086706" cy="1293028"/>
          </a:xfrm>
          <a:prstGeom prst="rect">
            <a:avLst/>
          </a:prstGeom>
        </p:spPr>
        <p:txBody>
          <a:bodyPr/>
          <a:lst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a:lstStyle>
          <a:p>
            <a:r>
              <a:rPr lang="pt-BR" altLang="pt-BR" sz="3200" b="1" dirty="0"/>
              <a:t>PLANEJAMENTO ESTRAT</a:t>
            </a:r>
            <a:r>
              <a:rPr lang="en-US" altLang="pt-BR" sz="3200" b="1" dirty="0"/>
              <a:t>ÉGICO DO PRODUTO</a:t>
            </a:r>
            <a:endParaRPr lang="pt-BR" altLang="pt-BR" sz="3200" b="1" dirty="0"/>
          </a:p>
        </p:txBody>
      </p:sp>
      <p:grpSp>
        <p:nvGrpSpPr>
          <p:cNvPr id="104" name="Group 104"/>
          <p:cNvGrpSpPr>
            <a:grpSpLocks/>
          </p:cNvGrpSpPr>
          <p:nvPr/>
        </p:nvGrpSpPr>
        <p:grpSpPr bwMode="auto">
          <a:xfrm rot="-5976873">
            <a:off x="2081213" y="1349376"/>
            <a:ext cx="1674813" cy="2862263"/>
            <a:chOff x="2181" y="1183"/>
            <a:chExt cx="1419" cy="1966"/>
          </a:xfrm>
        </p:grpSpPr>
        <p:grpSp>
          <p:nvGrpSpPr>
            <p:cNvPr id="105" name="Group 105"/>
            <p:cNvGrpSpPr>
              <a:grpSpLocks/>
            </p:cNvGrpSpPr>
            <p:nvPr/>
          </p:nvGrpSpPr>
          <p:grpSpPr bwMode="auto">
            <a:xfrm>
              <a:off x="2181" y="1183"/>
              <a:ext cx="1203" cy="1195"/>
              <a:chOff x="2181" y="1183"/>
              <a:chExt cx="1203" cy="1195"/>
            </a:xfrm>
          </p:grpSpPr>
          <p:grpSp>
            <p:nvGrpSpPr>
              <p:cNvPr id="142" name="Group 106"/>
              <p:cNvGrpSpPr>
                <a:grpSpLocks/>
              </p:cNvGrpSpPr>
              <p:nvPr/>
            </p:nvGrpSpPr>
            <p:grpSpPr bwMode="auto">
              <a:xfrm>
                <a:off x="2203" y="1197"/>
                <a:ext cx="1181" cy="1180"/>
                <a:chOff x="2203" y="1197"/>
                <a:chExt cx="1181" cy="1180"/>
              </a:xfrm>
            </p:grpSpPr>
            <p:grpSp>
              <p:nvGrpSpPr>
                <p:cNvPr id="148" name="Group 107"/>
                <p:cNvGrpSpPr>
                  <a:grpSpLocks/>
                </p:cNvGrpSpPr>
                <p:nvPr/>
              </p:nvGrpSpPr>
              <p:grpSpPr bwMode="auto">
                <a:xfrm>
                  <a:off x="2203" y="1197"/>
                  <a:ext cx="1181" cy="1180"/>
                  <a:chOff x="2203" y="1197"/>
                  <a:chExt cx="1181" cy="1180"/>
                </a:xfrm>
              </p:grpSpPr>
              <p:sp>
                <p:nvSpPr>
                  <p:cNvPr id="154" name="Freeform 108"/>
                  <p:cNvSpPr>
                    <a:spLocks/>
                  </p:cNvSpPr>
                  <p:nvPr/>
                </p:nvSpPr>
                <p:spPr bwMode="auto">
                  <a:xfrm>
                    <a:off x="2203" y="1197"/>
                    <a:ext cx="1003" cy="685"/>
                  </a:xfrm>
                  <a:custGeom>
                    <a:avLst/>
                    <a:gdLst>
                      <a:gd name="T0" fmla="*/ 21 w 1003"/>
                      <a:gd name="T1" fmla="*/ 685 h 685"/>
                      <a:gd name="T2" fmla="*/ 6 w 1003"/>
                      <a:gd name="T3" fmla="*/ 604 h 685"/>
                      <a:gd name="T4" fmla="*/ 0 w 1003"/>
                      <a:gd name="T5" fmla="*/ 526 h 685"/>
                      <a:gd name="T6" fmla="*/ 3 w 1003"/>
                      <a:gd name="T7" fmla="*/ 472 h 685"/>
                      <a:gd name="T8" fmla="*/ 12 w 1003"/>
                      <a:gd name="T9" fmla="*/ 423 h 685"/>
                      <a:gd name="T10" fmla="*/ 27 w 1003"/>
                      <a:gd name="T11" fmla="*/ 369 h 685"/>
                      <a:gd name="T12" fmla="*/ 51 w 1003"/>
                      <a:gd name="T13" fmla="*/ 315 h 685"/>
                      <a:gd name="T14" fmla="*/ 81 w 1003"/>
                      <a:gd name="T15" fmla="*/ 258 h 685"/>
                      <a:gd name="T16" fmla="*/ 111 w 1003"/>
                      <a:gd name="T17" fmla="*/ 213 h 685"/>
                      <a:gd name="T18" fmla="*/ 147 w 1003"/>
                      <a:gd name="T19" fmla="*/ 168 h 685"/>
                      <a:gd name="T20" fmla="*/ 189 w 1003"/>
                      <a:gd name="T21" fmla="*/ 129 h 685"/>
                      <a:gd name="T22" fmla="*/ 231 w 1003"/>
                      <a:gd name="T23" fmla="*/ 96 h 685"/>
                      <a:gd name="T24" fmla="*/ 276 w 1003"/>
                      <a:gd name="T25" fmla="*/ 69 h 685"/>
                      <a:gd name="T26" fmla="*/ 331 w 1003"/>
                      <a:gd name="T27" fmla="*/ 45 h 685"/>
                      <a:gd name="T28" fmla="*/ 394 w 1003"/>
                      <a:gd name="T29" fmla="*/ 24 h 685"/>
                      <a:gd name="T30" fmla="*/ 448 w 1003"/>
                      <a:gd name="T31" fmla="*/ 9 h 685"/>
                      <a:gd name="T32" fmla="*/ 514 w 1003"/>
                      <a:gd name="T33" fmla="*/ 0 h 685"/>
                      <a:gd name="T34" fmla="*/ 598 w 1003"/>
                      <a:gd name="T35" fmla="*/ 0 h 685"/>
                      <a:gd name="T36" fmla="*/ 661 w 1003"/>
                      <a:gd name="T37" fmla="*/ 12 h 685"/>
                      <a:gd name="T38" fmla="*/ 736 w 1003"/>
                      <a:gd name="T39" fmla="*/ 30 h 685"/>
                      <a:gd name="T40" fmla="*/ 811 w 1003"/>
                      <a:gd name="T41" fmla="*/ 63 h 685"/>
                      <a:gd name="T42" fmla="*/ 877 w 1003"/>
                      <a:gd name="T43" fmla="*/ 102 h 685"/>
                      <a:gd name="T44" fmla="*/ 922 w 1003"/>
                      <a:gd name="T45" fmla="*/ 141 h 685"/>
                      <a:gd name="T46" fmla="*/ 967 w 1003"/>
                      <a:gd name="T47" fmla="*/ 186 h 685"/>
                      <a:gd name="T48" fmla="*/ 1003 w 1003"/>
                      <a:gd name="T49" fmla="*/ 231 h 685"/>
                      <a:gd name="T50" fmla="*/ 907 w 1003"/>
                      <a:gd name="T51" fmla="*/ 159 h 685"/>
                      <a:gd name="T52" fmla="*/ 856 w 1003"/>
                      <a:gd name="T53" fmla="*/ 129 h 685"/>
                      <a:gd name="T54" fmla="*/ 802 w 1003"/>
                      <a:gd name="T55" fmla="*/ 108 h 685"/>
                      <a:gd name="T56" fmla="*/ 733 w 1003"/>
                      <a:gd name="T57" fmla="*/ 87 h 685"/>
                      <a:gd name="T58" fmla="*/ 667 w 1003"/>
                      <a:gd name="T59" fmla="*/ 78 h 685"/>
                      <a:gd name="T60" fmla="*/ 595 w 1003"/>
                      <a:gd name="T61" fmla="*/ 75 h 685"/>
                      <a:gd name="T62" fmla="*/ 541 w 1003"/>
                      <a:gd name="T63" fmla="*/ 78 h 685"/>
                      <a:gd name="T64" fmla="*/ 484 w 1003"/>
                      <a:gd name="T65" fmla="*/ 87 h 685"/>
                      <a:gd name="T66" fmla="*/ 427 w 1003"/>
                      <a:gd name="T67" fmla="*/ 102 h 685"/>
                      <a:gd name="T68" fmla="*/ 373 w 1003"/>
                      <a:gd name="T69" fmla="*/ 120 h 685"/>
                      <a:gd name="T70" fmla="*/ 313 w 1003"/>
                      <a:gd name="T71" fmla="*/ 150 h 685"/>
                      <a:gd name="T72" fmla="*/ 267 w 1003"/>
                      <a:gd name="T73" fmla="*/ 177 h 685"/>
                      <a:gd name="T74" fmla="*/ 228 w 1003"/>
                      <a:gd name="T75" fmla="*/ 210 h 685"/>
                      <a:gd name="T76" fmla="*/ 183 w 1003"/>
                      <a:gd name="T77" fmla="*/ 246 h 685"/>
                      <a:gd name="T78" fmla="*/ 147 w 1003"/>
                      <a:gd name="T79" fmla="*/ 285 h 685"/>
                      <a:gd name="T80" fmla="*/ 111 w 1003"/>
                      <a:gd name="T81" fmla="*/ 339 h 685"/>
                      <a:gd name="T82" fmla="*/ 78 w 1003"/>
                      <a:gd name="T83" fmla="*/ 396 h 685"/>
                      <a:gd name="T84" fmla="*/ 57 w 1003"/>
                      <a:gd name="T85" fmla="*/ 450 h 685"/>
                      <a:gd name="T86" fmla="*/ 39 w 1003"/>
                      <a:gd name="T87" fmla="*/ 514 h 685"/>
                      <a:gd name="T88" fmla="*/ 27 w 1003"/>
                      <a:gd name="T89" fmla="*/ 592 h 685"/>
                      <a:gd name="T90" fmla="*/ 21 w 1003"/>
                      <a:gd name="T91" fmla="*/ 685 h 68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003"/>
                      <a:gd name="T139" fmla="*/ 0 h 685"/>
                      <a:gd name="T140" fmla="*/ 1003 w 1003"/>
                      <a:gd name="T141" fmla="*/ 685 h 68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003" h="685">
                        <a:moveTo>
                          <a:pt x="21" y="685"/>
                        </a:moveTo>
                        <a:lnTo>
                          <a:pt x="6" y="604"/>
                        </a:lnTo>
                        <a:lnTo>
                          <a:pt x="0" y="526"/>
                        </a:lnTo>
                        <a:lnTo>
                          <a:pt x="3" y="472"/>
                        </a:lnTo>
                        <a:lnTo>
                          <a:pt x="12" y="423"/>
                        </a:lnTo>
                        <a:lnTo>
                          <a:pt x="27" y="369"/>
                        </a:lnTo>
                        <a:lnTo>
                          <a:pt x="51" y="315"/>
                        </a:lnTo>
                        <a:lnTo>
                          <a:pt x="81" y="258"/>
                        </a:lnTo>
                        <a:lnTo>
                          <a:pt x="111" y="213"/>
                        </a:lnTo>
                        <a:lnTo>
                          <a:pt x="147" y="168"/>
                        </a:lnTo>
                        <a:lnTo>
                          <a:pt x="189" y="129"/>
                        </a:lnTo>
                        <a:lnTo>
                          <a:pt x="231" y="96"/>
                        </a:lnTo>
                        <a:lnTo>
                          <a:pt x="276" y="69"/>
                        </a:lnTo>
                        <a:lnTo>
                          <a:pt x="331" y="45"/>
                        </a:lnTo>
                        <a:lnTo>
                          <a:pt x="394" y="24"/>
                        </a:lnTo>
                        <a:lnTo>
                          <a:pt x="448" y="9"/>
                        </a:lnTo>
                        <a:lnTo>
                          <a:pt x="514" y="0"/>
                        </a:lnTo>
                        <a:lnTo>
                          <a:pt x="598" y="0"/>
                        </a:lnTo>
                        <a:lnTo>
                          <a:pt x="661" y="12"/>
                        </a:lnTo>
                        <a:lnTo>
                          <a:pt x="736" y="30"/>
                        </a:lnTo>
                        <a:lnTo>
                          <a:pt x="811" y="63"/>
                        </a:lnTo>
                        <a:lnTo>
                          <a:pt x="877" y="102"/>
                        </a:lnTo>
                        <a:lnTo>
                          <a:pt x="922" y="141"/>
                        </a:lnTo>
                        <a:lnTo>
                          <a:pt x="967" y="186"/>
                        </a:lnTo>
                        <a:lnTo>
                          <a:pt x="1003" y="231"/>
                        </a:lnTo>
                        <a:lnTo>
                          <a:pt x="907" y="159"/>
                        </a:lnTo>
                        <a:lnTo>
                          <a:pt x="856" y="129"/>
                        </a:lnTo>
                        <a:lnTo>
                          <a:pt x="802" y="108"/>
                        </a:lnTo>
                        <a:lnTo>
                          <a:pt x="733" y="87"/>
                        </a:lnTo>
                        <a:lnTo>
                          <a:pt x="667" y="78"/>
                        </a:lnTo>
                        <a:lnTo>
                          <a:pt x="595" y="75"/>
                        </a:lnTo>
                        <a:lnTo>
                          <a:pt x="541" y="78"/>
                        </a:lnTo>
                        <a:lnTo>
                          <a:pt x="484" y="87"/>
                        </a:lnTo>
                        <a:lnTo>
                          <a:pt x="427" y="102"/>
                        </a:lnTo>
                        <a:lnTo>
                          <a:pt x="373" y="120"/>
                        </a:lnTo>
                        <a:lnTo>
                          <a:pt x="313" y="150"/>
                        </a:lnTo>
                        <a:lnTo>
                          <a:pt x="267" y="177"/>
                        </a:lnTo>
                        <a:lnTo>
                          <a:pt x="228" y="210"/>
                        </a:lnTo>
                        <a:lnTo>
                          <a:pt x="183" y="246"/>
                        </a:lnTo>
                        <a:lnTo>
                          <a:pt x="147" y="285"/>
                        </a:lnTo>
                        <a:lnTo>
                          <a:pt x="111" y="339"/>
                        </a:lnTo>
                        <a:lnTo>
                          <a:pt x="78" y="396"/>
                        </a:lnTo>
                        <a:lnTo>
                          <a:pt x="57" y="450"/>
                        </a:lnTo>
                        <a:lnTo>
                          <a:pt x="39" y="514"/>
                        </a:lnTo>
                        <a:lnTo>
                          <a:pt x="27" y="592"/>
                        </a:lnTo>
                        <a:lnTo>
                          <a:pt x="21" y="68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5" name="Freeform 109"/>
                  <p:cNvSpPr>
                    <a:spLocks/>
                  </p:cNvSpPr>
                  <p:nvPr/>
                </p:nvSpPr>
                <p:spPr bwMode="auto">
                  <a:xfrm>
                    <a:off x="2278" y="1536"/>
                    <a:ext cx="1106" cy="841"/>
                  </a:xfrm>
                  <a:custGeom>
                    <a:avLst/>
                    <a:gdLst>
                      <a:gd name="T0" fmla="*/ 0 w 1106"/>
                      <a:gd name="T1" fmla="*/ 511 h 841"/>
                      <a:gd name="T2" fmla="*/ 63 w 1106"/>
                      <a:gd name="T3" fmla="*/ 583 h 841"/>
                      <a:gd name="T4" fmla="*/ 132 w 1106"/>
                      <a:gd name="T5" fmla="*/ 646 h 841"/>
                      <a:gd name="T6" fmla="*/ 195 w 1106"/>
                      <a:gd name="T7" fmla="*/ 682 h 841"/>
                      <a:gd name="T8" fmla="*/ 286 w 1106"/>
                      <a:gd name="T9" fmla="*/ 721 h 841"/>
                      <a:gd name="T10" fmla="*/ 358 w 1106"/>
                      <a:gd name="T11" fmla="*/ 742 h 841"/>
                      <a:gd name="T12" fmla="*/ 424 w 1106"/>
                      <a:gd name="T13" fmla="*/ 751 h 841"/>
                      <a:gd name="T14" fmla="*/ 502 w 1106"/>
                      <a:gd name="T15" fmla="*/ 751 h 841"/>
                      <a:gd name="T16" fmla="*/ 559 w 1106"/>
                      <a:gd name="T17" fmla="*/ 745 h 841"/>
                      <a:gd name="T18" fmla="*/ 628 w 1106"/>
                      <a:gd name="T19" fmla="*/ 733 h 841"/>
                      <a:gd name="T20" fmla="*/ 697 w 1106"/>
                      <a:gd name="T21" fmla="*/ 712 h 841"/>
                      <a:gd name="T22" fmla="*/ 754 w 1106"/>
                      <a:gd name="T23" fmla="*/ 682 h 841"/>
                      <a:gd name="T24" fmla="*/ 808 w 1106"/>
                      <a:gd name="T25" fmla="*/ 649 h 841"/>
                      <a:gd name="T26" fmla="*/ 856 w 1106"/>
                      <a:gd name="T27" fmla="*/ 616 h 841"/>
                      <a:gd name="T28" fmla="*/ 904 w 1106"/>
                      <a:gd name="T29" fmla="*/ 568 h 841"/>
                      <a:gd name="T30" fmla="*/ 952 w 1106"/>
                      <a:gd name="T31" fmla="*/ 514 h 841"/>
                      <a:gd name="T32" fmla="*/ 989 w 1106"/>
                      <a:gd name="T33" fmla="*/ 463 h 841"/>
                      <a:gd name="T34" fmla="*/ 1010 w 1106"/>
                      <a:gd name="T35" fmla="*/ 412 h 841"/>
                      <a:gd name="T36" fmla="*/ 1037 w 1106"/>
                      <a:gd name="T37" fmla="*/ 331 h 841"/>
                      <a:gd name="T38" fmla="*/ 1055 w 1106"/>
                      <a:gd name="T39" fmla="*/ 247 h 841"/>
                      <a:gd name="T40" fmla="*/ 1058 w 1106"/>
                      <a:gd name="T41" fmla="*/ 172 h 841"/>
                      <a:gd name="T42" fmla="*/ 1046 w 1106"/>
                      <a:gd name="T43" fmla="*/ 90 h 841"/>
                      <a:gd name="T44" fmla="*/ 1019 w 1106"/>
                      <a:gd name="T45" fmla="*/ 0 h 841"/>
                      <a:gd name="T46" fmla="*/ 1046 w 1106"/>
                      <a:gd name="T47" fmla="*/ 48 h 841"/>
                      <a:gd name="T48" fmla="*/ 1076 w 1106"/>
                      <a:gd name="T49" fmla="*/ 117 h 841"/>
                      <a:gd name="T50" fmla="*/ 1091 w 1106"/>
                      <a:gd name="T51" fmla="*/ 181 h 841"/>
                      <a:gd name="T52" fmla="*/ 1106 w 1106"/>
                      <a:gd name="T53" fmla="*/ 241 h 841"/>
                      <a:gd name="T54" fmla="*/ 1103 w 1106"/>
                      <a:gd name="T55" fmla="*/ 292 h 841"/>
                      <a:gd name="T56" fmla="*/ 1100 w 1106"/>
                      <a:gd name="T57" fmla="*/ 361 h 841"/>
                      <a:gd name="T58" fmla="*/ 1064 w 1106"/>
                      <a:gd name="T59" fmla="*/ 493 h 841"/>
                      <a:gd name="T60" fmla="*/ 1028 w 1106"/>
                      <a:gd name="T61" fmla="*/ 565 h 841"/>
                      <a:gd name="T62" fmla="*/ 983 w 1106"/>
                      <a:gd name="T63" fmla="*/ 628 h 841"/>
                      <a:gd name="T64" fmla="*/ 934 w 1106"/>
                      <a:gd name="T65" fmla="*/ 682 h 841"/>
                      <a:gd name="T66" fmla="*/ 886 w 1106"/>
                      <a:gd name="T67" fmla="*/ 721 h 841"/>
                      <a:gd name="T68" fmla="*/ 820 w 1106"/>
                      <a:gd name="T69" fmla="*/ 766 h 841"/>
                      <a:gd name="T70" fmla="*/ 754 w 1106"/>
                      <a:gd name="T71" fmla="*/ 796 h 841"/>
                      <a:gd name="T72" fmla="*/ 691 w 1106"/>
                      <a:gd name="T73" fmla="*/ 817 h 841"/>
                      <a:gd name="T74" fmla="*/ 610 w 1106"/>
                      <a:gd name="T75" fmla="*/ 838 h 841"/>
                      <a:gd name="T76" fmla="*/ 550 w 1106"/>
                      <a:gd name="T77" fmla="*/ 841 h 841"/>
                      <a:gd name="T78" fmla="*/ 484 w 1106"/>
                      <a:gd name="T79" fmla="*/ 841 h 841"/>
                      <a:gd name="T80" fmla="*/ 418 w 1106"/>
                      <a:gd name="T81" fmla="*/ 829 h 841"/>
                      <a:gd name="T82" fmla="*/ 346 w 1106"/>
                      <a:gd name="T83" fmla="*/ 814 h 841"/>
                      <a:gd name="T84" fmla="*/ 298 w 1106"/>
                      <a:gd name="T85" fmla="*/ 796 h 841"/>
                      <a:gd name="T86" fmla="*/ 234 w 1106"/>
                      <a:gd name="T87" fmla="*/ 763 h 841"/>
                      <a:gd name="T88" fmla="*/ 180 w 1106"/>
                      <a:gd name="T89" fmla="*/ 733 h 841"/>
                      <a:gd name="T90" fmla="*/ 129 w 1106"/>
                      <a:gd name="T91" fmla="*/ 691 h 841"/>
                      <a:gd name="T92" fmla="*/ 75 w 1106"/>
                      <a:gd name="T93" fmla="*/ 634 h 841"/>
                      <a:gd name="T94" fmla="*/ 24 w 1106"/>
                      <a:gd name="T95" fmla="*/ 562 h 841"/>
                      <a:gd name="T96" fmla="*/ 0 w 1106"/>
                      <a:gd name="T97" fmla="*/ 511 h 84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106"/>
                      <a:gd name="T148" fmla="*/ 0 h 841"/>
                      <a:gd name="T149" fmla="*/ 1106 w 1106"/>
                      <a:gd name="T150" fmla="*/ 841 h 84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106" h="841">
                        <a:moveTo>
                          <a:pt x="0" y="511"/>
                        </a:moveTo>
                        <a:lnTo>
                          <a:pt x="63" y="583"/>
                        </a:lnTo>
                        <a:lnTo>
                          <a:pt x="132" y="646"/>
                        </a:lnTo>
                        <a:lnTo>
                          <a:pt x="195" y="682"/>
                        </a:lnTo>
                        <a:lnTo>
                          <a:pt x="286" y="721"/>
                        </a:lnTo>
                        <a:lnTo>
                          <a:pt x="358" y="742"/>
                        </a:lnTo>
                        <a:lnTo>
                          <a:pt x="424" y="751"/>
                        </a:lnTo>
                        <a:lnTo>
                          <a:pt x="502" y="751"/>
                        </a:lnTo>
                        <a:lnTo>
                          <a:pt x="559" y="745"/>
                        </a:lnTo>
                        <a:lnTo>
                          <a:pt x="628" y="733"/>
                        </a:lnTo>
                        <a:lnTo>
                          <a:pt x="697" y="712"/>
                        </a:lnTo>
                        <a:lnTo>
                          <a:pt x="754" y="682"/>
                        </a:lnTo>
                        <a:lnTo>
                          <a:pt x="808" y="649"/>
                        </a:lnTo>
                        <a:lnTo>
                          <a:pt x="856" y="616"/>
                        </a:lnTo>
                        <a:lnTo>
                          <a:pt x="904" y="568"/>
                        </a:lnTo>
                        <a:lnTo>
                          <a:pt x="952" y="514"/>
                        </a:lnTo>
                        <a:lnTo>
                          <a:pt x="989" y="463"/>
                        </a:lnTo>
                        <a:lnTo>
                          <a:pt x="1010" y="412"/>
                        </a:lnTo>
                        <a:lnTo>
                          <a:pt x="1037" y="331"/>
                        </a:lnTo>
                        <a:lnTo>
                          <a:pt x="1055" y="247"/>
                        </a:lnTo>
                        <a:lnTo>
                          <a:pt x="1058" y="172"/>
                        </a:lnTo>
                        <a:lnTo>
                          <a:pt x="1046" y="90"/>
                        </a:lnTo>
                        <a:lnTo>
                          <a:pt x="1019" y="0"/>
                        </a:lnTo>
                        <a:lnTo>
                          <a:pt x="1046" y="48"/>
                        </a:lnTo>
                        <a:lnTo>
                          <a:pt x="1076" y="117"/>
                        </a:lnTo>
                        <a:lnTo>
                          <a:pt x="1091" y="181"/>
                        </a:lnTo>
                        <a:lnTo>
                          <a:pt x="1106" y="241"/>
                        </a:lnTo>
                        <a:lnTo>
                          <a:pt x="1103" y="292"/>
                        </a:lnTo>
                        <a:lnTo>
                          <a:pt x="1100" y="361"/>
                        </a:lnTo>
                        <a:lnTo>
                          <a:pt x="1064" y="493"/>
                        </a:lnTo>
                        <a:lnTo>
                          <a:pt x="1028" y="565"/>
                        </a:lnTo>
                        <a:lnTo>
                          <a:pt x="983" y="628"/>
                        </a:lnTo>
                        <a:lnTo>
                          <a:pt x="934" y="682"/>
                        </a:lnTo>
                        <a:lnTo>
                          <a:pt x="886" y="721"/>
                        </a:lnTo>
                        <a:lnTo>
                          <a:pt x="820" y="766"/>
                        </a:lnTo>
                        <a:lnTo>
                          <a:pt x="754" y="796"/>
                        </a:lnTo>
                        <a:lnTo>
                          <a:pt x="691" y="817"/>
                        </a:lnTo>
                        <a:lnTo>
                          <a:pt x="610" y="838"/>
                        </a:lnTo>
                        <a:lnTo>
                          <a:pt x="550" y="841"/>
                        </a:lnTo>
                        <a:lnTo>
                          <a:pt x="484" y="841"/>
                        </a:lnTo>
                        <a:lnTo>
                          <a:pt x="418" y="829"/>
                        </a:lnTo>
                        <a:lnTo>
                          <a:pt x="346" y="814"/>
                        </a:lnTo>
                        <a:lnTo>
                          <a:pt x="298" y="796"/>
                        </a:lnTo>
                        <a:lnTo>
                          <a:pt x="234" y="763"/>
                        </a:lnTo>
                        <a:lnTo>
                          <a:pt x="180" y="733"/>
                        </a:lnTo>
                        <a:lnTo>
                          <a:pt x="129" y="691"/>
                        </a:lnTo>
                        <a:lnTo>
                          <a:pt x="75" y="634"/>
                        </a:lnTo>
                        <a:lnTo>
                          <a:pt x="24" y="562"/>
                        </a:lnTo>
                        <a:lnTo>
                          <a:pt x="0" y="511"/>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nvGrpSpPr>
                <p:cNvPr id="149" name="Group 110"/>
                <p:cNvGrpSpPr>
                  <a:grpSpLocks/>
                </p:cNvGrpSpPr>
                <p:nvPr/>
              </p:nvGrpSpPr>
              <p:grpSpPr bwMode="auto">
                <a:xfrm>
                  <a:off x="2210" y="1213"/>
                  <a:ext cx="1172" cy="1113"/>
                  <a:chOff x="2210" y="1213"/>
                  <a:chExt cx="1172" cy="1113"/>
                </a:xfrm>
              </p:grpSpPr>
              <p:sp>
                <p:nvSpPr>
                  <p:cNvPr id="150" name="Freeform 111"/>
                  <p:cNvSpPr>
                    <a:spLocks/>
                  </p:cNvSpPr>
                  <p:nvPr/>
                </p:nvSpPr>
                <p:spPr bwMode="auto">
                  <a:xfrm>
                    <a:off x="2276" y="2048"/>
                    <a:ext cx="287" cy="278"/>
                  </a:xfrm>
                  <a:custGeom>
                    <a:avLst/>
                    <a:gdLst>
                      <a:gd name="T0" fmla="*/ 0 w 287"/>
                      <a:gd name="T1" fmla="*/ 0 h 278"/>
                      <a:gd name="T2" fmla="*/ 30 w 287"/>
                      <a:gd name="T3" fmla="*/ 56 h 278"/>
                      <a:gd name="T4" fmla="*/ 59 w 287"/>
                      <a:gd name="T5" fmla="*/ 99 h 278"/>
                      <a:gd name="T6" fmla="*/ 90 w 287"/>
                      <a:gd name="T7" fmla="*/ 138 h 278"/>
                      <a:gd name="T8" fmla="*/ 138 w 287"/>
                      <a:gd name="T9" fmla="*/ 185 h 278"/>
                      <a:gd name="T10" fmla="*/ 174 w 287"/>
                      <a:gd name="T11" fmla="*/ 215 h 278"/>
                      <a:gd name="T12" fmla="*/ 220 w 287"/>
                      <a:gd name="T13" fmla="*/ 244 h 278"/>
                      <a:gd name="T14" fmla="*/ 287 w 287"/>
                      <a:gd name="T15" fmla="*/ 278 h 278"/>
                      <a:gd name="T16" fmla="*/ 212 w 287"/>
                      <a:gd name="T17" fmla="*/ 176 h 278"/>
                      <a:gd name="T18" fmla="*/ 170 w 287"/>
                      <a:gd name="T19" fmla="*/ 152 h 278"/>
                      <a:gd name="T20" fmla="*/ 140 w 287"/>
                      <a:gd name="T21" fmla="*/ 131 h 278"/>
                      <a:gd name="T22" fmla="*/ 96 w 287"/>
                      <a:gd name="T23" fmla="*/ 101 h 278"/>
                      <a:gd name="T24" fmla="*/ 62 w 287"/>
                      <a:gd name="T25" fmla="*/ 69 h 278"/>
                      <a:gd name="T26" fmla="*/ 35 w 287"/>
                      <a:gd name="T27" fmla="*/ 42 h 278"/>
                      <a:gd name="T28" fmla="*/ 0 w 287"/>
                      <a:gd name="T29" fmla="*/ 0 h 27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7"/>
                      <a:gd name="T46" fmla="*/ 0 h 278"/>
                      <a:gd name="T47" fmla="*/ 287 w 287"/>
                      <a:gd name="T48" fmla="*/ 278 h 27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7" h="278">
                        <a:moveTo>
                          <a:pt x="0" y="0"/>
                        </a:moveTo>
                        <a:lnTo>
                          <a:pt x="30" y="56"/>
                        </a:lnTo>
                        <a:lnTo>
                          <a:pt x="59" y="99"/>
                        </a:lnTo>
                        <a:lnTo>
                          <a:pt x="90" y="138"/>
                        </a:lnTo>
                        <a:lnTo>
                          <a:pt x="138" y="185"/>
                        </a:lnTo>
                        <a:lnTo>
                          <a:pt x="174" y="215"/>
                        </a:lnTo>
                        <a:lnTo>
                          <a:pt x="220" y="244"/>
                        </a:lnTo>
                        <a:lnTo>
                          <a:pt x="287" y="278"/>
                        </a:lnTo>
                        <a:lnTo>
                          <a:pt x="212" y="176"/>
                        </a:lnTo>
                        <a:lnTo>
                          <a:pt x="170" y="152"/>
                        </a:lnTo>
                        <a:lnTo>
                          <a:pt x="140" y="131"/>
                        </a:lnTo>
                        <a:lnTo>
                          <a:pt x="96" y="101"/>
                        </a:lnTo>
                        <a:lnTo>
                          <a:pt x="62" y="69"/>
                        </a:lnTo>
                        <a:lnTo>
                          <a:pt x="35" y="42"/>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1" name="Freeform 112"/>
                  <p:cNvSpPr>
                    <a:spLocks/>
                  </p:cNvSpPr>
                  <p:nvPr/>
                </p:nvSpPr>
                <p:spPr bwMode="auto">
                  <a:xfrm>
                    <a:off x="3279" y="1530"/>
                    <a:ext cx="103" cy="546"/>
                  </a:xfrm>
                  <a:custGeom>
                    <a:avLst/>
                    <a:gdLst>
                      <a:gd name="T0" fmla="*/ 19 w 103"/>
                      <a:gd name="T1" fmla="*/ 0 h 546"/>
                      <a:gd name="T2" fmla="*/ 39 w 103"/>
                      <a:gd name="T3" fmla="*/ 37 h 546"/>
                      <a:gd name="T4" fmla="*/ 52 w 103"/>
                      <a:gd name="T5" fmla="*/ 69 h 546"/>
                      <a:gd name="T6" fmla="*/ 66 w 103"/>
                      <a:gd name="T7" fmla="*/ 102 h 546"/>
                      <a:gd name="T8" fmla="*/ 76 w 103"/>
                      <a:gd name="T9" fmla="*/ 134 h 546"/>
                      <a:gd name="T10" fmla="*/ 84 w 103"/>
                      <a:gd name="T11" fmla="*/ 164 h 546"/>
                      <a:gd name="T12" fmla="*/ 99 w 103"/>
                      <a:gd name="T13" fmla="*/ 217 h 546"/>
                      <a:gd name="T14" fmla="*/ 103 w 103"/>
                      <a:gd name="T15" fmla="*/ 269 h 546"/>
                      <a:gd name="T16" fmla="*/ 100 w 103"/>
                      <a:gd name="T17" fmla="*/ 349 h 546"/>
                      <a:gd name="T18" fmla="*/ 93 w 103"/>
                      <a:gd name="T19" fmla="*/ 403 h 546"/>
                      <a:gd name="T20" fmla="*/ 82 w 103"/>
                      <a:gd name="T21" fmla="*/ 447 h 546"/>
                      <a:gd name="T22" fmla="*/ 65 w 103"/>
                      <a:gd name="T23" fmla="*/ 493 h 546"/>
                      <a:gd name="T24" fmla="*/ 42 w 103"/>
                      <a:gd name="T25" fmla="*/ 546 h 546"/>
                      <a:gd name="T26" fmla="*/ 0 w 103"/>
                      <a:gd name="T27" fmla="*/ 443 h 546"/>
                      <a:gd name="T28" fmla="*/ 19 w 103"/>
                      <a:gd name="T29" fmla="*/ 398 h 546"/>
                      <a:gd name="T30" fmla="*/ 28 w 103"/>
                      <a:gd name="T31" fmla="*/ 374 h 546"/>
                      <a:gd name="T32" fmla="*/ 39 w 103"/>
                      <a:gd name="T33" fmla="*/ 343 h 546"/>
                      <a:gd name="T34" fmla="*/ 46 w 103"/>
                      <a:gd name="T35" fmla="*/ 311 h 546"/>
                      <a:gd name="T36" fmla="*/ 52 w 103"/>
                      <a:gd name="T37" fmla="*/ 262 h 546"/>
                      <a:gd name="T38" fmla="*/ 55 w 103"/>
                      <a:gd name="T39" fmla="*/ 221 h 546"/>
                      <a:gd name="T40" fmla="*/ 55 w 103"/>
                      <a:gd name="T41" fmla="*/ 160 h 546"/>
                      <a:gd name="T42" fmla="*/ 46 w 103"/>
                      <a:gd name="T43" fmla="*/ 105 h 546"/>
                      <a:gd name="T44" fmla="*/ 36 w 103"/>
                      <a:gd name="T45" fmla="*/ 60 h 546"/>
                      <a:gd name="T46" fmla="*/ 30 w 103"/>
                      <a:gd name="T47" fmla="*/ 36 h 546"/>
                      <a:gd name="T48" fmla="*/ 19 w 103"/>
                      <a:gd name="T49" fmla="*/ 0 h 5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3"/>
                      <a:gd name="T76" fmla="*/ 0 h 546"/>
                      <a:gd name="T77" fmla="*/ 103 w 103"/>
                      <a:gd name="T78" fmla="*/ 546 h 5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3" h="546">
                        <a:moveTo>
                          <a:pt x="19" y="0"/>
                        </a:moveTo>
                        <a:lnTo>
                          <a:pt x="39" y="37"/>
                        </a:lnTo>
                        <a:lnTo>
                          <a:pt x="52" y="69"/>
                        </a:lnTo>
                        <a:lnTo>
                          <a:pt x="66" y="102"/>
                        </a:lnTo>
                        <a:lnTo>
                          <a:pt x="76" y="134"/>
                        </a:lnTo>
                        <a:lnTo>
                          <a:pt x="84" y="164"/>
                        </a:lnTo>
                        <a:lnTo>
                          <a:pt x="99" y="217"/>
                        </a:lnTo>
                        <a:lnTo>
                          <a:pt x="103" y="269"/>
                        </a:lnTo>
                        <a:lnTo>
                          <a:pt x="100" y="349"/>
                        </a:lnTo>
                        <a:lnTo>
                          <a:pt x="93" y="403"/>
                        </a:lnTo>
                        <a:lnTo>
                          <a:pt x="82" y="447"/>
                        </a:lnTo>
                        <a:lnTo>
                          <a:pt x="65" y="493"/>
                        </a:lnTo>
                        <a:lnTo>
                          <a:pt x="42" y="546"/>
                        </a:lnTo>
                        <a:lnTo>
                          <a:pt x="0" y="443"/>
                        </a:lnTo>
                        <a:lnTo>
                          <a:pt x="19" y="398"/>
                        </a:lnTo>
                        <a:lnTo>
                          <a:pt x="28" y="374"/>
                        </a:lnTo>
                        <a:lnTo>
                          <a:pt x="39" y="343"/>
                        </a:lnTo>
                        <a:lnTo>
                          <a:pt x="46" y="311"/>
                        </a:lnTo>
                        <a:lnTo>
                          <a:pt x="52" y="262"/>
                        </a:lnTo>
                        <a:lnTo>
                          <a:pt x="55" y="221"/>
                        </a:lnTo>
                        <a:lnTo>
                          <a:pt x="55" y="160"/>
                        </a:lnTo>
                        <a:lnTo>
                          <a:pt x="46" y="105"/>
                        </a:lnTo>
                        <a:lnTo>
                          <a:pt x="36" y="60"/>
                        </a:lnTo>
                        <a:lnTo>
                          <a:pt x="30" y="36"/>
                        </a:lnTo>
                        <a:lnTo>
                          <a:pt x="19"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2" name="Freeform 113"/>
                  <p:cNvSpPr>
                    <a:spLocks/>
                  </p:cNvSpPr>
                  <p:nvPr/>
                </p:nvSpPr>
                <p:spPr bwMode="auto">
                  <a:xfrm>
                    <a:off x="2741" y="1213"/>
                    <a:ext cx="408" cy="165"/>
                  </a:xfrm>
                  <a:custGeom>
                    <a:avLst/>
                    <a:gdLst>
                      <a:gd name="T0" fmla="*/ 0 w 408"/>
                      <a:gd name="T1" fmla="*/ 0 h 165"/>
                      <a:gd name="T2" fmla="*/ 31 w 408"/>
                      <a:gd name="T3" fmla="*/ 60 h 165"/>
                      <a:gd name="T4" fmla="*/ 79 w 408"/>
                      <a:gd name="T5" fmla="*/ 57 h 165"/>
                      <a:gd name="T6" fmla="*/ 123 w 408"/>
                      <a:gd name="T7" fmla="*/ 60 h 165"/>
                      <a:gd name="T8" fmla="*/ 164 w 408"/>
                      <a:gd name="T9" fmla="*/ 66 h 165"/>
                      <a:gd name="T10" fmla="*/ 202 w 408"/>
                      <a:gd name="T11" fmla="*/ 73 h 165"/>
                      <a:gd name="T12" fmla="*/ 240 w 408"/>
                      <a:gd name="T13" fmla="*/ 83 h 165"/>
                      <a:gd name="T14" fmla="*/ 266 w 408"/>
                      <a:gd name="T15" fmla="*/ 91 h 165"/>
                      <a:gd name="T16" fmla="*/ 300 w 408"/>
                      <a:gd name="T17" fmla="*/ 105 h 165"/>
                      <a:gd name="T18" fmla="*/ 339 w 408"/>
                      <a:gd name="T19" fmla="*/ 124 h 165"/>
                      <a:gd name="T20" fmla="*/ 408 w 408"/>
                      <a:gd name="T21" fmla="*/ 165 h 165"/>
                      <a:gd name="T22" fmla="*/ 368 w 408"/>
                      <a:gd name="T23" fmla="*/ 123 h 165"/>
                      <a:gd name="T24" fmla="*/ 340 w 408"/>
                      <a:gd name="T25" fmla="*/ 102 h 165"/>
                      <a:gd name="T26" fmla="*/ 303 w 408"/>
                      <a:gd name="T27" fmla="*/ 78 h 165"/>
                      <a:gd name="T28" fmla="*/ 280 w 408"/>
                      <a:gd name="T29" fmla="*/ 64 h 165"/>
                      <a:gd name="T30" fmla="*/ 229 w 408"/>
                      <a:gd name="T31" fmla="*/ 40 h 165"/>
                      <a:gd name="T32" fmla="*/ 196 w 408"/>
                      <a:gd name="T33" fmla="*/ 28 h 165"/>
                      <a:gd name="T34" fmla="*/ 169 w 408"/>
                      <a:gd name="T35" fmla="*/ 19 h 165"/>
                      <a:gd name="T36" fmla="*/ 144 w 408"/>
                      <a:gd name="T37" fmla="*/ 13 h 165"/>
                      <a:gd name="T38" fmla="*/ 105 w 408"/>
                      <a:gd name="T39" fmla="*/ 6 h 165"/>
                      <a:gd name="T40" fmla="*/ 64 w 408"/>
                      <a:gd name="T41" fmla="*/ 1 h 165"/>
                      <a:gd name="T42" fmla="*/ 18 w 408"/>
                      <a:gd name="T43" fmla="*/ 0 h 165"/>
                      <a:gd name="T44" fmla="*/ 0 w 408"/>
                      <a:gd name="T45" fmla="*/ 0 h 16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08"/>
                      <a:gd name="T70" fmla="*/ 0 h 165"/>
                      <a:gd name="T71" fmla="*/ 408 w 408"/>
                      <a:gd name="T72" fmla="*/ 165 h 16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08" h="165">
                        <a:moveTo>
                          <a:pt x="0" y="0"/>
                        </a:moveTo>
                        <a:lnTo>
                          <a:pt x="31" y="60"/>
                        </a:lnTo>
                        <a:lnTo>
                          <a:pt x="79" y="57"/>
                        </a:lnTo>
                        <a:lnTo>
                          <a:pt x="123" y="60"/>
                        </a:lnTo>
                        <a:lnTo>
                          <a:pt x="164" y="66"/>
                        </a:lnTo>
                        <a:lnTo>
                          <a:pt x="202" y="73"/>
                        </a:lnTo>
                        <a:lnTo>
                          <a:pt x="240" y="83"/>
                        </a:lnTo>
                        <a:lnTo>
                          <a:pt x="266" y="91"/>
                        </a:lnTo>
                        <a:lnTo>
                          <a:pt x="300" y="105"/>
                        </a:lnTo>
                        <a:lnTo>
                          <a:pt x="339" y="124"/>
                        </a:lnTo>
                        <a:lnTo>
                          <a:pt x="408" y="165"/>
                        </a:lnTo>
                        <a:lnTo>
                          <a:pt x="368" y="123"/>
                        </a:lnTo>
                        <a:lnTo>
                          <a:pt x="340" y="102"/>
                        </a:lnTo>
                        <a:lnTo>
                          <a:pt x="303" y="78"/>
                        </a:lnTo>
                        <a:lnTo>
                          <a:pt x="280" y="64"/>
                        </a:lnTo>
                        <a:lnTo>
                          <a:pt x="229" y="40"/>
                        </a:lnTo>
                        <a:lnTo>
                          <a:pt x="196" y="28"/>
                        </a:lnTo>
                        <a:lnTo>
                          <a:pt x="169" y="19"/>
                        </a:lnTo>
                        <a:lnTo>
                          <a:pt x="144" y="13"/>
                        </a:lnTo>
                        <a:lnTo>
                          <a:pt x="105" y="6"/>
                        </a:lnTo>
                        <a:lnTo>
                          <a:pt x="64" y="1"/>
                        </a:lnTo>
                        <a:lnTo>
                          <a:pt x="18" y="0"/>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53" name="Freeform 114"/>
                  <p:cNvSpPr>
                    <a:spLocks/>
                  </p:cNvSpPr>
                  <p:nvPr/>
                </p:nvSpPr>
                <p:spPr bwMode="auto">
                  <a:xfrm>
                    <a:off x="2210" y="1445"/>
                    <a:ext cx="130" cy="387"/>
                  </a:xfrm>
                  <a:custGeom>
                    <a:avLst/>
                    <a:gdLst>
                      <a:gd name="T0" fmla="*/ 0 w 130"/>
                      <a:gd name="T1" fmla="*/ 297 h 387"/>
                      <a:gd name="T2" fmla="*/ 3 w 130"/>
                      <a:gd name="T3" fmla="*/ 267 h 387"/>
                      <a:gd name="T4" fmla="*/ 5 w 130"/>
                      <a:gd name="T5" fmla="*/ 234 h 387"/>
                      <a:gd name="T6" fmla="*/ 14 w 130"/>
                      <a:gd name="T7" fmla="*/ 181 h 387"/>
                      <a:gd name="T8" fmla="*/ 24 w 130"/>
                      <a:gd name="T9" fmla="*/ 139 h 387"/>
                      <a:gd name="T10" fmla="*/ 38 w 130"/>
                      <a:gd name="T11" fmla="*/ 101 h 387"/>
                      <a:gd name="T12" fmla="*/ 56 w 130"/>
                      <a:gd name="T13" fmla="*/ 62 h 387"/>
                      <a:gd name="T14" fmla="*/ 72 w 130"/>
                      <a:gd name="T15" fmla="*/ 32 h 387"/>
                      <a:gd name="T16" fmla="*/ 92 w 130"/>
                      <a:gd name="T17" fmla="*/ 0 h 387"/>
                      <a:gd name="T18" fmla="*/ 130 w 130"/>
                      <a:gd name="T19" fmla="*/ 50 h 387"/>
                      <a:gd name="T20" fmla="*/ 108 w 130"/>
                      <a:gd name="T21" fmla="*/ 80 h 387"/>
                      <a:gd name="T22" fmla="*/ 92 w 130"/>
                      <a:gd name="T23" fmla="*/ 107 h 387"/>
                      <a:gd name="T24" fmla="*/ 79 w 130"/>
                      <a:gd name="T25" fmla="*/ 132 h 387"/>
                      <a:gd name="T26" fmla="*/ 60 w 130"/>
                      <a:gd name="T27" fmla="*/ 167 h 387"/>
                      <a:gd name="T28" fmla="*/ 48 w 130"/>
                      <a:gd name="T29" fmla="*/ 198 h 387"/>
                      <a:gd name="T30" fmla="*/ 41 w 130"/>
                      <a:gd name="T31" fmla="*/ 228 h 387"/>
                      <a:gd name="T32" fmla="*/ 32 w 130"/>
                      <a:gd name="T33" fmla="*/ 258 h 387"/>
                      <a:gd name="T34" fmla="*/ 26 w 130"/>
                      <a:gd name="T35" fmla="*/ 291 h 387"/>
                      <a:gd name="T36" fmla="*/ 21 w 130"/>
                      <a:gd name="T37" fmla="*/ 331 h 387"/>
                      <a:gd name="T38" fmla="*/ 17 w 130"/>
                      <a:gd name="T39" fmla="*/ 371 h 387"/>
                      <a:gd name="T40" fmla="*/ 10 w 130"/>
                      <a:gd name="T41" fmla="*/ 387 h 387"/>
                      <a:gd name="T42" fmla="*/ 0 w 130"/>
                      <a:gd name="T43" fmla="*/ 297 h 38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0"/>
                      <a:gd name="T67" fmla="*/ 0 h 387"/>
                      <a:gd name="T68" fmla="*/ 130 w 130"/>
                      <a:gd name="T69" fmla="*/ 387 h 38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0" h="387">
                        <a:moveTo>
                          <a:pt x="0" y="297"/>
                        </a:moveTo>
                        <a:lnTo>
                          <a:pt x="3" y="267"/>
                        </a:lnTo>
                        <a:lnTo>
                          <a:pt x="5" y="234"/>
                        </a:lnTo>
                        <a:lnTo>
                          <a:pt x="14" y="181"/>
                        </a:lnTo>
                        <a:lnTo>
                          <a:pt x="24" y="139"/>
                        </a:lnTo>
                        <a:lnTo>
                          <a:pt x="38" y="101"/>
                        </a:lnTo>
                        <a:lnTo>
                          <a:pt x="56" y="62"/>
                        </a:lnTo>
                        <a:lnTo>
                          <a:pt x="72" y="32"/>
                        </a:lnTo>
                        <a:lnTo>
                          <a:pt x="92" y="0"/>
                        </a:lnTo>
                        <a:lnTo>
                          <a:pt x="130" y="50"/>
                        </a:lnTo>
                        <a:lnTo>
                          <a:pt x="108" y="80"/>
                        </a:lnTo>
                        <a:lnTo>
                          <a:pt x="92" y="107"/>
                        </a:lnTo>
                        <a:lnTo>
                          <a:pt x="79" y="132"/>
                        </a:lnTo>
                        <a:lnTo>
                          <a:pt x="60" y="167"/>
                        </a:lnTo>
                        <a:lnTo>
                          <a:pt x="48" y="198"/>
                        </a:lnTo>
                        <a:lnTo>
                          <a:pt x="41" y="228"/>
                        </a:lnTo>
                        <a:lnTo>
                          <a:pt x="32" y="258"/>
                        </a:lnTo>
                        <a:lnTo>
                          <a:pt x="26" y="291"/>
                        </a:lnTo>
                        <a:lnTo>
                          <a:pt x="21" y="331"/>
                        </a:lnTo>
                        <a:lnTo>
                          <a:pt x="17" y="371"/>
                        </a:lnTo>
                        <a:lnTo>
                          <a:pt x="10" y="387"/>
                        </a:lnTo>
                        <a:lnTo>
                          <a:pt x="0" y="297"/>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sp>
            <p:nvSpPr>
              <p:cNvPr id="143" name="Oval 115"/>
              <p:cNvSpPr>
                <a:spLocks noChangeArrowheads="1"/>
              </p:cNvSpPr>
              <p:nvPr/>
            </p:nvSpPr>
            <p:spPr bwMode="auto">
              <a:xfrm>
                <a:off x="2229" y="1273"/>
                <a:ext cx="1154" cy="110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nvGrpSpPr>
              <p:cNvPr id="144" name="Group 116"/>
              <p:cNvGrpSpPr>
                <a:grpSpLocks/>
              </p:cNvGrpSpPr>
              <p:nvPr/>
            </p:nvGrpSpPr>
            <p:grpSpPr bwMode="auto">
              <a:xfrm>
                <a:off x="2181" y="1183"/>
                <a:ext cx="1154" cy="1105"/>
                <a:chOff x="2181" y="1183"/>
                <a:chExt cx="1154" cy="1105"/>
              </a:xfrm>
            </p:grpSpPr>
            <p:sp>
              <p:nvSpPr>
                <p:cNvPr id="145" name="Oval 117"/>
                <p:cNvSpPr>
                  <a:spLocks noChangeArrowheads="1"/>
                </p:cNvSpPr>
                <p:nvPr/>
              </p:nvSpPr>
              <p:spPr bwMode="auto">
                <a:xfrm>
                  <a:off x="2194" y="1198"/>
                  <a:ext cx="1127" cy="1078"/>
                </a:xfrm>
                <a:prstGeom prst="ellipse">
                  <a:avLst/>
                </a:prstGeom>
                <a:noFill/>
                <a:ln w="63500">
                  <a:solidFill>
                    <a:srgbClr val="9F9F9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46" name="Oval 118"/>
                <p:cNvSpPr>
                  <a:spLocks noChangeArrowheads="1"/>
                </p:cNvSpPr>
                <p:nvPr/>
              </p:nvSpPr>
              <p:spPr bwMode="auto">
                <a:xfrm>
                  <a:off x="2181" y="1183"/>
                  <a:ext cx="1154" cy="110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sp>
              <p:nvSpPr>
                <p:cNvPr id="147" name="Oval 119"/>
                <p:cNvSpPr>
                  <a:spLocks noChangeArrowheads="1"/>
                </p:cNvSpPr>
                <p:nvPr/>
              </p:nvSpPr>
              <p:spPr bwMode="auto">
                <a:xfrm>
                  <a:off x="2213" y="1213"/>
                  <a:ext cx="1090" cy="1046"/>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grpSp>
          <p:nvGrpSpPr>
            <p:cNvPr id="106" name="Group 120"/>
            <p:cNvGrpSpPr>
              <a:grpSpLocks/>
            </p:cNvGrpSpPr>
            <p:nvPr/>
          </p:nvGrpSpPr>
          <p:grpSpPr bwMode="auto">
            <a:xfrm>
              <a:off x="3008" y="2225"/>
              <a:ext cx="592" cy="924"/>
              <a:chOff x="3008" y="2225"/>
              <a:chExt cx="592" cy="924"/>
            </a:xfrm>
          </p:grpSpPr>
          <p:sp>
            <p:nvSpPr>
              <p:cNvPr id="107" name="Freeform 121"/>
              <p:cNvSpPr>
                <a:spLocks/>
              </p:cNvSpPr>
              <p:nvPr/>
            </p:nvSpPr>
            <p:spPr bwMode="auto">
              <a:xfrm>
                <a:off x="3013" y="2272"/>
                <a:ext cx="564" cy="808"/>
              </a:xfrm>
              <a:custGeom>
                <a:avLst/>
                <a:gdLst>
                  <a:gd name="T0" fmla="*/ 0 w 564"/>
                  <a:gd name="T1" fmla="*/ 60 h 808"/>
                  <a:gd name="T2" fmla="*/ 400 w 564"/>
                  <a:gd name="T3" fmla="*/ 808 h 808"/>
                  <a:gd name="T4" fmla="*/ 564 w 564"/>
                  <a:gd name="T5" fmla="*/ 725 h 808"/>
                  <a:gd name="T6" fmla="*/ 162 w 564"/>
                  <a:gd name="T7" fmla="*/ 0 h 808"/>
                  <a:gd name="T8" fmla="*/ 0 w 564"/>
                  <a:gd name="T9" fmla="*/ 60 h 808"/>
                  <a:gd name="T10" fmla="*/ 0 60000 65536"/>
                  <a:gd name="T11" fmla="*/ 0 60000 65536"/>
                  <a:gd name="T12" fmla="*/ 0 60000 65536"/>
                  <a:gd name="T13" fmla="*/ 0 60000 65536"/>
                  <a:gd name="T14" fmla="*/ 0 60000 65536"/>
                  <a:gd name="T15" fmla="*/ 0 w 564"/>
                  <a:gd name="T16" fmla="*/ 0 h 808"/>
                  <a:gd name="T17" fmla="*/ 564 w 564"/>
                  <a:gd name="T18" fmla="*/ 808 h 808"/>
                </a:gdLst>
                <a:ahLst/>
                <a:cxnLst>
                  <a:cxn ang="T10">
                    <a:pos x="T0" y="T1"/>
                  </a:cxn>
                  <a:cxn ang="T11">
                    <a:pos x="T2" y="T3"/>
                  </a:cxn>
                  <a:cxn ang="T12">
                    <a:pos x="T4" y="T5"/>
                  </a:cxn>
                  <a:cxn ang="T13">
                    <a:pos x="T6" y="T7"/>
                  </a:cxn>
                  <a:cxn ang="T14">
                    <a:pos x="T8" y="T9"/>
                  </a:cxn>
                </a:cxnLst>
                <a:rect l="T15" t="T16" r="T17" b="T18"/>
                <a:pathLst>
                  <a:path w="564" h="808">
                    <a:moveTo>
                      <a:pt x="0" y="60"/>
                    </a:moveTo>
                    <a:lnTo>
                      <a:pt x="400" y="808"/>
                    </a:lnTo>
                    <a:lnTo>
                      <a:pt x="564" y="725"/>
                    </a:lnTo>
                    <a:lnTo>
                      <a:pt x="162" y="0"/>
                    </a:lnTo>
                    <a:lnTo>
                      <a:pt x="0" y="6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08" name="Arc 122"/>
              <p:cNvSpPr>
                <a:spLocks/>
              </p:cNvSpPr>
              <p:nvPr/>
            </p:nvSpPr>
            <p:spPr bwMode="auto">
              <a:xfrm>
                <a:off x="3010" y="2225"/>
                <a:ext cx="170" cy="105"/>
              </a:xfrm>
              <a:custGeom>
                <a:avLst/>
                <a:gdLst>
                  <a:gd name="T0" fmla="*/ 4 w 42152"/>
                  <a:gd name="T1" fmla="*/ 105 h 27693"/>
                  <a:gd name="T2" fmla="*/ 170 w 42152"/>
                  <a:gd name="T3" fmla="*/ 57 h 27693"/>
                  <a:gd name="T4" fmla="*/ 87 w 42152"/>
                  <a:gd name="T5" fmla="*/ 82 h 27693"/>
                  <a:gd name="T6" fmla="*/ 0 60000 65536"/>
                  <a:gd name="T7" fmla="*/ 0 60000 65536"/>
                  <a:gd name="T8" fmla="*/ 0 60000 65536"/>
                  <a:gd name="T9" fmla="*/ 0 w 42152"/>
                  <a:gd name="T10" fmla="*/ 0 h 27693"/>
                  <a:gd name="T11" fmla="*/ 42152 w 42152"/>
                  <a:gd name="T12" fmla="*/ 27693 h 27693"/>
                </a:gdLst>
                <a:ahLst/>
                <a:cxnLst>
                  <a:cxn ang="T6">
                    <a:pos x="T0" y="T1"/>
                  </a:cxn>
                  <a:cxn ang="T7">
                    <a:pos x="T2" y="T3"/>
                  </a:cxn>
                  <a:cxn ang="T8">
                    <a:pos x="T4" y="T5"/>
                  </a:cxn>
                </a:cxnLst>
                <a:rect l="T9" t="T10" r="T11" b="T12"/>
                <a:pathLst>
                  <a:path w="42152" h="27693" fill="none" extrusionOk="0">
                    <a:moveTo>
                      <a:pt x="877" y="27692"/>
                    </a:moveTo>
                    <a:cubicBezTo>
                      <a:pt x="295" y="25714"/>
                      <a:pt x="0" y="23662"/>
                      <a:pt x="0" y="21600"/>
                    </a:cubicBezTo>
                    <a:cubicBezTo>
                      <a:pt x="0" y="9670"/>
                      <a:pt x="9670" y="0"/>
                      <a:pt x="21600" y="0"/>
                    </a:cubicBezTo>
                    <a:cubicBezTo>
                      <a:pt x="30968" y="-1"/>
                      <a:pt x="39268" y="6038"/>
                      <a:pt x="42151" y="14952"/>
                    </a:cubicBezTo>
                  </a:path>
                  <a:path w="42152" h="27693" stroke="0" extrusionOk="0">
                    <a:moveTo>
                      <a:pt x="877" y="27692"/>
                    </a:moveTo>
                    <a:cubicBezTo>
                      <a:pt x="295" y="25714"/>
                      <a:pt x="0" y="23662"/>
                      <a:pt x="0" y="21600"/>
                    </a:cubicBezTo>
                    <a:cubicBezTo>
                      <a:pt x="0" y="9670"/>
                      <a:pt x="9670" y="0"/>
                      <a:pt x="21600" y="0"/>
                    </a:cubicBezTo>
                    <a:cubicBezTo>
                      <a:pt x="30968" y="-1"/>
                      <a:pt x="39268" y="6038"/>
                      <a:pt x="42151" y="14952"/>
                    </a:cubicBezTo>
                    <a:lnTo>
                      <a:pt x="21600" y="21600"/>
                    </a:lnTo>
                    <a:close/>
                  </a:path>
                </a:pathLst>
              </a:custGeom>
              <a:solidFill>
                <a:srgbClr val="5F3F1F"/>
              </a:solidFill>
              <a:ln w="12700">
                <a:solidFill>
                  <a:srgbClr val="000000"/>
                </a:solidFill>
                <a:round/>
                <a:headEnd/>
                <a:tailEnd/>
              </a:ln>
            </p:spPr>
            <p:txBody>
              <a:bodyPr/>
              <a:lstStyle/>
              <a:p>
                <a:endParaRPr lang="pt-BR"/>
              </a:p>
            </p:txBody>
          </p:sp>
          <p:sp>
            <p:nvSpPr>
              <p:cNvPr id="109" name="Arc 123"/>
              <p:cNvSpPr>
                <a:spLocks/>
              </p:cNvSpPr>
              <p:nvPr/>
            </p:nvSpPr>
            <p:spPr bwMode="auto">
              <a:xfrm>
                <a:off x="3014" y="2236"/>
                <a:ext cx="172" cy="100"/>
              </a:xfrm>
              <a:custGeom>
                <a:avLst/>
                <a:gdLst>
                  <a:gd name="T0" fmla="*/ 1 w 42065"/>
                  <a:gd name="T1" fmla="*/ 100 h 24039"/>
                  <a:gd name="T2" fmla="*/ 172 w 42065"/>
                  <a:gd name="T3" fmla="*/ 61 h 24039"/>
                  <a:gd name="T4" fmla="*/ 88 w 42065"/>
                  <a:gd name="T5" fmla="*/ 90 h 24039"/>
                  <a:gd name="T6" fmla="*/ 0 60000 65536"/>
                  <a:gd name="T7" fmla="*/ 0 60000 65536"/>
                  <a:gd name="T8" fmla="*/ 0 60000 65536"/>
                  <a:gd name="T9" fmla="*/ 0 w 42065"/>
                  <a:gd name="T10" fmla="*/ 0 h 24039"/>
                  <a:gd name="T11" fmla="*/ 42065 w 42065"/>
                  <a:gd name="T12" fmla="*/ 24039 h 24039"/>
                </a:gdLst>
                <a:ahLst/>
                <a:cxnLst>
                  <a:cxn ang="T6">
                    <a:pos x="T0" y="T1"/>
                  </a:cxn>
                  <a:cxn ang="T7">
                    <a:pos x="T2" y="T3"/>
                  </a:cxn>
                  <a:cxn ang="T8">
                    <a:pos x="T4" y="T5"/>
                  </a:cxn>
                </a:cxnLst>
                <a:rect l="T9" t="T10" r="T11" b="T12"/>
                <a:pathLst>
                  <a:path w="42065" h="24039" fill="none" extrusionOk="0">
                    <a:moveTo>
                      <a:pt x="138" y="24038"/>
                    </a:moveTo>
                    <a:cubicBezTo>
                      <a:pt x="46" y="23229"/>
                      <a:pt x="0" y="22414"/>
                      <a:pt x="0" y="21600"/>
                    </a:cubicBezTo>
                    <a:cubicBezTo>
                      <a:pt x="0" y="9670"/>
                      <a:pt x="9670" y="0"/>
                      <a:pt x="21600" y="0"/>
                    </a:cubicBezTo>
                    <a:cubicBezTo>
                      <a:pt x="30866" y="-1"/>
                      <a:pt x="39100" y="5910"/>
                      <a:pt x="42064" y="14690"/>
                    </a:cubicBezTo>
                  </a:path>
                  <a:path w="42065" h="24039" stroke="0" extrusionOk="0">
                    <a:moveTo>
                      <a:pt x="138" y="24038"/>
                    </a:moveTo>
                    <a:cubicBezTo>
                      <a:pt x="46" y="23229"/>
                      <a:pt x="0" y="22414"/>
                      <a:pt x="0" y="21600"/>
                    </a:cubicBezTo>
                    <a:cubicBezTo>
                      <a:pt x="0" y="9670"/>
                      <a:pt x="9670" y="0"/>
                      <a:pt x="21600" y="0"/>
                    </a:cubicBezTo>
                    <a:cubicBezTo>
                      <a:pt x="30866" y="-1"/>
                      <a:pt x="39100" y="5910"/>
                      <a:pt x="42064" y="14690"/>
                    </a:cubicBezTo>
                    <a:lnTo>
                      <a:pt x="21600" y="2160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0" name="Freeform 124"/>
              <p:cNvSpPr>
                <a:spLocks/>
              </p:cNvSpPr>
              <p:nvPr/>
            </p:nvSpPr>
            <p:spPr bwMode="auto">
              <a:xfrm>
                <a:off x="3008" y="2237"/>
                <a:ext cx="107" cy="207"/>
              </a:xfrm>
              <a:custGeom>
                <a:avLst/>
                <a:gdLst>
                  <a:gd name="T0" fmla="*/ 3 w 107"/>
                  <a:gd name="T1" fmla="*/ 96 h 207"/>
                  <a:gd name="T2" fmla="*/ 0 w 107"/>
                  <a:gd name="T3" fmla="*/ 82 h 207"/>
                  <a:gd name="T4" fmla="*/ 0 w 107"/>
                  <a:gd name="T5" fmla="*/ 69 h 207"/>
                  <a:gd name="T6" fmla="*/ 2 w 107"/>
                  <a:gd name="T7" fmla="*/ 58 h 207"/>
                  <a:gd name="T8" fmla="*/ 6 w 107"/>
                  <a:gd name="T9" fmla="*/ 42 h 207"/>
                  <a:gd name="T10" fmla="*/ 12 w 107"/>
                  <a:gd name="T11" fmla="*/ 29 h 207"/>
                  <a:gd name="T12" fmla="*/ 21 w 107"/>
                  <a:gd name="T13" fmla="*/ 17 h 207"/>
                  <a:gd name="T14" fmla="*/ 31 w 107"/>
                  <a:gd name="T15" fmla="*/ 7 h 207"/>
                  <a:gd name="T16" fmla="*/ 41 w 107"/>
                  <a:gd name="T17" fmla="*/ 0 h 207"/>
                  <a:gd name="T18" fmla="*/ 107 w 107"/>
                  <a:gd name="T19" fmla="*/ 112 h 207"/>
                  <a:gd name="T20" fmla="*/ 95 w 107"/>
                  <a:gd name="T21" fmla="*/ 119 h 207"/>
                  <a:gd name="T22" fmla="*/ 87 w 107"/>
                  <a:gd name="T23" fmla="*/ 127 h 207"/>
                  <a:gd name="T24" fmla="*/ 79 w 107"/>
                  <a:gd name="T25" fmla="*/ 135 h 207"/>
                  <a:gd name="T26" fmla="*/ 73 w 107"/>
                  <a:gd name="T27" fmla="*/ 145 h 207"/>
                  <a:gd name="T28" fmla="*/ 66 w 107"/>
                  <a:gd name="T29" fmla="*/ 163 h 207"/>
                  <a:gd name="T30" fmla="*/ 62 w 107"/>
                  <a:gd name="T31" fmla="*/ 187 h 207"/>
                  <a:gd name="T32" fmla="*/ 62 w 107"/>
                  <a:gd name="T33" fmla="*/ 207 h 207"/>
                  <a:gd name="T34" fmla="*/ 3 w 107"/>
                  <a:gd name="T35" fmla="*/ 96 h 20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7"/>
                  <a:gd name="T55" fmla="*/ 0 h 207"/>
                  <a:gd name="T56" fmla="*/ 107 w 107"/>
                  <a:gd name="T57" fmla="*/ 207 h 20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7" h="207">
                    <a:moveTo>
                      <a:pt x="3" y="96"/>
                    </a:moveTo>
                    <a:lnTo>
                      <a:pt x="0" y="82"/>
                    </a:lnTo>
                    <a:lnTo>
                      <a:pt x="0" y="69"/>
                    </a:lnTo>
                    <a:lnTo>
                      <a:pt x="2" y="58"/>
                    </a:lnTo>
                    <a:lnTo>
                      <a:pt x="6" y="42"/>
                    </a:lnTo>
                    <a:lnTo>
                      <a:pt x="12" y="29"/>
                    </a:lnTo>
                    <a:lnTo>
                      <a:pt x="21" y="17"/>
                    </a:lnTo>
                    <a:lnTo>
                      <a:pt x="31" y="7"/>
                    </a:lnTo>
                    <a:lnTo>
                      <a:pt x="41" y="0"/>
                    </a:lnTo>
                    <a:lnTo>
                      <a:pt x="107" y="112"/>
                    </a:lnTo>
                    <a:lnTo>
                      <a:pt x="95" y="119"/>
                    </a:lnTo>
                    <a:lnTo>
                      <a:pt x="87" y="127"/>
                    </a:lnTo>
                    <a:lnTo>
                      <a:pt x="79" y="135"/>
                    </a:lnTo>
                    <a:lnTo>
                      <a:pt x="73" y="145"/>
                    </a:lnTo>
                    <a:lnTo>
                      <a:pt x="66" y="163"/>
                    </a:lnTo>
                    <a:lnTo>
                      <a:pt x="62" y="187"/>
                    </a:lnTo>
                    <a:lnTo>
                      <a:pt x="62" y="207"/>
                    </a:lnTo>
                    <a:lnTo>
                      <a:pt x="3" y="96"/>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11" name="Arc 125"/>
              <p:cNvSpPr>
                <a:spLocks/>
              </p:cNvSpPr>
              <p:nvPr/>
            </p:nvSpPr>
            <p:spPr bwMode="auto">
              <a:xfrm>
                <a:off x="3009" y="2229"/>
                <a:ext cx="87" cy="99"/>
              </a:xfrm>
              <a:custGeom>
                <a:avLst/>
                <a:gdLst>
                  <a:gd name="T0" fmla="*/ 3 w 21600"/>
                  <a:gd name="T1" fmla="*/ 99 h 26092"/>
                  <a:gd name="T2" fmla="*/ 57 w 21600"/>
                  <a:gd name="T3" fmla="*/ 0 h 26092"/>
                  <a:gd name="T4" fmla="*/ 87 w 21600"/>
                  <a:gd name="T5" fmla="*/ 77 h 26092"/>
                  <a:gd name="T6" fmla="*/ 0 60000 65536"/>
                  <a:gd name="T7" fmla="*/ 0 60000 65536"/>
                  <a:gd name="T8" fmla="*/ 0 60000 65536"/>
                  <a:gd name="T9" fmla="*/ 0 w 21600"/>
                  <a:gd name="T10" fmla="*/ 0 h 26092"/>
                  <a:gd name="T11" fmla="*/ 21600 w 21600"/>
                  <a:gd name="T12" fmla="*/ 26092 h 26092"/>
                </a:gdLst>
                <a:ahLst/>
                <a:cxnLst>
                  <a:cxn ang="T6">
                    <a:pos x="T0" y="T1"/>
                  </a:cxn>
                  <a:cxn ang="T7">
                    <a:pos x="T2" y="T3"/>
                  </a:cxn>
                  <a:cxn ang="T8">
                    <a:pos x="T4" y="T5"/>
                  </a:cxn>
                </a:cxnLst>
                <a:rect l="T9" t="T10" r="T11" b="T12"/>
                <a:pathLst>
                  <a:path w="21600" h="26092" fill="none" extrusionOk="0">
                    <a:moveTo>
                      <a:pt x="806" y="26092"/>
                    </a:moveTo>
                    <a:cubicBezTo>
                      <a:pt x="271" y="24188"/>
                      <a:pt x="0" y="22221"/>
                      <a:pt x="0" y="20244"/>
                    </a:cubicBezTo>
                    <a:cubicBezTo>
                      <a:pt x="-1" y="11219"/>
                      <a:pt x="5610" y="3146"/>
                      <a:pt x="14067" y="-1"/>
                    </a:cubicBezTo>
                  </a:path>
                  <a:path w="21600" h="26092" stroke="0" extrusionOk="0">
                    <a:moveTo>
                      <a:pt x="806" y="26092"/>
                    </a:moveTo>
                    <a:cubicBezTo>
                      <a:pt x="271" y="24188"/>
                      <a:pt x="0" y="22221"/>
                      <a:pt x="0" y="20244"/>
                    </a:cubicBezTo>
                    <a:cubicBezTo>
                      <a:pt x="-1" y="11219"/>
                      <a:pt x="5610" y="3146"/>
                      <a:pt x="14067" y="-1"/>
                    </a:cubicBezTo>
                    <a:lnTo>
                      <a:pt x="21600" y="20244"/>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12" name="Arc 126"/>
              <p:cNvSpPr>
                <a:spLocks/>
              </p:cNvSpPr>
              <p:nvPr/>
            </p:nvSpPr>
            <p:spPr bwMode="auto">
              <a:xfrm>
                <a:off x="3072" y="2338"/>
                <a:ext cx="171" cy="103"/>
              </a:xfrm>
              <a:custGeom>
                <a:avLst/>
                <a:gdLst>
                  <a:gd name="T0" fmla="*/ 3 w 42293"/>
                  <a:gd name="T1" fmla="*/ 103 h 27167"/>
                  <a:gd name="T2" fmla="*/ 171 w 42293"/>
                  <a:gd name="T3" fmla="*/ 58 h 27167"/>
                  <a:gd name="T4" fmla="*/ 87 w 42293"/>
                  <a:gd name="T5" fmla="*/ 82 h 27167"/>
                  <a:gd name="T6" fmla="*/ 0 60000 65536"/>
                  <a:gd name="T7" fmla="*/ 0 60000 65536"/>
                  <a:gd name="T8" fmla="*/ 0 60000 65536"/>
                  <a:gd name="T9" fmla="*/ 0 w 42293"/>
                  <a:gd name="T10" fmla="*/ 0 h 27167"/>
                  <a:gd name="T11" fmla="*/ 42293 w 42293"/>
                  <a:gd name="T12" fmla="*/ 27167 h 27167"/>
                </a:gdLst>
                <a:ahLst/>
                <a:cxnLst>
                  <a:cxn ang="T6">
                    <a:pos x="T0" y="T1"/>
                  </a:cxn>
                  <a:cxn ang="T7">
                    <a:pos x="T2" y="T3"/>
                  </a:cxn>
                  <a:cxn ang="T8">
                    <a:pos x="T4" y="T5"/>
                  </a:cxn>
                </a:cxnLst>
                <a:rect l="T9" t="T10" r="T11" b="T12"/>
                <a:pathLst>
                  <a:path w="42293" h="27167" fill="none" extrusionOk="0">
                    <a:moveTo>
                      <a:pt x="729" y="27167"/>
                    </a:moveTo>
                    <a:cubicBezTo>
                      <a:pt x="245" y="25351"/>
                      <a:pt x="0" y="23479"/>
                      <a:pt x="0" y="21600"/>
                    </a:cubicBezTo>
                    <a:cubicBezTo>
                      <a:pt x="0" y="9670"/>
                      <a:pt x="9670" y="0"/>
                      <a:pt x="21600" y="0"/>
                    </a:cubicBezTo>
                    <a:cubicBezTo>
                      <a:pt x="31144" y="-1"/>
                      <a:pt x="39556" y="6263"/>
                      <a:pt x="42293" y="15406"/>
                    </a:cubicBezTo>
                  </a:path>
                  <a:path w="42293" h="27167" stroke="0" extrusionOk="0">
                    <a:moveTo>
                      <a:pt x="729" y="27167"/>
                    </a:moveTo>
                    <a:cubicBezTo>
                      <a:pt x="245" y="25351"/>
                      <a:pt x="0" y="23479"/>
                      <a:pt x="0" y="21600"/>
                    </a:cubicBezTo>
                    <a:cubicBezTo>
                      <a:pt x="0" y="9670"/>
                      <a:pt x="9670" y="0"/>
                      <a:pt x="21600" y="0"/>
                    </a:cubicBezTo>
                    <a:cubicBezTo>
                      <a:pt x="31144" y="-1"/>
                      <a:pt x="39556" y="6263"/>
                      <a:pt x="42293" y="15406"/>
                    </a:cubicBezTo>
                    <a:lnTo>
                      <a:pt x="21600" y="21600"/>
                    </a:lnTo>
                    <a:close/>
                  </a:path>
                </a:pathLst>
              </a:custGeom>
              <a:solidFill>
                <a:srgbClr val="7F3F00"/>
              </a:solidFill>
              <a:ln w="12700">
                <a:solidFill>
                  <a:srgbClr val="000000"/>
                </a:solidFill>
                <a:round/>
                <a:headEnd/>
                <a:tailEnd/>
              </a:ln>
            </p:spPr>
            <p:txBody>
              <a:bodyPr/>
              <a:lstStyle/>
              <a:p>
                <a:endParaRPr lang="pt-BR"/>
              </a:p>
            </p:txBody>
          </p:sp>
          <p:grpSp>
            <p:nvGrpSpPr>
              <p:cNvPr id="113" name="Group 127"/>
              <p:cNvGrpSpPr>
                <a:grpSpLocks/>
              </p:cNvGrpSpPr>
              <p:nvPr/>
            </p:nvGrpSpPr>
            <p:grpSpPr bwMode="auto">
              <a:xfrm>
                <a:off x="3078" y="2354"/>
                <a:ext cx="182" cy="119"/>
                <a:chOff x="3078" y="2354"/>
                <a:chExt cx="182" cy="119"/>
              </a:xfrm>
            </p:grpSpPr>
            <p:grpSp>
              <p:nvGrpSpPr>
                <p:cNvPr id="137" name="Group 128"/>
                <p:cNvGrpSpPr>
                  <a:grpSpLocks/>
                </p:cNvGrpSpPr>
                <p:nvPr/>
              </p:nvGrpSpPr>
              <p:grpSpPr bwMode="auto">
                <a:xfrm>
                  <a:off x="3078" y="2354"/>
                  <a:ext cx="173" cy="101"/>
                  <a:chOff x="3078" y="2354"/>
                  <a:chExt cx="173" cy="101"/>
                </a:xfrm>
              </p:grpSpPr>
              <p:sp>
                <p:nvSpPr>
                  <p:cNvPr id="139" name="Arc 129"/>
                  <p:cNvSpPr>
                    <a:spLocks/>
                  </p:cNvSpPr>
                  <p:nvPr/>
                </p:nvSpPr>
                <p:spPr bwMode="auto">
                  <a:xfrm>
                    <a:off x="3078" y="2354"/>
                    <a:ext cx="172" cy="100"/>
                  </a:xfrm>
                  <a:custGeom>
                    <a:avLst/>
                    <a:gdLst>
                      <a:gd name="T0" fmla="*/ 2 w 42520"/>
                      <a:gd name="T1" fmla="*/ 100 h 26361"/>
                      <a:gd name="T2" fmla="*/ 172 w 42520"/>
                      <a:gd name="T3" fmla="*/ 62 h 26361"/>
                      <a:gd name="T4" fmla="*/ 87 w 42520"/>
                      <a:gd name="T5" fmla="*/ 82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0" name="Arc 130"/>
                  <p:cNvSpPr>
                    <a:spLocks/>
                  </p:cNvSpPr>
                  <p:nvPr/>
                </p:nvSpPr>
                <p:spPr bwMode="auto">
                  <a:xfrm>
                    <a:off x="3078" y="2364"/>
                    <a:ext cx="88" cy="90"/>
                  </a:xfrm>
                  <a:custGeom>
                    <a:avLst/>
                    <a:gdLst>
                      <a:gd name="T0" fmla="*/ 2 w 21600"/>
                      <a:gd name="T1" fmla="*/ 90 h 23652"/>
                      <a:gd name="T2" fmla="*/ 45 w 21600"/>
                      <a:gd name="T3" fmla="*/ 0 h 23652"/>
                      <a:gd name="T4" fmla="*/ 88 w 21600"/>
                      <a:gd name="T5" fmla="*/ 72 h 23652"/>
                      <a:gd name="T6" fmla="*/ 0 60000 65536"/>
                      <a:gd name="T7" fmla="*/ 0 60000 65536"/>
                      <a:gd name="T8" fmla="*/ 0 60000 65536"/>
                      <a:gd name="T9" fmla="*/ 0 w 21600"/>
                      <a:gd name="T10" fmla="*/ 0 h 23652"/>
                      <a:gd name="T11" fmla="*/ 21600 w 21600"/>
                      <a:gd name="T12" fmla="*/ 23652 h 23652"/>
                    </a:gdLst>
                    <a:ahLst/>
                    <a:cxnLst>
                      <a:cxn ang="T6">
                        <a:pos x="T0" y="T1"/>
                      </a:cxn>
                      <a:cxn ang="T7">
                        <a:pos x="T2" y="T3"/>
                      </a:cxn>
                      <a:cxn ang="T8">
                        <a:pos x="T4" y="T5"/>
                      </a:cxn>
                    </a:cxnLst>
                    <a:rect l="T9" t="T10" r="T11" b="T12"/>
                    <a:pathLst>
                      <a:path w="21600" h="23652" fill="none" extrusionOk="0">
                        <a:moveTo>
                          <a:pt x="531" y="23651"/>
                        </a:moveTo>
                        <a:cubicBezTo>
                          <a:pt x="178" y="22089"/>
                          <a:pt x="0" y="20492"/>
                          <a:pt x="0" y="18891"/>
                        </a:cubicBezTo>
                        <a:cubicBezTo>
                          <a:pt x="-1" y="11039"/>
                          <a:pt x="4260" y="3806"/>
                          <a:pt x="11126" y="-1"/>
                        </a:cubicBezTo>
                      </a:path>
                      <a:path w="21600" h="23652" stroke="0" extrusionOk="0">
                        <a:moveTo>
                          <a:pt x="531" y="23651"/>
                        </a:moveTo>
                        <a:cubicBezTo>
                          <a:pt x="178" y="22089"/>
                          <a:pt x="0" y="20492"/>
                          <a:pt x="0" y="18891"/>
                        </a:cubicBezTo>
                        <a:cubicBezTo>
                          <a:pt x="-1" y="11039"/>
                          <a:pt x="4260" y="3806"/>
                          <a:pt x="11126" y="-1"/>
                        </a:cubicBezTo>
                        <a:lnTo>
                          <a:pt x="21600" y="18891"/>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41" name="Arc 131"/>
                  <p:cNvSpPr>
                    <a:spLocks/>
                  </p:cNvSpPr>
                  <p:nvPr/>
                </p:nvSpPr>
                <p:spPr bwMode="auto">
                  <a:xfrm>
                    <a:off x="3079" y="2354"/>
                    <a:ext cx="172" cy="101"/>
                  </a:xfrm>
                  <a:custGeom>
                    <a:avLst/>
                    <a:gdLst>
                      <a:gd name="T0" fmla="*/ 2 w 42453"/>
                      <a:gd name="T1" fmla="*/ 101 h 26668"/>
                      <a:gd name="T2" fmla="*/ 172 w 42453"/>
                      <a:gd name="T3" fmla="*/ 60 h 26668"/>
                      <a:gd name="T4" fmla="*/ 88 w 42453"/>
                      <a:gd name="T5" fmla="*/ 82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138" name="Arc 132"/>
                <p:cNvSpPr>
                  <a:spLocks/>
                </p:cNvSpPr>
                <p:nvPr/>
              </p:nvSpPr>
              <p:spPr bwMode="auto">
                <a:xfrm>
                  <a:off x="3088" y="2372"/>
                  <a:ext cx="172" cy="101"/>
                </a:xfrm>
                <a:custGeom>
                  <a:avLst/>
                  <a:gdLst>
                    <a:gd name="T0" fmla="*/ 2 w 42453"/>
                    <a:gd name="T1" fmla="*/ 101 h 26668"/>
                    <a:gd name="T2" fmla="*/ 172 w 42453"/>
                    <a:gd name="T3" fmla="*/ 60 h 26668"/>
                    <a:gd name="T4" fmla="*/ 88 w 42453"/>
                    <a:gd name="T5" fmla="*/ 82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close/>
                    </a:path>
                  </a:pathLst>
                </a:custGeom>
                <a:solidFill>
                  <a:srgbClr val="7F3F00"/>
                </a:solidFill>
                <a:ln w="12700">
                  <a:solidFill>
                    <a:srgbClr val="000000"/>
                  </a:solidFill>
                  <a:round/>
                  <a:headEnd/>
                  <a:tailEnd/>
                </a:ln>
              </p:spPr>
              <p:txBody>
                <a:bodyPr/>
                <a:lstStyle/>
                <a:p>
                  <a:endParaRPr lang="pt-BR"/>
                </a:p>
              </p:txBody>
            </p:sp>
          </p:grpSp>
          <p:grpSp>
            <p:nvGrpSpPr>
              <p:cNvPr id="114" name="Group 133"/>
              <p:cNvGrpSpPr>
                <a:grpSpLocks/>
              </p:cNvGrpSpPr>
              <p:nvPr/>
            </p:nvGrpSpPr>
            <p:grpSpPr bwMode="auto">
              <a:xfrm>
                <a:off x="3095" y="2388"/>
                <a:ext cx="182" cy="118"/>
                <a:chOff x="3095" y="2388"/>
                <a:chExt cx="182" cy="118"/>
              </a:xfrm>
            </p:grpSpPr>
            <p:grpSp>
              <p:nvGrpSpPr>
                <p:cNvPr id="132" name="Group 134"/>
                <p:cNvGrpSpPr>
                  <a:grpSpLocks/>
                </p:cNvGrpSpPr>
                <p:nvPr/>
              </p:nvGrpSpPr>
              <p:grpSpPr bwMode="auto">
                <a:xfrm>
                  <a:off x="3095" y="2388"/>
                  <a:ext cx="173" cy="100"/>
                  <a:chOff x="3095" y="2388"/>
                  <a:chExt cx="173" cy="100"/>
                </a:xfrm>
              </p:grpSpPr>
              <p:sp>
                <p:nvSpPr>
                  <p:cNvPr id="134" name="Arc 135"/>
                  <p:cNvSpPr>
                    <a:spLocks/>
                  </p:cNvSpPr>
                  <p:nvPr/>
                </p:nvSpPr>
                <p:spPr bwMode="auto">
                  <a:xfrm>
                    <a:off x="3095" y="2388"/>
                    <a:ext cx="173" cy="99"/>
                  </a:xfrm>
                  <a:custGeom>
                    <a:avLst/>
                    <a:gdLst>
                      <a:gd name="T0" fmla="*/ 2 w 42583"/>
                      <a:gd name="T1" fmla="*/ 99 h 26108"/>
                      <a:gd name="T2" fmla="*/ 173 w 42583"/>
                      <a:gd name="T3" fmla="*/ 62 h 26108"/>
                      <a:gd name="T4" fmla="*/ 88 w 42583"/>
                      <a:gd name="T5" fmla="*/ 82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5" name="Arc 136"/>
                  <p:cNvSpPr>
                    <a:spLocks/>
                  </p:cNvSpPr>
                  <p:nvPr/>
                </p:nvSpPr>
                <p:spPr bwMode="auto">
                  <a:xfrm>
                    <a:off x="3095" y="2398"/>
                    <a:ext cx="88" cy="89"/>
                  </a:xfrm>
                  <a:custGeom>
                    <a:avLst/>
                    <a:gdLst>
                      <a:gd name="T0" fmla="*/ 2 w 21600"/>
                      <a:gd name="T1" fmla="*/ 89 h 23399"/>
                      <a:gd name="T2" fmla="*/ 45 w 21600"/>
                      <a:gd name="T3" fmla="*/ 0 h 23399"/>
                      <a:gd name="T4" fmla="*/ 88 w 21600"/>
                      <a:gd name="T5" fmla="*/ 72 h 23399"/>
                      <a:gd name="T6" fmla="*/ 0 60000 65536"/>
                      <a:gd name="T7" fmla="*/ 0 60000 65536"/>
                      <a:gd name="T8" fmla="*/ 0 60000 65536"/>
                      <a:gd name="T9" fmla="*/ 0 w 21600"/>
                      <a:gd name="T10" fmla="*/ 0 h 23399"/>
                      <a:gd name="T11" fmla="*/ 21600 w 21600"/>
                      <a:gd name="T12" fmla="*/ 23399 h 23399"/>
                    </a:gdLst>
                    <a:ahLst/>
                    <a:cxnLst>
                      <a:cxn ang="T6">
                        <a:pos x="T0" y="T1"/>
                      </a:cxn>
                      <a:cxn ang="T7">
                        <a:pos x="T2" y="T3"/>
                      </a:cxn>
                      <a:cxn ang="T8">
                        <a:pos x="T4" y="T5"/>
                      </a:cxn>
                    </a:cxnLst>
                    <a:rect l="T9" t="T10" r="T11" b="T12"/>
                    <a:pathLst>
                      <a:path w="21600" h="23399" fill="none" extrusionOk="0">
                        <a:moveTo>
                          <a:pt x="475" y="23399"/>
                        </a:moveTo>
                        <a:cubicBezTo>
                          <a:pt x="159" y="21917"/>
                          <a:pt x="0" y="20406"/>
                          <a:pt x="0" y="18891"/>
                        </a:cubicBezTo>
                        <a:cubicBezTo>
                          <a:pt x="-1" y="11039"/>
                          <a:pt x="4260" y="3806"/>
                          <a:pt x="11126" y="-1"/>
                        </a:cubicBezTo>
                      </a:path>
                      <a:path w="21600" h="23399" stroke="0" extrusionOk="0">
                        <a:moveTo>
                          <a:pt x="475" y="23399"/>
                        </a:moveTo>
                        <a:cubicBezTo>
                          <a:pt x="159" y="21917"/>
                          <a:pt x="0" y="20406"/>
                          <a:pt x="0" y="18891"/>
                        </a:cubicBezTo>
                        <a:cubicBezTo>
                          <a:pt x="-1" y="11039"/>
                          <a:pt x="4260" y="3806"/>
                          <a:pt x="11126" y="-1"/>
                        </a:cubicBezTo>
                        <a:lnTo>
                          <a:pt x="21600" y="18891"/>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6" name="Arc 137"/>
                  <p:cNvSpPr>
                    <a:spLocks/>
                  </p:cNvSpPr>
                  <p:nvPr/>
                </p:nvSpPr>
                <p:spPr bwMode="auto">
                  <a:xfrm>
                    <a:off x="3096" y="2388"/>
                    <a:ext cx="172" cy="100"/>
                  </a:xfrm>
                  <a:custGeom>
                    <a:avLst/>
                    <a:gdLst>
                      <a:gd name="T0" fmla="*/ 2 w 42520"/>
                      <a:gd name="T1" fmla="*/ 100 h 26361"/>
                      <a:gd name="T2" fmla="*/ 172 w 42520"/>
                      <a:gd name="T3" fmla="*/ 62 h 26361"/>
                      <a:gd name="T4" fmla="*/ 87 w 42520"/>
                      <a:gd name="T5" fmla="*/ 82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133" name="Arc 138"/>
                <p:cNvSpPr>
                  <a:spLocks/>
                </p:cNvSpPr>
                <p:nvPr/>
              </p:nvSpPr>
              <p:spPr bwMode="auto">
                <a:xfrm>
                  <a:off x="3105" y="2406"/>
                  <a:ext cx="172" cy="100"/>
                </a:xfrm>
                <a:custGeom>
                  <a:avLst/>
                  <a:gdLst>
                    <a:gd name="T0" fmla="*/ 2 w 42520"/>
                    <a:gd name="T1" fmla="*/ 100 h 26361"/>
                    <a:gd name="T2" fmla="*/ 172 w 42520"/>
                    <a:gd name="T3" fmla="*/ 62 h 26361"/>
                    <a:gd name="T4" fmla="*/ 87 w 42520"/>
                    <a:gd name="T5" fmla="*/ 82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close/>
                    </a:path>
                  </a:pathLst>
                </a:custGeom>
                <a:solidFill>
                  <a:srgbClr val="7F3F00"/>
                </a:solidFill>
                <a:ln w="12700">
                  <a:solidFill>
                    <a:srgbClr val="000000"/>
                  </a:solidFill>
                  <a:round/>
                  <a:headEnd/>
                  <a:tailEnd/>
                </a:ln>
              </p:spPr>
              <p:txBody>
                <a:bodyPr/>
                <a:lstStyle/>
                <a:p>
                  <a:endParaRPr lang="pt-BR"/>
                </a:p>
              </p:txBody>
            </p:sp>
          </p:grpSp>
          <p:grpSp>
            <p:nvGrpSpPr>
              <p:cNvPr id="115" name="Group 139"/>
              <p:cNvGrpSpPr>
                <a:grpSpLocks/>
              </p:cNvGrpSpPr>
              <p:nvPr/>
            </p:nvGrpSpPr>
            <p:grpSpPr bwMode="auto">
              <a:xfrm>
                <a:off x="3113" y="2420"/>
                <a:ext cx="173" cy="98"/>
                <a:chOff x="3113" y="2420"/>
                <a:chExt cx="173" cy="98"/>
              </a:xfrm>
            </p:grpSpPr>
            <p:sp>
              <p:nvSpPr>
                <p:cNvPr id="130" name="Arc 140"/>
                <p:cNvSpPr>
                  <a:spLocks/>
                </p:cNvSpPr>
                <p:nvPr/>
              </p:nvSpPr>
              <p:spPr bwMode="auto">
                <a:xfrm>
                  <a:off x="3113" y="2420"/>
                  <a:ext cx="173" cy="98"/>
                </a:xfrm>
                <a:custGeom>
                  <a:avLst/>
                  <a:gdLst>
                    <a:gd name="T0" fmla="*/ 2 w 42657"/>
                    <a:gd name="T1" fmla="*/ 98 h 25854"/>
                    <a:gd name="T2" fmla="*/ 173 w 42657"/>
                    <a:gd name="T3" fmla="*/ 64 h 25854"/>
                    <a:gd name="T4" fmla="*/ 88 w 42657"/>
                    <a:gd name="T5" fmla="*/ 82 h 25854"/>
                    <a:gd name="T6" fmla="*/ 0 60000 65536"/>
                    <a:gd name="T7" fmla="*/ 0 60000 65536"/>
                    <a:gd name="T8" fmla="*/ 0 60000 65536"/>
                    <a:gd name="T9" fmla="*/ 0 w 42657"/>
                    <a:gd name="T10" fmla="*/ 0 h 25854"/>
                    <a:gd name="T11" fmla="*/ 42657 w 42657"/>
                    <a:gd name="T12" fmla="*/ 25854 h 25854"/>
                  </a:gdLst>
                  <a:ahLst/>
                  <a:cxnLst>
                    <a:cxn ang="T6">
                      <a:pos x="T0" y="T1"/>
                    </a:cxn>
                    <a:cxn ang="T7">
                      <a:pos x="T2" y="T3"/>
                    </a:cxn>
                    <a:cxn ang="T8">
                      <a:pos x="T4" y="T5"/>
                    </a:cxn>
                  </a:cxnLst>
                  <a:rect l="T9" t="T10" r="T11" b="T12"/>
                  <a:pathLst>
                    <a:path w="42657" h="25854" fill="none" extrusionOk="0">
                      <a:moveTo>
                        <a:pt x="423" y="25853"/>
                      </a:moveTo>
                      <a:cubicBezTo>
                        <a:pt x="141" y="24453"/>
                        <a:pt x="0" y="23028"/>
                        <a:pt x="0" y="21600"/>
                      </a:cubicBezTo>
                      <a:cubicBezTo>
                        <a:pt x="0" y="9670"/>
                        <a:pt x="9670" y="0"/>
                        <a:pt x="21600" y="0"/>
                      </a:cubicBezTo>
                      <a:cubicBezTo>
                        <a:pt x="31674" y="-1"/>
                        <a:pt x="40410" y="6964"/>
                        <a:pt x="42656" y="16785"/>
                      </a:cubicBezTo>
                    </a:path>
                    <a:path w="42657" h="25854" stroke="0" extrusionOk="0">
                      <a:moveTo>
                        <a:pt x="423" y="25853"/>
                      </a:moveTo>
                      <a:cubicBezTo>
                        <a:pt x="141" y="24453"/>
                        <a:pt x="0" y="23028"/>
                        <a:pt x="0" y="21600"/>
                      </a:cubicBezTo>
                      <a:cubicBezTo>
                        <a:pt x="0" y="9670"/>
                        <a:pt x="9670" y="0"/>
                        <a:pt x="21600" y="0"/>
                      </a:cubicBezTo>
                      <a:cubicBezTo>
                        <a:pt x="31674" y="-1"/>
                        <a:pt x="40410" y="6964"/>
                        <a:pt x="42656" y="16785"/>
                      </a:cubicBezTo>
                      <a:lnTo>
                        <a:pt x="21600" y="2160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31" name="Arc 141"/>
                <p:cNvSpPr>
                  <a:spLocks/>
                </p:cNvSpPr>
                <p:nvPr/>
              </p:nvSpPr>
              <p:spPr bwMode="auto">
                <a:xfrm>
                  <a:off x="3113" y="2430"/>
                  <a:ext cx="88" cy="88"/>
                </a:xfrm>
                <a:custGeom>
                  <a:avLst/>
                  <a:gdLst>
                    <a:gd name="T0" fmla="*/ 2 w 21600"/>
                    <a:gd name="T1" fmla="*/ 88 h 23145"/>
                    <a:gd name="T2" fmla="*/ 45 w 21600"/>
                    <a:gd name="T3" fmla="*/ 0 h 23145"/>
                    <a:gd name="T4" fmla="*/ 88 w 21600"/>
                    <a:gd name="T5" fmla="*/ 72 h 23145"/>
                    <a:gd name="T6" fmla="*/ 0 60000 65536"/>
                    <a:gd name="T7" fmla="*/ 0 60000 65536"/>
                    <a:gd name="T8" fmla="*/ 0 60000 65536"/>
                    <a:gd name="T9" fmla="*/ 0 w 21600"/>
                    <a:gd name="T10" fmla="*/ 0 h 23145"/>
                    <a:gd name="T11" fmla="*/ 21600 w 21600"/>
                    <a:gd name="T12" fmla="*/ 23145 h 23145"/>
                  </a:gdLst>
                  <a:ahLst/>
                  <a:cxnLst>
                    <a:cxn ang="T6">
                      <a:pos x="T0" y="T1"/>
                    </a:cxn>
                    <a:cxn ang="T7">
                      <a:pos x="T2" y="T3"/>
                    </a:cxn>
                    <a:cxn ang="T8">
                      <a:pos x="T4" y="T5"/>
                    </a:cxn>
                  </a:cxnLst>
                  <a:rect l="T9" t="T10" r="T11" b="T12"/>
                  <a:pathLst>
                    <a:path w="21600" h="23145" fill="none" extrusionOk="0">
                      <a:moveTo>
                        <a:pt x="423" y="23144"/>
                      </a:moveTo>
                      <a:cubicBezTo>
                        <a:pt x="141" y="21744"/>
                        <a:pt x="0" y="20319"/>
                        <a:pt x="0" y="18891"/>
                      </a:cubicBezTo>
                      <a:cubicBezTo>
                        <a:pt x="-1" y="11039"/>
                        <a:pt x="4260" y="3806"/>
                        <a:pt x="11126" y="-1"/>
                      </a:cubicBezTo>
                    </a:path>
                    <a:path w="21600" h="23145" stroke="0" extrusionOk="0">
                      <a:moveTo>
                        <a:pt x="423" y="23144"/>
                      </a:moveTo>
                      <a:cubicBezTo>
                        <a:pt x="141" y="21744"/>
                        <a:pt x="0" y="20319"/>
                        <a:pt x="0" y="18891"/>
                      </a:cubicBezTo>
                      <a:cubicBezTo>
                        <a:pt x="-1" y="11039"/>
                        <a:pt x="4260" y="3806"/>
                        <a:pt x="11126" y="-1"/>
                      </a:cubicBezTo>
                      <a:lnTo>
                        <a:pt x="21600" y="18891"/>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nvGrpSpPr>
              <p:cNvPr id="116" name="Group 142"/>
              <p:cNvGrpSpPr>
                <a:grpSpLocks/>
              </p:cNvGrpSpPr>
              <p:nvPr/>
            </p:nvGrpSpPr>
            <p:grpSpPr bwMode="auto">
              <a:xfrm>
                <a:off x="3114" y="2420"/>
                <a:ext cx="182" cy="117"/>
                <a:chOff x="3114" y="2420"/>
                <a:chExt cx="182" cy="117"/>
              </a:xfrm>
            </p:grpSpPr>
            <p:sp>
              <p:nvSpPr>
                <p:cNvPr id="128" name="Arc 143"/>
                <p:cNvSpPr>
                  <a:spLocks/>
                </p:cNvSpPr>
                <p:nvPr/>
              </p:nvSpPr>
              <p:spPr bwMode="auto">
                <a:xfrm>
                  <a:off x="3114" y="2420"/>
                  <a:ext cx="173" cy="99"/>
                </a:xfrm>
                <a:custGeom>
                  <a:avLst/>
                  <a:gdLst>
                    <a:gd name="T0" fmla="*/ 2 w 42583"/>
                    <a:gd name="T1" fmla="*/ 99 h 26108"/>
                    <a:gd name="T2" fmla="*/ 173 w 42583"/>
                    <a:gd name="T3" fmla="*/ 62 h 26108"/>
                    <a:gd name="T4" fmla="*/ 88 w 42583"/>
                    <a:gd name="T5" fmla="*/ 82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29" name="Arc 144"/>
                <p:cNvSpPr>
                  <a:spLocks/>
                </p:cNvSpPr>
                <p:nvPr/>
              </p:nvSpPr>
              <p:spPr bwMode="auto">
                <a:xfrm>
                  <a:off x="3123" y="2438"/>
                  <a:ext cx="173" cy="99"/>
                </a:xfrm>
                <a:custGeom>
                  <a:avLst/>
                  <a:gdLst>
                    <a:gd name="T0" fmla="*/ 2 w 42583"/>
                    <a:gd name="T1" fmla="*/ 99 h 26108"/>
                    <a:gd name="T2" fmla="*/ 173 w 42583"/>
                    <a:gd name="T3" fmla="*/ 62 h 26108"/>
                    <a:gd name="T4" fmla="*/ 88 w 42583"/>
                    <a:gd name="T5" fmla="*/ 82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close/>
                    </a:path>
                  </a:pathLst>
                </a:custGeom>
                <a:solidFill>
                  <a:srgbClr val="7F3F00"/>
                </a:solidFill>
                <a:ln w="12700">
                  <a:solidFill>
                    <a:srgbClr val="000000"/>
                  </a:solidFill>
                  <a:round/>
                  <a:headEnd/>
                  <a:tailEnd/>
                </a:ln>
              </p:spPr>
              <p:txBody>
                <a:bodyPr/>
                <a:lstStyle/>
                <a:p>
                  <a:endParaRPr lang="pt-BR"/>
                </a:p>
              </p:txBody>
            </p:sp>
          </p:grpSp>
          <p:grpSp>
            <p:nvGrpSpPr>
              <p:cNvPr id="117" name="Group 145"/>
              <p:cNvGrpSpPr>
                <a:grpSpLocks/>
              </p:cNvGrpSpPr>
              <p:nvPr/>
            </p:nvGrpSpPr>
            <p:grpSpPr bwMode="auto">
              <a:xfrm>
                <a:off x="3014" y="2275"/>
                <a:ext cx="565" cy="811"/>
                <a:chOff x="3014" y="2275"/>
                <a:chExt cx="565" cy="811"/>
              </a:xfrm>
            </p:grpSpPr>
            <p:sp>
              <p:nvSpPr>
                <p:cNvPr id="126" name="Line 146"/>
                <p:cNvSpPr>
                  <a:spLocks noChangeShapeType="1"/>
                </p:cNvSpPr>
                <p:nvPr/>
              </p:nvSpPr>
              <p:spPr bwMode="auto">
                <a:xfrm>
                  <a:off x="3178" y="2275"/>
                  <a:ext cx="401" cy="72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27" name="Line 147"/>
                <p:cNvSpPr>
                  <a:spLocks noChangeShapeType="1"/>
                </p:cNvSpPr>
                <p:nvPr/>
              </p:nvSpPr>
              <p:spPr bwMode="auto">
                <a:xfrm>
                  <a:off x="3014" y="2333"/>
                  <a:ext cx="402" cy="75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grpSp>
          <p:grpSp>
            <p:nvGrpSpPr>
              <p:cNvPr id="118" name="Group 148"/>
              <p:cNvGrpSpPr>
                <a:grpSpLocks/>
              </p:cNvGrpSpPr>
              <p:nvPr/>
            </p:nvGrpSpPr>
            <p:grpSpPr bwMode="auto">
              <a:xfrm>
                <a:off x="3131" y="2452"/>
                <a:ext cx="181" cy="116"/>
                <a:chOff x="3131" y="2452"/>
                <a:chExt cx="181" cy="116"/>
              </a:xfrm>
            </p:grpSpPr>
            <p:grpSp>
              <p:nvGrpSpPr>
                <p:cNvPr id="121" name="Group 149"/>
                <p:cNvGrpSpPr>
                  <a:grpSpLocks/>
                </p:cNvGrpSpPr>
                <p:nvPr/>
              </p:nvGrpSpPr>
              <p:grpSpPr bwMode="auto">
                <a:xfrm>
                  <a:off x="3131" y="2452"/>
                  <a:ext cx="173" cy="97"/>
                  <a:chOff x="3131" y="2452"/>
                  <a:chExt cx="173" cy="97"/>
                </a:xfrm>
              </p:grpSpPr>
              <p:sp>
                <p:nvSpPr>
                  <p:cNvPr id="124" name="Arc 150"/>
                  <p:cNvSpPr>
                    <a:spLocks/>
                  </p:cNvSpPr>
                  <p:nvPr/>
                </p:nvSpPr>
                <p:spPr bwMode="auto">
                  <a:xfrm>
                    <a:off x="3131" y="2452"/>
                    <a:ext cx="173" cy="97"/>
                  </a:xfrm>
                  <a:custGeom>
                    <a:avLst/>
                    <a:gdLst>
                      <a:gd name="T0" fmla="*/ 2 w 42713"/>
                      <a:gd name="T1" fmla="*/ 97 h 25597"/>
                      <a:gd name="T2" fmla="*/ 173 w 42713"/>
                      <a:gd name="T3" fmla="*/ 65 h 25597"/>
                      <a:gd name="T4" fmla="*/ 87 w 42713"/>
                      <a:gd name="T5" fmla="*/ 82 h 25597"/>
                      <a:gd name="T6" fmla="*/ 0 60000 65536"/>
                      <a:gd name="T7" fmla="*/ 0 60000 65536"/>
                      <a:gd name="T8" fmla="*/ 0 60000 65536"/>
                      <a:gd name="T9" fmla="*/ 0 w 42713"/>
                      <a:gd name="T10" fmla="*/ 0 h 25597"/>
                      <a:gd name="T11" fmla="*/ 42713 w 42713"/>
                      <a:gd name="T12" fmla="*/ 25597 h 25597"/>
                    </a:gdLst>
                    <a:ahLst/>
                    <a:cxnLst>
                      <a:cxn ang="T6">
                        <a:pos x="T0" y="T1"/>
                      </a:cxn>
                      <a:cxn ang="T7">
                        <a:pos x="T2" y="T3"/>
                      </a:cxn>
                      <a:cxn ang="T8">
                        <a:pos x="T4" y="T5"/>
                      </a:cxn>
                    </a:cxnLst>
                    <a:rect l="T9" t="T10" r="T11" b="T12"/>
                    <a:pathLst>
                      <a:path w="42713" h="25597" fill="none" extrusionOk="0">
                        <a:moveTo>
                          <a:pt x="373" y="25596"/>
                        </a:moveTo>
                        <a:cubicBezTo>
                          <a:pt x="124" y="24279"/>
                          <a:pt x="0" y="22941"/>
                          <a:pt x="0" y="21600"/>
                        </a:cubicBezTo>
                        <a:cubicBezTo>
                          <a:pt x="0" y="9670"/>
                          <a:pt x="9670" y="0"/>
                          <a:pt x="21600" y="0"/>
                        </a:cubicBezTo>
                        <a:cubicBezTo>
                          <a:pt x="31772" y="-1"/>
                          <a:pt x="40565" y="7097"/>
                          <a:pt x="42713" y="17039"/>
                        </a:cubicBezTo>
                      </a:path>
                      <a:path w="42713" h="25597" stroke="0" extrusionOk="0">
                        <a:moveTo>
                          <a:pt x="373" y="25596"/>
                        </a:moveTo>
                        <a:cubicBezTo>
                          <a:pt x="124" y="24279"/>
                          <a:pt x="0" y="22941"/>
                          <a:pt x="0" y="21600"/>
                        </a:cubicBezTo>
                        <a:cubicBezTo>
                          <a:pt x="0" y="9670"/>
                          <a:pt x="9670" y="0"/>
                          <a:pt x="21600" y="0"/>
                        </a:cubicBezTo>
                        <a:cubicBezTo>
                          <a:pt x="31772" y="-1"/>
                          <a:pt x="40565" y="7097"/>
                          <a:pt x="42713" y="17039"/>
                        </a:cubicBezTo>
                        <a:lnTo>
                          <a:pt x="21600" y="2160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5" name="Arc 151"/>
                  <p:cNvSpPr>
                    <a:spLocks/>
                  </p:cNvSpPr>
                  <p:nvPr/>
                </p:nvSpPr>
                <p:spPr bwMode="auto">
                  <a:xfrm>
                    <a:off x="3131" y="2462"/>
                    <a:ext cx="88" cy="87"/>
                  </a:xfrm>
                  <a:custGeom>
                    <a:avLst/>
                    <a:gdLst>
                      <a:gd name="T0" fmla="*/ 2 w 21600"/>
                      <a:gd name="T1" fmla="*/ 87 h 22888"/>
                      <a:gd name="T2" fmla="*/ 45 w 21600"/>
                      <a:gd name="T3" fmla="*/ 0 h 22888"/>
                      <a:gd name="T4" fmla="*/ 88 w 21600"/>
                      <a:gd name="T5" fmla="*/ 72 h 22888"/>
                      <a:gd name="T6" fmla="*/ 0 60000 65536"/>
                      <a:gd name="T7" fmla="*/ 0 60000 65536"/>
                      <a:gd name="T8" fmla="*/ 0 60000 65536"/>
                      <a:gd name="T9" fmla="*/ 0 w 21600"/>
                      <a:gd name="T10" fmla="*/ 0 h 22888"/>
                      <a:gd name="T11" fmla="*/ 21600 w 21600"/>
                      <a:gd name="T12" fmla="*/ 22888 h 22888"/>
                    </a:gdLst>
                    <a:ahLst/>
                    <a:cxnLst>
                      <a:cxn ang="T6">
                        <a:pos x="T0" y="T1"/>
                      </a:cxn>
                      <a:cxn ang="T7">
                        <a:pos x="T2" y="T3"/>
                      </a:cxn>
                      <a:cxn ang="T8">
                        <a:pos x="T4" y="T5"/>
                      </a:cxn>
                    </a:cxnLst>
                    <a:rect l="T9" t="T10" r="T11" b="T12"/>
                    <a:pathLst>
                      <a:path w="21600" h="22888" fill="none" extrusionOk="0">
                        <a:moveTo>
                          <a:pt x="373" y="22887"/>
                        </a:moveTo>
                        <a:cubicBezTo>
                          <a:pt x="124" y="21570"/>
                          <a:pt x="0" y="20232"/>
                          <a:pt x="0" y="18891"/>
                        </a:cubicBezTo>
                        <a:cubicBezTo>
                          <a:pt x="-1" y="11039"/>
                          <a:pt x="4260" y="3806"/>
                          <a:pt x="11126" y="-1"/>
                        </a:cubicBezTo>
                      </a:path>
                      <a:path w="21600" h="22888" stroke="0" extrusionOk="0">
                        <a:moveTo>
                          <a:pt x="373" y="22887"/>
                        </a:moveTo>
                        <a:cubicBezTo>
                          <a:pt x="124" y="21570"/>
                          <a:pt x="0" y="20232"/>
                          <a:pt x="0" y="18891"/>
                        </a:cubicBezTo>
                        <a:cubicBezTo>
                          <a:pt x="-1" y="11039"/>
                          <a:pt x="4260" y="3806"/>
                          <a:pt x="11126" y="-1"/>
                        </a:cubicBezTo>
                        <a:lnTo>
                          <a:pt x="21600" y="18891"/>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122" name="Arc 152"/>
                <p:cNvSpPr>
                  <a:spLocks/>
                </p:cNvSpPr>
                <p:nvPr/>
              </p:nvSpPr>
              <p:spPr bwMode="auto">
                <a:xfrm>
                  <a:off x="3132" y="2452"/>
                  <a:ext cx="173" cy="98"/>
                </a:xfrm>
                <a:custGeom>
                  <a:avLst/>
                  <a:gdLst>
                    <a:gd name="T0" fmla="*/ 2 w 42657"/>
                    <a:gd name="T1" fmla="*/ 98 h 25854"/>
                    <a:gd name="T2" fmla="*/ 173 w 42657"/>
                    <a:gd name="T3" fmla="*/ 64 h 25854"/>
                    <a:gd name="T4" fmla="*/ 88 w 42657"/>
                    <a:gd name="T5" fmla="*/ 82 h 25854"/>
                    <a:gd name="T6" fmla="*/ 0 60000 65536"/>
                    <a:gd name="T7" fmla="*/ 0 60000 65536"/>
                    <a:gd name="T8" fmla="*/ 0 60000 65536"/>
                    <a:gd name="T9" fmla="*/ 0 w 42657"/>
                    <a:gd name="T10" fmla="*/ 0 h 25854"/>
                    <a:gd name="T11" fmla="*/ 42657 w 42657"/>
                    <a:gd name="T12" fmla="*/ 25854 h 25854"/>
                  </a:gdLst>
                  <a:ahLst/>
                  <a:cxnLst>
                    <a:cxn ang="T6">
                      <a:pos x="T0" y="T1"/>
                    </a:cxn>
                    <a:cxn ang="T7">
                      <a:pos x="T2" y="T3"/>
                    </a:cxn>
                    <a:cxn ang="T8">
                      <a:pos x="T4" y="T5"/>
                    </a:cxn>
                  </a:cxnLst>
                  <a:rect l="T9" t="T10" r="T11" b="T12"/>
                  <a:pathLst>
                    <a:path w="42657" h="25854" fill="none" extrusionOk="0">
                      <a:moveTo>
                        <a:pt x="423" y="25853"/>
                      </a:moveTo>
                      <a:cubicBezTo>
                        <a:pt x="141" y="24453"/>
                        <a:pt x="0" y="23028"/>
                        <a:pt x="0" y="21600"/>
                      </a:cubicBezTo>
                      <a:cubicBezTo>
                        <a:pt x="0" y="9670"/>
                        <a:pt x="9670" y="0"/>
                        <a:pt x="21600" y="0"/>
                      </a:cubicBezTo>
                      <a:cubicBezTo>
                        <a:pt x="31674" y="-1"/>
                        <a:pt x="40410" y="6964"/>
                        <a:pt x="42656" y="16785"/>
                      </a:cubicBezTo>
                    </a:path>
                    <a:path w="42657" h="25854" stroke="0" extrusionOk="0">
                      <a:moveTo>
                        <a:pt x="423" y="25853"/>
                      </a:moveTo>
                      <a:cubicBezTo>
                        <a:pt x="141" y="24453"/>
                        <a:pt x="0" y="23028"/>
                        <a:pt x="0" y="21600"/>
                      </a:cubicBezTo>
                      <a:cubicBezTo>
                        <a:pt x="0" y="9670"/>
                        <a:pt x="9670" y="0"/>
                        <a:pt x="21600" y="0"/>
                      </a:cubicBezTo>
                      <a:cubicBezTo>
                        <a:pt x="31674" y="-1"/>
                        <a:pt x="40410" y="6964"/>
                        <a:pt x="42656" y="16785"/>
                      </a:cubicBezTo>
                      <a:lnTo>
                        <a:pt x="21600" y="2160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23" name="Arc 153"/>
                <p:cNvSpPr>
                  <a:spLocks/>
                </p:cNvSpPr>
                <p:nvPr/>
              </p:nvSpPr>
              <p:spPr bwMode="auto">
                <a:xfrm>
                  <a:off x="3140" y="2467"/>
                  <a:ext cx="172" cy="101"/>
                </a:xfrm>
                <a:custGeom>
                  <a:avLst/>
                  <a:gdLst>
                    <a:gd name="T0" fmla="*/ 2 w 42453"/>
                    <a:gd name="T1" fmla="*/ 101 h 26668"/>
                    <a:gd name="T2" fmla="*/ 172 w 42453"/>
                    <a:gd name="T3" fmla="*/ 60 h 26668"/>
                    <a:gd name="T4" fmla="*/ 88 w 42453"/>
                    <a:gd name="T5" fmla="*/ 82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119" name="Freeform 154"/>
              <p:cNvSpPr>
                <a:spLocks/>
              </p:cNvSpPr>
              <p:nvPr/>
            </p:nvSpPr>
            <p:spPr bwMode="auto">
              <a:xfrm>
                <a:off x="3136" y="2471"/>
                <a:ext cx="348" cy="597"/>
              </a:xfrm>
              <a:custGeom>
                <a:avLst/>
                <a:gdLst>
                  <a:gd name="T0" fmla="*/ 44 w 348"/>
                  <a:gd name="T1" fmla="*/ 0 h 597"/>
                  <a:gd name="T2" fmla="*/ 31 w 348"/>
                  <a:gd name="T3" fmla="*/ 8 h 597"/>
                  <a:gd name="T4" fmla="*/ 21 w 348"/>
                  <a:gd name="T5" fmla="*/ 16 h 597"/>
                  <a:gd name="T6" fmla="*/ 12 w 348"/>
                  <a:gd name="T7" fmla="*/ 26 h 597"/>
                  <a:gd name="T8" fmla="*/ 8 w 348"/>
                  <a:gd name="T9" fmla="*/ 36 h 597"/>
                  <a:gd name="T10" fmla="*/ 4 w 348"/>
                  <a:gd name="T11" fmla="*/ 47 h 597"/>
                  <a:gd name="T12" fmla="*/ 1 w 348"/>
                  <a:gd name="T13" fmla="*/ 58 h 597"/>
                  <a:gd name="T14" fmla="*/ 0 w 348"/>
                  <a:gd name="T15" fmla="*/ 71 h 597"/>
                  <a:gd name="T16" fmla="*/ 0 w 348"/>
                  <a:gd name="T17" fmla="*/ 86 h 597"/>
                  <a:gd name="T18" fmla="*/ 270 w 348"/>
                  <a:gd name="T19" fmla="*/ 597 h 597"/>
                  <a:gd name="T20" fmla="*/ 348 w 348"/>
                  <a:gd name="T21" fmla="*/ 543 h 597"/>
                  <a:gd name="T22" fmla="*/ 44 w 348"/>
                  <a:gd name="T23" fmla="*/ 0 h 5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8"/>
                  <a:gd name="T37" fmla="*/ 0 h 597"/>
                  <a:gd name="T38" fmla="*/ 348 w 348"/>
                  <a:gd name="T39" fmla="*/ 597 h 5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8" h="597">
                    <a:moveTo>
                      <a:pt x="44" y="0"/>
                    </a:moveTo>
                    <a:lnTo>
                      <a:pt x="31" y="8"/>
                    </a:lnTo>
                    <a:lnTo>
                      <a:pt x="21" y="16"/>
                    </a:lnTo>
                    <a:lnTo>
                      <a:pt x="12" y="26"/>
                    </a:lnTo>
                    <a:lnTo>
                      <a:pt x="8" y="36"/>
                    </a:lnTo>
                    <a:lnTo>
                      <a:pt x="4" y="47"/>
                    </a:lnTo>
                    <a:lnTo>
                      <a:pt x="1" y="58"/>
                    </a:lnTo>
                    <a:lnTo>
                      <a:pt x="0" y="71"/>
                    </a:lnTo>
                    <a:lnTo>
                      <a:pt x="0" y="86"/>
                    </a:lnTo>
                    <a:lnTo>
                      <a:pt x="270" y="597"/>
                    </a:lnTo>
                    <a:lnTo>
                      <a:pt x="348" y="543"/>
                    </a:lnTo>
                    <a:lnTo>
                      <a:pt x="44" y="0"/>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20" name="Oval 155"/>
              <p:cNvSpPr>
                <a:spLocks noChangeArrowheads="1"/>
              </p:cNvSpPr>
              <p:nvPr/>
            </p:nvSpPr>
            <p:spPr bwMode="auto">
              <a:xfrm>
                <a:off x="3410" y="2966"/>
                <a:ext cx="190" cy="183"/>
              </a:xfrm>
              <a:prstGeom prst="ellipse">
                <a:avLst/>
              </a:prstGeom>
              <a:solidFill>
                <a:srgbClr val="7F5F3F"/>
              </a:solidFill>
              <a:ln w="12700">
                <a:solidFill>
                  <a:srgbClr val="000000"/>
                </a:solidFill>
                <a:round/>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pt-BR" altLang="pt-BR"/>
              </a:p>
            </p:txBody>
          </p:sp>
        </p:grpSp>
      </p:grpSp>
    </p:spTree>
    <p:extLst>
      <p:ext uri="{BB962C8B-B14F-4D97-AF65-F5344CB8AC3E}">
        <p14:creationId xmlns:p14="http://schemas.microsoft.com/office/powerpoint/2010/main" val="2091729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nodeType="afterEffect">
                                  <p:stCondLst>
                                    <p:cond delay="0"/>
                                  </p:stCondLst>
                                  <p:childTnLst>
                                    <p:set>
                                      <p:cBhvr>
                                        <p:cTn id="6" dur="1" fill="hold">
                                          <p:stCondLst>
                                            <p:cond delay="0"/>
                                          </p:stCondLst>
                                        </p:cTn>
                                        <p:tgtEl>
                                          <p:spTgt spid="104"/>
                                        </p:tgtEl>
                                        <p:attrNameLst>
                                          <p:attrName>style.visibility</p:attrName>
                                        </p:attrNameLst>
                                      </p:cBhvr>
                                      <p:to>
                                        <p:strVal val="visible"/>
                                      </p:to>
                                    </p:set>
                                    <p:anim calcmode="lin" valueType="num">
                                      <p:cBhvr>
                                        <p:cTn id="7" dur="1000" fill="hold"/>
                                        <p:tgtEl>
                                          <p:spTgt spid="104"/>
                                        </p:tgtEl>
                                        <p:attrNameLst>
                                          <p:attrName>ppt_w</p:attrName>
                                        </p:attrNameLst>
                                      </p:cBhvr>
                                      <p:tavLst>
                                        <p:tav tm="0">
                                          <p:val>
                                            <p:fltVal val="0"/>
                                          </p:val>
                                        </p:tav>
                                        <p:tav tm="100000">
                                          <p:val>
                                            <p:strVal val="#ppt_w"/>
                                          </p:val>
                                        </p:tav>
                                      </p:tavLst>
                                    </p:anim>
                                    <p:anim calcmode="lin" valueType="num">
                                      <p:cBhvr>
                                        <p:cTn id="8" dur="1000" fill="hold"/>
                                        <p:tgtEl>
                                          <p:spTgt spid="104"/>
                                        </p:tgtEl>
                                        <p:attrNameLst>
                                          <p:attrName>ppt_h</p:attrName>
                                        </p:attrNameLst>
                                      </p:cBhvr>
                                      <p:tavLst>
                                        <p:tav tm="0">
                                          <p:val>
                                            <p:fltVal val="0"/>
                                          </p:val>
                                        </p:tav>
                                        <p:tav tm="100000">
                                          <p:val>
                                            <p:strVal val="#ppt_h"/>
                                          </p:val>
                                        </p:tav>
                                      </p:tavLst>
                                    </p:anim>
                                    <p:anim calcmode="lin" valueType="num">
                                      <p:cBhvr>
                                        <p:cTn id="9" dur="1000" fill="hold"/>
                                        <p:tgtEl>
                                          <p:spTgt spid="10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4"/>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p:cNvSpPr>
            <a:spLocks noGrp="1"/>
          </p:cNvSpPr>
          <p:nvPr>
            <p:ph type="body" sz="quarter" idx="10"/>
          </p:nvPr>
        </p:nvSpPr>
        <p:spPr>
          <a:xfrm>
            <a:off x="334434" y="1484026"/>
            <a:ext cx="11523133" cy="4825758"/>
          </a:xfrm>
        </p:spPr>
        <p:txBody>
          <a:bodyPr>
            <a:normAutofit/>
          </a:bodyPr>
          <a:lstStyle/>
          <a:p>
            <a:r>
              <a:rPr lang="pt-BR" sz="2000" dirty="0">
                <a:hlinkClick r:id="rId2"/>
              </a:rPr>
              <a:t>http://canvabrasil.blogspot.com.br/p/meu-primeiro-modelo-de-negocios-canvas.html</a:t>
            </a:r>
            <a:r>
              <a:rPr lang="pt-BR" sz="3200" dirty="0"/>
              <a:t>.</a:t>
            </a:r>
          </a:p>
          <a:p>
            <a:r>
              <a:rPr lang="pt-BR" sz="3200" dirty="0" err="1"/>
              <a:t>http</a:t>
            </a:r>
            <a:r>
              <a:rPr lang="pt-BR" sz="3200" dirty="0"/>
              <a:t>://</a:t>
            </a:r>
            <a:r>
              <a:rPr lang="pt-BR" sz="3200" dirty="0" err="1"/>
              <a:t>www.romanpichler.com</a:t>
            </a:r>
            <a:r>
              <a:rPr lang="pt-BR" sz="3200" dirty="0"/>
              <a:t>/tools/</a:t>
            </a:r>
            <a:r>
              <a:rPr lang="pt-BR" sz="3200" dirty="0" err="1"/>
              <a:t>product-canvas</a:t>
            </a:r>
            <a:r>
              <a:rPr lang="pt-BR" sz="3200" dirty="0"/>
              <a:t>/</a:t>
            </a:r>
          </a:p>
        </p:txBody>
      </p:sp>
    </p:spTree>
    <p:extLst>
      <p:ext uri="{BB962C8B-B14F-4D97-AF65-F5344CB8AC3E}">
        <p14:creationId xmlns:p14="http://schemas.microsoft.com/office/powerpoint/2010/main" val="1503967857"/>
      </p:ext>
    </p:extLst>
  </p:cSld>
  <p:clrMapOvr>
    <a:masterClrMapping/>
  </p:clrMapOvr>
</p:sld>
</file>

<file path=ppt/theme/theme1.xml><?xml version="1.0" encoding="utf-8"?>
<a:theme xmlns:a="http://schemas.openxmlformats.org/drawingml/2006/main" name="Trilha de Vapor">
  <a:themeElements>
    <a:clrScheme name="Trilha de Vapor">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Trilha de Vapor">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rilha de Vapor">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FE1EB5C7-81A8-4CBA-AE6E-B3BF73DC3895}"/>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FB952CF52B7DE4ABAC1D5EF85AB9ACF" ma:contentTypeVersion="8" ma:contentTypeDescription="Create a new document." ma:contentTypeScope="" ma:versionID="b1f36401dbb676cd1f7b497acbb4e1f6">
  <xsd:schema xmlns:xsd="http://www.w3.org/2001/XMLSchema" xmlns:xs="http://www.w3.org/2001/XMLSchema" xmlns:p="http://schemas.microsoft.com/office/2006/metadata/properties" xmlns:ns2="0616edac-8b85-431d-b1bb-a5cc9cdccc91" targetNamespace="http://schemas.microsoft.com/office/2006/metadata/properties" ma:root="true" ma:fieldsID="6a912bbc38cdab6b7e52d9f8184f25ee" ns2:_="">
    <xsd:import namespace="0616edac-8b85-431d-b1bb-a5cc9cdccc9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ObjectDetectorVersions" minOccurs="0"/>
                <xsd:element ref="ns2:MediaServiceSearchPropertie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616edac-8b85-431d-b1bb-a5cc9cdccc9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FDC57A2-D824-4DC9-A938-E66B75CB3109}"/>
</file>

<file path=customXml/itemProps2.xml><?xml version="1.0" encoding="utf-8"?>
<ds:datastoreItem xmlns:ds="http://schemas.openxmlformats.org/officeDocument/2006/customXml" ds:itemID="{F2AD9164-C589-48E8-B7C6-2F3BE8A580E3}"/>
</file>

<file path=customXml/itemProps3.xml><?xml version="1.0" encoding="utf-8"?>
<ds:datastoreItem xmlns:ds="http://schemas.openxmlformats.org/officeDocument/2006/customXml" ds:itemID="{114F8EBD-94A4-4A4E-9FBE-A7340771D1AA}"/>
</file>

<file path=docProps/app.xml><?xml version="1.0" encoding="utf-8"?>
<Properties xmlns="http://schemas.openxmlformats.org/officeDocument/2006/extended-properties" xmlns:vt="http://schemas.openxmlformats.org/officeDocument/2006/docPropsVTypes">
  <Template>Colaboração trabalho em equipe</Template>
  <TotalTime>547</TotalTime>
  <Words>1471</Words>
  <Application>Microsoft Macintosh PowerPoint</Application>
  <PresentationFormat>Widescreen</PresentationFormat>
  <Paragraphs>364</Paragraphs>
  <Slides>34</Slides>
  <Notes>4</Notes>
  <HiddenSlides>0</HiddenSlides>
  <MMClips>1</MMClips>
  <ScaleCrop>false</ScaleCrop>
  <HeadingPairs>
    <vt:vector size="6" baseType="variant">
      <vt:variant>
        <vt:lpstr>Fontes usadas</vt:lpstr>
      </vt:variant>
      <vt:variant>
        <vt:i4>12</vt:i4>
      </vt:variant>
      <vt:variant>
        <vt:lpstr>Tema</vt:lpstr>
      </vt:variant>
      <vt:variant>
        <vt:i4>1</vt:i4>
      </vt:variant>
      <vt:variant>
        <vt:lpstr>Títulos de slides</vt:lpstr>
      </vt:variant>
      <vt:variant>
        <vt:i4>34</vt:i4>
      </vt:variant>
    </vt:vector>
  </HeadingPairs>
  <TitlesOfParts>
    <vt:vector size="47" baseType="lpstr">
      <vt:lpstr>Arial</vt:lpstr>
      <vt:lpstr>Arial Narrow</vt:lpstr>
      <vt:lpstr>Calibri</vt:lpstr>
      <vt:lpstr>Century Gothic</vt:lpstr>
      <vt:lpstr>Comic Sans MS</vt:lpstr>
      <vt:lpstr>Lato</vt:lpstr>
      <vt:lpstr>Lato Black</vt:lpstr>
      <vt:lpstr>Lato regular</vt:lpstr>
      <vt:lpstr>Open Sans</vt:lpstr>
      <vt:lpstr>Tahoma</vt:lpstr>
      <vt:lpstr>Times New Roman</vt:lpstr>
      <vt:lpstr>Wingdings 2</vt:lpstr>
      <vt:lpstr>Trilha de Vapor</vt:lpstr>
      <vt:lpstr>Universidade de Brasília  Faculdade de Tecnologia  Departamento de Engenharia de Produção Disciplina: Engenharia de Produto   Profa. Andréa Santos </vt:lpstr>
      <vt:lpstr>Apresentação do PowerPoint</vt:lpstr>
      <vt:lpstr>Apresentação do PowerPoint</vt:lpstr>
      <vt:lpstr>Áreas de conhecimento </vt:lpstr>
      <vt:lpstr>O que é desenvolvimento de produtos?</vt:lpstr>
      <vt:lpstr>O PROCESSO DE DESENVOLVIMENTO DE PRODUTOS</vt:lpstr>
      <vt:lpstr>Apresentação do PowerPoint</vt:lpstr>
      <vt:lpstr>Apresentação do PowerPoint</vt:lpstr>
      <vt:lpstr>MODELOS DE REFERENCIA</vt:lpstr>
      <vt:lpstr>Apresentação do PowerPoint</vt:lpstr>
      <vt:lpstr>Apresentação do PowerPoint</vt:lpstr>
      <vt:lpstr>ONDE ESTÁ O PDP </vt:lpstr>
      <vt:lpstr>Apresentação do PowerPoint</vt:lpstr>
      <vt:lpstr>Apresentação do PowerPoint</vt:lpstr>
      <vt:lpstr>Apresentação do PowerPoint</vt:lpstr>
      <vt:lpstr>Apresentação do PowerPoint</vt:lpstr>
      <vt:lpstr>Apresentação do PowerPoint</vt:lpstr>
      <vt:lpstr>PRINCÍPIOS </vt:lpstr>
      <vt:lpstr>Apresentação do PowerPoint</vt:lpstr>
      <vt:lpstr>Apresentação do PowerPoint</vt:lpstr>
      <vt:lpstr> Complemento do livro na internet (PDPNet) </vt:lpstr>
      <vt:lpstr>Ilustração sobre os tipos de modelos de referência</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Universidade de Brasília  Faculdade de Tecnologia  Departamento de Engenharia de Produção Disciplina: Engenharia de Produto   Profa. Andréa Santos </dc:title>
  <dc:creator>Andrea Cristina dos Santos</dc:creator>
  <cp:lastModifiedBy>Andrea Cristina dos Santos</cp:lastModifiedBy>
  <cp:revision>50</cp:revision>
  <dcterms:created xsi:type="dcterms:W3CDTF">2015-08-09T19:14:35Z</dcterms:created>
  <dcterms:modified xsi:type="dcterms:W3CDTF">2024-10-23T22:09:20Z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0x010100FFB952CF52B7DE4ABAC1D5EF85AB9ACF</vt:lpwstr>
  </property>
</Properties>
</file>
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sldIdLst>
    <p:sldId id="558" r:id="rId5"/>
    <p:sldId id="398" r:id="rId6"/>
    <p:sldId id="399" r:id="rId7"/>
    <p:sldId id="403" r:id="rId8"/>
    <p:sldId id="404" r:id="rId9"/>
    <p:sldId id="616" r:id="rId10"/>
    <p:sldId id="635" r:id="rId11"/>
    <p:sldId id="636" r:id="rId12"/>
    <p:sldId id="924" r:id="rId13"/>
    <p:sldId id="922" r:id="rId14"/>
    <p:sldId id="726" r:id="rId15"/>
    <p:sldId id="507" r:id="rId16"/>
    <p:sldId id="508" r:id="rId17"/>
    <p:sldId id="406" r:id="rId18"/>
    <p:sldId id="407" r:id="rId19"/>
    <p:sldId id="408" r:id="rId20"/>
    <p:sldId id="409" r:id="rId21"/>
    <p:sldId id="453" r:id="rId22"/>
    <p:sldId id="454" r:id="rId23"/>
    <p:sldId id="798" r:id="rId24"/>
    <p:sldId id="800" r:id="rId25"/>
    <p:sldId id="915" r:id="rId26"/>
    <p:sldId id="916" r:id="rId27"/>
    <p:sldId id="813" r:id="rId28"/>
    <p:sldId id="814" r:id="rId29"/>
    <p:sldId id="815" r:id="rId30"/>
    <p:sldId id="816" r:id="rId31"/>
    <p:sldId id="271" r:id="rId3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8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B5D81D-E930-574B-99BA-2BB09729C030}" v="20" dt="2024-10-16T17:28:23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97" autoAdjust="0"/>
    <p:restoredTop sz="92442"/>
  </p:normalViewPr>
  <p:slideViewPr>
    <p:cSldViewPr snapToGrid="0">
      <p:cViewPr varScale="1">
        <p:scale>
          <a:sx n="76" d="100"/>
          <a:sy n="76" d="100"/>
        </p:scale>
        <p:origin x="432" y="192"/>
      </p:cViewPr>
      <p:guideLst/>
    </p:cSldViewPr>
  </p:slideViewPr>
  <p:outlineViewPr>
    <p:cViewPr>
      <p:scale>
        <a:sx n="33" d="100"/>
        <a:sy n="33" d="100"/>
      </p:scale>
      <p:origin x="0" y="-648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Santos" userId="c1f965dc-8845-4afc-9e32-8f70830fffd6" providerId="ADAL" clId="{8FD27AD8-3494-2F49-AF97-6575B988109F}"/>
    <pc:docChg chg="custSel delSld modSld">
      <pc:chgData name=" Santos" userId="c1f965dc-8845-4afc-9e32-8f70830fffd6" providerId="ADAL" clId="{8FD27AD8-3494-2F49-AF97-6575B988109F}" dt="2021-07-21T21:50:18.147" v="37" actId="2696"/>
      <pc:docMkLst>
        <pc:docMk/>
      </pc:docMkLst>
      <pc:sldChg chg="modSp mod">
        <pc:chgData name=" Santos" userId="c1f965dc-8845-4afc-9e32-8f70830fffd6" providerId="ADAL" clId="{8FD27AD8-3494-2F49-AF97-6575B988109F}" dt="2021-07-21T21:49:06.639" v="13" actId="1076"/>
        <pc:sldMkLst>
          <pc:docMk/>
          <pc:sldMk cId="2031126335" sldId="407"/>
        </pc:sldMkLst>
        <pc:spChg chg="mod">
          <ac:chgData name=" Santos" userId="c1f965dc-8845-4afc-9e32-8f70830fffd6" providerId="ADAL" clId="{8FD27AD8-3494-2F49-AF97-6575B988109F}" dt="2021-07-21T21:49:06.639" v="13" actId="1076"/>
          <ac:spMkLst>
            <pc:docMk/>
            <pc:sldMk cId="2031126335" sldId="407"/>
            <ac:spMk id="44034" creationId="{37E0E3E4-8309-754A-95A1-3010C5E80F69}"/>
          </ac:spMkLst>
        </pc:spChg>
      </pc:sldChg>
      <pc:sldChg chg="modSp mod">
        <pc:chgData name=" Santos" userId="c1f965dc-8845-4afc-9e32-8f70830fffd6" providerId="ADAL" clId="{8FD27AD8-3494-2F49-AF97-6575B988109F}" dt="2021-07-21T21:49:21.546" v="16" actId="404"/>
        <pc:sldMkLst>
          <pc:docMk/>
          <pc:sldMk cId="2836784811" sldId="409"/>
        </pc:sldMkLst>
        <pc:spChg chg="mod">
          <ac:chgData name=" Santos" userId="c1f965dc-8845-4afc-9e32-8f70830fffd6" providerId="ADAL" clId="{8FD27AD8-3494-2F49-AF97-6575B988109F}" dt="2021-07-21T21:49:21.546" v="16" actId="404"/>
          <ac:spMkLst>
            <pc:docMk/>
            <pc:sldMk cId="2836784811" sldId="409"/>
            <ac:spMk id="48131" creationId="{8C5C4CEB-9466-2E44-A36B-01091ACA892D}"/>
          </ac:spMkLst>
        </pc:spChg>
      </pc:sldChg>
      <pc:sldChg chg="del">
        <pc:chgData name=" Santos" userId="c1f965dc-8845-4afc-9e32-8f70830fffd6" providerId="ADAL" clId="{8FD27AD8-3494-2F49-AF97-6575B988109F}" dt="2021-07-21T21:50:18.147" v="37" actId="2696"/>
        <pc:sldMkLst>
          <pc:docMk/>
          <pc:sldMk cId="702625817" sldId="557"/>
        </pc:sldMkLst>
      </pc:sldChg>
      <pc:sldChg chg="modSp mod">
        <pc:chgData name=" Santos" userId="c1f965dc-8845-4afc-9e32-8f70830fffd6" providerId="ADAL" clId="{8FD27AD8-3494-2F49-AF97-6575B988109F}" dt="2021-07-21T21:50:07.332" v="36" actId="20577"/>
        <pc:sldMkLst>
          <pc:docMk/>
          <pc:sldMk cId="3222398814" sldId="558"/>
        </pc:sldMkLst>
        <pc:spChg chg="mod">
          <ac:chgData name=" Santos" userId="c1f965dc-8845-4afc-9e32-8f70830fffd6" providerId="ADAL" clId="{8FD27AD8-3494-2F49-AF97-6575B988109F}" dt="2021-07-21T21:50:07.332" v="36" actId="20577"/>
          <ac:spMkLst>
            <pc:docMk/>
            <pc:sldMk cId="3222398814" sldId="558"/>
            <ac:spMk id="11" creationId="{00000000-0000-0000-0000-000000000000}"/>
          </ac:spMkLst>
        </pc:spChg>
      </pc:sldChg>
      <pc:sldChg chg="del">
        <pc:chgData name=" Santos" userId="c1f965dc-8845-4afc-9e32-8f70830fffd6" providerId="ADAL" clId="{8FD27AD8-3494-2F49-AF97-6575B988109F}" dt="2021-07-21T21:47:13.543" v="0" actId="2696"/>
        <pc:sldMkLst>
          <pc:docMk/>
          <pc:sldMk cId="2352318811" sldId="639"/>
        </pc:sldMkLst>
      </pc:sldChg>
      <pc:sldChg chg="addSp delSp modSp mod">
        <pc:chgData name=" Santos" userId="c1f965dc-8845-4afc-9e32-8f70830fffd6" providerId="ADAL" clId="{8FD27AD8-3494-2F49-AF97-6575B988109F}" dt="2021-07-21T21:47:31.837" v="1" actId="26606"/>
        <pc:sldMkLst>
          <pc:docMk/>
          <pc:sldMk cId="3909753096" sldId="922"/>
        </pc:sldMkLst>
        <pc:spChg chg="mod">
          <ac:chgData name=" Santos" userId="c1f965dc-8845-4afc-9e32-8f70830fffd6" providerId="ADAL" clId="{8FD27AD8-3494-2F49-AF97-6575B988109F}" dt="2021-07-21T21:47:31.837" v="1" actId="26606"/>
          <ac:spMkLst>
            <pc:docMk/>
            <pc:sldMk cId="3909753096" sldId="922"/>
            <ac:spMk id="4" creationId="{E82E9703-347B-674B-9414-F67E854217D6}"/>
          </ac:spMkLst>
        </pc:spChg>
        <pc:spChg chg="del">
          <ac:chgData name=" Santos" userId="c1f965dc-8845-4afc-9e32-8f70830fffd6" providerId="ADAL" clId="{8FD27AD8-3494-2F49-AF97-6575B988109F}" dt="2021-07-21T21:47:31.837" v="1" actId="26606"/>
          <ac:spMkLst>
            <pc:docMk/>
            <pc:sldMk cId="3909753096" sldId="922"/>
            <ac:spMk id="32" creationId="{31293F9B-599E-4871-A414-757225FA346A}"/>
          </ac:spMkLst>
        </pc:spChg>
        <pc:spChg chg="del">
          <ac:chgData name=" Santos" userId="c1f965dc-8845-4afc-9e32-8f70830fffd6" providerId="ADAL" clId="{8FD27AD8-3494-2F49-AF97-6575B988109F}" dt="2021-07-21T21:47:31.837" v="1" actId="26606"/>
          <ac:spMkLst>
            <pc:docMk/>
            <pc:sldMk cId="3909753096" sldId="922"/>
            <ac:spMk id="34" creationId="{E5F17139-31EE-46AC-B04F-DBBD852DD6CB}"/>
          </ac:spMkLst>
        </pc:spChg>
        <pc:spChg chg="add">
          <ac:chgData name=" Santos" userId="c1f965dc-8845-4afc-9e32-8f70830fffd6" providerId="ADAL" clId="{8FD27AD8-3494-2F49-AF97-6575B988109F}" dt="2021-07-21T21:47:31.837" v="1" actId="26606"/>
          <ac:spMkLst>
            <pc:docMk/>
            <pc:sldMk cId="3909753096" sldId="922"/>
            <ac:spMk id="58" creationId="{42285737-90EE-47DC-AC80-8AE156B11969}"/>
          </ac:spMkLst>
        </pc:spChg>
        <pc:grpChg chg="del">
          <ac:chgData name=" Santos" userId="c1f965dc-8845-4afc-9e32-8f70830fffd6" providerId="ADAL" clId="{8FD27AD8-3494-2F49-AF97-6575B988109F}" dt="2021-07-21T21:47:31.837" v="1" actId="26606"/>
          <ac:grpSpMkLst>
            <pc:docMk/>
            <pc:sldMk cId="3909753096" sldId="922"/>
            <ac:grpSpMk id="36" creationId="{53883AA7-7F86-41F8-A1D8-06E9886E7632}"/>
          </ac:grpSpMkLst>
        </pc:grpChg>
        <pc:grpChg chg="del">
          <ac:chgData name=" Santos" userId="c1f965dc-8845-4afc-9e32-8f70830fffd6" providerId="ADAL" clId="{8FD27AD8-3494-2F49-AF97-6575B988109F}" dt="2021-07-21T21:47:31.837" v="1" actId="26606"/>
          <ac:grpSpMkLst>
            <pc:docMk/>
            <pc:sldMk cId="3909753096" sldId="922"/>
            <ac:grpSpMk id="40" creationId="{71A8B53C-ED2D-4081-AC0C-F87A9D4B3AFD}"/>
          </ac:grpSpMkLst>
        </pc:grpChg>
        <pc:grpChg chg="add">
          <ac:chgData name=" Santos" userId="c1f965dc-8845-4afc-9e32-8f70830fffd6" providerId="ADAL" clId="{8FD27AD8-3494-2F49-AF97-6575B988109F}" dt="2021-07-21T21:47:31.837" v="1" actId="26606"/>
          <ac:grpSpMkLst>
            <pc:docMk/>
            <pc:sldMk cId="3909753096" sldId="922"/>
            <ac:grpSpMk id="60" creationId="{B57BDC17-F1B3-455F-BBF1-680AA1F25C06}"/>
          </ac:grpSpMkLst>
        </pc:grpChg>
        <pc:graphicFrameChg chg="mod modGraphic">
          <ac:chgData name=" Santos" userId="c1f965dc-8845-4afc-9e32-8f70830fffd6" providerId="ADAL" clId="{8FD27AD8-3494-2F49-AF97-6575B988109F}" dt="2021-07-21T21:47:31.837" v="1" actId="26606"/>
          <ac:graphicFrameMkLst>
            <pc:docMk/>
            <pc:sldMk cId="3909753096" sldId="922"/>
            <ac:graphicFrameMk id="27" creationId="{54424698-C4E1-4EB9-9439-02EDD5D693FE}"/>
          </ac:graphicFrameMkLst>
        </pc:graphicFrameChg>
      </pc:sldChg>
      <pc:sldChg chg="addSp delSp modSp mod setBg">
        <pc:chgData name=" Santos" userId="c1f965dc-8845-4afc-9e32-8f70830fffd6" providerId="ADAL" clId="{8FD27AD8-3494-2F49-AF97-6575B988109F}" dt="2021-07-21T21:48:39.062" v="12" actId="26606"/>
        <pc:sldMkLst>
          <pc:docMk/>
          <pc:sldMk cId="752383996" sldId="924"/>
        </pc:sldMkLst>
        <pc:spChg chg="mod ord">
          <ac:chgData name=" Santos" userId="c1f965dc-8845-4afc-9e32-8f70830fffd6" providerId="ADAL" clId="{8FD27AD8-3494-2F49-AF97-6575B988109F}" dt="2021-07-21T21:48:39.062" v="12" actId="26606"/>
          <ac:spMkLst>
            <pc:docMk/>
            <pc:sldMk cId="752383996" sldId="924"/>
            <ac:spMk id="2" creationId="{D2A5EAD7-7905-B941-ADC0-421BFDF4E530}"/>
          </ac:spMkLst>
        </pc:spChg>
        <pc:spChg chg="del">
          <ac:chgData name=" Santos" userId="c1f965dc-8845-4afc-9e32-8f70830fffd6" providerId="ADAL" clId="{8FD27AD8-3494-2F49-AF97-6575B988109F}" dt="2021-07-21T21:48:39.062" v="12" actId="26606"/>
          <ac:spMkLst>
            <pc:docMk/>
            <pc:sldMk cId="752383996" sldId="924"/>
            <ac:spMk id="3" creationId="{2FA868B2-40D9-8544-9552-39D39C66A4C1}"/>
          </ac:spMkLst>
        </pc:spChg>
        <pc:spChg chg="add mod">
          <ac:chgData name=" Santos" userId="c1f965dc-8845-4afc-9e32-8f70830fffd6" providerId="ADAL" clId="{8FD27AD8-3494-2F49-AF97-6575B988109F}" dt="2021-07-21T21:48:39.062" v="12" actId="26606"/>
          <ac:spMkLst>
            <pc:docMk/>
            <pc:sldMk cId="752383996" sldId="924"/>
            <ac:spMk id="4" creationId="{913C6F6B-D825-B24B-8AEF-C5CA8EF08277}"/>
          </ac:spMkLst>
        </pc:spChg>
        <pc:spChg chg="add">
          <ac:chgData name=" Santos" userId="c1f965dc-8845-4afc-9e32-8f70830fffd6" providerId="ADAL" clId="{8FD27AD8-3494-2F49-AF97-6575B988109F}" dt="2021-07-21T21:48:39.062" v="12" actId="26606"/>
          <ac:spMkLst>
            <pc:docMk/>
            <pc:sldMk cId="752383996" sldId="924"/>
            <ac:spMk id="10" creationId="{42285737-90EE-47DC-AC80-8AE156B11969}"/>
          </ac:spMkLst>
        </pc:spChg>
        <pc:grpChg chg="add">
          <ac:chgData name=" Santos" userId="c1f965dc-8845-4afc-9e32-8f70830fffd6" providerId="ADAL" clId="{8FD27AD8-3494-2F49-AF97-6575B988109F}" dt="2021-07-21T21:48:39.062" v="12" actId="26606"/>
          <ac:grpSpMkLst>
            <pc:docMk/>
            <pc:sldMk cId="752383996" sldId="924"/>
            <ac:grpSpMk id="12" creationId="{B57BDC17-F1B3-455F-BBF1-680AA1F25C06}"/>
          </ac:grpSpMkLst>
        </pc:grpChg>
        <pc:graphicFrameChg chg="add">
          <ac:chgData name=" Santos" userId="c1f965dc-8845-4afc-9e32-8f70830fffd6" providerId="ADAL" clId="{8FD27AD8-3494-2F49-AF97-6575B988109F}" dt="2021-07-21T21:48:39.062" v="12" actId="26606"/>
          <ac:graphicFrameMkLst>
            <pc:docMk/>
            <pc:sldMk cId="752383996" sldId="924"/>
            <ac:graphicFrameMk id="6" creationId="{CCCFF16D-6EEF-4C2A-9D06-6D465336F82B}"/>
          </ac:graphicFrameMkLst>
        </pc:graphicFrameChg>
      </pc:sldChg>
    </pc:docChg>
  </pc:docChgLst>
  <pc:docChgLst>
    <pc:chgData name="Andrea Cristina Dos Santos" userId="S::andreasantos@unb.br::c1f965dc-8845-4afc-9e32-8f70830fffd6" providerId="AD" clId="Web-{34ECD41E-AFF6-42A7-AA81-A66488BC1F9D}"/>
    <pc:docChg chg="addSld delSld">
      <pc:chgData name="Andrea Cristina Dos Santos" userId="S::andreasantos@unb.br::c1f965dc-8845-4afc-9e32-8f70830fffd6" providerId="AD" clId="Web-{34ECD41E-AFF6-42A7-AA81-A66488BC1F9D}" dt="2022-10-31T16:48:55.106" v="9"/>
      <pc:docMkLst>
        <pc:docMk/>
      </pc:docMkLst>
      <pc:sldChg chg="add del">
        <pc:chgData name="Andrea Cristina Dos Santos" userId="S::andreasantos@unb.br::c1f965dc-8845-4afc-9e32-8f70830fffd6" providerId="AD" clId="Web-{34ECD41E-AFF6-42A7-AA81-A66488BC1F9D}" dt="2022-10-31T16:48:52.418" v="7"/>
        <pc:sldMkLst>
          <pc:docMk/>
          <pc:sldMk cId="1135849638" sldId="911"/>
        </pc:sldMkLst>
      </pc:sldChg>
      <pc:sldChg chg="add del">
        <pc:chgData name="Andrea Cristina Dos Santos" userId="S::andreasantos@unb.br::c1f965dc-8845-4afc-9e32-8f70830fffd6" providerId="AD" clId="Web-{34ECD41E-AFF6-42A7-AA81-A66488BC1F9D}" dt="2022-10-31T16:48:53.121" v="8"/>
        <pc:sldMkLst>
          <pc:docMk/>
          <pc:sldMk cId="2372350289" sldId="912"/>
        </pc:sldMkLst>
      </pc:sldChg>
      <pc:sldChg chg="del">
        <pc:chgData name="Andrea Cristina Dos Santos" userId="S::andreasantos@unb.br::c1f965dc-8845-4afc-9e32-8f70830fffd6" providerId="AD" clId="Web-{34ECD41E-AFF6-42A7-AA81-A66488BC1F9D}" dt="2022-10-31T16:48:55.106" v="9"/>
        <pc:sldMkLst>
          <pc:docMk/>
          <pc:sldMk cId="3775461855" sldId="913"/>
        </pc:sldMkLst>
      </pc:sldChg>
      <pc:sldChg chg="add del">
        <pc:chgData name="Andrea Cristina Dos Santos" userId="S::andreasantos@unb.br::c1f965dc-8845-4afc-9e32-8f70830fffd6" providerId="AD" clId="Web-{34ECD41E-AFF6-42A7-AA81-A66488BC1F9D}" dt="2022-10-31T16:48:50.496" v="6"/>
        <pc:sldMkLst>
          <pc:docMk/>
          <pc:sldMk cId="1625574397" sldId="914"/>
        </pc:sldMkLst>
      </pc:sldChg>
    </pc:docChg>
  </pc:docChgLst>
  <pc:docChgLst>
    <pc:chgData name="Andrea Cristina Dos Santos" userId="S::andreasantos@unb.br::c1f965dc-8845-4afc-9e32-8f70830fffd6" providerId="AD" clId="Web-{CD83ABDB-168C-4AA0-B21E-D67C22F9124B}"/>
    <pc:docChg chg="delSld modSld">
      <pc:chgData name="Andrea Cristina Dos Santos" userId="S::andreasantos@unb.br::c1f965dc-8845-4afc-9e32-8f70830fffd6" providerId="AD" clId="Web-{CD83ABDB-168C-4AA0-B21E-D67C22F9124B}" dt="2023-04-04T21:53:12.470" v="25" actId="20577"/>
      <pc:docMkLst>
        <pc:docMk/>
      </pc:docMkLst>
      <pc:sldChg chg="del">
        <pc:chgData name="Andrea Cristina Dos Santos" userId="S::andreasantos@unb.br::c1f965dc-8845-4afc-9e32-8f70830fffd6" providerId="AD" clId="Web-{CD83ABDB-168C-4AA0-B21E-D67C22F9124B}" dt="2023-04-04T21:49:12.199" v="2"/>
        <pc:sldMkLst>
          <pc:docMk/>
          <pc:sldMk cId="2788815325" sldId="451"/>
        </pc:sldMkLst>
      </pc:sldChg>
      <pc:sldChg chg="modSp">
        <pc:chgData name="Andrea Cristina Dos Santos" userId="S::andreasantos@unb.br::c1f965dc-8845-4afc-9e32-8f70830fffd6" providerId="AD" clId="Web-{CD83ABDB-168C-4AA0-B21E-D67C22F9124B}" dt="2023-04-04T21:53:12.470" v="25" actId="20577"/>
        <pc:sldMkLst>
          <pc:docMk/>
          <pc:sldMk cId="3222398814" sldId="558"/>
        </pc:sldMkLst>
        <pc:spChg chg="mod">
          <ac:chgData name="Andrea Cristina Dos Santos" userId="S::andreasantos@unb.br::c1f965dc-8845-4afc-9e32-8f70830fffd6" providerId="AD" clId="Web-{CD83ABDB-168C-4AA0-B21E-D67C22F9124B}" dt="2023-04-04T21:53:12.470" v="25" actId="20577"/>
          <ac:spMkLst>
            <pc:docMk/>
            <pc:sldMk cId="3222398814" sldId="558"/>
            <ac:spMk id="11" creationId="{00000000-0000-0000-0000-000000000000}"/>
          </ac:spMkLst>
        </pc:spChg>
      </pc:sldChg>
      <pc:sldChg chg="del">
        <pc:chgData name="Andrea Cristina Dos Santos" userId="S::andreasantos@unb.br::c1f965dc-8845-4afc-9e32-8f70830fffd6" providerId="AD" clId="Web-{CD83ABDB-168C-4AA0-B21E-D67C22F9124B}" dt="2023-04-04T21:48:46.324" v="0"/>
        <pc:sldMkLst>
          <pc:docMk/>
          <pc:sldMk cId="102470355" sldId="637"/>
        </pc:sldMkLst>
      </pc:sldChg>
      <pc:sldChg chg="del">
        <pc:chgData name="Andrea Cristina Dos Santos" userId="S::andreasantos@unb.br::c1f965dc-8845-4afc-9e32-8f70830fffd6" providerId="AD" clId="Web-{CD83ABDB-168C-4AA0-B21E-D67C22F9124B}" dt="2023-04-04T21:48:48.183" v="1"/>
        <pc:sldMkLst>
          <pc:docMk/>
          <pc:sldMk cId="752006857" sldId="638"/>
        </pc:sldMkLst>
      </pc:sldChg>
      <pc:sldChg chg="del">
        <pc:chgData name="Andrea Cristina Dos Santos" userId="S::andreasantos@unb.br::c1f965dc-8845-4afc-9e32-8f70830fffd6" providerId="AD" clId="Web-{CD83ABDB-168C-4AA0-B21E-D67C22F9124B}" dt="2023-04-04T21:52:08.219" v="4"/>
        <pc:sldMkLst>
          <pc:docMk/>
          <pc:sldMk cId="1151755849" sldId="917"/>
        </pc:sldMkLst>
      </pc:sldChg>
      <pc:sldChg chg="del">
        <pc:chgData name="Andrea Cristina Dos Santos" userId="S::andreasantos@unb.br::c1f965dc-8845-4afc-9e32-8f70830fffd6" providerId="AD" clId="Web-{CD83ABDB-168C-4AA0-B21E-D67C22F9124B}" dt="2023-04-04T21:49:28.668" v="3"/>
        <pc:sldMkLst>
          <pc:docMk/>
          <pc:sldMk cId="2215519054" sldId="925"/>
        </pc:sldMkLst>
      </pc:sldChg>
    </pc:docChg>
  </pc:docChgLst>
  <pc:docChgLst>
    <pc:chgData name="Andrea Cristina Dos Santos" userId="c1f965dc-8845-4afc-9e32-8f70830fffd6" providerId="ADAL" clId="{E4B5D81D-E930-574B-99BA-2BB09729C030}"/>
    <pc:docChg chg="undo custSel addSld delSld modSld sldOrd">
      <pc:chgData name="Andrea Cristina Dos Santos" userId="c1f965dc-8845-4afc-9e32-8f70830fffd6" providerId="ADAL" clId="{E4B5D81D-E930-574B-99BA-2BB09729C030}" dt="2024-10-16T17:28:52.460" v="38" actId="207"/>
      <pc:docMkLst>
        <pc:docMk/>
      </pc:docMkLst>
      <pc:sldChg chg="modSp mod">
        <pc:chgData name="Andrea Cristina Dos Santos" userId="c1f965dc-8845-4afc-9e32-8f70830fffd6" providerId="ADAL" clId="{E4B5D81D-E930-574B-99BA-2BB09729C030}" dt="2024-10-13T19:03:03.315" v="2" actId="1076"/>
        <pc:sldMkLst>
          <pc:docMk/>
          <pc:sldMk cId="330825726" sldId="403"/>
        </pc:sldMkLst>
        <pc:spChg chg="mod">
          <ac:chgData name="Andrea Cristina Dos Santos" userId="c1f965dc-8845-4afc-9e32-8f70830fffd6" providerId="ADAL" clId="{E4B5D81D-E930-574B-99BA-2BB09729C030}" dt="2024-10-13T19:02:57.042" v="0" actId="1076"/>
          <ac:spMkLst>
            <pc:docMk/>
            <pc:sldMk cId="330825726" sldId="403"/>
            <ac:spMk id="3" creationId="{00000000-0000-0000-0000-000000000000}"/>
          </ac:spMkLst>
        </pc:spChg>
        <pc:picChg chg="mod">
          <ac:chgData name="Andrea Cristina Dos Santos" userId="c1f965dc-8845-4afc-9e32-8f70830fffd6" providerId="ADAL" clId="{E4B5D81D-E930-574B-99BA-2BB09729C030}" dt="2024-10-13T19:03:03.315" v="2" actId="1076"/>
          <ac:picMkLst>
            <pc:docMk/>
            <pc:sldMk cId="330825726" sldId="403"/>
            <ac:picMk id="1026" creationId="{00000000-0000-0000-0000-000000000000}"/>
          </ac:picMkLst>
        </pc:picChg>
      </pc:sldChg>
      <pc:sldChg chg="modSp mod">
        <pc:chgData name="Andrea Cristina Dos Santos" userId="c1f965dc-8845-4afc-9e32-8f70830fffd6" providerId="ADAL" clId="{E4B5D81D-E930-574B-99BA-2BB09729C030}" dt="2024-10-13T19:04:15.041" v="15" actId="14100"/>
        <pc:sldMkLst>
          <pc:docMk/>
          <pc:sldMk cId="4056279346" sldId="406"/>
        </pc:sldMkLst>
        <pc:spChg chg="mod">
          <ac:chgData name="Andrea Cristina Dos Santos" userId="c1f965dc-8845-4afc-9e32-8f70830fffd6" providerId="ADAL" clId="{E4B5D81D-E930-574B-99BA-2BB09729C030}" dt="2024-10-13T19:04:15.041" v="15" actId="14100"/>
          <ac:spMkLst>
            <pc:docMk/>
            <pc:sldMk cId="4056279346" sldId="406"/>
            <ac:spMk id="40962" creationId="{72AC14E5-0878-F24D-8C9E-6414C2768D2D}"/>
          </ac:spMkLst>
        </pc:spChg>
        <pc:picChg chg="mod">
          <ac:chgData name="Andrea Cristina Dos Santos" userId="c1f965dc-8845-4afc-9e32-8f70830fffd6" providerId="ADAL" clId="{E4B5D81D-E930-574B-99BA-2BB09729C030}" dt="2024-10-13T19:04:08.406" v="13" actId="1076"/>
          <ac:picMkLst>
            <pc:docMk/>
            <pc:sldMk cId="4056279346" sldId="406"/>
            <ac:picMk id="7" creationId="{E4DC2374-7B31-D448-93A3-1F8ED781813C}"/>
          </ac:picMkLst>
        </pc:picChg>
      </pc:sldChg>
      <pc:sldChg chg="modSp mod">
        <pc:chgData name="Andrea Cristina Dos Santos" userId="c1f965dc-8845-4afc-9e32-8f70830fffd6" providerId="ADAL" clId="{E4B5D81D-E930-574B-99BA-2BB09729C030}" dt="2024-10-16T17:28:52.460" v="38" actId="207"/>
        <pc:sldMkLst>
          <pc:docMk/>
          <pc:sldMk cId="2031126335" sldId="407"/>
        </pc:sldMkLst>
        <pc:spChg chg="mod">
          <ac:chgData name="Andrea Cristina Dos Santos" userId="c1f965dc-8845-4afc-9e32-8f70830fffd6" providerId="ADAL" clId="{E4B5D81D-E930-574B-99BA-2BB09729C030}" dt="2024-10-16T17:28:52.460" v="38" actId="207"/>
          <ac:spMkLst>
            <pc:docMk/>
            <pc:sldMk cId="2031126335" sldId="407"/>
            <ac:spMk id="44033" creationId="{72D1BCE9-1B88-0443-92A1-2785F824BE1A}"/>
          </ac:spMkLst>
        </pc:spChg>
      </pc:sldChg>
      <pc:sldChg chg="modSp">
        <pc:chgData name="Andrea Cristina Dos Santos" userId="c1f965dc-8845-4afc-9e32-8f70830fffd6" providerId="ADAL" clId="{E4B5D81D-E930-574B-99BA-2BB09729C030}" dt="2024-10-16T17:28:08.034" v="34" actId="1076"/>
        <pc:sldMkLst>
          <pc:docMk/>
          <pc:sldMk cId="2824165950" sldId="507"/>
        </pc:sldMkLst>
        <pc:spChg chg="mod">
          <ac:chgData name="Andrea Cristina Dos Santos" userId="c1f965dc-8845-4afc-9e32-8f70830fffd6" providerId="ADAL" clId="{E4B5D81D-E930-574B-99BA-2BB09729C030}" dt="2024-10-16T17:28:01.201" v="31" actId="1076"/>
          <ac:spMkLst>
            <pc:docMk/>
            <pc:sldMk cId="2824165950" sldId="507"/>
            <ac:spMk id="18433" creationId="{7BE9B43A-25AC-5845-978C-6C15E66D3745}"/>
          </ac:spMkLst>
        </pc:spChg>
        <pc:picChg chg="mod">
          <ac:chgData name="Andrea Cristina Dos Santos" userId="c1f965dc-8845-4afc-9e32-8f70830fffd6" providerId="ADAL" clId="{E4B5D81D-E930-574B-99BA-2BB09729C030}" dt="2024-10-16T17:28:08.034" v="34" actId="1076"/>
          <ac:picMkLst>
            <pc:docMk/>
            <pc:sldMk cId="2824165950" sldId="507"/>
            <ac:picMk id="18434" creationId="{30A233D5-E0C6-374D-B1B2-CBF2C7CEEE2A}"/>
          </ac:picMkLst>
        </pc:picChg>
      </pc:sldChg>
      <pc:sldChg chg="modSp">
        <pc:chgData name="Andrea Cristina Dos Santos" userId="c1f965dc-8845-4afc-9e32-8f70830fffd6" providerId="ADAL" clId="{E4B5D81D-E930-574B-99BA-2BB09729C030}" dt="2024-10-16T17:28:23.062" v="36" actId="14100"/>
        <pc:sldMkLst>
          <pc:docMk/>
          <pc:sldMk cId="2543489149" sldId="508"/>
        </pc:sldMkLst>
        <pc:spChg chg="mod">
          <ac:chgData name="Andrea Cristina Dos Santos" userId="c1f965dc-8845-4afc-9e32-8f70830fffd6" providerId="ADAL" clId="{E4B5D81D-E930-574B-99BA-2BB09729C030}" dt="2024-10-16T17:28:23.062" v="36" actId="14100"/>
          <ac:spMkLst>
            <pc:docMk/>
            <pc:sldMk cId="2543489149" sldId="508"/>
            <ac:spMk id="19457" creationId="{784B645F-8EA3-654D-A2E3-FC631580DD4B}"/>
          </ac:spMkLst>
        </pc:spChg>
      </pc:sldChg>
      <pc:sldChg chg="del">
        <pc:chgData name="Andrea Cristina Dos Santos" userId="c1f965dc-8845-4afc-9e32-8f70830fffd6" providerId="ADAL" clId="{E4B5D81D-E930-574B-99BA-2BB09729C030}" dt="2024-10-13T19:07:46.664" v="16" actId="2696"/>
        <pc:sldMkLst>
          <pc:docMk/>
          <pc:sldMk cId="3792275747" sldId="634"/>
        </pc:sldMkLst>
      </pc:sldChg>
      <pc:sldChg chg="modSp mod">
        <pc:chgData name="Andrea Cristina Dos Santos" userId="c1f965dc-8845-4afc-9e32-8f70830fffd6" providerId="ADAL" clId="{E4B5D81D-E930-574B-99BA-2BB09729C030}" dt="2024-10-13T19:08:23.535" v="24" actId="1076"/>
        <pc:sldMkLst>
          <pc:docMk/>
          <pc:sldMk cId="4130041138" sldId="636"/>
        </pc:sldMkLst>
        <pc:spChg chg="mod">
          <ac:chgData name="Andrea Cristina Dos Santos" userId="c1f965dc-8845-4afc-9e32-8f70830fffd6" providerId="ADAL" clId="{E4B5D81D-E930-574B-99BA-2BB09729C030}" dt="2024-10-13T19:08:05.721" v="18" actId="113"/>
          <ac:spMkLst>
            <pc:docMk/>
            <pc:sldMk cId="4130041138" sldId="636"/>
            <ac:spMk id="3" creationId="{333F7A6A-5300-B54C-A28F-68780B0B4156}"/>
          </ac:spMkLst>
        </pc:spChg>
        <pc:picChg chg="mod">
          <ac:chgData name="Andrea Cristina Dos Santos" userId="c1f965dc-8845-4afc-9e32-8f70830fffd6" providerId="ADAL" clId="{E4B5D81D-E930-574B-99BA-2BB09729C030}" dt="2024-10-13T19:08:19.097" v="22" actId="1076"/>
          <ac:picMkLst>
            <pc:docMk/>
            <pc:sldMk cId="4130041138" sldId="636"/>
            <ac:picMk id="6" creationId="{6D0AE07B-709E-B442-923E-1E2D91F21586}"/>
          </ac:picMkLst>
        </pc:picChg>
        <pc:picChg chg="mod">
          <ac:chgData name="Andrea Cristina Dos Santos" userId="c1f965dc-8845-4afc-9e32-8f70830fffd6" providerId="ADAL" clId="{E4B5D81D-E930-574B-99BA-2BB09729C030}" dt="2024-10-13T19:08:21.160" v="23" actId="1076"/>
          <ac:picMkLst>
            <pc:docMk/>
            <pc:sldMk cId="4130041138" sldId="636"/>
            <ac:picMk id="7" creationId="{425EA0AD-168F-9542-BC95-EBAEADA35C4C}"/>
          </ac:picMkLst>
        </pc:picChg>
        <pc:picChg chg="mod">
          <ac:chgData name="Andrea Cristina Dos Santos" userId="c1f965dc-8845-4afc-9e32-8f70830fffd6" providerId="ADAL" clId="{E4B5D81D-E930-574B-99BA-2BB09729C030}" dt="2024-10-13T19:08:15.311" v="20" actId="1076"/>
          <ac:picMkLst>
            <pc:docMk/>
            <pc:sldMk cId="4130041138" sldId="636"/>
            <ac:picMk id="5126" creationId="{E2CEC2A0-5A68-D949-9009-D2FABA8F2041}"/>
          </ac:picMkLst>
        </pc:picChg>
        <pc:picChg chg="mod">
          <ac:chgData name="Andrea Cristina Dos Santos" userId="c1f965dc-8845-4afc-9e32-8f70830fffd6" providerId="ADAL" clId="{E4B5D81D-E930-574B-99BA-2BB09729C030}" dt="2024-10-13T19:08:16.858" v="21" actId="1076"/>
          <ac:picMkLst>
            <pc:docMk/>
            <pc:sldMk cId="4130041138" sldId="636"/>
            <ac:picMk id="5130" creationId="{08964EDC-5301-A94F-8581-60C909795F91}"/>
          </ac:picMkLst>
        </pc:picChg>
        <pc:picChg chg="mod">
          <ac:chgData name="Andrea Cristina Dos Santos" userId="c1f965dc-8845-4afc-9e32-8f70830fffd6" providerId="ADAL" clId="{E4B5D81D-E930-574B-99BA-2BB09729C030}" dt="2024-10-13T19:08:23.535" v="24" actId="1076"/>
          <ac:picMkLst>
            <pc:docMk/>
            <pc:sldMk cId="4130041138" sldId="636"/>
            <ac:picMk id="10242" creationId="{CC34245C-25D4-6649-8D5E-E5FB655111F6}"/>
          </ac:picMkLst>
        </pc:picChg>
      </pc:sldChg>
      <pc:sldChg chg="modSp mod">
        <pc:chgData name="Andrea Cristina Dos Santos" userId="c1f965dc-8845-4afc-9e32-8f70830fffd6" providerId="ADAL" clId="{E4B5D81D-E930-574B-99BA-2BB09729C030}" dt="2024-10-13T19:03:32.528" v="6"/>
        <pc:sldMkLst>
          <pc:docMk/>
          <pc:sldMk cId="750486705" sldId="726"/>
        </pc:sldMkLst>
        <pc:spChg chg="mod">
          <ac:chgData name="Andrea Cristina Dos Santos" userId="c1f965dc-8845-4afc-9e32-8f70830fffd6" providerId="ADAL" clId="{E4B5D81D-E930-574B-99BA-2BB09729C030}" dt="2024-10-13T19:03:32.528" v="6"/>
          <ac:spMkLst>
            <pc:docMk/>
            <pc:sldMk cId="750486705" sldId="726"/>
            <ac:spMk id="43011" creationId="{00000000-0000-0000-0000-000000000000}"/>
          </ac:spMkLst>
        </pc:spChg>
      </pc:sldChg>
      <pc:sldChg chg="modSp mod">
        <pc:chgData name="Andrea Cristina Dos Santos" userId="c1f965dc-8845-4afc-9e32-8f70830fffd6" providerId="ADAL" clId="{E4B5D81D-E930-574B-99BA-2BB09729C030}" dt="2024-10-13T19:03:20.582" v="3" actId="1076"/>
        <pc:sldMkLst>
          <pc:docMk/>
          <pc:sldMk cId="3909753096" sldId="922"/>
        </pc:sldMkLst>
        <pc:spChg chg="mod">
          <ac:chgData name="Andrea Cristina Dos Santos" userId="c1f965dc-8845-4afc-9e32-8f70830fffd6" providerId="ADAL" clId="{E4B5D81D-E930-574B-99BA-2BB09729C030}" dt="2024-10-13T19:03:20.582" v="3" actId="1076"/>
          <ac:spMkLst>
            <pc:docMk/>
            <pc:sldMk cId="3909753096" sldId="922"/>
            <ac:spMk id="4" creationId="{E82E9703-347B-674B-9414-F67E854217D6}"/>
          </ac:spMkLst>
        </pc:spChg>
      </pc:sldChg>
      <pc:sldChg chg="addSp delSp add del setBg delDesignElem">
        <pc:chgData name="Andrea Cristina Dos Santos" userId="c1f965dc-8845-4afc-9e32-8f70830fffd6" providerId="ADAL" clId="{E4B5D81D-E930-574B-99BA-2BB09729C030}" dt="2024-10-13T19:08:46.742" v="28"/>
        <pc:sldMkLst>
          <pc:docMk/>
          <pc:sldMk cId="89874400" sldId="924"/>
        </pc:sldMkLst>
        <pc:spChg chg="add del">
          <ac:chgData name="Andrea Cristina Dos Santos" userId="c1f965dc-8845-4afc-9e32-8f70830fffd6" providerId="ADAL" clId="{E4B5D81D-E930-574B-99BA-2BB09729C030}" dt="2024-10-13T19:08:46.742" v="28"/>
          <ac:spMkLst>
            <pc:docMk/>
            <pc:sldMk cId="89874400" sldId="924"/>
            <ac:spMk id="10" creationId="{42285737-90EE-47DC-AC80-8AE156B11969}"/>
          </ac:spMkLst>
        </pc:spChg>
        <pc:grpChg chg="add del">
          <ac:chgData name="Andrea Cristina Dos Santos" userId="c1f965dc-8845-4afc-9e32-8f70830fffd6" providerId="ADAL" clId="{E4B5D81D-E930-574B-99BA-2BB09729C030}" dt="2024-10-13T19:08:46.742" v="28"/>
          <ac:grpSpMkLst>
            <pc:docMk/>
            <pc:sldMk cId="89874400" sldId="924"/>
            <ac:grpSpMk id="12" creationId="{B57BDC17-F1B3-455F-BBF1-680AA1F25C06}"/>
          </ac:grpSpMkLst>
        </pc:grpChg>
      </pc:sldChg>
      <pc:sldChg chg="add del ord">
        <pc:chgData name="Andrea Cristina Dos Santos" userId="c1f965dc-8845-4afc-9e32-8f70830fffd6" providerId="ADAL" clId="{E4B5D81D-E930-574B-99BA-2BB09729C030}" dt="2024-10-13T19:08:57.090" v="30" actId="20578"/>
        <pc:sldMkLst>
          <pc:docMk/>
          <pc:sldMk cId="752383996" sldId="92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4751A5-6BF8-4BDD-AA9A-4634BBD85FA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B803286-1153-4230-8588-E994DE3EC44A}">
      <dgm:prSet/>
      <dgm:spPr/>
      <dgm:t>
        <a:bodyPr/>
        <a:lstStyle/>
        <a:p>
          <a:r>
            <a:rPr lang="pt-BR" b="1"/>
            <a:t>PDP é o processo de negócio que:</a:t>
          </a:r>
          <a:endParaRPr lang="en-US"/>
        </a:p>
      </dgm:t>
    </dgm:pt>
    <dgm:pt modelId="{D0364C3B-F468-41AA-A6D9-34232C42B8AA}" type="parTrans" cxnId="{A14A6C14-93CE-460D-A488-ADD659013542}">
      <dgm:prSet/>
      <dgm:spPr/>
      <dgm:t>
        <a:bodyPr/>
        <a:lstStyle/>
        <a:p>
          <a:endParaRPr lang="en-US"/>
        </a:p>
      </dgm:t>
    </dgm:pt>
    <dgm:pt modelId="{533D716D-157F-412F-82F9-AF0B53E45A88}" type="sibTrans" cxnId="{A14A6C14-93CE-460D-A488-ADD659013542}">
      <dgm:prSet/>
      <dgm:spPr/>
      <dgm:t>
        <a:bodyPr/>
        <a:lstStyle/>
        <a:p>
          <a:endParaRPr lang="en-US"/>
        </a:p>
      </dgm:t>
    </dgm:pt>
    <dgm:pt modelId="{22ABC36E-88F1-4B92-BF4B-E3E550545E5B}">
      <dgm:prSet/>
      <dgm:spPr/>
      <dgm:t>
        <a:bodyPr/>
        <a:lstStyle/>
        <a:p>
          <a:r>
            <a:rPr lang="pt-BR"/>
            <a:t>Busca as </a:t>
          </a:r>
          <a:r>
            <a:rPr lang="pt-BR" b="1" u="sng"/>
            <a:t>especificações de projeto </a:t>
          </a:r>
          <a:r>
            <a:rPr lang="pt-BR"/>
            <a:t>do produto e do seu processo de produção</a:t>
          </a:r>
          <a:endParaRPr lang="en-US"/>
        </a:p>
      </dgm:t>
    </dgm:pt>
    <dgm:pt modelId="{6675250D-350C-48AA-A1CF-DB149182E1E2}" type="parTrans" cxnId="{861EA05F-4713-4EC8-B459-D7597A2EFADA}">
      <dgm:prSet/>
      <dgm:spPr/>
      <dgm:t>
        <a:bodyPr/>
        <a:lstStyle/>
        <a:p>
          <a:endParaRPr lang="en-US"/>
        </a:p>
      </dgm:t>
    </dgm:pt>
    <dgm:pt modelId="{268F658D-7BB2-4352-8154-C0525237BDA4}" type="sibTrans" cxnId="{861EA05F-4713-4EC8-B459-D7597A2EFADA}">
      <dgm:prSet/>
      <dgm:spPr/>
      <dgm:t>
        <a:bodyPr/>
        <a:lstStyle/>
        <a:p>
          <a:endParaRPr lang="en-US"/>
        </a:p>
      </dgm:t>
    </dgm:pt>
    <dgm:pt modelId="{98D7F13F-A407-4DA9-9A04-8BBF79601A58}">
      <dgm:prSet/>
      <dgm:spPr/>
      <dgm:t>
        <a:bodyPr/>
        <a:lstStyle/>
        <a:p>
          <a:r>
            <a:rPr lang="pt-BR"/>
            <a:t>Considera </a:t>
          </a:r>
          <a:r>
            <a:rPr lang="pt-BR" b="1" u="sng"/>
            <a:t>as necessidades de mercado</a:t>
          </a:r>
          <a:r>
            <a:rPr lang="pt-BR"/>
            <a:t>, as possibilidades tecnológicas e as estratégias da empresa</a:t>
          </a:r>
          <a:endParaRPr lang="en-US"/>
        </a:p>
      </dgm:t>
    </dgm:pt>
    <dgm:pt modelId="{21098CE7-500D-4C43-AEB0-D00A13C46F59}" type="parTrans" cxnId="{902496CF-B05D-4DF4-8692-90E0C56D86F2}">
      <dgm:prSet/>
      <dgm:spPr/>
      <dgm:t>
        <a:bodyPr/>
        <a:lstStyle/>
        <a:p>
          <a:endParaRPr lang="en-US"/>
        </a:p>
      </dgm:t>
    </dgm:pt>
    <dgm:pt modelId="{556722C3-8D57-430A-9F7A-7E399DD1D1BD}" type="sibTrans" cxnId="{902496CF-B05D-4DF4-8692-90E0C56D86F2}">
      <dgm:prSet/>
      <dgm:spPr/>
      <dgm:t>
        <a:bodyPr/>
        <a:lstStyle/>
        <a:p>
          <a:endParaRPr lang="en-US"/>
        </a:p>
      </dgm:t>
    </dgm:pt>
    <dgm:pt modelId="{EEF3F753-D6E5-4C68-998E-02E03BA06544}">
      <dgm:prSet/>
      <dgm:spPr/>
      <dgm:t>
        <a:bodyPr/>
        <a:lstStyle/>
        <a:p>
          <a:r>
            <a:rPr lang="pt-BR" b="1"/>
            <a:t>Prepara a manufatura</a:t>
          </a:r>
          <a:r>
            <a:rPr lang="pt-BR"/>
            <a:t>, para iniciar a produção</a:t>
          </a:r>
          <a:endParaRPr lang="en-US"/>
        </a:p>
      </dgm:t>
    </dgm:pt>
    <dgm:pt modelId="{9048BF22-D001-4E10-A248-D5F7E623FE0A}" type="parTrans" cxnId="{65274632-3525-4502-B01D-2B0C215BD819}">
      <dgm:prSet/>
      <dgm:spPr/>
      <dgm:t>
        <a:bodyPr/>
        <a:lstStyle/>
        <a:p>
          <a:endParaRPr lang="en-US"/>
        </a:p>
      </dgm:t>
    </dgm:pt>
    <dgm:pt modelId="{C3E1FE0E-377F-4A19-9500-F07FF2CC0B00}" type="sibTrans" cxnId="{65274632-3525-4502-B01D-2B0C215BD819}">
      <dgm:prSet/>
      <dgm:spPr/>
      <dgm:t>
        <a:bodyPr/>
        <a:lstStyle/>
        <a:p>
          <a:endParaRPr lang="en-US"/>
        </a:p>
      </dgm:t>
    </dgm:pt>
    <dgm:pt modelId="{A9E17324-8D14-46F1-9BA5-4101D50A653C}">
      <dgm:prSet/>
      <dgm:spPr/>
      <dgm:t>
        <a:bodyPr/>
        <a:lstStyle/>
        <a:p>
          <a:r>
            <a:rPr lang="pt-BR"/>
            <a:t>Acompanha o </a:t>
          </a:r>
          <a:r>
            <a:rPr lang="pt-BR" b="1"/>
            <a:t>produto pós-lançamento </a:t>
          </a:r>
          <a:r>
            <a:rPr lang="pt-BR"/>
            <a:t>(das melhorias à descontinuidade)</a:t>
          </a:r>
          <a:endParaRPr lang="en-US"/>
        </a:p>
      </dgm:t>
    </dgm:pt>
    <dgm:pt modelId="{BD7C0B1C-CF2B-42A1-B073-D34815DCA815}" type="parTrans" cxnId="{6FF8AB0B-CEA8-46BD-A243-CDA9CE3D5293}">
      <dgm:prSet/>
      <dgm:spPr/>
      <dgm:t>
        <a:bodyPr/>
        <a:lstStyle/>
        <a:p>
          <a:endParaRPr lang="en-US"/>
        </a:p>
      </dgm:t>
    </dgm:pt>
    <dgm:pt modelId="{518EEE92-C28F-4853-AAF6-33D304725B56}" type="sibTrans" cxnId="{6FF8AB0B-CEA8-46BD-A243-CDA9CE3D5293}">
      <dgm:prSet/>
      <dgm:spPr/>
      <dgm:t>
        <a:bodyPr/>
        <a:lstStyle/>
        <a:p>
          <a:endParaRPr lang="en-US"/>
        </a:p>
      </dgm:t>
    </dgm:pt>
    <dgm:pt modelId="{B36523DA-0800-B846-8E82-B988E8CDE08E}" type="pres">
      <dgm:prSet presAssocID="{A84751A5-6BF8-4BDD-AA9A-4634BBD85FA2}" presName="vert0" presStyleCnt="0">
        <dgm:presLayoutVars>
          <dgm:dir/>
          <dgm:animOne val="branch"/>
          <dgm:animLvl val="lvl"/>
        </dgm:presLayoutVars>
      </dgm:prSet>
      <dgm:spPr/>
    </dgm:pt>
    <dgm:pt modelId="{C5C9FCB4-3C59-264C-A5AC-72A5FB17C596}" type="pres">
      <dgm:prSet presAssocID="{FB803286-1153-4230-8588-E994DE3EC44A}" presName="thickLine" presStyleLbl="alignNode1" presStyleIdx="0" presStyleCnt="5"/>
      <dgm:spPr/>
    </dgm:pt>
    <dgm:pt modelId="{9CD91D4C-7A88-AC48-9790-5B37B2125664}" type="pres">
      <dgm:prSet presAssocID="{FB803286-1153-4230-8588-E994DE3EC44A}" presName="horz1" presStyleCnt="0"/>
      <dgm:spPr/>
    </dgm:pt>
    <dgm:pt modelId="{C307250C-9ABC-1246-BF89-26A659DD01CE}" type="pres">
      <dgm:prSet presAssocID="{FB803286-1153-4230-8588-E994DE3EC44A}" presName="tx1" presStyleLbl="revTx" presStyleIdx="0" presStyleCnt="5"/>
      <dgm:spPr/>
    </dgm:pt>
    <dgm:pt modelId="{8E2960B9-9FE0-E848-A2BA-9ED3EF30F875}" type="pres">
      <dgm:prSet presAssocID="{FB803286-1153-4230-8588-E994DE3EC44A}" presName="vert1" presStyleCnt="0"/>
      <dgm:spPr/>
    </dgm:pt>
    <dgm:pt modelId="{25A8B133-E065-8B4E-8E47-500D21424492}" type="pres">
      <dgm:prSet presAssocID="{22ABC36E-88F1-4B92-BF4B-E3E550545E5B}" presName="thickLine" presStyleLbl="alignNode1" presStyleIdx="1" presStyleCnt="5"/>
      <dgm:spPr/>
    </dgm:pt>
    <dgm:pt modelId="{89218714-AA60-A841-82F4-E10CE1D52B97}" type="pres">
      <dgm:prSet presAssocID="{22ABC36E-88F1-4B92-BF4B-E3E550545E5B}" presName="horz1" presStyleCnt="0"/>
      <dgm:spPr/>
    </dgm:pt>
    <dgm:pt modelId="{D3F74C23-6CC4-D34D-9D14-D6D2BCAF8171}" type="pres">
      <dgm:prSet presAssocID="{22ABC36E-88F1-4B92-BF4B-E3E550545E5B}" presName="tx1" presStyleLbl="revTx" presStyleIdx="1" presStyleCnt="5"/>
      <dgm:spPr/>
    </dgm:pt>
    <dgm:pt modelId="{3F2D6D78-DE49-AF4F-8498-59A71FB3ABE4}" type="pres">
      <dgm:prSet presAssocID="{22ABC36E-88F1-4B92-BF4B-E3E550545E5B}" presName="vert1" presStyleCnt="0"/>
      <dgm:spPr/>
    </dgm:pt>
    <dgm:pt modelId="{A25AF01F-9891-3845-80BD-4944EA29ADA3}" type="pres">
      <dgm:prSet presAssocID="{98D7F13F-A407-4DA9-9A04-8BBF79601A58}" presName="thickLine" presStyleLbl="alignNode1" presStyleIdx="2" presStyleCnt="5"/>
      <dgm:spPr/>
    </dgm:pt>
    <dgm:pt modelId="{4C0F1F97-EE94-BB44-8BF1-E23C4D4B0BC3}" type="pres">
      <dgm:prSet presAssocID="{98D7F13F-A407-4DA9-9A04-8BBF79601A58}" presName="horz1" presStyleCnt="0"/>
      <dgm:spPr/>
    </dgm:pt>
    <dgm:pt modelId="{4173AE7D-712F-3241-BD5D-E04616AEF5B3}" type="pres">
      <dgm:prSet presAssocID="{98D7F13F-A407-4DA9-9A04-8BBF79601A58}" presName="tx1" presStyleLbl="revTx" presStyleIdx="2" presStyleCnt="5"/>
      <dgm:spPr/>
    </dgm:pt>
    <dgm:pt modelId="{881C56C5-92BC-2344-8AA0-12AA6E997B16}" type="pres">
      <dgm:prSet presAssocID="{98D7F13F-A407-4DA9-9A04-8BBF79601A58}" presName="vert1" presStyleCnt="0"/>
      <dgm:spPr/>
    </dgm:pt>
    <dgm:pt modelId="{2896043B-34D9-D341-8463-0728DCADD699}" type="pres">
      <dgm:prSet presAssocID="{EEF3F753-D6E5-4C68-998E-02E03BA06544}" presName="thickLine" presStyleLbl="alignNode1" presStyleIdx="3" presStyleCnt="5"/>
      <dgm:spPr/>
    </dgm:pt>
    <dgm:pt modelId="{2FD990F2-1145-3146-B002-74E990456A46}" type="pres">
      <dgm:prSet presAssocID="{EEF3F753-D6E5-4C68-998E-02E03BA06544}" presName="horz1" presStyleCnt="0"/>
      <dgm:spPr/>
    </dgm:pt>
    <dgm:pt modelId="{31EBE3CF-2083-BF46-B97C-E4AACA66E590}" type="pres">
      <dgm:prSet presAssocID="{EEF3F753-D6E5-4C68-998E-02E03BA06544}" presName="tx1" presStyleLbl="revTx" presStyleIdx="3" presStyleCnt="5"/>
      <dgm:spPr/>
    </dgm:pt>
    <dgm:pt modelId="{7D926D65-A88E-2F48-83DC-379FFDB6B2F3}" type="pres">
      <dgm:prSet presAssocID="{EEF3F753-D6E5-4C68-998E-02E03BA06544}" presName="vert1" presStyleCnt="0"/>
      <dgm:spPr/>
    </dgm:pt>
    <dgm:pt modelId="{544EFE24-8663-014A-9444-BC1B54324C9C}" type="pres">
      <dgm:prSet presAssocID="{A9E17324-8D14-46F1-9BA5-4101D50A653C}" presName="thickLine" presStyleLbl="alignNode1" presStyleIdx="4" presStyleCnt="5"/>
      <dgm:spPr/>
    </dgm:pt>
    <dgm:pt modelId="{2C32F7E3-FD7E-2647-B63F-6DB22AFE162C}" type="pres">
      <dgm:prSet presAssocID="{A9E17324-8D14-46F1-9BA5-4101D50A653C}" presName="horz1" presStyleCnt="0"/>
      <dgm:spPr/>
    </dgm:pt>
    <dgm:pt modelId="{6BDECC9E-14A4-1149-BD05-CC8B2177614C}" type="pres">
      <dgm:prSet presAssocID="{A9E17324-8D14-46F1-9BA5-4101D50A653C}" presName="tx1" presStyleLbl="revTx" presStyleIdx="4" presStyleCnt="5"/>
      <dgm:spPr/>
    </dgm:pt>
    <dgm:pt modelId="{4F432044-A007-B640-92C7-79618502164F}" type="pres">
      <dgm:prSet presAssocID="{A9E17324-8D14-46F1-9BA5-4101D50A653C}" presName="vert1" presStyleCnt="0"/>
      <dgm:spPr/>
    </dgm:pt>
  </dgm:ptLst>
  <dgm:cxnLst>
    <dgm:cxn modelId="{6FF8AB0B-CEA8-46BD-A243-CDA9CE3D5293}" srcId="{A84751A5-6BF8-4BDD-AA9A-4634BBD85FA2}" destId="{A9E17324-8D14-46F1-9BA5-4101D50A653C}" srcOrd="4" destOrd="0" parTransId="{BD7C0B1C-CF2B-42A1-B073-D34815DCA815}" sibTransId="{518EEE92-C28F-4853-AAF6-33D304725B56}"/>
    <dgm:cxn modelId="{A14A6C14-93CE-460D-A488-ADD659013542}" srcId="{A84751A5-6BF8-4BDD-AA9A-4634BBD85FA2}" destId="{FB803286-1153-4230-8588-E994DE3EC44A}" srcOrd="0" destOrd="0" parTransId="{D0364C3B-F468-41AA-A6D9-34232C42B8AA}" sibTransId="{533D716D-157F-412F-82F9-AF0B53E45A88}"/>
    <dgm:cxn modelId="{0AB33417-BE43-F547-AE9F-66B6B0F977E8}" type="presOf" srcId="{A84751A5-6BF8-4BDD-AA9A-4634BBD85FA2}" destId="{B36523DA-0800-B846-8E82-B988E8CDE08E}" srcOrd="0" destOrd="0" presId="urn:microsoft.com/office/officeart/2008/layout/LinedList"/>
    <dgm:cxn modelId="{65274632-3525-4502-B01D-2B0C215BD819}" srcId="{A84751A5-6BF8-4BDD-AA9A-4634BBD85FA2}" destId="{EEF3F753-D6E5-4C68-998E-02E03BA06544}" srcOrd="3" destOrd="0" parTransId="{9048BF22-D001-4E10-A248-D5F7E623FE0A}" sibTransId="{C3E1FE0E-377F-4A19-9500-F07FF2CC0B00}"/>
    <dgm:cxn modelId="{861EA05F-4713-4EC8-B459-D7597A2EFADA}" srcId="{A84751A5-6BF8-4BDD-AA9A-4634BBD85FA2}" destId="{22ABC36E-88F1-4B92-BF4B-E3E550545E5B}" srcOrd="1" destOrd="0" parTransId="{6675250D-350C-48AA-A1CF-DB149182E1E2}" sibTransId="{268F658D-7BB2-4352-8154-C0525237BDA4}"/>
    <dgm:cxn modelId="{C8ED2361-EA1E-4C46-884A-D2D2F3804656}" type="presOf" srcId="{98D7F13F-A407-4DA9-9A04-8BBF79601A58}" destId="{4173AE7D-712F-3241-BD5D-E04616AEF5B3}" srcOrd="0" destOrd="0" presId="urn:microsoft.com/office/officeart/2008/layout/LinedList"/>
    <dgm:cxn modelId="{26270582-9034-E944-BFA8-466D02B49227}" type="presOf" srcId="{22ABC36E-88F1-4B92-BF4B-E3E550545E5B}" destId="{D3F74C23-6CC4-D34D-9D14-D6D2BCAF8171}" srcOrd="0" destOrd="0" presId="urn:microsoft.com/office/officeart/2008/layout/LinedList"/>
    <dgm:cxn modelId="{DD7E0C87-142B-D641-A79E-AABCD2D24AAE}" type="presOf" srcId="{EEF3F753-D6E5-4C68-998E-02E03BA06544}" destId="{31EBE3CF-2083-BF46-B97C-E4AACA66E590}" srcOrd="0" destOrd="0" presId="urn:microsoft.com/office/officeart/2008/layout/LinedList"/>
    <dgm:cxn modelId="{5525F79B-176A-4E4D-A60D-0FA1B8656710}" type="presOf" srcId="{FB803286-1153-4230-8588-E994DE3EC44A}" destId="{C307250C-9ABC-1246-BF89-26A659DD01CE}" srcOrd="0" destOrd="0" presId="urn:microsoft.com/office/officeart/2008/layout/LinedList"/>
    <dgm:cxn modelId="{EA7FA3CD-B0DF-D342-8D86-904F03F9A933}" type="presOf" srcId="{A9E17324-8D14-46F1-9BA5-4101D50A653C}" destId="{6BDECC9E-14A4-1149-BD05-CC8B2177614C}" srcOrd="0" destOrd="0" presId="urn:microsoft.com/office/officeart/2008/layout/LinedList"/>
    <dgm:cxn modelId="{902496CF-B05D-4DF4-8692-90E0C56D86F2}" srcId="{A84751A5-6BF8-4BDD-AA9A-4634BBD85FA2}" destId="{98D7F13F-A407-4DA9-9A04-8BBF79601A58}" srcOrd="2" destOrd="0" parTransId="{21098CE7-500D-4C43-AEB0-D00A13C46F59}" sibTransId="{556722C3-8D57-430A-9F7A-7E399DD1D1BD}"/>
    <dgm:cxn modelId="{611A7BB1-AA11-FE49-BF45-D262550803C0}" type="presParOf" srcId="{B36523DA-0800-B846-8E82-B988E8CDE08E}" destId="{C5C9FCB4-3C59-264C-A5AC-72A5FB17C596}" srcOrd="0" destOrd="0" presId="urn:microsoft.com/office/officeart/2008/layout/LinedList"/>
    <dgm:cxn modelId="{9D8EB116-8065-094F-9A11-0A55967DBB5D}" type="presParOf" srcId="{B36523DA-0800-B846-8E82-B988E8CDE08E}" destId="{9CD91D4C-7A88-AC48-9790-5B37B2125664}" srcOrd="1" destOrd="0" presId="urn:microsoft.com/office/officeart/2008/layout/LinedList"/>
    <dgm:cxn modelId="{F0899F60-006F-BF4B-B0EA-96E0DB2F5C1E}" type="presParOf" srcId="{9CD91D4C-7A88-AC48-9790-5B37B2125664}" destId="{C307250C-9ABC-1246-BF89-26A659DD01CE}" srcOrd="0" destOrd="0" presId="urn:microsoft.com/office/officeart/2008/layout/LinedList"/>
    <dgm:cxn modelId="{7F4ACFD3-8FD5-AE4C-8BFF-7E0B0D0253E6}" type="presParOf" srcId="{9CD91D4C-7A88-AC48-9790-5B37B2125664}" destId="{8E2960B9-9FE0-E848-A2BA-9ED3EF30F875}" srcOrd="1" destOrd="0" presId="urn:microsoft.com/office/officeart/2008/layout/LinedList"/>
    <dgm:cxn modelId="{7E3ECB03-4F2A-0F42-9949-3809A5399F4A}" type="presParOf" srcId="{B36523DA-0800-B846-8E82-B988E8CDE08E}" destId="{25A8B133-E065-8B4E-8E47-500D21424492}" srcOrd="2" destOrd="0" presId="urn:microsoft.com/office/officeart/2008/layout/LinedList"/>
    <dgm:cxn modelId="{30FF578E-03E4-DC4E-8514-A9CCF19DAC93}" type="presParOf" srcId="{B36523DA-0800-B846-8E82-B988E8CDE08E}" destId="{89218714-AA60-A841-82F4-E10CE1D52B97}" srcOrd="3" destOrd="0" presId="urn:microsoft.com/office/officeart/2008/layout/LinedList"/>
    <dgm:cxn modelId="{B16CD335-9E6D-2040-9E66-2335031C2F33}" type="presParOf" srcId="{89218714-AA60-A841-82F4-E10CE1D52B97}" destId="{D3F74C23-6CC4-D34D-9D14-D6D2BCAF8171}" srcOrd="0" destOrd="0" presId="urn:microsoft.com/office/officeart/2008/layout/LinedList"/>
    <dgm:cxn modelId="{73BEBC0F-5670-204A-A7F7-D9DCE938D7E2}" type="presParOf" srcId="{89218714-AA60-A841-82F4-E10CE1D52B97}" destId="{3F2D6D78-DE49-AF4F-8498-59A71FB3ABE4}" srcOrd="1" destOrd="0" presId="urn:microsoft.com/office/officeart/2008/layout/LinedList"/>
    <dgm:cxn modelId="{41900A6E-DE58-0344-B557-136DF571485E}" type="presParOf" srcId="{B36523DA-0800-B846-8E82-B988E8CDE08E}" destId="{A25AF01F-9891-3845-80BD-4944EA29ADA3}" srcOrd="4" destOrd="0" presId="urn:microsoft.com/office/officeart/2008/layout/LinedList"/>
    <dgm:cxn modelId="{F38BCBB0-8089-7647-91D5-972AB847B250}" type="presParOf" srcId="{B36523DA-0800-B846-8E82-B988E8CDE08E}" destId="{4C0F1F97-EE94-BB44-8BF1-E23C4D4B0BC3}" srcOrd="5" destOrd="0" presId="urn:microsoft.com/office/officeart/2008/layout/LinedList"/>
    <dgm:cxn modelId="{1B3DCE46-3FF2-4F4E-A99B-F3BC703F52B0}" type="presParOf" srcId="{4C0F1F97-EE94-BB44-8BF1-E23C4D4B0BC3}" destId="{4173AE7D-712F-3241-BD5D-E04616AEF5B3}" srcOrd="0" destOrd="0" presId="urn:microsoft.com/office/officeart/2008/layout/LinedList"/>
    <dgm:cxn modelId="{894A6CBC-8C6D-BA49-89E1-8FFCCD6F7FF0}" type="presParOf" srcId="{4C0F1F97-EE94-BB44-8BF1-E23C4D4B0BC3}" destId="{881C56C5-92BC-2344-8AA0-12AA6E997B16}" srcOrd="1" destOrd="0" presId="urn:microsoft.com/office/officeart/2008/layout/LinedList"/>
    <dgm:cxn modelId="{6D120F5B-AC60-B042-BF08-E134DA9A93A4}" type="presParOf" srcId="{B36523DA-0800-B846-8E82-B988E8CDE08E}" destId="{2896043B-34D9-D341-8463-0728DCADD699}" srcOrd="6" destOrd="0" presId="urn:microsoft.com/office/officeart/2008/layout/LinedList"/>
    <dgm:cxn modelId="{C1796CA8-6B24-2A46-82EA-1E99F8B859A5}" type="presParOf" srcId="{B36523DA-0800-B846-8E82-B988E8CDE08E}" destId="{2FD990F2-1145-3146-B002-74E990456A46}" srcOrd="7" destOrd="0" presId="urn:microsoft.com/office/officeart/2008/layout/LinedList"/>
    <dgm:cxn modelId="{31154B00-A2E4-414C-A79E-E3B781C8AF81}" type="presParOf" srcId="{2FD990F2-1145-3146-B002-74E990456A46}" destId="{31EBE3CF-2083-BF46-B97C-E4AACA66E590}" srcOrd="0" destOrd="0" presId="urn:microsoft.com/office/officeart/2008/layout/LinedList"/>
    <dgm:cxn modelId="{C08B03F3-1287-0348-A10C-FCE6A63E5EE3}" type="presParOf" srcId="{2FD990F2-1145-3146-B002-74E990456A46}" destId="{7D926D65-A88E-2F48-83DC-379FFDB6B2F3}" srcOrd="1" destOrd="0" presId="urn:microsoft.com/office/officeart/2008/layout/LinedList"/>
    <dgm:cxn modelId="{F7B0F6C1-5211-C145-9F65-AE08F728A2F0}" type="presParOf" srcId="{B36523DA-0800-B846-8E82-B988E8CDE08E}" destId="{544EFE24-8663-014A-9444-BC1B54324C9C}" srcOrd="8" destOrd="0" presId="urn:microsoft.com/office/officeart/2008/layout/LinedList"/>
    <dgm:cxn modelId="{E076BA4E-A8D6-E547-B5AB-BBCF68709138}" type="presParOf" srcId="{B36523DA-0800-B846-8E82-B988E8CDE08E}" destId="{2C32F7E3-FD7E-2647-B63F-6DB22AFE162C}" srcOrd="9" destOrd="0" presId="urn:microsoft.com/office/officeart/2008/layout/LinedList"/>
    <dgm:cxn modelId="{78768D9E-94CC-5349-9A9F-045A26BA5494}" type="presParOf" srcId="{2C32F7E3-FD7E-2647-B63F-6DB22AFE162C}" destId="{6BDECC9E-14A4-1149-BD05-CC8B2177614C}" srcOrd="0" destOrd="0" presId="urn:microsoft.com/office/officeart/2008/layout/LinedList"/>
    <dgm:cxn modelId="{B47626A8-B20B-F141-A6A3-8818DE08AF6E}" type="presParOf" srcId="{2C32F7E3-FD7E-2647-B63F-6DB22AFE162C}" destId="{4F432044-A007-B640-92C7-79618502164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A0334A-F2D4-46E8-9A16-83F47EE2FF7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4617044-A19E-41D7-A2F0-92C9923E4DAC}">
      <dgm:prSet/>
      <dgm:spPr/>
      <dgm:t>
        <a:bodyPr/>
        <a:lstStyle/>
        <a:p>
          <a:r>
            <a:rPr lang="pt-BR" b="1"/>
            <a:t>Elevado grau de incertezas e riscos</a:t>
          </a:r>
          <a:endParaRPr lang="en-US"/>
        </a:p>
      </dgm:t>
    </dgm:pt>
    <dgm:pt modelId="{DFE96114-561E-4377-9D9E-4ED4C8EC9B50}" type="parTrans" cxnId="{16F77EFB-C9D1-44B2-A298-6DC81547BFAD}">
      <dgm:prSet/>
      <dgm:spPr/>
      <dgm:t>
        <a:bodyPr/>
        <a:lstStyle/>
        <a:p>
          <a:endParaRPr lang="en-US"/>
        </a:p>
      </dgm:t>
    </dgm:pt>
    <dgm:pt modelId="{63D2AEB0-FFA5-4609-A432-0BC4E10DBD40}" type="sibTrans" cxnId="{16F77EFB-C9D1-44B2-A298-6DC81547BFAD}">
      <dgm:prSet/>
      <dgm:spPr/>
      <dgm:t>
        <a:bodyPr/>
        <a:lstStyle/>
        <a:p>
          <a:endParaRPr lang="en-US"/>
        </a:p>
      </dgm:t>
    </dgm:pt>
    <dgm:pt modelId="{26BB358E-9A9B-4781-80E3-2FA9AC31A349}">
      <dgm:prSet/>
      <dgm:spPr/>
      <dgm:t>
        <a:bodyPr/>
        <a:lstStyle/>
        <a:p>
          <a:r>
            <a:rPr lang="pt-BR" b="1"/>
            <a:t>Decisões importantes no início, quando incertezas são maiores</a:t>
          </a:r>
          <a:endParaRPr lang="en-US"/>
        </a:p>
      </dgm:t>
    </dgm:pt>
    <dgm:pt modelId="{A1F84056-9225-4803-8F95-D5BE82A1D200}" type="parTrans" cxnId="{4E9546C3-D357-468C-9011-C9CB702D38CF}">
      <dgm:prSet/>
      <dgm:spPr/>
      <dgm:t>
        <a:bodyPr/>
        <a:lstStyle/>
        <a:p>
          <a:endParaRPr lang="en-US"/>
        </a:p>
      </dgm:t>
    </dgm:pt>
    <dgm:pt modelId="{F0D0665B-83B5-4B1A-8376-DF70E2B4253A}" type="sibTrans" cxnId="{4E9546C3-D357-468C-9011-C9CB702D38CF}">
      <dgm:prSet/>
      <dgm:spPr/>
      <dgm:t>
        <a:bodyPr/>
        <a:lstStyle/>
        <a:p>
          <a:endParaRPr lang="en-US"/>
        </a:p>
      </dgm:t>
    </dgm:pt>
    <dgm:pt modelId="{6A30D268-4B59-4C12-8DCF-97819FD73730}">
      <dgm:prSet/>
      <dgm:spPr/>
      <dgm:t>
        <a:bodyPr/>
        <a:lstStyle/>
        <a:p>
          <a:r>
            <a:rPr lang="pt-BR" b="1"/>
            <a:t>Dificuldade de mudar decisões iniciais</a:t>
          </a:r>
          <a:endParaRPr lang="en-US"/>
        </a:p>
      </dgm:t>
    </dgm:pt>
    <dgm:pt modelId="{8020960A-5A42-4634-9A2A-D8D5416B495D}" type="parTrans" cxnId="{CC80AFCA-AD9A-47B1-984C-59382F82B5DF}">
      <dgm:prSet/>
      <dgm:spPr/>
      <dgm:t>
        <a:bodyPr/>
        <a:lstStyle/>
        <a:p>
          <a:endParaRPr lang="en-US"/>
        </a:p>
      </dgm:t>
    </dgm:pt>
    <dgm:pt modelId="{23D79BFF-6098-4F69-967D-71C732CCC220}" type="sibTrans" cxnId="{CC80AFCA-AD9A-47B1-984C-59382F82B5DF}">
      <dgm:prSet/>
      <dgm:spPr/>
      <dgm:t>
        <a:bodyPr/>
        <a:lstStyle/>
        <a:p>
          <a:endParaRPr lang="en-US"/>
        </a:p>
      </dgm:t>
    </dgm:pt>
    <dgm:pt modelId="{A2E47413-86E1-4DAF-AE8D-88C72B128AFC}">
      <dgm:prSet/>
      <dgm:spPr/>
      <dgm:t>
        <a:bodyPr/>
        <a:lstStyle/>
        <a:p>
          <a:r>
            <a:rPr lang="pt-BR" b="1"/>
            <a:t>~80% do custo do produto são  comprometidos durante as etapas iniciais do PDP</a:t>
          </a:r>
          <a:endParaRPr lang="en-US"/>
        </a:p>
      </dgm:t>
    </dgm:pt>
    <dgm:pt modelId="{51E806BF-F62E-4BF3-8F34-05BF78914916}" type="parTrans" cxnId="{E0E7E5ED-03B2-45D7-80E7-E5B433A7BCBC}">
      <dgm:prSet/>
      <dgm:spPr/>
      <dgm:t>
        <a:bodyPr/>
        <a:lstStyle/>
        <a:p>
          <a:endParaRPr lang="en-US"/>
        </a:p>
      </dgm:t>
    </dgm:pt>
    <dgm:pt modelId="{125AA163-F251-4EA3-B12D-A584B02A1A11}" type="sibTrans" cxnId="{E0E7E5ED-03B2-45D7-80E7-E5B433A7BCBC}">
      <dgm:prSet/>
      <dgm:spPr/>
      <dgm:t>
        <a:bodyPr/>
        <a:lstStyle/>
        <a:p>
          <a:endParaRPr lang="en-US"/>
        </a:p>
      </dgm:t>
    </dgm:pt>
    <dgm:pt modelId="{81DD7FD5-74C7-EE41-B519-E01B98A269C4}" type="pres">
      <dgm:prSet presAssocID="{33A0334A-F2D4-46E8-9A16-83F47EE2FF72}" presName="vert0" presStyleCnt="0">
        <dgm:presLayoutVars>
          <dgm:dir/>
          <dgm:animOne val="branch"/>
          <dgm:animLvl val="lvl"/>
        </dgm:presLayoutVars>
      </dgm:prSet>
      <dgm:spPr/>
    </dgm:pt>
    <dgm:pt modelId="{0C196F42-6377-404D-925A-0B6C83E4E856}" type="pres">
      <dgm:prSet presAssocID="{B4617044-A19E-41D7-A2F0-92C9923E4DAC}" presName="thickLine" presStyleLbl="alignNode1" presStyleIdx="0" presStyleCnt="4"/>
      <dgm:spPr/>
    </dgm:pt>
    <dgm:pt modelId="{B857CB2A-FBCA-774C-95DC-B1E28A477CCF}" type="pres">
      <dgm:prSet presAssocID="{B4617044-A19E-41D7-A2F0-92C9923E4DAC}" presName="horz1" presStyleCnt="0"/>
      <dgm:spPr/>
    </dgm:pt>
    <dgm:pt modelId="{AE13359D-F068-FA45-B3D3-6718CC60EC97}" type="pres">
      <dgm:prSet presAssocID="{B4617044-A19E-41D7-A2F0-92C9923E4DAC}" presName="tx1" presStyleLbl="revTx" presStyleIdx="0" presStyleCnt="4"/>
      <dgm:spPr/>
    </dgm:pt>
    <dgm:pt modelId="{DA9470D0-D7EC-6047-92D0-6747E7FC16B0}" type="pres">
      <dgm:prSet presAssocID="{B4617044-A19E-41D7-A2F0-92C9923E4DAC}" presName="vert1" presStyleCnt="0"/>
      <dgm:spPr/>
    </dgm:pt>
    <dgm:pt modelId="{37264171-61CE-234D-92D1-B76D0D951A23}" type="pres">
      <dgm:prSet presAssocID="{26BB358E-9A9B-4781-80E3-2FA9AC31A349}" presName="thickLine" presStyleLbl="alignNode1" presStyleIdx="1" presStyleCnt="4"/>
      <dgm:spPr/>
    </dgm:pt>
    <dgm:pt modelId="{516A6B02-8024-FA44-B2EA-0F2ECD791D0C}" type="pres">
      <dgm:prSet presAssocID="{26BB358E-9A9B-4781-80E3-2FA9AC31A349}" presName="horz1" presStyleCnt="0"/>
      <dgm:spPr/>
    </dgm:pt>
    <dgm:pt modelId="{D7C0EF09-B5C5-A14C-AB8B-F47451B61F85}" type="pres">
      <dgm:prSet presAssocID="{26BB358E-9A9B-4781-80E3-2FA9AC31A349}" presName="tx1" presStyleLbl="revTx" presStyleIdx="1" presStyleCnt="4"/>
      <dgm:spPr/>
    </dgm:pt>
    <dgm:pt modelId="{FEB6EACE-B3DA-6140-B21C-42CAC766A2A8}" type="pres">
      <dgm:prSet presAssocID="{26BB358E-9A9B-4781-80E3-2FA9AC31A349}" presName="vert1" presStyleCnt="0"/>
      <dgm:spPr/>
    </dgm:pt>
    <dgm:pt modelId="{136D59BD-10D9-0147-8D1E-4B86D34A498B}" type="pres">
      <dgm:prSet presAssocID="{6A30D268-4B59-4C12-8DCF-97819FD73730}" presName="thickLine" presStyleLbl="alignNode1" presStyleIdx="2" presStyleCnt="4"/>
      <dgm:spPr/>
    </dgm:pt>
    <dgm:pt modelId="{898621B7-229A-1A4B-B4E3-8DA05EE6DCFF}" type="pres">
      <dgm:prSet presAssocID="{6A30D268-4B59-4C12-8DCF-97819FD73730}" presName="horz1" presStyleCnt="0"/>
      <dgm:spPr/>
    </dgm:pt>
    <dgm:pt modelId="{FBB43254-F9FD-4B47-9B7E-AA072E9DA757}" type="pres">
      <dgm:prSet presAssocID="{6A30D268-4B59-4C12-8DCF-97819FD73730}" presName="tx1" presStyleLbl="revTx" presStyleIdx="2" presStyleCnt="4"/>
      <dgm:spPr/>
    </dgm:pt>
    <dgm:pt modelId="{2DC026AF-098E-D944-A13E-AFC309603EB9}" type="pres">
      <dgm:prSet presAssocID="{6A30D268-4B59-4C12-8DCF-97819FD73730}" presName="vert1" presStyleCnt="0"/>
      <dgm:spPr/>
    </dgm:pt>
    <dgm:pt modelId="{80B32977-F368-AC4D-B4E5-D668F0B7DF75}" type="pres">
      <dgm:prSet presAssocID="{A2E47413-86E1-4DAF-AE8D-88C72B128AFC}" presName="thickLine" presStyleLbl="alignNode1" presStyleIdx="3" presStyleCnt="4"/>
      <dgm:spPr/>
    </dgm:pt>
    <dgm:pt modelId="{80CFD359-F0B8-DA49-A065-C6508C0F3CD1}" type="pres">
      <dgm:prSet presAssocID="{A2E47413-86E1-4DAF-AE8D-88C72B128AFC}" presName="horz1" presStyleCnt="0"/>
      <dgm:spPr/>
    </dgm:pt>
    <dgm:pt modelId="{3C46464E-FF46-9B46-93FC-F10557773844}" type="pres">
      <dgm:prSet presAssocID="{A2E47413-86E1-4DAF-AE8D-88C72B128AFC}" presName="tx1" presStyleLbl="revTx" presStyleIdx="3" presStyleCnt="4"/>
      <dgm:spPr/>
    </dgm:pt>
    <dgm:pt modelId="{DF5A1379-DFDD-F543-8CDD-4BB1BC5AFAF2}" type="pres">
      <dgm:prSet presAssocID="{A2E47413-86E1-4DAF-AE8D-88C72B128AFC}" presName="vert1" presStyleCnt="0"/>
      <dgm:spPr/>
    </dgm:pt>
  </dgm:ptLst>
  <dgm:cxnLst>
    <dgm:cxn modelId="{8263EA2A-32B9-F54D-AB84-422C1068A32C}" type="presOf" srcId="{A2E47413-86E1-4DAF-AE8D-88C72B128AFC}" destId="{3C46464E-FF46-9B46-93FC-F10557773844}" srcOrd="0" destOrd="0" presId="urn:microsoft.com/office/officeart/2008/layout/LinedList"/>
    <dgm:cxn modelId="{7FAA6A6B-97CF-474D-A28E-FF34B955D2E6}" type="presOf" srcId="{33A0334A-F2D4-46E8-9A16-83F47EE2FF72}" destId="{81DD7FD5-74C7-EE41-B519-E01B98A269C4}" srcOrd="0" destOrd="0" presId="urn:microsoft.com/office/officeart/2008/layout/LinedList"/>
    <dgm:cxn modelId="{D7E255A7-49CB-C846-BBF5-304351CBDDC6}" type="presOf" srcId="{6A30D268-4B59-4C12-8DCF-97819FD73730}" destId="{FBB43254-F9FD-4B47-9B7E-AA072E9DA757}" srcOrd="0" destOrd="0" presId="urn:microsoft.com/office/officeart/2008/layout/LinedList"/>
    <dgm:cxn modelId="{4E9546C3-D357-468C-9011-C9CB702D38CF}" srcId="{33A0334A-F2D4-46E8-9A16-83F47EE2FF72}" destId="{26BB358E-9A9B-4781-80E3-2FA9AC31A349}" srcOrd="1" destOrd="0" parTransId="{A1F84056-9225-4803-8F95-D5BE82A1D200}" sibTransId="{F0D0665B-83B5-4B1A-8376-DF70E2B4253A}"/>
    <dgm:cxn modelId="{CC80AFCA-AD9A-47B1-984C-59382F82B5DF}" srcId="{33A0334A-F2D4-46E8-9A16-83F47EE2FF72}" destId="{6A30D268-4B59-4C12-8DCF-97819FD73730}" srcOrd="2" destOrd="0" parTransId="{8020960A-5A42-4634-9A2A-D8D5416B495D}" sibTransId="{23D79BFF-6098-4F69-967D-71C732CCC220}"/>
    <dgm:cxn modelId="{F6574ACE-1095-E146-AF6E-0710F005082B}" type="presOf" srcId="{B4617044-A19E-41D7-A2F0-92C9923E4DAC}" destId="{AE13359D-F068-FA45-B3D3-6718CC60EC97}" srcOrd="0" destOrd="0" presId="urn:microsoft.com/office/officeart/2008/layout/LinedList"/>
    <dgm:cxn modelId="{9E395BE8-5D29-2945-9B94-A1931176A60C}" type="presOf" srcId="{26BB358E-9A9B-4781-80E3-2FA9AC31A349}" destId="{D7C0EF09-B5C5-A14C-AB8B-F47451B61F85}" srcOrd="0" destOrd="0" presId="urn:microsoft.com/office/officeart/2008/layout/LinedList"/>
    <dgm:cxn modelId="{E0E7E5ED-03B2-45D7-80E7-E5B433A7BCBC}" srcId="{33A0334A-F2D4-46E8-9A16-83F47EE2FF72}" destId="{A2E47413-86E1-4DAF-AE8D-88C72B128AFC}" srcOrd="3" destOrd="0" parTransId="{51E806BF-F62E-4BF3-8F34-05BF78914916}" sibTransId="{125AA163-F251-4EA3-B12D-A584B02A1A11}"/>
    <dgm:cxn modelId="{16F77EFB-C9D1-44B2-A298-6DC81547BFAD}" srcId="{33A0334A-F2D4-46E8-9A16-83F47EE2FF72}" destId="{B4617044-A19E-41D7-A2F0-92C9923E4DAC}" srcOrd="0" destOrd="0" parTransId="{DFE96114-561E-4377-9D9E-4ED4C8EC9B50}" sibTransId="{63D2AEB0-FFA5-4609-A432-0BC4E10DBD40}"/>
    <dgm:cxn modelId="{4B604115-1163-E64C-B190-9AD4C0288764}" type="presParOf" srcId="{81DD7FD5-74C7-EE41-B519-E01B98A269C4}" destId="{0C196F42-6377-404D-925A-0B6C83E4E856}" srcOrd="0" destOrd="0" presId="urn:microsoft.com/office/officeart/2008/layout/LinedList"/>
    <dgm:cxn modelId="{57D019AC-5AD2-D74E-AD2C-9F376D2D7BC9}" type="presParOf" srcId="{81DD7FD5-74C7-EE41-B519-E01B98A269C4}" destId="{B857CB2A-FBCA-774C-95DC-B1E28A477CCF}" srcOrd="1" destOrd="0" presId="urn:microsoft.com/office/officeart/2008/layout/LinedList"/>
    <dgm:cxn modelId="{30B97DA3-8211-364A-A58C-4A5EF7BE1230}" type="presParOf" srcId="{B857CB2A-FBCA-774C-95DC-B1E28A477CCF}" destId="{AE13359D-F068-FA45-B3D3-6718CC60EC97}" srcOrd="0" destOrd="0" presId="urn:microsoft.com/office/officeart/2008/layout/LinedList"/>
    <dgm:cxn modelId="{99DD4BEC-C2FA-5242-8748-BD58A45479DB}" type="presParOf" srcId="{B857CB2A-FBCA-774C-95DC-B1E28A477CCF}" destId="{DA9470D0-D7EC-6047-92D0-6747E7FC16B0}" srcOrd="1" destOrd="0" presId="urn:microsoft.com/office/officeart/2008/layout/LinedList"/>
    <dgm:cxn modelId="{7AFD5258-284C-6443-864E-68C1BD61F9BD}" type="presParOf" srcId="{81DD7FD5-74C7-EE41-B519-E01B98A269C4}" destId="{37264171-61CE-234D-92D1-B76D0D951A23}" srcOrd="2" destOrd="0" presId="urn:microsoft.com/office/officeart/2008/layout/LinedList"/>
    <dgm:cxn modelId="{D395BBC4-433C-EF43-A887-7083A372AB24}" type="presParOf" srcId="{81DD7FD5-74C7-EE41-B519-E01B98A269C4}" destId="{516A6B02-8024-FA44-B2EA-0F2ECD791D0C}" srcOrd="3" destOrd="0" presId="urn:microsoft.com/office/officeart/2008/layout/LinedList"/>
    <dgm:cxn modelId="{5194E41F-C547-8F43-BC05-9407444D3BB6}" type="presParOf" srcId="{516A6B02-8024-FA44-B2EA-0F2ECD791D0C}" destId="{D7C0EF09-B5C5-A14C-AB8B-F47451B61F85}" srcOrd="0" destOrd="0" presId="urn:microsoft.com/office/officeart/2008/layout/LinedList"/>
    <dgm:cxn modelId="{762A8819-72F4-6846-80A0-D51B55E82D7C}" type="presParOf" srcId="{516A6B02-8024-FA44-B2EA-0F2ECD791D0C}" destId="{FEB6EACE-B3DA-6140-B21C-42CAC766A2A8}" srcOrd="1" destOrd="0" presId="urn:microsoft.com/office/officeart/2008/layout/LinedList"/>
    <dgm:cxn modelId="{1AE012D4-77E3-4B47-B385-E61B10F5EE48}" type="presParOf" srcId="{81DD7FD5-74C7-EE41-B519-E01B98A269C4}" destId="{136D59BD-10D9-0147-8D1E-4B86D34A498B}" srcOrd="4" destOrd="0" presId="urn:microsoft.com/office/officeart/2008/layout/LinedList"/>
    <dgm:cxn modelId="{208FCC4B-2B78-3B4D-9557-D94E5CCFF5F5}" type="presParOf" srcId="{81DD7FD5-74C7-EE41-B519-E01B98A269C4}" destId="{898621B7-229A-1A4B-B4E3-8DA05EE6DCFF}" srcOrd="5" destOrd="0" presId="urn:microsoft.com/office/officeart/2008/layout/LinedList"/>
    <dgm:cxn modelId="{16C8CDEA-9BF6-4749-B7D8-0316FC50A863}" type="presParOf" srcId="{898621B7-229A-1A4B-B4E3-8DA05EE6DCFF}" destId="{FBB43254-F9FD-4B47-9B7E-AA072E9DA757}" srcOrd="0" destOrd="0" presId="urn:microsoft.com/office/officeart/2008/layout/LinedList"/>
    <dgm:cxn modelId="{EFC87DF6-2B70-9C4C-B0AC-EBD440CEEBE9}" type="presParOf" srcId="{898621B7-229A-1A4B-B4E3-8DA05EE6DCFF}" destId="{2DC026AF-098E-D944-A13E-AFC309603EB9}" srcOrd="1" destOrd="0" presId="urn:microsoft.com/office/officeart/2008/layout/LinedList"/>
    <dgm:cxn modelId="{6E4F402E-C2B5-1E4D-BCB9-76F5769C31F3}" type="presParOf" srcId="{81DD7FD5-74C7-EE41-B519-E01B98A269C4}" destId="{80B32977-F368-AC4D-B4E5-D668F0B7DF75}" srcOrd="6" destOrd="0" presId="urn:microsoft.com/office/officeart/2008/layout/LinedList"/>
    <dgm:cxn modelId="{0BB59543-CD70-F447-8B3A-229EE0DE22F0}" type="presParOf" srcId="{81DD7FD5-74C7-EE41-B519-E01B98A269C4}" destId="{80CFD359-F0B8-DA49-A065-C6508C0F3CD1}" srcOrd="7" destOrd="0" presId="urn:microsoft.com/office/officeart/2008/layout/LinedList"/>
    <dgm:cxn modelId="{EEA79B72-7841-DA4D-AAB0-48162E2F5201}" type="presParOf" srcId="{80CFD359-F0B8-DA49-A065-C6508C0F3CD1}" destId="{3C46464E-FF46-9B46-93FC-F10557773844}" srcOrd="0" destOrd="0" presId="urn:microsoft.com/office/officeart/2008/layout/LinedList"/>
    <dgm:cxn modelId="{973D3BF9-38D2-CA47-8690-93E86C7F071A}" type="presParOf" srcId="{80CFD359-F0B8-DA49-A065-C6508C0F3CD1}" destId="{DF5A1379-DFDD-F543-8CDD-4BB1BC5AFAF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9FCB4-3C59-264C-A5AC-72A5FB17C596}">
      <dsp:nvSpPr>
        <dsp:cNvPr id="0" name=""/>
        <dsp:cNvSpPr/>
      </dsp:nvSpPr>
      <dsp:spPr>
        <a:xfrm>
          <a:off x="0" y="623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07250C-9ABC-1246-BF89-26A659DD01CE}">
      <dsp:nvSpPr>
        <dsp:cNvPr id="0" name=""/>
        <dsp:cNvSpPr/>
      </dsp:nvSpPr>
      <dsp:spPr>
        <a:xfrm>
          <a:off x="0" y="623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/>
            <a:t>PDP é o processo de negócio que:</a:t>
          </a:r>
          <a:endParaRPr lang="en-US" sz="2200" kern="1200"/>
        </a:p>
      </dsp:txBody>
      <dsp:txXfrm>
        <a:off x="0" y="623"/>
        <a:ext cx="6492875" cy="1020830"/>
      </dsp:txXfrm>
    </dsp:sp>
    <dsp:sp modelId="{25A8B133-E065-8B4E-8E47-500D21424492}">
      <dsp:nvSpPr>
        <dsp:cNvPr id="0" name=""/>
        <dsp:cNvSpPr/>
      </dsp:nvSpPr>
      <dsp:spPr>
        <a:xfrm>
          <a:off x="0" y="1021453"/>
          <a:ext cx="6492875" cy="0"/>
        </a:xfrm>
        <a:prstGeom prst="line">
          <a:avLst/>
        </a:prstGeom>
        <a:solidFill>
          <a:schemeClr val="accent2">
            <a:hueOff val="-2664"/>
            <a:satOff val="0"/>
            <a:lumOff val="6275"/>
            <a:alphaOff val="0"/>
          </a:schemeClr>
        </a:solidFill>
        <a:ln w="12700" cap="flat" cmpd="sng" algn="ctr">
          <a:solidFill>
            <a:schemeClr val="accent2">
              <a:hueOff val="-2664"/>
              <a:satOff val="0"/>
              <a:lumOff val="62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F74C23-6CC4-D34D-9D14-D6D2BCAF8171}">
      <dsp:nvSpPr>
        <dsp:cNvPr id="0" name=""/>
        <dsp:cNvSpPr/>
      </dsp:nvSpPr>
      <dsp:spPr>
        <a:xfrm>
          <a:off x="0" y="1021453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Busca as </a:t>
          </a:r>
          <a:r>
            <a:rPr lang="pt-BR" sz="2200" b="1" u="sng" kern="1200"/>
            <a:t>especificações de projeto </a:t>
          </a:r>
          <a:r>
            <a:rPr lang="pt-BR" sz="2200" kern="1200"/>
            <a:t>do produto e do seu processo de produção</a:t>
          </a:r>
          <a:endParaRPr lang="en-US" sz="2200" kern="1200"/>
        </a:p>
      </dsp:txBody>
      <dsp:txXfrm>
        <a:off x="0" y="1021453"/>
        <a:ext cx="6492875" cy="1020830"/>
      </dsp:txXfrm>
    </dsp:sp>
    <dsp:sp modelId="{A25AF01F-9891-3845-80BD-4944EA29ADA3}">
      <dsp:nvSpPr>
        <dsp:cNvPr id="0" name=""/>
        <dsp:cNvSpPr/>
      </dsp:nvSpPr>
      <dsp:spPr>
        <a:xfrm>
          <a:off x="0" y="2042284"/>
          <a:ext cx="6492875" cy="0"/>
        </a:xfrm>
        <a:prstGeom prst="line">
          <a:avLst/>
        </a:prstGeom>
        <a:solidFill>
          <a:schemeClr val="accent2">
            <a:hueOff val="-5329"/>
            <a:satOff val="0"/>
            <a:lumOff val="12549"/>
            <a:alphaOff val="0"/>
          </a:schemeClr>
        </a:solidFill>
        <a:ln w="12700" cap="flat" cmpd="sng" algn="ctr">
          <a:solidFill>
            <a:schemeClr val="accent2">
              <a:hueOff val="-5329"/>
              <a:satOff val="0"/>
              <a:lumOff val="125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73AE7D-712F-3241-BD5D-E04616AEF5B3}">
      <dsp:nvSpPr>
        <dsp:cNvPr id="0" name=""/>
        <dsp:cNvSpPr/>
      </dsp:nvSpPr>
      <dsp:spPr>
        <a:xfrm>
          <a:off x="0" y="2042284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Considera </a:t>
          </a:r>
          <a:r>
            <a:rPr lang="pt-BR" sz="2200" b="1" u="sng" kern="1200"/>
            <a:t>as necessidades de mercado</a:t>
          </a:r>
          <a:r>
            <a:rPr lang="pt-BR" sz="2200" kern="1200"/>
            <a:t>, as possibilidades tecnológicas e as estratégias da empresa</a:t>
          </a:r>
          <a:endParaRPr lang="en-US" sz="2200" kern="1200"/>
        </a:p>
      </dsp:txBody>
      <dsp:txXfrm>
        <a:off x="0" y="2042284"/>
        <a:ext cx="6492875" cy="1020830"/>
      </dsp:txXfrm>
    </dsp:sp>
    <dsp:sp modelId="{2896043B-34D9-D341-8463-0728DCADD699}">
      <dsp:nvSpPr>
        <dsp:cNvPr id="0" name=""/>
        <dsp:cNvSpPr/>
      </dsp:nvSpPr>
      <dsp:spPr>
        <a:xfrm>
          <a:off x="0" y="3063115"/>
          <a:ext cx="6492875" cy="0"/>
        </a:xfrm>
        <a:prstGeom prst="line">
          <a:avLst/>
        </a:prstGeom>
        <a:solidFill>
          <a:schemeClr val="accent2">
            <a:hueOff val="-7993"/>
            <a:satOff val="0"/>
            <a:lumOff val="18824"/>
            <a:alphaOff val="0"/>
          </a:schemeClr>
        </a:solidFill>
        <a:ln w="12700" cap="flat" cmpd="sng" algn="ctr">
          <a:solidFill>
            <a:schemeClr val="accent2">
              <a:hueOff val="-7993"/>
              <a:satOff val="0"/>
              <a:lumOff val="188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EBE3CF-2083-BF46-B97C-E4AACA66E590}">
      <dsp:nvSpPr>
        <dsp:cNvPr id="0" name=""/>
        <dsp:cNvSpPr/>
      </dsp:nvSpPr>
      <dsp:spPr>
        <a:xfrm>
          <a:off x="0" y="3063115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/>
            <a:t>Prepara a manufatura</a:t>
          </a:r>
          <a:r>
            <a:rPr lang="pt-BR" sz="2200" kern="1200"/>
            <a:t>, para iniciar a produção</a:t>
          </a:r>
          <a:endParaRPr lang="en-US" sz="2200" kern="1200"/>
        </a:p>
      </dsp:txBody>
      <dsp:txXfrm>
        <a:off x="0" y="3063115"/>
        <a:ext cx="6492875" cy="1020830"/>
      </dsp:txXfrm>
    </dsp:sp>
    <dsp:sp modelId="{544EFE24-8663-014A-9444-BC1B54324C9C}">
      <dsp:nvSpPr>
        <dsp:cNvPr id="0" name=""/>
        <dsp:cNvSpPr/>
      </dsp:nvSpPr>
      <dsp:spPr>
        <a:xfrm>
          <a:off x="0" y="4083946"/>
          <a:ext cx="6492875" cy="0"/>
        </a:xfrm>
        <a:prstGeom prst="line">
          <a:avLst/>
        </a:prstGeom>
        <a:solidFill>
          <a:schemeClr val="accent2">
            <a:hueOff val="-10658"/>
            <a:satOff val="0"/>
            <a:lumOff val="25098"/>
            <a:alphaOff val="0"/>
          </a:schemeClr>
        </a:solidFill>
        <a:ln w="12700" cap="flat" cmpd="sng" algn="ctr">
          <a:solidFill>
            <a:schemeClr val="accent2">
              <a:hueOff val="-10658"/>
              <a:satOff val="0"/>
              <a:lumOff val="250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DECC9E-14A4-1149-BD05-CC8B2177614C}">
      <dsp:nvSpPr>
        <dsp:cNvPr id="0" name=""/>
        <dsp:cNvSpPr/>
      </dsp:nvSpPr>
      <dsp:spPr>
        <a:xfrm>
          <a:off x="0" y="4083946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Acompanha o </a:t>
          </a:r>
          <a:r>
            <a:rPr lang="pt-BR" sz="2200" b="1" kern="1200"/>
            <a:t>produto pós-lançamento </a:t>
          </a:r>
          <a:r>
            <a:rPr lang="pt-BR" sz="2200" kern="1200"/>
            <a:t>(das melhorias à descontinuidade)</a:t>
          </a:r>
          <a:endParaRPr lang="en-US" sz="2200" kern="1200"/>
        </a:p>
      </dsp:txBody>
      <dsp:txXfrm>
        <a:off x="0" y="4083946"/>
        <a:ext cx="6492875" cy="10208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196F42-6377-404D-925A-0B6C83E4E856}">
      <dsp:nvSpPr>
        <dsp:cNvPr id="0" name=""/>
        <dsp:cNvSpPr/>
      </dsp:nvSpPr>
      <dsp:spPr>
        <a:xfrm>
          <a:off x="0" y="0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13359D-F068-FA45-B3D3-6718CC60EC97}">
      <dsp:nvSpPr>
        <dsp:cNvPr id="0" name=""/>
        <dsp:cNvSpPr/>
      </dsp:nvSpPr>
      <dsp:spPr>
        <a:xfrm>
          <a:off x="0" y="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/>
            <a:t>Elevado grau de incertezas e riscos</a:t>
          </a:r>
          <a:endParaRPr lang="en-US" sz="2500" kern="1200"/>
        </a:p>
      </dsp:txBody>
      <dsp:txXfrm>
        <a:off x="0" y="0"/>
        <a:ext cx="6492875" cy="1276350"/>
      </dsp:txXfrm>
    </dsp:sp>
    <dsp:sp modelId="{37264171-61CE-234D-92D1-B76D0D951A23}">
      <dsp:nvSpPr>
        <dsp:cNvPr id="0" name=""/>
        <dsp:cNvSpPr/>
      </dsp:nvSpPr>
      <dsp:spPr>
        <a:xfrm>
          <a:off x="0" y="1276350"/>
          <a:ext cx="6492875" cy="0"/>
        </a:xfrm>
        <a:prstGeom prst="line">
          <a:avLst/>
        </a:prstGeom>
        <a:solidFill>
          <a:schemeClr val="accent2">
            <a:hueOff val="-3553"/>
            <a:satOff val="0"/>
            <a:lumOff val="8366"/>
            <a:alphaOff val="0"/>
          </a:schemeClr>
        </a:solidFill>
        <a:ln w="12700" cap="flat" cmpd="sng" algn="ctr">
          <a:solidFill>
            <a:schemeClr val="accent2">
              <a:hueOff val="-3553"/>
              <a:satOff val="0"/>
              <a:lumOff val="83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C0EF09-B5C5-A14C-AB8B-F47451B61F85}">
      <dsp:nvSpPr>
        <dsp:cNvPr id="0" name=""/>
        <dsp:cNvSpPr/>
      </dsp:nvSpPr>
      <dsp:spPr>
        <a:xfrm>
          <a:off x="0" y="127635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/>
            <a:t>Decisões importantes no início, quando incertezas são maiores</a:t>
          </a:r>
          <a:endParaRPr lang="en-US" sz="2500" kern="1200"/>
        </a:p>
      </dsp:txBody>
      <dsp:txXfrm>
        <a:off x="0" y="1276350"/>
        <a:ext cx="6492875" cy="1276350"/>
      </dsp:txXfrm>
    </dsp:sp>
    <dsp:sp modelId="{136D59BD-10D9-0147-8D1E-4B86D34A498B}">
      <dsp:nvSpPr>
        <dsp:cNvPr id="0" name=""/>
        <dsp:cNvSpPr/>
      </dsp:nvSpPr>
      <dsp:spPr>
        <a:xfrm>
          <a:off x="0" y="2552700"/>
          <a:ext cx="6492875" cy="0"/>
        </a:xfrm>
        <a:prstGeom prst="line">
          <a:avLst/>
        </a:prstGeom>
        <a:solidFill>
          <a:schemeClr val="accent2">
            <a:hueOff val="-7105"/>
            <a:satOff val="0"/>
            <a:lumOff val="16732"/>
            <a:alphaOff val="0"/>
          </a:schemeClr>
        </a:solidFill>
        <a:ln w="12700" cap="flat" cmpd="sng" algn="ctr">
          <a:solidFill>
            <a:schemeClr val="accent2">
              <a:hueOff val="-7105"/>
              <a:satOff val="0"/>
              <a:lumOff val="167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B43254-F9FD-4B47-9B7E-AA072E9DA757}">
      <dsp:nvSpPr>
        <dsp:cNvPr id="0" name=""/>
        <dsp:cNvSpPr/>
      </dsp:nvSpPr>
      <dsp:spPr>
        <a:xfrm>
          <a:off x="0" y="255270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/>
            <a:t>Dificuldade de mudar decisões iniciais</a:t>
          </a:r>
          <a:endParaRPr lang="en-US" sz="2500" kern="1200"/>
        </a:p>
      </dsp:txBody>
      <dsp:txXfrm>
        <a:off x="0" y="2552700"/>
        <a:ext cx="6492875" cy="1276350"/>
      </dsp:txXfrm>
    </dsp:sp>
    <dsp:sp modelId="{80B32977-F368-AC4D-B4E5-D668F0B7DF75}">
      <dsp:nvSpPr>
        <dsp:cNvPr id="0" name=""/>
        <dsp:cNvSpPr/>
      </dsp:nvSpPr>
      <dsp:spPr>
        <a:xfrm>
          <a:off x="0" y="3829050"/>
          <a:ext cx="6492875" cy="0"/>
        </a:xfrm>
        <a:prstGeom prst="line">
          <a:avLst/>
        </a:prstGeom>
        <a:solidFill>
          <a:schemeClr val="accent2">
            <a:hueOff val="-10658"/>
            <a:satOff val="0"/>
            <a:lumOff val="25098"/>
            <a:alphaOff val="0"/>
          </a:schemeClr>
        </a:solidFill>
        <a:ln w="12700" cap="flat" cmpd="sng" algn="ctr">
          <a:solidFill>
            <a:schemeClr val="accent2">
              <a:hueOff val="-10658"/>
              <a:satOff val="0"/>
              <a:lumOff val="250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46464E-FF46-9B46-93FC-F10557773844}">
      <dsp:nvSpPr>
        <dsp:cNvPr id="0" name=""/>
        <dsp:cNvSpPr/>
      </dsp:nvSpPr>
      <dsp:spPr>
        <a:xfrm>
          <a:off x="0" y="382905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/>
            <a:t>~80% do custo do produto são  comprometidos durante as etapas iniciais do PDP</a:t>
          </a:r>
          <a:endParaRPr lang="en-US" sz="2500" kern="1200"/>
        </a:p>
      </dsp:txBody>
      <dsp:txXfrm>
        <a:off x="0" y="3829050"/>
        <a:ext cx="6492875" cy="12763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52D3B-04E1-2D4A-9AA6-2A5BA4B69ABD}" type="datetimeFigureOut">
              <a:rPr lang="pt-BR" smtClean="0"/>
              <a:t>16/10/2024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9EBC59-CFE3-624E-BFA4-C4F03A4E5A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782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onlinelibrary.wiley.com/journal/10.1111/(ISSN)1540-5885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pdma.org/" TargetMode="Externa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uma.org.br/conhecimentos/conhecimentos_port/pag_conhec/pdmv4.html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dma.org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signsociety.org/" TargetMode="External"/><Relationship Id="rId7" Type="http://schemas.openxmlformats.org/officeDocument/2006/relationships/hyperlink" Target="http://www.atmae.org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giminstitute.org/" TargetMode="External"/><Relationship Id="rId5" Type="http://schemas.openxmlformats.org/officeDocument/2006/relationships/hyperlink" Target="http://www.incose.org/brasil/" TargetMode="External"/><Relationship Id="rId4" Type="http://schemas.openxmlformats.org/officeDocument/2006/relationships/hyperlink" Target="http://www.incose.org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EBC59-CFE3-624E-BFA4-C4F03A4E5A6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0928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EBC59-CFE3-624E-BFA4-C4F03A4E5A6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9527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EBC59-CFE3-624E-BFA4-C4F03A4E5A6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3743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F208D-3C67-704E-91AA-F3D395DDD68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3626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EFAE40D8-9D02-CF48-96BD-C0143722F42B}" type="slidenum">
              <a:rPr lang="pt-BR" altLang="pt-BR" sz="1300"/>
              <a:pPr>
                <a:spcBef>
                  <a:spcPct val="0"/>
                </a:spcBef>
              </a:pPr>
              <a:t>11</a:t>
            </a:fld>
            <a:endParaRPr lang="pt-BR" altLang="pt-BR" sz="1300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9900" cy="3836988"/>
          </a:xfrm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37168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62B812BF-0F4A-9347-9A4F-8BF4806BDA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6F434EF-D65F-6941-BA01-0464975751D1}" type="slidenum">
              <a:rPr lang="pt-BR" altLang="pt-BR" sz="1300"/>
              <a:pPr eaLnBrk="1" hangingPunct="1"/>
              <a:t>14</a:t>
            </a:fld>
            <a:endParaRPr lang="pt-BR" altLang="pt-BR" sz="1300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140970BF-DA08-F84F-87B9-A86EDED73C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C2EA1C2-E8EF-294D-B516-B334BEA92E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27804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64FF001E-AA5D-114A-8252-FADF9C648F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81271B9-9713-DE41-B37C-DACB782226FC}" type="slidenum">
              <a:rPr lang="pt-BR" altLang="pt-BR" sz="1300"/>
              <a:pPr eaLnBrk="1" hangingPunct="1"/>
              <a:t>15</a:t>
            </a:fld>
            <a:endParaRPr lang="pt-BR" altLang="pt-BR" sz="1300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7BE71C7D-8C94-1E42-8AEF-0235400018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40E5224F-BFE5-D845-A2E0-9B1075E833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7738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0ECD7EED-4850-F347-A1ED-AFC2436172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ECDF73C-68C9-164D-A468-7AEA6FA9497F}" type="slidenum">
              <a:rPr lang="pt-BR" altLang="pt-BR" sz="1300"/>
              <a:pPr eaLnBrk="1" hangingPunct="1"/>
              <a:t>16</a:t>
            </a:fld>
            <a:endParaRPr lang="pt-BR" altLang="pt-BR" sz="1300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FCD67D95-A88B-BF4A-A573-478B885E3B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DEEF823F-0612-DE49-88C3-4958B9644D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9675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980F0BE3-B89E-004C-BC42-C08E9D8208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E4CBF8B-0B13-364A-9D85-0DF19FC4D8B8}" type="slidenum">
              <a:rPr lang="pt-BR" altLang="pt-BR" sz="1300"/>
              <a:pPr eaLnBrk="1" hangingPunct="1"/>
              <a:t>17</a:t>
            </a:fld>
            <a:endParaRPr lang="pt-BR" altLang="pt-BR" sz="1300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6672ED9C-2F42-8B4A-BE72-08BBD5DEEA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103326E1-22E9-9D43-805A-C0C19E28E5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1154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F208D-3C67-704E-91AA-F3D395DDD681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97228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 tipologia de classificação de projetos foi criada por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Griffin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Page.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Griffin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 uma pesquisadora famosa em desenvolvimento de produtos e já foi editora de uma das principais revistas acadêmicas sobre gestão do desenvolvimento de produtos o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Journal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Innovation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Management (JPIM):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http://onlinelibrary.wiley.com/journal/10.1111/(ISSN)1540-5885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 associação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Management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Association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(PDMA) – associação de gestão do desenvolvimento de produtos: </a:t>
            </a:r>
            <a:r>
              <a:rPr lang="pt-BR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http://www.pdma.org/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 tipologia foi inspirada em uma matriz produto/mercado criada em 1957 por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Ansoff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 seu artigo sobre “estratégias para diversificação”.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Produto novo para o mundo: cria um mercado inteiramente novo.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Produto novo para a empresa: pela primeira vez permite que a empresa entre em um mercado estabelecido (existente).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Acréscimo à linha existente: novos produtos que complementam a linha de produtos da empresa.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Melhorias em produtos (ou revisões): novos produtos que melhora o desempenho ou o valor percebido pelo produto e substitui produtos existentes.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Reposicionamento: produtos existentes sendo introduzidos em novos mercados ou segmentos de mercados.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Reduções de custos: novos produtos que possibilita um desempenho semelhante aos produtos existentes a um menor custo.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Mais informações nas referências do curso.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1B174-BC4B-435C-8CB2-645DA17B7C99}" type="slidenum">
              <a:rPr lang="pt-BR" smtClean="0"/>
              <a:pPr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72620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slide anterior destacam-se esses critérios com os seus valores possíveis: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Grau de novidade/inovação X complexidade (que pode ser medida de acordo com a quantidade de novos itens da lista: estrutura do produto)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Tipo de interface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Tecnologia utilizada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Mercado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Cadeia de valor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Ciclo de vida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Nível de padronização da arquitetura desenvolvimento de produtos produto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Estratégia de produção em relação ao mercado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Níveis de oferecimento de serviços associados ao produto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1B174-BC4B-435C-8CB2-645DA17B7C99}" type="slidenum">
              <a:rPr lang="pt-BR" smtClean="0"/>
              <a:pPr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085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 uma confusão entre os termos GDP (gestão do desenvolvimento de produtos) e PDP (processo de desenvolvimento de produtos).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Não existe um consenso, mas vamos estabelecer o que será considerado neste curso.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Vejam que estou defendendo a minha “tribo” (de GDP) neste curso, pois essa é a minha experiência. Vamos navegar por termos equivalentes que existem em outras tribos...  e vejam que complicada a situação... se vocês estivessem tendo um curso ministrado por pessoas de outras áreas elas dificilmente diriam isso que estou dizendo...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exemplo, um designer poderá dizer que design é diferente de desenvolvimento de produtos... etc... não há um consenso sobre essa comparação que farei a partir de agora.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Cada um defende a sua tribo.. e a discussão torna-se quase que religiosa... não que eu seja neutro... mas, no meu entendimento, eu poderia mudar o termo desenvolvimento de produtos por design tranquilamente, ou por inovação ... como procuro explicar a seguir.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Essa discussão é para deixar vocês, alunos, expertos em não adotarem sem críticas o linguajar de uma tribo. Vocês devem ter a capacidade de analisar os diversos conceitos e saber o que é equivalente ou não, sem a preocupação de estar usando a terminologia correta.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 melhor entender do que decorar, como tudo no aprendizado.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1B174-BC4B-435C-8CB2-645DA17B7C99}" type="slidenum">
              <a:rPr lang="pt-BR" smtClean="0"/>
              <a:pPr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33261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 inglês o que chamamos de PDP é muito conhecido como NPD (new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mas existem autores que mesmo em inglês escrevem PDP (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fossemos passar para o inglês do termo GDP de forma literal, diríamos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Managament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(PDM). Mas isso não pode ser realizado, pois este termo, PDM, já é consagrado com sendo um tipo de sistema de informação, que apoia o PDP, ou seja, um sistema que gerencia dos dados do produto (PDP: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management). O ponto central deste sistema é a gestão da estrutura do produto (BOM: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bill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material).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Leia algo introdutório, se interessar, sobre PDM em;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http://www.numa.org.br/conhecimentos/conhecimentos_port/pag_conhec/pdmv4.html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1B174-BC4B-435C-8CB2-645DA17B7C99}" type="slidenum">
              <a:rPr lang="pt-BR" smtClean="0"/>
              <a:pPr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4226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já mostrado, a</a:t>
            </a:r>
            <a:r>
              <a:rPr lang="pt-B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roduct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Management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Association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(PDMA;</a:t>
            </a:r>
            <a:r>
              <a:rPr lang="pt-B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ssociação de Gestão do Desenvolvimento de Produtos): </a:t>
            </a:r>
            <a:r>
              <a:rPr lang="pt-BR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http://www.pdma.org/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divulga amplamente o conceito de gestão do desenvolvimento de produtos (GDP), mas se analisarmos suas publicações não existe uma grande diferenciação entre GDP e PDP...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1B174-BC4B-435C-8CB2-645DA17B7C99}" type="slidenum">
              <a:rPr lang="pt-BR" smtClean="0"/>
              <a:pPr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8904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considerarmos o desenho do processo como PDP e GDP a forma como gerenciá-lo exclusivamente, podemos fazer a equivalência entre os termos de outras  “tribos”, como mostrado na figura.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Isso é de importância secundária neste curso, pois vamos continuar a diferenciar PDP de GDP.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vocês se interessarem sobre este outros termos procurem na internet.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Irei colocar aqui links para as principais “tribos” relacionadas com os termos colocados no slide.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das organizações mais conhecidas em termos de gestão do design é a design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society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http://www.designsociety.org/#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 engenharia de sistemas, uma organização bem conhecida é o INCOSE:</a:t>
            </a:r>
            <a:b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http://www.incose.org/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 uma “filial / seção” (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chapter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desta organização no Brasil:</a:t>
            </a:r>
            <a:b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http://www.incose.org/brasil/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Gestão da inovação pode ser vista na organização: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http://giminstitute.org/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observe que a visão da inovação é bem mais ampla e envolve fatores também “extra muros “da cadeia de valor (sociedade, governo, etc.)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Gestão da tecnologia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http://www.atmae.org/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Esses são apenas alguns exemplos dessas associações / organizações.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Existem outras.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 o intuito aqui é mostrar que estamos apresentando um curso com um linguajar de uma “tribo” e que você deve estar ciente disso.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1B174-BC4B-435C-8CB2-645DA17B7C99}" type="slidenum">
              <a:rPr lang="pt-BR" smtClean="0"/>
              <a:pPr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5740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89" b="-4130"/>
          <a:stretch/>
        </p:blipFill>
        <p:spPr>
          <a:xfrm>
            <a:off x="1034963" y="78533"/>
            <a:ext cx="4954327" cy="78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128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bg>
      <p:bgPr>
        <a:blipFill dpi="0" rotWithShape="1">
          <a:blip r:embed="rId2">
            <a:alphaModFix amt="41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/>
          <p:cNvSpPr/>
          <p:nvPr userDrawn="1"/>
        </p:nvSpPr>
        <p:spPr>
          <a:xfrm>
            <a:off x="239153" y="2489983"/>
            <a:ext cx="3967089" cy="3967089"/>
          </a:xfrm>
          <a:prstGeom prst="ellipse">
            <a:avLst/>
          </a:prstGeom>
          <a:solidFill>
            <a:schemeClr val="accent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3" name="Espaço Reservado para Título 1"/>
          <p:cNvSpPr>
            <a:spLocks noGrp="1"/>
          </p:cNvSpPr>
          <p:nvPr>
            <p:ph type="title"/>
          </p:nvPr>
        </p:nvSpPr>
        <p:spPr>
          <a:xfrm>
            <a:off x="1532402" y="3838526"/>
            <a:ext cx="9496671" cy="127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TÍTULO DA APRESENTAÇÃO</a:t>
            </a:r>
            <a:endParaRPr lang="es-ES" dirty="0"/>
          </a:p>
        </p:txBody>
      </p:sp>
      <p:pic>
        <p:nvPicPr>
          <p:cNvPr id="4" name="Imagem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7920" y="473334"/>
            <a:ext cx="1885779" cy="120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55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lipse 17"/>
          <p:cNvSpPr/>
          <p:nvPr userDrawn="1"/>
        </p:nvSpPr>
        <p:spPr>
          <a:xfrm>
            <a:off x="838200" y="1939191"/>
            <a:ext cx="4224216" cy="4224216"/>
          </a:xfrm>
          <a:prstGeom prst="ellipse">
            <a:avLst/>
          </a:prstGeom>
          <a:solidFill>
            <a:schemeClr val="accent2">
              <a:lumMod val="60000"/>
              <a:lumOff val="4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838200" y="381000"/>
            <a:ext cx="10515600" cy="127000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TÍTULO</a:t>
            </a:r>
            <a:endParaRPr lang="es-ES" dirty="0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0" hasCustomPrompt="1"/>
          </p:nvPr>
        </p:nvSpPr>
        <p:spPr>
          <a:xfrm>
            <a:off x="6070600" y="2057400"/>
            <a:ext cx="5105400" cy="3987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baseline="0">
                <a:latin typeface="Lato" panose="020F0502020204030203" pitchFamily="34" charset="0"/>
              </a:defRPr>
            </a:lvl1pPr>
            <a:lvl2pPr marL="800080" indent="-342891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pt-BR" dirty="0"/>
              <a:t>Nome </a:t>
            </a:r>
          </a:p>
          <a:p>
            <a:pPr lvl="0"/>
            <a:endParaRPr lang="pt-BR" dirty="0"/>
          </a:p>
          <a:p>
            <a:pPr lvl="1"/>
            <a:r>
              <a:rPr lang="pt-BR" dirty="0"/>
              <a:t>Descrição</a:t>
            </a:r>
            <a:endParaRPr lang="es-ES" dirty="0"/>
          </a:p>
        </p:txBody>
      </p:sp>
      <p:sp>
        <p:nvSpPr>
          <p:cNvPr id="17" name="Espaço Reservado para Imagem 16"/>
          <p:cNvSpPr>
            <a:spLocks noGrp="1"/>
          </p:cNvSpPr>
          <p:nvPr>
            <p:ph type="pic" sz="quarter" idx="11"/>
          </p:nvPr>
        </p:nvSpPr>
        <p:spPr>
          <a:xfrm>
            <a:off x="1358900" y="2057400"/>
            <a:ext cx="3987800" cy="3987800"/>
          </a:xfrm>
          <a:prstGeom prst="ellipse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19" name="Retângulo 18"/>
          <p:cNvSpPr/>
          <p:nvPr userDrawn="1"/>
        </p:nvSpPr>
        <p:spPr>
          <a:xfrm>
            <a:off x="11325664" y="2328009"/>
            <a:ext cx="98475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20" name="Retângulo 19"/>
          <p:cNvSpPr/>
          <p:nvPr userDrawn="1"/>
        </p:nvSpPr>
        <p:spPr>
          <a:xfrm>
            <a:off x="607255" y="448700"/>
            <a:ext cx="98475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3815625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6"/>
          <p:cNvSpPr/>
          <p:nvPr userDrawn="1"/>
        </p:nvSpPr>
        <p:spPr>
          <a:xfrm>
            <a:off x="239153" y="2489983"/>
            <a:ext cx="3967089" cy="396708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 baseline="0"/>
            </a:lvl1pPr>
          </a:lstStyle>
          <a:p>
            <a:r>
              <a:rPr lang="pt-BR" dirty="0"/>
              <a:t>SLIDE DE TRANSIÇÃO</a:t>
            </a:r>
            <a:endParaRPr lang="es-E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bg2">
                    <a:lumMod val="25000"/>
                  </a:schemeClr>
                </a:solidFill>
                <a:latin typeface="Lato" panose="020F0502020204030203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SUBTÍTULO DO SLIDE</a:t>
            </a:r>
          </a:p>
        </p:txBody>
      </p:sp>
      <p:sp>
        <p:nvSpPr>
          <p:cNvPr id="6" name="Retângulo 5"/>
          <p:cNvSpPr/>
          <p:nvPr userDrawn="1"/>
        </p:nvSpPr>
        <p:spPr>
          <a:xfrm>
            <a:off x="11325664" y="2328009"/>
            <a:ext cx="98475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7920" y="473334"/>
            <a:ext cx="1885779" cy="120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508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blipFill dpi="0" rotWithShape="1">
          <a:blip r:embed="rId2">
            <a:alphaModFix amt="41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6"/>
          <p:cNvSpPr/>
          <p:nvPr userDrawn="1"/>
        </p:nvSpPr>
        <p:spPr>
          <a:xfrm>
            <a:off x="239153" y="2489983"/>
            <a:ext cx="3967089" cy="3967089"/>
          </a:xfrm>
          <a:prstGeom prst="ellipse">
            <a:avLst/>
          </a:prstGeom>
          <a:solidFill>
            <a:schemeClr val="accent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 baseline="0"/>
            </a:lvl1pPr>
          </a:lstStyle>
          <a:p>
            <a:r>
              <a:rPr lang="pt-BR" dirty="0"/>
              <a:t>SLIDE DE TRANSIÇÃO</a:t>
            </a:r>
            <a:endParaRPr lang="es-E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bg2">
                    <a:lumMod val="25000"/>
                  </a:schemeClr>
                </a:solidFill>
                <a:latin typeface="Lato" panose="020F0502020204030203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SUBTÍTULO DO SLIDE</a:t>
            </a:r>
          </a:p>
        </p:txBody>
      </p:sp>
      <p:sp>
        <p:nvSpPr>
          <p:cNvPr id="9" name="Retângulo 8"/>
          <p:cNvSpPr/>
          <p:nvPr userDrawn="1"/>
        </p:nvSpPr>
        <p:spPr>
          <a:xfrm>
            <a:off x="11325664" y="2328009"/>
            <a:ext cx="98475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7920" y="473334"/>
            <a:ext cx="1885779" cy="120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72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blipFill dpi="0" rotWithShape="1">
          <a:blip r:embed="rId2">
            <a:alphaModFix amt="41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o explicativo retangular com cantos arredondados 16"/>
          <p:cNvSpPr/>
          <p:nvPr userDrawn="1"/>
        </p:nvSpPr>
        <p:spPr>
          <a:xfrm>
            <a:off x="1800508" y="384694"/>
            <a:ext cx="8314320" cy="5570594"/>
          </a:xfrm>
          <a:prstGeom prst="wedgeRoundRectCallou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2264899" y="675251"/>
            <a:ext cx="7385539" cy="488148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pPr lvl="0"/>
            <a:r>
              <a:rPr lang="pt-BR" dirty="0"/>
              <a:t>INSIRA FRASE AQUI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17068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839788" y="5102860"/>
            <a:ext cx="9823523" cy="671733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2"/>
              </a:buClr>
              <a:buNone/>
              <a:defRPr sz="2000">
                <a:latin typeface="Lato" panose="020F0502020204030203" pitchFamily="34" charset="0"/>
              </a:defRPr>
            </a:lvl1pPr>
          </a:lstStyle>
          <a:p>
            <a:pPr lvl="0"/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14" name="Elipse 13"/>
          <p:cNvSpPr/>
          <p:nvPr userDrawn="1"/>
        </p:nvSpPr>
        <p:spPr>
          <a:xfrm flipV="1">
            <a:off x="11355388" y="2384079"/>
            <a:ext cx="675251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13" name="Elipse 12"/>
          <p:cNvSpPr/>
          <p:nvPr userDrawn="1"/>
        </p:nvSpPr>
        <p:spPr>
          <a:xfrm flipV="1">
            <a:off x="164537" y="5056941"/>
            <a:ext cx="675251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pt-BR" dirty="0"/>
              <a:t>TÍTULO DO SLIDE</a:t>
            </a:r>
            <a:endParaRPr lang="es-E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839789" y="2328008"/>
            <a:ext cx="5157787" cy="221585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lang="fr-FR" b="0" i="0" smtClean="0">
                <a:effectLst/>
              </a:defRPr>
            </a:lvl1pPr>
          </a:lstStyle>
          <a:p>
            <a:pPr lvl="0"/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lvl="0"/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molestie sed orci non condimentum.</a:t>
            </a:r>
          </a:p>
          <a:p>
            <a:pPr lvl="0"/>
            <a:r>
              <a:rPr lang="fr-F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eu ex eleifend, laoreet nisi sed, viverra nisi.</a:t>
            </a:r>
            <a:endParaRPr lang="es-ES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11480776" y="2328009"/>
            <a:ext cx="98475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11" name="Retângulo 10"/>
          <p:cNvSpPr/>
          <p:nvPr userDrawn="1"/>
        </p:nvSpPr>
        <p:spPr>
          <a:xfrm>
            <a:off x="607255" y="448700"/>
            <a:ext cx="98475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12" name="Retângulo 11"/>
          <p:cNvSpPr/>
          <p:nvPr userDrawn="1"/>
        </p:nvSpPr>
        <p:spPr>
          <a:xfrm>
            <a:off x="604765" y="2328006"/>
            <a:ext cx="98475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2844403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172201" y="3059331"/>
            <a:ext cx="5183188" cy="3088253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sz="2000">
                <a:latin typeface="Lato" panose="020F0502020204030203" pitchFamily="34" charset="0"/>
              </a:defRPr>
            </a:lvl1pPr>
          </a:lstStyle>
          <a:p>
            <a:pPr lvl="0"/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lvl="0"/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molestie sed orci non condimentum.</a:t>
            </a:r>
          </a:p>
          <a:p>
            <a:pPr lvl="0"/>
            <a:r>
              <a:rPr lang="fr-F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eu ex eleifend, laoreet nisi sed, viverra nisi.</a:t>
            </a:r>
            <a:endParaRPr lang="es-ES" dirty="0"/>
          </a:p>
        </p:txBody>
      </p:sp>
      <p:sp>
        <p:nvSpPr>
          <p:cNvPr id="14" name="Elipse 13"/>
          <p:cNvSpPr/>
          <p:nvPr userDrawn="1"/>
        </p:nvSpPr>
        <p:spPr>
          <a:xfrm flipV="1">
            <a:off x="11355388" y="2384079"/>
            <a:ext cx="675251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13" name="Elipse 12"/>
          <p:cNvSpPr/>
          <p:nvPr userDrawn="1"/>
        </p:nvSpPr>
        <p:spPr>
          <a:xfrm flipV="1">
            <a:off x="164537" y="5056941"/>
            <a:ext cx="675251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pt-BR" dirty="0"/>
              <a:t>TÍTULO DO SLIDE</a:t>
            </a:r>
            <a:endParaRPr lang="es-E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9789" y="2049463"/>
            <a:ext cx="515778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Lato" panose="020F050202020403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 dirty="0"/>
              <a:t>Coluna 1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839789" y="3059331"/>
            <a:ext cx="5157787" cy="3088253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lang="fr-FR" b="0" i="0" smtClean="0">
                <a:effectLst/>
              </a:defRPr>
            </a:lvl1pPr>
          </a:lstStyle>
          <a:p>
            <a:pPr lvl="0"/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lvl="0"/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molestie sed orci non condimentum.</a:t>
            </a:r>
          </a:p>
          <a:p>
            <a:pPr lvl="0"/>
            <a:r>
              <a:rPr lang="fr-F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eu ex eleifend, laoreet nisi sed, viverra nisi.</a:t>
            </a:r>
            <a:endParaRPr lang="es-E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2049463"/>
            <a:ext cx="5183188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Lato" panose="020F050202020403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 dirty="0"/>
              <a:t>Coluna 2</a:t>
            </a:r>
          </a:p>
        </p:txBody>
      </p:sp>
      <p:sp>
        <p:nvSpPr>
          <p:cNvPr id="10" name="Retângulo 9"/>
          <p:cNvSpPr/>
          <p:nvPr userDrawn="1"/>
        </p:nvSpPr>
        <p:spPr>
          <a:xfrm>
            <a:off x="11480776" y="2328009"/>
            <a:ext cx="98475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11" name="Retângulo 10"/>
          <p:cNvSpPr/>
          <p:nvPr userDrawn="1"/>
        </p:nvSpPr>
        <p:spPr>
          <a:xfrm>
            <a:off x="607255" y="448700"/>
            <a:ext cx="98475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12" name="Retângulo 11"/>
          <p:cNvSpPr/>
          <p:nvPr userDrawn="1"/>
        </p:nvSpPr>
        <p:spPr>
          <a:xfrm>
            <a:off x="604765" y="2328006"/>
            <a:ext cx="98475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2298887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lipse 18"/>
          <p:cNvSpPr/>
          <p:nvPr userDrawn="1"/>
        </p:nvSpPr>
        <p:spPr>
          <a:xfrm flipV="1">
            <a:off x="11355388" y="2384079"/>
            <a:ext cx="675251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9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pt-BR" dirty="0"/>
              <a:t>TÍTULO DO SLIDE</a:t>
            </a:r>
            <a:endParaRPr lang="es-ES" dirty="0"/>
          </a:p>
        </p:txBody>
      </p:sp>
      <p:sp>
        <p:nvSpPr>
          <p:cNvPr id="11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839788" y="2328006"/>
            <a:ext cx="10515600" cy="3446585"/>
          </a:xfrm>
          <a:prstGeom prst="rect">
            <a:avLst/>
          </a:prstGeom>
        </p:spPr>
        <p:txBody>
          <a:bodyPr anchor="ctr"/>
          <a:lstStyle>
            <a:lvl1pPr marL="0" indent="0" algn="just">
              <a:buClr>
                <a:schemeClr val="accent2"/>
              </a:buClr>
              <a:buNone/>
              <a:defRPr lang="fr-FR" b="0" i="0" smtClean="0">
                <a:effectLst/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Donec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sed </a:t>
            </a:r>
            <a:r>
              <a:rPr lang="es-ES" dirty="0" err="1"/>
              <a:t>orci</a:t>
            </a:r>
            <a:r>
              <a:rPr lang="es-ES" dirty="0"/>
              <a:t> non </a:t>
            </a:r>
            <a:r>
              <a:rPr lang="es-ES" dirty="0" err="1"/>
              <a:t>condimentum</a:t>
            </a:r>
            <a:r>
              <a:rPr lang="es-ES" dirty="0"/>
              <a:t>. </a:t>
            </a:r>
            <a:r>
              <a:rPr lang="es-ES" dirty="0" err="1"/>
              <a:t>Donec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ex </a:t>
            </a:r>
            <a:r>
              <a:rPr lang="es-ES" dirty="0" err="1"/>
              <a:t>eleifend</a:t>
            </a:r>
            <a:r>
              <a:rPr lang="es-ES" dirty="0"/>
              <a:t>,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 sed,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. </a:t>
            </a:r>
          </a:p>
          <a:p>
            <a:pPr lvl="0"/>
            <a:r>
              <a:rPr lang="es-ES" dirty="0" err="1"/>
              <a:t>Vivamus</a:t>
            </a:r>
            <a:r>
              <a:rPr lang="es-ES" dirty="0"/>
              <a:t> non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laoreet</a:t>
            </a:r>
            <a:r>
              <a:rPr lang="es-ES" dirty="0"/>
              <a:t> mi </a:t>
            </a:r>
            <a:r>
              <a:rPr lang="es-ES" dirty="0" err="1"/>
              <a:t>pellentesque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. </a:t>
            </a:r>
            <a:r>
              <a:rPr lang="es-ES" dirty="0" err="1"/>
              <a:t>Duis</a:t>
            </a:r>
            <a:r>
              <a:rPr lang="es-ES" dirty="0"/>
              <a:t>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tempus</a:t>
            </a:r>
            <a:r>
              <a:rPr lang="es-ES" dirty="0"/>
              <a:t>, </a:t>
            </a:r>
            <a:r>
              <a:rPr lang="es-ES" dirty="0" err="1"/>
              <a:t>fermentum</a:t>
            </a:r>
            <a:r>
              <a:rPr lang="es-ES" dirty="0"/>
              <a:t> ex ut, </a:t>
            </a:r>
            <a:r>
              <a:rPr lang="es-ES" dirty="0" err="1"/>
              <a:t>pellentesque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. </a:t>
            </a:r>
            <a:r>
              <a:rPr lang="es-ES" dirty="0" err="1"/>
              <a:t>Phasellus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urna </a:t>
            </a:r>
            <a:r>
              <a:rPr lang="es-ES" dirty="0" err="1"/>
              <a:t>nulla</a:t>
            </a:r>
            <a:r>
              <a:rPr lang="es-ES" dirty="0"/>
              <a:t>. </a:t>
            </a:r>
          </a:p>
          <a:p>
            <a:pPr lvl="0"/>
            <a:r>
              <a:rPr lang="es-ES" dirty="0" err="1"/>
              <a:t>Duis</a:t>
            </a:r>
            <a:r>
              <a:rPr lang="es-ES" dirty="0"/>
              <a:t> et magna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rhoncus</a:t>
            </a:r>
            <a:r>
              <a:rPr lang="es-ES" dirty="0"/>
              <a:t> </a:t>
            </a:r>
            <a:r>
              <a:rPr lang="es-ES" dirty="0" err="1"/>
              <a:t>condimentum</a:t>
            </a:r>
            <a:r>
              <a:rPr lang="es-ES" dirty="0"/>
              <a:t>.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nec</a:t>
            </a:r>
            <a:r>
              <a:rPr lang="es-ES" dirty="0"/>
              <a:t> ante </a:t>
            </a:r>
            <a:r>
              <a:rPr lang="es-ES" dirty="0" err="1"/>
              <a:t>metus</a:t>
            </a:r>
            <a:r>
              <a:rPr lang="es-ES" dirty="0"/>
              <a:t>. Nunc </a:t>
            </a:r>
            <a:r>
              <a:rPr lang="es-ES" dirty="0" err="1"/>
              <a:t>interdum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</a:t>
            </a:r>
            <a:r>
              <a:rPr lang="es-ES" dirty="0" err="1"/>
              <a:t>mauris</a:t>
            </a:r>
            <a:r>
              <a:rPr lang="es-ES" dirty="0"/>
              <a:t> sed </a:t>
            </a:r>
            <a:r>
              <a:rPr lang="es-ES" dirty="0" err="1"/>
              <a:t>maximus</a:t>
            </a:r>
            <a:r>
              <a:rPr lang="es-ES" dirty="0"/>
              <a:t>.</a:t>
            </a:r>
          </a:p>
        </p:txBody>
      </p:sp>
      <p:sp>
        <p:nvSpPr>
          <p:cNvPr id="13" name="Retângulo 12"/>
          <p:cNvSpPr/>
          <p:nvPr userDrawn="1"/>
        </p:nvSpPr>
        <p:spPr>
          <a:xfrm>
            <a:off x="11480776" y="2328009"/>
            <a:ext cx="98475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14" name="Retângulo 13"/>
          <p:cNvSpPr/>
          <p:nvPr userDrawn="1"/>
        </p:nvSpPr>
        <p:spPr>
          <a:xfrm>
            <a:off x="607255" y="448700"/>
            <a:ext cx="98475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20" name="Elipse 19"/>
          <p:cNvSpPr/>
          <p:nvPr userDrawn="1"/>
        </p:nvSpPr>
        <p:spPr>
          <a:xfrm flipV="1">
            <a:off x="164537" y="5056941"/>
            <a:ext cx="675251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21" name="Retângulo 20"/>
          <p:cNvSpPr/>
          <p:nvPr userDrawn="1"/>
        </p:nvSpPr>
        <p:spPr>
          <a:xfrm>
            <a:off x="604765" y="2328006"/>
            <a:ext cx="98475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319908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9962" y="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Lato Black" panose="020F0A02020204030203" pitchFamily="34" charset="0"/>
              </a:defRPr>
            </a:lvl1pPr>
          </a:lstStyle>
          <a:p>
            <a:r>
              <a:rPr lang="pt-BR" dirty="0"/>
              <a:t>TÍTULO</a:t>
            </a:r>
            <a:endParaRPr lang="es-E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459963" y="3046411"/>
            <a:ext cx="2677136" cy="32629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pt-BR" dirty="0"/>
              <a:t>SUBTÍTULO</a:t>
            </a:r>
          </a:p>
        </p:txBody>
      </p:sp>
      <p:sp>
        <p:nvSpPr>
          <p:cNvPr id="10" name="Retângulo 9"/>
          <p:cNvSpPr/>
          <p:nvPr userDrawn="1"/>
        </p:nvSpPr>
        <p:spPr>
          <a:xfrm>
            <a:off x="220811" y="548641"/>
            <a:ext cx="98475" cy="5760716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1200637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 userDrawn="1"/>
        </p:nvSpPr>
        <p:spPr>
          <a:xfrm>
            <a:off x="11854792" y="5233184"/>
            <a:ext cx="116813" cy="1385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12" name="Retângulo 11"/>
          <p:cNvSpPr/>
          <p:nvPr userDrawn="1"/>
        </p:nvSpPr>
        <p:spPr>
          <a:xfrm>
            <a:off x="8102991" y="5233184"/>
            <a:ext cx="3657600" cy="1385665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14" name="Espaço Reservado para Conteúdo 13"/>
          <p:cNvSpPr>
            <a:spLocks noGrp="1"/>
          </p:cNvSpPr>
          <p:nvPr>
            <p:ph sz="quarter" idx="11" hasCustomPrompt="1"/>
          </p:nvPr>
        </p:nvSpPr>
        <p:spPr>
          <a:xfrm>
            <a:off x="8102600" y="5232400"/>
            <a:ext cx="3530600" cy="13858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latin typeface="Lato Black" panose="020F0A02020204030203" pitchFamily="34" charset="0"/>
              </a:defRPr>
            </a:lvl1pPr>
            <a:lvl2pPr marL="457189" indent="0">
              <a:buNone/>
              <a:defRPr sz="1800">
                <a:latin typeface="Lato" panose="020F0502020204030203" pitchFamily="34" charset="0"/>
              </a:defRPr>
            </a:lvl2pPr>
          </a:lstStyle>
          <a:p>
            <a:pPr lvl="0"/>
            <a:r>
              <a:rPr lang="pt-BR" dirty="0"/>
              <a:t>TÍTULO</a:t>
            </a:r>
          </a:p>
          <a:p>
            <a:pPr lvl="1"/>
            <a:r>
              <a:rPr lang="pt-BR" dirty="0"/>
              <a:t>DESCRIÇÃO/SUBTÍTULO</a:t>
            </a:r>
          </a:p>
        </p:txBody>
      </p:sp>
    </p:spTree>
    <p:extLst>
      <p:ext uri="{BB962C8B-B14F-4D97-AF65-F5344CB8AC3E}">
        <p14:creationId xmlns:p14="http://schemas.microsoft.com/office/powerpoint/2010/main" val="2149764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2185977" y="2384079"/>
            <a:ext cx="7948612" cy="3684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 dirty="0"/>
              <a:t>INSERIR GRÁFICO/TABELA</a:t>
            </a:r>
            <a:endParaRPr lang="es-ES" dirty="0"/>
          </a:p>
        </p:txBody>
      </p:sp>
      <p:sp>
        <p:nvSpPr>
          <p:cNvPr id="10" name="Elipse 9"/>
          <p:cNvSpPr/>
          <p:nvPr userDrawn="1"/>
        </p:nvSpPr>
        <p:spPr>
          <a:xfrm flipV="1">
            <a:off x="1269437" y="479080"/>
            <a:ext cx="675251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14" name="Retângulo 13"/>
          <p:cNvSpPr/>
          <p:nvPr userDrawn="1"/>
        </p:nvSpPr>
        <p:spPr>
          <a:xfrm>
            <a:off x="1712155" y="372500"/>
            <a:ext cx="98475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2631676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bg>
      <p:bgPr>
        <a:blipFill dpi="0" rotWithShape="1">
          <a:blip r:embed="rId2">
            <a:alphaModFix amt="41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/>
          <p:cNvSpPr/>
          <p:nvPr userDrawn="1"/>
        </p:nvSpPr>
        <p:spPr>
          <a:xfrm>
            <a:off x="436098" y="569740"/>
            <a:ext cx="3249639" cy="3249638"/>
          </a:xfrm>
          <a:prstGeom prst="ellipse">
            <a:avLst/>
          </a:prstGeom>
          <a:solidFill>
            <a:schemeClr val="accent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3" name="Espaço Reservado para Título 1"/>
          <p:cNvSpPr>
            <a:spLocks noGrp="1"/>
          </p:cNvSpPr>
          <p:nvPr>
            <p:ph type="title" hasCustomPrompt="1"/>
          </p:nvPr>
        </p:nvSpPr>
        <p:spPr>
          <a:xfrm>
            <a:off x="1532402" y="1559559"/>
            <a:ext cx="9496671" cy="127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OBRIGADO!</a:t>
            </a:r>
            <a:endParaRPr lang="es-ES" dirty="0"/>
          </a:p>
        </p:txBody>
      </p:sp>
      <p:pic>
        <p:nvPicPr>
          <p:cNvPr id="4" name="Imagem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0259" y="4065562"/>
            <a:ext cx="2311135" cy="1472754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89" b="-4130"/>
          <a:stretch/>
        </p:blipFill>
        <p:spPr>
          <a:xfrm>
            <a:off x="8578437" y="5960933"/>
            <a:ext cx="3234780" cy="51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76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/>
          <p:cNvSpPr/>
          <p:nvPr userDrawn="1"/>
        </p:nvSpPr>
        <p:spPr>
          <a:xfrm>
            <a:off x="436098" y="569740"/>
            <a:ext cx="3249639" cy="3249638"/>
          </a:xfrm>
          <a:prstGeom prst="ellipse">
            <a:avLst/>
          </a:prstGeom>
          <a:solidFill>
            <a:schemeClr val="accent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3" name="Espaço Reservado para Título 1"/>
          <p:cNvSpPr>
            <a:spLocks noGrp="1"/>
          </p:cNvSpPr>
          <p:nvPr>
            <p:ph type="title" hasCustomPrompt="1"/>
          </p:nvPr>
        </p:nvSpPr>
        <p:spPr>
          <a:xfrm>
            <a:off x="1532402" y="1559559"/>
            <a:ext cx="9496671" cy="127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OBRIGADO!</a:t>
            </a:r>
            <a:endParaRPr lang="es-ES" dirty="0"/>
          </a:p>
        </p:txBody>
      </p:sp>
      <p:pic>
        <p:nvPicPr>
          <p:cNvPr id="4" name="Imagem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0259" y="4065562"/>
            <a:ext cx="2311135" cy="1472754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89" b="-4130"/>
          <a:stretch/>
        </p:blipFill>
        <p:spPr>
          <a:xfrm>
            <a:off x="8578437" y="5960933"/>
            <a:ext cx="3234780" cy="51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0599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16/10/2024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90172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Clique para editar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Clique para editar os estilos de texto mestres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16/10/2024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69893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Clique para editar estilo do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16/10/2024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66078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>
          <a:xfrm>
            <a:off x="334434" y="644691"/>
            <a:ext cx="11523133" cy="5665093"/>
          </a:xfrm>
          <a:prstGeom prst="rect">
            <a:avLst/>
          </a:prstGeom>
        </p:spPr>
        <p:txBody>
          <a:bodyPr/>
          <a:lstStyle>
            <a:lvl1pPr marL="457189" indent="-457189">
              <a:buClr>
                <a:srgbClr val="FF3300"/>
              </a:buClr>
              <a:buFont typeface="Wingdings 2" pitchFamily="18" charset="2"/>
              <a:buChar char=""/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990575" indent="-380990">
              <a:buClr>
                <a:srgbClr val="FF3300"/>
              </a:buClr>
              <a:buFont typeface="Wingdings 2" pitchFamily="18" charset="2"/>
              <a:buChar char=""/>
              <a:defRPr sz="32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523962" indent="-304792">
              <a:buClr>
                <a:srgbClr val="FF3300"/>
              </a:buClr>
              <a:buFont typeface="Wingdings 2" pitchFamily="18" charset="2"/>
              <a:buChar char=""/>
              <a:defRPr sz="2667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2133547" indent="-304792">
              <a:buClr>
                <a:srgbClr val="FF3300"/>
              </a:buClr>
              <a:buFont typeface="Wingdings 2" pitchFamily="18" charset="2"/>
              <a:buChar char=""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438339" indent="0"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  <p:sp>
        <p:nvSpPr>
          <p:cNvPr id="9" name="Espaço Reservado para Título 1"/>
          <p:cNvSpPr>
            <a:spLocks noGrp="1"/>
          </p:cNvSpPr>
          <p:nvPr>
            <p:ph type="title"/>
          </p:nvPr>
        </p:nvSpPr>
        <p:spPr>
          <a:xfrm>
            <a:off x="335360" y="-27384"/>
            <a:ext cx="1152128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200">
                <a:solidFill>
                  <a:srgbClr val="FF3300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5360" y="6414392"/>
            <a:ext cx="1298675" cy="26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06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2192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50" r:id="rId3"/>
    <p:sldLayoutId id="2147483665" r:id="rId4"/>
    <p:sldLayoutId id="2147483651" r:id="rId5"/>
    <p:sldLayoutId id="2147483649" r:id="rId6"/>
    <p:sldLayoutId id="2147483653" r:id="rId7"/>
    <p:sldLayoutId id="2147483666" r:id="rId8"/>
    <p:sldLayoutId id="2147483660" r:id="rId9"/>
    <p:sldLayoutId id="2147483657" r:id="rId10"/>
    <p:sldLayoutId id="2147483654" r:id="rId11"/>
    <p:sldLayoutId id="2147483662" r:id="rId12"/>
    <p:sldLayoutId id="2147483667" r:id="rId13"/>
    <p:sldLayoutId id="2147483668" r:id="rId14"/>
    <p:sldLayoutId id="2147483670" r:id="rId15"/>
    <p:sldLayoutId id="2147483671" r:id="rId16"/>
    <p:sldLayoutId id="2147483673" r:id="rId17"/>
    <p:sldLayoutId id="2147483674" r:id="rId18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Lato Black" panose="020F0A02020204030203" pitchFamily="34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emf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11.wmf"/><Relationship Id="rId7" Type="http://schemas.openxmlformats.org/officeDocument/2006/relationships/oleObject" Target="../embeddings/oleObject6.bin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5.x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jpeg"/><Relationship Id="rId7" Type="http://schemas.openxmlformats.org/officeDocument/2006/relationships/image" Target="../media/image32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1.jpe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mailto:andreasantos@unb.br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89" b="-4130"/>
          <a:stretch/>
        </p:blipFill>
        <p:spPr>
          <a:xfrm>
            <a:off x="2101439" y="474535"/>
            <a:ext cx="4479718" cy="706565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046671" y="2411684"/>
            <a:ext cx="9659429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2800" b="1" dirty="0"/>
              <a:t>DEPARTAMENTO DE ENGENHARIA DE PRODUÇÃO</a:t>
            </a:r>
          </a:p>
          <a:p>
            <a:pPr algn="ctr"/>
            <a:r>
              <a:rPr lang="pt-BR" sz="2800" b="1" dirty="0"/>
              <a:t>DISCIPLINA ENGENHARIA DE PRODUTO</a:t>
            </a:r>
          </a:p>
          <a:p>
            <a:pPr algn="ctr"/>
            <a:endParaRPr lang="pt-BR" sz="2800" b="1" dirty="0"/>
          </a:p>
          <a:p>
            <a:pPr algn="ctr"/>
            <a:r>
              <a:rPr lang="pt-BR" sz="2800" b="1" dirty="0"/>
              <a:t>Profa. Andréa Cristina dos Santos</a:t>
            </a:r>
          </a:p>
          <a:p>
            <a:pPr algn="ctr"/>
            <a:endParaRPr lang="pt-BR" sz="2800" b="1" dirty="0"/>
          </a:p>
          <a:p>
            <a:pPr algn="ctr"/>
            <a:r>
              <a:rPr lang="pt-BR" sz="2800" b="1" dirty="0"/>
              <a:t>Aula 02 - Introdução</a:t>
            </a:r>
          </a:p>
          <a:p>
            <a:pPr algn="ctr"/>
            <a:r>
              <a:rPr lang="pt-BR" sz="2800" b="1" dirty="0">
                <a:cs typeface="Calibri" panose="020F0502020204030204"/>
              </a:rPr>
              <a:t>Capítulo 1 – Livro </a:t>
            </a:r>
            <a:r>
              <a:rPr lang="pt-BR" sz="2800" b="1" dirty="0" err="1">
                <a:cs typeface="Calibri" panose="020F0502020204030204"/>
              </a:rPr>
              <a:t>Rozenfeld</a:t>
            </a:r>
            <a:r>
              <a:rPr lang="pt-BR" sz="2800" b="1" dirty="0">
                <a:cs typeface="Calibri" panose="020F0502020204030204"/>
              </a:rPr>
              <a:t> et al. (2006)</a:t>
            </a:r>
          </a:p>
          <a:p>
            <a:pPr algn="ctr"/>
            <a:endParaRPr lang="pt-BR" sz="2800" b="1" dirty="0"/>
          </a:p>
          <a:p>
            <a:pPr algn="ctr"/>
            <a:endParaRPr lang="pt-BR" sz="2800" b="1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22398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28"/>
          <p:cNvGraphicFramePr>
            <a:graphicFrameLocks noChangeAspect="1"/>
          </p:cNvGraphicFramePr>
          <p:nvPr/>
        </p:nvGraphicFramePr>
        <p:xfrm>
          <a:off x="6600056" y="2276873"/>
          <a:ext cx="2058988" cy="399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1857600" imgH="3995640" progId="">
                  <p:embed/>
                </p:oleObj>
              </mc:Choice>
              <mc:Fallback>
                <p:oleObj name="Clip" r:id="rId2" imgW="1857600" imgH="3995640" progId="">
                  <p:embed/>
                  <p:pic>
                    <p:nvPicPr>
                      <p:cNvPr id="2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056" y="2276873"/>
                        <a:ext cx="2058988" cy="3995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AutoShape 1029"/>
          <p:cNvSpPr>
            <a:spLocks noChangeArrowheads="1"/>
          </p:cNvSpPr>
          <p:nvPr/>
        </p:nvSpPr>
        <p:spPr bwMode="auto">
          <a:xfrm>
            <a:off x="7782633" y="1786335"/>
            <a:ext cx="2078037" cy="1038225"/>
          </a:xfrm>
          <a:prstGeom prst="cloudCallout">
            <a:avLst>
              <a:gd name="adj1" fmla="val -59704"/>
              <a:gd name="adj2" fmla="val 46329"/>
            </a:avLst>
          </a:prstGeom>
          <a:solidFill>
            <a:srgbClr val="C0C0C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/>
            <a:endParaRPr lang="pt-BR" b="1">
              <a:solidFill>
                <a:schemeClr val="bg1"/>
              </a:solidFill>
              <a:latin typeface="Antique Olive" pitchFamily="34" charset="0"/>
            </a:endParaRPr>
          </a:p>
        </p:txBody>
      </p:sp>
      <p:sp>
        <p:nvSpPr>
          <p:cNvPr id="4" name="Text Box 1030"/>
          <p:cNvSpPr txBox="1">
            <a:spLocks noChangeArrowheads="1"/>
          </p:cNvSpPr>
          <p:nvPr/>
        </p:nvSpPr>
        <p:spPr bwMode="auto">
          <a:xfrm rot="20777769">
            <a:off x="8363276" y="2031495"/>
            <a:ext cx="1031051" cy="64633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600" b="1">
                <a:solidFill>
                  <a:schemeClr val="bg2"/>
                </a:solidFill>
                <a:latin typeface="Antique Olive" pitchFamily="34" charset="0"/>
              </a:rPr>
              <a:t>???</a:t>
            </a:r>
            <a:endParaRPr lang="en-US" b="1">
              <a:latin typeface="Antique Olive" pitchFamily="34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639616" y="1556793"/>
            <a:ext cx="4680520" cy="669927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defRPr/>
            </a:pPr>
            <a:r>
              <a:rPr lang="pt-BR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1.4 O QUE É PROJETO ?</a:t>
            </a:r>
          </a:p>
        </p:txBody>
      </p:sp>
    </p:spTree>
    <p:extLst>
      <p:ext uri="{BB962C8B-B14F-4D97-AF65-F5344CB8AC3E}">
        <p14:creationId xmlns:p14="http://schemas.microsoft.com/office/powerpoint/2010/main" val="2618758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/>
          </p:cNvSpPr>
          <p:nvPr/>
        </p:nvSpPr>
        <p:spPr bwMode="auto">
          <a:xfrm rot="-9925123">
            <a:off x="3475703" y="1389833"/>
            <a:ext cx="5483225" cy="4856162"/>
          </a:xfrm>
          <a:custGeom>
            <a:avLst/>
            <a:gdLst>
              <a:gd name="T0" fmla="*/ 0 w 2497"/>
              <a:gd name="T1" fmla="*/ 2166254 h 2847"/>
              <a:gd name="T2" fmla="*/ 2881054 w 2497"/>
              <a:gd name="T3" fmla="*/ 4856162 h 2847"/>
              <a:gd name="T4" fmla="*/ 5483225 w 2497"/>
              <a:gd name="T5" fmla="*/ 2829776 h 2847"/>
              <a:gd name="T6" fmla="*/ 4209588 w 2497"/>
              <a:gd name="T7" fmla="*/ 0 h 2847"/>
              <a:gd name="T8" fmla="*/ 0 w 2497"/>
              <a:gd name="T9" fmla="*/ 2166254 h 2847"/>
              <a:gd name="T10" fmla="*/ 0 w 2497"/>
              <a:gd name="T11" fmla="*/ 2166254 h 284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497"/>
              <a:gd name="T19" fmla="*/ 0 h 2847"/>
              <a:gd name="T20" fmla="*/ 2497 w 2497"/>
              <a:gd name="T21" fmla="*/ 2847 h 284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497" h="2847">
                <a:moveTo>
                  <a:pt x="0" y="1270"/>
                </a:moveTo>
                <a:lnTo>
                  <a:pt x="1312" y="2847"/>
                </a:lnTo>
                <a:lnTo>
                  <a:pt x="2497" y="1659"/>
                </a:lnTo>
                <a:lnTo>
                  <a:pt x="1917" y="0"/>
                </a:lnTo>
                <a:lnTo>
                  <a:pt x="0" y="1270"/>
                </a:lnTo>
                <a:close/>
              </a:path>
            </a:pathLst>
          </a:custGeom>
          <a:solidFill>
            <a:srgbClr val="4CDBDB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-1050602" y="442864"/>
            <a:ext cx="7072362" cy="669927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ctr">
              <a:defRPr/>
            </a:pPr>
            <a:r>
              <a:rPr lang="pt-BR" sz="3600" kern="0" dirty="0">
                <a:solidFill>
                  <a:schemeClr val="bg1"/>
                </a:solidFill>
                <a:latin typeface="+mj-lt"/>
              </a:rPr>
              <a:t> </a:t>
            </a:r>
            <a:r>
              <a:rPr lang="pt-BR" sz="2800" b="1" dirty="0">
                <a:solidFill>
                  <a:srgbClr val="002060"/>
                </a:solidFill>
              </a:rPr>
              <a:t>O QUE É UM PROJETO ?</a:t>
            </a: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2135560" y="3429000"/>
            <a:ext cx="7772400" cy="1295400"/>
          </a:xfrm>
          <a:prstGeom prst="rect">
            <a:avLst/>
          </a:prstGeom>
          <a:solidFill>
            <a:srgbClr val="99CC00"/>
          </a:solidFill>
          <a:ln w="12700">
            <a:solidFill>
              <a:schemeClr val="tx1"/>
            </a:solidFill>
          </a:ln>
          <a:effectLst>
            <a:outerShdw dist="99190" dir="7788334" algn="ctr" rotWithShape="0">
              <a:schemeClr val="bg2"/>
            </a:outerShdw>
          </a:effectLst>
        </p:spPr>
        <p:txBody>
          <a:bodyPr/>
          <a:lstStyle/>
          <a:p>
            <a:pPr marL="342900" indent="-342900" algn="ctr">
              <a:spcBef>
                <a:spcPts val="1800"/>
              </a:spcBef>
              <a:spcAft>
                <a:spcPts val="1800"/>
              </a:spcAft>
              <a:defRPr/>
            </a:pPr>
            <a:r>
              <a:rPr lang="pt-BR" sz="2400" kern="0" dirty="0">
                <a:solidFill>
                  <a:sysClr val="windowText" lastClr="000000"/>
                </a:solidFill>
              </a:rPr>
              <a:t> “</a:t>
            </a:r>
            <a:r>
              <a:rPr lang="pt-BR" sz="2400" kern="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Um esforço </a:t>
            </a:r>
            <a:r>
              <a:rPr lang="pt-BR" sz="2400" b="1" u="sng" kern="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temporário</a:t>
            </a:r>
            <a:r>
              <a:rPr lang="pt-BR" sz="2400" kern="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 com a finalidade de criar um produto/serviço</a:t>
            </a:r>
            <a:r>
              <a:rPr lang="pt-BR" sz="2400" kern="0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2400" b="1" u="sng" kern="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único</a:t>
            </a:r>
            <a:r>
              <a:rPr lang="pt-BR" sz="2400" kern="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”</a:t>
            </a:r>
            <a:endParaRPr lang="pt-BR" b="1" kern="0" dirty="0">
              <a:solidFill>
                <a:sysClr val="windowText" lastClr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6250360" y="4953000"/>
            <a:ext cx="2895600" cy="1371600"/>
          </a:xfrm>
          <a:prstGeom prst="wedgeRoundRectCallout">
            <a:avLst>
              <a:gd name="adj1" fmla="val -71931"/>
              <a:gd name="adj2" fmla="val -75579"/>
              <a:gd name="adj3" fmla="val 16667"/>
            </a:avLst>
          </a:prstGeom>
          <a:solidFill>
            <a:srgbClr val="CCCC00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algn="ctr" defTabSz="762000">
              <a:defRPr/>
            </a:pPr>
            <a:r>
              <a:rPr lang="pt-BR" sz="2400">
                <a:latin typeface="Trebuchet MS" pitchFamily="34" charset="0"/>
              </a:rPr>
              <a:t>O resultado é algo diferente em algum aspecto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2973760" y="1828800"/>
            <a:ext cx="2895600" cy="1371600"/>
          </a:xfrm>
          <a:prstGeom prst="wedgeRoundRectCallout">
            <a:avLst>
              <a:gd name="adj1" fmla="val 76588"/>
              <a:gd name="adj2" fmla="val 68750"/>
              <a:gd name="adj3" fmla="val 16667"/>
            </a:avLst>
          </a:prstGeom>
          <a:solidFill>
            <a:srgbClr val="CCCC00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85194" dir="3806097" algn="ctr" rotWithShape="0">
              <a:schemeClr val="bg2"/>
            </a:outerShdw>
          </a:effectLst>
        </p:spPr>
        <p:txBody>
          <a:bodyPr/>
          <a:lstStyle/>
          <a:p>
            <a:pPr algn="ctr" defTabSz="762000">
              <a:defRPr/>
            </a:pPr>
            <a:r>
              <a:rPr lang="pt-BR" sz="2400">
                <a:latin typeface="Trebuchet MS" pitchFamily="34" charset="0"/>
              </a:rPr>
              <a:t>Tem início e fim bem determinados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7679120" y="2166918"/>
            <a:ext cx="25651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762000"/>
            <a:r>
              <a:rPr lang="pt-BR" dirty="0">
                <a:latin typeface="Verdana" pitchFamily="34" charset="0"/>
              </a:rPr>
              <a:t>PMBOK</a:t>
            </a:r>
            <a:r>
              <a:rPr lang="pt-BR" baseline="30000" dirty="0">
                <a:latin typeface="Verdana" pitchFamily="34" charset="0"/>
                <a:sym typeface="Symbol" pitchFamily="18" charset="2"/>
              </a:rPr>
              <a:t></a:t>
            </a:r>
            <a:r>
              <a:rPr lang="pt-BR" dirty="0">
                <a:latin typeface="Verdana" pitchFamily="34" charset="0"/>
              </a:rPr>
              <a:t> </a:t>
            </a:r>
            <a:r>
              <a:rPr lang="pt-BR" dirty="0" err="1">
                <a:latin typeface="Verdana" pitchFamily="34" charset="0"/>
              </a:rPr>
              <a:t>Guide</a:t>
            </a:r>
            <a:r>
              <a:rPr lang="pt-BR" dirty="0">
                <a:latin typeface="Verdana" pitchFamily="34" charset="0"/>
              </a:rPr>
              <a:t> 2004</a:t>
            </a:r>
          </a:p>
        </p:txBody>
      </p:sp>
    </p:spTree>
    <p:extLst>
      <p:ext uri="{BB962C8B-B14F-4D97-AF65-F5344CB8AC3E}">
        <p14:creationId xmlns:p14="http://schemas.microsoft.com/office/powerpoint/2010/main" val="206539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7591" y="1478894"/>
            <a:ext cx="9887326" cy="3192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aixaDeTexto 2"/>
          <p:cNvSpPr txBox="1"/>
          <p:nvPr/>
        </p:nvSpPr>
        <p:spPr>
          <a:xfrm>
            <a:off x="1858366" y="325686"/>
            <a:ext cx="74888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rgbClr val="002060"/>
                </a:solidFill>
              </a:rPr>
              <a:t>entendendo o termo “PROJETO” </a:t>
            </a:r>
          </a:p>
        </p:txBody>
      </p:sp>
      <p:sp>
        <p:nvSpPr>
          <p:cNvPr id="5" name="Retângulo 4"/>
          <p:cNvSpPr/>
          <p:nvPr/>
        </p:nvSpPr>
        <p:spPr>
          <a:xfrm>
            <a:off x="1991544" y="5301208"/>
            <a:ext cx="80648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dirty="0">
                <a:latin typeface="Arial" pitchFamily="34" charset="0"/>
                <a:cs typeface="Arial" pitchFamily="34" charset="0"/>
              </a:rPr>
              <a:t>Neste curso o termo “PROJETO”  é usado  no contexto de “Design”– Projeto de Produtos    </a:t>
            </a:r>
          </a:p>
        </p:txBody>
      </p:sp>
      <p:sp>
        <p:nvSpPr>
          <p:cNvPr id="6" name="CaixaDeTexto 5"/>
          <p:cNvSpPr txBox="1"/>
          <p:nvPr/>
        </p:nvSpPr>
        <p:spPr>
          <a:xfrm rot="16200000">
            <a:off x="-817364" y="333968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1.2 O QUE </a:t>
            </a:r>
            <a:r>
              <a:rPr lang="en-US" dirty="0" err="1">
                <a:solidFill>
                  <a:srgbClr val="FF0000"/>
                </a:solidFill>
              </a:rPr>
              <a:t>É</a:t>
            </a:r>
            <a:r>
              <a:rPr lang="en-US" dirty="0">
                <a:solidFill>
                  <a:srgbClr val="FF0000"/>
                </a:solidFill>
              </a:rPr>
              <a:t> PROJETO?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25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6744073" y="620688"/>
            <a:ext cx="3073277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800" dirty="0"/>
              <a:t>Projeto = </a:t>
            </a:r>
            <a:r>
              <a:rPr lang="pt-BR" sz="2800" dirty="0" err="1"/>
              <a:t>project</a:t>
            </a:r>
            <a:endParaRPr lang="pt-BR" sz="2800" dirty="0"/>
          </a:p>
        </p:txBody>
      </p:sp>
      <p:sp>
        <p:nvSpPr>
          <p:cNvPr id="4" name="Text Box 12"/>
          <p:cNvSpPr txBox="1">
            <a:spLocks noChangeArrowheads="1"/>
          </p:cNvSpPr>
          <p:nvPr/>
        </p:nvSpPr>
        <p:spPr bwMode="auto">
          <a:xfrm>
            <a:off x="2207569" y="692696"/>
            <a:ext cx="2975495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800" dirty="0"/>
              <a:t>Projeto = design</a:t>
            </a:r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7176120" y="3789040"/>
            <a:ext cx="2751074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800" dirty="0"/>
              <a:t>Design = estilo </a:t>
            </a:r>
          </a:p>
        </p:txBody>
      </p:sp>
      <p:pic>
        <p:nvPicPr>
          <p:cNvPr id="6" name="Picture 1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32104" y="4437112"/>
            <a:ext cx="2736304" cy="1967306"/>
          </a:xfrm>
          <a:prstGeom prst="rect">
            <a:avLst/>
          </a:prstGeom>
          <a:noFill/>
          <a:ln w="15875">
            <a:solidFill>
              <a:schemeClr val="folHlink"/>
            </a:solidFill>
            <a:miter lim="800000"/>
            <a:headEnd/>
            <a:tailEnd/>
          </a:ln>
        </p:spPr>
      </p:pic>
      <p:pic>
        <p:nvPicPr>
          <p:cNvPr id="7" name="Picture 19" descr="BP-Chassis-Screen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79577" y="1412776"/>
            <a:ext cx="2617787" cy="213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60096" y="1340768"/>
            <a:ext cx="2590800" cy="18653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9" name="Picture 2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214564" y="4349750"/>
            <a:ext cx="2968625" cy="22288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0" name="CaixaDeTexto 9"/>
          <p:cNvSpPr txBox="1"/>
          <p:nvPr/>
        </p:nvSpPr>
        <p:spPr>
          <a:xfrm rot="16200000">
            <a:off x="-597285" y="3384993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1.2 O QUE </a:t>
            </a:r>
            <a:r>
              <a:rPr lang="en-US" dirty="0" err="1">
                <a:solidFill>
                  <a:srgbClr val="FF0000"/>
                </a:solidFill>
              </a:rPr>
              <a:t>É</a:t>
            </a:r>
            <a:r>
              <a:rPr lang="en-US" dirty="0">
                <a:solidFill>
                  <a:srgbClr val="FF0000"/>
                </a:solidFill>
              </a:rPr>
              <a:t> PROJETO?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560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2"/>
          <p:cNvSpPr txBox="1">
            <a:spLocks noChangeArrowheads="1"/>
          </p:cNvSpPr>
          <p:nvPr/>
        </p:nvSpPr>
        <p:spPr bwMode="auto">
          <a:xfrm>
            <a:off x="3755604" y="547811"/>
            <a:ext cx="7388225" cy="706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2800" b="1" dirty="0">
                <a:solidFill>
                  <a:srgbClr val="002060"/>
                </a:solidFill>
              </a:rPr>
              <a:t>DIFERENÇA ENTRE PROCESSOS E PROJETOS </a:t>
            </a:r>
          </a:p>
        </p:txBody>
      </p:sp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1775520" y="4323874"/>
            <a:ext cx="42481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 eaLnBrk="0" hangingPunct="0">
              <a:defRPr/>
            </a:pPr>
            <a:r>
              <a:rPr lang="pt-BR" sz="2400" kern="0" dirty="0">
                <a:solidFill>
                  <a:sysClr val="windowText" lastClr="000000"/>
                </a:solidFill>
                <a:cs typeface="Arial" charset="0"/>
              </a:rPr>
              <a:t>contínuos e</a:t>
            </a:r>
            <a:r>
              <a:rPr lang="pt-BR" sz="2400" kern="0" dirty="0">
                <a:solidFill>
                  <a:sysClr val="windowText" lastClr="000000"/>
                </a:solidFill>
                <a:cs typeface="Times New Roman" pitchFamily="18" charset="0"/>
              </a:rPr>
              <a:t> repetitivos</a:t>
            </a:r>
            <a:endParaRPr lang="pt-BR" sz="2400" kern="0" dirty="0">
              <a:solidFill>
                <a:sysClr val="windowText" lastClr="000000"/>
              </a:solidFill>
            </a:endParaRPr>
          </a:p>
        </p:txBody>
      </p:sp>
      <p:sp>
        <p:nvSpPr>
          <p:cNvPr id="53" name="Text Box 5"/>
          <p:cNvSpPr txBox="1">
            <a:spLocks noChangeArrowheads="1"/>
          </p:cNvSpPr>
          <p:nvPr/>
        </p:nvSpPr>
        <p:spPr bwMode="auto">
          <a:xfrm>
            <a:off x="2135560" y="5805265"/>
            <a:ext cx="3240088" cy="708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 eaLnBrk="0" hangingPunct="0">
              <a:defRPr/>
            </a:pPr>
            <a:r>
              <a:rPr lang="pt-BR" sz="2000" kern="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objetivos atualizados</a:t>
            </a:r>
          </a:p>
          <a:p>
            <a:pPr algn="ctr" eaLnBrk="0" hangingPunct="0">
              <a:defRPr/>
            </a:pPr>
            <a:r>
              <a:rPr lang="pt-BR" sz="2000" kern="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periodicamente</a:t>
            </a:r>
          </a:p>
        </p:txBody>
      </p:sp>
      <p:grpSp>
        <p:nvGrpSpPr>
          <p:cNvPr id="54" name="Group 6"/>
          <p:cNvGrpSpPr>
            <a:grpSpLocks/>
          </p:cNvGrpSpPr>
          <p:nvPr/>
        </p:nvGrpSpPr>
        <p:grpSpPr bwMode="auto">
          <a:xfrm>
            <a:off x="2135560" y="2635326"/>
            <a:ext cx="3581400" cy="523876"/>
            <a:chOff x="288" y="1082"/>
            <a:chExt cx="2256" cy="330"/>
          </a:xfrm>
        </p:grpSpPr>
        <p:sp>
          <p:nvSpPr>
            <p:cNvPr id="96" name="Line 7"/>
            <p:cNvSpPr>
              <a:spLocks noChangeShapeType="1"/>
            </p:cNvSpPr>
            <p:nvPr/>
          </p:nvSpPr>
          <p:spPr bwMode="auto">
            <a:xfrm>
              <a:off x="288" y="1392"/>
              <a:ext cx="225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pt-BR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7" name="Text Box 8"/>
            <p:cNvSpPr txBox="1">
              <a:spLocks noChangeArrowheads="1"/>
            </p:cNvSpPr>
            <p:nvPr/>
          </p:nvSpPr>
          <p:spPr bwMode="auto">
            <a:xfrm>
              <a:off x="967" y="1082"/>
              <a:ext cx="855" cy="33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defRPr/>
              </a:pPr>
              <a:r>
                <a:rPr lang="pt-BR" sz="2800" kern="0">
                  <a:solidFill>
                    <a:sysClr val="windowText" lastClr="000000"/>
                  </a:solidFill>
                </a:rPr>
                <a:t>tempo</a:t>
              </a:r>
            </a:p>
          </p:txBody>
        </p:sp>
      </p:grpSp>
      <p:grpSp>
        <p:nvGrpSpPr>
          <p:cNvPr id="55" name="Group 9"/>
          <p:cNvGrpSpPr>
            <a:grpSpLocks/>
          </p:cNvGrpSpPr>
          <p:nvPr/>
        </p:nvGrpSpPr>
        <p:grpSpPr bwMode="auto">
          <a:xfrm>
            <a:off x="6780858" y="2438427"/>
            <a:ext cx="3581400" cy="523876"/>
            <a:chOff x="288" y="1082"/>
            <a:chExt cx="2256" cy="330"/>
          </a:xfrm>
        </p:grpSpPr>
        <p:sp>
          <p:nvSpPr>
            <p:cNvPr id="94" name="Line 10"/>
            <p:cNvSpPr>
              <a:spLocks noChangeShapeType="1"/>
            </p:cNvSpPr>
            <p:nvPr/>
          </p:nvSpPr>
          <p:spPr bwMode="auto">
            <a:xfrm>
              <a:off x="288" y="1392"/>
              <a:ext cx="225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pt-BR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5" name="Text Box 11"/>
            <p:cNvSpPr txBox="1">
              <a:spLocks noChangeArrowheads="1"/>
            </p:cNvSpPr>
            <p:nvPr/>
          </p:nvSpPr>
          <p:spPr bwMode="auto">
            <a:xfrm>
              <a:off x="964" y="1082"/>
              <a:ext cx="855" cy="33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defRPr/>
              </a:pPr>
              <a:r>
                <a:rPr lang="pt-BR" sz="2800" kern="0">
                  <a:solidFill>
                    <a:sysClr val="windowText" lastClr="000000"/>
                  </a:solidFill>
                </a:rPr>
                <a:t>tempo</a:t>
              </a:r>
            </a:p>
          </p:txBody>
        </p:sp>
      </p:grpSp>
      <p:sp>
        <p:nvSpPr>
          <p:cNvPr id="56" name="AutoShape 12"/>
          <p:cNvSpPr>
            <a:spLocks noChangeArrowheads="1"/>
          </p:cNvSpPr>
          <p:nvPr/>
        </p:nvSpPr>
        <p:spPr bwMode="auto">
          <a:xfrm>
            <a:off x="2135188" y="3373439"/>
            <a:ext cx="3581400" cy="271586"/>
          </a:xfrm>
          <a:prstGeom prst="rightArrow">
            <a:avLst>
              <a:gd name="adj1" fmla="val 61704"/>
              <a:gd name="adj2" fmla="val 68321"/>
            </a:avLst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kern="0">
              <a:solidFill>
                <a:sysClr val="windowText" lastClr="000000"/>
              </a:solidFill>
            </a:endParaRPr>
          </a:p>
        </p:txBody>
      </p:sp>
      <p:sp>
        <p:nvSpPr>
          <p:cNvPr id="57" name="AutoShape 13"/>
          <p:cNvSpPr>
            <a:spLocks noChangeArrowheads="1"/>
          </p:cNvSpPr>
          <p:nvPr/>
        </p:nvSpPr>
        <p:spPr bwMode="auto">
          <a:xfrm>
            <a:off x="2135560" y="3789040"/>
            <a:ext cx="3581400" cy="288032"/>
          </a:xfrm>
          <a:prstGeom prst="rightArrow">
            <a:avLst>
              <a:gd name="adj1" fmla="val 61704"/>
              <a:gd name="adj2" fmla="val 68321"/>
            </a:avLst>
          </a:prstGeom>
          <a:solidFill>
            <a:srgbClr val="FFFF99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kern="0">
              <a:solidFill>
                <a:sysClr val="windowText" lastClr="000000"/>
              </a:solidFill>
            </a:endParaRPr>
          </a:p>
        </p:txBody>
      </p:sp>
      <p:sp>
        <p:nvSpPr>
          <p:cNvPr id="58" name="Rectangle 14"/>
          <p:cNvSpPr>
            <a:spLocks noChangeArrowheads="1"/>
          </p:cNvSpPr>
          <p:nvPr/>
        </p:nvSpPr>
        <p:spPr bwMode="auto">
          <a:xfrm>
            <a:off x="2855641" y="1770149"/>
            <a:ext cx="2135521" cy="584775"/>
          </a:xfrm>
          <a:prstGeom prst="rect">
            <a:avLst/>
          </a:prstGeom>
          <a:solidFill>
            <a:srgbClr val="333399"/>
          </a:solidFill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defRPr/>
            </a:pPr>
            <a:r>
              <a:rPr lang="pt-BR" sz="3200" kern="0">
                <a:solidFill>
                  <a:srgbClr val="FFFFFF"/>
                </a:solidFill>
              </a:rPr>
              <a:t>processos</a:t>
            </a:r>
          </a:p>
        </p:txBody>
      </p:sp>
      <p:sp>
        <p:nvSpPr>
          <p:cNvPr id="59" name="Rectangle 15"/>
          <p:cNvSpPr>
            <a:spLocks noChangeArrowheads="1"/>
          </p:cNvSpPr>
          <p:nvPr/>
        </p:nvSpPr>
        <p:spPr bwMode="auto">
          <a:xfrm>
            <a:off x="7644459" y="1808696"/>
            <a:ext cx="1774845" cy="584775"/>
          </a:xfrm>
          <a:prstGeom prst="rect">
            <a:avLst/>
          </a:prstGeom>
          <a:solidFill>
            <a:srgbClr val="333399"/>
          </a:solidFill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defRPr/>
            </a:pPr>
            <a:r>
              <a:rPr lang="pt-BR" sz="3200" kern="0">
                <a:solidFill>
                  <a:srgbClr val="FFFFFF"/>
                </a:solidFill>
              </a:rPr>
              <a:t>projetos</a:t>
            </a:r>
          </a:p>
        </p:txBody>
      </p:sp>
      <p:grpSp>
        <p:nvGrpSpPr>
          <p:cNvPr id="70" name="Group 17"/>
          <p:cNvGrpSpPr>
            <a:grpSpLocks/>
          </p:cNvGrpSpPr>
          <p:nvPr/>
        </p:nvGrpSpPr>
        <p:grpSpPr bwMode="auto">
          <a:xfrm>
            <a:off x="9120336" y="3933056"/>
            <a:ext cx="914400" cy="304800"/>
            <a:chOff x="912" y="3648"/>
            <a:chExt cx="576" cy="192"/>
          </a:xfrm>
        </p:grpSpPr>
        <p:sp>
          <p:nvSpPr>
            <p:cNvPr id="91" name="Line 18"/>
            <p:cNvSpPr>
              <a:spLocks noChangeShapeType="1"/>
            </p:cNvSpPr>
            <p:nvPr/>
          </p:nvSpPr>
          <p:spPr bwMode="auto">
            <a:xfrm>
              <a:off x="912" y="3744"/>
              <a:ext cx="5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pt-BR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2" name="Line 19"/>
            <p:cNvSpPr>
              <a:spLocks noChangeShapeType="1"/>
            </p:cNvSpPr>
            <p:nvPr/>
          </p:nvSpPr>
          <p:spPr bwMode="auto">
            <a:xfrm>
              <a:off x="912" y="3648"/>
              <a:ext cx="0" cy="19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pt-BR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3" name="Line 20"/>
            <p:cNvSpPr>
              <a:spLocks noChangeShapeType="1"/>
            </p:cNvSpPr>
            <p:nvPr/>
          </p:nvSpPr>
          <p:spPr bwMode="auto">
            <a:xfrm>
              <a:off x="1488" y="3648"/>
              <a:ext cx="0" cy="19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pt-BR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71" name="Group 21"/>
          <p:cNvGrpSpPr>
            <a:grpSpLocks/>
          </p:cNvGrpSpPr>
          <p:nvPr/>
        </p:nvGrpSpPr>
        <p:grpSpPr bwMode="auto">
          <a:xfrm>
            <a:off x="6907660" y="3268886"/>
            <a:ext cx="468313" cy="304800"/>
            <a:chOff x="912" y="3648"/>
            <a:chExt cx="576" cy="192"/>
          </a:xfrm>
        </p:grpSpPr>
        <p:sp>
          <p:nvSpPr>
            <p:cNvPr id="88" name="Line 22"/>
            <p:cNvSpPr>
              <a:spLocks noChangeShapeType="1"/>
            </p:cNvSpPr>
            <p:nvPr/>
          </p:nvSpPr>
          <p:spPr bwMode="auto">
            <a:xfrm>
              <a:off x="912" y="3744"/>
              <a:ext cx="5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pt-BR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9" name="Line 23"/>
            <p:cNvSpPr>
              <a:spLocks noChangeShapeType="1"/>
            </p:cNvSpPr>
            <p:nvPr/>
          </p:nvSpPr>
          <p:spPr bwMode="auto">
            <a:xfrm>
              <a:off x="912" y="3648"/>
              <a:ext cx="0" cy="19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pt-BR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0" name="Line 24"/>
            <p:cNvSpPr>
              <a:spLocks noChangeShapeType="1"/>
            </p:cNvSpPr>
            <p:nvPr/>
          </p:nvSpPr>
          <p:spPr bwMode="auto">
            <a:xfrm>
              <a:off x="1488" y="3648"/>
              <a:ext cx="0" cy="19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pt-BR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72" name="Group 25"/>
          <p:cNvGrpSpPr>
            <a:grpSpLocks/>
          </p:cNvGrpSpPr>
          <p:nvPr/>
        </p:nvGrpSpPr>
        <p:grpSpPr bwMode="auto">
          <a:xfrm>
            <a:off x="9427940" y="3412902"/>
            <a:ext cx="784225" cy="304800"/>
            <a:chOff x="912" y="3648"/>
            <a:chExt cx="576" cy="192"/>
          </a:xfrm>
        </p:grpSpPr>
        <p:sp>
          <p:nvSpPr>
            <p:cNvPr id="85" name="Line 26"/>
            <p:cNvSpPr>
              <a:spLocks noChangeShapeType="1"/>
            </p:cNvSpPr>
            <p:nvPr/>
          </p:nvSpPr>
          <p:spPr bwMode="auto">
            <a:xfrm>
              <a:off x="912" y="3744"/>
              <a:ext cx="5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pt-BR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6" name="Line 27"/>
            <p:cNvSpPr>
              <a:spLocks noChangeShapeType="1"/>
            </p:cNvSpPr>
            <p:nvPr/>
          </p:nvSpPr>
          <p:spPr bwMode="auto">
            <a:xfrm>
              <a:off x="912" y="3648"/>
              <a:ext cx="0" cy="19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pt-BR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Line 28"/>
            <p:cNvSpPr>
              <a:spLocks noChangeShapeType="1"/>
            </p:cNvSpPr>
            <p:nvPr/>
          </p:nvSpPr>
          <p:spPr bwMode="auto">
            <a:xfrm>
              <a:off x="1488" y="3648"/>
              <a:ext cx="0" cy="19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pt-BR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73" name="Group 29"/>
          <p:cNvGrpSpPr>
            <a:grpSpLocks/>
          </p:cNvGrpSpPr>
          <p:nvPr/>
        </p:nvGrpSpPr>
        <p:grpSpPr bwMode="auto">
          <a:xfrm>
            <a:off x="7267699" y="3874195"/>
            <a:ext cx="914400" cy="304800"/>
            <a:chOff x="912" y="3648"/>
            <a:chExt cx="576" cy="192"/>
          </a:xfrm>
        </p:grpSpPr>
        <p:sp>
          <p:nvSpPr>
            <p:cNvPr id="82" name="Line 30"/>
            <p:cNvSpPr>
              <a:spLocks noChangeShapeType="1"/>
            </p:cNvSpPr>
            <p:nvPr/>
          </p:nvSpPr>
          <p:spPr bwMode="auto">
            <a:xfrm>
              <a:off x="912" y="3744"/>
              <a:ext cx="5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pt-BR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Line 31"/>
            <p:cNvSpPr>
              <a:spLocks noChangeShapeType="1"/>
            </p:cNvSpPr>
            <p:nvPr/>
          </p:nvSpPr>
          <p:spPr bwMode="auto">
            <a:xfrm>
              <a:off x="912" y="3648"/>
              <a:ext cx="0" cy="19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pt-BR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Line 32"/>
            <p:cNvSpPr>
              <a:spLocks noChangeShapeType="1"/>
            </p:cNvSpPr>
            <p:nvPr/>
          </p:nvSpPr>
          <p:spPr bwMode="auto">
            <a:xfrm>
              <a:off x="1488" y="3648"/>
              <a:ext cx="0" cy="19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pt-BR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75" name="Group 37"/>
          <p:cNvGrpSpPr>
            <a:grpSpLocks/>
          </p:cNvGrpSpPr>
          <p:nvPr/>
        </p:nvGrpSpPr>
        <p:grpSpPr bwMode="auto">
          <a:xfrm>
            <a:off x="8491836" y="3556918"/>
            <a:ext cx="468313" cy="304800"/>
            <a:chOff x="912" y="3648"/>
            <a:chExt cx="576" cy="192"/>
          </a:xfrm>
        </p:grpSpPr>
        <p:sp>
          <p:nvSpPr>
            <p:cNvPr id="76" name="Line 38"/>
            <p:cNvSpPr>
              <a:spLocks noChangeShapeType="1"/>
            </p:cNvSpPr>
            <p:nvPr/>
          </p:nvSpPr>
          <p:spPr bwMode="auto">
            <a:xfrm>
              <a:off x="912" y="3744"/>
              <a:ext cx="5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pt-BR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7" name="Line 39"/>
            <p:cNvSpPr>
              <a:spLocks noChangeShapeType="1"/>
            </p:cNvSpPr>
            <p:nvPr/>
          </p:nvSpPr>
          <p:spPr bwMode="auto">
            <a:xfrm>
              <a:off x="912" y="3648"/>
              <a:ext cx="0" cy="19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pt-BR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8" name="Line 40"/>
            <p:cNvSpPr>
              <a:spLocks noChangeShapeType="1"/>
            </p:cNvSpPr>
            <p:nvPr/>
          </p:nvSpPr>
          <p:spPr bwMode="auto">
            <a:xfrm>
              <a:off x="1488" y="3648"/>
              <a:ext cx="0" cy="19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pt-BR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1" name="Text Box 41"/>
          <p:cNvSpPr txBox="1">
            <a:spLocks noChangeArrowheads="1"/>
          </p:cNvSpPr>
          <p:nvPr/>
        </p:nvSpPr>
        <p:spPr bwMode="auto">
          <a:xfrm>
            <a:off x="6816081" y="4437113"/>
            <a:ext cx="3616325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>
              <a:defRPr/>
            </a:pPr>
            <a:r>
              <a:rPr lang="pt-BR" sz="2400" kern="0" dirty="0">
                <a:solidFill>
                  <a:sysClr val="windowText" lastClr="000000"/>
                </a:solidFill>
              </a:rPr>
              <a:t>temporários e únicos</a:t>
            </a:r>
          </a:p>
        </p:txBody>
      </p:sp>
      <p:sp>
        <p:nvSpPr>
          <p:cNvPr id="62" name="Text Box 42"/>
          <p:cNvSpPr txBox="1">
            <a:spLocks noChangeArrowheads="1"/>
          </p:cNvSpPr>
          <p:nvPr/>
        </p:nvSpPr>
        <p:spPr bwMode="auto">
          <a:xfrm>
            <a:off x="7680176" y="6165305"/>
            <a:ext cx="255871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defRPr/>
            </a:pPr>
            <a:r>
              <a:rPr lang="pt-BR" sz="2400" kern="0" dirty="0">
                <a:solidFill>
                  <a:sysClr val="windowText" lastClr="000000"/>
                </a:solidFill>
              </a:rPr>
              <a:t>objetivos únicos</a:t>
            </a:r>
          </a:p>
        </p:txBody>
      </p:sp>
      <p:graphicFrame>
        <p:nvGraphicFramePr>
          <p:cNvPr id="63" name="Object 43"/>
          <p:cNvGraphicFramePr>
            <a:graphicFrameLocks noChangeAspect="1"/>
          </p:cNvGraphicFramePr>
          <p:nvPr/>
        </p:nvGraphicFramePr>
        <p:xfrm>
          <a:off x="2518048" y="4941168"/>
          <a:ext cx="720080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3473280" imgH="3472920" progId="">
                  <p:embed/>
                </p:oleObj>
              </mc:Choice>
              <mc:Fallback>
                <p:oleObj name="Clip" r:id="rId2" imgW="3473280" imgH="3472920" progId="">
                  <p:embed/>
                  <p:pic>
                    <p:nvPicPr>
                      <p:cNvPr id="63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8048" y="4941168"/>
                        <a:ext cx="720080" cy="720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44"/>
          <p:cNvGraphicFramePr>
            <a:graphicFrameLocks noChangeAspect="1"/>
          </p:cNvGraphicFramePr>
          <p:nvPr/>
        </p:nvGraphicFramePr>
        <p:xfrm>
          <a:off x="7879432" y="4852392"/>
          <a:ext cx="838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4" imgW="3473280" imgH="3472920" progId="">
                  <p:embed/>
                </p:oleObj>
              </mc:Choice>
              <mc:Fallback>
                <p:oleObj name="Clip" r:id="rId4" imgW="3473280" imgH="3472920" progId="">
                  <p:embed/>
                  <p:pic>
                    <p:nvPicPr>
                      <p:cNvPr id="64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9432" y="4852392"/>
                        <a:ext cx="8382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45"/>
          <p:cNvGraphicFramePr>
            <a:graphicFrameLocks noChangeAspect="1"/>
          </p:cNvGraphicFramePr>
          <p:nvPr/>
        </p:nvGraphicFramePr>
        <p:xfrm>
          <a:off x="3622948" y="4941168"/>
          <a:ext cx="720080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3473280" imgH="3472920" progId="">
                  <p:embed/>
                </p:oleObj>
              </mc:Choice>
              <mc:Fallback>
                <p:oleObj name="Clip" r:id="rId5" imgW="3473280" imgH="3472920" progId="">
                  <p:embed/>
                  <p:pic>
                    <p:nvPicPr>
                      <p:cNvPr id="65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2948" y="4941168"/>
                        <a:ext cx="720080" cy="720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46"/>
          <p:cNvGraphicFramePr>
            <a:graphicFrameLocks noChangeAspect="1"/>
          </p:cNvGraphicFramePr>
          <p:nvPr/>
        </p:nvGraphicFramePr>
        <p:xfrm>
          <a:off x="4727848" y="4941168"/>
          <a:ext cx="720080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6" imgW="3473280" imgH="3472920" progId="">
                  <p:embed/>
                </p:oleObj>
              </mc:Choice>
              <mc:Fallback>
                <p:oleObj name="Clip" r:id="rId6" imgW="3473280" imgH="3472920" progId="">
                  <p:embed/>
                  <p:pic>
                    <p:nvPicPr>
                      <p:cNvPr id="66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848" y="4941168"/>
                        <a:ext cx="720080" cy="720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47"/>
          <p:cNvGraphicFramePr>
            <a:graphicFrameLocks noChangeAspect="1"/>
          </p:cNvGraphicFramePr>
          <p:nvPr/>
        </p:nvGraphicFramePr>
        <p:xfrm>
          <a:off x="8031832" y="5004792"/>
          <a:ext cx="838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7" imgW="3473280" imgH="3472920" progId="">
                  <p:embed/>
                </p:oleObj>
              </mc:Choice>
              <mc:Fallback>
                <p:oleObj name="Clip" r:id="rId7" imgW="3473280" imgH="3472920" progId="">
                  <p:embed/>
                  <p:pic>
                    <p:nvPicPr>
                      <p:cNvPr id="67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1832" y="5004792"/>
                        <a:ext cx="8382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48"/>
          <p:cNvGraphicFramePr>
            <a:graphicFrameLocks noChangeAspect="1"/>
          </p:cNvGraphicFramePr>
          <p:nvPr/>
        </p:nvGraphicFramePr>
        <p:xfrm>
          <a:off x="8184232" y="5157192"/>
          <a:ext cx="838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8" imgW="3473280" imgH="3472920" progId="">
                  <p:embed/>
                </p:oleObj>
              </mc:Choice>
              <mc:Fallback>
                <p:oleObj name="Clip" r:id="rId8" imgW="3473280" imgH="3472920" progId="">
                  <p:embed/>
                  <p:pic>
                    <p:nvPicPr>
                      <p:cNvPr id="68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4232" y="5157192"/>
                        <a:ext cx="8382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Line 49"/>
          <p:cNvSpPr>
            <a:spLocks noChangeShapeType="1"/>
          </p:cNvSpPr>
          <p:nvPr/>
        </p:nvSpPr>
        <p:spPr bwMode="auto">
          <a:xfrm>
            <a:off x="6096000" y="1844824"/>
            <a:ext cx="0" cy="5181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defRPr/>
            </a:pPr>
            <a:endParaRPr lang="pt-BR" kern="0">
              <a:solidFill>
                <a:sysClr val="windowText" lastClr="000000"/>
              </a:solidFill>
            </a:endParaRPr>
          </a:p>
        </p:txBody>
      </p:sp>
      <p:sp>
        <p:nvSpPr>
          <p:cNvPr id="44" name="CaixaDeTexto 43"/>
          <p:cNvSpPr txBox="1"/>
          <p:nvPr/>
        </p:nvSpPr>
        <p:spPr>
          <a:xfrm rot="16200000">
            <a:off x="-602023" y="3354034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3218223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32FBA4-0B3C-5A41-B468-EA859DCF4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DE ENGENHARIA </a:t>
            </a:r>
            <a:br>
              <a:rPr lang="pt-BR" dirty="0"/>
            </a:br>
            <a:r>
              <a:rPr lang="pt-BR" dirty="0"/>
              <a:t>(</a:t>
            </a:r>
            <a:r>
              <a:rPr lang="pt-BR" i="1" dirty="0"/>
              <a:t>Design </a:t>
            </a:r>
            <a:r>
              <a:rPr lang="pt-BR" i="1" dirty="0" err="1"/>
              <a:t>Engineering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3D9C08-0F75-B646-9A65-86DA8D2572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dirty="0"/>
              <a:t>É o uso de princípios científicos, informações técnicas e imaginação na definição de estruturas, máquinas ou sistemas para desempenhar funções </a:t>
            </a:r>
            <a:r>
              <a:rPr lang="pt-BR" dirty="0" err="1"/>
              <a:t>pré</a:t>
            </a:r>
            <a:r>
              <a:rPr lang="pt-BR" dirty="0"/>
              <a:t>-especificadas com máximo economia e eficiência.</a:t>
            </a:r>
          </a:p>
        </p:txBody>
      </p:sp>
    </p:spTree>
    <p:extLst>
      <p:ext uri="{BB962C8B-B14F-4D97-AF65-F5344CB8AC3E}">
        <p14:creationId xmlns:p14="http://schemas.microsoft.com/office/powerpoint/2010/main" val="4275708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s://encrypted-tbn3.gstatic.com/images?q=tbn:ANd9GcTlP5bkc71ly1yoWgxYuC2NzC2vj4aViHFLwkmSmwMWvQI4gzBG">
            <a:extLst>
              <a:ext uri="{FF2B5EF4-FFF2-40B4-BE49-F238E27FC236}">
                <a16:creationId xmlns:a16="http://schemas.microsoft.com/office/drawing/2014/main" id="{425EA0AD-168F-9542-BC95-EBAEADA35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46099" y="3238540"/>
            <a:ext cx="1316038" cy="963613"/>
          </a:xfrm>
          <a:prstGeom prst="rect">
            <a:avLst/>
          </a:prstGeom>
        </p:spPr>
      </p:pic>
      <p:pic>
        <p:nvPicPr>
          <p:cNvPr id="5130" name="Picture 10" descr="Peças remanufaturadas são opções boas e baratas">
            <a:extLst>
              <a:ext uri="{FF2B5EF4-FFF2-40B4-BE49-F238E27FC236}">
                <a16:creationId xmlns:a16="http://schemas.microsoft.com/office/drawing/2014/main" id="{08964EDC-5301-A94F-8581-60C909795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6746" y="2210926"/>
            <a:ext cx="2741762" cy="17822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6D0AE07B-709E-B442-923E-1E2D91F21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492" y="4764007"/>
            <a:ext cx="2224088" cy="15700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 descr="Parte dianteira do carro. cliente do sexo feminino e empresário barbudo  elegante e moderno no salão automóvel | Foto Grátis">
            <a:extLst>
              <a:ext uri="{FF2B5EF4-FFF2-40B4-BE49-F238E27FC236}">
                <a16:creationId xmlns:a16="http://schemas.microsoft.com/office/drawing/2014/main" id="{E2CEC2A0-5A68-D949-9009-D2FABA8F2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6930" y="4739941"/>
            <a:ext cx="2424113" cy="15700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Mercado lista benefícios da Lei do Desmonte, do deputado Armando Vergílio |  CQCS - Centro de Qualificação do Corretor de Seguros">
            <a:extLst>
              <a:ext uri="{FF2B5EF4-FFF2-40B4-BE49-F238E27FC236}">
                <a16:creationId xmlns:a16="http://schemas.microsoft.com/office/drawing/2014/main" id="{05AB01B8-9184-7547-8334-D37F44CF7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771" y="4817663"/>
            <a:ext cx="2978150" cy="15700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CAD Import Module - Import CAD Files into the COMSOL® Software">
            <a:extLst>
              <a:ext uri="{FF2B5EF4-FFF2-40B4-BE49-F238E27FC236}">
                <a16:creationId xmlns:a16="http://schemas.microsoft.com/office/drawing/2014/main" id="{CC34245C-25D4-6649-8D5E-E5FB65511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03" y="3102042"/>
            <a:ext cx="2465704" cy="1380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33F7A6A-5300-B54C-A28F-68780B0B4156}"/>
              </a:ext>
            </a:extLst>
          </p:cNvPr>
          <p:cNvSpPr txBox="1"/>
          <p:nvPr/>
        </p:nvSpPr>
        <p:spPr>
          <a:xfrm>
            <a:off x="873069" y="248070"/>
            <a:ext cx="1014606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AS RESPONSABILIDADES DOS PROJETISTA OU DA EQUIPE DE PROJETO SE </a:t>
            </a:r>
            <a:r>
              <a:rPr lang="pt-BR" sz="4000" dirty="0"/>
              <a:t>ESTENDE</a:t>
            </a:r>
            <a:r>
              <a:rPr lang="pt-BR" sz="2800" dirty="0"/>
              <a:t> POR TODO O </a:t>
            </a:r>
            <a:r>
              <a:rPr lang="pt-BR" sz="2800" b="1" dirty="0">
                <a:solidFill>
                  <a:srgbClr val="0070C0"/>
                </a:solidFill>
              </a:rPr>
              <a:t>CICLO DE VIDA DO PRODUTO</a:t>
            </a:r>
          </a:p>
        </p:txBody>
      </p:sp>
      <p:pic>
        <p:nvPicPr>
          <p:cNvPr id="15" name="Picture 8" descr="Mercado lista benefícios da Lei do Desmonte, do deputado Armando Vergílio |  CQCS - Centro de Qualificação do Corretor de Seguros">
            <a:extLst>
              <a:ext uri="{FF2B5EF4-FFF2-40B4-BE49-F238E27FC236}">
                <a16:creationId xmlns:a16="http://schemas.microsoft.com/office/drawing/2014/main" id="{3F93E792-113A-7748-AF41-E264C8DDD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880" y="4547027"/>
            <a:ext cx="2978150" cy="15700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0041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Retângulo 3">
            <a:extLst>
              <a:ext uri="{FF2B5EF4-FFF2-40B4-BE49-F238E27FC236}">
                <a16:creationId xmlns:a16="http://schemas.microsoft.com/office/drawing/2014/main" id="{913C6F6B-D825-B24B-8AEF-C5CA8EF08277}"/>
              </a:ext>
            </a:extLst>
          </p:cNvPr>
          <p:cNvSpPr/>
          <p:nvPr/>
        </p:nvSpPr>
        <p:spPr>
          <a:xfrm>
            <a:off x="535020" y="685800"/>
            <a:ext cx="2780271" cy="510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 QUÉ O PDP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A5EAD7-7905-B941-ADC0-421BFDF4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graphicFrame>
        <p:nvGraphicFramePr>
          <p:cNvPr id="6" name="Espaço Reservado para Conteúdo 2">
            <a:extLst>
              <a:ext uri="{FF2B5EF4-FFF2-40B4-BE49-F238E27FC236}">
                <a16:creationId xmlns:a16="http://schemas.microsoft.com/office/drawing/2014/main" id="{CCCFF16D-6EEF-4C2A-9D06-6D465336F8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6029307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2383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61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6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ítulo 3">
            <a:extLst>
              <a:ext uri="{FF2B5EF4-FFF2-40B4-BE49-F238E27FC236}">
                <a16:creationId xmlns:a16="http://schemas.microsoft.com/office/drawing/2014/main" id="{E82E9703-347B-674B-9414-F67E85421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499" y="485078"/>
            <a:ext cx="2780271" cy="5105400"/>
          </a:xfrm>
        </p:spPr>
        <p:txBody>
          <a:bodyPr>
            <a:normAutofit/>
          </a:bodyPr>
          <a:lstStyle/>
          <a:p>
            <a:r>
              <a:rPr lang="pt-BR" altLang="pt-BR" sz="2200" b="1" dirty="0">
                <a:solidFill>
                  <a:srgbClr val="FFFFFF"/>
                </a:solidFill>
                <a:ea typeface="ＭＳ Ｐゴシック" panose="020B0600070205080204" pitchFamily="34" charset="-128"/>
              </a:rPr>
              <a:t>3. CARACTERÍSTICAS DO PDP</a:t>
            </a:r>
          </a:p>
        </p:txBody>
      </p:sp>
      <p:graphicFrame>
        <p:nvGraphicFramePr>
          <p:cNvPr id="27" name="Rectangle 3">
            <a:extLst>
              <a:ext uri="{FF2B5EF4-FFF2-40B4-BE49-F238E27FC236}">
                <a16:creationId xmlns:a16="http://schemas.microsoft.com/office/drawing/2014/main" id="{54424698-C4E1-4EB9-9439-02EDD5D693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629730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09753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ChangeArrowheads="1"/>
          </p:cNvSpPr>
          <p:nvPr/>
        </p:nvSpPr>
        <p:spPr bwMode="auto">
          <a:xfrm>
            <a:off x="2971800" y="1412875"/>
            <a:ext cx="6210300" cy="700088"/>
          </a:xfrm>
          <a:prstGeom prst="rect">
            <a:avLst/>
          </a:prstGeom>
          <a:solidFill>
            <a:srgbClr val="CCFFCC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379400" contourW="12700" prstMaterial="legacyMatte">
            <a:bevelT w="13500" h="13500" prst="angle"/>
            <a:bevelB w="13500" h="13500" prst="angle"/>
            <a:extrusionClr>
              <a:srgbClr val="CCFFCC"/>
            </a:extrusionClr>
            <a:contourClr>
              <a:srgbClr val="CCFFCC"/>
            </a:contourClr>
          </a:sp3d>
        </p:spPr>
        <p:txBody>
          <a:bodyPr lIns="72000" tIns="0" rIns="72000" bIns="0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000" b="1" i="1">
                <a:solidFill>
                  <a:srgbClr val="000000"/>
                </a:solidFill>
              </a:rPr>
              <a:t>Processo de Desenvolvimento de Produto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43010" name="Freeform 3"/>
          <p:cNvSpPr>
            <a:spLocks/>
          </p:cNvSpPr>
          <p:nvPr/>
        </p:nvSpPr>
        <p:spPr bwMode="auto">
          <a:xfrm>
            <a:off x="4367214" y="2060575"/>
            <a:ext cx="184731" cy="369332"/>
          </a:xfrm>
          <a:custGeom>
            <a:avLst/>
            <a:gdLst>
              <a:gd name="T0" fmla="*/ 0 w 1782"/>
              <a:gd name="T1" fmla="*/ 0 h 2455"/>
              <a:gd name="T2" fmla="*/ 0 w 1782"/>
              <a:gd name="T3" fmla="*/ 2147483646 h 2455"/>
              <a:gd name="T4" fmla="*/ 2147483646 w 1782"/>
              <a:gd name="T5" fmla="*/ 2147483646 h 2455"/>
              <a:gd name="T6" fmla="*/ 2147483646 w 1782"/>
              <a:gd name="T7" fmla="*/ 2147483646 h 2455"/>
              <a:gd name="T8" fmla="*/ 0 60000 65536"/>
              <a:gd name="T9" fmla="*/ 0 60000 65536"/>
              <a:gd name="T10" fmla="*/ 0 60000 65536"/>
              <a:gd name="T11" fmla="*/ 0 60000 65536"/>
              <a:gd name="T12" fmla="*/ 0 w 1782"/>
              <a:gd name="T13" fmla="*/ 0 h 2455"/>
              <a:gd name="T14" fmla="*/ 1782 w 1782"/>
              <a:gd name="T15" fmla="*/ 2455 h 245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82" h="2455">
                <a:moveTo>
                  <a:pt x="0" y="0"/>
                </a:moveTo>
                <a:lnTo>
                  <a:pt x="0" y="2450"/>
                </a:lnTo>
                <a:lnTo>
                  <a:pt x="1314" y="2455"/>
                </a:lnTo>
                <a:lnTo>
                  <a:pt x="1782" y="16"/>
                </a:lnTo>
              </a:path>
            </a:pathLst>
          </a:cu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pt-BR"/>
          </a:p>
        </p:txBody>
      </p:sp>
      <p:sp>
        <p:nvSpPr>
          <p:cNvPr id="43011" name="Rectangle 4"/>
          <p:cNvSpPr>
            <a:spLocks noGrp="1" noChangeArrowheads="1"/>
          </p:cNvSpPr>
          <p:nvPr>
            <p:ph type="title"/>
          </p:nvPr>
        </p:nvSpPr>
        <p:spPr>
          <a:xfrm>
            <a:off x="2201466" y="409226"/>
            <a:ext cx="8532018" cy="706437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pt-BR" sz="2400" b="1" dirty="0"/>
              <a:t>CUSTO COMPROMETIDO VERSUS CUSTO INCORRIDO</a:t>
            </a:r>
          </a:p>
        </p:txBody>
      </p:sp>
      <p:sp>
        <p:nvSpPr>
          <p:cNvPr id="43012" name="Text Box 5"/>
          <p:cNvSpPr txBox="1">
            <a:spLocks noChangeArrowheads="1"/>
          </p:cNvSpPr>
          <p:nvPr/>
        </p:nvSpPr>
        <p:spPr bwMode="auto">
          <a:xfrm>
            <a:off x="4321176" y="6070600"/>
            <a:ext cx="2244725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BR" sz="2000"/>
              <a:t>Desenvolvimento</a:t>
            </a:r>
          </a:p>
        </p:txBody>
      </p:sp>
      <p:sp>
        <p:nvSpPr>
          <p:cNvPr id="43013" name="Line 6"/>
          <p:cNvSpPr>
            <a:spLocks noChangeShapeType="1"/>
          </p:cNvSpPr>
          <p:nvPr/>
        </p:nvSpPr>
        <p:spPr bwMode="auto">
          <a:xfrm flipV="1">
            <a:off x="4318000" y="2454275"/>
            <a:ext cx="0" cy="3759200"/>
          </a:xfrm>
          <a:prstGeom prst="line">
            <a:avLst/>
          </a:prstGeom>
          <a:noFill/>
          <a:ln w="28575">
            <a:solidFill>
              <a:srgbClr val="808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3014" name="Line 7"/>
          <p:cNvSpPr>
            <a:spLocks noChangeShapeType="1"/>
          </p:cNvSpPr>
          <p:nvPr/>
        </p:nvSpPr>
        <p:spPr bwMode="auto">
          <a:xfrm>
            <a:off x="4318000" y="5865813"/>
            <a:ext cx="5094288" cy="0"/>
          </a:xfrm>
          <a:prstGeom prst="line">
            <a:avLst/>
          </a:prstGeom>
          <a:noFill/>
          <a:ln w="28575">
            <a:solidFill>
              <a:srgbClr val="808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3015" name="Line 8"/>
          <p:cNvSpPr>
            <a:spLocks noChangeShapeType="1"/>
          </p:cNvSpPr>
          <p:nvPr/>
        </p:nvSpPr>
        <p:spPr bwMode="auto">
          <a:xfrm>
            <a:off x="3733801" y="3286125"/>
            <a:ext cx="5256213" cy="0"/>
          </a:xfrm>
          <a:prstGeom prst="line">
            <a:avLst/>
          </a:prstGeom>
          <a:noFill/>
          <a:ln w="9525">
            <a:solidFill>
              <a:srgbClr val="80808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3016" name="Line 9"/>
          <p:cNvSpPr>
            <a:spLocks noChangeShapeType="1"/>
          </p:cNvSpPr>
          <p:nvPr/>
        </p:nvSpPr>
        <p:spPr bwMode="auto">
          <a:xfrm>
            <a:off x="5375275" y="2565400"/>
            <a:ext cx="0" cy="3716338"/>
          </a:xfrm>
          <a:prstGeom prst="line">
            <a:avLst/>
          </a:prstGeom>
          <a:noFill/>
          <a:ln w="9525">
            <a:solidFill>
              <a:srgbClr val="80808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3017" name="Freeform 10"/>
          <p:cNvSpPr>
            <a:spLocks/>
          </p:cNvSpPr>
          <p:nvPr/>
        </p:nvSpPr>
        <p:spPr bwMode="auto">
          <a:xfrm>
            <a:off x="4318000" y="2760663"/>
            <a:ext cx="4298950" cy="3105150"/>
          </a:xfrm>
          <a:custGeom>
            <a:avLst/>
            <a:gdLst>
              <a:gd name="T0" fmla="*/ 0 w 4617"/>
              <a:gd name="T1" fmla="*/ 2147483646 h 4047"/>
              <a:gd name="T2" fmla="*/ 2147483646 w 4617"/>
              <a:gd name="T3" fmla="*/ 2147483646 h 4047"/>
              <a:gd name="T4" fmla="*/ 2147483646 w 4617"/>
              <a:gd name="T5" fmla="*/ 2147483646 h 4047"/>
              <a:gd name="T6" fmla="*/ 2147483646 w 4617"/>
              <a:gd name="T7" fmla="*/ 2147483646 h 4047"/>
              <a:gd name="T8" fmla="*/ 2147483646 w 4617"/>
              <a:gd name="T9" fmla="*/ 2147483646 h 4047"/>
              <a:gd name="T10" fmla="*/ 2147483646 w 4617"/>
              <a:gd name="T11" fmla="*/ 0 h 404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617"/>
              <a:gd name="T19" fmla="*/ 0 h 4047"/>
              <a:gd name="T20" fmla="*/ 4617 w 4617"/>
              <a:gd name="T21" fmla="*/ 4047 h 404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617" h="4047">
                <a:moveTo>
                  <a:pt x="0" y="4047"/>
                </a:moveTo>
                <a:cubicBezTo>
                  <a:pt x="465" y="3985"/>
                  <a:pt x="931" y="3923"/>
                  <a:pt x="1368" y="3762"/>
                </a:cubicBezTo>
                <a:cubicBezTo>
                  <a:pt x="1805" y="3601"/>
                  <a:pt x="2261" y="3344"/>
                  <a:pt x="2622" y="3078"/>
                </a:cubicBezTo>
                <a:cubicBezTo>
                  <a:pt x="2983" y="2812"/>
                  <a:pt x="3259" y="2527"/>
                  <a:pt x="3534" y="2166"/>
                </a:cubicBezTo>
                <a:cubicBezTo>
                  <a:pt x="3809" y="1805"/>
                  <a:pt x="4095" y="1273"/>
                  <a:pt x="4275" y="912"/>
                </a:cubicBezTo>
                <a:cubicBezTo>
                  <a:pt x="4455" y="551"/>
                  <a:pt x="4560" y="161"/>
                  <a:pt x="4617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3018" name="Freeform 11"/>
          <p:cNvSpPr>
            <a:spLocks/>
          </p:cNvSpPr>
          <p:nvPr/>
        </p:nvSpPr>
        <p:spPr bwMode="auto">
          <a:xfrm>
            <a:off x="4318000" y="2716213"/>
            <a:ext cx="4883150" cy="3149600"/>
          </a:xfrm>
          <a:custGeom>
            <a:avLst/>
            <a:gdLst>
              <a:gd name="T0" fmla="*/ 0 w 5244"/>
              <a:gd name="T1" fmla="*/ 2147483646 h 4104"/>
              <a:gd name="T2" fmla="*/ 2147483646 w 5244"/>
              <a:gd name="T3" fmla="*/ 2147483646 h 4104"/>
              <a:gd name="T4" fmla="*/ 2147483646 w 5244"/>
              <a:gd name="T5" fmla="*/ 2147483646 h 4104"/>
              <a:gd name="T6" fmla="*/ 2147483646 w 5244"/>
              <a:gd name="T7" fmla="*/ 2147483646 h 4104"/>
              <a:gd name="T8" fmla="*/ 2147483646 w 5244"/>
              <a:gd name="T9" fmla="*/ 2147483646 h 4104"/>
              <a:gd name="T10" fmla="*/ 2147483646 w 5244"/>
              <a:gd name="T11" fmla="*/ 2147483646 h 4104"/>
              <a:gd name="T12" fmla="*/ 2147483646 w 5244"/>
              <a:gd name="T13" fmla="*/ 0 h 41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244"/>
              <a:gd name="T22" fmla="*/ 0 h 4104"/>
              <a:gd name="T23" fmla="*/ 5244 w 5244"/>
              <a:gd name="T24" fmla="*/ 4104 h 410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244" h="4104">
                <a:moveTo>
                  <a:pt x="0" y="4104"/>
                </a:moveTo>
                <a:cubicBezTo>
                  <a:pt x="66" y="3586"/>
                  <a:pt x="133" y="3068"/>
                  <a:pt x="228" y="2622"/>
                </a:cubicBezTo>
                <a:cubicBezTo>
                  <a:pt x="323" y="2176"/>
                  <a:pt x="418" y="1738"/>
                  <a:pt x="570" y="1425"/>
                </a:cubicBezTo>
                <a:cubicBezTo>
                  <a:pt x="722" y="1112"/>
                  <a:pt x="846" y="921"/>
                  <a:pt x="1140" y="741"/>
                </a:cubicBezTo>
                <a:cubicBezTo>
                  <a:pt x="1434" y="561"/>
                  <a:pt x="1815" y="456"/>
                  <a:pt x="2337" y="342"/>
                </a:cubicBezTo>
                <a:cubicBezTo>
                  <a:pt x="2859" y="228"/>
                  <a:pt x="3791" y="114"/>
                  <a:pt x="4275" y="57"/>
                </a:cubicBezTo>
                <a:cubicBezTo>
                  <a:pt x="4759" y="0"/>
                  <a:pt x="5001" y="0"/>
                  <a:pt x="5244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3019" name="Text Box 12"/>
          <p:cNvSpPr txBox="1">
            <a:spLocks noChangeArrowheads="1"/>
          </p:cNvSpPr>
          <p:nvPr/>
        </p:nvSpPr>
        <p:spPr bwMode="auto">
          <a:xfrm>
            <a:off x="7502526" y="4684713"/>
            <a:ext cx="2176463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BR" sz="2000"/>
              <a:t>Custo incorrido</a:t>
            </a:r>
          </a:p>
        </p:txBody>
      </p:sp>
      <p:sp>
        <p:nvSpPr>
          <p:cNvPr id="43020" name="Line 13"/>
          <p:cNvSpPr>
            <a:spLocks noChangeShapeType="1"/>
          </p:cNvSpPr>
          <p:nvPr/>
        </p:nvSpPr>
        <p:spPr bwMode="auto">
          <a:xfrm flipH="1" flipV="1">
            <a:off x="7662864" y="4378325"/>
            <a:ext cx="369887" cy="3063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3021" name="Text Box 14"/>
          <p:cNvSpPr txBox="1">
            <a:spLocks noChangeArrowheads="1"/>
          </p:cNvSpPr>
          <p:nvPr/>
        </p:nvSpPr>
        <p:spPr bwMode="auto">
          <a:xfrm>
            <a:off x="5808663" y="2349500"/>
            <a:ext cx="3167062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BR" sz="2000"/>
              <a:t>Custo comprometido</a:t>
            </a:r>
          </a:p>
        </p:txBody>
      </p:sp>
      <p:sp>
        <p:nvSpPr>
          <p:cNvPr id="43022" name="Line 15"/>
          <p:cNvSpPr>
            <a:spLocks noChangeShapeType="1"/>
          </p:cNvSpPr>
          <p:nvPr/>
        </p:nvSpPr>
        <p:spPr bwMode="auto">
          <a:xfrm flipH="1">
            <a:off x="5751513" y="2716213"/>
            <a:ext cx="265112" cy="4365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3023" name="Text Box 16"/>
          <p:cNvSpPr txBox="1">
            <a:spLocks noChangeArrowheads="1"/>
          </p:cNvSpPr>
          <p:nvPr/>
        </p:nvSpPr>
        <p:spPr bwMode="auto">
          <a:xfrm>
            <a:off x="9574214" y="5865813"/>
            <a:ext cx="1273175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BR" sz="2000" b="1"/>
              <a:t>Tempo </a:t>
            </a:r>
            <a:endParaRPr lang="en-US" altLang="pt-BR" sz="2000"/>
          </a:p>
        </p:txBody>
      </p:sp>
      <p:sp>
        <p:nvSpPr>
          <p:cNvPr id="43024" name="Text Box 17"/>
          <p:cNvSpPr txBox="1">
            <a:spLocks noChangeArrowheads="1"/>
          </p:cNvSpPr>
          <p:nvPr/>
        </p:nvSpPr>
        <p:spPr bwMode="auto">
          <a:xfrm>
            <a:off x="7170738" y="6051550"/>
            <a:ext cx="1370012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BR" sz="2000"/>
              <a:t>Produção</a:t>
            </a:r>
          </a:p>
        </p:txBody>
      </p:sp>
      <p:sp>
        <p:nvSpPr>
          <p:cNvPr id="43025" name="Line 18"/>
          <p:cNvSpPr>
            <a:spLocks noChangeShapeType="1"/>
          </p:cNvSpPr>
          <p:nvPr/>
        </p:nvSpPr>
        <p:spPr bwMode="auto">
          <a:xfrm>
            <a:off x="3733800" y="5865813"/>
            <a:ext cx="63658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3026" name="Line 19"/>
          <p:cNvSpPr>
            <a:spLocks noChangeShapeType="1"/>
          </p:cNvSpPr>
          <p:nvPr/>
        </p:nvSpPr>
        <p:spPr bwMode="auto">
          <a:xfrm>
            <a:off x="3894138" y="3286125"/>
            <a:ext cx="0" cy="2579688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3027" name="Text Box 20"/>
          <p:cNvSpPr txBox="1">
            <a:spLocks noChangeArrowheads="1"/>
          </p:cNvSpPr>
          <p:nvPr/>
        </p:nvSpPr>
        <p:spPr bwMode="auto">
          <a:xfrm>
            <a:off x="3575051" y="4159251"/>
            <a:ext cx="688975" cy="568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BR" sz="2000"/>
              <a:t>80 a 90%</a:t>
            </a:r>
          </a:p>
        </p:txBody>
      </p:sp>
      <p:sp>
        <p:nvSpPr>
          <p:cNvPr id="43028" name="Text Box 21"/>
          <p:cNvSpPr txBox="1">
            <a:spLocks noChangeArrowheads="1"/>
          </p:cNvSpPr>
          <p:nvPr/>
        </p:nvSpPr>
        <p:spPr bwMode="auto">
          <a:xfrm>
            <a:off x="3840164" y="2060575"/>
            <a:ext cx="106203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BR" sz="2000" b="1"/>
              <a:t>Custo</a:t>
            </a:r>
            <a:endParaRPr lang="en-US" altLang="pt-BR" sz="2000"/>
          </a:p>
        </p:txBody>
      </p:sp>
      <p:sp>
        <p:nvSpPr>
          <p:cNvPr id="43029" name="Line 22"/>
          <p:cNvSpPr>
            <a:spLocks noChangeShapeType="1"/>
          </p:cNvSpPr>
          <p:nvPr/>
        </p:nvSpPr>
        <p:spPr bwMode="auto">
          <a:xfrm>
            <a:off x="8936038" y="2716213"/>
            <a:ext cx="0" cy="569912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3030" name="Text Box 23"/>
          <p:cNvSpPr txBox="1">
            <a:spLocks noChangeArrowheads="1"/>
          </p:cNvSpPr>
          <p:nvPr/>
        </p:nvSpPr>
        <p:spPr bwMode="auto">
          <a:xfrm>
            <a:off x="8990014" y="2716213"/>
            <a:ext cx="1646237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  <a:buNone/>
            </a:pPr>
            <a:r>
              <a:rPr lang="pt-BR" altLang="pt-BR" sz="2000" b="1" i="1">
                <a:solidFill>
                  <a:srgbClr val="0000FF"/>
                </a:solidFill>
              </a:rPr>
              <a:t>Margem para redução de custos na produção</a:t>
            </a:r>
            <a:endParaRPr lang="en-US" altLang="pt-BR" sz="2000"/>
          </a:p>
        </p:txBody>
      </p:sp>
      <p:grpSp>
        <p:nvGrpSpPr>
          <p:cNvPr id="43031" name="Group 24"/>
          <p:cNvGrpSpPr>
            <a:grpSpLocks/>
          </p:cNvGrpSpPr>
          <p:nvPr/>
        </p:nvGrpSpPr>
        <p:grpSpPr bwMode="auto">
          <a:xfrm>
            <a:off x="3246438" y="1717678"/>
            <a:ext cx="5770562" cy="369888"/>
            <a:chOff x="1085" y="1082"/>
            <a:chExt cx="3635" cy="233"/>
          </a:xfrm>
        </p:grpSpPr>
        <p:sp>
          <p:nvSpPr>
            <p:cNvPr id="43035" name="AutoShape 25"/>
            <p:cNvSpPr>
              <a:spLocks noChangeArrowheads="1"/>
            </p:cNvSpPr>
            <p:nvPr/>
          </p:nvSpPr>
          <p:spPr bwMode="auto">
            <a:xfrm>
              <a:off x="1780" y="1105"/>
              <a:ext cx="1856" cy="188"/>
            </a:xfrm>
            <a:prstGeom prst="chevron">
              <a:avLst>
                <a:gd name="adj" fmla="val 31034"/>
              </a:avLst>
            </a:prstGeom>
            <a:solidFill>
              <a:srgbClr val="FFFF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43036" name="AutoShape 26"/>
            <p:cNvSpPr>
              <a:spLocks noChangeArrowheads="1"/>
            </p:cNvSpPr>
            <p:nvPr/>
          </p:nvSpPr>
          <p:spPr bwMode="auto">
            <a:xfrm>
              <a:off x="1085" y="1082"/>
              <a:ext cx="719" cy="233"/>
            </a:xfrm>
            <a:prstGeom prst="homePlate">
              <a:avLst>
                <a:gd name="adj" fmla="val 34106"/>
              </a:avLst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0" rIns="7200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43037" name="AutoShape 27"/>
            <p:cNvSpPr>
              <a:spLocks noChangeArrowheads="1"/>
            </p:cNvSpPr>
            <p:nvPr/>
          </p:nvSpPr>
          <p:spPr bwMode="auto">
            <a:xfrm>
              <a:off x="3630" y="1105"/>
              <a:ext cx="1090" cy="188"/>
            </a:xfrm>
            <a:prstGeom prst="chevron">
              <a:avLst>
                <a:gd name="adj" fmla="val 25715"/>
              </a:avLst>
            </a:prstGeom>
            <a:solidFill>
              <a:srgbClr val="FFCC99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</p:grpSp>
      <p:sp>
        <p:nvSpPr>
          <p:cNvPr id="43032" name="Line 28"/>
          <p:cNvSpPr>
            <a:spLocks noChangeShapeType="1"/>
          </p:cNvSpPr>
          <p:nvPr/>
        </p:nvSpPr>
        <p:spPr bwMode="auto">
          <a:xfrm>
            <a:off x="6767513" y="5629276"/>
            <a:ext cx="0" cy="55721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43033" name="Text Box 29"/>
          <p:cNvSpPr txBox="1">
            <a:spLocks noChangeArrowheads="1"/>
          </p:cNvSpPr>
          <p:nvPr/>
        </p:nvSpPr>
        <p:spPr bwMode="auto">
          <a:xfrm>
            <a:off x="1524000" y="2373314"/>
            <a:ext cx="28590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/>
              <a:t>Final da fase de projeto conceitual</a:t>
            </a:r>
          </a:p>
        </p:txBody>
      </p:sp>
      <p:sp>
        <p:nvSpPr>
          <p:cNvPr id="43034" name="Line 30"/>
          <p:cNvSpPr>
            <a:spLocks noChangeShapeType="1"/>
          </p:cNvSpPr>
          <p:nvPr/>
        </p:nvSpPr>
        <p:spPr bwMode="auto">
          <a:xfrm>
            <a:off x="4138613" y="2871789"/>
            <a:ext cx="1200150" cy="414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0486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CaixaDeTexto 1">
            <a:extLst>
              <a:ext uri="{FF2B5EF4-FFF2-40B4-BE49-F238E27FC236}">
                <a16:creationId xmlns:a16="http://schemas.microsoft.com/office/drawing/2014/main" id="{7BE9B43A-25AC-5845-978C-6C15E66D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" y="149109"/>
            <a:ext cx="110109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pt-BR" altLang="pt-BR" dirty="0"/>
              <a:t>INFLUÊNCIAS DAS DECISÕES DE PROJETO SOBRE O CUSTO TOTAL DO PRODUTO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30A233D5-E0C6-374D-B1B2-CBF2C7CEE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533" y="1347010"/>
            <a:ext cx="8211081" cy="5361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165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CaixaDeTexto 1">
            <a:extLst>
              <a:ext uri="{FF2B5EF4-FFF2-40B4-BE49-F238E27FC236}">
                <a16:creationId xmlns:a16="http://schemas.microsoft.com/office/drawing/2014/main" id="{784B645F-8EA3-654D-A2E3-FC631580D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" y="535144"/>
            <a:ext cx="1107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pt-BR" altLang="pt-BR" dirty="0"/>
              <a:t>INFLUÊNCIAS DAS MUDANÇAS NO DESENVOLVIMENTO DE PRODUTO</a:t>
            </a: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D3194435-57F2-7D42-A83B-FEA8D3985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2" y="1987550"/>
            <a:ext cx="10501847" cy="450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3489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D999B23A-2F8D-C64B-A62F-68A0D3F14C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4348" y="528824"/>
            <a:ext cx="6930925" cy="1293028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3600" dirty="0">
                <a:ea typeface="ＭＳ Ｐゴシック" panose="020B0600070205080204" pitchFamily="34" charset="-128"/>
              </a:rPr>
              <a:t>3</a:t>
            </a:r>
            <a:r>
              <a:rPr lang="pt-BR" altLang="pt-BR" sz="3600" b="1" dirty="0">
                <a:ea typeface="ＭＳ Ｐゴシック" panose="020B0600070205080204" pitchFamily="34" charset="-128"/>
              </a:rPr>
              <a:t>. CARACTERÍSTICAS DO PDP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72AC14E5-0878-F24D-8C9E-6414C2768D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2280" y="1421802"/>
            <a:ext cx="6930925" cy="4024125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pt-BR" altLang="pt-BR" sz="2800" dirty="0">
                <a:ea typeface="ＭＳ Ｐゴシック" panose="020B0600070205080204" pitchFamily="34" charset="-128"/>
              </a:rPr>
              <a:t>	</a:t>
            </a:r>
            <a:r>
              <a:rPr lang="pt-BR" altLang="pt-BR" sz="2800" b="1" i="1" dirty="0">
                <a:ea typeface="ＭＳ Ｐゴシック" panose="020B0600070205080204" pitchFamily="34" charset="-128"/>
              </a:rPr>
              <a:t>O segredo de um bom desenvolvimento de produtos é gerenciar as incertezas por meio:</a:t>
            </a:r>
          </a:p>
          <a:p>
            <a:pPr eaLnBrk="1" hangingPunct="1">
              <a:buFontTx/>
              <a:buNone/>
            </a:pPr>
            <a:r>
              <a:rPr lang="pt-BR" altLang="pt-BR" sz="2800" b="1" dirty="0">
                <a:ea typeface="ＭＳ Ｐゴシック" panose="020B0600070205080204" pitchFamily="34" charset="-128"/>
              </a:rPr>
              <a:t>	</a:t>
            </a:r>
            <a:r>
              <a:rPr lang="pt-BR" altLang="pt-BR" sz="2800" dirty="0">
                <a:ea typeface="ＭＳ Ｐゴシック" panose="020B0600070205080204" pitchFamily="34" charset="-128"/>
              </a:rPr>
              <a:t> - da qualidade das informações</a:t>
            </a:r>
          </a:p>
          <a:p>
            <a:pPr eaLnBrk="1" hangingPunct="1">
              <a:buFontTx/>
              <a:buNone/>
            </a:pPr>
            <a:r>
              <a:rPr lang="pt-BR" altLang="pt-BR" sz="2800" dirty="0">
                <a:ea typeface="ＭＳ Ｐゴシック" panose="020B0600070205080204" pitchFamily="34" charset="-128"/>
              </a:rPr>
              <a:t>	 - do controle dos </a:t>
            </a:r>
            <a:r>
              <a:rPr lang="pt-BR" altLang="pt-BR" sz="2800" b="1" dirty="0">
                <a:ea typeface="ＭＳ Ｐゴシック" panose="020B0600070205080204" pitchFamily="34" charset="-128"/>
              </a:rPr>
              <a:t>requisitos</a:t>
            </a:r>
            <a:r>
              <a:rPr lang="pt-BR" altLang="pt-BR" sz="2800" dirty="0">
                <a:ea typeface="ＭＳ Ｐゴシック" panose="020B0600070205080204" pitchFamily="34" charset="-128"/>
              </a:rPr>
              <a:t> a serem atendidos</a:t>
            </a:r>
          </a:p>
          <a:p>
            <a:pPr eaLnBrk="1" hangingPunct="1">
              <a:buFontTx/>
              <a:buNone/>
            </a:pPr>
            <a:r>
              <a:rPr lang="pt-BR" altLang="pt-BR" sz="2800" dirty="0">
                <a:ea typeface="ＭＳ Ｐゴシック" panose="020B0600070205080204" pitchFamily="34" charset="-128"/>
              </a:rPr>
              <a:t>	 - da vigilância das mudanças de mercado</a:t>
            </a:r>
          </a:p>
          <a:p>
            <a:pPr eaLnBrk="1" hangingPunct="1">
              <a:buFontTx/>
              <a:buNone/>
            </a:pPr>
            <a:endParaRPr lang="pt-BR" altLang="pt-BR" sz="2800" dirty="0">
              <a:ea typeface="ＭＳ Ｐゴシック" panose="020B0600070205080204" pitchFamily="34" charset="-128"/>
            </a:endParaRPr>
          </a:p>
        </p:txBody>
      </p:sp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E2E0C929-96C6-41B1-A001-566036DF0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8740" y="0"/>
            <a:ext cx="500325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64" name="Picture 5">
            <a:extLst>
              <a:ext uri="{FF2B5EF4-FFF2-40B4-BE49-F238E27FC236}">
                <a16:creationId xmlns:a16="http://schemas.microsoft.com/office/drawing/2014/main" id="{8A9700A1-9426-FA40-B861-436A4ABFA9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02"/>
          <a:stretch/>
        </p:blipFill>
        <p:spPr bwMode="auto">
          <a:xfrm>
            <a:off x="7818579" y="11"/>
            <a:ext cx="4672584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E4DC2374-7B31-D448-93A3-1F8ED7818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8393" y="5036149"/>
            <a:ext cx="9334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6279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72D1BCE9-1B88-0443-92A1-2785F824B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0375" y="1528763"/>
            <a:ext cx="8461375" cy="1101725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pt-BR" altLang="pt-BR" sz="2800" dirty="0">
                <a:ea typeface="ＭＳ Ｐゴシック" panose="020B0600070205080204" pitchFamily="34" charset="-128"/>
              </a:rPr>
              <a:t>Considerando o </a:t>
            </a:r>
            <a:r>
              <a:rPr lang="pt-BR" altLang="pt-BR" sz="2800" b="1" u="sng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grau de mudanças </a:t>
            </a:r>
            <a:r>
              <a:rPr lang="pt-BR" altLang="pt-BR" sz="28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do projeto em relação a projetos anteriores: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37E0E3E4-8309-754A-95A1-3010C5E80F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7260" y="587266"/>
            <a:ext cx="10738280" cy="706437"/>
          </a:xfrm>
        </p:spPr>
        <p:txBody>
          <a:bodyPr/>
          <a:lstStyle/>
          <a:p>
            <a:pPr eaLnBrk="1" hangingPunct="1"/>
            <a:r>
              <a:rPr lang="pt-BR" altLang="pt-BR" sz="3200" b="1" dirty="0">
                <a:ea typeface="ＭＳ Ｐゴシック" panose="020B0600070205080204" pitchFamily="34" charset="-128"/>
              </a:rPr>
              <a:t>4. TIPOS DE PROJETOS DE DP</a:t>
            </a:r>
          </a:p>
        </p:txBody>
      </p:sp>
      <p:sp>
        <p:nvSpPr>
          <p:cNvPr id="44035" name="Retângulo 5">
            <a:extLst>
              <a:ext uri="{FF2B5EF4-FFF2-40B4-BE49-F238E27FC236}">
                <a16:creationId xmlns:a16="http://schemas.microsoft.com/office/drawing/2014/main" id="{58F7DD7D-B51F-4549-874D-7141B3B33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63" y="2597360"/>
            <a:ext cx="956151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buFont typeface="Arial" panose="020B0604020202020204" pitchFamily="34" charset="0"/>
              <a:buAutoNum type="arabicPeriod"/>
            </a:pPr>
            <a:r>
              <a:rPr lang="pt-BR" altLang="pt-BR" sz="3200" dirty="0"/>
              <a:t>Projetos radicais (</a:t>
            </a:r>
            <a:r>
              <a:rPr lang="pt-BR" altLang="pt-BR" sz="3200" dirty="0" err="1"/>
              <a:t>breakthrough</a:t>
            </a:r>
            <a:r>
              <a:rPr lang="pt-BR" altLang="pt-BR" sz="3200" dirty="0"/>
              <a:t>)</a:t>
            </a:r>
          </a:p>
          <a:p>
            <a:pPr algn="l" eaLnBrk="1" hangingPunct="1">
              <a:buFont typeface="Arial" panose="020B0604020202020204" pitchFamily="34" charset="0"/>
              <a:buAutoNum type="arabicPeriod"/>
            </a:pPr>
            <a:r>
              <a:rPr lang="pt-BR" altLang="pt-BR" sz="3200" dirty="0"/>
              <a:t>Projetos plataforma ou próxima geração</a:t>
            </a:r>
          </a:p>
          <a:p>
            <a:pPr algn="l" eaLnBrk="1" hangingPunct="1">
              <a:buFont typeface="Arial" panose="020B0604020202020204" pitchFamily="34" charset="0"/>
              <a:buAutoNum type="arabicPeriod"/>
            </a:pPr>
            <a:r>
              <a:rPr lang="pt-BR" altLang="pt-BR" sz="3200" dirty="0"/>
              <a:t>Projetos incrementais ou derivados</a:t>
            </a:r>
          </a:p>
        </p:txBody>
      </p:sp>
      <p:pic>
        <p:nvPicPr>
          <p:cNvPr id="44036" name="Picture 4">
            <a:extLst>
              <a:ext uri="{FF2B5EF4-FFF2-40B4-BE49-F238E27FC236}">
                <a16:creationId xmlns:a16="http://schemas.microsoft.com/office/drawing/2014/main" id="{64968DBD-6A3F-1746-A16B-08015F0E7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1750" y="1963734"/>
            <a:ext cx="2597150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7" name="Picture 5">
            <a:extLst>
              <a:ext uri="{FF2B5EF4-FFF2-40B4-BE49-F238E27FC236}">
                <a16:creationId xmlns:a16="http://schemas.microsoft.com/office/drawing/2014/main" id="{35ECBA0F-3BE5-CA47-A80D-4E9FDF3CC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264" y="4567237"/>
            <a:ext cx="253047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8" name="Picture 6">
            <a:extLst>
              <a:ext uri="{FF2B5EF4-FFF2-40B4-BE49-F238E27FC236}">
                <a16:creationId xmlns:a16="http://schemas.microsoft.com/office/drawing/2014/main" id="{0F5564E5-F4F3-0D45-B21E-E13CDA6EE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487" y="4390227"/>
            <a:ext cx="2767013" cy="184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B20796CD-B9F6-3448-A3AF-04D8A2E6E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065" y="4549770"/>
            <a:ext cx="253047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1126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>
            <a:extLst>
              <a:ext uri="{FF2B5EF4-FFF2-40B4-BE49-F238E27FC236}">
                <a16:creationId xmlns:a16="http://schemas.microsoft.com/office/drawing/2014/main" id="{37AAC0C1-CFA1-F242-BF74-395429C0A9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b="1" dirty="0">
                <a:ea typeface="ＭＳ Ｐゴシック" panose="020B0600070205080204" pitchFamily="34" charset="-128"/>
              </a:rPr>
              <a:t>4. TIPOS DE PROJETOS DE DP</a:t>
            </a:r>
          </a:p>
        </p:txBody>
      </p:sp>
      <p:pic>
        <p:nvPicPr>
          <p:cNvPr id="46083" name="Picture 5">
            <a:extLst>
              <a:ext uri="{FF2B5EF4-FFF2-40B4-BE49-F238E27FC236}">
                <a16:creationId xmlns:a16="http://schemas.microsoft.com/office/drawing/2014/main" id="{06103CAC-EC02-DF41-9092-3B95DC042E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" r="16127" b="-3"/>
          <a:stretch/>
        </p:blipFill>
        <p:spPr bwMode="auto">
          <a:xfrm>
            <a:off x="685800" y="2501159"/>
            <a:ext cx="4521200" cy="3410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1" name="Rectangle 3">
            <a:extLst>
              <a:ext uri="{FF2B5EF4-FFF2-40B4-BE49-F238E27FC236}">
                <a16:creationId xmlns:a16="http://schemas.microsoft.com/office/drawing/2014/main" id="{0D3F6B94-0BAF-9741-BD71-909EBB77C5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89600" y="2194560"/>
            <a:ext cx="5816600" cy="4024125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pt-BR" altLang="pt-BR" dirty="0">
                <a:ea typeface="ＭＳ Ｐゴシック" panose="020B0600070205080204" pitchFamily="34" charset="-128"/>
              </a:rPr>
              <a:t>No caso de países como o Brasil existe uma </a:t>
            </a:r>
            <a:r>
              <a:rPr lang="pt-BR" altLang="pt-BR">
                <a:ea typeface="ＭＳ Ｐゴシック" panose="020B0600070205080204" pitchFamily="34" charset="-128"/>
              </a:rPr>
              <a:t>quarta categoria</a:t>
            </a:r>
            <a:r>
              <a:rPr lang="pt-BR" altLang="pt-BR" dirty="0">
                <a:ea typeface="ＭＳ Ｐゴシック" panose="020B0600070205080204" pitchFamily="34" charset="-128"/>
              </a:rPr>
              <a:t>:</a:t>
            </a:r>
          </a:p>
          <a:p>
            <a:pPr eaLnBrk="1" hangingPunct="1">
              <a:buFontTx/>
              <a:buNone/>
            </a:pPr>
            <a:endParaRPr lang="pt-BR" altLang="pt-BR" dirty="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r>
              <a:rPr lang="pt-BR" altLang="pt-BR" b="1">
                <a:ea typeface="ＭＳ Ｐゴシック" panose="020B0600070205080204" pitchFamily="34" charset="-128"/>
              </a:rPr>
              <a:t>Projetos </a:t>
            </a:r>
            <a:r>
              <a:rPr lang="pt-BR" altLang="pt-BR" b="1" err="1">
                <a:ea typeface="ＭＳ Ｐゴシック" panose="020B0600070205080204" pitchFamily="34" charset="-128"/>
              </a:rPr>
              <a:t>follow-source</a:t>
            </a:r>
            <a:r>
              <a:rPr lang="pt-BR" altLang="pt-BR" b="1">
                <a:ea typeface="ＭＳ Ｐゴシック" panose="020B0600070205080204" pitchFamily="34" charset="-128"/>
              </a:rPr>
              <a:t>:</a:t>
            </a:r>
            <a:r>
              <a:rPr lang="pt-BR" altLang="pt-BR" dirty="0">
                <a:ea typeface="ＭＳ Ｐゴシック" panose="020B0600070205080204" pitchFamily="34" charset="-128"/>
              </a:rPr>
              <a:t> projetos vindos da matriz ou de clientes e que serão adequados à realidade local. (</a:t>
            </a:r>
            <a:r>
              <a:rPr lang="pt-BR" altLang="en-US" dirty="0">
                <a:ea typeface="ＭＳ Ｐゴシック" panose="020B0600070205080204" pitchFamily="34" charset="-128"/>
              </a:rPr>
              <a:t>“</a:t>
            </a:r>
            <a:r>
              <a:rPr lang="pt-BR" altLang="ja-JP" i="1" dirty="0">
                <a:ea typeface="ＭＳ Ｐゴシック" panose="020B0600070205080204" pitchFamily="34" charset="-128"/>
              </a:rPr>
              <a:t>Tropicalização de produtos"</a:t>
            </a:r>
            <a:r>
              <a:rPr lang="pt-BR" altLang="ja-JP" dirty="0">
                <a:ea typeface="ＭＳ Ｐゴシック" panose="020B0600070205080204" pitchFamily="34" charset="-128"/>
              </a:rPr>
              <a:t>)</a:t>
            </a:r>
          </a:p>
          <a:p>
            <a:pPr eaLnBrk="1" hangingPunct="1"/>
            <a:endParaRPr lang="pt-BR" altLang="pt-BR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66727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de cantos arredondados 11">
            <a:extLst>
              <a:ext uri="{FF2B5EF4-FFF2-40B4-BE49-F238E27FC236}">
                <a16:creationId xmlns:a16="http://schemas.microsoft.com/office/drawing/2014/main" id="{293BD3C1-62C2-504E-962D-DD0EC86FF3A8}"/>
              </a:ext>
            </a:extLst>
          </p:cNvPr>
          <p:cNvSpPr/>
          <p:nvPr/>
        </p:nvSpPr>
        <p:spPr bwMode="auto">
          <a:xfrm>
            <a:off x="1524001" y="4683205"/>
            <a:ext cx="204383" cy="38719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pt-BR">
              <a:latin typeface="Arial" charset="0"/>
            </a:endParaRP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07C50F74-7586-9A4D-96A6-1A89B89A6A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597026"/>
            <a:ext cx="9837738" cy="26828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pt-BR" altLang="pt-BR" sz="2800" b="1" dirty="0">
                <a:ea typeface="ＭＳ Ｐゴシック" panose="020B0600070205080204" pitchFamily="34" charset="-128"/>
              </a:rPr>
              <a:t>Projetos de Pesquisa e Desenvolvimento  avançado:</a:t>
            </a:r>
          </a:p>
          <a:p>
            <a:pPr eaLnBrk="1" hangingPunct="1">
              <a:buFontTx/>
              <a:buNone/>
            </a:pPr>
            <a:r>
              <a:rPr lang="pt-BR" altLang="pt-BR" dirty="0">
                <a:ea typeface="ＭＳ Ｐゴシック" panose="020B0600070205080204" pitchFamily="34" charset="-128"/>
              </a:rPr>
              <a:t>Não se trata de um projeto de produto, mas de uma pesquisa avançada que cria conhecimento para futuros projetos de produtos.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8C5C4CEB-9466-2E44-A36B-01091ACA89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6908" y="560310"/>
            <a:ext cx="10470855" cy="706437"/>
          </a:xfrm>
        </p:spPr>
        <p:txBody>
          <a:bodyPr/>
          <a:lstStyle/>
          <a:p>
            <a:pPr eaLnBrk="1" hangingPunct="1"/>
            <a:r>
              <a:rPr lang="pt-BR" altLang="pt-BR" sz="3600" b="1" dirty="0">
                <a:ea typeface="ＭＳ Ｐゴシック" panose="020B0600070205080204" pitchFamily="34" charset="-128"/>
              </a:rPr>
              <a:t>4. TIPOS DE PROJETOS DE DP</a:t>
            </a:r>
          </a:p>
        </p:txBody>
      </p:sp>
      <p:sp>
        <p:nvSpPr>
          <p:cNvPr id="48132" name="Retângulo 8">
            <a:extLst>
              <a:ext uri="{FF2B5EF4-FFF2-40B4-BE49-F238E27FC236}">
                <a16:creationId xmlns:a16="http://schemas.microsoft.com/office/drawing/2014/main" id="{C7B503D1-D695-9E49-AB75-910C22B0E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6575" y="4029076"/>
            <a:ext cx="4572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pt-BR" altLang="pt-BR" sz="2000" i="1">
                <a:solidFill>
                  <a:srgbClr val="0000CC"/>
                </a:solidFill>
              </a:rPr>
              <a:t>Físicos criam dispositivo capaz de armazenar a luz</a:t>
            </a:r>
          </a:p>
        </p:txBody>
      </p:sp>
      <p:pic>
        <p:nvPicPr>
          <p:cNvPr id="48133" name="Picture 4">
            <a:extLst>
              <a:ext uri="{FF2B5EF4-FFF2-40B4-BE49-F238E27FC236}">
                <a16:creationId xmlns:a16="http://schemas.microsoft.com/office/drawing/2014/main" id="{187E4B0E-0F10-E64B-9180-8499E1404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788" y="4789488"/>
            <a:ext cx="2349500" cy="91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4" name="Retângulo 10">
            <a:extLst>
              <a:ext uri="{FF2B5EF4-FFF2-40B4-BE49-F238E27FC236}">
                <a16:creationId xmlns:a16="http://schemas.microsoft.com/office/drawing/2014/main" id="{EFC9D203-181B-144C-9A66-6300F8881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997325"/>
            <a:ext cx="45720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pt-BR" altLang="pt-BR" sz="1600" i="1">
                <a:solidFill>
                  <a:srgbClr val="0000CC"/>
                </a:solidFill>
              </a:rPr>
              <a:t>Se o professor Arno e sua equipe puderem dar esse passo adicional, eles estarão criando um interface quântica entre a luz e matéria, um passo essencial para a viabilização da comunicação e da criptografia quânticas, além da realização do tão sonhado </a:t>
            </a:r>
            <a:r>
              <a:rPr lang="pt-BR" altLang="pt-BR" sz="1600" i="1">
                <a:solidFill>
                  <a:srgbClr val="FF0000"/>
                </a:solidFill>
              </a:rPr>
              <a:t>computador quântico</a:t>
            </a:r>
          </a:p>
        </p:txBody>
      </p:sp>
      <p:sp>
        <p:nvSpPr>
          <p:cNvPr id="48135" name="Retângulo 12">
            <a:extLst>
              <a:ext uri="{FF2B5EF4-FFF2-40B4-BE49-F238E27FC236}">
                <a16:creationId xmlns:a16="http://schemas.microsoft.com/office/drawing/2014/main" id="{8CA97FFE-C079-BA47-9207-BF383E82E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4" y="5756275"/>
            <a:ext cx="749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pt-BR" altLang="pt-BR" sz="1800"/>
              <a:t>Fonte: http://www.inovacaotecnologica.com.br</a:t>
            </a:r>
          </a:p>
        </p:txBody>
      </p:sp>
    </p:spTree>
    <p:extLst>
      <p:ext uri="{BB962C8B-B14F-4D97-AF65-F5344CB8AC3E}">
        <p14:creationId xmlns:p14="http://schemas.microsoft.com/office/powerpoint/2010/main" val="2836784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B40B49E-0AAE-4F83-8B0A-EB7C41036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52009DA8-640E-4004-AA63-72884752D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03" y="643464"/>
            <a:ext cx="10905195" cy="5571072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6F79ACC-9562-E249-B7D5-FEF6301B0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720" y="643464"/>
            <a:ext cx="7700280" cy="5607982"/>
          </a:xfrm>
          <a:prstGeom prst="rect">
            <a:avLst/>
          </a:prstGeom>
          <a:ln w="31750" cap="sq">
            <a:noFill/>
            <a:miter lim="800000"/>
          </a:ln>
        </p:spPr>
      </p:pic>
    </p:spTree>
    <p:extLst>
      <p:ext uri="{BB962C8B-B14F-4D97-AF65-F5344CB8AC3E}">
        <p14:creationId xmlns:p14="http://schemas.microsoft.com/office/powerpoint/2010/main" val="754646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D5F6FFE6-D62D-5741-A918-B3BD49E6D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863" y="517526"/>
            <a:ext cx="5757862" cy="5743575"/>
          </a:xfrm>
          <a:prstGeom prst="rect">
            <a:avLst/>
          </a:prstGeom>
          <a:solidFill>
            <a:srgbClr val="C0C0C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pt-BR">
              <a:solidFill>
                <a:srgbClr val="009900"/>
              </a:solidFill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B85057C-817A-7A4D-923A-155E64D0E6E7}"/>
              </a:ext>
            </a:extLst>
          </p:cNvPr>
          <p:cNvSpPr txBox="1">
            <a:spLocks noChangeArrowheads="1"/>
          </p:cNvSpPr>
          <p:nvPr/>
        </p:nvSpPr>
        <p:spPr>
          <a:xfrm>
            <a:off x="5492750" y="61121"/>
            <a:ext cx="7388225" cy="706438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60000"/>
              </a:lnSpc>
              <a:defRPr/>
            </a:pPr>
            <a:r>
              <a:rPr lang="en-US" sz="2800" b="1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Multi e </a:t>
            </a:r>
            <a:r>
              <a:rPr lang="en-US" sz="2800" b="1" kern="0" dirty="0" err="1">
                <a:solidFill>
                  <a:srgbClr val="000096"/>
                </a:solidFill>
                <a:latin typeface="+mj-lt"/>
                <a:ea typeface="+mj-ea"/>
                <a:cs typeface="+mj-cs"/>
              </a:rPr>
              <a:t>Transdisciplinaridade</a:t>
            </a:r>
            <a:r>
              <a:rPr lang="en-US" sz="2800" b="1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 no PDP</a:t>
            </a:r>
            <a:endParaRPr lang="pt-BR" sz="2800" b="1" kern="0" dirty="0">
              <a:solidFill>
                <a:srgbClr val="00009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3251" name="Text Box 4">
            <a:extLst>
              <a:ext uri="{FF2B5EF4-FFF2-40B4-BE49-F238E27FC236}">
                <a16:creationId xmlns:a16="http://schemas.microsoft.com/office/drawing/2014/main" id="{F6C52C87-3667-2B47-A6C3-EFEDBCC80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8664" y="6370638"/>
            <a:ext cx="5699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pt-BR">
                <a:solidFill>
                  <a:srgbClr val="000000"/>
                </a:solidFill>
              </a:rPr>
              <a:t>Complexidade do Conteúdo Tecnológico</a:t>
            </a:r>
            <a:endParaRPr lang="pt-BR" altLang="pt-BR">
              <a:solidFill>
                <a:srgbClr val="000000"/>
              </a:solidFill>
            </a:endParaRPr>
          </a:p>
        </p:txBody>
      </p:sp>
      <p:sp>
        <p:nvSpPr>
          <p:cNvPr id="53252" name="Text Box 5">
            <a:extLst>
              <a:ext uri="{FF2B5EF4-FFF2-40B4-BE49-F238E27FC236}">
                <a16:creationId xmlns:a16="http://schemas.microsoft.com/office/drawing/2014/main" id="{07FBCD32-C392-9F42-B0E6-B4E223EB0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8913" y="6523038"/>
            <a:ext cx="36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pt-BR">
                <a:solidFill>
                  <a:srgbClr val="000000"/>
                </a:solidFill>
              </a:rPr>
              <a:t>+</a:t>
            </a:r>
            <a:endParaRPr lang="pt-BR" altLang="pt-BR">
              <a:solidFill>
                <a:srgbClr val="000000"/>
              </a:solidFill>
            </a:endParaRPr>
          </a:p>
        </p:txBody>
      </p:sp>
      <p:sp>
        <p:nvSpPr>
          <p:cNvPr id="53253" name="Text Box 6">
            <a:extLst>
              <a:ext uri="{FF2B5EF4-FFF2-40B4-BE49-F238E27FC236}">
                <a16:creationId xmlns:a16="http://schemas.microsoft.com/office/drawing/2014/main" id="{B09F35D1-D6E3-C148-8A37-7DA04F363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6263" y="6523038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pt-BR">
                <a:solidFill>
                  <a:srgbClr val="000000"/>
                </a:solidFill>
              </a:rPr>
              <a:t>-</a:t>
            </a:r>
            <a:endParaRPr lang="pt-BR" altLang="pt-BR">
              <a:solidFill>
                <a:srgbClr val="000000"/>
              </a:solidFill>
            </a:endParaRPr>
          </a:p>
        </p:txBody>
      </p:sp>
      <p:grpSp>
        <p:nvGrpSpPr>
          <p:cNvPr id="53254" name="Group 7">
            <a:extLst>
              <a:ext uri="{FF2B5EF4-FFF2-40B4-BE49-F238E27FC236}">
                <a16:creationId xmlns:a16="http://schemas.microsoft.com/office/drawing/2014/main" id="{824642F6-A361-2849-84FE-3AF434D00055}"/>
              </a:ext>
            </a:extLst>
          </p:cNvPr>
          <p:cNvGrpSpPr>
            <a:grpSpLocks/>
          </p:cNvGrpSpPr>
          <p:nvPr/>
        </p:nvGrpSpPr>
        <p:grpSpPr bwMode="auto">
          <a:xfrm>
            <a:off x="3771903" y="503238"/>
            <a:ext cx="830263" cy="5637212"/>
            <a:chOff x="1437" y="288"/>
            <a:chExt cx="523" cy="3551"/>
          </a:xfrm>
        </p:grpSpPr>
        <p:grpSp>
          <p:nvGrpSpPr>
            <p:cNvPr id="53275" name="Group 8">
              <a:extLst>
                <a:ext uri="{FF2B5EF4-FFF2-40B4-BE49-F238E27FC236}">
                  <a16:creationId xmlns:a16="http://schemas.microsoft.com/office/drawing/2014/main" id="{DC592B67-B7D1-D740-8A03-33679B4F04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25" y="288"/>
              <a:ext cx="193" cy="3551"/>
              <a:chOff x="910" y="335"/>
              <a:chExt cx="193" cy="3648"/>
            </a:xfrm>
          </p:grpSpPr>
          <p:sp>
            <p:nvSpPr>
              <p:cNvPr id="53277" name="Line 9">
                <a:extLst>
                  <a:ext uri="{FF2B5EF4-FFF2-40B4-BE49-F238E27FC236}">
                    <a16:creationId xmlns:a16="http://schemas.microsoft.com/office/drawing/2014/main" id="{B239FD22-960F-1D49-9987-5AC23A2F3D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-817" y="2159"/>
                <a:ext cx="3648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3278" name="Line 10">
                <a:extLst>
                  <a:ext uri="{FF2B5EF4-FFF2-40B4-BE49-F238E27FC236}">
                    <a16:creationId xmlns:a16="http://schemas.microsoft.com/office/drawing/2014/main" id="{6A9EB9B5-420B-2C47-86F0-51C909785D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>
                <a:off x="1007" y="3887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3279" name="Line 11">
                <a:extLst>
                  <a:ext uri="{FF2B5EF4-FFF2-40B4-BE49-F238E27FC236}">
                    <a16:creationId xmlns:a16="http://schemas.microsoft.com/office/drawing/2014/main" id="{FB269E15-3D17-5E4A-968C-DE275FDC9E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>
                <a:off x="1006" y="24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53276" name="Text Box 12">
              <a:extLst>
                <a:ext uri="{FF2B5EF4-FFF2-40B4-BE49-F238E27FC236}">
                  <a16:creationId xmlns:a16="http://schemas.microsoft.com/office/drawing/2014/main" id="{41B0C29E-18A8-F645-AA49-AAFC542061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44" y="1757"/>
              <a:ext cx="2310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pt-BR"/>
                <a:t>Complexidade da Interface c/ o Cliente</a:t>
              </a:r>
              <a:endParaRPr lang="pt-BR" altLang="pt-BR"/>
            </a:p>
          </p:txBody>
        </p:sp>
      </p:grpSp>
      <p:sp>
        <p:nvSpPr>
          <p:cNvPr id="53255" name="Text Box 13">
            <a:extLst>
              <a:ext uri="{FF2B5EF4-FFF2-40B4-BE49-F238E27FC236}">
                <a16:creationId xmlns:a16="http://schemas.microsoft.com/office/drawing/2014/main" id="{930DD8F3-340D-CE4A-8A6D-32A9B3CDA409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H="1">
            <a:off x="3550445" y="348458"/>
            <a:ext cx="4222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pt-BR" sz="3200">
                <a:solidFill>
                  <a:srgbClr val="000000"/>
                </a:solidFill>
              </a:rPr>
              <a:t>+</a:t>
            </a:r>
            <a:endParaRPr lang="pt-BR" altLang="pt-BR" sz="3200">
              <a:solidFill>
                <a:srgbClr val="000000"/>
              </a:solidFill>
            </a:endParaRPr>
          </a:p>
        </p:txBody>
      </p:sp>
      <p:sp>
        <p:nvSpPr>
          <p:cNvPr id="53256" name="Text Box 14">
            <a:extLst>
              <a:ext uri="{FF2B5EF4-FFF2-40B4-BE49-F238E27FC236}">
                <a16:creationId xmlns:a16="http://schemas.microsoft.com/office/drawing/2014/main" id="{0EDC2F16-3B6C-BA47-BF12-FBACC5B5B04C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635375" y="5532438"/>
            <a:ext cx="3698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pt-BR" sz="4400">
                <a:solidFill>
                  <a:srgbClr val="000000"/>
                </a:solidFill>
              </a:rPr>
              <a:t>-</a:t>
            </a:r>
            <a:endParaRPr lang="pt-BR" altLang="pt-BR" sz="4400">
              <a:solidFill>
                <a:srgbClr val="000000"/>
              </a:solidFill>
            </a:endParaRPr>
          </a:p>
        </p:txBody>
      </p:sp>
      <p:grpSp>
        <p:nvGrpSpPr>
          <p:cNvPr id="53257" name="Group 15">
            <a:extLst>
              <a:ext uri="{FF2B5EF4-FFF2-40B4-BE49-F238E27FC236}">
                <a16:creationId xmlns:a16="http://schemas.microsoft.com/office/drawing/2014/main" id="{CA7E1225-6108-6049-AAA8-C312243DE0FE}"/>
              </a:ext>
            </a:extLst>
          </p:cNvPr>
          <p:cNvGrpSpPr>
            <a:grpSpLocks/>
          </p:cNvGrpSpPr>
          <p:nvPr/>
        </p:nvGrpSpPr>
        <p:grpSpPr bwMode="auto">
          <a:xfrm>
            <a:off x="4614863" y="6294438"/>
            <a:ext cx="5791200" cy="304800"/>
            <a:chOff x="1968" y="3936"/>
            <a:chExt cx="3648" cy="192"/>
          </a:xfrm>
        </p:grpSpPr>
        <p:sp>
          <p:nvSpPr>
            <p:cNvPr id="53272" name="Line 16">
              <a:extLst>
                <a:ext uri="{FF2B5EF4-FFF2-40B4-BE49-F238E27FC236}">
                  <a16:creationId xmlns:a16="http://schemas.microsoft.com/office/drawing/2014/main" id="{4E289DBA-EF83-FA47-8C25-A544255C32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4032"/>
              <a:ext cx="36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273" name="Line 17">
              <a:extLst>
                <a:ext uri="{FF2B5EF4-FFF2-40B4-BE49-F238E27FC236}">
                  <a16:creationId xmlns:a16="http://schemas.microsoft.com/office/drawing/2014/main" id="{AB83B10B-A1A2-C142-8623-66BA974820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3936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3274" name="Line 18">
              <a:extLst>
                <a:ext uri="{FF2B5EF4-FFF2-40B4-BE49-F238E27FC236}">
                  <a16:creationId xmlns:a16="http://schemas.microsoft.com/office/drawing/2014/main" id="{2F3C5416-86F6-EF43-BB1D-01C4A76DC4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6" y="3936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53258" name="AutoShape 19">
            <a:extLst>
              <a:ext uri="{FF2B5EF4-FFF2-40B4-BE49-F238E27FC236}">
                <a16:creationId xmlns:a16="http://schemas.microsoft.com/office/drawing/2014/main" id="{CED13AD7-2698-8347-BA1B-1E74144E5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679450"/>
            <a:ext cx="1905000" cy="1804988"/>
          </a:xfrm>
          <a:prstGeom prst="wedgeRectCallout">
            <a:avLst>
              <a:gd name="adj1" fmla="val 61083"/>
              <a:gd name="adj2" fmla="val -50704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lnSpc>
                <a:spcPct val="70000"/>
              </a:lnSpc>
            </a:pPr>
            <a:r>
              <a:rPr lang="en-US" altLang="pt-BR">
                <a:solidFill>
                  <a:srgbClr val="000000"/>
                </a:solidFill>
              </a:rPr>
              <a:t>Produtos cujo parâmetro é qualitativo</a:t>
            </a:r>
            <a:endParaRPr lang="pt-BR" altLang="pt-BR">
              <a:solidFill>
                <a:srgbClr val="000000"/>
              </a:solidFill>
            </a:endParaRPr>
          </a:p>
        </p:txBody>
      </p:sp>
      <p:sp>
        <p:nvSpPr>
          <p:cNvPr id="53259" name="AutoShape 20">
            <a:extLst>
              <a:ext uri="{FF2B5EF4-FFF2-40B4-BE49-F238E27FC236}">
                <a16:creationId xmlns:a16="http://schemas.microsoft.com/office/drawing/2014/main" id="{51FFD964-907C-864E-AD7B-D9BF3C15B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151" y="3398838"/>
            <a:ext cx="1890713" cy="3505200"/>
          </a:xfrm>
          <a:prstGeom prst="wedgeRectCallout">
            <a:avLst>
              <a:gd name="adj1" fmla="val 59574"/>
              <a:gd name="adj2" fmla="val 24319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lnSpc>
                <a:spcPct val="70000"/>
              </a:lnSpc>
            </a:pPr>
            <a:r>
              <a:rPr lang="en-US" altLang="pt-BR">
                <a:solidFill>
                  <a:srgbClr val="000000"/>
                </a:solidFill>
              </a:rPr>
              <a:t>Produtos cujo cliente sabe o que quer e os parâmetros são objetivos e bem definidos.Ex. Compra Técnica</a:t>
            </a:r>
            <a:endParaRPr lang="pt-BR" altLang="pt-BR">
              <a:solidFill>
                <a:srgbClr val="000000"/>
              </a:solidFill>
            </a:endParaRPr>
          </a:p>
        </p:txBody>
      </p:sp>
      <p:pic>
        <p:nvPicPr>
          <p:cNvPr id="53260" name="Picture 21" descr="Luminária2_fa">
            <a:extLst>
              <a:ext uri="{FF2B5EF4-FFF2-40B4-BE49-F238E27FC236}">
                <a16:creationId xmlns:a16="http://schemas.microsoft.com/office/drawing/2014/main" id="{0C097DE7-A150-BB45-B8DE-10D852A60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689" y="3548063"/>
            <a:ext cx="65563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61" name="Picture 22" descr="cadeira">
            <a:extLst>
              <a:ext uri="{FF2B5EF4-FFF2-40B4-BE49-F238E27FC236}">
                <a16:creationId xmlns:a16="http://schemas.microsoft.com/office/drawing/2014/main" id="{871B3B06-0822-C243-95A6-539B3A9AA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8550" y="2670175"/>
            <a:ext cx="990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62" name="Picture 23" descr="Geladeira_fa">
            <a:extLst>
              <a:ext uri="{FF2B5EF4-FFF2-40B4-BE49-F238E27FC236}">
                <a16:creationId xmlns:a16="http://schemas.microsoft.com/office/drawing/2014/main" id="{5EF036EF-CDC4-7641-8A26-DF552C981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663" y="1646238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63" name="Picture 24" descr="Lavadora_Fa">
            <a:extLst>
              <a:ext uri="{FF2B5EF4-FFF2-40B4-BE49-F238E27FC236}">
                <a16:creationId xmlns:a16="http://schemas.microsoft.com/office/drawing/2014/main" id="{655F7813-043C-E840-A96B-FC5D6335D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4" y="2322514"/>
            <a:ext cx="107632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64" name="Picture 25" descr="200px-Surveyor_1_launch">
            <a:extLst>
              <a:ext uri="{FF2B5EF4-FFF2-40B4-BE49-F238E27FC236}">
                <a16:creationId xmlns:a16="http://schemas.microsoft.com/office/drawing/2014/main" id="{A1275D75-6300-4245-93B9-44BB70558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6863" y="1112838"/>
            <a:ext cx="109696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65" name="Line 26">
            <a:extLst>
              <a:ext uri="{FF2B5EF4-FFF2-40B4-BE49-F238E27FC236}">
                <a16:creationId xmlns:a16="http://schemas.microsoft.com/office/drawing/2014/main" id="{8C9ED126-0D8D-D547-82F5-7DA8100221C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662363" y="3360738"/>
            <a:ext cx="5715000" cy="0"/>
          </a:xfrm>
          <a:prstGeom prst="line">
            <a:avLst/>
          </a:prstGeom>
          <a:noFill/>
          <a:ln w="28575">
            <a:solidFill>
              <a:srgbClr val="0099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53266" name="Picture 27" descr="carro_fa">
            <a:extLst>
              <a:ext uri="{FF2B5EF4-FFF2-40B4-BE49-F238E27FC236}">
                <a16:creationId xmlns:a16="http://schemas.microsoft.com/office/drawing/2014/main" id="{92DC9730-5FF6-0947-928C-83ACF43F6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4263" y="560388"/>
            <a:ext cx="16002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67" name="Line 28">
            <a:extLst>
              <a:ext uri="{FF2B5EF4-FFF2-40B4-BE49-F238E27FC236}">
                <a16:creationId xmlns:a16="http://schemas.microsoft.com/office/drawing/2014/main" id="{8C540FD9-6032-2242-AD3F-BE393460A91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4863" y="4541838"/>
            <a:ext cx="5791200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9" name="AutoShape 29">
            <a:extLst>
              <a:ext uri="{FF2B5EF4-FFF2-40B4-BE49-F238E27FC236}">
                <a16:creationId xmlns:a16="http://schemas.microsoft.com/office/drawing/2014/main" id="{679E40B2-9662-9E44-B306-313C4A286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655638"/>
            <a:ext cx="1828800" cy="757130"/>
          </a:xfrm>
          <a:prstGeom prst="wedgeRectCallout">
            <a:avLst>
              <a:gd name="adj1" fmla="val 50259"/>
              <a:gd name="adj2" fmla="val 115468"/>
            </a:avLst>
          </a:prstGeom>
          <a:solidFill>
            <a:srgbClr val="FFFFCC"/>
          </a:solidFill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80000"/>
              </a:lnSpc>
            </a:pPr>
            <a:r>
              <a:rPr lang="en-US" altLang="pt-BR" sz="1800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Mínimo de Complexidade Tecnológica</a:t>
            </a:r>
            <a:endParaRPr lang="pt-BR" altLang="pt-BR" sz="1800">
              <a:solidFill>
                <a:srgbClr val="00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0" name="AutoShape 30">
            <a:extLst>
              <a:ext uri="{FF2B5EF4-FFF2-40B4-BE49-F238E27FC236}">
                <a16:creationId xmlns:a16="http://schemas.microsoft.com/office/drawing/2014/main" id="{FC935C15-C0DA-AE4D-899E-8680491F7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0763" y="5176838"/>
            <a:ext cx="1752600" cy="757130"/>
          </a:xfrm>
          <a:prstGeom prst="wedgeRectCallout">
            <a:avLst>
              <a:gd name="adj1" fmla="val -43657"/>
              <a:gd name="adj2" fmla="val -134324"/>
            </a:avLst>
          </a:prstGeom>
          <a:solidFill>
            <a:srgbClr val="FFFFCC"/>
          </a:solidFill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80000"/>
              </a:lnSpc>
            </a:pPr>
            <a:r>
              <a:rPr lang="en-US" altLang="pt-BR" sz="1800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Mínimo de Complexidade da Interface</a:t>
            </a:r>
            <a:endParaRPr lang="pt-BR" altLang="pt-BR" sz="1800">
              <a:solidFill>
                <a:srgbClr val="00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53270" name="Picture 31">
            <a:extLst>
              <a:ext uri="{FF2B5EF4-FFF2-40B4-BE49-F238E27FC236}">
                <a16:creationId xmlns:a16="http://schemas.microsoft.com/office/drawing/2014/main" id="{5B483139-BFDE-EB43-BFCE-03C0496F4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5864" y="5075239"/>
            <a:ext cx="1495425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71" name="Picture 32" descr="Aço">
            <a:extLst>
              <a:ext uri="{FF2B5EF4-FFF2-40B4-BE49-F238E27FC236}">
                <a16:creationId xmlns:a16="http://schemas.microsoft.com/office/drawing/2014/main" id="{97AAAB52-5981-B14D-A134-E7A475685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663" y="4622800"/>
            <a:ext cx="990600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6938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5381494" y="187504"/>
            <a:ext cx="11521280" cy="576064"/>
          </a:xfrm>
        </p:spPr>
        <p:txBody>
          <a:bodyPr>
            <a:normAutofit/>
          </a:bodyPr>
          <a:lstStyle/>
          <a:p>
            <a:r>
              <a:rPr lang="pt-BR" b="1" dirty="0"/>
              <a:t>Classificação de projetos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9645" t="16294" r="22791" b="61144"/>
          <a:stretch/>
        </p:blipFill>
        <p:spPr bwMode="auto">
          <a:xfrm>
            <a:off x="329827" y="475536"/>
            <a:ext cx="11532347" cy="5929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50416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54817" y="-9306"/>
            <a:ext cx="12048661" cy="57606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pt-BR" sz="2667" b="1" dirty="0">
                <a:solidFill>
                  <a:srgbClr val="002060"/>
                </a:solidFill>
              </a:rPr>
              <a:t>Critérios mais usados para classificação de projetos de produto e serviço</a:t>
            </a:r>
          </a:p>
        </p:txBody>
      </p:sp>
      <p:sp>
        <p:nvSpPr>
          <p:cNvPr id="7" name="Retângulo 6"/>
          <p:cNvSpPr/>
          <p:nvPr/>
        </p:nvSpPr>
        <p:spPr>
          <a:xfrm>
            <a:off x="4943872" y="2391081"/>
            <a:ext cx="7104789" cy="17303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latin typeface="Lato" pitchFamily="34" charset="0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4943872" y="555941"/>
            <a:ext cx="7104789" cy="17209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latin typeface="Lato" pitchFamily="34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4943872" y="4197085"/>
            <a:ext cx="7104789" cy="20162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latin typeface="Lato" pitchFamily="34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288032" y="539552"/>
            <a:ext cx="4559829" cy="56737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latin typeface="Lato" pitchFamily="34" charset="0"/>
            </a:endParaRPr>
          </a:p>
        </p:txBody>
      </p:sp>
      <p:sp>
        <p:nvSpPr>
          <p:cNvPr id="11" name="Espaço Reservado para Número de Slide 2"/>
          <p:cNvSpPr txBox="1">
            <a:spLocks/>
          </p:cNvSpPr>
          <p:nvPr/>
        </p:nvSpPr>
        <p:spPr>
          <a:xfrm>
            <a:off x="5724781" y="6316568"/>
            <a:ext cx="589856" cy="486833"/>
          </a:xfrm>
          <a:prstGeom prst="rect">
            <a:avLst/>
          </a:prstGeom>
        </p:spPr>
        <p:txBody>
          <a:bodyPr/>
          <a:lstStyle/>
          <a:p>
            <a:pPr defTabSz="609585">
              <a:defRPr/>
            </a:pPr>
            <a:fld id="{2119D8CF-8DEC-4D9F-84EE-ADF04DFF3391}" type="slidenum">
              <a:rPr lang="pt-BR" sz="2400">
                <a:latin typeface="Lato" pitchFamily="34" charset="0"/>
              </a:rPr>
              <a:pPr defTabSz="609585">
                <a:defRPr/>
              </a:pPr>
              <a:t>21</a:t>
            </a:fld>
            <a:endParaRPr lang="pt-BR" sz="2400" dirty="0">
              <a:latin typeface="Lato" pitchFamily="34" charset="0"/>
            </a:endParaRPr>
          </a:p>
        </p:txBody>
      </p:sp>
      <p:grpSp>
        <p:nvGrpSpPr>
          <p:cNvPr id="12" name="Group 30"/>
          <p:cNvGrpSpPr>
            <a:grpSpLocks/>
          </p:cNvGrpSpPr>
          <p:nvPr/>
        </p:nvGrpSpPr>
        <p:grpSpPr bwMode="auto">
          <a:xfrm>
            <a:off x="390293" y="445112"/>
            <a:ext cx="3976161" cy="3554503"/>
            <a:chOff x="1650" y="1175"/>
            <a:chExt cx="2084" cy="1863"/>
          </a:xfrm>
        </p:grpSpPr>
        <p:grpSp>
          <p:nvGrpSpPr>
            <p:cNvPr id="13" name="Group 6"/>
            <p:cNvGrpSpPr>
              <a:grpSpLocks/>
            </p:cNvGrpSpPr>
            <p:nvPr/>
          </p:nvGrpSpPr>
          <p:grpSpPr bwMode="auto">
            <a:xfrm>
              <a:off x="2087" y="1473"/>
              <a:ext cx="1254" cy="1155"/>
              <a:chOff x="366" y="1613"/>
              <a:chExt cx="783" cy="844"/>
            </a:xfrm>
          </p:grpSpPr>
          <p:sp>
            <p:nvSpPr>
              <p:cNvPr id="18" name="Rectangle 7"/>
              <p:cNvSpPr>
                <a:spLocks noChangeArrowheads="1"/>
              </p:cNvSpPr>
              <p:nvPr/>
            </p:nvSpPr>
            <p:spPr bwMode="auto">
              <a:xfrm>
                <a:off x="366" y="1613"/>
                <a:ext cx="63" cy="141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6000" tIns="0" rIns="96000" bIns="0" anchor="ctr">
                <a:spAutoFit/>
              </a:bodyPr>
              <a:lstStyle/>
              <a:p>
                <a:endParaRPr lang="pt-BR" sz="2400"/>
              </a:p>
            </p:txBody>
          </p:sp>
          <p:sp>
            <p:nvSpPr>
              <p:cNvPr id="19" name="Rectangle 8"/>
              <p:cNvSpPr>
                <a:spLocks noChangeArrowheads="1"/>
              </p:cNvSpPr>
              <p:nvPr/>
            </p:nvSpPr>
            <p:spPr bwMode="auto">
              <a:xfrm>
                <a:off x="606" y="1613"/>
                <a:ext cx="63" cy="141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6000" tIns="0" rIns="96000" bIns="0" anchor="ctr">
                <a:spAutoFit/>
              </a:bodyPr>
              <a:lstStyle/>
              <a:p>
                <a:endParaRPr lang="pt-BR" sz="2400"/>
              </a:p>
            </p:txBody>
          </p:sp>
          <p:sp>
            <p:nvSpPr>
              <p:cNvPr id="20" name="Rectangle 9"/>
              <p:cNvSpPr>
                <a:spLocks noChangeArrowheads="1"/>
              </p:cNvSpPr>
              <p:nvPr/>
            </p:nvSpPr>
            <p:spPr bwMode="auto">
              <a:xfrm>
                <a:off x="846" y="1613"/>
                <a:ext cx="63" cy="141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6000" tIns="0" rIns="96000" bIns="0" anchor="ctr">
                <a:spAutoFit/>
              </a:bodyPr>
              <a:lstStyle/>
              <a:p>
                <a:endParaRPr lang="pt-BR" sz="2400"/>
              </a:p>
            </p:txBody>
          </p:sp>
          <p:sp>
            <p:nvSpPr>
              <p:cNvPr id="21" name="Rectangle 10"/>
              <p:cNvSpPr>
                <a:spLocks noChangeArrowheads="1"/>
              </p:cNvSpPr>
              <p:nvPr/>
            </p:nvSpPr>
            <p:spPr bwMode="auto">
              <a:xfrm>
                <a:off x="1086" y="1613"/>
                <a:ext cx="63" cy="141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6000" tIns="0" rIns="96000" bIns="0" anchor="ctr">
                <a:spAutoFit/>
              </a:bodyPr>
              <a:lstStyle/>
              <a:p>
                <a:endParaRPr lang="pt-BR" sz="2400"/>
              </a:p>
            </p:txBody>
          </p:sp>
          <p:sp>
            <p:nvSpPr>
              <p:cNvPr id="22" name="Rectangle 11"/>
              <p:cNvSpPr>
                <a:spLocks noChangeArrowheads="1"/>
              </p:cNvSpPr>
              <p:nvPr/>
            </p:nvSpPr>
            <p:spPr bwMode="auto">
              <a:xfrm>
                <a:off x="366" y="1848"/>
                <a:ext cx="63" cy="141"/>
              </a:xfrm>
              <a:prstGeom prst="rect">
                <a:avLst/>
              </a:prstGeom>
              <a:solidFill>
                <a:srgbClr val="00B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6000" tIns="0" rIns="96000" bIns="0" anchor="ctr">
                <a:spAutoFit/>
              </a:bodyPr>
              <a:lstStyle/>
              <a:p>
                <a:endParaRPr lang="pt-BR" sz="2400"/>
              </a:p>
            </p:txBody>
          </p:sp>
          <p:sp>
            <p:nvSpPr>
              <p:cNvPr id="23" name="Rectangle 12"/>
              <p:cNvSpPr>
                <a:spLocks noChangeArrowheads="1"/>
              </p:cNvSpPr>
              <p:nvPr/>
            </p:nvSpPr>
            <p:spPr bwMode="auto">
              <a:xfrm>
                <a:off x="606" y="1848"/>
                <a:ext cx="63" cy="141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6000" tIns="0" rIns="96000" bIns="0" anchor="ctr">
                <a:spAutoFit/>
              </a:bodyPr>
              <a:lstStyle/>
              <a:p>
                <a:endParaRPr lang="pt-BR" sz="2400"/>
              </a:p>
            </p:txBody>
          </p:sp>
          <p:sp>
            <p:nvSpPr>
              <p:cNvPr id="24" name="Rectangle 13"/>
              <p:cNvSpPr>
                <a:spLocks noChangeArrowheads="1"/>
              </p:cNvSpPr>
              <p:nvPr/>
            </p:nvSpPr>
            <p:spPr bwMode="auto">
              <a:xfrm>
                <a:off x="846" y="1848"/>
                <a:ext cx="63" cy="141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6000" tIns="0" rIns="96000" bIns="0" anchor="ctr">
                <a:spAutoFit/>
              </a:bodyPr>
              <a:lstStyle/>
              <a:p>
                <a:endParaRPr lang="pt-BR" sz="2400"/>
              </a:p>
            </p:txBody>
          </p:sp>
          <p:sp>
            <p:nvSpPr>
              <p:cNvPr id="25" name="Rectangle 14"/>
              <p:cNvSpPr>
                <a:spLocks noChangeArrowheads="1"/>
              </p:cNvSpPr>
              <p:nvPr/>
            </p:nvSpPr>
            <p:spPr bwMode="auto">
              <a:xfrm>
                <a:off x="1086" y="1848"/>
                <a:ext cx="63" cy="141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6000" tIns="0" rIns="96000" bIns="0" anchor="ctr">
                <a:spAutoFit/>
              </a:bodyPr>
              <a:lstStyle/>
              <a:p>
                <a:endParaRPr lang="pt-BR" sz="2400"/>
              </a:p>
            </p:txBody>
          </p:sp>
          <p:sp>
            <p:nvSpPr>
              <p:cNvPr id="26" name="Rectangle 15"/>
              <p:cNvSpPr>
                <a:spLocks noChangeArrowheads="1"/>
              </p:cNvSpPr>
              <p:nvPr/>
            </p:nvSpPr>
            <p:spPr bwMode="auto">
              <a:xfrm>
                <a:off x="366" y="2080"/>
                <a:ext cx="63" cy="141"/>
              </a:xfrm>
              <a:prstGeom prst="rect">
                <a:avLst/>
              </a:prstGeom>
              <a:solidFill>
                <a:srgbClr val="00B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6000" tIns="0" rIns="96000" bIns="0" anchor="ctr">
                <a:spAutoFit/>
              </a:bodyPr>
              <a:lstStyle/>
              <a:p>
                <a:endParaRPr lang="pt-BR" sz="2400"/>
              </a:p>
            </p:txBody>
          </p:sp>
          <p:sp>
            <p:nvSpPr>
              <p:cNvPr id="27" name="Rectangle 16"/>
              <p:cNvSpPr>
                <a:spLocks noChangeArrowheads="1"/>
              </p:cNvSpPr>
              <p:nvPr/>
            </p:nvSpPr>
            <p:spPr bwMode="auto">
              <a:xfrm>
                <a:off x="606" y="2080"/>
                <a:ext cx="63" cy="141"/>
              </a:xfrm>
              <a:prstGeom prst="rect">
                <a:avLst/>
              </a:prstGeom>
              <a:solidFill>
                <a:srgbClr val="00B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6000" tIns="0" rIns="96000" bIns="0" anchor="ctr">
                <a:spAutoFit/>
              </a:bodyPr>
              <a:lstStyle/>
              <a:p>
                <a:endParaRPr lang="pt-BR" sz="2400"/>
              </a:p>
            </p:txBody>
          </p:sp>
          <p:sp>
            <p:nvSpPr>
              <p:cNvPr id="28" name="Rectangle 17"/>
              <p:cNvSpPr>
                <a:spLocks noChangeArrowheads="1"/>
              </p:cNvSpPr>
              <p:nvPr/>
            </p:nvSpPr>
            <p:spPr bwMode="auto">
              <a:xfrm>
                <a:off x="846" y="2080"/>
                <a:ext cx="63" cy="141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6000" tIns="0" rIns="96000" bIns="0" anchor="ctr">
                <a:spAutoFit/>
              </a:bodyPr>
              <a:lstStyle/>
              <a:p>
                <a:endParaRPr lang="pt-BR" sz="2400"/>
              </a:p>
            </p:txBody>
          </p:sp>
          <p:sp>
            <p:nvSpPr>
              <p:cNvPr id="29" name="Rectangle 18"/>
              <p:cNvSpPr>
                <a:spLocks noChangeArrowheads="1"/>
              </p:cNvSpPr>
              <p:nvPr/>
            </p:nvSpPr>
            <p:spPr bwMode="auto">
              <a:xfrm>
                <a:off x="1086" y="2080"/>
                <a:ext cx="63" cy="141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6000" tIns="0" rIns="96000" bIns="0" anchor="ctr">
                <a:spAutoFit/>
              </a:bodyPr>
              <a:lstStyle/>
              <a:p>
                <a:endParaRPr lang="pt-BR" sz="2400"/>
              </a:p>
            </p:txBody>
          </p:sp>
          <p:sp>
            <p:nvSpPr>
              <p:cNvPr id="30" name="Rectangle 19"/>
              <p:cNvSpPr>
                <a:spLocks noChangeArrowheads="1"/>
              </p:cNvSpPr>
              <p:nvPr/>
            </p:nvSpPr>
            <p:spPr bwMode="auto">
              <a:xfrm>
                <a:off x="366" y="2316"/>
                <a:ext cx="63" cy="141"/>
              </a:xfrm>
              <a:prstGeom prst="rect">
                <a:avLst/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6000" tIns="0" rIns="96000" bIns="0" anchor="ctr">
                <a:spAutoFit/>
              </a:bodyPr>
              <a:lstStyle/>
              <a:p>
                <a:endParaRPr lang="pt-BR" sz="2400"/>
              </a:p>
            </p:txBody>
          </p:sp>
          <p:sp>
            <p:nvSpPr>
              <p:cNvPr id="31" name="Rectangle 20"/>
              <p:cNvSpPr>
                <a:spLocks noChangeArrowheads="1"/>
              </p:cNvSpPr>
              <p:nvPr/>
            </p:nvSpPr>
            <p:spPr bwMode="auto">
              <a:xfrm>
                <a:off x="606" y="2316"/>
                <a:ext cx="63" cy="141"/>
              </a:xfrm>
              <a:prstGeom prst="rect">
                <a:avLst/>
              </a:prstGeom>
              <a:solidFill>
                <a:srgbClr val="00B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6000" tIns="0" rIns="96000" bIns="0" anchor="ctr">
                <a:spAutoFit/>
              </a:bodyPr>
              <a:lstStyle/>
              <a:p>
                <a:endParaRPr lang="pt-BR" sz="2400"/>
              </a:p>
            </p:txBody>
          </p:sp>
          <p:sp>
            <p:nvSpPr>
              <p:cNvPr id="32" name="Rectangle 21"/>
              <p:cNvSpPr>
                <a:spLocks noChangeArrowheads="1"/>
              </p:cNvSpPr>
              <p:nvPr/>
            </p:nvSpPr>
            <p:spPr bwMode="auto">
              <a:xfrm>
                <a:off x="846" y="2316"/>
                <a:ext cx="63" cy="141"/>
              </a:xfrm>
              <a:prstGeom prst="rect">
                <a:avLst/>
              </a:prstGeom>
              <a:solidFill>
                <a:srgbClr val="00B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6000" tIns="0" rIns="96000" bIns="0" anchor="ctr">
                <a:spAutoFit/>
              </a:bodyPr>
              <a:lstStyle/>
              <a:p>
                <a:endParaRPr lang="pt-BR" sz="2400"/>
              </a:p>
            </p:txBody>
          </p:sp>
          <p:sp>
            <p:nvSpPr>
              <p:cNvPr id="33" name="Rectangle 22"/>
              <p:cNvSpPr>
                <a:spLocks noChangeArrowheads="1"/>
              </p:cNvSpPr>
              <p:nvPr/>
            </p:nvSpPr>
            <p:spPr bwMode="auto">
              <a:xfrm>
                <a:off x="1086" y="2316"/>
                <a:ext cx="63" cy="141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6000" tIns="0" rIns="96000" bIns="0" anchor="ctr">
                <a:spAutoFit/>
              </a:bodyPr>
              <a:lstStyle/>
              <a:p>
                <a:endParaRPr lang="pt-BR" sz="2400"/>
              </a:p>
            </p:txBody>
          </p:sp>
        </p:grpSp>
        <p:sp>
          <p:nvSpPr>
            <p:cNvPr id="14" name="Line 23"/>
            <p:cNvSpPr>
              <a:spLocks noChangeShapeType="1"/>
            </p:cNvSpPr>
            <p:nvPr/>
          </p:nvSpPr>
          <p:spPr bwMode="auto">
            <a:xfrm>
              <a:off x="1967" y="1416"/>
              <a:ext cx="0" cy="12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lIns="96000" tIns="0" rIns="96000" bIns="0" anchor="ctr">
              <a:spAutoFit/>
            </a:bodyPr>
            <a:lstStyle/>
            <a:p>
              <a:endParaRPr lang="pt-BR" sz="2400"/>
            </a:p>
          </p:txBody>
        </p:sp>
        <p:sp>
          <p:nvSpPr>
            <p:cNvPr id="15" name="Line 24"/>
            <p:cNvSpPr>
              <a:spLocks noChangeShapeType="1"/>
            </p:cNvSpPr>
            <p:nvPr/>
          </p:nvSpPr>
          <p:spPr bwMode="auto">
            <a:xfrm>
              <a:off x="2081" y="2803"/>
              <a:ext cx="16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6000" tIns="0" rIns="96000" bIns="0" anchor="ctr">
              <a:spAutoFit/>
            </a:bodyPr>
            <a:lstStyle/>
            <a:p>
              <a:endParaRPr lang="pt-BR" sz="2400"/>
            </a:p>
          </p:txBody>
        </p:sp>
        <p:sp>
          <p:nvSpPr>
            <p:cNvPr id="16" name="Text Box 25"/>
            <p:cNvSpPr txBox="1">
              <a:spLocks noChangeArrowheads="1"/>
            </p:cNvSpPr>
            <p:nvPr/>
          </p:nvSpPr>
          <p:spPr bwMode="auto">
            <a:xfrm rot="16200000">
              <a:off x="826" y="1999"/>
              <a:ext cx="1863" cy="21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96000" tIns="0" rIns="96000" bIns="0">
              <a:spAutoFit/>
            </a:bodyPr>
            <a:lstStyle/>
            <a:p>
              <a:r>
                <a:rPr lang="pt-BR" sz="2667" b="1" dirty="0">
                  <a:solidFill>
                    <a:srgbClr val="C00000"/>
                  </a:solidFill>
                  <a:latin typeface="Lato" pitchFamily="34" charset="0"/>
                </a:rPr>
                <a:t>novidade</a:t>
              </a:r>
              <a:r>
                <a:rPr lang="pt-BR" sz="2667" b="1" dirty="0">
                  <a:solidFill>
                    <a:srgbClr val="595959"/>
                  </a:solidFill>
                  <a:latin typeface="Lato" pitchFamily="34" charset="0"/>
                </a:rPr>
                <a:t> / inovação </a:t>
              </a:r>
            </a:p>
          </p:txBody>
        </p:sp>
        <p:sp>
          <p:nvSpPr>
            <p:cNvPr id="17" name="Text Box 26"/>
            <p:cNvSpPr txBox="1">
              <a:spLocks noChangeArrowheads="1"/>
            </p:cNvSpPr>
            <p:nvPr/>
          </p:nvSpPr>
          <p:spPr bwMode="auto">
            <a:xfrm>
              <a:off x="2254" y="2822"/>
              <a:ext cx="1297" cy="21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96000" tIns="0" rIns="96000" bIns="0">
              <a:spAutoFit/>
            </a:bodyPr>
            <a:lstStyle/>
            <a:p>
              <a:r>
                <a:rPr lang="pt-BR" sz="2667" b="1" dirty="0">
                  <a:solidFill>
                    <a:srgbClr val="C00000"/>
                  </a:solidFill>
                  <a:latin typeface="Lato" pitchFamily="34" charset="0"/>
                </a:rPr>
                <a:t>complexidade</a:t>
              </a:r>
            </a:p>
          </p:txBody>
        </p:sp>
      </p:grpSp>
      <p:sp>
        <p:nvSpPr>
          <p:cNvPr id="34" name="Retângulo 33"/>
          <p:cNvSpPr/>
          <p:nvPr/>
        </p:nvSpPr>
        <p:spPr>
          <a:xfrm>
            <a:off x="5085717" y="2519387"/>
            <a:ext cx="6815208" cy="461665"/>
          </a:xfrm>
          <a:prstGeom prst="rect">
            <a:avLst/>
          </a:prstGeom>
          <a:solidFill>
            <a:schemeClr val="bg1"/>
          </a:solidFill>
          <a:ln>
            <a:solidFill>
              <a:srgbClr val="FF3300"/>
            </a:solidFill>
          </a:ln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itchFamily="34" charset="0"/>
              </a:rPr>
              <a:t>Estratégia de produção em relação ao mercado</a:t>
            </a:r>
          </a:p>
        </p:txBody>
      </p:sp>
      <p:sp>
        <p:nvSpPr>
          <p:cNvPr id="35" name="Retângulo 34"/>
          <p:cNvSpPr/>
          <p:nvPr/>
        </p:nvSpPr>
        <p:spPr>
          <a:xfrm>
            <a:off x="623392" y="4101075"/>
            <a:ext cx="432463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189" lvl="1" indent="-457189">
              <a:lnSpc>
                <a:spcPts val="2400"/>
              </a:lnSpc>
              <a:buClr>
                <a:srgbClr val="FF3300"/>
              </a:buClr>
              <a:buFont typeface="Wingdings" pitchFamily="2" charset="2"/>
              <a:buChar char="§"/>
            </a:pPr>
            <a:r>
              <a:rPr lang="pt-BR" sz="2667" dirty="0">
                <a:solidFill>
                  <a:srgbClr val="595959"/>
                </a:solidFill>
                <a:latin typeface="Lato" pitchFamily="34" charset="0"/>
              </a:rPr>
              <a:t>estrutura (BOM – SSC)</a:t>
            </a:r>
          </a:p>
          <a:p>
            <a:pPr marL="457189" lvl="1" indent="-457189">
              <a:lnSpc>
                <a:spcPts val="2400"/>
              </a:lnSpc>
              <a:buClr>
                <a:srgbClr val="FF3300"/>
              </a:buClr>
              <a:buFont typeface="Wingdings" pitchFamily="2" charset="2"/>
              <a:buChar char="§"/>
            </a:pPr>
            <a:r>
              <a:rPr lang="pt-BR" sz="2667" dirty="0">
                <a:solidFill>
                  <a:srgbClr val="595959"/>
                </a:solidFill>
                <a:latin typeface="Lato" pitchFamily="34" charset="0"/>
              </a:rPr>
              <a:t>interface</a:t>
            </a:r>
          </a:p>
          <a:p>
            <a:pPr marL="457189" lvl="1" indent="-457189">
              <a:lnSpc>
                <a:spcPts val="2400"/>
              </a:lnSpc>
              <a:buClr>
                <a:srgbClr val="FF3300"/>
              </a:buClr>
              <a:buFont typeface="Wingdings" pitchFamily="2" charset="2"/>
              <a:buChar char="§"/>
            </a:pPr>
            <a:r>
              <a:rPr lang="pt-BR" sz="2667" dirty="0">
                <a:solidFill>
                  <a:srgbClr val="595959"/>
                </a:solidFill>
                <a:latin typeface="Lato" pitchFamily="34" charset="0"/>
              </a:rPr>
              <a:t>tecnologia</a:t>
            </a:r>
          </a:p>
          <a:p>
            <a:pPr marL="457189" lvl="1" indent="-457189">
              <a:lnSpc>
                <a:spcPts val="2400"/>
              </a:lnSpc>
              <a:buClr>
                <a:srgbClr val="FF3300"/>
              </a:buClr>
              <a:buFont typeface="Wingdings" pitchFamily="2" charset="2"/>
              <a:buChar char="§"/>
            </a:pPr>
            <a:r>
              <a:rPr lang="pt-BR" sz="2667" dirty="0">
                <a:solidFill>
                  <a:srgbClr val="595959"/>
                </a:solidFill>
                <a:latin typeface="Lato" pitchFamily="34" charset="0"/>
              </a:rPr>
              <a:t>mercado</a:t>
            </a:r>
          </a:p>
          <a:p>
            <a:pPr marL="457189" lvl="1" indent="-457189">
              <a:lnSpc>
                <a:spcPts val="2400"/>
              </a:lnSpc>
              <a:buClr>
                <a:srgbClr val="FF3300"/>
              </a:buClr>
              <a:buFont typeface="Wingdings" pitchFamily="2" charset="2"/>
              <a:buChar char="§"/>
            </a:pPr>
            <a:r>
              <a:rPr lang="pt-BR" sz="2667" dirty="0">
                <a:solidFill>
                  <a:srgbClr val="595959"/>
                </a:solidFill>
                <a:latin typeface="Lato" pitchFamily="34" charset="0"/>
              </a:rPr>
              <a:t>cadeia de valor</a:t>
            </a:r>
          </a:p>
          <a:p>
            <a:pPr marL="457189" lvl="1" indent="-457189">
              <a:lnSpc>
                <a:spcPts val="2400"/>
              </a:lnSpc>
              <a:buClr>
                <a:srgbClr val="FF3300"/>
              </a:buClr>
              <a:buFont typeface="Wingdings" pitchFamily="2" charset="2"/>
              <a:buChar char="§"/>
            </a:pPr>
            <a:r>
              <a:rPr lang="pt-BR" sz="2667" dirty="0">
                <a:solidFill>
                  <a:srgbClr val="595959"/>
                </a:solidFill>
                <a:latin typeface="Lato" pitchFamily="34" charset="0"/>
              </a:rPr>
              <a:t>ciclo de vida</a:t>
            </a:r>
          </a:p>
        </p:txBody>
      </p:sp>
      <p:sp>
        <p:nvSpPr>
          <p:cNvPr id="37" name="Retângulo 36"/>
          <p:cNvSpPr/>
          <p:nvPr/>
        </p:nvSpPr>
        <p:spPr>
          <a:xfrm>
            <a:off x="2543605" y="6309320"/>
            <a:ext cx="2645276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pt-BR" sz="2133" dirty="0">
                <a:solidFill>
                  <a:srgbClr val="595959"/>
                </a:solidFill>
                <a:latin typeface="Lato" pitchFamily="34" charset="0"/>
              </a:rPr>
              <a:t>BOM: </a:t>
            </a:r>
            <a:r>
              <a:rPr lang="pt-BR" sz="2133" dirty="0" err="1">
                <a:solidFill>
                  <a:srgbClr val="595959"/>
                </a:solidFill>
                <a:latin typeface="Lato" pitchFamily="34" charset="0"/>
              </a:rPr>
              <a:t>bill</a:t>
            </a:r>
            <a:r>
              <a:rPr lang="pt-BR" sz="2133" dirty="0">
                <a:solidFill>
                  <a:srgbClr val="595959"/>
                </a:solidFill>
                <a:latin typeface="Lato" pitchFamily="34" charset="0"/>
              </a:rPr>
              <a:t> </a:t>
            </a:r>
            <a:r>
              <a:rPr lang="pt-BR" sz="2133" dirty="0" err="1">
                <a:solidFill>
                  <a:srgbClr val="595959"/>
                </a:solidFill>
                <a:latin typeface="Lato" pitchFamily="34" charset="0"/>
              </a:rPr>
              <a:t>of</a:t>
            </a:r>
            <a:r>
              <a:rPr lang="pt-BR" sz="2133" dirty="0">
                <a:solidFill>
                  <a:srgbClr val="595959"/>
                </a:solidFill>
                <a:latin typeface="Lato" pitchFamily="34" charset="0"/>
              </a:rPr>
              <a:t> material</a:t>
            </a:r>
          </a:p>
        </p:txBody>
      </p:sp>
      <p:sp>
        <p:nvSpPr>
          <p:cNvPr id="38" name="Retângulo 37"/>
          <p:cNvSpPr/>
          <p:nvPr/>
        </p:nvSpPr>
        <p:spPr>
          <a:xfrm>
            <a:off x="5085717" y="632302"/>
            <a:ext cx="6962944" cy="461665"/>
          </a:xfrm>
          <a:prstGeom prst="rect">
            <a:avLst/>
          </a:prstGeom>
          <a:solidFill>
            <a:schemeClr val="bg1"/>
          </a:solidFill>
          <a:ln>
            <a:solidFill>
              <a:srgbClr val="FF3300"/>
            </a:solidFill>
          </a:ln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itchFamily="34" charset="0"/>
              </a:rPr>
              <a:t>Nível de padronização da arquitetura do produto</a:t>
            </a:r>
          </a:p>
        </p:txBody>
      </p:sp>
      <p:sp>
        <p:nvSpPr>
          <p:cNvPr id="39" name="Retângulo 38"/>
          <p:cNvSpPr/>
          <p:nvPr/>
        </p:nvSpPr>
        <p:spPr>
          <a:xfrm>
            <a:off x="7440149" y="4406045"/>
            <a:ext cx="4608512" cy="830997"/>
          </a:xfrm>
          <a:prstGeom prst="rect">
            <a:avLst/>
          </a:prstGeom>
          <a:solidFill>
            <a:schemeClr val="bg1"/>
          </a:solidFill>
          <a:ln>
            <a:solidFill>
              <a:srgbClr val="FF3300"/>
            </a:solidFill>
          </a:ln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itchFamily="34" charset="0"/>
              </a:rPr>
              <a:t>Nível de oferecimento de serviços associados ao produto</a:t>
            </a:r>
          </a:p>
        </p:txBody>
      </p:sp>
      <p:sp>
        <p:nvSpPr>
          <p:cNvPr id="40" name="Text Box 80"/>
          <p:cNvSpPr txBox="1">
            <a:spLocks noChangeArrowheads="1"/>
          </p:cNvSpPr>
          <p:nvPr/>
        </p:nvSpPr>
        <p:spPr bwMode="auto">
          <a:xfrm>
            <a:off x="5274670" y="3152165"/>
            <a:ext cx="2931765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Lato" pitchFamily="34" charset="0"/>
              </a:rPr>
              <a:t>MTS: </a:t>
            </a:r>
            <a:r>
              <a:rPr lang="pt-BR" sz="2400" dirty="0" err="1">
                <a:solidFill>
                  <a:schemeClr val="bg1"/>
                </a:solidFill>
                <a:latin typeface="Lato" pitchFamily="34" charset="0"/>
              </a:rPr>
              <a:t>make</a:t>
            </a:r>
            <a:r>
              <a:rPr lang="pt-BR" sz="2400" dirty="0">
                <a:solidFill>
                  <a:schemeClr val="bg1"/>
                </a:solidFill>
                <a:latin typeface="Lato" pitchFamily="34" charset="0"/>
              </a:rPr>
              <a:t> </a:t>
            </a:r>
            <a:r>
              <a:rPr lang="pt-BR" sz="2400" dirty="0" err="1">
                <a:solidFill>
                  <a:schemeClr val="bg1"/>
                </a:solidFill>
                <a:latin typeface="Lato" pitchFamily="34" charset="0"/>
              </a:rPr>
              <a:t>to</a:t>
            </a:r>
            <a:r>
              <a:rPr lang="pt-BR" sz="2400" dirty="0">
                <a:solidFill>
                  <a:schemeClr val="bg1"/>
                </a:solidFill>
                <a:latin typeface="Lato" pitchFamily="34" charset="0"/>
              </a:rPr>
              <a:t> stock</a:t>
            </a:r>
          </a:p>
          <a:p>
            <a:r>
              <a:rPr lang="pt-BR" sz="2400" dirty="0">
                <a:solidFill>
                  <a:schemeClr val="bg1"/>
                </a:solidFill>
                <a:latin typeface="Lato" pitchFamily="34" charset="0"/>
              </a:rPr>
              <a:t>MTO: </a:t>
            </a:r>
            <a:r>
              <a:rPr lang="pt-BR" sz="2400" dirty="0" err="1">
                <a:solidFill>
                  <a:schemeClr val="bg1"/>
                </a:solidFill>
                <a:latin typeface="Lato" pitchFamily="34" charset="0"/>
              </a:rPr>
              <a:t>make</a:t>
            </a:r>
            <a:r>
              <a:rPr lang="pt-BR" sz="2400" dirty="0">
                <a:solidFill>
                  <a:schemeClr val="bg1"/>
                </a:solidFill>
                <a:latin typeface="Lato" pitchFamily="34" charset="0"/>
              </a:rPr>
              <a:t> </a:t>
            </a:r>
            <a:r>
              <a:rPr lang="pt-BR" sz="2400" dirty="0" err="1">
                <a:solidFill>
                  <a:schemeClr val="bg1"/>
                </a:solidFill>
                <a:latin typeface="Lato" pitchFamily="34" charset="0"/>
              </a:rPr>
              <a:t>to</a:t>
            </a:r>
            <a:r>
              <a:rPr lang="pt-BR" sz="2400" dirty="0">
                <a:solidFill>
                  <a:schemeClr val="bg1"/>
                </a:solidFill>
                <a:latin typeface="Lato" pitchFamily="34" charset="0"/>
              </a:rPr>
              <a:t> </a:t>
            </a:r>
            <a:r>
              <a:rPr lang="pt-BR" sz="2400" dirty="0" err="1">
                <a:solidFill>
                  <a:schemeClr val="bg1"/>
                </a:solidFill>
                <a:latin typeface="Lato" pitchFamily="34" charset="0"/>
              </a:rPr>
              <a:t>order</a:t>
            </a:r>
            <a:endParaRPr lang="pt-BR" sz="2400" dirty="0">
              <a:solidFill>
                <a:schemeClr val="bg1"/>
              </a:solidFill>
              <a:latin typeface="Lato" pitchFamily="34" charset="0"/>
            </a:endParaRPr>
          </a:p>
        </p:txBody>
      </p:sp>
      <p:sp>
        <p:nvSpPr>
          <p:cNvPr id="41" name="Text Box 80"/>
          <p:cNvSpPr txBox="1">
            <a:spLocks noChangeArrowheads="1"/>
          </p:cNvSpPr>
          <p:nvPr/>
        </p:nvSpPr>
        <p:spPr bwMode="auto">
          <a:xfrm>
            <a:off x="5539909" y="1124745"/>
            <a:ext cx="129875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400" dirty="0">
                <a:latin typeface="Lato" pitchFamily="34" charset="0"/>
              </a:rPr>
              <a:t>modular</a:t>
            </a:r>
          </a:p>
        </p:txBody>
      </p:sp>
      <p:sp>
        <p:nvSpPr>
          <p:cNvPr id="42" name="Text Box 80"/>
          <p:cNvSpPr txBox="1">
            <a:spLocks noChangeArrowheads="1"/>
          </p:cNvSpPr>
          <p:nvPr/>
        </p:nvSpPr>
        <p:spPr bwMode="auto">
          <a:xfrm>
            <a:off x="7192063" y="1124745"/>
            <a:ext cx="164019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400" dirty="0">
                <a:latin typeface="Lato" pitchFamily="34" charset="0"/>
              </a:rPr>
              <a:t>plataforma</a:t>
            </a:r>
          </a:p>
        </p:txBody>
      </p:sp>
      <p:sp>
        <p:nvSpPr>
          <p:cNvPr id="43" name="Text Box 80"/>
          <p:cNvSpPr txBox="1">
            <a:spLocks noChangeArrowheads="1"/>
          </p:cNvSpPr>
          <p:nvPr/>
        </p:nvSpPr>
        <p:spPr bwMode="auto">
          <a:xfrm>
            <a:off x="9501913" y="1124745"/>
            <a:ext cx="119616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400" dirty="0">
                <a:latin typeface="Lato" pitchFamily="34" charset="0"/>
              </a:rPr>
              <a:t>integral</a:t>
            </a:r>
          </a:p>
        </p:txBody>
      </p:sp>
      <p:sp>
        <p:nvSpPr>
          <p:cNvPr id="44" name="Text Box 80"/>
          <p:cNvSpPr txBox="1">
            <a:spLocks noChangeArrowheads="1"/>
          </p:cNvSpPr>
          <p:nvPr/>
        </p:nvSpPr>
        <p:spPr bwMode="auto">
          <a:xfrm>
            <a:off x="7077487" y="1717252"/>
            <a:ext cx="105830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400" dirty="0">
                <a:latin typeface="Lato" pitchFamily="34" charset="0"/>
              </a:rPr>
              <a:t>aberta</a:t>
            </a:r>
          </a:p>
        </p:txBody>
      </p:sp>
      <p:sp>
        <p:nvSpPr>
          <p:cNvPr id="45" name="Text Box 80"/>
          <p:cNvSpPr txBox="1">
            <a:spLocks noChangeArrowheads="1"/>
          </p:cNvSpPr>
          <p:nvPr/>
        </p:nvSpPr>
        <p:spPr bwMode="auto">
          <a:xfrm>
            <a:off x="8640281" y="1712478"/>
            <a:ext cx="128112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400" dirty="0">
                <a:latin typeface="Lato" pitchFamily="34" charset="0"/>
              </a:rPr>
              <a:t>fechada</a:t>
            </a:r>
          </a:p>
        </p:txBody>
      </p:sp>
      <p:cxnSp>
        <p:nvCxnSpPr>
          <p:cNvPr id="46" name="Conector reto 45"/>
          <p:cNvCxnSpPr/>
          <p:nvPr/>
        </p:nvCxnSpPr>
        <p:spPr>
          <a:xfrm>
            <a:off x="4943872" y="1579780"/>
            <a:ext cx="7104789" cy="6384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 Box 80"/>
          <p:cNvSpPr txBox="1">
            <a:spLocks noChangeArrowheads="1"/>
          </p:cNvSpPr>
          <p:nvPr/>
        </p:nvSpPr>
        <p:spPr bwMode="auto">
          <a:xfrm>
            <a:off x="8095947" y="3152166"/>
            <a:ext cx="3739678" cy="830997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Lato" pitchFamily="34" charset="0"/>
              </a:rPr>
              <a:t>ATO: </a:t>
            </a:r>
            <a:r>
              <a:rPr lang="pt-BR" sz="2400" dirty="0" err="1">
                <a:solidFill>
                  <a:schemeClr val="bg1"/>
                </a:solidFill>
                <a:latin typeface="Lato" pitchFamily="34" charset="0"/>
              </a:rPr>
              <a:t>assembly</a:t>
            </a:r>
            <a:r>
              <a:rPr lang="pt-BR" sz="2400" dirty="0">
                <a:solidFill>
                  <a:schemeClr val="bg1"/>
                </a:solidFill>
                <a:latin typeface="Lato" pitchFamily="34" charset="0"/>
              </a:rPr>
              <a:t> </a:t>
            </a:r>
            <a:r>
              <a:rPr lang="pt-BR" sz="2400" dirty="0" err="1">
                <a:solidFill>
                  <a:schemeClr val="bg1"/>
                </a:solidFill>
                <a:latin typeface="Lato" pitchFamily="34" charset="0"/>
              </a:rPr>
              <a:t>to</a:t>
            </a:r>
            <a:r>
              <a:rPr lang="pt-BR" sz="2400" dirty="0">
                <a:solidFill>
                  <a:schemeClr val="bg1"/>
                </a:solidFill>
                <a:latin typeface="Lato" pitchFamily="34" charset="0"/>
              </a:rPr>
              <a:t> </a:t>
            </a:r>
            <a:r>
              <a:rPr lang="pt-BR" sz="2400" dirty="0" err="1">
                <a:solidFill>
                  <a:schemeClr val="bg1"/>
                </a:solidFill>
                <a:latin typeface="Lato" pitchFamily="34" charset="0"/>
              </a:rPr>
              <a:t>order</a:t>
            </a:r>
            <a:endParaRPr lang="pt-BR" sz="2400" dirty="0">
              <a:solidFill>
                <a:schemeClr val="bg1"/>
              </a:solidFill>
              <a:latin typeface="Lato" pitchFamily="34" charset="0"/>
            </a:endParaRPr>
          </a:p>
          <a:p>
            <a:r>
              <a:rPr lang="pt-BR" sz="2400" dirty="0">
                <a:solidFill>
                  <a:schemeClr val="bg1"/>
                </a:solidFill>
                <a:latin typeface="Lato" pitchFamily="34" charset="0"/>
              </a:rPr>
              <a:t>ETO: </a:t>
            </a:r>
            <a:r>
              <a:rPr lang="pt-BR" sz="2400" dirty="0" err="1">
                <a:solidFill>
                  <a:schemeClr val="bg1"/>
                </a:solidFill>
                <a:latin typeface="Lato" pitchFamily="34" charset="0"/>
              </a:rPr>
              <a:t>engineering</a:t>
            </a:r>
            <a:r>
              <a:rPr lang="pt-BR" sz="2400" dirty="0">
                <a:solidFill>
                  <a:schemeClr val="bg1"/>
                </a:solidFill>
                <a:latin typeface="Lato" pitchFamily="34" charset="0"/>
              </a:rPr>
              <a:t> </a:t>
            </a:r>
            <a:r>
              <a:rPr lang="pt-BR" sz="2400" dirty="0" err="1">
                <a:solidFill>
                  <a:schemeClr val="bg1"/>
                </a:solidFill>
                <a:latin typeface="Lato" pitchFamily="34" charset="0"/>
              </a:rPr>
              <a:t>to</a:t>
            </a:r>
            <a:r>
              <a:rPr lang="pt-BR" sz="2400" dirty="0">
                <a:solidFill>
                  <a:schemeClr val="bg1"/>
                </a:solidFill>
                <a:latin typeface="Lato" pitchFamily="34" charset="0"/>
              </a:rPr>
              <a:t> </a:t>
            </a:r>
            <a:r>
              <a:rPr lang="pt-BR" sz="2400" dirty="0" err="1">
                <a:solidFill>
                  <a:schemeClr val="bg1"/>
                </a:solidFill>
                <a:latin typeface="Lato" pitchFamily="34" charset="0"/>
              </a:rPr>
              <a:t>order</a:t>
            </a:r>
            <a:endParaRPr lang="pt-BR" sz="2400" dirty="0">
              <a:solidFill>
                <a:schemeClr val="bg1"/>
              </a:solidFill>
              <a:latin typeface="Lato" pitchFamily="34" charset="0"/>
            </a:endParaRPr>
          </a:p>
        </p:txBody>
      </p:sp>
      <p:sp>
        <p:nvSpPr>
          <p:cNvPr id="48" name="Text Box 80"/>
          <p:cNvSpPr txBox="1">
            <a:spLocks noChangeArrowheads="1"/>
          </p:cNvSpPr>
          <p:nvPr/>
        </p:nvSpPr>
        <p:spPr bwMode="auto">
          <a:xfrm>
            <a:off x="4943872" y="4590710"/>
            <a:ext cx="2480166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itchFamily="34" charset="0"/>
              </a:rPr>
              <a:t>orientado ao uso</a:t>
            </a:r>
          </a:p>
        </p:txBody>
      </p:sp>
      <p:sp>
        <p:nvSpPr>
          <p:cNvPr id="49" name="Text Box 80"/>
          <p:cNvSpPr txBox="1">
            <a:spLocks noChangeArrowheads="1"/>
          </p:cNvSpPr>
          <p:nvPr/>
        </p:nvSpPr>
        <p:spPr bwMode="auto">
          <a:xfrm>
            <a:off x="6146822" y="5216809"/>
            <a:ext cx="2959465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itchFamily="34" charset="0"/>
              </a:rPr>
              <a:t>orientado ao serviço</a:t>
            </a:r>
          </a:p>
        </p:txBody>
      </p:sp>
      <p:sp>
        <p:nvSpPr>
          <p:cNvPr id="50" name="Text Box 80"/>
          <p:cNvSpPr txBox="1">
            <a:spLocks noChangeArrowheads="1"/>
          </p:cNvSpPr>
          <p:nvPr/>
        </p:nvSpPr>
        <p:spPr bwMode="auto">
          <a:xfrm>
            <a:off x="7700799" y="5541236"/>
            <a:ext cx="408958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itchFamily="34" charset="0"/>
              </a:rPr>
              <a:t>orientado para os resultados</a:t>
            </a:r>
          </a:p>
        </p:txBody>
      </p:sp>
      <p:sp>
        <p:nvSpPr>
          <p:cNvPr id="51" name="Retângulo 50"/>
          <p:cNvSpPr/>
          <p:nvPr/>
        </p:nvSpPr>
        <p:spPr>
          <a:xfrm>
            <a:off x="6569980" y="6295812"/>
            <a:ext cx="5588389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pt-BR" sz="2133" dirty="0">
                <a:solidFill>
                  <a:srgbClr val="595959"/>
                </a:solidFill>
                <a:latin typeface="Lato" pitchFamily="34" charset="0"/>
              </a:rPr>
              <a:t>SSC: sistemas, subsistemas e componentes</a:t>
            </a:r>
          </a:p>
        </p:txBody>
      </p:sp>
    </p:spTree>
    <p:extLst>
      <p:ext uri="{BB962C8B-B14F-4D97-AF65-F5344CB8AC3E}">
        <p14:creationId xmlns:p14="http://schemas.microsoft.com/office/powerpoint/2010/main" val="1242815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ítulo 8"/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Gestão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do 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processo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desenvolvimento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produtos</a:t>
            </a:r>
            <a:endParaRPr lang="en-US" sz="4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626630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val 3"/>
          <p:cNvSpPr>
            <a:spLocks noChangeArrowheads="1"/>
          </p:cNvSpPr>
          <p:nvPr/>
        </p:nvSpPr>
        <p:spPr bwMode="auto">
          <a:xfrm>
            <a:off x="2675467" y="794809"/>
            <a:ext cx="2808288" cy="803275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pt-BR" altLang="pt-BR" sz="1600" b="1" u="sng"/>
              <a:t>Desenvolvimento Seqüencial</a:t>
            </a:r>
          </a:p>
        </p:txBody>
      </p:sp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6671205" y="3892022"/>
            <a:ext cx="144462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400"/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4870980" y="2595034"/>
            <a:ext cx="2808287" cy="1368425"/>
            <a:chOff x="1383" y="1752"/>
            <a:chExt cx="1769" cy="862"/>
          </a:xfrm>
        </p:grpSpPr>
        <p:sp>
          <p:nvSpPr>
            <p:cNvPr id="35" name="AutoShape 6"/>
            <p:cNvSpPr>
              <a:spLocks noChangeArrowheads="1"/>
            </p:cNvSpPr>
            <p:nvPr/>
          </p:nvSpPr>
          <p:spPr bwMode="auto">
            <a:xfrm>
              <a:off x="1383" y="1752"/>
              <a:ext cx="1769" cy="862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36" name="Text Box 7"/>
            <p:cNvSpPr txBox="1">
              <a:spLocks noChangeArrowheads="1"/>
            </p:cNvSpPr>
            <p:nvPr/>
          </p:nvSpPr>
          <p:spPr bwMode="auto">
            <a:xfrm>
              <a:off x="1429" y="1752"/>
              <a:ext cx="1567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b="1" u="sng">
                  <a:solidFill>
                    <a:srgbClr val="FF0000"/>
                  </a:solidFill>
                </a:rPr>
                <a:t>Engenharia Simultânea</a:t>
              </a:r>
              <a:r>
                <a:rPr lang="pt-BR" altLang="pt-BR" sz="1600">
                  <a:solidFill>
                    <a:srgbClr val="FF0000"/>
                  </a:solidFill>
                </a:rPr>
                <a:t> </a:t>
              </a:r>
            </a:p>
          </p:txBody>
        </p:sp>
        <p:sp>
          <p:nvSpPr>
            <p:cNvPr id="37" name="Text Box 8"/>
            <p:cNvSpPr txBox="1">
              <a:spLocks noChangeArrowheads="1"/>
            </p:cNvSpPr>
            <p:nvPr/>
          </p:nvSpPr>
          <p:spPr bwMode="auto">
            <a:xfrm>
              <a:off x="1519" y="1933"/>
              <a:ext cx="1168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rgbClr val="FF0000"/>
                  </a:solidFill>
                </a:rPr>
                <a:t>Paralelismo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rgbClr val="FF0000"/>
                  </a:solidFill>
                </a:rPr>
                <a:t>Equipe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rgbClr val="FF0000"/>
                  </a:solidFill>
                </a:rPr>
                <a:t>DFMA, QFD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rgbClr val="FF0000"/>
                  </a:solidFill>
                </a:rPr>
                <a:t>Cliente-fornecedor</a:t>
              </a:r>
            </a:p>
          </p:txBody>
        </p:sp>
      </p:grpSp>
      <p:grpSp>
        <p:nvGrpSpPr>
          <p:cNvPr id="38" name="Group 9"/>
          <p:cNvGrpSpPr>
            <a:grpSpLocks/>
          </p:cNvGrpSpPr>
          <p:nvPr/>
        </p:nvGrpSpPr>
        <p:grpSpPr bwMode="auto">
          <a:xfrm>
            <a:off x="4726517" y="2234672"/>
            <a:ext cx="6192838" cy="2736850"/>
            <a:chOff x="1292" y="1525"/>
            <a:chExt cx="3901" cy="1724"/>
          </a:xfrm>
        </p:grpSpPr>
        <p:sp>
          <p:nvSpPr>
            <p:cNvPr id="39" name="Rectangle 10"/>
            <p:cNvSpPr>
              <a:spLocks noChangeArrowheads="1"/>
            </p:cNvSpPr>
            <p:nvPr/>
          </p:nvSpPr>
          <p:spPr bwMode="auto">
            <a:xfrm>
              <a:off x="1292" y="1525"/>
              <a:ext cx="3901" cy="17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40" name="Rectangle 11"/>
            <p:cNvSpPr>
              <a:spLocks noChangeArrowheads="1"/>
            </p:cNvSpPr>
            <p:nvPr/>
          </p:nvSpPr>
          <p:spPr bwMode="auto">
            <a:xfrm>
              <a:off x="2336" y="1553"/>
              <a:ext cx="17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pt-BR" altLang="pt-BR" sz="1600" b="1" u="sng"/>
                <a:t>Desenvolvimento Integrado</a:t>
              </a:r>
            </a:p>
          </p:txBody>
        </p:sp>
        <p:sp>
          <p:nvSpPr>
            <p:cNvPr id="41" name="Rectangle 12"/>
            <p:cNvSpPr>
              <a:spLocks noChangeArrowheads="1"/>
            </p:cNvSpPr>
            <p:nvPr/>
          </p:nvSpPr>
          <p:spPr bwMode="auto">
            <a:xfrm>
              <a:off x="2925" y="1933"/>
              <a:ext cx="1905" cy="1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lvl="1"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/>
                <a:t>P&amp;D + PDP na estratégia </a:t>
              </a:r>
            </a:p>
            <a:p>
              <a:pPr lvl="1"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/>
                <a:t>Portfólio (funil de projetos)</a:t>
              </a:r>
            </a:p>
            <a:p>
              <a:pPr lvl="1"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b="1"/>
                <a:t>Gestão de projetos</a:t>
              </a:r>
            </a:p>
            <a:p>
              <a:pPr lvl="1"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/>
                <a:t>Maior comunicação</a:t>
              </a:r>
            </a:p>
            <a:p>
              <a:pPr lvl="1"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/>
                <a:t>Controle de recursos</a:t>
              </a:r>
            </a:p>
            <a:p>
              <a:pPr lvl="1"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/>
                <a:t>Profissionais generalistas</a:t>
              </a:r>
            </a:p>
            <a:p>
              <a:pPr lvl="1"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/>
                <a:t>Visão ampla – processo</a:t>
              </a:r>
            </a:p>
          </p:txBody>
        </p:sp>
      </p:grpSp>
      <p:grpSp>
        <p:nvGrpSpPr>
          <p:cNvPr id="42" name="Group 13"/>
          <p:cNvGrpSpPr>
            <a:grpSpLocks/>
          </p:cNvGrpSpPr>
          <p:nvPr/>
        </p:nvGrpSpPr>
        <p:grpSpPr bwMode="auto">
          <a:xfrm>
            <a:off x="4655080" y="3963459"/>
            <a:ext cx="2143125" cy="941388"/>
            <a:chOff x="1247" y="2840"/>
            <a:chExt cx="1350" cy="593"/>
          </a:xfrm>
        </p:grpSpPr>
        <p:sp>
          <p:nvSpPr>
            <p:cNvPr id="43" name="Rectangle 14"/>
            <p:cNvSpPr>
              <a:spLocks noChangeArrowheads="1"/>
            </p:cNvSpPr>
            <p:nvPr/>
          </p:nvSpPr>
          <p:spPr bwMode="auto">
            <a:xfrm>
              <a:off x="1501" y="2840"/>
              <a:ext cx="84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pt-BR" altLang="pt-BR" sz="1600" b="1" u="sng"/>
                <a:t>Stage-gates</a:t>
              </a:r>
            </a:p>
          </p:txBody>
        </p:sp>
        <p:sp>
          <p:nvSpPr>
            <p:cNvPr id="44" name="Rectangle 15"/>
            <p:cNvSpPr>
              <a:spLocks noChangeArrowheads="1"/>
            </p:cNvSpPr>
            <p:nvPr/>
          </p:nvSpPr>
          <p:spPr bwMode="auto">
            <a:xfrm>
              <a:off x="1247" y="3067"/>
              <a:ext cx="135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179388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lvl="1"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/>
                <a:t>Fases formais </a:t>
              </a:r>
            </a:p>
            <a:p>
              <a:pPr lvl="1"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/>
                <a:t>Revisão de fases</a:t>
              </a:r>
            </a:p>
          </p:txBody>
        </p:sp>
      </p:grpSp>
      <p:sp>
        <p:nvSpPr>
          <p:cNvPr id="45" name="Rectangle 16"/>
          <p:cNvSpPr>
            <a:spLocks noChangeArrowheads="1"/>
          </p:cNvSpPr>
          <p:nvPr/>
        </p:nvSpPr>
        <p:spPr bwMode="auto">
          <a:xfrm>
            <a:off x="5879042" y="721784"/>
            <a:ext cx="3960813" cy="3556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Engenharia e análise de valores</a:t>
            </a:r>
          </a:p>
        </p:txBody>
      </p:sp>
      <p:grpSp>
        <p:nvGrpSpPr>
          <p:cNvPr id="46" name="Group 17"/>
          <p:cNvGrpSpPr>
            <a:grpSpLocks/>
          </p:cNvGrpSpPr>
          <p:nvPr/>
        </p:nvGrpSpPr>
        <p:grpSpPr bwMode="auto">
          <a:xfrm>
            <a:off x="2675467" y="2090209"/>
            <a:ext cx="8820150" cy="3097213"/>
            <a:chOff x="0" y="1434"/>
            <a:chExt cx="5556" cy="1951"/>
          </a:xfrm>
        </p:grpSpPr>
        <p:sp>
          <p:nvSpPr>
            <p:cNvPr id="47" name="AutoShape 18"/>
            <p:cNvSpPr>
              <a:spLocks noChangeArrowheads="1"/>
            </p:cNvSpPr>
            <p:nvPr/>
          </p:nvSpPr>
          <p:spPr bwMode="auto">
            <a:xfrm>
              <a:off x="113" y="1434"/>
              <a:ext cx="5443" cy="1951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48" name="Rectangle 19"/>
            <p:cNvSpPr>
              <a:spLocks noChangeArrowheads="1"/>
            </p:cNvSpPr>
            <p:nvPr/>
          </p:nvSpPr>
          <p:spPr bwMode="auto">
            <a:xfrm>
              <a:off x="249" y="1616"/>
              <a:ext cx="8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pt-BR" altLang="pt-BR" sz="1600" b="1" u="sng">
                  <a:solidFill>
                    <a:srgbClr val="009900"/>
                  </a:solidFill>
                </a:rPr>
                <a:t>Lean Design</a:t>
              </a:r>
            </a:p>
          </p:txBody>
        </p:sp>
        <p:sp>
          <p:nvSpPr>
            <p:cNvPr id="49" name="Rectangle 20"/>
            <p:cNvSpPr>
              <a:spLocks noChangeArrowheads="1"/>
            </p:cNvSpPr>
            <p:nvPr/>
          </p:nvSpPr>
          <p:spPr bwMode="auto">
            <a:xfrm>
              <a:off x="0" y="1888"/>
              <a:ext cx="1270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defTabSz="4445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179388" defTabSz="4445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4445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4445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4445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4445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4445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4445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4445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lvl="1"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rgbClr val="009900"/>
                  </a:solidFill>
                </a:rPr>
                <a:t>Fluxo de valor</a:t>
              </a:r>
            </a:p>
            <a:p>
              <a:pPr lvl="1"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rgbClr val="009900"/>
                  </a:solidFill>
                </a:rPr>
                <a:t>SBCE</a:t>
              </a:r>
            </a:p>
            <a:p>
              <a:pPr lvl="1"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rgbClr val="009900"/>
                  </a:solidFill>
                </a:rPr>
                <a:t>Engenheiro chefe</a:t>
              </a:r>
            </a:p>
            <a:p>
              <a:pPr lvl="1"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rgbClr val="009900"/>
                  </a:solidFill>
                </a:rPr>
                <a:t>Padronização</a:t>
              </a:r>
            </a:p>
          </p:txBody>
        </p:sp>
      </p:grpSp>
      <p:sp>
        <p:nvSpPr>
          <p:cNvPr id="50" name="Rectangle 21"/>
          <p:cNvSpPr>
            <a:spLocks noChangeArrowheads="1"/>
          </p:cNvSpPr>
          <p:nvPr/>
        </p:nvSpPr>
        <p:spPr bwMode="auto">
          <a:xfrm>
            <a:off x="7230005" y="1190097"/>
            <a:ext cx="3203575" cy="3556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Prototipagem rápida</a:t>
            </a:r>
          </a:p>
        </p:txBody>
      </p:sp>
      <p:sp>
        <p:nvSpPr>
          <p:cNvPr id="51" name="Rectangle 22"/>
          <p:cNvSpPr>
            <a:spLocks noChangeArrowheads="1"/>
          </p:cNvSpPr>
          <p:nvPr/>
        </p:nvSpPr>
        <p:spPr bwMode="auto">
          <a:xfrm>
            <a:off x="7823730" y="1658409"/>
            <a:ext cx="3816350" cy="3556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Engenharia virtual e simulação</a:t>
            </a:r>
          </a:p>
        </p:txBody>
      </p:sp>
      <p:grpSp>
        <p:nvGrpSpPr>
          <p:cNvPr id="52" name="Group 23"/>
          <p:cNvGrpSpPr>
            <a:grpSpLocks/>
          </p:cNvGrpSpPr>
          <p:nvPr/>
        </p:nvGrpSpPr>
        <p:grpSpPr bwMode="auto">
          <a:xfrm>
            <a:off x="6599767" y="2668059"/>
            <a:ext cx="5219700" cy="3959225"/>
            <a:chOff x="2472" y="1798"/>
            <a:chExt cx="3288" cy="2494"/>
          </a:xfrm>
        </p:grpSpPr>
        <p:sp>
          <p:nvSpPr>
            <p:cNvPr id="53" name="Rectangle 24"/>
            <p:cNvSpPr>
              <a:spLocks noChangeArrowheads="1"/>
            </p:cNvSpPr>
            <p:nvPr/>
          </p:nvSpPr>
          <p:spPr bwMode="auto">
            <a:xfrm>
              <a:off x="3016" y="3521"/>
              <a:ext cx="1633" cy="674"/>
            </a:xfrm>
            <a:prstGeom prst="rect">
              <a:avLst/>
            </a:prstGeom>
            <a:solidFill>
              <a:schemeClr val="bg1">
                <a:alpha val="67842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179388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lvl="1"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chemeClr val="accent2"/>
                  </a:solidFill>
                </a:rPr>
                <a:t>Confiabilidade</a:t>
              </a:r>
            </a:p>
            <a:p>
              <a:pPr lvl="1"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chemeClr val="accent2"/>
                  </a:solidFill>
                </a:rPr>
                <a:t>Estatística   </a:t>
              </a:r>
            </a:p>
            <a:p>
              <a:pPr lvl="1"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chemeClr val="accent2"/>
                  </a:solidFill>
                </a:rPr>
                <a:t>Experimentos</a:t>
              </a:r>
            </a:p>
            <a:p>
              <a:pPr lvl="1"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chemeClr val="accent2"/>
                  </a:solidFill>
                </a:rPr>
                <a:t>Parâmetros críticos</a:t>
              </a:r>
            </a:p>
          </p:txBody>
        </p:sp>
        <p:sp>
          <p:nvSpPr>
            <p:cNvPr id="54" name="Oval 25"/>
            <p:cNvSpPr>
              <a:spLocks noChangeArrowheads="1"/>
            </p:cNvSpPr>
            <p:nvPr/>
          </p:nvSpPr>
          <p:spPr bwMode="auto">
            <a:xfrm>
              <a:off x="2472" y="1798"/>
              <a:ext cx="2993" cy="2494"/>
            </a:xfrm>
            <a:prstGeom prst="ellips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55" name="Rectangle 26"/>
            <p:cNvSpPr>
              <a:spLocks noChangeArrowheads="1"/>
            </p:cNvSpPr>
            <p:nvPr/>
          </p:nvSpPr>
          <p:spPr bwMode="auto">
            <a:xfrm>
              <a:off x="4391" y="3838"/>
              <a:ext cx="1369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pt-BR" altLang="pt-BR" sz="1600" b="1" u="sng">
                  <a:solidFill>
                    <a:schemeClr val="accent2"/>
                  </a:solidFill>
                </a:rPr>
                <a:t>Design for six sigma</a:t>
              </a:r>
            </a:p>
          </p:txBody>
        </p:sp>
      </p:grpSp>
      <p:sp>
        <p:nvSpPr>
          <p:cNvPr id="56" name="Rectangle 27"/>
          <p:cNvSpPr>
            <a:spLocks noChangeArrowheads="1"/>
          </p:cNvSpPr>
          <p:nvPr/>
        </p:nvSpPr>
        <p:spPr bwMode="auto">
          <a:xfrm rot="19858193">
            <a:off x="5015442" y="5114397"/>
            <a:ext cx="3081338" cy="28575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18000" tIns="10800" rIns="18000" bIns="10800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179388" indent="317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Gerenciamento do ciclo de vida</a:t>
            </a:r>
          </a:p>
        </p:txBody>
      </p:sp>
      <p:sp>
        <p:nvSpPr>
          <p:cNvPr id="57" name="Rectangle 28"/>
          <p:cNvSpPr>
            <a:spLocks noChangeArrowheads="1"/>
          </p:cNvSpPr>
          <p:nvPr/>
        </p:nvSpPr>
        <p:spPr bwMode="auto">
          <a:xfrm>
            <a:off x="2715155" y="5979584"/>
            <a:ext cx="2876550" cy="5302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18000" tIns="10800" rIns="18000" bIns="10800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179388" indent="317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Desenvolvimento sustentável</a:t>
            </a:r>
          </a:p>
          <a:p>
            <a:pPr lvl="1"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Eco-design </a:t>
            </a:r>
          </a:p>
        </p:txBody>
      </p:sp>
      <p:sp>
        <p:nvSpPr>
          <p:cNvPr id="58" name="Rectangle 29"/>
          <p:cNvSpPr>
            <a:spLocks noChangeArrowheads="1"/>
          </p:cNvSpPr>
          <p:nvPr/>
        </p:nvSpPr>
        <p:spPr bwMode="auto">
          <a:xfrm>
            <a:off x="10200217" y="3314172"/>
            <a:ext cx="1417638" cy="5302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lIns="18000" tIns="10800" rIns="18000" bIns="10800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179388" indent="317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Modelos de maturidade </a:t>
            </a:r>
          </a:p>
        </p:txBody>
      </p:sp>
      <p:sp>
        <p:nvSpPr>
          <p:cNvPr id="59" name="Oval 30"/>
          <p:cNvSpPr>
            <a:spLocks noChangeArrowheads="1"/>
          </p:cNvSpPr>
          <p:nvPr/>
        </p:nvSpPr>
        <p:spPr bwMode="auto">
          <a:xfrm>
            <a:off x="4656667" y="1226609"/>
            <a:ext cx="2806700" cy="803275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pt-BR" altLang="pt-BR" sz="1600" b="1" u="sng"/>
              <a:t>Metodologia de projeto 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154518" y="1658409"/>
            <a:ext cx="25209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EVOLU</a:t>
            </a:r>
            <a:r>
              <a:rPr lang="en-US" sz="2400" b="1" dirty="0"/>
              <a:t>ÇÃO DAS ABORDAGENS PARA DO DESENVOLVIMENTO DE PRODUTOS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127958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5" grpId="0" animBg="1"/>
      <p:bldP spid="50" grpId="0" animBg="1"/>
      <p:bldP spid="51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de cantos arredondados 3"/>
          <p:cNvSpPr/>
          <p:nvPr/>
        </p:nvSpPr>
        <p:spPr>
          <a:xfrm>
            <a:off x="527382" y="418533"/>
            <a:ext cx="11312332" cy="2724137"/>
          </a:xfrm>
          <a:prstGeom prst="roundRect">
            <a:avLst>
              <a:gd name="adj" fmla="val 10814"/>
            </a:avLst>
          </a:prstGeom>
          <a:solidFill>
            <a:schemeClr val="bg1">
              <a:lumMod val="95000"/>
            </a:schemeClr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904751" y="58495"/>
            <a:ext cx="10658687" cy="666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 anchor="ctr" anchorCtr="0">
            <a:spAutoFit/>
          </a:bodyPr>
          <a:lstStyle/>
          <a:p>
            <a:r>
              <a:rPr lang="pt-BR" sz="3733" dirty="0">
                <a:solidFill>
                  <a:srgbClr val="595959"/>
                </a:solidFill>
                <a:latin typeface="Lato" pitchFamily="34" charset="0"/>
              </a:rPr>
              <a:t>Processo de desenvolvimento de produtos (PDP)</a:t>
            </a:r>
          </a:p>
        </p:txBody>
      </p:sp>
      <p:sp>
        <p:nvSpPr>
          <p:cNvPr id="6" name="Retângulo de cantos arredondados 5"/>
          <p:cNvSpPr/>
          <p:nvPr/>
        </p:nvSpPr>
        <p:spPr>
          <a:xfrm>
            <a:off x="527382" y="3355228"/>
            <a:ext cx="11312332" cy="2758971"/>
          </a:xfrm>
          <a:prstGeom prst="roundRect">
            <a:avLst>
              <a:gd name="adj" fmla="val 10814"/>
            </a:avLst>
          </a:prstGeom>
          <a:solidFill>
            <a:schemeClr val="bg1">
              <a:lumMod val="95000"/>
            </a:schemeClr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7" name="CaixaDeTexto 6"/>
          <p:cNvSpPr txBox="1"/>
          <p:nvPr/>
        </p:nvSpPr>
        <p:spPr>
          <a:xfrm>
            <a:off x="1077319" y="5718515"/>
            <a:ext cx="10261142" cy="666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 anchor="ctr" anchorCtr="0">
            <a:spAutoFit/>
          </a:bodyPr>
          <a:lstStyle/>
          <a:p>
            <a:r>
              <a:rPr lang="pt-BR" sz="3733" dirty="0">
                <a:solidFill>
                  <a:srgbClr val="595959"/>
                </a:solidFill>
                <a:latin typeface="Lato" pitchFamily="34" charset="0"/>
              </a:rPr>
              <a:t>Gestão do desenvolvimento de produtos (GDP)</a:t>
            </a:r>
          </a:p>
        </p:txBody>
      </p:sp>
      <p:sp>
        <p:nvSpPr>
          <p:cNvPr id="8" name="Elipse 7"/>
          <p:cNvSpPr/>
          <p:nvPr/>
        </p:nvSpPr>
        <p:spPr>
          <a:xfrm>
            <a:off x="2537535" y="1988841"/>
            <a:ext cx="7116931" cy="255139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267" dirty="0">
                <a:solidFill>
                  <a:schemeClr val="tx1">
                    <a:lumMod val="65000"/>
                    <a:lumOff val="35000"/>
                  </a:schemeClr>
                </a:solidFill>
                <a:latin typeface="Lato" pitchFamily="34" charset="0"/>
              </a:rPr>
              <a:t>Qual a diferença?</a:t>
            </a:r>
          </a:p>
        </p:txBody>
      </p:sp>
    </p:spTree>
    <p:extLst>
      <p:ext uri="{BB962C8B-B14F-4D97-AF65-F5344CB8AC3E}">
        <p14:creationId xmlns:p14="http://schemas.microsoft.com/office/powerpoint/2010/main" val="2863004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de cantos arredondados 3"/>
          <p:cNvSpPr/>
          <p:nvPr/>
        </p:nvSpPr>
        <p:spPr>
          <a:xfrm>
            <a:off x="527382" y="418533"/>
            <a:ext cx="11312332" cy="2724137"/>
          </a:xfrm>
          <a:prstGeom prst="roundRect">
            <a:avLst>
              <a:gd name="adj" fmla="val 10814"/>
            </a:avLst>
          </a:prstGeom>
          <a:solidFill>
            <a:schemeClr val="bg1">
              <a:lumMod val="95000"/>
            </a:schemeClr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904751" y="58495"/>
            <a:ext cx="10658687" cy="666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 anchor="ctr" anchorCtr="0">
            <a:spAutoFit/>
          </a:bodyPr>
          <a:lstStyle/>
          <a:p>
            <a:r>
              <a:rPr lang="pt-BR" sz="3733" dirty="0">
                <a:solidFill>
                  <a:srgbClr val="595959"/>
                </a:solidFill>
                <a:latin typeface="Lato" pitchFamily="34" charset="0"/>
              </a:rPr>
              <a:t>Processo de desenvolvimento de produtos (PDP)</a:t>
            </a:r>
          </a:p>
        </p:txBody>
      </p:sp>
      <p:sp>
        <p:nvSpPr>
          <p:cNvPr id="6" name="Retângulo de cantos arredondados 5"/>
          <p:cNvSpPr/>
          <p:nvPr/>
        </p:nvSpPr>
        <p:spPr>
          <a:xfrm>
            <a:off x="527382" y="3355228"/>
            <a:ext cx="11312332" cy="2758971"/>
          </a:xfrm>
          <a:prstGeom prst="roundRect">
            <a:avLst>
              <a:gd name="adj" fmla="val 10814"/>
            </a:avLst>
          </a:prstGeom>
          <a:solidFill>
            <a:schemeClr val="bg1">
              <a:lumMod val="95000"/>
            </a:schemeClr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7" name="CaixaDeTexto 6"/>
          <p:cNvSpPr txBox="1"/>
          <p:nvPr/>
        </p:nvSpPr>
        <p:spPr>
          <a:xfrm>
            <a:off x="1077319" y="5718515"/>
            <a:ext cx="10261142" cy="666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 anchor="ctr" anchorCtr="0">
            <a:spAutoFit/>
          </a:bodyPr>
          <a:lstStyle/>
          <a:p>
            <a:r>
              <a:rPr lang="pt-BR" sz="3733" dirty="0">
                <a:solidFill>
                  <a:srgbClr val="595959"/>
                </a:solidFill>
                <a:latin typeface="Lato" pitchFamily="34" charset="0"/>
              </a:rPr>
              <a:t>Gestão do desenvolvimento de produtos (GDP)</a:t>
            </a:r>
          </a:p>
        </p:txBody>
      </p:sp>
      <p:sp>
        <p:nvSpPr>
          <p:cNvPr id="9" name="Retângulo 8"/>
          <p:cNvSpPr/>
          <p:nvPr/>
        </p:nvSpPr>
        <p:spPr>
          <a:xfrm>
            <a:off x="3489689" y="1307637"/>
            <a:ext cx="5206875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67" dirty="0">
                <a:solidFill>
                  <a:srgbClr val="595959"/>
                </a:solidFill>
                <a:latin typeface="Lato" pitchFamily="34" charset="0"/>
              </a:rPr>
              <a:t>New product development (NPD)</a:t>
            </a:r>
            <a:endParaRPr lang="pt-BR" sz="2667" dirty="0">
              <a:solidFill>
                <a:srgbClr val="595959"/>
              </a:solidFill>
              <a:latin typeface="Lato" pitchFamily="34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1106814" y="4197085"/>
            <a:ext cx="10091224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67" dirty="0">
                <a:solidFill>
                  <a:srgbClr val="595959"/>
                </a:solidFill>
                <a:latin typeface="Lato" pitchFamily="34" charset="0"/>
              </a:rPr>
              <a:t>PDM = product data management (software) – </a:t>
            </a:r>
            <a:r>
              <a:rPr lang="en-US" sz="2667" dirty="0" err="1">
                <a:solidFill>
                  <a:srgbClr val="595959"/>
                </a:solidFill>
                <a:latin typeface="Lato" pitchFamily="34" charset="0"/>
              </a:rPr>
              <a:t>termo</a:t>
            </a:r>
            <a:r>
              <a:rPr lang="en-US" sz="2667" dirty="0">
                <a:solidFill>
                  <a:srgbClr val="595959"/>
                </a:solidFill>
                <a:latin typeface="Lato" pitchFamily="34" charset="0"/>
              </a:rPr>
              <a:t> </a:t>
            </a:r>
            <a:r>
              <a:rPr lang="en-US" sz="2667" dirty="0" err="1">
                <a:solidFill>
                  <a:srgbClr val="595959"/>
                </a:solidFill>
                <a:latin typeface="Lato" pitchFamily="34" charset="0"/>
              </a:rPr>
              <a:t>consagrado</a:t>
            </a:r>
            <a:endParaRPr lang="pt-BR" sz="2667" dirty="0">
              <a:solidFill>
                <a:srgbClr val="595959"/>
              </a:solidFill>
              <a:latin typeface="Lato" pitchFamily="34" charset="0"/>
            </a:endParaRPr>
          </a:p>
        </p:txBody>
      </p:sp>
      <p:grpSp>
        <p:nvGrpSpPr>
          <p:cNvPr id="12" name="Grupo 11"/>
          <p:cNvGrpSpPr/>
          <p:nvPr/>
        </p:nvGrpSpPr>
        <p:grpSpPr>
          <a:xfrm>
            <a:off x="8096391" y="4853327"/>
            <a:ext cx="672075" cy="648048"/>
            <a:chOff x="3491880" y="2258852"/>
            <a:chExt cx="648072" cy="648072"/>
          </a:xfrm>
        </p:grpSpPr>
        <p:cxnSp>
          <p:nvCxnSpPr>
            <p:cNvPr id="13" name="Conector reto 12"/>
            <p:cNvCxnSpPr/>
            <p:nvPr/>
          </p:nvCxnSpPr>
          <p:spPr>
            <a:xfrm>
              <a:off x="3491880" y="2258852"/>
              <a:ext cx="648072" cy="64807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/>
            <p:cNvCxnSpPr/>
            <p:nvPr/>
          </p:nvCxnSpPr>
          <p:spPr>
            <a:xfrm flipH="1">
              <a:off x="3491880" y="2258852"/>
              <a:ext cx="648072" cy="64807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tângulo 10"/>
          <p:cNvSpPr/>
          <p:nvPr/>
        </p:nvSpPr>
        <p:spPr>
          <a:xfrm>
            <a:off x="1823421" y="4892879"/>
            <a:ext cx="8730275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67" dirty="0">
                <a:solidFill>
                  <a:srgbClr val="595959"/>
                </a:solidFill>
                <a:latin typeface="Lato" pitchFamily="34" charset="0"/>
              </a:rPr>
              <a:t>Product Development Management (PDM) –  </a:t>
            </a:r>
            <a:r>
              <a:rPr lang="en-US" sz="2667" dirty="0" err="1">
                <a:solidFill>
                  <a:srgbClr val="595959"/>
                </a:solidFill>
                <a:latin typeface="Lato" pitchFamily="34" charset="0"/>
              </a:rPr>
              <a:t>não</a:t>
            </a:r>
            <a:r>
              <a:rPr lang="en-US" sz="2667" dirty="0">
                <a:solidFill>
                  <a:srgbClr val="595959"/>
                </a:solidFill>
                <a:latin typeface="Lato" pitchFamily="34" charset="0"/>
              </a:rPr>
              <a:t> </a:t>
            </a:r>
            <a:r>
              <a:rPr lang="en-US" sz="2667" dirty="0" err="1">
                <a:solidFill>
                  <a:srgbClr val="595959"/>
                </a:solidFill>
                <a:latin typeface="Lato" pitchFamily="34" charset="0"/>
              </a:rPr>
              <a:t>usado</a:t>
            </a:r>
            <a:endParaRPr lang="pt-BR" sz="2667" dirty="0">
              <a:solidFill>
                <a:srgbClr val="595959"/>
              </a:solidFill>
              <a:latin typeface="Lato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5801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de cantos arredondados 3"/>
          <p:cNvSpPr/>
          <p:nvPr/>
        </p:nvSpPr>
        <p:spPr>
          <a:xfrm>
            <a:off x="335361" y="418533"/>
            <a:ext cx="11312332" cy="2724137"/>
          </a:xfrm>
          <a:prstGeom prst="roundRect">
            <a:avLst>
              <a:gd name="adj" fmla="val 10814"/>
            </a:avLst>
          </a:prstGeom>
          <a:solidFill>
            <a:schemeClr val="bg1">
              <a:lumMod val="95000"/>
            </a:schemeClr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712730" y="58495"/>
            <a:ext cx="10658687" cy="666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 anchor="ctr" anchorCtr="0">
            <a:spAutoFit/>
          </a:bodyPr>
          <a:lstStyle/>
          <a:p>
            <a:r>
              <a:rPr lang="pt-BR" sz="3733" dirty="0">
                <a:solidFill>
                  <a:srgbClr val="595959"/>
                </a:solidFill>
                <a:latin typeface="Lato" pitchFamily="34" charset="0"/>
              </a:rPr>
              <a:t>Processo de desenvolvimento de produtos (PDP)</a:t>
            </a:r>
          </a:p>
        </p:txBody>
      </p:sp>
      <p:sp>
        <p:nvSpPr>
          <p:cNvPr id="6" name="Retângulo de cantos arredondados 5"/>
          <p:cNvSpPr/>
          <p:nvPr/>
        </p:nvSpPr>
        <p:spPr>
          <a:xfrm>
            <a:off x="538561" y="1220756"/>
            <a:ext cx="11312332" cy="2724137"/>
          </a:xfrm>
          <a:prstGeom prst="roundRect">
            <a:avLst>
              <a:gd name="adj" fmla="val 10814"/>
            </a:avLst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7" name="Retângulo 6"/>
          <p:cNvSpPr/>
          <p:nvPr/>
        </p:nvSpPr>
        <p:spPr>
          <a:xfrm>
            <a:off x="5568998" y="1433284"/>
            <a:ext cx="5206875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67" dirty="0">
                <a:solidFill>
                  <a:srgbClr val="595959"/>
                </a:solidFill>
                <a:latin typeface="Lato" pitchFamily="34" charset="0"/>
              </a:rPr>
              <a:t>New product development (NPD)</a:t>
            </a:r>
            <a:endParaRPr lang="pt-BR" sz="2667" dirty="0">
              <a:solidFill>
                <a:srgbClr val="595959"/>
              </a:solidFill>
              <a:latin typeface="Lato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815415" y="1524048"/>
            <a:ext cx="3936436" cy="17340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ctr" anchorCtr="0">
            <a:spAutoFit/>
          </a:bodyPr>
          <a:lstStyle/>
          <a:p>
            <a:r>
              <a:rPr lang="en-US" sz="2667" dirty="0" err="1">
                <a:solidFill>
                  <a:srgbClr val="595959"/>
                </a:solidFill>
                <a:latin typeface="Lato" pitchFamily="34" charset="0"/>
              </a:rPr>
              <a:t>Exemplo</a:t>
            </a:r>
            <a:r>
              <a:rPr lang="en-US" sz="2667" dirty="0">
                <a:solidFill>
                  <a:srgbClr val="595959"/>
                </a:solidFill>
                <a:latin typeface="Lato" pitchFamily="34" charset="0"/>
              </a:rPr>
              <a:t> do PDMA: product development </a:t>
            </a:r>
            <a:r>
              <a:rPr lang="en-US" sz="2667" u="sng" dirty="0">
                <a:solidFill>
                  <a:srgbClr val="595959"/>
                </a:solidFill>
                <a:latin typeface="Lato" pitchFamily="34" charset="0"/>
              </a:rPr>
              <a:t>and</a:t>
            </a:r>
            <a:r>
              <a:rPr lang="en-US" sz="2667" dirty="0">
                <a:solidFill>
                  <a:srgbClr val="595959"/>
                </a:solidFill>
                <a:latin typeface="Lato" pitchFamily="34" charset="0"/>
              </a:rPr>
              <a:t> management association</a:t>
            </a:r>
            <a:endParaRPr lang="pt-BR" sz="2667" dirty="0">
              <a:solidFill>
                <a:srgbClr val="595959"/>
              </a:solidFill>
              <a:latin typeface="Lato" pitchFamily="34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5039883" y="2015147"/>
            <a:ext cx="6270853" cy="913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67" dirty="0">
                <a:solidFill>
                  <a:srgbClr val="595959"/>
                </a:solidFill>
                <a:latin typeface="Lato" pitchFamily="34" charset="0"/>
              </a:rPr>
              <a:t>Journal of Product Innovation Management (JPIM)</a:t>
            </a:r>
            <a:endParaRPr lang="pt-BR" sz="2667" dirty="0">
              <a:solidFill>
                <a:srgbClr val="595959"/>
              </a:solidFill>
              <a:latin typeface="Lato" pitchFamily="34" charset="0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103445" y="3595023"/>
            <a:ext cx="10261142" cy="666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 anchor="ctr" anchorCtr="0">
            <a:spAutoFit/>
          </a:bodyPr>
          <a:lstStyle/>
          <a:p>
            <a:r>
              <a:rPr lang="pt-BR" sz="3733" dirty="0">
                <a:solidFill>
                  <a:srgbClr val="595959"/>
                </a:solidFill>
                <a:latin typeface="Lato" pitchFamily="34" charset="0"/>
              </a:rPr>
              <a:t>Gestão do desenvolvimento de produtos (GDP)</a:t>
            </a:r>
          </a:p>
        </p:txBody>
      </p:sp>
    </p:spTree>
    <p:extLst>
      <p:ext uri="{BB962C8B-B14F-4D97-AF65-F5344CB8AC3E}">
        <p14:creationId xmlns:p14="http://schemas.microsoft.com/office/powerpoint/2010/main" val="562607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5"/>
          <p:cNvSpPr/>
          <p:nvPr/>
        </p:nvSpPr>
        <p:spPr>
          <a:xfrm>
            <a:off x="527382" y="418533"/>
            <a:ext cx="11312332" cy="2724137"/>
          </a:xfrm>
          <a:prstGeom prst="roundRect">
            <a:avLst>
              <a:gd name="adj" fmla="val 10814"/>
            </a:avLst>
          </a:prstGeom>
          <a:solidFill>
            <a:schemeClr val="bg1">
              <a:lumMod val="95000"/>
            </a:schemeClr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latin typeface="Lato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904751" y="58495"/>
            <a:ext cx="10658687" cy="666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 anchor="ctr" anchorCtr="0">
            <a:spAutoFit/>
          </a:bodyPr>
          <a:lstStyle/>
          <a:p>
            <a:r>
              <a:rPr lang="pt-BR" sz="3733" dirty="0">
                <a:solidFill>
                  <a:srgbClr val="595959"/>
                </a:solidFill>
                <a:latin typeface="Lato" pitchFamily="34" charset="0"/>
              </a:rPr>
              <a:t>Processo de desenvolvimento de produtos (PDP)</a:t>
            </a:r>
          </a:p>
        </p:txBody>
      </p:sp>
      <p:sp>
        <p:nvSpPr>
          <p:cNvPr id="8" name="Retângulo de cantos arredondados 7"/>
          <p:cNvSpPr/>
          <p:nvPr/>
        </p:nvSpPr>
        <p:spPr>
          <a:xfrm>
            <a:off x="527382" y="3355228"/>
            <a:ext cx="11312332" cy="2758971"/>
          </a:xfrm>
          <a:prstGeom prst="roundRect">
            <a:avLst>
              <a:gd name="adj" fmla="val 10814"/>
            </a:avLst>
          </a:prstGeom>
          <a:solidFill>
            <a:schemeClr val="bg1">
              <a:lumMod val="95000"/>
            </a:schemeClr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latin typeface="Lato" pitchFamily="34" charset="0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077319" y="5718515"/>
            <a:ext cx="10261142" cy="666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 anchor="ctr" anchorCtr="0">
            <a:spAutoFit/>
          </a:bodyPr>
          <a:lstStyle/>
          <a:p>
            <a:r>
              <a:rPr lang="pt-BR" sz="3733" dirty="0">
                <a:solidFill>
                  <a:srgbClr val="595959"/>
                </a:solidFill>
                <a:latin typeface="Lato" pitchFamily="34" charset="0"/>
              </a:rPr>
              <a:t>Gestão do desenvolvimento de produtos (GDP)</a:t>
            </a:r>
          </a:p>
        </p:txBody>
      </p:sp>
      <p:sp>
        <p:nvSpPr>
          <p:cNvPr id="10" name="Retângulo 9"/>
          <p:cNvSpPr/>
          <p:nvPr/>
        </p:nvSpPr>
        <p:spPr>
          <a:xfrm>
            <a:off x="3407702" y="879296"/>
            <a:ext cx="5206875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67" dirty="0">
                <a:solidFill>
                  <a:srgbClr val="595959"/>
                </a:solidFill>
                <a:latin typeface="Lato" pitchFamily="34" charset="0"/>
              </a:rPr>
              <a:t>New product development (NPD)</a:t>
            </a:r>
            <a:endParaRPr lang="pt-BR" sz="2667" dirty="0">
              <a:solidFill>
                <a:srgbClr val="595959"/>
              </a:solidFill>
              <a:latin typeface="Lato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1276838" y="2372883"/>
            <a:ext cx="4466287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67" dirty="0">
                <a:solidFill>
                  <a:srgbClr val="FF3300"/>
                </a:solidFill>
                <a:latin typeface="Lato" pitchFamily="34" charset="0"/>
              </a:rPr>
              <a:t>Design</a:t>
            </a:r>
            <a:r>
              <a:rPr lang="en-US" sz="2667" dirty="0">
                <a:latin typeface="Lato" pitchFamily="34" charset="0"/>
              </a:rPr>
              <a:t> </a:t>
            </a:r>
            <a:r>
              <a:rPr lang="en-US" sz="2667" dirty="0">
                <a:solidFill>
                  <a:srgbClr val="595959"/>
                </a:solidFill>
                <a:latin typeface="Lato" pitchFamily="34" charset="0"/>
              </a:rPr>
              <a:t>/ Engineering design</a:t>
            </a:r>
            <a:endParaRPr lang="pt-BR" sz="2667" dirty="0">
              <a:solidFill>
                <a:srgbClr val="595959"/>
              </a:solidFill>
              <a:latin typeface="Lato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1295467" y="3663605"/>
            <a:ext cx="3345788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67" dirty="0">
                <a:solidFill>
                  <a:srgbClr val="FF3300"/>
                </a:solidFill>
                <a:latin typeface="Lato" pitchFamily="34" charset="0"/>
              </a:rPr>
              <a:t>Design management</a:t>
            </a:r>
            <a:endParaRPr lang="pt-BR" sz="2667" dirty="0">
              <a:solidFill>
                <a:srgbClr val="FF3300"/>
              </a:solidFill>
              <a:latin typeface="Lato" pitchFamily="34" charset="0"/>
            </a:endParaRPr>
          </a:p>
        </p:txBody>
      </p:sp>
      <p:grpSp>
        <p:nvGrpSpPr>
          <p:cNvPr id="13" name="Grupo 12"/>
          <p:cNvGrpSpPr/>
          <p:nvPr/>
        </p:nvGrpSpPr>
        <p:grpSpPr>
          <a:xfrm>
            <a:off x="7632171" y="2564904"/>
            <a:ext cx="3840427" cy="1056117"/>
            <a:chOff x="4427984" y="1792697"/>
            <a:chExt cx="2880320" cy="1060239"/>
          </a:xfrm>
          <a:solidFill>
            <a:schemeClr val="bg1">
              <a:lumMod val="95000"/>
            </a:schemeClr>
          </a:solidFill>
        </p:grpSpPr>
        <p:sp>
          <p:nvSpPr>
            <p:cNvPr id="14" name="Elipse 13"/>
            <p:cNvSpPr/>
            <p:nvPr/>
          </p:nvSpPr>
          <p:spPr>
            <a:xfrm>
              <a:off x="4427984" y="1792697"/>
              <a:ext cx="2880320" cy="1060239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>
                <a:solidFill>
                  <a:srgbClr val="595959"/>
                </a:solidFill>
                <a:latin typeface="Lato" pitchFamily="34" charset="0"/>
              </a:endParaRPr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4614435" y="2086225"/>
              <a:ext cx="2536993" cy="50472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sz="2667" dirty="0">
                  <a:solidFill>
                    <a:srgbClr val="595959"/>
                  </a:solidFill>
                  <a:latin typeface="Lato" pitchFamily="34" charset="0"/>
                </a:rPr>
                <a:t>Systems engineering</a:t>
              </a:r>
              <a:endParaRPr lang="pt-BR" sz="2667" dirty="0">
                <a:solidFill>
                  <a:srgbClr val="595959"/>
                </a:solidFill>
                <a:latin typeface="Lato" pitchFamily="34" charset="0"/>
              </a:endParaRPr>
            </a:p>
          </p:txBody>
        </p:sp>
      </p:grpSp>
      <p:grpSp>
        <p:nvGrpSpPr>
          <p:cNvPr id="16" name="Grupo 15"/>
          <p:cNvGrpSpPr/>
          <p:nvPr/>
        </p:nvGrpSpPr>
        <p:grpSpPr>
          <a:xfrm>
            <a:off x="5693761" y="3771624"/>
            <a:ext cx="3840427" cy="1056117"/>
            <a:chOff x="7006624" y="1889082"/>
            <a:chExt cx="2880320" cy="1060239"/>
          </a:xfrm>
          <a:solidFill>
            <a:schemeClr val="bg1">
              <a:lumMod val="95000"/>
            </a:schemeClr>
          </a:solidFill>
        </p:grpSpPr>
        <p:sp>
          <p:nvSpPr>
            <p:cNvPr id="17" name="Elipse 16"/>
            <p:cNvSpPr/>
            <p:nvPr/>
          </p:nvSpPr>
          <p:spPr>
            <a:xfrm>
              <a:off x="7006624" y="1889082"/>
              <a:ext cx="2880320" cy="1060239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>
                <a:solidFill>
                  <a:srgbClr val="595959"/>
                </a:solidFill>
                <a:latin typeface="Lato" pitchFamily="34" charset="0"/>
              </a:endParaRPr>
            </a:p>
          </p:txBody>
        </p:sp>
        <p:sp>
          <p:nvSpPr>
            <p:cNvPr id="18" name="Retângulo 17"/>
            <p:cNvSpPr/>
            <p:nvPr/>
          </p:nvSpPr>
          <p:spPr>
            <a:xfrm>
              <a:off x="7154421" y="2146073"/>
              <a:ext cx="2565847" cy="50472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sz="2667" dirty="0">
                  <a:solidFill>
                    <a:srgbClr val="595959"/>
                  </a:solidFill>
                  <a:latin typeface="Lato" pitchFamily="34" charset="0"/>
                </a:rPr>
                <a:t>Gestão da </a:t>
              </a:r>
              <a:r>
                <a:rPr lang="en-US" sz="2667" dirty="0" err="1">
                  <a:solidFill>
                    <a:srgbClr val="595959"/>
                  </a:solidFill>
                  <a:latin typeface="Lato" pitchFamily="34" charset="0"/>
                </a:rPr>
                <a:t>tecnologia</a:t>
              </a:r>
              <a:endParaRPr lang="pt-BR" sz="2667" dirty="0">
                <a:solidFill>
                  <a:srgbClr val="595959"/>
                </a:solidFill>
                <a:latin typeface="Lato" pitchFamily="34" charset="0"/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7632172" y="4581128"/>
            <a:ext cx="3840427" cy="1056117"/>
            <a:chOff x="6660232" y="1792697"/>
            <a:chExt cx="2880320" cy="1060239"/>
          </a:xfrm>
          <a:solidFill>
            <a:schemeClr val="bg1">
              <a:lumMod val="95000"/>
            </a:schemeClr>
          </a:solidFill>
        </p:grpSpPr>
        <p:sp>
          <p:nvSpPr>
            <p:cNvPr id="20" name="Elipse 19"/>
            <p:cNvSpPr/>
            <p:nvPr/>
          </p:nvSpPr>
          <p:spPr>
            <a:xfrm>
              <a:off x="6660232" y="1792697"/>
              <a:ext cx="2880320" cy="1060239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>
                <a:solidFill>
                  <a:srgbClr val="595959"/>
                </a:solidFill>
                <a:latin typeface="Lato" pitchFamily="34" charset="0"/>
              </a:endParaRPr>
            </a:p>
          </p:txBody>
        </p:sp>
        <p:sp>
          <p:nvSpPr>
            <p:cNvPr id="21" name="Retângulo 20"/>
            <p:cNvSpPr/>
            <p:nvPr/>
          </p:nvSpPr>
          <p:spPr>
            <a:xfrm>
              <a:off x="6925978" y="2067956"/>
              <a:ext cx="2423981" cy="504728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sz="2667" dirty="0">
                  <a:solidFill>
                    <a:srgbClr val="595959"/>
                  </a:solidFill>
                  <a:latin typeface="Lato" pitchFamily="34" charset="0"/>
                </a:rPr>
                <a:t>Gestão da </a:t>
              </a:r>
              <a:r>
                <a:rPr lang="en-US" sz="2667" dirty="0" err="1">
                  <a:solidFill>
                    <a:srgbClr val="595959"/>
                  </a:solidFill>
                  <a:latin typeface="Lato" pitchFamily="34" charset="0"/>
                </a:rPr>
                <a:t>inovação</a:t>
              </a:r>
              <a:endParaRPr lang="pt-BR" sz="2667" dirty="0">
                <a:solidFill>
                  <a:srgbClr val="595959"/>
                </a:solidFill>
                <a:latin typeface="Lato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67643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OBRIGADA!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532403" y="4044941"/>
            <a:ext cx="5975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Lato Black" panose="020F0A02020204030203" pitchFamily="34" charset="0"/>
              </a:rPr>
              <a:t>CONTATO</a:t>
            </a:r>
            <a:r>
              <a:rPr lang="es-ES" sz="2800" b="1" dirty="0">
                <a:latin typeface="Lato" panose="020F0502020204030203" pitchFamily="34" charset="0"/>
              </a:rPr>
              <a:t> 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392702" y="4568161"/>
            <a:ext cx="59757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Lato" panose="020F0502020204030203" pitchFamily="34" charset="0"/>
                <a:hlinkClick r:id="rId2"/>
              </a:rPr>
              <a:t>andreasantos@unb.br</a:t>
            </a:r>
            <a:endParaRPr lang="es-ES" sz="2000" b="1" dirty="0">
              <a:latin typeface="Lato" panose="020F0502020204030203" pitchFamily="34" charset="0"/>
            </a:endParaRPr>
          </a:p>
          <a:p>
            <a:endParaRPr lang="es-ES" sz="2000" b="1" dirty="0">
              <a:latin typeface="Lato" panose="020F0502020204030203" pitchFamily="34" charset="0"/>
            </a:endParaRPr>
          </a:p>
          <a:p>
            <a:endParaRPr lang="es-ES" sz="2000" b="1" dirty="0">
              <a:latin typeface="Lato" panose="020F0502020204030203" pitchFamily="34" charset="0"/>
            </a:endParaRPr>
          </a:p>
          <a:p>
            <a:endParaRPr lang="es-ES" sz="2000" b="1" dirty="0"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2654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LAB1">
      <a:dk1>
        <a:srgbClr val="262626"/>
      </a:dk1>
      <a:lt1>
        <a:srgbClr val="FFFFFF"/>
      </a:lt1>
      <a:dk2>
        <a:srgbClr val="262626"/>
      </a:dk2>
      <a:lt2>
        <a:srgbClr val="F2F2F2"/>
      </a:lt2>
      <a:accent1>
        <a:srgbClr val="FFD965"/>
      </a:accent1>
      <a:accent2>
        <a:srgbClr val="7F6000"/>
      </a:accent2>
      <a:accent3>
        <a:srgbClr val="FFC000"/>
      </a:accent3>
      <a:accent4>
        <a:srgbClr val="AC4F0F"/>
      </a:accent4>
      <a:accent5>
        <a:srgbClr val="EC7A2C"/>
      </a:accent5>
      <a:accent6>
        <a:srgbClr val="F8D0B4"/>
      </a:accent6>
      <a:hlink>
        <a:srgbClr val="C55A11"/>
      </a:hlink>
      <a:folHlink>
        <a:srgbClr val="F4B183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B952CF52B7DE4ABAC1D5EF85AB9ACF" ma:contentTypeVersion="8" ma:contentTypeDescription="Crie um novo documento." ma:contentTypeScope="" ma:versionID="4012478236954615fd655ec24943ae3a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e7b2c68f65d9ff28806c01b3f086190d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BD79013-77E7-46AF-AD42-AD341FA8DA30}"/>
</file>

<file path=customXml/itemProps2.xml><?xml version="1.0" encoding="utf-8"?>
<ds:datastoreItem xmlns:ds="http://schemas.openxmlformats.org/officeDocument/2006/customXml" ds:itemID="{A39F1681-DB50-46A7-A101-090B3080F3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796E3F-8403-4DE2-82D8-D0F5B2923A69}">
  <ds:schemaRefs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0616edac-8b85-431d-b1bb-a5cc9cdccc9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2017</Words>
  <Application>Microsoft Macintosh PowerPoint</Application>
  <PresentationFormat>Widescreen</PresentationFormat>
  <Paragraphs>263</Paragraphs>
  <Slides>28</Slides>
  <Notes>16</Notes>
  <HiddenSlides>0</HiddenSlides>
  <MMClips>0</MMClips>
  <ScaleCrop>false</ScaleCrop>
  <HeadingPairs>
    <vt:vector size="8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42" baseType="lpstr">
      <vt:lpstr>ＭＳ Ｐゴシック</vt:lpstr>
      <vt:lpstr>Antique Olive</vt:lpstr>
      <vt:lpstr>Arial</vt:lpstr>
      <vt:lpstr>Calibri</vt:lpstr>
      <vt:lpstr>Lato</vt:lpstr>
      <vt:lpstr>Lato Black</vt:lpstr>
      <vt:lpstr>Open Sans</vt:lpstr>
      <vt:lpstr>Times New Roman</vt:lpstr>
      <vt:lpstr>Trebuchet MS</vt:lpstr>
      <vt:lpstr>Verdana</vt:lpstr>
      <vt:lpstr>Wingdings</vt:lpstr>
      <vt:lpstr>Wingdings 2</vt:lpstr>
      <vt:lpstr>Tema do Office</vt:lpstr>
      <vt:lpstr>Clip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PROJETO DE ENGENHARIA  (Design Engineering)</vt:lpstr>
      <vt:lpstr>Apresentação do PowerPoint</vt:lpstr>
      <vt:lpstr>Apresentação do PowerPoint</vt:lpstr>
      <vt:lpstr>3. CARACTERÍSTICAS DO PDP</vt:lpstr>
      <vt:lpstr>CUSTO COMPROMETIDO VERSUS CUSTO INCORRIDO</vt:lpstr>
      <vt:lpstr>Apresentação do PowerPoint</vt:lpstr>
      <vt:lpstr>Apresentação do PowerPoint</vt:lpstr>
      <vt:lpstr>3. CARACTERÍSTICAS DO PDP</vt:lpstr>
      <vt:lpstr>4. TIPOS DE PROJETOS DE DP</vt:lpstr>
      <vt:lpstr>4. TIPOS DE PROJETOS DE DP</vt:lpstr>
      <vt:lpstr>4. TIPOS DE PROJETOS DE DP</vt:lpstr>
      <vt:lpstr>Apresentação do PowerPoint</vt:lpstr>
      <vt:lpstr>Apresentação do PowerPoint</vt:lpstr>
      <vt:lpstr>Classificação de projetos</vt:lpstr>
      <vt:lpstr>Critérios mais usados para classificação de projetos de produto e serviço</vt:lpstr>
      <vt:lpstr>Gestão do processo de desenvolvimento de produtos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OBRIGADA!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 Kieckbusch</dc:creator>
  <cp:lastModifiedBy>Andrea Cristina dos Santos</cp:lastModifiedBy>
  <cp:revision>20</cp:revision>
  <dcterms:created xsi:type="dcterms:W3CDTF">2020-04-17T21:09:59Z</dcterms:created>
  <dcterms:modified xsi:type="dcterms:W3CDTF">2024-10-16T17:28:55Z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0x010100FFB952CF52B7DE4ABAC1D5EF85AB9ACF</vt:lpwstr>
  </property>
</Properties>
</file>
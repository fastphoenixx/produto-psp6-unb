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5"/>
  </p:notesMasterIdLst>
  <p:sldIdLst>
    <p:sldId id="256" r:id="rId5"/>
    <p:sldId id="303" r:id="rId6"/>
    <p:sldId id="427" r:id="rId7"/>
    <p:sldId id="304" r:id="rId8"/>
    <p:sldId id="305" r:id="rId9"/>
    <p:sldId id="416" r:id="rId10"/>
    <p:sldId id="418" r:id="rId11"/>
    <p:sldId id="419" r:id="rId12"/>
    <p:sldId id="420" r:id="rId13"/>
    <p:sldId id="421" r:id="rId14"/>
    <p:sldId id="422" r:id="rId15"/>
    <p:sldId id="426" r:id="rId16"/>
    <p:sldId id="425" r:id="rId17"/>
    <p:sldId id="424" r:id="rId18"/>
    <p:sldId id="423" r:id="rId19"/>
    <p:sldId id="314" r:id="rId20"/>
    <p:sldId id="301" r:id="rId21"/>
    <p:sldId id="317" r:id="rId22"/>
    <p:sldId id="318" r:id="rId23"/>
    <p:sldId id="319" r:id="rId24"/>
    <p:sldId id="258" r:id="rId25"/>
    <p:sldId id="276" r:id="rId26"/>
    <p:sldId id="346" r:id="rId27"/>
    <p:sldId id="414" r:id="rId28"/>
    <p:sldId id="372" r:id="rId29"/>
    <p:sldId id="373" r:id="rId30"/>
    <p:sldId id="374" r:id="rId31"/>
    <p:sldId id="375" r:id="rId32"/>
    <p:sldId id="376" r:id="rId33"/>
    <p:sldId id="377" r:id="rId34"/>
    <p:sldId id="381" r:id="rId35"/>
    <p:sldId id="413" r:id="rId36"/>
    <p:sldId id="382" r:id="rId37"/>
    <p:sldId id="383" r:id="rId38"/>
    <p:sldId id="384" r:id="rId39"/>
    <p:sldId id="278" r:id="rId40"/>
    <p:sldId id="279" r:id="rId41"/>
    <p:sldId id="281" r:id="rId42"/>
    <p:sldId id="385" r:id="rId43"/>
    <p:sldId id="285" r:id="rId4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57D72-A1D1-4294-A98B-1D1E105947C2}" v="44" dt="2024-11-11T16:14:54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9"/>
    <p:restoredTop sz="92636"/>
  </p:normalViewPr>
  <p:slideViewPr>
    <p:cSldViewPr>
      <p:cViewPr varScale="1">
        <p:scale>
          <a:sx n="81" d="100"/>
          <a:sy n="81" d="100"/>
        </p:scale>
        <p:origin x="121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S::andreasantos@unb.br::c1f965dc-8845-4afc-9e32-8f70830fffd6" providerId="AD" clId="Web-{5EC57D72-A1D1-4294-A98B-1D1E105947C2}"/>
    <pc:docChg chg="addSld delSld modSld sldOrd">
      <pc:chgData name="Andrea Cristina Dos Santos" userId="S::andreasantos@unb.br::c1f965dc-8845-4afc-9e32-8f70830fffd6" providerId="AD" clId="Web-{5EC57D72-A1D1-4294-A98B-1D1E105947C2}" dt="2024-11-11T16:14:54.242" v="33"/>
      <pc:docMkLst>
        <pc:docMk/>
      </pc:docMkLst>
      <pc:sldChg chg="del">
        <pc:chgData name="Andrea Cristina Dos Santos" userId="S::andreasantos@unb.br::c1f965dc-8845-4afc-9e32-8f70830fffd6" providerId="AD" clId="Web-{5EC57D72-A1D1-4294-A98B-1D1E105947C2}" dt="2024-11-11T16:05:04.617" v="5"/>
        <pc:sldMkLst>
          <pc:docMk/>
          <pc:sldMk cId="2536274953" sldId="257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5:59.056" v="6"/>
        <pc:sldMkLst>
          <pc:docMk/>
          <pc:sldMk cId="2967351112" sldId="272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14:12.194" v="31"/>
        <pc:sldMkLst>
          <pc:docMk/>
          <pc:sldMk cId="3771246560" sldId="280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13:22.927" v="30"/>
        <pc:sldMkLst>
          <pc:docMk/>
          <pc:sldMk cId="3440571386" sldId="284"/>
        </pc:sldMkLst>
      </pc:sldChg>
      <pc:sldChg chg="add del">
        <pc:chgData name="Andrea Cristina Dos Santos" userId="S::andreasantos@unb.br::c1f965dc-8845-4afc-9e32-8f70830fffd6" providerId="AD" clId="Web-{5EC57D72-A1D1-4294-A98B-1D1E105947C2}" dt="2024-11-11T16:14:54.242" v="33"/>
        <pc:sldMkLst>
          <pc:docMk/>
          <pc:sldMk cId="2364996953" sldId="285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4:59.554" v="1"/>
        <pc:sldMkLst>
          <pc:docMk/>
          <pc:sldMk cId="1028363610" sldId="306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5:01.695" v="2"/>
        <pc:sldMkLst>
          <pc:docMk/>
          <pc:sldMk cId="1072190528" sldId="308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5:02.429" v="3"/>
        <pc:sldMkLst>
          <pc:docMk/>
          <pc:sldMk cId="737654461" sldId="309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5:03.523" v="4"/>
        <pc:sldMkLst>
          <pc:docMk/>
          <pc:sldMk cId="29809451" sldId="312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4:55.710" v="0"/>
        <pc:sldMkLst>
          <pc:docMk/>
          <pc:sldMk cId="1929962103" sldId="313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7:46.637" v="7"/>
        <pc:sldMkLst>
          <pc:docMk/>
          <pc:sldMk cId="1426451503" sldId="315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9:21.795" v="14"/>
        <pc:sldMkLst>
          <pc:docMk/>
          <pc:sldMk cId="2146753918" sldId="316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9:46.531" v="15"/>
        <pc:sldMkLst>
          <pc:docMk/>
          <pc:sldMk cId="888906197" sldId="327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9:48.359" v="16"/>
        <pc:sldMkLst>
          <pc:docMk/>
          <pc:sldMk cId="839483538" sldId="340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9:49.374" v="17"/>
        <pc:sldMkLst>
          <pc:docMk/>
          <pc:sldMk cId="417816168" sldId="341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09:50.484" v="18"/>
        <pc:sldMkLst>
          <pc:docMk/>
          <pc:sldMk cId="1562200406" sldId="343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11:35.471" v="28"/>
        <pc:sldMkLst>
          <pc:docMk/>
          <pc:sldMk cId="752750471" sldId="344"/>
        </pc:sldMkLst>
      </pc:sldChg>
      <pc:sldChg chg="modSp">
        <pc:chgData name="Andrea Cristina Dos Santos" userId="S::andreasantos@unb.br::c1f965dc-8845-4afc-9e32-8f70830fffd6" providerId="AD" clId="Web-{5EC57D72-A1D1-4294-A98B-1D1E105947C2}" dt="2024-11-11T16:10:27.391" v="20" actId="20577"/>
        <pc:sldMkLst>
          <pc:docMk/>
          <pc:sldMk cId="0" sldId="372"/>
        </pc:sldMkLst>
        <pc:spChg chg="mod">
          <ac:chgData name="Andrea Cristina Dos Santos" userId="S::andreasantos@unb.br::c1f965dc-8845-4afc-9e32-8f70830fffd6" providerId="AD" clId="Web-{5EC57D72-A1D1-4294-A98B-1D1E105947C2}" dt="2024-11-11T16:10:27.391" v="20" actId="20577"/>
          <ac:spMkLst>
            <pc:docMk/>
            <pc:sldMk cId="0" sldId="372"/>
            <ac:spMk id="48129" creationId="{00000000-0000-0000-0000-000000000000}"/>
          </ac:spMkLst>
        </pc:spChg>
      </pc:sldChg>
      <pc:sldChg chg="modSp">
        <pc:chgData name="Andrea Cristina Dos Santos" userId="S::andreasantos@unb.br::c1f965dc-8845-4afc-9e32-8f70830fffd6" providerId="AD" clId="Web-{5EC57D72-A1D1-4294-A98B-1D1E105947C2}" dt="2024-11-11T16:10:39.110" v="23" actId="20577"/>
        <pc:sldMkLst>
          <pc:docMk/>
          <pc:sldMk cId="0" sldId="373"/>
        </pc:sldMkLst>
        <pc:spChg chg="mod">
          <ac:chgData name="Andrea Cristina Dos Santos" userId="S::andreasantos@unb.br::c1f965dc-8845-4afc-9e32-8f70830fffd6" providerId="AD" clId="Web-{5EC57D72-A1D1-4294-A98B-1D1E105947C2}" dt="2024-11-11T16:10:39.110" v="23" actId="20577"/>
          <ac:spMkLst>
            <pc:docMk/>
            <pc:sldMk cId="0" sldId="373"/>
            <ac:spMk id="49154" creationId="{00000000-0000-0000-0000-000000000000}"/>
          </ac:spMkLst>
        </pc:spChg>
      </pc:sldChg>
      <pc:sldChg chg="modSp">
        <pc:chgData name="Andrea Cristina Dos Santos" userId="S::andreasantos@unb.br::c1f965dc-8845-4afc-9e32-8f70830fffd6" providerId="AD" clId="Web-{5EC57D72-A1D1-4294-A98B-1D1E105947C2}" dt="2024-11-11T16:10:49.438" v="24" actId="20577"/>
        <pc:sldMkLst>
          <pc:docMk/>
          <pc:sldMk cId="0" sldId="374"/>
        </pc:sldMkLst>
        <pc:spChg chg="mod">
          <ac:chgData name="Andrea Cristina Dos Santos" userId="S::andreasantos@unb.br::c1f965dc-8845-4afc-9e32-8f70830fffd6" providerId="AD" clId="Web-{5EC57D72-A1D1-4294-A98B-1D1E105947C2}" dt="2024-11-11T16:10:49.438" v="24" actId="20577"/>
          <ac:spMkLst>
            <pc:docMk/>
            <pc:sldMk cId="0" sldId="374"/>
            <ac:spMk id="50178" creationId="{00000000-0000-0000-0000-000000000000}"/>
          </ac:spMkLst>
        </pc:spChg>
      </pc:sldChg>
      <pc:sldChg chg="del">
        <pc:chgData name="Andrea Cristina Dos Santos" userId="S::andreasantos@unb.br::c1f965dc-8845-4afc-9e32-8f70830fffd6" providerId="AD" clId="Web-{5EC57D72-A1D1-4294-A98B-1D1E105947C2}" dt="2024-11-11T16:11:17.642" v="25"/>
        <pc:sldMkLst>
          <pc:docMk/>
          <pc:sldMk cId="0" sldId="378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11:18.861" v="26"/>
        <pc:sldMkLst>
          <pc:docMk/>
          <pc:sldMk cId="0" sldId="379"/>
        </pc:sldMkLst>
      </pc:sldChg>
      <pc:sldChg chg="del">
        <pc:chgData name="Andrea Cristina Dos Santos" userId="S::andreasantos@unb.br::c1f965dc-8845-4afc-9e32-8f70830fffd6" providerId="AD" clId="Web-{5EC57D72-A1D1-4294-A98B-1D1E105947C2}" dt="2024-11-11T16:11:21.017" v="27"/>
        <pc:sldMkLst>
          <pc:docMk/>
          <pc:sldMk cId="0" sldId="380"/>
        </pc:sldMkLst>
      </pc:sldChg>
      <pc:sldChg chg="ord">
        <pc:chgData name="Andrea Cristina Dos Santos" userId="S::andreasantos@unb.br::c1f965dc-8845-4afc-9e32-8f70830fffd6" providerId="AD" clId="Web-{5EC57D72-A1D1-4294-A98B-1D1E105947C2}" dt="2024-11-11T16:11:48.549" v="29"/>
        <pc:sldMkLst>
          <pc:docMk/>
          <pc:sldMk cId="0" sldId="385"/>
        </pc:sldMkLst>
      </pc:sldChg>
      <pc:sldChg chg="add replId">
        <pc:chgData name="Andrea Cristina Dos Santos" userId="S::andreasantos@unb.br::c1f965dc-8845-4afc-9e32-8f70830fffd6" providerId="AD" clId="Web-{5EC57D72-A1D1-4294-A98B-1D1E105947C2}" dt="2024-11-11T16:08:36.826" v="8"/>
        <pc:sldMkLst>
          <pc:docMk/>
          <pc:sldMk cId="3768627544" sldId="423"/>
        </pc:sldMkLst>
      </pc:sldChg>
      <pc:sldChg chg="add replId">
        <pc:chgData name="Andrea Cristina Dos Santos" userId="S::andreasantos@unb.br::c1f965dc-8845-4afc-9e32-8f70830fffd6" providerId="AD" clId="Web-{5EC57D72-A1D1-4294-A98B-1D1E105947C2}" dt="2024-11-11T16:08:36.997" v="9"/>
        <pc:sldMkLst>
          <pc:docMk/>
          <pc:sldMk cId="1550248068" sldId="424"/>
        </pc:sldMkLst>
      </pc:sldChg>
      <pc:sldChg chg="add replId">
        <pc:chgData name="Andrea Cristina Dos Santos" userId="S::andreasantos@unb.br::c1f965dc-8845-4afc-9e32-8f70830fffd6" providerId="AD" clId="Web-{5EC57D72-A1D1-4294-A98B-1D1E105947C2}" dt="2024-11-11T16:08:37.232" v="10"/>
        <pc:sldMkLst>
          <pc:docMk/>
          <pc:sldMk cId="665220375" sldId="425"/>
        </pc:sldMkLst>
      </pc:sldChg>
      <pc:sldChg chg="add replId">
        <pc:chgData name="Andrea Cristina Dos Santos" userId="S::andreasantos@unb.br::c1f965dc-8845-4afc-9e32-8f70830fffd6" providerId="AD" clId="Web-{5EC57D72-A1D1-4294-A98B-1D1E105947C2}" dt="2024-11-11T16:08:37.435" v="11"/>
        <pc:sldMkLst>
          <pc:docMk/>
          <pc:sldMk cId="3343514604" sldId="426"/>
        </pc:sldMkLst>
      </pc:sldChg>
      <pc:sldChg chg="modSp add replId">
        <pc:chgData name="Andrea Cristina Dos Santos" userId="S::andreasantos@unb.br::c1f965dc-8845-4afc-9e32-8f70830fffd6" providerId="AD" clId="Web-{5EC57D72-A1D1-4294-A98B-1D1E105947C2}" dt="2024-11-11T16:09:09.342" v="13" actId="20577"/>
        <pc:sldMkLst>
          <pc:docMk/>
          <pc:sldMk cId="985879481" sldId="427"/>
        </pc:sldMkLst>
        <pc:spChg chg="mod">
          <ac:chgData name="Andrea Cristina Dos Santos" userId="S::andreasantos@unb.br::c1f965dc-8845-4afc-9e32-8f70830fffd6" providerId="AD" clId="Web-{5EC57D72-A1D1-4294-A98B-1D1E105947C2}" dt="2024-11-11T16:09:09.342" v="13" actId="20577"/>
          <ac:spMkLst>
            <pc:docMk/>
            <pc:sldMk cId="985879481" sldId="427"/>
            <ac:spMk id="6" creationId="{00000000-0000-0000-0000-000000000000}"/>
          </ac:spMkLst>
        </pc:spChg>
      </pc:sldChg>
    </pc:docChg>
  </pc:docChgLst>
  <pc:docChgLst>
    <pc:chgData name=" Santos" userId="c1f965dc-8845-4afc-9e32-8f70830fffd6" providerId="ADAL" clId="{0E9FAB8E-D9DD-A747-9594-F7364A1E9FCA}"/>
    <pc:docChg chg="delSld">
      <pc:chgData name=" Santos" userId="c1f965dc-8845-4afc-9e32-8f70830fffd6" providerId="ADAL" clId="{0E9FAB8E-D9DD-A747-9594-F7364A1E9FCA}" dt="2022-02-09T17:44:37.977" v="12" actId="2696"/>
      <pc:docMkLst>
        <pc:docMk/>
      </pc:docMkLst>
      <pc:sldChg chg="del">
        <pc:chgData name=" Santos" userId="c1f965dc-8845-4afc-9e32-8f70830fffd6" providerId="ADAL" clId="{0E9FAB8E-D9DD-A747-9594-F7364A1E9FCA}" dt="2022-02-09T17:44:28.622" v="0" actId="2696"/>
        <pc:sldMkLst>
          <pc:docMk/>
          <pc:sldMk cId="2691301986" sldId="286"/>
        </pc:sldMkLst>
      </pc:sldChg>
      <pc:sldChg chg="del">
        <pc:chgData name=" Santos" userId="c1f965dc-8845-4afc-9e32-8f70830fffd6" providerId="ADAL" clId="{0E9FAB8E-D9DD-A747-9594-F7364A1E9FCA}" dt="2022-02-09T17:44:29.324" v="1" actId="2696"/>
        <pc:sldMkLst>
          <pc:docMk/>
          <pc:sldMk cId="1526997288" sldId="287"/>
        </pc:sldMkLst>
      </pc:sldChg>
      <pc:sldChg chg="del">
        <pc:chgData name=" Santos" userId="c1f965dc-8845-4afc-9e32-8f70830fffd6" providerId="ADAL" clId="{0E9FAB8E-D9DD-A747-9594-F7364A1E9FCA}" dt="2022-02-09T17:44:29.962" v="2" actId="2696"/>
        <pc:sldMkLst>
          <pc:docMk/>
          <pc:sldMk cId="3683536974" sldId="288"/>
        </pc:sldMkLst>
      </pc:sldChg>
      <pc:sldChg chg="del">
        <pc:chgData name=" Santos" userId="c1f965dc-8845-4afc-9e32-8f70830fffd6" providerId="ADAL" clId="{0E9FAB8E-D9DD-A747-9594-F7364A1E9FCA}" dt="2022-02-09T17:44:32.958" v="3" actId="2696"/>
        <pc:sldMkLst>
          <pc:docMk/>
          <pc:sldMk cId="1431903514" sldId="290"/>
        </pc:sldMkLst>
      </pc:sldChg>
      <pc:sldChg chg="del">
        <pc:chgData name=" Santos" userId="c1f965dc-8845-4afc-9e32-8f70830fffd6" providerId="ADAL" clId="{0E9FAB8E-D9DD-A747-9594-F7364A1E9FCA}" dt="2022-02-09T17:44:33.613" v="4" actId="2696"/>
        <pc:sldMkLst>
          <pc:docMk/>
          <pc:sldMk cId="3492457748" sldId="291"/>
        </pc:sldMkLst>
      </pc:sldChg>
      <pc:sldChg chg="del">
        <pc:chgData name=" Santos" userId="c1f965dc-8845-4afc-9e32-8f70830fffd6" providerId="ADAL" clId="{0E9FAB8E-D9DD-A747-9594-F7364A1E9FCA}" dt="2022-02-09T17:44:34.155" v="5" actId="2696"/>
        <pc:sldMkLst>
          <pc:docMk/>
          <pc:sldMk cId="169213905" sldId="292"/>
        </pc:sldMkLst>
      </pc:sldChg>
      <pc:sldChg chg="del">
        <pc:chgData name=" Santos" userId="c1f965dc-8845-4afc-9e32-8f70830fffd6" providerId="ADAL" clId="{0E9FAB8E-D9DD-A747-9594-F7364A1E9FCA}" dt="2022-02-09T17:44:34.736" v="6" actId="2696"/>
        <pc:sldMkLst>
          <pc:docMk/>
          <pc:sldMk cId="3287890642" sldId="293"/>
        </pc:sldMkLst>
      </pc:sldChg>
      <pc:sldChg chg="del">
        <pc:chgData name=" Santos" userId="c1f965dc-8845-4afc-9e32-8f70830fffd6" providerId="ADAL" clId="{0E9FAB8E-D9DD-A747-9594-F7364A1E9FCA}" dt="2022-02-09T17:44:35.270" v="7" actId="2696"/>
        <pc:sldMkLst>
          <pc:docMk/>
          <pc:sldMk cId="4087407504" sldId="294"/>
        </pc:sldMkLst>
      </pc:sldChg>
      <pc:sldChg chg="del">
        <pc:chgData name=" Santos" userId="c1f965dc-8845-4afc-9e32-8f70830fffd6" providerId="ADAL" clId="{0E9FAB8E-D9DD-A747-9594-F7364A1E9FCA}" dt="2022-02-09T17:44:35.810" v="8" actId="2696"/>
        <pc:sldMkLst>
          <pc:docMk/>
          <pc:sldMk cId="1486382006" sldId="295"/>
        </pc:sldMkLst>
      </pc:sldChg>
      <pc:sldChg chg="del">
        <pc:chgData name=" Santos" userId="c1f965dc-8845-4afc-9e32-8f70830fffd6" providerId="ADAL" clId="{0E9FAB8E-D9DD-A747-9594-F7364A1E9FCA}" dt="2022-02-09T17:44:36.372" v="9" actId="2696"/>
        <pc:sldMkLst>
          <pc:docMk/>
          <pc:sldMk cId="4121374269" sldId="296"/>
        </pc:sldMkLst>
      </pc:sldChg>
      <pc:sldChg chg="del">
        <pc:chgData name=" Santos" userId="c1f965dc-8845-4afc-9e32-8f70830fffd6" providerId="ADAL" clId="{0E9FAB8E-D9DD-A747-9594-F7364A1E9FCA}" dt="2022-02-09T17:44:36.931" v="10" actId="2696"/>
        <pc:sldMkLst>
          <pc:docMk/>
          <pc:sldMk cId="2397505812" sldId="297"/>
        </pc:sldMkLst>
      </pc:sldChg>
      <pc:sldChg chg="del">
        <pc:chgData name=" Santos" userId="c1f965dc-8845-4afc-9e32-8f70830fffd6" providerId="ADAL" clId="{0E9FAB8E-D9DD-A747-9594-F7364A1E9FCA}" dt="2022-02-09T17:44:37.442" v="11" actId="2696"/>
        <pc:sldMkLst>
          <pc:docMk/>
          <pc:sldMk cId="2267437667" sldId="298"/>
        </pc:sldMkLst>
      </pc:sldChg>
      <pc:sldChg chg="del">
        <pc:chgData name=" Santos" userId="c1f965dc-8845-4afc-9e32-8f70830fffd6" providerId="ADAL" clId="{0E9FAB8E-D9DD-A747-9594-F7364A1E9FCA}" dt="2022-02-09T17:44:37.977" v="12" actId="2696"/>
        <pc:sldMkLst>
          <pc:docMk/>
          <pc:sldMk cId="3195539432" sldId="29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2A391-FD5D-4829-A431-6A9EC937BA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BC707A-E20B-4825-973F-9EDE266E48B5}">
      <dgm:prSet/>
      <dgm:spPr/>
      <dgm:t>
        <a:bodyPr/>
        <a:lstStyle/>
        <a:p>
          <a:r>
            <a:rPr lang="pt-BR"/>
            <a:t>4.1 Gest</a:t>
          </a:r>
          <a:r>
            <a:rPr lang="en-US"/>
            <a:t>ão do conhecimento</a:t>
          </a:r>
        </a:p>
      </dgm:t>
    </dgm:pt>
    <dgm:pt modelId="{18D6659E-B5C2-4419-B0F4-94CB7D3A9E92}" type="parTrans" cxnId="{D633F183-94BC-4D41-A80F-176CEF9E6D10}">
      <dgm:prSet/>
      <dgm:spPr/>
      <dgm:t>
        <a:bodyPr/>
        <a:lstStyle/>
        <a:p>
          <a:endParaRPr lang="en-US"/>
        </a:p>
      </dgm:t>
    </dgm:pt>
    <dgm:pt modelId="{1BA41289-7EBD-4A1A-8674-D7F5E2072F39}" type="sibTrans" cxnId="{D633F183-94BC-4D41-A80F-176CEF9E6D10}">
      <dgm:prSet/>
      <dgm:spPr/>
      <dgm:t>
        <a:bodyPr/>
        <a:lstStyle/>
        <a:p>
          <a:endParaRPr lang="en-US"/>
        </a:p>
      </dgm:t>
    </dgm:pt>
    <dgm:pt modelId="{2A9AADDE-48AB-4F20-9940-6B9FD772E335}">
      <dgm:prSet/>
      <dgm:spPr/>
      <dgm:t>
        <a:bodyPr/>
        <a:lstStyle/>
        <a:p>
          <a:r>
            <a:rPr lang="en-US"/>
            <a:t>4.2 Inteligência Competitiva</a:t>
          </a:r>
        </a:p>
      </dgm:t>
    </dgm:pt>
    <dgm:pt modelId="{B4AE56B2-2703-4B9C-8A05-A2514060F92F}" type="parTrans" cxnId="{99C13AD0-A771-4CD1-B308-364EFAC1108D}">
      <dgm:prSet/>
      <dgm:spPr/>
      <dgm:t>
        <a:bodyPr/>
        <a:lstStyle/>
        <a:p>
          <a:endParaRPr lang="en-US"/>
        </a:p>
      </dgm:t>
    </dgm:pt>
    <dgm:pt modelId="{94AB5C5D-0B39-4C79-A638-21401BB70E13}" type="sibTrans" cxnId="{99C13AD0-A771-4CD1-B308-364EFAC1108D}">
      <dgm:prSet/>
      <dgm:spPr/>
      <dgm:t>
        <a:bodyPr/>
        <a:lstStyle/>
        <a:p>
          <a:endParaRPr lang="en-US"/>
        </a:p>
      </dgm:t>
    </dgm:pt>
    <dgm:pt modelId="{6E488620-50DA-4859-B84F-694CFBA5DED5}">
      <dgm:prSet/>
      <dgm:spPr/>
      <dgm:t>
        <a:bodyPr/>
        <a:lstStyle/>
        <a:p>
          <a:r>
            <a:rPr lang="en-US"/>
            <a:t>4.3 Gestão da inovação de produtos</a:t>
          </a:r>
        </a:p>
      </dgm:t>
    </dgm:pt>
    <dgm:pt modelId="{C9B530BA-63E6-4153-9006-57662E3D2740}" type="parTrans" cxnId="{8ECE1C72-30CE-4886-8EE6-8EED149497DF}">
      <dgm:prSet/>
      <dgm:spPr/>
      <dgm:t>
        <a:bodyPr/>
        <a:lstStyle/>
        <a:p>
          <a:endParaRPr lang="en-US"/>
        </a:p>
      </dgm:t>
    </dgm:pt>
    <dgm:pt modelId="{9CFC8596-A21D-4F6B-8867-F742ECA8A5B5}" type="sibTrans" cxnId="{8ECE1C72-30CE-4886-8EE6-8EED149497DF}">
      <dgm:prSet/>
      <dgm:spPr/>
      <dgm:t>
        <a:bodyPr/>
        <a:lstStyle/>
        <a:p>
          <a:endParaRPr lang="en-US"/>
        </a:p>
      </dgm:t>
    </dgm:pt>
    <dgm:pt modelId="{8627AE3A-FDBC-438C-B5F0-C0F4529B9DDB}" type="pres">
      <dgm:prSet presAssocID="{2D42A391-FD5D-4829-A431-6A9EC937BAE7}" presName="root" presStyleCnt="0">
        <dgm:presLayoutVars>
          <dgm:dir/>
          <dgm:resizeHandles val="exact"/>
        </dgm:presLayoutVars>
      </dgm:prSet>
      <dgm:spPr/>
    </dgm:pt>
    <dgm:pt modelId="{A39B5443-99B0-425A-BA09-F386640CAD21}" type="pres">
      <dgm:prSet presAssocID="{0BBC707A-E20B-4825-973F-9EDE266E48B5}" presName="compNode" presStyleCnt="0"/>
      <dgm:spPr/>
    </dgm:pt>
    <dgm:pt modelId="{7E28EEA9-A27F-4D8B-A9B4-CD5329D213E2}" type="pres">
      <dgm:prSet presAssocID="{0BBC707A-E20B-4825-973F-9EDE266E48B5}" presName="bgRect" presStyleLbl="bgShp" presStyleIdx="0" presStyleCnt="3"/>
      <dgm:spPr/>
    </dgm:pt>
    <dgm:pt modelId="{0A1AC82A-0E69-47AF-BC16-637C8175D144}" type="pres">
      <dgm:prSet presAssocID="{0BBC707A-E20B-4825-973F-9EDE266E48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97D013-29A1-4499-8222-5EE146EC7A18}" type="pres">
      <dgm:prSet presAssocID="{0BBC707A-E20B-4825-973F-9EDE266E48B5}" presName="spaceRect" presStyleCnt="0"/>
      <dgm:spPr/>
    </dgm:pt>
    <dgm:pt modelId="{1FEAE1E3-40BD-47E3-8EE3-6F47FCF6628E}" type="pres">
      <dgm:prSet presAssocID="{0BBC707A-E20B-4825-973F-9EDE266E48B5}" presName="parTx" presStyleLbl="revTx" presStyleIdx="0" presStyleCnt="3">
        <dgm:presLayoutVars>
          <dgm:chMax val="0"/>
          <dgm:chPref val="0"/>
        </dgm:presLayoutVars>
      </dgm:prSet>
      <dgm:spPr/>
    </dgm:pt>
    <dgm:pt modelId="{5EC0150F-BFF2-4601-86DC-3484E43128DB}" type="pres">
      <dgm:prSet presAssocID="{1BA41289-7EBD-4A1A-8674-D7F5E2072F39}" presName="sibTrans" presStyleCnt="0"/>
      <dgm:spPr/>
    </dgm:pt>
    <dgm:pt modelId="{7EBFAF5F-4026-49E4-9F6E-DDFAC132A262}" type="pres">
      <dgm:prSet presAssocID="{2A9AADDE-48AB-4F20-9940-6B9FD772E335}" presName="compNode" presStyleCnt="0"/>
      <dgm:spPr/>
    </dgm:pt>
    <dgm:pt modelId="{3F6F69BD-6EA9-4F8E-BF2D-1ADF08592A42}" type="pres">
      <dgm:prSet presAssocID="{2A9AADDE-48AB-4F20-9940-6B9FD772E335}" presName="bgRect" presStyleLbl="bgShp" presStyleIdx="1" presStyleCnt="3"/>
      <dgm:spPr/>
    </dgm:pt>
    <dgm:pt modelId="{77F111C1-64F3-4447-A32C-C8198E08A98F}" type="pres">
      <dgm:prSet presAssocID="{2A9AADDE-48AB-4F20-9940-6B9FD772E3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D51E8F5-93AE-4FF1-AD6E-163CF63294BA}" type="pres">
      <dgm:prSet presAssocID="{2A9AADDE-48AB-4F20-9940-6B9FD772E335}" presName="spaceRect" presStyleCnt="0"/>
      <dgm:spPr/>
    </dgm:pt>
    <dgm:pt modelId="{97C3D595-4AC4-471B-9646-81D101B865A4}" type="pres">
      <dgm:prSet presAssocID="{2A9AADDE-48AB-4F20-9940-6B9FD772E335}" presName="parTx" presStyleLbl="revTx" presStyleIdx="1" presStyleCnt="3">
        <dgm:presLayoutVars>
          <dgm:chMax val="0"/>
          <dgm:chPref val="0"/>
        </dgm:presLayoutVars>
      </dgm:prSet>
      <dgm:spPr/>
    </dgm:pt>
    <dgm:pt modelId="{860BF53C-159F-4F2C-A7D9-627AD4A13774}" type="pres">
      <dgm:prSet presAssocID="{94AB5C5D-0B39-4C79-A638-21401BB70E13}" presName="sibTrans" presStyleCnt="0"/>
      <dgm:spPr/>
    </dgm:pt>
    <dgm:pt modelId="{6D18F469-4CC4-4BE3-8B1F-C845108530A8}" type="pres">
      <dgm:prSet presAssocID="{6E488620-50DA-4859-B84F-694CFBA5DED5}" presName="compNode" presStyleCnt="0"/>
      <dgm:spPr/>
    </dgm:pt>
    <dgm:pt modelId="{09F9C3E4-2CE7-4D2E-B4AF-2A3B865855B3}" type="pres">
      <dgm:prSet presAssocID="{6E488620-50DA-4859-B84F-694CFBA5DED5}" presName="bgRect" presStyleLbl="bgShp" presStyleIdx="2" presStyleCnt="3"/>
      <dgm:spPr/>
    </dgm:pt>
    <dgm:pt modelId="{1DF0B728-262F-4051-9895-16617AEB1060}" type="pres">
      <dgm:prSet presAssocID="{6E488620-50DA-4859-B84F-694CFBA5DE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1E4249A-B00C-4203-8395-906C0008B197}" type="pres">
      <dgm:prSet presAssocID="{6E488620-50DA-4859-B84F-694CFBA5DED5}" presName="spaceRect" presStyleCnt="0"/>
      <dgm:spPr/>
    </dgm:pt>
    <dgm:pt modelId="{CBB1F717-6A75-44B0-BF24-FD20ED364E01}" type="pres">
      <dgm:prSet presAssocID="{6E488620-50DA-4859-B84F-694CFBA5DED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17D11B-817A-4CD6-B9C1-2FDC2EA7CA7D}" type="presOf" srcId="{2D42A391-FD5D-4829-A431-6A9EC937BAE7}" destId="{8627AE3A-FDBC-438C-B5F0-C0F4529B9DDB}" srcOrd="0" destOrd="0" presId="urn:microsoft.com/office/officeart/2018/2/layout/IconVerticalSolidList"/>
    <dgm:cxn modelId="{4E4F192B-3ABC-459C-8919-ED646778673A}" type="presOf" srcId="{2A9AADDE-48AB-4F20-9940-6B9FD772E335}" destId="{97C3D595-4AC4-471B-9646-81D101B865A4}" srcOrd="0" destOrd="0" presId="urn:microsoft.com/office/officeart/2018/2/layout/IconVerticalSolidList"/>
    <dgm:cxn modelId="{8ECE1C72-30CE-4886-8EE6-8EED149497DF}" srcId="{2D42A391-FD5D-4829-A431-6A9EC937BAE7}" destId="{6E488620-50DA-4859-B84F-694CFBA5DED5}" srcOrd="2" destOrd="0" parTransId="{C9B530BA-63E6-4153-9006-57662E3D2740}" sibTransId="{9CFC8596-A21D-4F6B-8867-F742ECA8A5B5}"/>
    <dgm:cxn modelId="{D633F183-94BC-4D41-A80F-176CEF9E6D10}" srcId="{2D42A391-FD5D-4829-A431-6A9EC937BAE7}" destId="{0BBC707A-E20B-4825-973F-9EDE266E48B5}" srcOrd="0" destOrd="0" parTransId="{18D6659E-B5C2-4419-B0F4-94CB7D3A9E92}" sibTransId="{1BA41289-7EBD-4A1A-8674-D7F5E2072F39}"/>
    <dgm:cxn modelId="{99C13AD0-A771-4CD1-B308-364EFAC1108D}" srcId="{2D42A391-FD5D-4829-A431-6A9EC937BAE7}" destId="{2A9AADDE-48AB-4F20-9940-6B9FD772E335}" srcOrd="1" destOrd="0" parTransId="{B4AE56B2-2703-4B9C-8A05-A2514060F92F}" sibTransId="{94AB5C5D-0B39-4C79-A638-21401BB70E13}"/>
    <dgm:cxn modelId="{163D90E8-EE9D-4C41-A472-74B899BAB937}" type="presOf" srcId="{6E488620-50DA-4859-B84F-694CFBA5DED5}" destId="{CBB1F717-6A75-44B0-BF24-FD20ED364E01}" srcOrd="0" destOrd="0" presId="urn:microsoft.com/office/officeart/2018/2/layout/IconVerticalSolidList"/>
    <dgm:cxn modelId="{F27D90EF-CADA-4DB6-BD25-DCE0A1EA2F4B}" type="presOf" srcId="{0BBC707A-E20B-4825-973F-9EDE266E48B5}" destId="{1FEAE1E3-40BD-47E3-8EE3-6F47FCF6628E}" srcOrd="0" destOrd="0" presId="urn:microsoft.com/office/officeart/2018/2/layout/IconVerticalSolidList"/>
    <dgm:cxn modelId="{43CEB998-5ED9-471F-8714-F7DD4E7E0F06}" type="presParOf" srcId="{8627AE3A-FDBC-438C-B5F0-C0F4529B9DDB}" destId="{A39B5443-99B0-425A-BA09-F386640CAD21}" srcOrd="0" destOrd="0" presId="urn:microsoft.com/office/officeart/2018/2/layout/IconVerticalSolidList"/>
    <dgm:cxn modelId="{D2D0F4D1-9B04-4726-A499-F880BA87099F}" type="presParOf" srcId="{A39B5443-99B0-425A-BA09-F386640CAD21}" destId="{7E28EEA9-A27F-4D8B-A9B4-CD5329D213E2}" srcOrd="0" destOrd="0" presId="urn:microsoft.com/office/officeart/2018/2/layout/IconVerticalSolidList"/>
    <dgm:cxn modelId="{2C2F06BD-AE48-4B88-B995-B2526F634D1D}" type="presParOf" srcId="{A39B5443-99B0-425A-BA09-F386640CAD21}" destId="{0A1AC82A-0E69-47AF-BC16-637C8175D144}" srcOrd="1" destOrd="0" presId="urn:microsoft.com/office/officeart/2018/2/layout/IconVerticalSolidList"/>
    <dgm:cxn modelId="{20EEC6AC-9DB6-4E49-B278-27B3A55287CF}" type="presParOf" srcId="{A39B5443-99B0-425A-BA09-F386640CAD21}" destId="{A397D013-29A1-4499-8222-5EE146EC7A18}" srcOrd="2" destOrd="0" presId="urn:microsoft.com/office/officeart/2018/2/layout/IconVerticalSolidList"/>
    <dgm:cxn modelId="{8E5E74C4-9539-4F89-9C9A-E4EFBFFC4A60}" type="presParOf" srcId="{A39B5443-99B0-425A-BA09-F386640CAD21}" destId="{1FEAE1E3-40BD-47E3-8EE3-6F47FCF6628E}" srcOrd="3" destOrd="0" presId="urn:microsoft.com/office/officeart/2018/2/layout/IconVerticalSolidList"/>
    <dgm:cxn modelId="{09D3A50B-8D21-44B7-9DA9-021E5357F259}" type="presParOf" srcId="{8627AE3A-FDBC-438C-B5F0-C0F4529B9DDB}" destId="{5EC0150F-BFF2-4601-86DC-3484E43128DB}" srcOrd="1" destOrd="0" presId="urn:microsoft.com/office/officeart/2018/2/layout/IconVerticalSolidList"/>
    <dgm:cxn modelId="{78D878F0-25CF-4139-88F7-771F002E45FD}" type="presParOf" srcId="{8627AE3A-FDBC-438C-B5F0-C0F4529B9DDB}" destId="{7EBFAF5F-4026-49E4-9F6E-DDFAC132A262}" srcOrd="2" destOrd="0" presId="urn:microsoft.com/office/officeart/2018/2/layout/IconVerticalSolidList"/>
    <dgm:cxn modelId="{E698C1C5-0727-48D4-A1D0-73B9CCF38579}" type="presParOf" srcId="{7EBFAF5F-4026-49E4-9F6E-DDFAC132A262}" destId="{3F6F69BD-6EA9-4F8E-BF2D-1ADF08592A42}" srcOrd="0" destOrd="0" presId="urn:microsoft.com/office/officeart/2018/2/layout/IconVerticalSolidList"/>
    <dgm:cxn modelId="{1BD167B5-98A7-4F5E-8AFF-2A7EA63F8F1D}" type="presParOf" srcId="{7EBFAF5F-4026-49E4-9F6E-DDFAC132A262}" destId="{77F111C1-64F3-4447-A32C-C8198E08A98F}" srcOrd="1" destOrd="0" presId="urn:microsoft.com/office/officeart/2018/2/layout/IconVerticalSolidList"/>
    <dgm:cxn modelId="{8735D92B-CA31-4313-A05D-EC77D52B0D78}" type="presParOf" srcId="{7EBFAF5F-4026-49E4-9F6E-DDFAC132A262}" destId="{2D51E8F5-93AE-4FF1-AD6E-163CF63294BA}" srcOrd="2" destOrd="0" presId="urn:microsoft.com/office/officeart/2018/2/layout/IconVerticalSolidList"/>
    <dgm:cxn modelId="{845CE992-3B5F-472D-A145-64DDD7D0E199}" type="presParOf" srcId="{7EBFAF5F-4026-49E4-9F6E-DDFAC132A262}" destId="{97C3D595-4AC4-471B-9646-81D101B865A4}" srcOrd="3" destOrd="0" presId="urn:microsoft.com/office/officeart/2018/2/layout/IconVerticalSolidList"/>
    <dgm:cxn modelId="{7F76A4D7-F8B1-4B70-9892-D324BA163375}" type="presParOf" srcId="{8627AE3A-FDBC-438C-B5F0-C0F4529B9DDB}" destId="{860BF53C-159F-4F2C-A7D9-627AD4A13774}" srcOrd="3" destOrd="0" presId="urn:microsoft.com/office/officeart/2018/2/layout/IconVerticalSolidList"/>
    <dgm:cxn modelId="{B901C804-58D6-40F3-94DE-488A6EFA77C2}" type="presParOf" srcId="{8627AE3A-FDBC-438C-B5F0-C0F4529B9DDB}" destId="{6D18F469-4CC4-4BE3-8B1F-C845108530A8}" srcOrd="4" destOrd="0" presId="urn:microsoft.com/office/officeart/2018/2/layout/IconVerticalSolidList"/>
    <dgm:cxn modelId="{61E7D31C-21DE-4052-942D-DA0F892D3995}" type="presParOf" srcId="{6D18F469-4CC4-4BE3-8B1F-C845108530A8}" destId="{09F9C3E4-2CE7-4D2E-B4AF-2A3B865855B3}" srcOrd="0" destOrd="0" presId="urn:microsoft.com/office/officeart/2018/2/layout/IconVerticalSolidList"/>
    <dgm:cxn modelId="{F0F9C55B-FCEE-41BA-AE78-C808741E1439}" type="presParOf" srcId="{6D18F469-4CC4-4BE3-8B1F-C845108530A8}" destId="{1DF0B728-262F-4051-9895-16617AEB1060}" srcOrd="1" destOrd="0" presId="urn:microsoft.com/office/officeart/2018/2/layout/IconVerticalSolidList"/>
    <dgm:cxn modelId="{B551A418-B021-433D-8673-58BADDD1586A}" type="presParOf" srcId="{6D18F469-4CC4-4BE3-8B1F-C845108530A8}" destId="{C1E4249A-B00C-4203-8395-906C0008B197}" srcOrd="2" destOrd="0" presId="urn:microsoft.com/office/officeart/2018/2/layout/IconVerticalSolidList"/>
    <dgm:cxn modelId="{27551F23-3BC9-46D2-BBDE-F87A7DC26650}" type="presParOf" srcId="{6D18F469-4CC4-4BE3-8B1F-C845108530A8}" destId="{CBB1F717-6A75-44B0-BF24-FD20ED364E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8EEA9-A27F-4D8B-A9B4-CD5329D213E2}">
      <dsp:nvSpPr>
        <dsp:cNvPr id="0" name=""/>
        <dsp:cNvSpPr/>
      </dsp:nvSpPr>
      <dsp:spPr>
        <a:xfrm>
          <a:off x="0" y="527"/>
          <a:ext cx="8229600" cy="12354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AC82A-0E69-47AF-BC16-637C8175D144}">
      <dsp:nvSpPr>
        <dsp:cNvPr id="0" name=""/>
        <dsp:cNvSpPr/>
      </dsp:nvSpPr>
      <dsp:spPr>
        <a:xfrm>
          <a:off x="373721" y="278503"/>
          <a:ext cx="679494" cy="679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AE1E3-40BD-47E3-8EE3-6F47FCF6628E}">
      <dsp:nvSpPr>
        <dsp:cNvPr id="0" name=""/>
        <dsp:cNvSpPr/>
      </dsp:nvSpPr>
      <dsp:spPr>
        <a:xfrm>
          <a:off x="1426938" y="527"/>
          <a:ext cx="6802661" cy="123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51" tIns="130751" rIns="130751" bIns="130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4.1 Gest</a:t>
          </a:r>
          <a:r>
            <a:rPr lang="en-US" sz="2500" kern="1200"/>
            <a:t>ão do conhecimento</a:t>
          </a:r>
        </a:p>
      </dsp:txBody>
      <dsp:txXfrm>
        <a:off x="1426938" y="527"/>
        <a:ext cx="6802661" cy="1235444"/>
      </dsp:txXfrm>
    </dsp:sp>
    <dsp:sp modelId="{3F6F69BD-6EA9-4F8E-BF2D-1ADF08592A42}">
      <dsp:nvSpPr>
        <dsp:cNvPr id="0" name=""/>
        <dsp:cNvSpPr/>
      </dsp:nvSpPr>
      <dsp:spPr>
        <a:xfrm>
          <a:off x="0" y="1544833"/>
          <a:ext cx="8229600" cy="12354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111C1-64F3-4447-A32C-C8198E08A98F}">
      <dsp:nvSpPr>
        <dsp:cNvPr id="0" name=""/>
        <dsp:cNvSpPr/>
      </dsp:nvSpPr>
      <dsp:spPr>
        <a:xfrm>
          <a:off x="373721" y="1822808"/>
          <a:ext cx="679494" cy="679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3D595-4AC4-471B-9646-81D101B865A4}">
      <dsp:nvSpPr>
        <dsp:cNvPr id="0" name=""/>
        <dsp:cNvSpPr/>
      </dsp:nvSpPr>
      <dsp:spPr>
        <a:xfrm>
          <a:off x="1426938" y="1544833"/>
          <a:ext cx="6802661" cy="123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51" tIns="130751" rIns="130751" bIns="130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4.2 Inteligência Competitiva</a:t>
          </a:r>
        </a:p>
      </dsp:txBody>
      <dsp:txXfrm>
        <a:off x="1426938" y="1544833"/>
        <a:ext cx="6802661" cy="1235444"/>
      </dsp:txXfrm>
    </dsp:sp>
    <dsp:sp modelId="{09F9C3E4-2CE7-4D2E-B4AF-2A3B865855B3}">
      <dsp:nvSpPr>
        <dsp:cNvPr id="0" name=""/>
        <dsp:cNvSpPr/>
      </dsp:nvSpPr>
      <dsp:spPr>
        <a:xfrm>
          <a:off x="0" y="3089139"/>
          <a:ext cx="8229600" cy="12354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0B728-262F-4051-9895-16617AEB1060}">
      <dsp:nvSpPr>
        <dsp:cNvPr id="0" name=""/>
        <dsp:cNvSpPr/>
      </dsp:nvSpPr>
      <dsp:spPr>
        <a:xfrm>
          <a:off x="373721" y="3367114"/>
          <a:ext cx="679494" cy="679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1F717-6A75-44B0-BF24-FD20ED364E01}">
      <dsp:nvSpPr>
        <dsp:cNvPr id="0" name=""/>
        <dsp:cNvSpPr/>
      </dsp:nvSpPr>
      <dsp:spPr>
        <a:xfrm>
          <a:off x="1426938" y="3089139"/>
          <a:ext cx="6802661" cy="123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751" tIns="130751" rIns="130751" bIns="130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4.3 Gestão da inovação de produtos</a:t>
          </a:r>
        </a:p>
      </dsp:txBody>
      <dsp:txXfrm>
        <a:off x="1426938" y="3089139"/>
        <a:ext cx="6802661" cy="1235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8228F-5D52-A54F-A8AF-B77461C14A07}" type="datetimeFigureOut">
              <a:rPr lang="pt-BR" smtClean="0"/>
              <a:t>11/11/2024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9FCBA-CF29-284D-A2E1-4F3EE0C89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28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22A5DB3-FE43-4B43-89E6-9FA19EC14575}" type="slidenum">
              <a:rPr lang="pt-BR" altLang="pt-BR" sz="1300"/>
              <a:pPr eaLnBrk="1" hangingPunct="1"/>
              <a:t>32</a:t>
            </a:fld>
            <a:endParaRPr lang="pt-BR" altLang="pt-BR" sz="13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 sz="260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9007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22A5DB3-FE43-4B43-89E6-9FA19EC14575}" type="slidenum">
              <a:rPr lang="pt-BR" altLang="pt-BR" sz="1300"/>
              <a:pPr eaLnBrk="1" hangingPunct="1"/>
              <a:t>43</a:t>
            </a:fld>
            <a:endParaRPr lang="pt-BR" altLang="pt-BR" sz="13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 sz="260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439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A59C39A-12CC-4825-90E1-B2E6D53DBA09}" type="datetimeFigureOut">
              <a:rPr lang="pt-BR" smtClean="0"/>
              <a:pPr/>
              <a:t>11/11/2024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B14BA7B-84CE-46B3-96AD-C255157F354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H1QjD1fi6Q" TargetMode="External"/><Relationship Id="rId2" Type="http://schemas.openxmlformats.org/officeDocument/2006/relationships/hyperlink" Target="https://www.youtube.com/watch?v=rZU0tv6OMI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Universidade de Brasília</a:t>
            </a:r>
            <a:br>
              <a:rPr lang="pt-BR" sz="3200" dirty="0"/>
            </a:br>
            <a:r>
              <a:rPr lang="pt-BR" sz="3200" dirty="0"/>
              <a:t>Departamento de Engenharia de Produção</a:t>
            </a:r>
            <a:br>
              <a:rPr lang="pt-BR" sz="3200" dirty="0"/>
            </a:br>
            <a:r>
              <a:rPr lang="pt-BR" sz="3200" dirty="0"/>
              <a:t>Disciplina: Engenharia de Produto</a:t>
            </a:r>
            <a:br>
              <a:rPr lang="pt-BR" sz="3200" dirty="0"/>
            </a:br>
            <a:r>
              <a:rPr lang="pt-BR" sz="3200" dirty="0"/>
              <a:t>  </a:t>
            </a:r>
            <a:br>
              <a:rPr lang="pt-BR" sz="3200" dirty="0"/>
            </a:b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1520" y="4365104"/>
            <a:ext cx="8352928" cy="175260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Aula 06 –Planejamento de Produto</a:t>
            </a:r>
          </a:p>
          <a:p>
            <a:pPr algn="ctr"/>
            <a:r>
              <a:rPr lang="pt-BR" dirty="0"/>
              <a:t>Profa. Andréa Santos</a:t>
            </a:r>
          </a:p>
          <a:p>
            <a:endParaRPr lang="pt-BR" dirty="0"/>
          </a:p>
          <a:p>
            <a:pPr algn="ctr"/>
            <a:r>
              <a:rPr lang="pt-BR" dirty="0"/>
              <a:t>Fonte: Capítulo 4 – Back et al (2008) </a:t>
            </a:r>
          </a:p>
        </p:txBody>
      </p:sp>
    </p:spTree>
    <p:extLst>
      <p:ext uri="{BB962C8B-B14F-4D97-AF65-F5344CB8AC3E}">
        <p14:creationId xmlns:p14="http://schemas.microsoft.com/office/powerpoint/2010/main" val="11577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270739"/>
            <a:ext cx="8229600" cy="1066800"/>
          </a:xfrm>
        </p:spPr>
        <p:txBody>
          <a:bodyPr/>
          <a:lstStyle/>
          <a:p>
            <a:r>
              <a:rPr lang="pt-BR" dirty="0"/>
              <a:t>Planejamento do produto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2547728"/>
          </a:xfrm>
        </p:spPr>
        <p:txBody>
          <a:bodyPr anchor="ctr"/>
          <a:lstStyle/>
          <a:p>
            <a:pPr marL="109728" indent="0" algn="ctr">
              <a:buNone/>
            </a:pPr>
            <a:r>
              <a:rPr lang="pt-BR" dirty="0">
                <a:latin typeface="#PCMyungjo" charset="0"/>
                <a:ea typeface="#PCMyungjo" charset="0"/>
                <a:cs typeface="#PCMyungjo" charset="0"/>
              </a:rPr>
              <a:t>O que ser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á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desenvolvido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em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função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das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estratégias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 da </a:t>
            </a:r>
            <a:r>
              <a:rPr lang="en-US" dirty="0" err="1">
                <a:latin typeface="#PCMyungjo" charset="0"/>
                <a:ea typeface="#PCMyungjo" charset="0"/>
                <a:cs typeface="#PCMyungjo" charset="0"/>
              </a:rPr>
              <a:t>organização</a:t>
            </a:r>
            <a:r>
              <a:rPr lang="en-US" dirty="0">
                <a:latin typeface="#PCMyungjo" charset="0"/>
                <a:ea typeface="#PCMyungjo" charset="0"/>
                <a:cs typeface="#PCMyungjo" charset="0"/>
              </a:rPr>
              <a:t>?</a:t>
            </a:r>
            <a:endParaRPr lang="pt-BR" dirty="0">
              <a:latin typeface="#PCMyungjo" charset="0"/>
              <a:ea typeface="#PCMyungjo" charset="0"/>
              <a:cs typeface="#PCMyungjo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49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ID</a:t>
            </a: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ÉIA DO PRODUTO</a:t>
            </a:r>
            <a:endParaRPr lang="pt-BR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8644"/>
            <a:ext cx="8229600" cy="31066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8587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1131189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pt-BR" sz="2800" dirty="0"/>
              <a:t>De modo geral existem diversas abordagens para este 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90872" y="2197989"/>
            <a:ext cx="8229600" cy="43251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estrat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égico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Portfólio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tecnologia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projects)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Processo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do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fases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iniciais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abordagens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vezes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superpõem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outros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momentos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complementam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seus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príncipios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métodos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ferramentas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43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564904"/>
            <a:ext cx="7848872" cy="1066800"/>
          </a:xfrm>
        </p:spPr>
        <p:txBody>
          <a:bodyPr>
            <a:noAutofit/>
          </a:bodyPr>
          <a:lstStyle/>
          <a:p>
            <a:pPr algn="just"/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ênfase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dada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processo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planejamento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considerando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processos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métodos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ferramentas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para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orientar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apoiar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identificação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 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seleção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idéias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produtos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inovadores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pt-B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5229200"/>
            <a:ext cx="7776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Refer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ência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capítulo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4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Livro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Back et al (2008)</a:t>
            </a:r>
            <a:endParaRPr lang="pt-B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652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2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49" y="980728"/>
            <a:ext cx="830440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139952" y="116632"/>
            <a:ext cx="5349280" cy="432048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31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/>
              <a:t>4. Metodologias gerais de APOIO ao planejamento de produtos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7BE6B0E-DB65-4EDE-9FBF-B17EB65233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249424"/>
          <a:ext cx="8229600" cy="4325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49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833" y="548680"/>
            <a:ext cx="7619535" cy="576064"/>
          </a:xfrm>
        </p:spPr>
        <p:txBody>
          <a:bodyPr>
            <a:noAutofit/>
          </a:bodyPr>
          <a:lstStyle/>
          <a:p>
            <a:r>
              <a:rPr lang="pt-BR" sz="2800" dirty="0"/>
              <a:t>4.1 </a:t>
            </a:r>
            <a:r>
              <a:rPr lang="pt-BR" sz="2800" dirty="0" err="1"/>
              <a:t>Gest</a:t>
            </a:r>
            <a:r>
              <a:rPr lang="en-US" sz="2800" dirty="0" err="1"/>
              <a:t>ão</a:t>
            </a:r>
            <a:r>
              <a:rPr lang="en-US" sz="2800" dirty="0"/>
              <a:t> do </a:t>
            </a:r>
            <a:r>
              <a:rPr lang="en-US" sz="2800" dirty="0" err="1"/>
              <a:t>conhecimento</a:t>
            </a:r>
            <a:endParaRPr lang="pt-BR" sz="28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1556792"/>
            <a:ext cx="88646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80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833" y="548680"/>
            <a:ext cx="7619535" cy="576064"/>
          </a:xfrm>
        </p:spPr>
        <p:txBody>
          <a:bodyPr>
            <a:noAutofit/>
          </a:bodyPr>
          <a:lstStyle/>
          <a:p>
            <a:r>
              <a:rPr lang="pt-BR" sz="2800" dirty="0"/>
              <a:t>4.1 </a:t>
            </a:r>
            <a:r>
              <a:rPr lang="pt-BR" sz="2800" dirty="0" err="1"/>
              <a:t>Gest</a:t>
            </a:r>
            <a:r>
              <a:rPr lang="en-US" sz="2800" dirty="0" err="1"/>
              <a:t>ão</a:t>
            </a:r>
            <a:r>
              <a:rPr lang="en-US" sz="2800" dirty="0"/>
              <a:t> do </a:t>
            </a:r>
            <a:r>
              <a:rPr lang="en-US" sz="2800" dirty="0" err="1"/>
              <a:t>conhecimento</a:t>
            </a:r>
            <a:br>
              <a:rPr lang="en-US" sz="2800" dirty="0"/>
            </a:br>
            <a:endParaRPr lang="pt-BR" sz="2800" dirty="0"/>
          </a:p>
        </p:txBody>
      </p:sp>
      <p:pic>
        <p:nvPicPr>
          <p:cNvPr id="6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632" y="1124744"/>
            <a:ext cx="7194808" cy="42981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tângulo 2"/>
          <p:cNvSpPr/>
          <p:nvPr/>
        </p:nvSpPr>
        <p:spPr>
          <a:xfrm>
            <a:off x="2571036" y="567579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>
                <a:latin typeface="Times New Roman" charset="0"/>
                <a:ea typeface="Calibri" charset="0"/>
              </a:rPr>
              <a:t>Figura 4‑3: Representação do conhecimento no PDP (CHANDRASEGARAN et al., 2013)</a:t>
            </a:r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400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908720"/>
            <a:ext cx="8229600" cy="1066800"/>
          </a:xfrm>
        </p:spPr>
        <p:txBody>
          <a:bodyPr/>
          <a:lstStyle/>
          <a:p>
            <a:r>
              <a:rPr lang="pt-BR" dirty="0"/>
              <a:t>4.2 Inteligência competitiva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71475" y="2273300"/>
            <a:ext cx="8493125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pt-BR" altLang="pt-BR">
                <a:latin typeface="Verdana" charset="0"/>
              </a:rPr>
              <a:t>É um processo sistemático que permite a criação de conhecimento estratégico, a partir do </a:t>
            </a:r>
            <a:r>
              <a:rPr lang="pt-BR" altLang="pt-BR" b="1">
                <a:latin typeface="Verdana" charset="0"/>
              </a:rPr>
              <a:t>planejamento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b="1">
                <a:latin typeface="Verdana" charset="0"/>
              </a:rPr>
              <a:t>coleta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b="1">
                <a:latin typeface="Verdana" charset="0"/>
              </a:rPr>
              <a:t>análise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b="1">
                <a:latin typeface="Verdana" charset="0"/>
              </a:rPr>
              <a:t>síntese</a:t>
            </a:r>
            <a:r>
              <a:rPr lang="pt-BR" altLang="pt-BR">
                <a:latin typeface="Verdana" charset="0"/>
              </a:rPr>
              <a:t> e </a:t>
            </a:r>
            <a:r>
              <a:rPr lang="pt-BR" altLang="pt-BR" b="1">
                <a:latin typeface="Verdana" charset="0"/>
              </a:rPr>
              <a:t>disseminação</a:t>
            </a:r>
            <a:r>
              <a:rPr lang="pt-BR" altLang="pt-BR">
                <a:latin typeface="Verdana" charset="0"/>
              </a:rPr>
              <a:t> de </a:t>
            </a:r>
            <a:r>
              <a:rPr lang="pt-BR" altLang="pt-BR" u="sng">
                <a:solidFill>
                  <a:srgbClr val="FF3300"/>
                </a:solidFill>
                <a:latin typeface="Verdana" charset="0"/>
              </a:rPr>
              <a:t>informações sobre concorrentes</a:t>
            </a:r>
            <a:r>
              <a:rPr lang="pt-BR" altLang="pt-BR">
                <a:latin typeface="Verdana" charset="0"/>
              </a:rPr>
              <a:t>, </a:t>
            </a:r>
            <a:r>
              <a:rPr lang="pt-BR" altLang="pt-BR" u="sng">
                <a:latin typeface="Verdana" charset="0"/>
              </a:rPr>
              <a:t>clientes, fornecedores e do ambiente competitivo </a:t>
            </a:r>
            <a:r>
              <a:rPr lang="pt-BR" altLang="pt-BR">
                <a:latin typeface="Verdana" charset="0"/>
              </a:rPr>
              <a:t>em geral, para apoiar a tomada de decisão organizacional.</a:t>
            </a:r>
          </a:p>
        </p:txBody>
      </p:sp>
    </p:spTree>
    <p:extLst>
      <p:ext uri="{BB962C8B-B14F-4D97-AF65-F5344CB8AC3E}">
        <p14:creationId xmlns:p14="http://schemas.microsoft.com/office/powerpoint/2010/main" val="1289310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4902" y="252844"/>
            <a:ext cx="8229600" cy="1066800"/>
          </a:xfrm>
        </p:spPr>
        <p:txBody>
          <a:bodyPr/>
          <a:lstStyle/>
          <a:p>
            <a:r>
              <a:rPr lang="pt-BR" dirty="0"/>
              <a:t>4.2 Inteligência competitiva</a:t>
            </a:r>
          </a:p>
        </p:txBody>
      </p:sp>
      <p:pic>
        <p:nvPicPr>
          <p:cNvPr id="51" name="Imagem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34" y="1319644"/>
            <a:ext cx="5731165" cy="530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69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4.3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451288"/>
            <a:ext cx="8229600" cy="4325112"/>
          </a:xfrm>
        </p:spPr>
        <p:txBody>
          <a:bodyPr/>
          <a:lstStyle/>
          <a:p>
            <a:r>
              <a:rPr lang="pt-BR"/>
              <a:t>ALGUNS CONCEITOS PRELIMINARES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48" y="2060848"/>
            <a:ext cx="7308304" cy="45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4.3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451288"/>
            <a:ext cx="8229600" cy="4325112"/>
          </a:xfrm>
        </p:spPr>
        <p:txBody>
          <a:bodyPr/>
          <a:lstStyle/>
          <a:p>
            <a:r>
              <a:rPr lang="pt-BR" dirty="0"/>
              <a:t>ALGUNS CONCEITOS PRELIMINARES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16" y="2217590"/>
            <a:ext cx="7884368" cy="473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20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4.3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451288"/>
            <a:ext cx="8229600" cy="4325112"/>
          </a:xfrm>
        </p:spPr>
        <p:txBody>
          <a:bodyPr/>
          <a:lstStyle/>
          <a:p>
            <a:r>
              <a:rPr lang="pt-BR" dirty="0"/>
              <a:t>FATORES INDUTORES DA INOVA</a:t>
            </a:r>
            <a:r>
              <a:rPr lang="en-US" dirty="0"/>
              <a:t>ÇÃO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48880"/>
            <a:ext cx="7380312" cy="39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48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4.3 Gerenciamento de inova</a:t>
            </a:r>
            <a:r>
              <a:rPr lang="en-US" dirty="0" err="1"/>
              <a:t>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https://www.youtube.com/watch?v=rZU0tv6OMI4</a:t>
            </a:r>
            <a:endParaRPr lang="pt-BR" dirty="0"/>
          </a:p>
          <a:p>
            <a:endParaRPr lang="pt-BR" dirty="0"/>
          </a:p>
          <a:p>
            <a:r>
              <a:rPr lang="pt-BR" dirty="0"/>
              <a:t>Assistam o </a:t>
            </a:r>
            <a:r>
              <a:rPr lang="pt-BR" dirty="0" err="1"/>
              <a:t>video</a:t>
            </a:r>
            <a:r>
              <a:rPr lang="pt-BR" dirty="0"/>
              <a:t> e elaborem um resumo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https://www.youtube.com/watch?v=0H1QjD1fi6Q</a:t>
            </a:r>
            <a:r>
              <a:rPr lang="pt-BR" dirty="0"/>
              <a:t> (Curso on-line </a:t>
            </a:r>
            <a:r>
              <a:rPr lang="pt-BR" dirty="0" err="1"/>
              <a:t>gest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inovação</a:t>
            </a:r>
            <a:r>
              <a:rPr lang="en-US" dirty="0"/>
              <a:t> USP)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8627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3. Processo de planejamento do produto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lnSpc>
                <a:spcPct val="150000"/>
              </a:lnSpc>
              <a:buNone/>
            </a:pP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Roozenburg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Eekels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(1995) </a:t>
            </a:r>
          </a:p>
          <a:p>
            <a:pPr marL="109728" indent="0">
              <a:lnSpc>
                <a:spcPct val="150000"/>
              </a:lnSpc>
              <a:buNone/>
            </a:pP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...o planejamento do produto se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á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fase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inicial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inovação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é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de forma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abrangente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desenvolvimento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a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introdução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produto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mercado</a:t>
            </a:r>
            <a:r>
              <a:rPr lang="en-US" sz="2400" dirty="0"/>
              <a:t>. 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44624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08" y="216025"/>
            <a:ext cx="8057926" cy="5877271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4211960" y="15846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160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Processo de planejamento do produto</a:t>
            </a:r>
          </a:p>
        </p:txBody>
      </p:sp>
    </p:spTree>
    <p:extLst>
      <p:ext uri="{BB962C8B-B14F-4D97-AF65-F5344CB8AC3E}">
        <p14:creationId xmlns:p14="http://schemas.microsoft.com/office/powerpoint/2010/main" val="395364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8" y="332656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4427984" y="476672"/>
            <a:ext cx="4608512" cy="216024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As atividades  que devem ser executadas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pt-BR" dirty="0"/>
              <a:t>Priorizar as id</a:t>
            </a:r>
            <a:r>
              <a:rPr lang="en-US" dirty="0" err="1"/>
              <a:t>eias</a:t>
            </a:r>
            <a:r>
              <a:rPr lang="en-US" dirty="0"/>
              <a:t> de forma </a:t>
            </a:r>
            <a:r>
              <a:rPr lang="en-US" dirty="0" err="1"/>
              <a:t>clara</a:t>
            </a:r>
            <a:r>
              <a:rPr lang="en-US" dirty="0"/>
              <a:t> e </a:t>
            </a:r>
            <a:r>
              <a:rPr lang="en-US" dirty="0" err="1"/>
              <a:t>objetiva</a:t>
            </a:r>
            <a:endParaRPr lang="en-US" dirty="0"/>
          </a:p>
          <a:p>
            <a:pPr marL="285750" indent="-285750" algn="just">
              <a:buFont typeface="Arial" charset="0"/>
              <a:buChar char="•"/>
            </a:pPr>
            <a:r>
              <a:rPr lang="en-US" dirty="0" err="1"/>
              <a:t>Gerenciamento</a:t>
            </a:r>
            <a:r>
              <a:rPr lang="en-US" dirty="0"/>
              <a:t> dos </a:t>
            </a:r>
            <a:r>
              <a:rPr lang="en-US" dirty="0" err="1"/>
              <a:t>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127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8" y="332656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3059832" y="116632"/>
            <a:ext cx="5881920" cy="2160240"/>
          </a:xfrm>
          <a:prstGeom prst="cloudCallout">
            <a:avLst>
              <a:gd name="adj1" fmla="val -6229"/>
              <a:gd name="adj2" fmla="val 61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compomentes</a:t>
            </a:r>
            <a:r>
              <a:rPr lang="en-US" dirty="0"/>
              <a:t> </a:t>
            </a:r>
            <a:r>
              <a:rPr lang="en-US" dirty="0" err="1"/>
              <a:t>operacionais</a:t>
            </a:r>
            <a:r>
              <a:rPr lang="en-US" dirty="0"/>
              <a:t> de </a:t>
            </a:r>
            <a:r>
              <a:rPr lang="en-US" dirty="0" err="1"/>
              <a:t>suporte</a:t>
            </a:r>
            <a:r>
              <a:rPr lang="en-US" dirty="0"/>
              <a:t> as </a:t>
            </a:r>
            <a:r>
              <a:rPr lang="en-US" dirty="0" err="1"/>
              <a:t>atividades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6486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98" y="332656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3923928" y="188640"/>
            <a:ext cx="5220072" cy="1944216"/>
          </a:xfrm>
          <a:prstGeom prst="cloudCallout">
            <a:avLst>
              <a:gd name="adj1" fmla="val -21136"/>
              <a:gd name="adj2" fmla="val 54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Gerenciamentos em que se insere as </a:t>
            </a:r>
            <a:r>
              <a:rPr lang="pt-BR" dirty="0" err="1"/>
              <a:t>estrat</a:t>
            </a:r>
            <a:r>
              <a:rPr lang="en-US" dirty="0" err="1"/>
              <a:t>égias</a:t>
            </a:r>
            <a:r>
              <a:rPr lang="en-US" dirty="0"/>
              <a:t> da </a:t>
            </a:r>
            <a:r>
              <a:rPr lang="en-US" dirty="0" err="1"/>
              <a:t>organização</a:t>
            </a:r>
            <a:r>
              <a:rPr lang="en-US" dirty="0"/>
              <a:t>,  a </a:t>
            </a:r>
            <a:r>
              <a:rPr lang="en-US" dirty="0" err="1"/>
              <a:t>visão</a:t>
            </a:r>
            <a:r>
              <a:rPr lang="en-US" dirty="0"/>
              <a:t> do </a:t>
            </a:r>
            <a:r>
              <a:rPr lang="en-US" dirty="0" err="1"/>
              <a:t>mercado</a:t>
            </a:r>
            <a:r>
              <a:rPr lang="en-US" dirty="0"/>
              <a:t>, as </a:t>
            </a:r>
            <a:r>
              <a:rPr lang="en-US" dirty="0" err="1"/>
              <a:t>competências</a:t>
            </a:r>
            <a:r>
              <a:rPr lang="en-US" dirty="0"/>
              <a:t> e a infra-</a:t>
            </a:r>
            <a:r>
              <a:rPr lang="en-US" dirty="0" err="1"/>
              <a:t>estrutura</a:t>
            </a:r>
            <a:r>
              <a:rPr lang="en-US" dirty="0"/>
              <a:t> </a:t>
            </a:r>
            <a:r>
              <a:rPr lang="en-US" dirty="0" err="1"/>
              <a:t>necessária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291009" y="33265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MODELOS GERAIS DE PP</a:t>
            </a:r>
          </a:p>
        </p:txBody>
      </p:sp>
    </p:spTree>
    <p:extLst>
      <p:ext uri="{BB962C8B-B14F-4D97-AF65-F5344CB8AC3E}">
        <p14:creationId xmlns:p14="http://schemas.microsoft.com/office/powerpoint/2010/main" val="1051384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3501008"/>
            <a:ext cx="8712968" cy="300152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PLANEJAMENTO DO PRODUTO relaciona os resultados do planejamento estratégico da inovação e os estudos de inteligência competitiva da empresa com as necessidades para o planejamento de projetos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PLANEJAMENTO DE PRODUTO também fornece as preliminares para o projeto informacional de produtos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32008"/>
            <a:ext cx="7632848" cy="304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139952" y="116632"/>
            <a:ext cx="5349280" cy="4320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</a:p>
        </p:txBody>
      </p:sp>
    </p:spTree>
    <p:extLst>
      <p:ext uri="{BB962C8B-B14F-4D97-AF65-F5344CB8AC3E}">
        <p14:creationId xmlns:p14="http://schemas.microsoft.com/office/powerpoint/2010/main" val="655047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98" y="980728"/>
            <a:ext cx="8256658" cy="5584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139952" y="116632"/>
            <a:ext cx="5349280" cy="432048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116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4320" y="836712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/>
              <a:t>5. 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de </a:t>
            </a:r>
            <a:r>
              <a:rPr lang="en-US" dirty="0" err="1"/>
              <a:t>apoio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planejamento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5.1 – 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para </a:t>
            </a:r>
            <a:r>
              <a:rPr lang="en-US" dirty="0" err="1"/>
              <a:t>geração</a:t>
            </a:r>
            <a:r>
              <a:rPr lang="en-US" dirty="0"/>
              <a:t> de </a:t>
            </a:r>
            <a:r>
              <a:rPr lang="en-US" dirty="0" err="1"/>
              <a:t>idéias</a:t>
            </a:r>
            <a:r>
              <a:rPr lang="en-US" dirty="0"/>
              <a:t> de </a:t>
            </a:r>
            <a:r>
              <a:rPr lang="en-US" dirty="0" err="1"/>
              <a:t>produtos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5.2 – </a:t>
            </a:r>
            <a:r>
              <a:rPr lang="en-US" dirty="0" err="1"/>
              <a:t>Métodos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de </a:t>
            </a:r>
            <a:r>
              <a:rPr lang="en-US" dirty="0" err="1"/>
              <a:t>apoio</a:t>
            </a:r>
            <a:r>
              <a:rPr lang="en-US" dirty="0"/>
              <a:t> a </a:t>
            </a:r>
            <a:r>
              <a:rPr lang="en-US" dirty="0" err="1"/>
              <a:t>gestão</a:t>
            </a:r>
            <a:r>
              <a:rPr lang="en-US" dirty="0"/>
              <a:t> da </a:t>
            </a:r>
            <a:r>
              <a:rPr lang="en-US" dirty="0" err="1"/>
              <a:t>tecnologia</a:t>
            </a:r>
            <a:r>
              <a:rPr lang="en-US" dirty="0"/>
              <a:t> de </a:t>
            </a:r>
            <a:r>
              <a:rPr lang="en-US" dirty="0" err="1"/>
              <a:t>produtos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3209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2425" y="309505"/>
            <a:ext cx="9159552" cy="7889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pt-BR" dirty="0" err="1">
                <a:ea typeface="ＭＳ Ｐゴシック" charset="-128"/>
              </a:rPr>
              <a:t>Elementos</a:t>
            </a:r>
            <a:r>
              <a:rPr lang="en-US" altLang="pt-BR" dirty="0">
                <a:ea typeface="ＭＳ Ｐゴシック" charset="-128"/>
              </a:rPr>
              <a:t> da </a:t>
            </a:r>
            <a:r>
              <a:rPr lang="en-US" altLang="pt-BR" dirty="0" err="1">
                <a:ea typeface="ＭＳ Ｐゴシック" charset="-128"/>
              </a:rPr>
              <a:t>Estratégia</a:t>
            </a:r>
            <a:r>
              <a:rPr lang="en-US" altLang="pt-BR" dirty="0">
                <a:ea typeface="ＭＳ Ｐゴシック" charset="-128"/>
              </a:rPr>
              <a:t> de </a:t>
            </a:r>
            <a:r>
              <a:rPr lang="en-US" altLang="pt-BR" dirty="0" err="1">
                <a:ea typeface="ＭＳ Ｐゴシック" charset="-128"/>
              </a:rPr>
              <a:t>Produto</a:t>
            </a:r>
            <a:r>
              <a:rPr lang="en-US" altLang="pt-BR" dirty="0">
                <a:ea typeface="ＭＳ Ｐゴシック" charset="-128"/>
              </a:rPr>
              <a:t> </a:t>
            </a:r>
          </a:p>
        </p:txBody>
      </p:sp>
      <p:grpSp>
        <p:nvGrpSpPr>
          <p:cNvPr id="58370" name="Group 3"/>
          <p:cNvGrpSpPr>
            <a:grpSpLocks/>
          </p:cNvGrpSpPr>
          <p:nvPr/>
        </p:nvGrpSpPr>
        <p:grpSpPr bwMode="auto">
          <a:xfrm>
            <a:off x="609600" y="2360613"/>
            <a:ext cx="685800" cy="2667000"/>
            <a:chOff x="384" y="1487"/>
            <a:chExt cx="432" cy="1680"/>
          </a:xfrm>
        </p:grpSpPr>
        <p:sp>
          <p:nvSpPr>
            <p:cNvPr id="58641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2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3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4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5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6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1" name="Group 10"/>
          <p:cNvGrpSpPr>
            <a:grpSpLocks/>
          </p:cNvGrpSpPr>
          <p:nvPr/>
        </p:nvGrpSpPr>
        <p:grpSpPr bwMode="auto">
          <a:xfrm>
            <a:off x="1524000" y="2970213"/>
            <a:ext cx="762000" cy="1828800"/>
            <a:chOff x="960" y="1871"/>
            <a:chExt cx="480" cy="1152"/>
          </a:xfrm>
        </p:grpSpPr>
        <p:sp>
          <p:nvSpPr>
            <p:cNvPr id="58634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5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6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7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8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9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0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2" name="Group 18"/>
          <p:cNvGrpSpPr>
            <a:grpSpLocks/>
          </p:cNvGrpSpPr>
          <p:nvPr/>
        </p:nvGrpSpPr>
        <p:grpSpPr bwMode="auto">
          <a:xfrm>
            <a:off x="2574925" y="3351213"/>
            <a:ext cx="1082675" cy="990600"/>
            <a:chOff x="1622" y="2111"/>
            <a:chExt cx="682" cy="624"/>
          </a:xfrm>
        </p:grpSpPr>
        <p:sp>
          <p:nvSpPr>
            <p:cNvPr id="58629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0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1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2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3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3" name="Group 24"/>
          <p:cNvGrpSpPr>
            <a:grpSpLocks/>
          </p:cNvGrpSpPr>
          <p:nvPr/>
        </p:nvGrpSpPr>
        <p:grpSpPr bwMode="auto">
          <a:xfrm>
            <a:off x="5105400" y="3579813"/>
            <a:ext cx="1371600" cy="506412"/>
            <a:chOff x="3216" y="2255"/>
            <a:chExt cx="864" cy="319"/>
          </a:xfrm>
        </p:grpSpPr>
        <p:sp>
          <p:nvSpPr>
            <p:cNvPr id="58625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6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7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8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4" name="Group 29"/>
          <p:cNvGrpSpPr>
            <a:grpSpLocks/>
          </p:cNvGrpSpPr>
          <p:nvPr/>
        </p:nvGrpSpPr>
        <p:grpSpPr bwMode="auto">
          <a:xfrm>
            <a:off x="3886200" y="3427413"/>
            <a:ext cx="990600" cy="609600"/>
            <a:chOff x="2448" y="2159"/>
            <a:chExt cx="624" cy="384"/>
          </a:xfrm>
        </p:grpSpPr>
        <p:sp>
          <p:nvSpPr>
            <p:cNvPr id="58622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3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4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5" name="Group 33"/>
          <p:cNvGrpSpPr>
            <a:grpSpLocks/>
          </p:cNvGrpSpPr>
          <p:nvPr/>
        </p:nvGrpSpPr>
        <p:grpSpPr bwMode="auto">
          <a:xfrm>
            <a:off x="990600" y="1674813"/>
            <a:ext cx="8008938" cy="4038600"/>
            <a:chOff x="624" y="1055"/>
            <a:chExt cx="5045" cy="2544"/>
          </a:xfrm>
        </p:grpSpPr>
        <p:sp>
          <p:nvSpPr>
            <p:cNvPr id="58447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327 h 1056"/>
                <a:gd name="T4" fmla="*/ 705 w 4560"/>
                <a:gd name="T5" fmla="*/ 596 h 1056"/>
                <a:gd name="T6" fmla="*/ 1595 w 4560"/>
                <a:gd name="T7" fmla="*/ 656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448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193 h 1056"/>
                <a:gd name="T4" fmla="*/ 705 w 4560"/>
                <a:gd name="T5" fmla="*/ 352 h 1056"/>
                <a:gd name="T6" fmla="*/ 1595 w 4560"/>
                <a:gd name="T7" fmla="*/ 387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58449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58450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58452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3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4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5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grpSp>
              <p:nvGrpSpPr>
                <p:cNvPr id="58456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58457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0 w 266"/>
                      <a:gd name="T3" fmla="*/ 0 h 284"/>
                      <a:gd name="T4" fmla="*/ 0 w 266"/>
                      <a:gd name="T5" fmla="*/ 0 h 284"/>
                      <a:gd name="T6" fmla="*/ 0 w 266"/>
                      <a:gd name="T7" fmla="*/ 1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8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0 w 279"/>
                      <a:gd name="T3" fmla="*/ 0 h 265"/>
                      <a:gd name="T4" fmla="*/ 0 w 279"/>
                      <a:gd name="T5" fmla="*/ 0 h 265"/>
                      <a:gd name="T6" fmla="*/ 0 w 279"/>
                      <a:gd name="T7" fmla="*/ 1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9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0 w 231"/>
                      <a:gd name="T3" fmla="*/ 0 h 207"/>
                      <a:gd name="T4" fmla="*/ 0 w 231"/>
                      <a:gd name="T5" fmla="*/ 0 h 207"/>
                      <a:gd name="T6" fmla="*/ 0 w 231"/>
                      <a:gd name="T7" fmla="*/ 0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0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0 w 436"/>
                      <a:gd name="T3" fmla="*/ 0 h 289"/>
                      <a:gd name="T4" fmla="*/ 0 w 436"/>
                      <a:gd name="T5" fmla="*/ 0 h 289"/>
                      <a:gd name="T6" fmla="*/ 1 w 436"/>
                      <a:gd name="T7" fmla="*/ 1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4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0 w 213"/>
                      <a:gd name="T1" fmla="*/ 0 h 1198"/>
                      <a:gd name="T2" fmla="*/ 0 w 213"/>
                      <a:gd name="T3" fmla="*/ 0 h 1198"/>
                      <a:gd name="T4" fmla="*/ 0 w 213"/>
                      <a:gd name="T5" fmla="*/ 1 h 1198"/>
                      <a:gd name="T6" fmla="*/ 0 w 213"/>
                      <a:gd name="T7" fmla="*/ 1 h 1198"/>
                      <a:gd name="T8" fmla="*/ 0 w 213"/>
                      <a:gd name="T9" fmla="*/ 1 h 1198"/>
                      <a:gd name="T10" fmla="*/ 0 w 213"/>
                      <a:gd name="T11" fmla="*/ 1 h 1198"/>
                      <a:gd name="T12" fmla="*/ 0 w 213"/>
                      <a:gd name="T13" fmla="*/ 1 h 1198"/>
                      <a:gd name="T14" fmla="*/ 0 w 213"/>
                      <a:gd name="T15" fmla="*/ 2 h 1198"/>
                      <a:gd name="T16" fmla="*/ 0 w 213"/>
                      <a:gd name="T17" fmla="*/ 2 h 1198"/>
                      <a:gd name="T18" fmla="*/ 0 w 213"/>
                      <a:gd name="T19" fmla="*/ 2 h 1198"/>
                      <a:gd name="T20" fmla="*/ 0 w 213"/>
                      <a:gd name="T21" fmla="*/ 2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5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7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8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 w 599"/>
                      <a:gd name="T1" fmla="*/ 0 h 2082"/>
                      <a:gd name="T2" fmla="*/ 1 w 599"/>
                      <a:gd name="T3" fmla="*/ 0 h 2082"/>
                      <a:gd name="T4" fmla="*/ 1 w 599"/>
                      <a:gd name="T5" fmla="*/ 0 h 2082"/>
                      <a:gd name="T6" fmla="*/ 1 w 599"/>
                      <a:gd name="T7" fmla="*/ 0 h 2082"/>
                      <a:gd name="T8" fmla="*/ 0 w 599"/>
                      <a:gd name="T9" fmla="*/ 1 h 2082"/>
                      <a:gd name="T10" fmla="*/ 0 w 599"/>
                      <a:gd name="T11" fmla="*/ 1 h 2082"/>
                      <a:gd name="T12" fmla="*/ 0 w 599"/>
                      <a:gd name="T13" fmla="*/ 1 h 2082"/>
                      <a:gd name="T14" fmla="*/ 0 w 599"/>
                      <a:gd name="T15" fmla="*/ 1 h 2082"/>
                      <a:gd name="T16" fmla="*/ 0 w 599"/>
                      <a:gd name="T17" fmla="*/ 2 h 2082"/>
                      <a:gd name="T18" fmla="*/ 0 w 599"/>
                      <a:gd name="T19" fmla="*/ 2 h 2082"/>
                      <a:gd name="T20" fmla="*/ 0 w 599"/>
                      <a:gd name="T21" fmla="*/ 2 h 2082"/>
                      <a:gd name="T22" fmla="*/ 0 w 599"/>
                      <a:gd name="T23" fmla="*/ 2 h 2082"/>
                      <a:gd name="T24" fmla="*/ 0 w 599"/>
                      <a:gd name="T25" fmla="*/ 3 h 2082"/>
                      <a:gd name="T26" fmla="*/ 0 w 599"/>
                      <a:gd name="T27" fmla="*/ 3 h 2082"/>
                      <a:gd name="T28" fmla="*/ 0 w 599"/>
                      <a:gd name="T29" fmla="*/ 3 h 2082"/>
                      <a:gd name="T30" fmla="*/ 0 w 599"/>
                      <a:gd name="T31" fmla="*/ 3 h 2082"/>
                      <a:gd name="T32" fmla="*/ 0 w 599"/>
                      <a:gd name="T33" fmla="*/ 4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9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 w 609"/>
                      <a:gd name="T1" fmla="*/ 0 h 2105"/>
                      <a:gd name="T2" fmla="*/ 1 w 609"/>
                      <a:gd name="T3" fmla="*/ 0 h 2105"/>
                      <a:gd name="T4" fmla="*/ 1 w 609"/>
                      <a:gd name="T5" fmla="*/ 0 h 2105"/>
                      <a:gd name="T6" fmla="*/ 1 w 609"/>
                      <a:gd name="T7" fmla="*/ 0 h 2105"/>
                      <a:gd name="T8" fmla="*/ 1 w 609"/>
                      <a:gd name="T9" fmla="*/ 1 h 2105"/>
                      <a:gd name="T10" fmla="*/ 0 w 609"/>
                      <a:gd name="T11" fmla="*/ 1 h 2105"/>
                      <a:gd name="T12" fmla="*/ 0 w 609"/>
                      <a:gd name="T13" fmla="*/ 1 h 2105"/>
                      <a:gd name="T14" fmla="*/ 0 w 609"/>
                      <a:gd name="T15" fmla="*/ 1 h 2105"/>
                      <a:gd name="T16" fmla="*/ 0 w 609"/>
                      <a:gd name="T17" fmla="*/ 2 h 2105"/>
                      <a:gd name="T18" fmla="*/ 0 w 609"/>
                      <a:gd name="T19" fmla="*/ 2 h 2105"/>
                      <a:gd name="T20" fmla="*/ 0 w 609"/>
                      <a:gd name="T21" fmla="*/ 2 h 2105"/>
                      <a:gd name="T22" fmla="*/ 0 w 609"/>
                      <a:gd name="T23" fmla="*/ 2 h 2105"/>
                      <a:gd name="T24" fmla="*/ 0 w 609"/>
                      <a:gd name="T25" fmla="*/ 3 h 2105"/>
                      <a:gd name="T26" fmla="*/ 0 w 609"/>
                      <a:gd name="T27" fmla="*/ 3 h 2105"/>
                      <a:gd name="T28" fmla="*/ 0 w 609"/>
                      <a:gd name="T29" fmla="*/ 3 h 2105"/>
                      <a:gd name="T30" fmla="*/ 0 w 609"/>
                      <a:gd name="T31" fmla="*/ 3 h 2105"/>
                      <a:gd name="T32" fmla="*/ 0 w 609"/>
                      <a:gd name="T33" fmla="*/ 3 h 2105"/>
                      <a:gd name="T34" fmla="*/ 0 w 609"/>
                      <a:gd name="T35" fmla="*/ 4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0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 w 637"/>
                      <a:gd name="T1" fmla="*/ 0 h 2101"/>
                      <a:gd name="T2" fmla="*/ 1 w 637"/>
                      <a:gd name="T3" fmla="*/ 0 h 2101"/>
                      <a:gd name="T4" fmla="*/ 1 w 637"/>
                      <a:gd name="T5" fmla="*/ 0 h 2101"/>
                      <a:gd name="T6" fmla="*/ 1 w 637"/>
                      <a:gd name="T7" fmla="*/ 0 h 2101"/>
                      <a:gd name="T8" fmla="*/ 1 w 637"/>
                      <a:gd name="T9" fmla="*/ 1 h 2101"/>
                      <a:gd name="T10" fmla="*/ 1 w 637"/>
                      <a:gd name="T11" fmla="*/ 1 h 2101"/>
                      <a:gd name="T12" fmla="*/ 0 w 637"/>
                      <a:gd name="T13" fmla="*/ 1 h 2101"/>
                      <a:gd name="T14" fmla="*/ 0 w 637"/>
                      <a:gd name="T15" fmla="*/ 1 h 2101"/>
                      <a:gd name="T16" fmla="*/ 0 w 637"/>
                      <a:gd name="T17" fmla="*/ 2 h 2101"/>
                      <a:gd name="T18" fmla="*/ 0 w 637"/>
                      <a:gd name="T19" fmla="*/ 2 h 2101"/>
                      <a:gd name="T20" fmla="*/ 0 w 637"/>
                      <a:gd name="T21" fmla="*/ 2 h 2101"/>
                      <a:gd name="T22" fmla="*/ 0 w 637"/>
                      <a:gd name="T23" fmla="*/ 2 h 2101"/>
                      <a:gd name="T24" fmla="*/ 0 w 637"/>
                      <a:gd name="T25" fmla="*/ 3 h 2101"/>
                      <a:gd name="T26" fmla="*/ 0 w 637"/>
                      <a:gd name="T27" fmla="*/ 3 h 2101"/>
                      <a:gd name="T28" fmla="*/ 0 w 637"/>
                      <a:gd name="T29" fmla="*/ 3 h 2101"/>
                      <a:gd name="T30" fmla="*/ 0 w 637"/>
                      <a:gd name="T31" fmla="*/ 3 h 2101"/>
                      <a:gd name="T32" fmla="*/ 0 w 637"/>
                      <a:gd name="T33" fmla="*/ 3 h 2101"/>
                      <a:gd name="T34" fmla="*/ 0 w 637"/>
                      <a:gd name="T35" fmla="*/ 3 h 2101"/>
                      <a:gd name="T36" fmla="*/ 0 w 637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1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 w 662"/>
                      <a:gd name="T1" fmla="*/ 0 h 2110"/>
                      <a:gd name="T2" fmla="*/ 1 w 662"/>
                      <a:gd name="T3" fmla="*/ 0 h 2110"/>
                      <a:gd name="T4" fmla="*/ 1 w 662"/>
                      <a:gd name="T5" fmla="*/ 0 h 2110"/>
                      <a:gd name="T6" fmla="*/ 1 w 662"/>
                      <a:gd name="T7" fmla="*/ 1 h 2110"/>
                      <a:gd name="T8" fmla="*/ 1 w 662"/>
                      <a:gd name="T9" fmla="*/ 1 h 2110"/>
                      <a:gd name="T10" fmla="*/ 1 w 662"/>
                      <a:gd name="T11" fmla="*/ 1 h 2110"/>
                      <a:gd name="T12" fmla="*/ 1 w 662"/>
                      <a:gd name="T13" fmla="*/ 1 h 2110"/>
                      <a:gd name="T14" fmla="*/ 1 w 662"/>
                      <a:gd name="T15" fmla="*/ 1 h 2110"/>
                      <a:gd name="T16" fmla="*/ 1 w 662"/>
                      <a:gd name="T17" fmla="*/ 2 h 2110"/>
                      <a:gd name="T18" fmla="*/ 1 w 662"/>
                      <a:gd name="T19" fmla="*/ 2 h 2110"/>
                      <a:gd name="T20" fmla="*/ 1 w 662"/>
                      <a:gd name="T21" fmla="*/ 2 h 2110"/>
                      <a:gd name="T22" fmla="*/ 1 w 662"/>
                      <a:gd name="T23" fmla="*/ 2 h 2110"/>
                      <a:gd name="T24" fmla="*/ 0 w 662"/>
                      <a:gd name="T25" fmla="*/ 3 h 2110"/>
                      <a:gd name="T26" fmla="*/ 0 w 662"/>
                      <a:gd name="T27" fmla="*/ 3 h 2110"/>
                      <a:gd name="T28" fmla="*/ 0 w 662"/>
                      <a:gd name="T29" fmla="*/ 3 h 2110"/>
                      <a:gd name="T30" fmla="*/ 0 w 662"/>
                      <a:gd name="T31" fmla="*/ 3 h 2110"/>
                      <a:gd name="T32" fmla="*/ 0 w 662"/>
                      <a:gd name="T33" fmla="*/ 3 h 2110"/>
                      <a:gd name="T34" fmla="*/ 0 w 662"/>
                      <a:gd name="T35" fmla="*/ 3 h 2110"/>
                      <a:gd name="T36" fmla="*/ 0 w 662"/>
                      <a:gd name="T37" fmla="*/ 4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2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 w 662"/>
                      <a:gd name="T1" fmla="*/ 0 h 2111"/>
                      <a:gd name="T2" fmla="*/ 1 w 662"/>
                      <a:gd name="T3" fmla="*/ 0 h 2111"/>
                      <a:gd name="T4" fmla="*/ 1 w 662"/>
                      <a:gd name="T5" fmla="*/ 0 h 2111"/>
                      <a:gd name="T6" fmla="*/ 1 w 662"/>
                      <a:gd name="T7" fmla="*/ 1 h 2111"/>
                      <a:gd name="T8" fmla="*/ 1 w 662"/>
                      <a:gd name="T9" fmla="*/ 1 h 2111"/>
                      <a:gd name="T10" fmla="*/ 1 w 662"/>
                      <a:gd name="T11" fmla="*/ 1 h 2111"/>
                      <a:gd name="T12" fmla="*/ 1 w 662"/>
                      <a:gd name="T13" fmla="*/ 1 h 2111"/>
                      <a:gd name="T14" fmla="*/ 1 w 662"/>
                      <a:gd name="T15" fmla="*/ 1 h 2111"/>
                      <a:gd name="T16" fmla="*/ 1 w 662"/>
                      <a:gd name="T17" fmla="*/ 2 h 2111"/>
                      <a:gd name="T18" fmla="*/ 1 w 662"/>
                      <a:gd name="T19" fmla="*/ 2 h 2111"/>
                      <a:gd name="T20" fmla="*/ 1 w 662"/>
                      <a:gd name="T21" fmla="*/ 2 h 2111"/>
                      <a:gd name="T22" fmla="*/ 1 w 662"/>
                      <a:gd name="T23" fmla="*/ 2 h 2111"/>
                      <a:gd name="T24" fmla="*/ 1 w 662"/>
                      <a:gd name="T25" fmla="*/ 3 h 2111"/>
                      <a:gd name="T26" fmla="*/ 1 w 662"/>
                      <a:gd name="T27" fmla="*/ 3 h 2111"/>
                      <a:gd name="T28" fmla="*/ 0 w 662"/>
                      <a:gd name="T29" fmla="*/ 3 h 2111"/>
                      <a:gd name="T30" fmla="*/ 0 w 662"/>
                      <a:gd name="T31" fmla="*/ 3 h 2111"/>
                      <a:gd name="T32" fmla="*/ 0 w 662"/>
                      <a:gd name="T33" fmla="*/ 3 h 2111"/>
                      <a:gd name="T34" fmla="*/ 0 w 662"/>
                      <a:gd name="T35" fmla="*/ 3 h 2111"/>
                      <a:gd name="T36" fmla="*/ 0 w 662"/>
                      <a:gd name="T37" fmla="*/ 4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3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 w 626"/>
                      <a:gd name="T1" fmla="*/ 0 h 2101"/>
                      <a:gd name="T2" fmla="*/ 1 w 626"/>
                      <a:gd name="T3" fmla="*/ 0 h 2101"/>
                      <a:gd name="T4" fmla="*/ 1 w 626"/>
                      <a:gd name="T5" fmla="*/ 0 h 2101"/>
                      <a:gd name="T6" fmla="*/ 1 w 626"/>
                      <a:gd name="T7" fmla="*/ 1 h 2101"/>
                      <a:gd name="T8" fmla="*/ 1 w 626"/>
                      <a:gd name="T9" fmla="*/ 1 h 2101"/>
                      <a:gd name="T10" fmla="*/ 1 w 626"/>
                      <a:gd name="T11" fmla="*/ 1 h 2101"/>
                      <a:gd name="T12" fmla="*/ 1 w 626"/>
                      <a:gd name="T13" fmla="*/ 1 h 2101"/>
                      <a:gd name="T14" fmla="*/ 1 w 626"/>
                      <a:gd name="T15" fmla="*/ 1 h 2101"/>
                      <a:gd name="T16" fmla="*/ 1 w 626"/>
                      <a:gd name="T17" fmla="*/ 2 h 2101"/>
                      <a:gd name="T18" fmla="*/ 1 w 626"/>
                      <a:gd name="T19" fmla="*/ 2 h 2101"/>
                      <a:gd name="T20" fmla="*/ 1 w 626"/>
                      <a:gd name="T21" fmla="*/ 2 h 2101"/>
                      <a:gd name="T22" fmla="*/ 1 w 626"/>
                      <a:gd name="T23" fmla="*/ 2 h 2101"/>
                      <a:gd name="T24" fmla="*/ 1 w 626"/>
                      <a:gd name="T25" fmla="*/ 3 h 2101"/>
                      <a:gd name="T26" fmla="*/ 1 w 626"/>
                      <a:gd name="T27" fmla="*/ 3 h 2101"/>
                      <a:gd name="T28" fmla="*/ 1 w 626"/>
                      <a:gd name="T29" fmla="*/ 3 h 2101"/>
                      <a:gd name="T30" fmla="*/ 0 w 626"/>
                      <a:gd name="T31" fmla="*/ 3 h 2101"/>
                      <a:gd name="T32" fmla="*/ 0 w 626"/>
                      <a:gd name="T33" fmla="*/ 3 h 2101"/>
                      <a:gd name="T34" fmla="*/ 0 w 626"/>
                      <a:gd name="T35" fmla="*/ 3 h 2101"/>
                      <a:gd name="T36" fmla="*/ 0 w 626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4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6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7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8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9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0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1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2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3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4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5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6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7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8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9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0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1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2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0 w 360"/>
                      <a:gd name="T3" fmla="*/ 0 h 226"/>
                      <a:gd name="T4" fmla="*/ 1 w 360"/>
                      <a:gd name="T5" fmla="*/ 0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3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4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0 w 253"/>
                      <a:gd name="T1" fmla="*/ 0 h 264"/>
                      <a:gd name="T2" fmla="*/ 0 w 253"/>
                      <a:gd name="T3" fmla="*/ 0 h 264"/>
                      <a:gd name="T4" fmla="*/ 0 w 253"/>
                      <a:gd name="T5" fmla="*/ 0 h 264"/>
                      <a:gd name="T6" fmla="*/ 0 w 253"/>
                      <a:gd name="T7" fmla="*/ 1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5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0 w 890"/>
                      <a:gd name="T3" fmla="*/ 0 h 2059"/>
                      <a:gd name="T4" fmla="*/ 0 w 890"/>
                      <a:gd name="T5" fmla="*/ 0 h 2059"/>
                      <a:gd name="T6" fmla="*/ 0 w 890"/>
                      <a:gd name="T7" fmla="*/ 0 h 2059"/>
                      <a:gd name="T8" fmla="*/ 1 w 890"/>
                      <a:gd name="T9" fmla="*/ 1 h 2059"/>
                      <a:gd name="T10" fmla="*/ 1 w 890"/>
                      <a:gd name="T11" fmla="*/ 1 h 2059"/>
                      <a:gd name="T12" fmla="*/ 1 w 890"/>
                      <a:gd name="T13" fmla="*/ 1 h 2059"/>
                      <a:gd name="T14" fmla="*/ 1 w 890"/>
                      <a:gd name="T15" fmla="*/ 1 h 2059"/>
                      <a:gd name="T16" fmla="*/ 1 w 890"/>
                      <a:gd name="T17" fmla="*/ 1 h 2059"/>
                      <a:gd name="T18" fmla="*/ 1 w 890"/>
                      <a:gd name="T19" fmla="*/ 2 h 2059"/>
                      <a:gd name="T20" fmla="*/ 1 w 890"/>
                      <a:gd name="T21" fmla="*/ 2 h 2059"/>
                      <a:gd name="T22" fmla="*/ 1 w 890"/>
                      <a:gd name="T23" fmla="*/ 2 h 2059"/>
                      <a:gd name="T24" fmla="*/ 1 w 890"/>
                      <a:gd name="T25" fmla="*/ 2 h 2059"/>
                      <a:gd name="T26" fmla="*/ 1 w 890"/>
                      <a:gd name="T27" fmla="*/ 3 h 2059"/>
                      <a:gd name="T28" fmla="*/ 1 w 890"/>
                      <a:gd name="T29" fmla="*/ 3 h 2059"/>
                      <a:gd name="T30" fmla="*/ 1 w 890"/>
                      <a:gd name="T31" fmla="*/ 3 h 2059"/>
                      <a:gd name="T32" fmla="*/ 1 w 890"/>
                      <a:gd name="T33" fmla="*/ 3 h 2059"/>
                      <a:gd name="T34" fmla="*/ 1 w 890"/>
                      <a:gd name="T35" fmla="*/ 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6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0 w 930"/>
                      <a:gd name="T3" fmla="*/ 0 h 2036"/>
                      <a:gd name="T4" fmla="*/ 0 w 930"/>
                      <a:gd name="T5" fmla="*/ 0 h 2036"/>
                      <a:gd name="T6" fmla="*/ 1 w 930"/>
                      <a:gd name="T7" fmla="*/ 0 h 2036"/>
                      <a:gd name="T8" fmla="*/ 1 w 930"/>
                      <a:gd name="T9" fmla="*/ 1 h 2036"/>
                      <a:gd name="T10" fmla="*/ 1 w 930"/>
                      <a:gd name="T11" fmla="*/ 1 h 2036"/>
                      <a:gd name="T12" fmla="*/ 1 w 930"/>
                      <a:gd name="T13" fmla="*/ 1 h 2036"/>
                      <a:gd name="T14" fmla="*/ 1 w 930"/>
                      <a:gd name="T15" fmla="*/ 1 h 2036"/>
                      <a:gd name="T16" fmla="*/ 1 w 930"/>
                      <a:gd name="T17" fmla="*/ 1 h 2036"/>
                      <a:gd name="T18" fmla="*/ 1 w 930"/>
                      <a:gd name="T19" fmla="*/ 2 h 2036"/>
                      <a:gd name="T20" fmla="*/ 1 w 930"/>
                      <a:gd name="T21" fmla="*/ 2 h 2036"/>
                      <a:gd name="T22" fmla="*/ 1 w 930"/>
                      <a:gd name="T23" fmla="*/ 2 h 2036"/>
                      <a:gd name="T24" fmla="*/ 1 w 930"/>
                      <a:gd name="T25" fmla="*/ 2 h 2036"/>
                      <a:gd name="T26" fmla="*/ 1 w 930"/>
                      <a:gd name="T27" fmla="*/ 3 h 2036"/>
                      <a:gd name="T28" fmla="*/ 1 w 930"/>
                      <a:gd name="T29" fmla="*/ 3 h 2036"/>
                      <a:gd name="T30" fmla="*/ 1 w 930"/>
                      <a:gd name="T31" fmla="*/ 3 h 2036"/>
                      <a:gd name="T32" fmla="*/ 1 w 930"/>
                      <a:gd name="T33" fmla="*/ 3 h 2036"/>
                      <a:gd name="T34" fmla="*/ 1 w 930"/>
                      <a:gd name="T35" fmla="*/ 3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7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0 w 952"/>
                      <a:gd name="T3" fmla="*/ 0 h 1986"/>
                      <a:gd name="T4" fmla="*/ 0 w 952"/>
                      <a:gd name="T5" fmla="*/ 0 h 1986"/>
                      <a:gd name="T6" fmla="*/ 1 w 952"/>
                      <a:gd name="T7" fmla="*/ 1 h 1986"/>
                      <a:gd name="T8" fmla="*/ 1 w 952"/>
                      <a:gd name="T9" fmla="*/ 1 h 1986"/>
                      <a:gd name="T10" fmla="*/ 1 w 952"/>
                      <a:gd name="T11" fmla="*/ 1 h 1986"/>
                      <a:gd name="T12" fmla="*/ 1 w 952"/>
                      <a:gd name="T13" fmla="*/ 1 h 1986"/>
                      <a:gd name="T14" fmla="*/ 1 w 952"/>
                      <a:gd name="T15" fmla="*/ 1 h 1986"/>
                      <a:gd name="T16" fmla="*/ 1 w 952"/>
                      <a:gd name="T17" fmla="*/ 2 h 1986"/>
                      <a:gd name="T18" fmla="*/ 1 w 952"/>
                      <a:gd name="T19" fmla="*/ 2 h 1986"/>
                      <a:gd name="T20" fmla="*/ 1 w 952"/>
                      <a:gd name="T21" fmla="*/ 2 h 1986"/>
                      <a:gd name="T22" fmla="*/ 1 w 952"/>
                      <a:gd name="T23" fmla="*/ 2 h 1986"/>
                      <a:gd name="T24" fmla="*/ 1 w 952"/>
                      <a:gd name="T25" fmla="*/ 3 h 1986"/>
                      <a:gd name="T26" fmla="*/ 1 w 952"/>
                      <a:gd name="T27" fmla="*/ 3 h 1986"/>
                      <a:gd name="T28" fmla="*/ 1 w 952"/>
                      <a:gd name="T29" fmla="*/ 3 h 1986"/>
                      <a:gd name="T30" fmla="*/ 1 w 952"/>
                      <a:gd name="T31" fmla="*/ 3 h 1986"/>
                      <a:gd name="T32" fmla="*/ 1 w 952"/>
                      <a:gd name="T33" fmla="*/ 3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8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0 w 107"/>
                      <a:gd name="T1" fmla="*/ 0 h 2101"/>
                      <a:gd name="T2" fmla="*/ 0 w 107"/>
                      <a:gd name="T3" fmla="*/ 0 h 2101"/>
                      <a:gd name="T4" fmla="*/ 0 w 107"/>
                      <a:gd name="T5" fmla="*/ 0 h 2101"/>
                      <a:gd name="T6" fmla="*/ 0 w 107"/>
                      <a:gd name="T7" fmla="*/ 1 h 2101"/>
                      <a:gd name="T8" fmla="*/ 0 w 107"/>
                      <a:gd name="T9" fmla="*/ 1 h 2101"/>
                      <a:gd name="T10" fmla="*/ 0 w 107"/>
                      <a:gd name="T11" fmla="*/ 1 h 2101"/>
                      <a:gd name="T12" fmla="*/ 0 w 107"/>
                      <a:gd name="T13" fmla="*/ 1 h 2101"/>
                      <a:gd name="T14" fmla="*/ 0 w 107"/>
                      <a:gd name="T15" fmla="*/ 1 h 2101"/>
                      <a:gd name="T16" fmla="*/ 0 w 107"/>
                      <a:gd name="T17" fmla="*/ 2 h 2101"/>
                      <a:gd name="T18" fmla="*/ 0 w 107"/>
                      <a:gd name="T19" fmla="*/ 2 h 2101"/>
                      <a:gd name="T20" fmla="*/ 0 w 107"/>
                      <a:gd name="T21" fmla="*/ 2 h 2101"/>
                      <a:gd name="T22" fmla="*/ 0 w 107"/>
                      <a:gd name="T23" fmla="*/ 2 h 2101"/>
                      <a:gd name="T24" fmla="*/ 0 w 107"/>
                      <a:gd name="T25" fmla="*/ 3 h 2101"/>
                      <a:gd name="T26" fmla="*/ 0 w 107"/>
                      <a:gd name="T27" fmla="*/ 3 h 2101"/>
                      <a:gd name="T28" fmla="*/ 0 w 107"/>
                      <a:gd name="T29" fmla="*/ 3 h 2101"/>
                      <a:gd name="T30" fmla="*/ 0 w 107"/>
                      <a:gd name="T31" fmla="*/ 3 h 2101"/>
                      <a:gd name="T32" fmla="*/ 0 w 107"/>
                      <a:gd name="T33" fmla="*/ 3 h 2101"/>
                      <a:gd name="T34" fmla="*/ 0 w 107"/>
                      <a:gd name="T35" fmla="*/ 4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9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0 w 204"/>
                      <a:gd name="T1" fmla="*/ 0 h 2106"/>
                      <a:gd name="T2" fmla="*/ 0 w 204"/>
                      <a:gd name="T3" fmla="*/ 0 h 2106"/>
                      <a:gd name="T4" fmla="*/ 0 w 204"/>
                      <a:gd name="T5" fmla="*/ 0 h 2106"/>
                      <a:gd name="T6" fmla="*/ 0 w 204"/>
                      <a:gd name="T7" fmla="*/ 1 h 2106"/>
                      <a:gd name="T8" fmla="*/ 0 w 204"/>
                      <a:gd name="T9" fmla="*/ 1 h 2106"/>
                      <a:gd name="T10" fmla="*/ 0 w 204"/>
                      <a:gd name="T11" fmla="*/ 1 h 2106"/>
                      <a:gd name="T12" fmla="*/ 0 w 204"/>
                      <a:gd name="T13" fmla="*/ 1 h 2106"/>
                      <a:gd name="T14" fmla="*/ 0 w 204"/>
                      <a:gd name="T15" fmla="*/ 1 h 2106"/>
                      <a:gd name="T16" fmla="*/ 0 w 204"/>
                      <a:gd name="T17" fmla="*/ 2 h 2106"/>
                      <a:gd name="T18" fmla="*/ 0 w 204"/>
                      <a:gd name="T19" fmla="*/ 2 h 2106"/>
                      <a:gd name="T20" fmla="*/ 0 w 204"/>
                      <a:gd name="T21" fmla="*/ 2 h 2106"/>
                      <a:gd name="T22" fmla="*/ 0 w 204"/>
                      <a:gd name="T23" fmla="*/ 2 h 2106"/>
                      <a:gd name="T24" fmla="*/ 0 w 204"/>
                      <a:gd name="T25" fmla="*/ 3 h 2106"/>
                      <a:gd name="T26" fmla="*/ 0 w 204"/>
                      <a:gd name="T27" fmla="*/ 3 h 2106"/>
                      <a:gd name="T28" fmla="*/ 0 w 204"/>
                      <a:gd name="T29" fmla="*/ 3 h 2106"/>
                      <a:gd name="T30" fmla="*/ 0 w 204"/>
                      <a:gd name="T31" fmla="*/ 3 h 2106"/>
                      <a:gd name="T32" fmla="*/ 0 w 204"/>
                      <a:gd name="T33" fmla="*/ 3 h 2106"/>
                      <a:gd name="T34" fmla="*/ 0 w 204"/>
                      <a:gd name="T35" fmla="*/ 4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0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0 w 285"/>
                      <a:gd name="T1" fmla="*/ 0 h 2110"/>
                      <a:gd name="T2" fmla="*/ 0 w 285"/>
                      <a:gd name="T3" fmla="*/ 0 h 2110"/>
                      <a:gd name="T4" fmla="*/ 0 w 285"/>
                      <a:gd name="T5" fmla="*/ 0 h 2110"/>
                      <a:gd name="T6" fmla="*/ 0 w 285"/>
                      <a:gd name="T7" fmla="*/ 1 h 2110"/>
                      <a:gd name="T8" fmla="*/ 0 w 285"/>
                      <a:gd name="T9" fmla="*/ 1 h 2110"/>
                      <a:gd name="T10" fmla="*/ 0 w 285"/>
                      <a:gd name="T11" fmla="*/ 1 h 2110"/>
                      <a:gd name="T12" fmla="*/ 0 w 285"/>
                      <a:gd name="T13" fmla="*/ 1 h 2110"/>
                      <a:gd name="T14" fmla="*/ 0 w 285"/>
                      <a:gd name="T15" fmla="*/ 1 h 2110"/>
                      <a:gd name="T16" fmla="*/ 0 w 285"/>
                      <a:gd name="T17" fmla="*/ 2 h 2110"/>
                      <a:gd name="T18" fmla="*/ 0 w 285"/>
                      <a:gd name="T19" fmla="*/ 2 h 2110"/>
                      <a:gd name="T20" fmla="*/ 0 w 285"/>
                      <a:gd name="T21" fmla="*/ 2 h 2110"/>
                      <a:gd name="T22" fmla="*/ 0 w 285"/>
                      <a:gd name="T23" fmla="*/ 2 h 2110"/>
                      <a:gd name="T24" fmla="*/ 0 w 285"/>
                      <a:gd name="T25" fmla="*/ 3 h 2110"/>
                      <a:gd name="T26" fmla="*/ 0 w 285"/>
                      <a:gd name="T27" fmla="*/ 3 h 2110"/>
                      <a:gd name="T28" fmla="*/ 0 w 285"/>
                      <a:gd name="T29" fmla="*/ 3 h 2110"/>
                      <a:gd name="T30" fmla="*/ 0 w 285"/>
                      <a:gd name="T31" fmla="*/ 3 h 2110"/>
                      <a:gd name="T32" fmla="*/ 0 w 285"/>
                      <a:gd name="T33" fmla="*/ 3 h 2110"/>
                      <a:gd name="T34" fmla="*/ 0 w 285"/>
                      <a:gd name="T35" fmla="*/ 4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1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0 w 355"/>
                      <a:gd name="T1" fmla="*/ 0 h 2091"/>
                      <a:gd name="T2" fmla="*/ 0 w 355"/>
                      <a:gd name="T3" fmla="*/ 0 h 2091"/>
                      <a:gd name="T4" fmla="*/ 0 w 355"/>
                      <a:gd name="T5" fmla="*/ 0 h 2091"/>
                      <a:gd name="T6" fmla="*/ 0 w 355"/>
                      <a:gd name="T7" fmla="*/ 1 h 2091"/>
                      <a:gd name="T8" fmla="*/ 0 w 355"/>
                      <a:gd name="T9" fmla="*/ 1 h 2091"/>
                      <a:gd name="T10" fmla="*/ 0 w 355"/>
                      <a:gd name="T11" fmla="*/ 1 h 2091"/>
                      <a:gd name="T12" fmla="*/ 1 w 355"/>
                      <a:gd name="T13" fmla="*/ 1 h 2091"/>
                      <a:gd name="T14" fmla="*/ 1 w 355"/>
                      <a:gd name="T15" fmla="*/ 1 h 2091"/>
                      <a:gd name="T16" fmla="*/ 1 w 355"/>
                      <a:gd name="T17" fmla="*/ 2 h 2091"/>
                      <a:gd name="T18" fmla="*/ 1 w 355"/>
                      <a:gd name="T19" fmla="*/ 2 h 2091"/>
                      <a:gd name="T20" fmla="*/ 1 w 355"/>
                      <a:gd name="T21" fmla="*/ 2 h 2091"/>
                      <a:gd name="T22" fmla="*/ 1 w 355"/>
                      <a:gd name="T23" fmla="*/ 2 h 2091"/>
                      <a:gd name="T24" fmla="*/ 0 w 355"/>
                      <a:gd name="T25" fmla="*/ 3 h 2091"/>
                      <a:gd name="T26" fmla="*/ 0 w 355"/>
                      <a:gd name="T27" fmla="*/ 3 h 2091"/>
                      <a:gd name="T28" fmla="*/ 0 w 355"/>
                      <a:gd name="T29" fmla="*/ 3 h 2091"/>
                      <a:gd name="T30" fmla="*/ 0 w 355"/>
                      <a:gd name="T31" fmla="*/ 3 h 2091"/>
                      <a:gd name="T32" fmla="*/ 0 w 355"/>
                      <a:gd name="T33" fmla="*/ 3 h 2091"/>
                      <a:gd name="T34" fmla="*/ 0 w 355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2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0 w 432"/>
                      <a:gd name="T1" fmla="*/ 0 h 2072"/>
                      <a:gd name="T2" fmla="*/ 0 w 432"/>
                      <a:gd name="T3" fmla="*/ 0 h 2072"/>
                      <a:gd name="T4" fmla="*/ 0 w 432"/>
                      <a:gd name="T5" fmla="*/ 0 h 2072"/>
                      <a:gd name="T6" fmla="*/ 0 w 432"/>
                      <a:gd name="T7" fmla="*/ 1 h 2072"/>
                      <a:gd name="T8" fmla="*/ 0 w 432"/>
                      <a:gd name="T9" fmla="*/ 1 h 2072"/>
                      <a:gd name="T10" fmla="*/ 0 w 432"/>
                      <a:gd name="T11" fmla="*/ 1 h 2072"/>
                      <a:gd name="T12" fmla="*/ 1 w 432"/>
                      <a:gd name="T13" fmla="*/ 1 h 2072"/>
                      <a:gd name="T14" fmla="*/ 1 w 432"/>
                      <a:gd name="T15" fmla="*/ 1 h 2072"/>
                      <a:gd name="T16" fmla="*/ 1 w 432"/>
                      <a:gd name="T17" fmla="*/ 2 h 2072"/>
                      <a:gd name="T18" fmla="*/ 1 w 432"/>
                      <a:gd name="T19" fmla="*/ 2 h 2072"/>
                      <a:gd name="T20" fmla="*/ 1 w 432"/>
                      <a:gd name="T21" fmla="*/ 2 h 2072"/>
                      <a:gd name="T22" fmla="*/ 1 w 432"/>
                      <a:gd name="T23" fmla="*/ 2 h 2072"/>
                      <a:gd name="T24" fmla="*/ 1 w 432"/>
                      <a:gd name="T25" fmla="*/ 3 h 2072"/>
                      <a:gd name="T26" fmla="*/ 0 w 432"/>
                      <a:gd name="T27" fmla="*/ 3 h 2072"/>
                      <a:gd name="T28" fmla="*/ 0 w 432"/>
                      <a:gd name="T29" fmla="*/ 3 h 2072"/>
                      <a:gd name="T30" fmla="*/ 0 w 432"/>
                      <a:gd name="T31" fmla="*/ 3 h 2072"/>
                      <a:gd name="T32" fmla="*/ 0 w 432"/>
                      <a:gd name="T33" fmla="*/ 3 h 2072"/>
                      <a:gd name="T34" fmla="*/ 0 w 432"/>
                      <a:gd name="T35" fmla="*/ 4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3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0 w 516"/>
                      <a:gd name="T3" fmla="*/ 0 h 1261"/>
                      <a:gd name="T4" fmla="*/ 0 w 516"/>
                      <a:gd name="T5" fmla="*/ 0 h 1261"/>
                      <a:gd name="T6" fmla="*/ 0 w 516"/>
                      <a:gd name="T7" fmla="*/ 1 h 1261"/>
                      <a:gd name="T8" fmla="*/ 1 w 516"/>
                      <a:gd name="T9" fmla="*/ 1 h 1261"/>
                      <a:gd name="T10" fmla="*/ 1 w 516"/>
                      <a:gd name="T11" fmla="*/ 1 h 1261"/>
                      <a:gd name="T12" fmla="*/ 1 w 516"/>
                      <a:gd name="T13" fmla="*/ 1 h 1261"/>
                      <a:gd name="T14" fmla="*/ 1 w 516"/>
                      <a:gd name="T15" fmla="*/ 1 h 1261"/>
                      <a:gd name="T16" fmla="*/ 1 w 516"/>
                      <a:gd name="T17" fmla="*/ 2 h 1261"/>
                      <a:gd name="T18" fmla="*/ 1 w 516"/>
                      <a:gd name="T19" fmla="*/ 2 h 1261"/>
                      <a:gd name="T20" fmla="*/ 1 w 516"/>
                      <a:gd name="T21" fmla="*/ 2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4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0 w 1064"/>
                      <a:gd name="T3" fmla="*/ 0 h 2091"/>
                      <a:gd name="T4" fmla="*/ 0 w 1064"/>
                      <a:gd name="T5" fmla="*/ 0 h 2091"/>
                      <a:gd name="T6" fmla="*/ 1 w 1064"/>
                      <a:gd name="T7" fmla="*/ 1 h 2091"/>
                      <a:gd name="T8" fmla="*/ 1 w 1064"/>
                      <a:gd name="T9" fmla="*/ 1 h 2091"/>
                      <a:gd name="T10" fmla="*/ 1 w 1064"/>
                      <a:gd name="T11" fmla="*/ 1 h 2091"/>
                      <a:gd name="T12" fmla="*/ 1 w 1064"/>
                      <a:gd name="T13" fmla="*/ 1 h 2091"/>
                      <a:gd name="T14" fmla="*/ 1 w 1064"/>
                      <a:gd name="T15" fmla="*/ 1 h 2091"/>
                      <a:gd name="T16" fmla="*/ 1 w 1064"/>
                      <a:gd name="T17" fmla="*/ 2 h 2091"/>
                      <a:gd name="T18" fmla="*/ 1 w 1064"/>
                      <a:gd name="T19" fmla="*/ 2 h 2091"/>
                      <a:gd name="T20" fmla="*/ 1 w 1064"/>
                      <a:gd name="T21" fmla="*/ 2 h 2091"/>
                      <a:gd name="T22" fmla="*/ 1 w 1064"/>
                      <a:gd name="T23" fmla="*/ 2 h 2091"/>
                      <a:gd name="T24" fmla="*/ 1 w 1064"/>
                      <a:gd name="T25" fmla="*/ 3 h 2091"/>
                      <a:gd name="T26" fmla="*/ 1 w 1064"/>
                      <a:gd name="T27" fmla="*/ 3 h 2091"/>
                      <a:gd name="T28" fmla="*/ 1 w 1064"/>
                      <a:gd name="T29" fmla="*/ 3 h 2091"/>
                      <a:gd name="T30" fmla="*/ 1 w 1064"/>
                      <a:gd name="T31" fmla="*/ 3 h 2091"/>
                      <a:gd name="T32" fmla="*/ 1 w 1064"/>
                      <a:gd name="T33" fmla="*/ 3 h 2091"/>
                      <a:gd name="T34" fmla="*/ 1 w 1064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5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0 w 1064"/>
                      <a:gd name="T3" fmla="*/ 0 h 2097"/>
                      <a:gd name="T4" fmla="*/ 0 w 1064"/>
                      <a:gd name="T5" fmla="*/ 0 h 2097"/>
                      <a:gd name="T6" fmla="*/ 1 w 1064"/>
                      <a:gd name="T7" fmla="*/ 1 h 2097"/>
                      <a:gd name="T8" fmla="*/ 1 w 1064"/>
                      <a:gd name="T9" fmla="*/ 1 h 2097"/>
                      <a:gd name="T10" fmla="*/ 1 w 1064"/>
                      <a:gd name="T11" fmla="*/ 1 h 2097"/>
                      <a:gd name="T12" fmla="*/ 1 w 1064"/>
                      <a:gd name="T13" fmla="*/ 1 h 2097"/>
                      <a:gd name="T14" fmla="*/ 1 w 1064"/>
                      <a:gd name="T15" fmla="*/ 1 h 2097"/>
                      <a:gd name="T16" fmla="*/ 1 w 1064"/>
                      <a:gd name="T17" fmla="*/ 2 h 2097"/>
                      <a:gd name="T18" fmla="*/ 1 w 1064"/>
                      <a:gd name="T19" fmla="*/ 2 h 2097"/>
                      <a:gd name="T20" fmla="*/ 1 w 1064"/>
                      <a:gd name="T21" fmla="*/ 2 h 2097"/>
                      <a:gd name="T22" fmla="*/ 1 w 1064"/>
                      <a:gd name="T23" fmla="*/ 2 h 2097"/>
                      <a:gd name="T24" fmla="*/ 1 w 1064"/>
                      <a:gd name="T25" fmla="*/ 3 h 2097"/>
                      <a:gd name="T26" fmla="*/ 1 w 1064"/>
                      <a:gd name="T27" fmla="*/ 3 h 2097"/>
                      <a:gd name="T28" fmla="*/ 1 w 1064"/>
                      <a:gd name="T29" fmla="*/ 3 h 2097"/>
                      <a:gd name="T30" fmla="*/ 1 w 1064"/>
                      <a:gd name="T31" fmla="*/ 3 h 2097"/>
                      <a:gd name="T32" fmla="*/ 1 w 1064"/>
                      <a:gd name="T33" fmla="*/ 3 h 2097"/>
                      <a:gd name="T34" fmla="*/ 1 w 106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6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1 w 836"/>
                      <a:gd name="T1" fmla="*/ 0 h 2087"/>
                      <a:gd name="T2" fmla="*/ 1 w 836"/>
                      <a:gd name="T3" fmla="*/ 0 h 2087"/>
                      <a:gd name="T4" fmla="*/ 1 w 836"/>
                      <a:gd name="T5" fmla="*/ 0 h 2087"/>
                      <a:gd name="T6" fmla="*/ 1 w 836"/>
                      <a:gd name="T7" fmla="*/ 1 h 2087"/>
                      <a:gd name="T8" fmla="*/ 1 w 836"/>
                      <a:gd name="T9" fmla="*/ 1 h 2087"/>
                      <a:gd name="T10" fmla="*/ 1 w 836"/>
                      <a:gd name="T11" fmla="*/ 1 h 2087"/>
                      <a:gd name="T12" fmla="*/ 1 w 836"/>
                      <a:gd name="T13" fmla="*/ 1 h 2087"/>
                      <a:gd name="T14" fmla="*/ 1 w 836"/>
                      <a:gd name="T15" fmla="*/ 2 h 2087"/>
                      <a:gd name="T16" fmla="*/ 1 w 836"/>
                      <a:gd name="T17" fmla="*/ 2 h 2087"/>
                      <a:gd name="T18" fmla="*/ 0 w 836"/>
                      <a:gd name="T19" fmla="*/ 2 h 2087"/>
                      <a:gd name="T20" fmla="*/ 0 w 836"/>
                      <a:gd name="T21" fmla="*/ 2 h 2087"/>
                      <a:gd name="T22" fmla="*/ 0 w 836"/>
                      <a:gd name="T23" fmla="*/ 3 h 2087"/>
                      <a:gd name="T24" fmla="*/ 0 w 836"/>
                      <a:gd name="T25" fmla="*/ 3 h 2087"/>
                      <a:gd name="T26" fmla="*/ 0 w 836"/>
                      <a:gd name="T27" fmla="*/ 3 h 2087"/>
                      <a:gd name="T28" fmla="*/ 0 w 836"/>
                      <a:gd name="T29" fmla="*/ 3 h 2087"/>
                      <a:gd name="T30" fmla="*/ 0 w 836"/>
                      <a:gd name="T31" fmla="*/ 3 h 2087"/>
                      <a:gd name="T32" fmla="*/ 0 w 836"/>
                      <a:gd name="T33" fmla="*/ 3 h 2087"/>
                      <a:gd name="T34" fmla="*/ 0 w 836"/>
                      <a:gd name="T35" fmla="*/ 4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7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 w 480"/>
                      <a:gd name="T1" fmla="*/ 0 h 1214"/>
                      <a:gd name="T2" fmla="*/ 1 w 480"/>
                      <a:gd name="T3" fmla="*/ 0 h 1214"/>
                      <a:gd name="T4" fmla="*/ 0 w 480"/>
                      <a:gd name="T5" fmla="*/ 1 h 1214"/>
                      <a:gd name="T6" fmla="*/ 0 w 480"/>
                      <a:gd name="T7" fmla="*/ 1 h 1214"/>
                      <a:gd name="T8" fmla="*/ 0 w 480"/>
                      <a:gd name="T9" fmla="*/ 1 h 1214"/>
                      <a:gd name="T10" fmla="*/ 0 w 480"/>
                      <a:gd name="T11" fmla="*/ 1 h 1214"/>
                      <a:gd name="T12" fmla="*/ 0 w 480"/>
                      <a:gd name="T13" fmla="*/ 1 h 1214"/>
                      <a:gd name="T14" fmla="*/ 0 w 480"/>
                      <a:gd name="T15" fmla="*/ 2 h 1214"/>
                      <a:gd name="T16" fmla="*/ 0 w 480"/>
                      <a:gd name="T17" fmla="*/ 2 h 1214"/>
                      <a:gd name="T18" fmla="*/ 0 w 480"/>
                      <a:gd name="T19" fmla="*/ 2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8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 w 392"/>
                      <a:gd name="T1" fmla="*/ 0 h 2102"/>
                      <a:gd name="T2" fmla="*/ 1 w 392"/>
                      <a:gd name="T3" fmla="*/ 0 h 2102"/>
                      <a:gd name="T4" fmla="*/ 0 w 392"/>
                      <a:gd name="T5" fmla="*/ 0 h 2102"/>
                      <a:gd name="T6" fmla="*/ 0 w 392"/>
                      <a:gd name="T7" fmla="*/ 1 h 2102"/>
                      <a:gd name="T8" fmla="*/ 0 w 392"/>
                      <a:gd name="T9" fmla="*/ 1 h 2102"/>
                      <a:gd name="T10" fmla="*/ 0 w 392"/>
                      <a:gd name="T11" fmla="*/ 1 h 2102"/>
                      <a:gd name="T12" fmla="*/ 0 w 392"/>
                      <a:gd name="T13" fmla="*/ 1 h 2102"/>
                      <a:gd name="T14" fmla="*/ 0 w 392"/>
                      <a:gd name="T15" fmla="*/ 1 h 2102"/>
                      <a:gd name="T16" fmla="*/ 0 w 392"/>
                      <a:gd name="T17" fmla="*/ 2 h 2102"/>
                      <a:gd name="T18" fmla="*/ 0 w 392"/>
                      <a:gd name="T19" fmla="*/ 2 h 2102"/>
                      <a:gd name="T20" fmla="*/ 0 w 392"/>
                      <a:gd name="T21" fmla="*/ 2 h 2102"/>
                      <a:gd name="T22" fmla="*/ 0 w 392"/>
                      <a:gd name="T23" fmla="*/ 2 h 2102"/>
                      <a:gd name="T24" fmla="*/ 0 w 392"/>
                      <a:gd name="T25" fmla="*/ 3 h 2102"/>
                      <a:gd name="T26" fmla="*/ 0 w 392"/>
                      <a:gd name="T27" fmla="*/ 3 h 2102"/>
                      <a:gd name="T28" fmla="*/ 0 w 392"/>
                      <a:gd name="T29" fmla="*/ 3 h 2102"/>
                      <a:gd name="T30" fmla="*/ 0 w 392"/>
                      <a:gd name="T31" fmla="*/ 3 h 2102"/>
                      <a:gd name="T32" fmla="*/ 0 w 392"/>
                      <a:gd name="T33" fmla="*/ 3 h 2102"/>
                      <a:gd name="T34" fmla="*/ 0 w 392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9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1 w 311"/>
                      <a:gd name="T1" fmla="*/ 0 h 2102"/>
                      <a:gd name="T2" fmla="*/ 0 w 311"/>
                      <a:gd name="T3" fmla="*/ 0 h 2102"/>
                      <a:gd name="T4" fmla="*/ 0 w 311"/>
                      <a:gd name="T5" fmla="*/ 0 h 2102"/>
                      <a:gd name="T6" fmla="*/ 0 w 311"/>
                      <a:gd name="T7" fmla="*/ 1 h 2102"/>
                      <a:gd name="T8" fmla="*/ 0 w 311"/>
                      <a:gd name="T9" fmla="*/ 1 h 2102"/>
                      <a:gd name="T10" fmla="*/ 0 w 311"/>
                      <a:gd name="T11" fmla="*/ 1 h 2102"/>
                      <a:gd name="T12" fmla="*/ 0 w 311"/>
                      <a:gd name="T13" fmla="*/ 1 h 2102"/>
                      <a:gd name="T14" fmla="*/ 0 w 311"/>
                      <a:gd name="T15" fmla="*/ 1 h 2102"/>
                      <a:gd name="T16" fmla="*/ 0 w 311"/>
                      <a:gd name="T17" fmla="*/ 2 h 2102"/>
                      <a:gd name="T18" fmla="*/ 0 w 311"/>
                      <a:gd name="T19" fmla="*/ 2 h 2102"/>
                      <a:gd name="T20" fmla="*/ 0 w 311"/>
                      <a:gd name="T21" fmla="*/ 2 h 2102"/>
                      <a:gd name="T22" fmla="*/ 0 w 311"/>
                      <a:gd name="T23" fmla="*/ 2 h 2102"/>
                      <a:gd name="T24" fmla="*/ 0 w 311"/>
                      <a:gd name="T25" fmla="*/ 3 h 2102"/>
                      <a:gd name="T26" fmla="*/ 0 w 311"/>
                      <a:gd name="T27" fmla="*/ 3 h 2102"/>
                      <a:gd name="T28" fmla="*/ 0 w 311"/>
                      <a:gd name="T29" fmla="*/ 3 h 2102"/>
                      <a:gd name="T30" fmla="*/ 0 w 311"/>
                      <a:gd name="T31" fmla="*/ 3 h 2102"/>
                      <a:gd name="T32" fmla="*/ 0 w 311"/>
                      <a:gd name="T33" fmla="*/ 3 h 2102"/>
                      <a:gd name="T34" fmla="*/ 0 w 311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0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0 w 204"/>
                      <a:gd name="T1" fmla="*/ 0 h 2097"/>
                      <a:gd name="T2" fmla="*/ 0 w 204"/>
                      <a:gd name="T3" fmla="*/ 0 h 2097"/>
                      <a:gd name="T4" fmla="*/ 0 w 204"/>
                      <a:gd name="T5" fmla="*/ 0 h 2097"/>
                      <a:gd name="T6" fmla="*/ 0 w 204"/>
                      <a:gd name="T7" fmla="*/ 1 h 2097"/>
                      <a:gd name="T8" fmla="*/ 0 w 204"/>
                      <a:gd name="T9" fmla="*/ 1 h 2097"/>
                      <a:gd name="T10" fmla="*/ 0 w 204"/>
                      <a:gd name="T11" fmla="*/ 1 h 2097"/>
                      <a:gd name="T12" fmla="*/ 0 w 204"/>
                      <a:gd name="T13" fmla="*/ 1 h 2097"/>
                      <a:gd name="T14" fmla="*/ 0 w 204"/>
                      <a:gd name="T15" fmla="*/ 1 h 2097"/>
                      <a:gd name="T16" fmla="*/ 0 w 204"/>
                      <a:gd name="T17" fmla="*/ 2 h 2097"/>
                      <a:gd name="T18" fmla="*/ 0 w 204"/>
                      <a:gd name="T19" fmla="*/ 2 h 2097"/>
                      <a:gd name="T20" fmla="*/ 0 w 204"/>
                      <a:gd name="T21" fmla="*/ 2 h 2097"/>
                      <a:gd name="T22" fmla="*/ 0 w 204"/>
                      <a:gd name="T23" fmla="*/ 2 h 2097"/>
                      <a:gd name="T24" fmla="*/ 0 w 204"/>
                      <a:gd name="T25" fmla="*/ 3 h 2097"/>
                      <a:gd name="T26" fmla="*/ 0 w 204"/>
                      <a:gd name="T27" fmla="*/ 3 h 2097"/>
                      <a:gd name="T28" fmla="*/ 0 w 204"/>
                      <a:gd name="T29" fmla="*/ 3 h 2097"/>
                      <a:gd name="T30" fmla="*/ 0 w 204"/>
                      <a:gd name="T31" fmla="*/ 3 h 2097"/>
                      <a:gd name="T32" fmla="*/ 0 w 204"/>
                      <a:gd name="T33" fmla="*/ 3 h 2097"/>
                      <a:gd name="T34" fmla="*/ 0 w 20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1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0 w 120"/>
                      <a:gd name="T1" fmla="*/ 0 h 2111"/>
                      <a:gd name="T2" fmla="*/ 0 w 120"/>
                      <a:gd name="T3" fmla="*/ 0 h 2111"/>
                      <a:gd name="T4" fmla="*/ 0 w 120"/>
                      <a:gd name="T5" fmla="*/ 0 h 2111"/>
                      <a:gd name="T6" fmla="*/ 0 w 120"/>
                      <a:gd name="T7" fmla="*/ 1 h 2111"/>
                      <a:gd name="T8" fmla="*/ 0 w 120"/>
                      <a:gd name="T9" fmla="*/ 1 h 2111"/>
                      <a:gd name="T10" fmla="*/ 0 w 120"/>
                      <a:gd name="T11" fmla="*/ 1 h 2111"/>
                      <a:gd name="T12" fmla="*/ 0 w 120"/>
                      <a:gd name="T13" fmla="*/ 1 h 2111"/>
                      <a:gd name="T14" fmla="*/ 0 w 120"/>
                      <a:gd name="T15" fmla="*/ 1 h 2111"/>
                      <a:gd name="T16" fmla="*/ 0 w 120"/>
                      <a:gd name="T17" fmla="*/ 1 h 2111"/>
                      <a:gd name="T18" fmla="*/ 0 w 120"/>
                      <a:gd name="T19" fmla="*/ 2 h 2111"/>
                      <a:gd name="T20" fmla="*/ 0 w 120"/>
                      <a:gd name="T21" fmla="*/ 2 h 2111"/>
                      <a:gd name="T22" fmla="*/ 0 w 120"/>
                      <a:gd name="T23" fmla="*/ 2 h 2111"/>
                      <a:gd name="T24" fmla="*/ 0 w 120"/>
                      <a:gd name="T25" fmla="*/ 3 h 2111"/>
                      <a:gd name="T26" fmla="*/ 0 w 120"/>
                      <a:gd name="T27" fmla="*/ 3 h 2111"/>
                      <a:gd name="T28" fmla="*/ 0 w 120"/>
                      <a:gd name="T29" fmla="*/ 3 h 2111"/>
                      <a:gd name="T30" fmla="*/ 0 w 120"/>
                      <a:gd name="T31" fmla="*/ 3 h 2111"/>
                      <a:gd name="T32" fmla="*/ 0 w 120"/>
                      <a:gd name="T33" fmla="*/ 3 h 2111"/>
                      <a:gd name="T34" fmla="*/ 0 w 120"/>
                      <a:gd name="T35" fmla="*/ 4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2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0 w 383"/>
                      <a:gd name="T3" fmla="*/ 0 h 2088"/>
                      <a:gd name="T4" fmla="*/ 0 w 383"/>
                      <a:gd name="T5" fmla="*/ 0 h 2088"/>
                      <a:gd name="T6" fmla="*/ 0 w 383"/>
                      <a:gd name="T7" fmla="*/ 1 h 2088"/>
                      <a:gd name="T8" fmla="*/ 0 w 383"/>
                      <a:gd name="T9" fmla="*/ 1 h 2088"/>
                      <a:gd name="T10" fmla="*/ 0 w 383"/>
                      <a:gd name="T11" fmla="*/ 1 h 2088"/>
                      <a:gd name="T12" fmla="*/ 0 w 383"/>
                      <a:gd name="T13" fmla="*/ 1 h 2088"/>
                      <a:gd name="T14" fmla="*/ 0 w 383"/>
                      <a:gd name="T15" fmla="*/ 2 h 2088"/>
                      <a:gd name="T16" fmla="*/ 0 w 383"/>
                      <a:gd name="T17" fmla="*/ 2 h 2088"/>
                      <a:gd name="T18" fmla="*/ 0 w 383"/>
                      <a:gd name="T19" fmla="*/ 2 h 2088"/>
                      <a:gd name="T20" fmla="*/ 0 w 383"/>
                      <a:gd name="T21" fmla="*/ 2 h 2088"/>
                      <a:gd name="T22" fmla="*/ 0 w 383"/>
                      <a:gd name="T23" fmla="*/ 3 h 2088"/>
                      <a:gd name="T24" fmla="*/ 0 w 383"/>
                      <a:gd name="T25" fmla="*/ 3 h 2088"/>
                      <a:gd name="T26" fmla="*/ 0 w 383"/>
                      <a:gd name="T27" fmla="*/ 3 h 2088"/>
                      <a:gd name="T28" fmla="*/ 0 w 383"/>
                      <a:gd name="T29" fmla="*/ 3 h 2088"/>
                      <a:gd name="T30" fmla="*/ 0 w 383"/>
                      <a:gd name="T31" fmla="*/ 3 h 2088"/>
                      <a:gd name="T32" fmla="*/ 1 w 383"/>
                      <a:gd name="T33" fmla="*/ 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3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0 w 423"/>
                      <a:gd name="T3" fmla="*/ 0 h 2111"/>
                      <a:gd name="T4" fmla="*/ 0 w 423"/>
                      <a:gd name="T5" fmla="*/ 0 h 2111"/>
                      <a:gd name="T6" fmla="*/ 0 w 423"/>
                      <a:gd name="T7" fmla="*/ 1 h 2111"/>
                      <a:gd name="T8" fmla="*/ 0 w 423"/>
                      <a:gd name="T9" fmla="*/ 1 h 2111"/>
                      <a:gd name="T10" fmla="*/ 0 w 423"/>
                      <a:gd name="T11" fmla="*/ 1 h 2111"/>
                      <a:gd name="T12" fmla="*/ 0 w 423"/>
                      <a:gd name="T13" fmla="*/ 1 h 2111"/>
                      <a:gd name="T14" fmla="*/ 0 w 423"/>
                      <a:gd name="T15" fmla="*/ 2 h 2111"/>
                      <a:gd name="T16" fmla="*/ 0 w 423"/>
                      <a:gd name="T17" fmla="*/ 2 h 2111"/>
                      <a:gd name="T18" fmla="*/ 0 w 423"/>
                      <a:gd name="T19" fmla="*/ 2 h 2111"/>
                      <a:gd name="T20" fmla="*/ 0 w 423"/>
                      <a:gd name="T21" fmla="*/ 2 h 2111"/>
                      <a:gd name="T22" fmla="*/ 0 w 423"/>
                      <a:gd name="T23" fmla="*/ 3 h 2111"/>
                      <a:gd name="T24" fmla="*/ 0 w 423"/>
                      <a:gd name="T25" fmla="*/ 3 h 2111"/>
                      <a:gd name="T26" fmla="*/ 0 w 423"/>
                      <a:gd name="T27" fmla="*/ 3 h 2111"/>
                      <a:gd name="T28" fmla="*/ 1 w 423"/>
                      <a:gd name="T29" fmla="*/ 3 h 2111"/>
                      <a:gd name="T30" fmla="*/ 1 w 423"/>
                      <a:gd name="T31" fmla="*/ 3 h 2111"/>
                      <a:gd name="T32" fmla="*/ 1 w 423"/>
                      <a:gd name="T33" fmla="*/ 4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4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0 w 419"/>
                      <a:gd name="T3" fmla="*/ 0 h 2101"/>
                      <a:gd name="T4" fmla="*/ 0 w 419"/>
                      <a:gd name="T5" fmla="*/ 0 h 2101"/>
                      <a:gd name="T6" fmla="*/ 0 w 419"/>
                      <a:gd name="T7" fmla="*/ 1 h 2101"/>
                      <a:gd name="T8" fmla="*/ 0 w 419"/>
                      <a:gd name="T9" fmla="*/ 1 h 2101"/>
                      <a:gd name="T10" fmla="*/ 0 w 419"/>
                      <a:gd name="T11" fmla="*/ 1 h 2101"/>
                      <a:gd name="T12" fmla="*/ 0 w 419"/>
                      <a:gd name="T13" fmla="*/ 1 h 2101"/>
                      <a:gd name="T14" fmla="*/ 0 w 419"/>
                      <a:gd name="T15" fmla="*/ 1 h 2101"/>
                      <a:gd name="T16" fmla="*/ 1 w 419"/>
                      <a:gd name="T17" fmla="*/ 1 h 2101"/>
                      <a:gd name="T18" fmla="*/ 1 w 419"/>
                      <a:gd name="T19" fmla="*/ 2 h 2101"/>
                      <a:gd name="T20" fmla="*/ 1 w 419"/>
                      <a:gd name="T21" fmla="*/ 2 h 2101"/>
                      <a:gd name="T22" fmla="*/ 1 w 419"/>
                      <a:gd name="T23" fmla="*/ 2 h 2101"/>
                      <a:gd name="T24" fmla="*/ 1 w 419"/>
                      <a:gd name="T25" fmla="*/ 3 h 2101"/>
                      <a:gd name="T26" fmla="*/ 1 w 419"/>
                      <a:gd name="T27" fmla="*/ 3 h 2101"/>
                      <a:gd name="T28" fmla="*/ 1 w 419"/>
                      <a:gd name="T29" fmla="*/ 3 h 2101"/>
                      <a:gd name="T30" fmla="*/ 1 w 419"/>
                      <a:gd name="T31" fmla="*/ 3 h 2101"/>
                      <a:gd name="T32" fmla="*/ 1 w 419"/>
                      <a:gd name="T33" fmla="*/ 3 h 2101"/>
                      <a:gd name="T34" fmla="*/ 1 w 419"/>
                      <a:gd name="T35" fmla="*/ 3 h 2101"/>
                      <a:gd name="T36" fmla="*/ 1 w 419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5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0 w 410"/>
                      <a:gd name="T3" fmla="*/ 0 h 2101"/>
                      <a:gd name="T4" fmla="*/ 0 w 410"/>
                      <a:gd name="T5" fmla="*/ 0 h 2101"/>
                      <a:gd name="T6" fmla="*/ 0 w 410"/>
                      <a:gd name="T7" fmla="*/ 0 h 2101"/>
                      <a:gd name="T8" fmla="*/ 0 w 410"/>
                      <a:gd name="T9" fmla="*/ 1 h 2101"/>
                      <a:gd name="T10" fmla="*/ 0 w 410"/>
                      <a:gd name="T11" fmla="*/ 1 h 2101"/>
                      <a:gd name="T12" fmla="*/ 1 w 410"/>
                      <a:gd name="T13" fmla="*/ 1 h 2101"/>
                      <a:gd name="T14" fmla="*/ 1 w 410"/>
                      <a:gd name="T15" fmla="*/ 1 h 2101"/>
                      <a:gd name="T16" fmla="*/ 1 w 410"/>
                      <a:gd name="T17" fmla="*/ 1 h 2101"/>
                      <a:gd name="T18" fmla="*/ 1 w 410"/>
                      <a:gd name="T19" fmla="*/ 2 h 2101"/>
                      <a:gd name="T20" fmla="*/ 1 w 410"/>
                      <a:gd name="T21" fmla="*/ 2 h 2101"/>
                      <a:gd name="T22" fmla="*/ 1 w 410"/>
                      <a:gd name="T23" fmla="*/ 2 h 2101"/>
                      <a:gd name="T24" fmla="*/ 1 w 410"/>
                      <a:gd name="T25" fmla="*/ 3 h 2101"/>
                      <a:gd name="T26" fmla="*/ 1 w 410"/>
                      <a:gd name="T27" fmla="*/ 3 h 2101"/>
                      <a:gd name="T28" fmla="*/ 1 w 410"/>
                      <a:gd name="T29" fmla="*/ 3 h 2101"/>
                      <a:gd name="T30" fmla="*/ 1 w 410"/>
                      <a:gd name="T31" fmla="*/ 3 h 2101"/>
                      <a:gd name="T32" fmla="*/ 1 w 410"/>
                      <a:gd name="T33" fmla="*/ 3 h 2101"/>
                      <a:gd name="T34" fmla="*/ 1 w 410"/>
                      <a:gd name="T35" fmla="*/ 3 h 2101"/>
                      <a:gd name="T36" fmla="*/ 1 w 410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6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0 w 475"/>
                      <a:gd name="T3" fmla="*/ 0 h 2101"/>
                      <a:gd name="T4" fmla="*/ 0 w 475"/>
                      <a:gd name="T5" fmla="*/ 0 h 2101"/>
                      <a:gd name="T6" fmla="*/ 0 w 475"/>
                      <a:gd name="T7" fmla="*/ 1 h 2101"/>
                      <a:gd name="T8" fmla="*/ 0 w 475"/>
                      <a:gd name="T9" fmla="*/ 1 h 2101"/>
                      <a:gd name="T10" fmla="*/ 1 w 475"/>
                      <a:gd name="T11" fmla="*/ 1 h 2101"/>
                      <a:gd name="T12" fmla="*/ 1 w 475"/>
                      <a:gd name="T13" fmla="*/ 1 h 2101"/>
                      <a:gd name="T14" fmla="*/ 1 w 475"/>
                      <a:gd name="T15" fmla="*/ 1 h 2101"/>
                      <a:gd name="T16" fmla="*/ 1 w 475"/>
                      <a:gd name="T17" fmla="*/ 2 h 2101"/>
                      <a:gd name="T18" fmla="*/ 1 w 475"/>
                      <a:gd name="T19" fmla="*/ 2 h 2101"/>
                      <a:gd name="T20" fmla="*/ 1 w 475"/>
                      <a:gd name="T21" fmla="*/ 2 h 2101"/>
                      <a:gd name="T22" fmla="*/ 1 w 475"/>
                      <a:gd name="T23" fmla="*/ 2 h 2101"/>
                      <a:gd name="T24" fmla="*/ 1 w 475"/>
                      <a:gd name="T25" fmla="*/ 3 h 2101"/>
                      <a:gd name="T26" fmla="*/ 1 w 475"/>
                      <a:gd name="T27" fmla="*/ 3 h 2101"/>
                      <a:gd name="T28" fmla="*/ 1 w 475"/>
                      <a:gd name="T29" fmla="*/ 3 h 2101"/>
                      <a:gd name="T30" fmla="*/ 1 w 475"/>
                      <a:gd name="T31" fmla="*/ 3 h 2101"/>
                      <a:gd name="T32" fmla="*/ 1 w 475"/>
                      <a:gd name="T33" fmla="*/ 3 h 2101"/>
                      <a:gd name="T34" fmla="*/ 1 w 475"/>
                      <a:gd name="T35" fmla="*/ 3 h 2101"/>
                      <a:gd name="T36" fmla="*/ 1 w 475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7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2 w 4613"/>
                      <a:gd name="T1" fmla="*/ 0 h 2136"/>
                      <a:gd name="T2" fmla="*/ 2 w 4613"/>
                      <a:gd name="T3" fmla="*/ 0 h 2136"/>
                      <a:gd name="T4" fmla="*/ 1 w 4613"/>
                      <a:gd name="T5" fmla="*/ 0 h 2136"/>
                      <a:gd name="T6" fmla="*/ 1 w 4613"/>
                      <a:gd name="T7" fmla="*/ 0 h 2136"/>
                      <a:gd name="T8" fmla="*/ 0 w 4613"/>
                      <a:gd name="T9" fmla="*/ 1 h 2136"/>
                      <a:gd name="T10" fmla="*/ 0 w 4613"/>
                      <a:gd name="T11" fmla="*/ 1 h 2136"/>
                      <a:gd name="T12" fmla="*/ 0 w 4613"/>
                      <a:gd name="T13" fmla="*/ 2 h 2136"/>
                      <a:gd name="T14" fmla="*/ 0 w 4613"/>
                      <a:gd name="T15" fmla="*/ 2 h 2136"/>
                      <a:gd name="T16" fmla="*/ 0 w 4613"/>
                      <a:gd name="T17" fmla="*/ 3 h 2136"/>
                      <a:gd name="T18" fmla="*/ 0 w 4613"/>
                      <a:gd name="T19" fmla="*/ 3 h 2136"/>
                      <a:gd name="T20" fmla="*/ 0 w 4613"/>
                      <a:gd name="T21" fmla="*/ 4 h 2136"/>
                      <a:gd name="T22" fmla="*/ 1 w 4613"/>
                      <a:gd name="T23" fmla="*/ 3 h 2136"/>
                      <a:gd name="T24" fmla="*/ 1 w 4613"/>
                      <a:gd name="T25" fmla="*/ 3 h 2136"/>
                      <a:gd name="T26" fmla="*/ 1 w 4613"/>
                      <a:gd name="T27" fmla="*/ 3 h 2136"/>
                      <a:gd name="T28" fmla="*/ 1 w 4613"/>
                      <a:gd name="T29" fmla="*/ 2 h 2136"/>
                      <a:gd name="T30" fmla="*/ 1 w 4613"/>
                      <a:gd name="T31" fmla="*/ 3 h 2136"/>
                      <a:gd name="T32" fmla="*/ 2 w 4613"/>
                      <a:gd name="T33" fmla="*/ 4 h 2136"/>
                      <a:gd name="T34" fmla="*/ 2 w 4613"/>
                      <a:gd name="T35" fmla="*/ 4 h 2136"/>
                      <a:gd name="T36" fmla="*/ 2 w 4613"/>
                      <a:gd name="T37" fmla="*/ 3 h 2136"/>
                      <a:gd name="T38" fmla="*/ 3 w 4613"/>
                      <a:gd name="T39" fmla="*/ 2 h 2136"/>
                      <a:gd name="T40" fmla="*/ 3 w 4613"/>
                      <a:gd name="T41" fmla="*/ 3 h 2136"/>
                      <a:gd name="T42" fmla="*/ 3 w 4613"/>
                      <a:gd name="T43" fmla="*/ 4 h 2136"/>
                      <a:gd name="T44" fmla="*/ 3 w 4613"/>
                      <a:gd name="T45" fmla="*/ 4 h 2136"/>
                      <a:gd name="T46" fmla="*/ 4 w 4613"/>
                      <a:gd name="T47" fmla="*/ 3 h 2136"/>
                      <a:gd name="T48" fmla="*/ 4 w 4613"/>
                      <a:gd name="T49" fmla="*/ 3 h 2136"/>
                      <a:gd name="T50" fmla="*/ 4 w 4613"/>
                      <a:gd name="T51" fmla="*/ 2 h 2136"/>
                      <a:gd name="T52" fmla="*/ 4 w 4613"/>
                      <a:gd name="T53" fmla="*/ 3 h 2136"/>
                      <a:gd name="T54" fmla="*/ 5 w 4613"/>
                      <a:gd name="T55" fmla="*/ 3 h 2136"/>
                      <a:gd name="T56" fmla="*/ 5 w 4613"/>
                      <a:gd name="T57" fmla="*/ 4 h 2136"/>
                      <a:gd name="T58" fmla="*/ 5 w 4613"/>
                      <a:gd name="T59" fmla="*/ 3 h 2136"/>
                      <a:gd name="T60" fmla="*/ 5 w 4613"/>
                      <a:gd name="T61" fmla="*/ 3 h 2136"/>
                      <a:gd name="T62" fmla="*/ 6 w 4613"/>
                      <a:gd name="T63" fmla="*/ 2 h 2136"/>
                      <a:gd name="T64" fmla="*/ 5 w 4613"/>
                      <a:gd name="T65" fmla="*/ 1 h 2136"/>
                      <a:gd name="T66" fmla="*/ 5 w 4613"/>
                      <a:gd name="T67" fmla="*/ 1 h 2136"/>
                      <a:gd name="T68" fmla="*/ 5 w 4613"/>
                      <a:gd name="T69" fmla="*/ 0 h 2136"/>
                      <a:gd name="T70" fmla="*/ 4 w 4613"/>
                      <a:gd name="T71" fmla="*/ 0 h 2136"/>
                      <a:gd name="T72" fmla="*/ 3 w 4613"/>
                      <a:gd name="T73" fmla="*/ 0 h 2136"/>
                      <a:gd name="T74" fmla="*/ 3 w 4613"/>
                      <a:gd name="T75" fmla="*/ 0 h 2136"/>
                      <a:gd name="T76" fmla="*/ 3 w 4613"/>
                      <a:gd name="T77" fmla="*/ 1 h 2136"/>
                      <a:gd name="T78" fmla="*/ 3 w 4613"/>
                      <a:gd name="T79" fmla="*/ 1 h 2136"/>
                      <a:gd name="T80" fmla="*/ 2 w 4613"/>
                      <a:gd name="T81" fmla="*/ 1 h 2136"/>
                      <a:gd name="T82" fmla="*/ 2 w 4613"/>
                      <a:gd name="T83" fmla="*/ 1 h 2136"/>
                      <a:gd name="T84" fmla="*/ 2 w 4613"/>
                      <a:gd name="T85" fmla="*/ 1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8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19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58618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19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0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1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58520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1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2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24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58604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23 w 712"/>
                        <a:gd name="T1" fmla="*/ 0 h 2072"/>
                        <a:gd name="T2" fmla="*/ 20 w 712"/>
                        <a:gd name="T3" fmla="*/ 2 h 2072"/>
                        <a:gd name="T4" fmla="*/ 16 w 712"/>
                        <a:gd name="T5" fmla="*/ 5 h 2072"/>
                        <a:gd name="T6" fmla="*/ 12 w 712"/>
                        <a:gd name="T7" fmla="*/ 8 h 2072"/>
                        <a:gd name="T8" fmla="*/ 10 w 712"/>
                        <a:gd name="T9" fmla="*/ 11 h 2072"/>
                        <a:gd name="T10" fmla="*/ 7 w 712"/>
                        <a:gd name="T11" fmla="*/ 16 h 2072"/>
                        <a:gd name="T12" fmla="*/ 4 w 712"/>
                        <a:gd name="T13" fmla="*/ 20 h 2072"/>
                        <a:gd name="T14" fmla="*/ 3 w 712"/>
                        <a:gd name="T15" fmla="*/ 24 h 2072"/>
                        <a:gd name="T16" fmla="*/ 1 w 712"/>
                        <a:gd name="T17" fmla="*/ 28 h 2072"/>
                        <a:gd name="T18" fmla="*/ 0 w 712"/>
                        <a:gd name="T19" fmla="*/ 32 h 2072"/>
                        <a:gd name="T20" fmla="*/ 0 w 712"/>
                        <a:gd name="T21" fmla="*/ 36 h 2072"/>
                        <a:gd name="T22" fmla="*/ 1 w 712"/>
                        <a:gd name="T23" fmla="*/ 40 h 2072"/>
                        <a:gd name="T24" fmla="*/ 1 w 712"/>
                        <a:gd name="T25" fmla="*/ 45 h 2072"/>
                        <a:gd name="T26" fmla="*/ 1 w 712"/>
                        <a:gd name="T27" fmla="*/ 50 h 2072"/>
                        <a:gd name="T28" fmla="*/ 2 w 712"/>
                        <a:gd name="T29" fmla="*/ 54 h 2072"/>
                        <a:gd name="T30" fmla="*/ 2 w 712"/>
                        <a:gd name="T31" fmla="*/ 57 h 2072"/>
                        <a:gd name="T32" fmla="*/ 3 w 712"/>
                        <a:gd name="T33" fmla="*/ 61 h 2072"/>
                        <a:gd name="T34" fmla="*/ 4 w 712"/>
                        <a:gd name="T35" fmla="*/ 65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5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5 w 963"/>
                        <a:gd name="T3" fmla="*/ 3 h 2101"/>
                        <a:gd name="T4" fmla="*/ 9 w 963"/>
                        <a:gd name="T5" fmla="*/ 6 h 2101"/>
                        <a:gd name="T6" fmla="*/ 12 w 963"/>
                        <a:gd name="T7" fmla="*/ 9 h 2101"/>
                        <a:gd name="T8" fmla="*/ 14 w 963"/>
                        <a:gd name="T9" fmla="*/ 12 h 2101"/>
                        <a:gd name="T10" fmla="*/ 18 w 963"/>
                        <a:gd name="T11" fmla="*/ 16 h 2101"/>
                        <a:gd name="T12" fmla="*/ 22 w 963"/>
                        <a:gd name="T13" fmla="*/ 21 h 2101"/>
                        <a:gd name="T14" fmla="*/ 24 w 963"/>
                        <a:gd name="T15" fmla="*/ 25 h 2101"/>
                        <a:gd name="T16" fmla="*/ 26 w 963"/>
                        <a:gd name="T17" fmla="*/ 29 h 2101"/>
                        <a:gd name="T18" fmla="*/ 26 w 963"/>
                        <a:gd name="T19" fmla="*/ 33 h 2101"/>
                        <a:gd name="T20" fmla="*/ 26 w 963"/>
                        <a:gd name="T21" fmla="*/ 37 h 2101"/>
                        <a:gd name="T22" fmla="*/ 27 w 963"/>
                        <a:gd name="T23" fmla="*/ 41 h 2101"/>
                        <a:gd name="T24" fmla="*/ 27 w 963"/>
                        <a:gd name="T25" fmla="*/ 46 h 2101"/>
                        <a:gd name="T26" fmla="*/ 27 w 963"/>
                        <a:gd name="T27" fmla="*/ 50 h 2101"/>
                        <a:gd name="T28" fmla="*/ 28 w 963"/>
                        <a:gd name="T29" fmla="*/ 54 h 2101"/>
                        <a:gd name="T30" fmla="*/ 28 w 963"/>
                        <a:gd name="T31" fmla="*/ 58 h 2101"/>
                        <a:gd name="T32" fmla="*/ 29 w 963"/>
                        <a:gd name="T33" fmla="*/ 63 h 2101"/>
                        <a:gd name="T34" fmla="*/ 31 w 963"/>
                        <a:gd name="T35" fmla="*/ 66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6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607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58608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5 w 1078"/>
                          <a:gd name="T3" fmla="*/ 3 h 2124"/>
                          <a:gd name="T4" fmla="*/ 8 w 1078"/>
                          <a:gd name="T5" fmla="*/ 6 h 2124"/>
                          <a:gd name="T6" fmla="*/ 11 w 1078"/>
                          <a:gd name="T7" fmla="*/ 9 h 2124"/>
                          <a:gd name="T8" fmla="*/ 14 w 1078"/>
                          <a:gd name="T9" fmla="*/ 13 h 2124"/>
                          <a:gd name="T10" fmla="*/ 17 w 1078"/>
                          <a:gd name="T11" fmla="*/ 17 h 2124"/>
                          <a:gd name="T12" fmla="*/ 20 w 1078"/>
                          <a:gd name="T13" fmla="*/ 21 h 2124"/>
                          <a:gd name="T14" fmla="*/ 21 w 1078"/>
                          <a:gd name="T15" fmla="*/ 25 h 2124"/>
                          <a:gd name="T16" fmla="*/ 23 w 1078"/>
                          <a:gd name="T17" fmla="*/ 29 h 2124"/>
                          <a:gd name="T18" fmla="*/ 23 w 1078"/>
                          <a:gd name="T19" fmla="*/ 33 h 2124"/>
                          <a:gd name="T20" fmla="*/ 23 w 1078"/>
                          <a:gd name="T21" fmla="*/ 37 h 2124"/>
                          <a:gd name="T22" fmla="*/ 24 w 1078"/>
                          <a:gd name="T23" fmla="*/ 42 h 2124"/>
                          <a:gd name="T24" fmla="*/ 24 w 1078"/>
                          <a:gd name="T25" fmla="*/ 46 h 2124"/>
                          <a:gd name="T26" fmla="*/ 25 w 1078"/>
                          <a:gd name="T27" fmla="*/ 50 h 2124"/>
                          <a:gd name="T28" fmla="*/ 27 w 1078"/>
                          <a:gd name="T29" fmla="*/ 55 h 2124"/>
                          <a:gd name="T30" fmla="*/ 28 w 1078"/>
                          <a:gd name="T31" fmla="*/ 58 h 2124"/>
                          <a:gd name="T32" fmla="*/ 31 w 1078"/>
                          <a:gd name="T33" fmla="*/ 62 h 2124"/>
                          <a:gd name="T34" fmla="*/ 34 w 1078"/>
                          <a:gd name="T35" fmla="*/ 67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09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4 w 1029"/>
                          <a:gd name="T3" fmla="*/ 3 h 2110"/>
                          <a:gd name="T4" fmla="*/ 8 w 1029"/>
                          <a:gd name="T5" fmla="*/ 6 h 2110"/>
                          <a:gd name="T6" fmla="*/ 11 w 1029"/>
                          <a:gd name="T7" fmla="*/ 9 h 2110"/>
                          <a:gd name="T8" fmla="*/ 13 w 1029"/>
                          <a:gd name="T9" fmla="*/ 12 h 2110"/>
                          <a:gd name="T10" fmla="*/ 16 w 1029"/>
                          <a:gd name="T11" fmla="*/ 16 h 2110"/>
                          <a:gd name="T12" fmla="*/ 20 w 1029"/>
                          <a:gd name="T13" fmla="*/ 20 h 2110"/>
                          <a:gd name="T14" fmla="*/ 22 w 1029"/>
                          <a:gd name="T15" fmla="*/ 25 h 2110"/>
                          <a:gd name="T16" fmla="*/ 23 w 1029"/>
                          <a:gd name="T17" fmla="*/ 29 h 2110"/>
                          <a:gd name="T18" fmla="*/ 24 w 1029"/>
                          <a:gd name="T19" fmla="*/ 33 h 2110"/>
                          <a:gd name="T20" fmla="*/ 24 w 1029"/>
                          <a:gd name="T21" fmla="*/ 37 h 2110"/>
                          <a:gd name="T22" fmla="*/ 24 w 1029"/>
                          <a:gd name="T23" fmla="*/ 41 h 2110"/>
                          <a:gd name="T24" fmla="*/ 25 w 1029"/>
                          <a:gd name="T25" fmla="*/ 45 h 2110"/>
                          <a:gd name="T26" fmla="*/ 25 w 1029"/>
                          <a:gd name="T27" fmla="*/ 50 h 2110"/>
                          <a:gd name="T28" fmla="*/ 26 w 1029"/>
                          <a:gd name="T29" fmla="*/ 54 h 2110"/>
                          <a:gd name="T30" fmla="*/ 27 w 1029"/>
                          <a:gd name="T31" fmla="*/ 57 h 2110"/>
                          <a:gd name="T32" fmla="*/ 28 w 1029"/>
                          <a:gd name="T33" fmla="*/ 61 h 2110"/>
                          <a:gd name="T34" fmla="*/ 32 w 1029"/>
                          <a:gd name="T35" fmla="*/ 66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0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4 w 886"/>
                          <a:gd name="T3" fmla="*/ 3 h 2092"/>
                          <a:gd name="T4" fmla="*/ 7 w 886"/>
                          <a:gd name="T5" fmla="*/ 5 h 2092"/>
                          <a:gd name="T6" fmla="*/ 10 w 886"/>
                          <a:gd name="T7" fmla="*/ 7 h 2092"/>
                          <a:gd name="T8" fmla="*/ 14 w 886"/>
                          <a:gd name="T9" fmla="*/ 11 h 2092"/>
                          <a:gd name="T10" fmla="*/ 18 w 886"/>
                          <a:gd name="T11" fmla="*/ 16 h 2092"/>
                          <a:gd name="T12" fmla="*/ 22 w 886"/>
                          <a:gd name="T13" fmla="*/ 20 h 2092"/>
                          <a:gd name="T14" fmla="*/ 25 w 886"/>
                          <a:gd name="T15" fmla="*/ 24 h 2092"/>
                          <a:gd name="T16" fmla="*/ 27 w 886"/>
                          <a:gd name="T17" fmla="*/ 29 h 2092"/>
                          <a:gd name="T18" fmla="*/ 27 w 886"/>
                          <a:gd name="T19" fmla="*/ 33 h 2092"/>
                          <a:gd name="T20" fmla="*/ 28 w 886"/>
                          <a:gd name="T21" fmla="*/ 37 h 2092"/>
                          <a:gd name="T22" fmla="*/ 28 w 886"/>
                          <a:gd name="T23" fmla="*/ 40 h 2092"/>
                          <a:gd name="T24" fmla="*/ 28 w 886"/>
                          <a:gd name="T25" fmla="*/ 45 h 2092"/>
                          <a:gd name="T26" fmla="*/ 28 w 886"/>
                          <a:gd name="T27" fmla="*/ 49 h 2092"/>
                          <a:gd name="T28" fmla="*/ 28 w 886"/>
                          <a:gd name="T29" fmla="*/ 54 h 2092"/>
                          <a:gd name="T30" fmla="*/ 28 w 886"/>
                          <a:gd name="T31" fmla="*/ 57 h 2092"/>
                          <a:gd name="T32" fmla="*/ 28 w 886"/>
                          <a:gd name="T33" fmla="*/ 62 h 2092"/>
                          <a:gd name="T34" fmla="*/ 28 w 886"/>
                          <a:gd name="T35" fmla="*/ 6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1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2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3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4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5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6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7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58525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58560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 w 20"/>
                        <a:gd name="T1" fmla="*/ 1 h 21"/>
                        <a:gd name="T2" fmla="*/ 1 w 20"/>
                        <a:gd name="T3" fmla="*/ 1 h 21"/>
                        <a:gd name="T4" fmla="*/ 1 w 20"/>
                        <a:gd name="T5" fmla="*/ 1 h 21"/>
                        <a:gd name="T6" fmla="*/ 0 w 20"/>
                        <a:gd name="T7" fmla="*/ 1 h 21"/>
                        <a:gd name="T8" fmla="*/ 1 w 20"/>
                        <a:gd name="T9" fmla="*/ 0 h 21"/>
                        <a:gd name="T10" fmla="*/ 1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561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1 w 18"/>
                        <a:gd name="T1" fmla="*/ 0 h 32"/>
                        <a:gd name="T2" fmla="*/ 0 w 18"/>
                        <a:gd name="T3" fmla="*/ 1 h 32"/>
                        <a:gd name="T4" fmla="*/ 1 w 18"/>
                        <a:gd name="T5" fmla="*/ 1 h 32"/>
                        <a:gd name="T6" fmla="*/ 1 w 18"/>
                        <a:gd name="T7" fmla="*/ 1 h 32"/>
                        <a:gd name="T8" fmla="*/ 1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562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58563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58573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58598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4 w 525"/>
                              <a:gd name="T1" fmla="*/ 1 h 194"/>
                              <a:gd name="T2" fmla="*/ 5 w 525"/>
                              <a:gd name="T3" fmla="*/ 1 h 194"/>
                              <a:gd name="T4" fmla="*/ 5 w 525"/>
                              <a:gd name="T5" fmla="*/ 1 h 194"/>
                              <a:gd name="T6" fmla="*/ 6 w 525"/>
                              <a:gd name="T7" fmla="*/ 1 h 194"/>
                              <a:gd name="T8" fmla="*/ 7 w 525"/>
                              <a:gd name="T9" fmla="*/ 1 h 194"/>
                              <a:gd name="T10" fmla="*/ 7 w 525"/>
                              <a:gd name="T11" fmla="*/ 0 h 194"/>
                              <a:gd name="T12" fmla="*/ 8 w 525"/>
                              <a:gd name="T13" fmla="*/ 1 h 194"/>
                              <a:gd name="T14" fmla="*/ 8 w 525"/>
                              <a:gd name="T15" fmla="*/ 1 h 194"/>
                              <a:gd name="T16" fmla="*/ 8 w 525"/>
                              <a:gd name="T17" fmla="*/ 1 h 194"/>
                              <a:gd name="T18" fmla="*/ 9 w 525"/>
                              <a:gd name="T19" fmla="*/ 1 h 194"/>
                              <a:gd name="T20" fmla="*/ 9 w 525"/>
                              <a:gd name="T21" fmla="*/ 1 h 194"/>
                              <a:gd name="T22" fmla="*/ 10 w 525"/>
                              <a:gd name="T23" fmla="*/ 1 h 194"/>
                              <a:gd name="T24" fmla="*/ 10 w 525"/>
                              <a:gd name="T25" fmla="*/ 1 h 194"/>
                              <a:gd name="T26" fmla="*/ 11 w 525"/>
                              <a:gd name="T27" fmla="*/ 1 h 194"/>
                              <a:gd name="T28" fmla="*/ 12 w 525"/>
                              <a:gd name="T29" fmla="*/ 1 h 194"/>
                              <a:gd name="T30" fmla="*/ 13 w 525"/>
                              <a:gd name="T31" fmla="*/ 1 h 194"/>
                              <a:gd name="T32" fmla="*/ 13 w 525"/>
                              <a:gd name="T33" fmla="*/ 1 h 194"/>
                              <a:gd name="T34" fmla="*/ 14 w 525"/>
                              <a:gd name="T35" fmla="*/ 1 h 194"/>
                              <a:gd name="T36" fmla="*/ 14 w 525"/>
                              <a:gd name="T37" fmla="*/ 1 h 194"/>
                              <a:gd name="T38" fmla="*/ 15 w 525"/>
                              <a:gd name="T39" fmla="*/ 1 h 194"/>
                              <a:gd name="T40" fmla="*/ 15 w 525"/>
                              <a:gd name="T41" fmla="*/ 1 h 194"/>
                              <a:gd name="T42" fmla="*/ 16 w 525"/>
                              <a:gd name="T43" fmla="*/ 2 h 194"/>
                              <a:gd name="T44" fmla="*/ 16 w 525"/>
                              <a:gd name="T45" fmla="*/ 2 h 194"/>
                              <a:gd name="T46" fmla="*/ 17 w 525"/>
                              <a:gd name="T47" fmla="*/ 2 h 194"/>
                              <a:gd name="T48" fmla="*/ 17 w 525"/>
                              <a:gd name="T49" fmla="*/ 2 h 194"/>
                              <a:gd name="T50" fmla="*/ 17 w 525"/>
                              <a:gd name="T51" fmla="*/ 3 h 194"/>
                              <a:gd name="T52" fmla="*/ 16 w 525"/>
                              <a:gd name="T53" fmla="*/ 3 h 194"/>
                              <a:gd name="T54" fmla="*/ 16 w 525"/>
                              <a:gd name="T55" fmla="*/ 3 h 194"/>
                              <a:gd name="T56" fmla="*/ 15 w 525"/>
                              <a:gd name="T57" fmla="*/ 4 h 194"/>
                              <a:gd name="T58" fmla="*/ 15 w 525"/>
                              <a:gd name="T59" fmla="*/ 4 h 194"/>
                              <a:gd name="T60" fmla="*/ 15 w 525"/>
                              <a:gd name="T61" fmla="*/ 4 h 194"/>
                              <a:gd name="T62" fmla="*/ 15 w 525"/>
                              <a:gd name="T63" fmla="*/ 5 h 194"/>
                              <a:gd name="T64" fmla="*/ 14 w 525"/>
                              <a:gd name="T65" fmla="*/ 5 h 194"/>
                              <a:gd name="T66" fmla="*/ 14 w 525"/>
                              <a:gd name="T67" fmla="*/ 5 h 194"/>
                              <a:gd name="T68" fmla="*/ 15 w 525"/>
                              <a:gd name="T69" fmla="*/ 5 h 194"/>
                              <a:gd name="T70" fmla="*/ 14 w 525"/>
                              <a:gd name="T71" fmla="*/ 6 h 194"/>
                              <a:gd name="T72" fmla="*/ 13 w 525"/>
                              <a:gd name="T73" fmla="*/ 6 h 194"/>
                              <a:gd name="T74" fmla="*/ 12 w 525"/>
                              <a:gd name="T75" fmla="*/ 6 h 194"/>
                              <a:gd name="T76" fmla="*/ 11 w 525"/>
                              <a:gd name="T77" fmla="*/ 7 h 194"/>
                              <a:gd name="T78" fmla="*/ 10 w 525"/>
                              <a:gd name="T79" fmla="*/ 6 h 194"/>
                              <a:gd name="T80" fmla="*/ 9 w 525"/>
                              <a:gd name="T81" fmla="*/ 6 h 194"/>
                              <a:gd name="T82" fmla="*/ 8 w 525"/>
                              <a:gd name="T83" fmla="*/ 6 h 194"/>
                              <a:gd name="T84" fmla="*/ 7 w 525"/>
                              <a:gd name="T85" fmla="*/ 6 h 194"/>
                              <a:gd name="T86" fmla="*/ 6 w 525"/>
                              <a:gd name="T87" fmla="*/ 5 h 194"/>
                              <a:gd name="T88" fmla="*/ 5 w 525"/>
                              <a:gd name="T89" fmla="*/ 5 h 194"/>
                              <a:gd name="T90" fmla="*/ 4 w 525"/>
                              <a:gd name="T91" fmla="*/ 5 h 194"/>
                              <a:gd name="T92" fmla="*/ 3 w 525"/>
                              <a:gd name="T93" fmla="*/ 4 h 194"/>
                              <a:gd name="T94" fmla="*/ 3 w 525"/>
                              <a:gd name="T95" fmla="*/ 4 h 194"/>
                              <a:gd name="T96" fmla="*/ 2 w 525"/>
                              <a:gd name="T97" fmla="*/ 3 h 194"/>
                              <a:gd name="T98" fmla="*/ 1 w 525"/>
                              <a:gd name="T99" fmla="*/ 3 h 194"/>
                              <a:gd name="T100" fmla="*/ 1 w 525"/>
                              <a:gd name="T101" fmla="*/ 2 h 194"/>
                              <a:gd name="T102" fmla="*/ 1 w 525"/>
                              <a:gd name="T103" fmla="*/ 2 h 194"/>
                              <a:gd name="T104" fmla="*/ 1 w 525"/>
                              <a:gd name="T105" fmla="*/ 1 h 194"/>
                              <a:gd name="T106" fmla="*/ 2 w 525"/>
                              <a:gd name="T107" fmla="*/ 1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99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58601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1 w 55"/>
                                <a:gd name="T1" fmla="*/ 0 h 108"/>
                                <a:gd name="T2" fmla="*/ 1 w 55"/>
                                <a:gd name="T3" fmla="*/ 0 h 108"/>
                                <a:gd name="T4" fmla="*/ 2 w 55"/>
                                <a:gd name="T5" fmla="*/ 0 h 108"/>
                                <a:gd name="T6" fmla="*/ 1 w 55"/>
                                <a:gd name="T7" fmla="*/ 1 h 108"/>
                                <a:gd name="T8" fmla="*/ 2 w 55"/>
                                <a:gd name="T9" fmla="*/ 1 h 108"/>
                                <a:gd name="T10" fmla="*/ 2 w 55"/>
                                <a:gd name="T11" fmla="*/ 1 h 108"/>
                                <a:gd name="T12" fmla="*/ 2 w 55"/>
                                <a:gd name="T13" fmla="*/ 1 h 108"/>
                                <a:gd name="T14" fmla="*/ 2 w 55"/>
                                <a:gd name="T15" fmla="*/ 1 h 108"/>
                                <a:gd name="T16" fmla="*/ 2 w 55"/>
                                <a:gd name="T17" fmla="*/ 1 h 108"/>
                                <a:gd name="T18" fmla="*/ 2 w 55"/>
                                <a:gd name="T19" fmla="*/ 1 h 108"/>
                                <a:gd name="T20" fmla="*/ 2 w 55"/>
                                <a:gd name="T21" fmla="*/ 1 h 108"/>
                                <a:gd name="T22" fmla="*/ 2 w 55"/>
                                <a:gd name="T23" fmla="*/ 1 h 108"/>
                                <a:gd name="T24" fmla="*/ 2 w 55"/>
                                <a:gd name="T25" fmla="*/ 2 h 108"/>
                                <a:gd name="T26" fmla="*/ 2 w 55"/>
                                <a:gd name="T27" fmla="*/ 2 h 108"/>
                                <a:gd name="T28" fmla="*/ 2 w 55"/>
                                <a:gd name="T29" fmla="*/ 2 h 108"/>
                                <a:gd name="T30" fmla="*/ 2 w 55"/>
                                <a:gd name="T31" fmla="*/ 2 h 108"/>
                                <a:gd name="T32" fmla="*/ 1 w 55"/>
                                <a:gd name="T33" fmla="*/ 2 h 108"/>
                                <a:gd name="T34" fmla="*/ 1 w 55"/>
                                <a:gd name="T35" fmla="*/ 2 h 108"/>
                                <a:gd name="T36" fmla="*/ 1 w 55"/>
                                <a:gd name="T37" fmla="*/ 2 h 108"/>
                                <a:gd name="T38" fmla="*/ 2 w 55"/>
                                <a:gd name="T39" fmla="*/ 3 h 108"/>
                                <a:gd name="T40" fmla="*/ 1 w 55"/>
                                <a:gd name="T41" fmla="*/ 3 h 108"/>
                                <a:gd name="T42" fmla="*/ 1 w 55"/>
                                <a:gd name="T43" fmla="*/ 3 h 108"/>
                                <a:gd name="T44" fmla="*/ 1 w 55"/>
                                <a:gd name="T45" fmla="*/ 3 h 108"/>
                                <a:gd name="T46" fmla="*/ 1 w 55"/>
                                <a:gd name="T47" fmla="*/ 3 h 108"/>
                                <a:gd name="T48" fmla="*/ 1 w 55"/>
                                <a:gd name="T49" fmla="*/ 3 h 108"/>
                                <a:gd name="T50" fmla="*/ 1 w 55"/>
                                <a:gd name="T51" fmla="*/ 3 h 108"/>
                                <a:gd name="T52" fmla="*/ 1 w 55"/>
                                <a:gd name="T53" fmla="*/ 2 h 108"/>
                                <a:gd name="T54" fmla="*/ 1 w 55"/>
                                <a:gd name="T55" fmla="*/ 2 h 108"/>
                                <a:gd name="T56" fmla="*/ 1 w 55"/>
                                <a:gd name="T57" fmla="*/ 2 h 108"/>
                                <a:gd name="T58" fmla="*/ 1 w 55"/>
                                <a:gd name="T59" fmla="*/ 2 h 108"/>
                                <a:gd name="T60" fmla="*/ 1 w 55"/>
                                <a:gd name="T61" fmla="*/ 2 h 108"/>
                                <a:gd name="T62" fmla="*/ 1 w 55"/>
                                <a:gd name="T63" fmla="*/ 2 h 108"/>
                                <a:gd name="T64" fmla="*/ 1 w 55"/>
                                <a:gd name="T65" fmla="*/ 2 h 108"/>
                                <a:gd name="T66" fmla="*/ 1 w 55"/>
                                <a:gd name="T67" fmla="*/ 2 h 108"/>
                                <a:gd name="T68" fmla="*/ 0 w 55"/>
                                <a:gd name="T69" fmla="*/ 2 h 108"/>
                                <a:gd name="T70" fmla="*/ 1 w 55"/>
                                <a:gd name="T71" fmla="*/ 2 h 108"/>
                                <a:gd name="T72" fmla="*/ 1 w 55"/>
                                <a:gd name="T73" fmla="*/ 2 h 108"/>
                                <a:gd name="T74" fmla="*/ 1 w 55"/>
                                <a:gd name="T75" fmla="*/ 2 h 108"/>
                                <a:gd name="T76" fmla="*/ 1 w 55"/>
                                <a:gd name="T77" fmla="*/ 1 h 108"/>
                                <a:gd name="T78" fmla="*/ 1 w 55"/>
                                <a:gd name="T79" fmla="*/ 1 h 108"/>
                                <a:gd name="T80" fmla="*/ 1 w 55"/>
                                <a:gd name="T81" fmla="*/ 1 h 108"/>
                                <a:gd name="T82" fmla="*/ 1 w 55"/>
                                <a:gd name="T83" fmla="*/ 1 h 108"/>
                                <a:gd name="T84" fmla="*/ 1 w 55"/>
                                <a:gd name="T85" fmla="*/ 1 h 108"/>
                                <a:gd name="T86" fmla="*/ 1 w 55"/>
                                <a:gd name="T87" fmla="*/ 0 h 108"/>
                                <a:gd name="T88" fmla="*/ 1 w 55"/>
                                <a:gd name="T89" fmla="*/ 0 h 108"/>
                                <a:gd name="T90" fmla="*/ 1 w 55"/>
                                <a:gd name="T91" fmla="*/ 0 h 108"/>
                                <a:gd name="T92" fmla="*/ 1 w 55"/>
                                <a:gd name="T93" fmla="*/ 0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2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2 w 102"/>
                                <a:gd name="T1" fmla="*/ 0 h 92"/>
                                <a:gd name="T2" fmla="*/ 2 w 102"/>
                                <a:gd name="T3" fmla="*/ 0 h 92"/>
                                <a:gd name="T4" fmla="*/ 3 w 102"/>
                                <a:gd name="T5" fmla="*/ 0 h 92"/>
                                <a:gd name="T6" fmla="*/ 2 w 102"/>
                                <a:gd name="T7" fmla="*/ 1 h 92"/>
                                <a:gd name="T8" fmla="*/ 2 w 102"/>
                                <a:gd name="T9" fmla="*/ 1 h 92"/>
                                <a:gd name="T10" fmla="*/ 2 w 102"/>
                                <a:gd name="T11" fmla="*/ 1 h 92"/>
                                <a:gd name="T12" fmla="*/ 2 w 102"/>
                                <a:gd name="T13" fmla="*/ 1 h 92"/>
                                <a:gd name="T14" fmla="*/ 1 w 102"/>
                                <a:gd name="T15" fmla="*/ 2 h 92"/>
                                <a:gd name="T16" fmla="*/ 1 w 102"/>
                                <a:gd name="T17" fmla="*/ 2 h 92"/>
                                <a:gd name="T18" fmla="*/ 1 w 102"/>
                                <a:gd name="T19" fmla="*/ 2 h 92"/>
                                <a:gd name="T20" fmla="*/ 1 w 102"/>
                                <a:gd name="T21" fmla="*/ 2 h 92"/>
                                <a:gd name="T22" fmla="*/ 0 w 102"/>
                                <a:gd name="T23" fmla="*/ 2 h 92"/>
                                <a:gd name="T24" fmla="*/ 0 w 102"/>
                                <a:gd name="T25" fmla="*/ 2 h 92"/>
                                <a:gd name="T26" fmla="*/ 0 w 102"/>
                                <a:gd name="T27" fmla="*/ 2 h 92"/>
                                <a:gd name="T28" fmla="*/ 0 w 102"/>
                                <a:gd name="T29" fmla="*/ 2 h 92"/>
                                <a:gd name="T30" fmla="*/ 0 w 102"/>
                                <a:gd name="T31" fmla="*/ 1 h 92"/>
                                <a:gd name="T32" fmla="*/ 0 w 102"/>
                                <a:gd name="T33" fmla="*/ 1 h 92"/>
                                <a:gd name="T34" fmla="*/ 1 w 102"/>
                                <a:gd name="T35" fmla="*/ 1 h 92"/>
                                <a:gd name="T36" fmla="*/ 1 w 102"/>
                                <a:gd name="T37" fmla="*/ 1 h 92"/>
                                <a:gd name="T38" fmla="*/ 1 w 102"/>
                                <a:gd name="T39" fmla="*/ 1 h 92"/>
                                <a:gd name="T40" fmla="*/ 1 w 102"/>
                                <a:gd name="T41" fmla="*/ 1 h 92"/>
                                <a:gd name="T42" fmla="*/ 1 w 102"/>
                                <a:gd name="T43" fmla="*/ 1 h 92"/>
                                <a:gd name="T44" fmla="*/ 1 w 102"/>
                                <a:gd name="T45" fmla="*/ 1 h 92"/>
                                <a:gd name="T46" fmla="*/ 1 w 102"/>
                                <a:gd name="T47" fmla="*/ 1 h 92"/>
                                <a:gd name="T48" fmla="*/ 1 w 102"/>
                                <a:gd name="T49" fmla="*/ 0 h 92"/>
                                <a:gd name="T50" fmla="*/ 1 w 102"/>
                                <a:gd name="T51" fmla="*/ 0 h 92"/>
                                <a:gd name="T52" fmla="*/ 2 w 102"/>
                                <a:gd name="T53" fmla="*/ 0 h 92"/>
                                <a:gd name="T54" fmla="*/ 2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3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1 w 38"/>
                                <a:gd name="T3" fmla="*/ 0 h 50"/>
                                <a:gd name="T4" fmla="*/ 1 w 38"/>
                                <a:gd name="T5" fmla="*/ 0 h 50"/>
                                <a:gd name="T6" fmla="*/ 2 w 38"/>
                                <a:gd name="T7" fmla="*/ 0 h 50"/>
                                <a:gd name="T8" fmla="*/ 2 w 38"/>
                                <a:gd name="T9" fmla="*/ 0 h 50"/>
                                <a:gd name="T10" fmla="*/ 2 w 38"/>
                                <a:gd name="T11" fmla="*/ 0 h 50"/>
                                <a:gd name="T12" fmla="*/ 1 w 38"/>
                                <a:gd name="T13" fmla="*/ 0 h 50"/>
                                <a:gd name="T14" fmla="*/ 1 w 38"/>
                                <a:gd name="T15" fmla="*/ 0 h 50"/>
                                <a:gd name="T16" fmla="*/ 1 w 38"/>
                                <a:gd name="T17" fmla="*/ 0 h 50"/>
                                <a:gd name="T18" fmla="*/ 1 w 38"/>
                                <a:gd name="T19" fmla="*/ 1 h 50"/>
                                <a:gd name="T20" fmla="*/ 1 w 38"/>
                                <a:gd name="T21" fmla="*/ 1 h 50"/>
                                <a:gd name="T22" fmla="*/ 1 w 38"/>
                                <a:gd name="T23" fmla="*/ 1 h 50"/>
                                <a:gd name="T24" fmla="*/ 1 w 38"/>
                                <a:gd name="T25" fmla="*/ 0 h 50"/>
                                <a:gd name="T26" fmla="*/ 1 w 38"/>
                                <a:gd name="T27" fmla="*/ 0 h 50"/>
                                <a:gd name="T28" fmla="*/ 0 w 38"/>
                                <a:gd name="T29" fmla="*/ 0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600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1 w 63"/>
                              <a:gd name="T1" fmla="*/ 1 h 51"/>
                              <a:gd name="T2" fmla="*/ 0 w 63"/>
                              <a:gd name="T3" fmla="*/ 2 h 51"/>
                              <a:gd name="T4" fmla="*/ 1 w 63"/>
                              <a:gd name="T5" fmla="*/ 2 h 51"/>
                              <a:gd name="T6" fmla="*/ 1 w 63"/>
                              <a:gd name="T7" fmla="*/ 2 h 51"/>
                              <a:gd name="T8" fmla="*/ 2 w 63"/>
                              <a:gd name="T9" fmla="*/ 2 h 51"/>
                              <a:gd name="T10" fmla="*/ 2 w 63"/>
                              <a:gd name="T11" fmla="*/ 2 h 51"/>
                              <a:gd name="T12" fmla="*/ 2 w 63"/>
                              <a:gd name="T13" fmla="*/ 2 h 51"/>
                              <a:gd name="T14" fmla="*/ 2 w 63"/>
                              <a:gd name="T15" fmla="*/ 2 h 51"/>
                              <a:gd name="T16" fmla="*/ 2 w 63"/>
                              <a:gd name="T17" fmla="*/ 1 h 51"/>
                              <a:gd name="T18" fmla="*/ 2 w 63"/>
                              <a:gd name="T19" fmla="*/ 1 h 51"/>
                              <a:gd name="T20" fmla="*/ 2 w 63"/>
                              <a:gd name="T21" fmla="*/ 0 h 51"/>
                              <a:gd name="T22" fmla="*/ 2 w 63"/>
                              <a:gd name="T23" fmla="*/ 1 h 51"/>
                              <a:gd name="T24" fmla="*/ 2 w 63"/>
                              <a:gd name="T25" fmla="*/ 1 h 51"/>
                              <a:gd name="T26" fmla="*/ 2 w 63"/>
                              <a:gd name="T27" fmla="*/ 1 h 51"/>
                              <a:gd name="T28" fmla="*/ 1 w 63"/>
                              <a:gd name="T29" fmla="*/ 1 h 51"/>
                              <a:gd name="T30" fmla="*/ 1 w 63"/>
                              <a:gd name="T31" fmla="*/ 1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4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58585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58595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 h 38"/>
                                <a:gd name="T2" fmla="*/ 1 w 38"/>
                                <a:gd name="T3" fmla="*/ 2 h 38"/>
                                <a:gd name="T4" fmla="*/ 1 w 38"/>
                                <a:gd name="T5" fmla="*/ 2 h 38"/>
                                <a:gd name="T6" fmla="*/ 1 w 38"/>
                                <a:gd name="T7" fmla="*/ 2 h 38"/>
                                <a:gd name="T8" fmla="*/ 2 w 38"/>
                                <a:gd name="T9" fmla="*/ 2 h 38"/>
                                <a:gd name="T10" fmla="*/ 2 w 38"/>
                                <a:gd name="T11" fmla="*/ 1 h 38"/>
                                <a:gd name="T12" fmla="*/ 2 w 38"/>
                                <a:gd name="T13" fmla="*/ 1 h 38"/>
                                <a:gd name="T14" fmla="*/ 1 w 38"/>
                                <a:gd name="T15" fmla="*/ 1 h 38"/>
                                <a:gd name="T16" fmla="*/ 1 w 38"/>
                                <a:gd name="T17" fmla="*/ 1 h 38"/>
                                <a:gd name="T18" fmla="*/ 1 w 38"/>
                                <a:gd name="T19" fmla="*/ 0 h 38"/>
                                <a:gd name="T20" fmla="*/ 1 w 38"/>
                                <a:gd name="T21" fmla="*/ 0 h 38"/>
                                <a:gd name="T22" fmla="*/ 1 w 38"/>
                                <a:gd name="T23" fmla="*/ 1 h 38"/>
                                <a:gd name="T24" fmla="*/ 0 w 38"/>
                                <a:gd name="T25" fmla="*/ 1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6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0 w 37"/>
                                <a:gd name="T1" fmla="*/ 0 h 48"/>
                                <a:gd name="T2" fmla="*/ 0 w 37"/>
                                <a:gd name="T3" fmla="*/ 1 h 48"/>
                                <a:gd name="T4" fmla="*/ 0 w 37"/>
                                <a:gd name="T5" fmla="*/ 1 h 48"/>
                                <a:gd name="T6" fmla="*/ 1 w 37"/>
                                <a:gd name="T7" fmla="*/ 1 h 48"/>
                                <a:gd name="T8" fmla="*/ 0 w 37"/>
                                <a:gd name="T9" fmla="*/ 1 h 48"/>
                                <a:gd name="T10" fmla="*/ 1 w 37"/>
                                <a:gd name="T11" fmla="*/ 2 h 48"/>
                                <a:gd name="T12" fmla="*/ 1 w 37"/>
                                <a:gd name="T13" fmla="*/ 2 h 48"/>
                                <a:gd name="T14" fmla="*/ 0 w 37"/>
                                <a:gd name="T15" fmla="*/ 2 h 48"/>
                                <a:gd name="T16" fmla="*/ 0 w 37"/>
                                <a:gd name="T17" fmla="*/ 2 h 48"/>
                                <a:gd name="T18" fmla="*/ 0 w 37"/>
                                <a:gd name="T19" fmla="*/ 2 h 48"/>
                                <a:gd name="T20" fmla="*/ 0 w 37"/>
                                <a:gd name="T21" fmla="*/ 2 h 48"/>
                                <a:gd name="T22" fmla="*/ 0 w 37"/>
                                <a:gd name="T23" fmla="*/ 2 h 48"/>
                                <a:gd name="T24" fmla="*/ 0 w 37"/>
                                <a:gd name="T25" fmla="*/ 1 h 48"/>
                                <a:gd name="T26" fmla="*/ 0 w 37"/>
                                <a:gd name="T27" fmla="*/ 1 h 48"/>
                                <a:gd name="T28" fmla="*/ 0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7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0 w 66"/>
                                <a:gd name="T1" fmla="*/ 0 h 45"/>
                                <a:gd name="T2" fmla="*/ 0 w 66"/>
                                <a:gd name="T3" fmla="*/ 0 h 45"/>
                                <a:gd name="T4" fmla="*/ 0 w 66"/>
                                <a:gd name="T5" fmla="*/ 0 h 45"/>
                                <a:gd name="T6" fmla="*/ 1 w 66"/>
                                <a:gd name="T7" fmla="*/ 0 h 45"/>
                                <a:gd name="T8" fmla="*/ 1 w 66"/>
                                <a:gd name="T9" fmla="*/ 0 h 45"/>
                                <a:gd name="T10" fmla="*/ 1 w 66"/>
                                <a:gd name="T11" fmla="*/ 0 h 45"/>
                                <a:gd name="T12" fmla="*/ 1 w 66"/>
                                <a:gd name="T13" fmla="*/ 0 h 45"/>
                                <a:gd name="T14" fmla="*/ 2 w 66"/>
                                <a:gd name="T15" fmla="*/ 0 h 45"/>
                                <a:gd name="T16" fmla="*/ 1 w 66"/>
                                <a:gd name="T17" fmla="*/ 0 h 45"/>
                                <a:gd name="T18" fmla="*/ 1 w 66"/>
                                <a:gd name="T19" fmla="*/ 1 h 45"/>
                                <a:gd name="T20" fmla="*/ 1 w 66"/>
                                <a:gd name="T21" fmla="*/ 1 h 45"/>
                                <a:gd name="T22" fmla="*/ 1 w 66"/>
                                <a:gd name="T23" fmla="*/ 1 h 45"/>
                                <a:gd name="T24" fmla="*/ 1 w 66"/>
                                <a:gd name="T25" fmla="*/ 1 h 45"/>
                                <a:gd name="T26" fmla="*/ 0 w 66"/>
                                <a:gd name="T27" fmla="*/ 1 h 45"/>
                                <a:gd name="T28" fmla="*/ 0 w 66"/>
                                <a:gd name="T29" fmla="*/ 1 h 45"/>
                                <a:gd name="T30" fmla="*/ 0 w 66"/>
                                <a:gd name="T31" fmla="*/ 1 h 45"/>
                                <a:gd name="T32" fmla="*/ 0 w 66"/>
                                <a:gd name="T33" fmla="*/ 1 h 45"/>
                                <a:gd name="T34" fmla="*/ 0 w 66"/>
                                <a:gd name="T35" fmla="*/ 1 h 45"/>
                                <a:gd name="T36" fmla="*/ 0 w 66"/>
                                <a:gd name="T37" fmla="*/ 0 h 45"/>
                                <a:gd name="T38" fmla="*/ 0 w 66"/>
                                <a:gd name="T39" fmla="*/ 0 h 45"/>
                                <a:gd name="T40" fmla="*/ 0 w 66"/>
                                <a:gd name="T41" fmla="*/ 0 h 45"/>
                                <a:gd name="T42" fmla="*/ 0 w 66"/>
                                <a:gd name="T43" fmla="*/ 0 h 45"/>
                                <a:gd name="T44" fmla="*/ 0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86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2 w 462"/>
                              <a:gd name="T1" fmla="*/ 1 h 364"/>
                              <a:gd name="T2" fmla="*/ 12 w 462"/>
                              <a:gd name="T3" fmla="*/ 2 h 364"/>
                              <a:gd name="T4" fmla="*/ 13 w 462"/>
                              <a:gd name="T5" fmla="*/ 3 h 364"/>
                              <a:gd name="T6" fmla="*/ 14 w 462"/>
                              <a:gd name="T7" fmla="*/ 5 h 364"/>
                              <a:gd name="T8" fmla="*/ 15 w 462"/>
                              <a:gd name="T9" fmla="*/ 7 h 364"/>
                              <a:gd name="T10" fmla="*/ 14 w 462"/>
                              <a:gd name="T11" fmla="*/ 9 h 364"/>
                              <a:gd name="T12" fmla="*/ 14 w 462"/>
                              <a:gd name="T13" fmla="*/ 10 h 364"/>
                              <a:gd name="T14" fmla="*/ 13 w 462"/>
                              <a:gd name="T15" fmla="*/ 11 h 364"/>
                              <a:gd name="T16" fmla="*/ 13 w 462"/>
                              <a:gd name="T17" fmla="*/ 11 h 364"/>
                              <a:gd name="T18" fmla="*/ 12 w 462"/>
                              <a:gd name="T19" fmla="*/ 12 h 364"/>
                              <a:gd name="T20" fmla="*/ 11 w 462"/>
                              <a:gd name="T21" fmla="*/ 12 h 364"/>
                              <a:gd name="T22" fmla="*/ 10 w 462"/>
                              <a:gd name="T23" fmla="*/ 11 h 364"/>
                              <a:gd name="T24" fmla="*/ 10 w 462"/>
                              <a:gd name="T25" fmla="*/ 11 h 364"/>
                              <a:gd name="T26" fmla="*/ 9 w 462"/>
                              <a:gd name="T27" fmla="*/ 10 h 364"/>
                              <a:gd name="T28" fmla="*/ 9 w 462"/>
                              <a:gd name="T29" fmla="*/ 9 h 364"/>
                              <a:gd name="T30" fmla="*/ 8 w 462"/>
                              <a:gd name="T31" fmla="*/ 9 h 364"/>
                              <a:gd name="T32" fmla="*/ 8 w 462"/>
                              <a:gd name="T33" fmla="*/ 9 h 364"/>
                              <a:gd name="T34" fmla="*/ 7 w 462"/>
                              <a:gd name="T35" fmla="*/ 9 h 364"/>
                              <a:gd name="T36" fmla="*/ 7 w 462"/>
                              <a:gd name="T37" fmla="*/ 9 h 364"/>
                              <a:gd name="T38" fmla="*/ 6 w 462"/>
                              <a:gd name="T39" fmla="*/ 9 h 364"/>
                              <a:gd name="T40" fmla="*/ 5 w 462"/>
                              <a:gd name="T41" fmla="*/ 9 h 364"/>
                              <a:gd name="T42" fmla="*/ 5 w 462"/>
                              <a:gd name="T43" fmla="*/ 10 h 364"/>
                              <a:gd name="T44" fmla="*/ 4 w 462"/>
                              <a:gd name="T45" fmla="*/ 10 h 364"/>
                              <a:gd name="T46" fmla="*/ 3 w 462"/>
                              <a:gd name="T47" fmla="*/ 10 h 364"/>
                              <a:gd name="T48" fmla="*/ 2 w 462"/>
                              <a:gd name="T49" fmla="*/ 10 h 364"/>
                              <a:gd name="T50" fmla="*/ 2 w 462"/>
                              <a:gd name="T51" fmla="*/ 10 h 364"/>
                              <a:gd name="T52" fmla="*/ 2 w 462"/>
                              <a:gd name="T53" fmla="*/ 9 h 364"/>
                              <a:gd name="T54" fmla="*/ 2 w 462"/>
                              <a:gd name="T55" fmla="*/ 8 h 364"/>
                              <a:gd name="T56" fmla="*/ 1 w 462"/>
                              <a:gd name="T57" fmla="*/ 7 h 364"/>
                              <a:gd name="T58" fmla="*/ 1 w 462"/>
                              <a:gd name="T59" fmla="*/ 5 h 364"/>
                              <a:gd name="T60" fmla="*/ 1 w 462"/>
                              <a:gd name="T61" fmla="*/ 5 h 364"/>
                              <a:gd name="T62" fmla="*/ 2 w 462"/>
                              <a:gd name="T63" fmla="*/ 4 h 364"/>
                              <a:gd name="T64" fmla="*/ 2 w 462"/>
                              <a:gd name="T65" fmla="*/ 4 h 364"/>
                              <a:gd name="T66" fmla="*/ 3 w 462"/>
                              <a:gd name="T67" fmla="*/ 4 h 364"/>
                              <a:gd name="T68" fmla="*/ 3 w 462"/>
                              <a:gd name="T69" fmla="*/ 3 h 364"/>
                              <a:gd name="T70" fmla="*/ 3 w 462"/>
                              <a:gd name="T71" fmla="*/ 3 h 364"/>
                              <a:gd name="T72" fmla="*/ 4 w 462"/>
                              <a:gd name="T73" fmla="*/ 2 h 364"/>
                              <a:gd name="T74" fmla="*/ 5 w 462"/>
                              <a:gd name="T75" fmla="*/ 2 h 364"/>
                              <a:gd name="T76" fmla="*/ 6 w 462"/>
                              <a:gd name="T77" fmla="*/ 2 h 364"/>
                              <a:gd name="T78" fmla="*/ 6 w 462"/>
                              <a:gd name="T79" fmla="*/ 1 h 364"/>
                              <a:gd name="T80" fmla="*/ 7 w 462"/>
                              <a:gd name="T81" fmla="*/ 1 h 364"/>
                              <a:gd name="T82" fmla="*/ 7 w 462"/>
                              <a:gd name="T83" fmla="*/ 1 h 364"/>
                              <a:gd name="T84" fmla="*/ 8 w 462"/>
                              <a:gd name="T85" fmla="*/ 1 h 364"/>
                              <a:gd name="T86" fmla="*/ 9 w 462"/>
                              <a:gd name="T87" fmla="*/ 1 h 364"/>
                              <a:gd name="T88" fmla="*/ 9 w 462"/>
                              <a:gd name="T89" fmla="*/ 2 h 364"/>
                              <a:gd name="T90" fmla="*/ 9 w 462"/>
                              <a:gd name="T91" fmla="*/ 3 h 364"/>
                              <a:gd name="T92" fmla="*/ 10 w 462"/>
                              <a:gd name="T93" fmla="*/ 3 h 364"/>
                              <a:gd name="T94" fmla="*/ 11 w 462"/>
                              <a:gd name="T95" fmla="*/ 2 h 364"/>
                              <a:gd name="T96" fmla="*/ 11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7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 w 255"/>
                              <a:gd name="T1" fmla="*/ 0 h 49"/>
                              <a:gd name="T2" fmla="*/ 2 w 255"/>
                              <a:gd name="T3" fmla="*/ 0 h 49"/>
                              <a:gd name="T4" fmla="*/ 3 w 255"/>
                              <a:gd name="T5" fmla="*/ 0 h 49"/>
                              <a:gd name="T6" fmla="*/ 3 w 255"/>
                              <a:gd name="T7" fmla="*/ 0 h 49"/>
                              <a:gd name="T8" fmla="*/ 4 w 255"/>
                              <a:gd name="T9" fmla="*/ 0 h 49"/>
                              <a:gd name="T10" fmla="*/ 4 w 255"/>
                              <a:gd name="T11" fmla="*/ 0 h 49"/>
                              <a:gd name="T12" fmla="*/ 5 w 255"/>
                              <a:gd name="T13" fmla="*/ 1 h 49"/>
                              <a:gd name="T14" fmla="*/ 5 w 255"/>
                              <a:gd name="T15" fmla="*/ 0 h 49"/>
                              <a:gd name="T16" fmla="*/ 6 w 255"/>
                              <a:gd name="T17" fmla="*/ 0 h 49"/>
                              <a:gd name="T18" fmla="*/ 7 w 255"/>
                              <a:gd name="T19" fmla="*/ 0 h 49"/>
                              <a:gd name="T20" fmla="*/ 7 w 255"/>
                              <a:gd name="T21" fmla="*/ 0 h 49"/>
                              <a:gd name="T22" fmla="*/ 7 w 255"/>
                              <a:gd name="T23" fmla="*/ 0 h 49"/>
                              <a:gd name="T24" fmla="*/ 8 w 255"/>
                              <a:gd name="T25" fmla="*/ 0 h 49"/>
                              <a:gd name="T26" fmla="*/ 8 w 255"/>
                              <a:gd name="T27" fmla="*/ 0 h 49"/>
                              <a:gd name="T28" fmla="*/ 8 w 255"/>
                              <a:gd name="T29" fmla="*/ 1 h 49"/>
                              <a:gd name="T30" fmla="*/ 8 w 255"/>
                              <a:gd name="T31" fmla="*/ 1 h 49"/>
                              <a:gd name="T32" fmla="*/ 8 w 255"/>
                              <a:gd name="T33" fmla="*/ 1 h 49"/>
                              <a:gd name="T34" fmla="*/ 7 w 255"/>
                              <a:gd name="T35" fmla="*/ 1 h 49"/>
                              <a:gd name="T36" fmla="*/ 7 w 255"/>
                              <a:gd name="T37" fmla="*/ 1 h 49"/>
                              <a:gd name="T38" fmla="*/ 7 w 255"/>
                              <a:gd name="T39" fmla="*/ 1 h 49"/>
                              <a:gd name="T40" fmla="*/ 6 w 255"/>
                              <a:gd name="T41" fmla="*/ 1 h 49"/>
                              <a:gd name="T42" fmla="*/ 6 w 255"/>
                              <a:gd name="T43" fmla="*/ 1 h 49"/>
                              <a:gd name="T44" fmla="*/ 6 w 255"/>
                              <a:gd name="T45" fmla="*/ 1 h 49"/>
                              <a:gd name="T46" fmla="*/ 5 w 255"/>
                              <a:gd name="T47" fmla="*/ 1 h 49"/>
                              <a:gd name="T48" fmla="*/ 5 w 255"/>
                              <a:gd name="T49" fmla="*/ 1 h 49"/>
                              <a:gd name="T50" fmla="*/ 5 w 255"/>
                              <a:gd name="T51" fmla="*/ 1 h 49"/>
                              <a:gd name="T52" fmla="*/ 4 w 255"/>
                              <a:gd name="T53" fmla="*/ 1 h 49"/>
                              <a:gd name="T54" fmla="*/ 4 w 255"/>
                              <a:gd name="T55" fmla="*/ 1 h 49"/>
                              <a:gd name="T56" fmla="*/ 3 w 255"/>
                              <a:gd name="T57" fmla="*/ 1 h 49"/>
                              <a:gd name="T58" fmla="*/ 3 w 255"/>
                              <a:gd name="T59" fmla="*/ 1 h 49"/>
                              <a:gd name="T60" fmla="*/ 2 w 255"/>
                              <a:gd name="T61" fmla="*/ 1 h 49"/>
                              <a:gd name="T62" fmla="*/ 1 w 255"/>
                              <a:gd name="T63" fmla="*/ 0 h 49"/>
                              <a:gd name="T64" fmla="*/ 1 w 255"/>
                              <a:gd name="T65" fmla="*/ 0 h 49"/>
                              <a:gd name="T66" fmla="*/ 1 w 255"/>
                              <a:gd name="T67" fmla="*/ 0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8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 w 115"/>
                              <a:gd name="T1" fmla="*/ 0 h 95"/>
                              <a:gd name="T2" fmla="*/ 3 w 115"/>
                              <a:gd name="T3" fmla="*/ 0 h 95"/>
                              <a:gd name="T4" fmla="*/ 4 w 115"/>
                              <a:gd name="T5" fmla="*/ 0 h 95"/>
                              <a:gd name="T6" fmla="*/ 3 w 115"/>
                              <a:gd name="T7" fmla="*/ 0 h 95"/>
                              <a:gd name="T8" fmla="*/ 3 w 115"/>
                              <a:gd name="T9" fmla="*/ 0 h 95"/>
                              <a:gd name="T10" fmla="*/ 3 w 115"/>
                              <a:gd name="T11" fmla="*/ 1 h 95"/>
                              <a:gd name="T12" fmla="*/ 3 w 115"/>
                              <a:gd name="T13" fmla="*/ 1 h 95"/>
                              <a:gd name="T14" fmla="*/ 2 w 115"/>
                              <a:gd name="T15" fmla="*/ 0 h 95"/>
                              <a:gd name="T16" fmla="*/ 2 w 115"/>
                              <a:gd name="T17" fmla="*/ 0 h 95"/>
                              <a:gd name="T18" fmla="*/ 2 w 115"/>
                              <a:gd name="T19" fmla="*/ 0 h 95"/>
                              <a:gd name="T20" fmla="*/ 2 w 115"/>
                              <a:gd name="T21" fmla="*/ 1 h 95"/>
                              <a:gd name="T22" fmla="*/ 2 w 115"/>
                              <a:gd name="T23" fmla="*/ 1 h 95"/>
                              <a:gd name="T24" fmla="*/ 2 w 115"/>
                              <a:gd name="T25" fmla="*/ 1 h 95"/>
                              <a:gd name="T26" fmla="*/ 2 w 115"/>
                              <a:gd name="T27" fmla="*/ 1 h 95"/>
                              <a:gd name="T28" fmla="*/ 2 w 115"/>
                              <a:gd name="T29" fmla="*/ 1 h 95"/>
                              <a:gd name="T30" fmla="*/ 2 w 115"/>
                              <a:gd name="T31" fmla="*/ 1 h 95"/>
                              <a:gd name="T32" fmla="*/ 2 w 115"/>
                              <a:gd name="T33" fmla="*/ 1 h 95"/>
                              <a:gd name="T34" fmla="*/ 2 w 115"/>
                              <a:gd name="T35" fmla="*/ 2 h 95"/>
                              <a:gd name="T36" fmla="*/ 2 w 115"/>
                              <a:gd name="T37" fmla="*/ 2 h 95"/>
                              <a:gd name="T38" fmla="*/ 2 w 115"/>
                              <a:gd name="T39" fmla="*/ 2 h 95"/>
                              <a:gd name="T40" fmla="*/ 2 w 115"/>
                              <a:gd name="T41" fmla="*/ 2 h 95"/>
                              <a:gd name="T42" fmla="*/ 2 w 115"/>
                              <a:gd name="T43" fmla="*/ 2 h 95"/>
                              <a:gd name="T44" fmla="*/ 2 w 115"/>
                              <a:gd name="T45" fmla="*/ 2 h 95"/>
                              <a:gd name="T46" fmla="*/ 2 w 115"/>
                              <a:gd name="T47" fmla="*/ 1 h 95"/>
                              <a:gd name="T48" fmla="*/ 1 w 115"/>
                              <a:gd name="T49" fmla="*/ 1 h 95"/>
                              <a:gd name="T50" fmla="*/ 1 w 115"/>
                              <a:gd name="T51" fmla="*/ 1 h 95"/>
                              <a:gd name="T52" fmla="*/ 1 w 115"/>
                              <a:gd name="T53" fmla="*/ 2 h 95"/>
                              <a:gd name="T54" fmla="*/ 2 w 115"/>
                              <a:gd name="T55" fmla="*/ 2 h 95"/>
                              <a:gd name="T56" fmla="*/ 1 w 115"/>
                              <a:gd name="T57" fmla="*/ 2 h 95"/>
                              <a:gd name="T58" fmla="*/ 1 w 115"/>
                              <a:gd name="T59" fmla="*/ 2 h 95"/>
                              <a:gd name="T60" fmla="*/ 1 w 115"/>
                              <a:gd name="T61" fmla="*/ 2 h 95"/>
                              <a:gd name="T62" fmla="*/ 1 w 115"/>
                              <a:gd name="T63" fmla="*/ 2 h 95"/>
                              <a:gd name="T64" fmla="*/ 1 w 115"/>
                              <a:gd name="T65" fmla="*/ 2 h 95"/>
                              <a:gd name="T66" fmla="*/ 1 w 115"/>
                              <a:gd name="T67" fmla="*/ 1 h 95"/>
                              <a:gd name="T68" fmla="*/ 1 w 115"/>
                              <a:gd name="T69" fmla="*/ 1 h 95"/>
                              <a:gd name="T70" fmla="*/ 1 w 115"/>
                              <a:gd name="T71" fmla="*/ 0 h 95"/>
                              <a:gd name="T72" fmla="*/ 1 w 115"/>
                              <a:gd name="T73" fmla="*/ 0 h 95"/>
                              <a:gd name="T74" fmla="*/ 1 w 115"/>
                              <a:gd name="T75" fmla="*/ 0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9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1 h 131"/>
                              <a:gd name="T2" fmla="*/ 1 w 127"/>
                              <a:gd name="T3" fmla="*/ 0 h 131"/>
                              <a:gd name="T4" fmla="*/ 2 w 127"/>
                              <a:gd name="T5" fmla="*/ 0 h 131"/>
                              <a:gd name="T6" fmla="*/ 2 w 127"/>
                              <a:gd name="T7" fmla="*/ 0 h 131"/>
                              <a:gd name="T8" fmla="*/ 3 w 127"/>
                              <a:gd name="T9" fmla="*/ 0 h 131"/>
                              <a:gd name="T10" fmla="*/ 3 w 127"/>
                              <a:gd name="T11" fmla="*/ 0 h 131"/>
                              <a:gd name="T12" fmla="*/ 3 w 127"/>
                              <a:gd name="T13" fmla="*/ 0 h 131"/>
                              <a:gd name="T14" fmla="*/ 3 w 127"/>
                              <a:gd name="T15" fmla="*/ 0 h 131"/>
                              <a:gd name="T16" fmla="*/ 4 w 127"/>
                              <a:gd name="T17" fmla="*/ 0 h 131"/>
                              <a:gd name="T18" fmla="*/ 4 w 127"/>
                              <a:gd name="T19" fmla="*/ 0 h 131"/>
                              <a:gd name="T20" fmla="*/ 4 w 127"/>
                              <a:gd name="T21" fmla="*/ 0 h 131"/>
                              <a:gd name="T22" fmla="*/ 4 w 127"/>
                              <a:gd name="T23" fmla="*/ 0 h 131"/>
                              <a:gd name="T24" fmla="*/ 4 w 127"/>
                              <a:gd name="T25" fmla="*/ 0 h 131"/>
                              <a:gd name="T26" fmla="*/ 4 w 127"/>
                              <a:gd name="T27" fmla="*/ 0 h 131"/>
                              <a:gd name="T28" fmla="*/ 4 w 127"/>
                              <a:gd name="T29" fmla="*/ 1 h 131"/>
                              <a:gd name="T30" fmla="*/ 4 w 127"/>
                              <a:gd name="T31" fmla="*/ 1 h 131"/>
                              <a:gd name="T32" fmla="*/ 4 w 127"/>
                              <a:gd name="T33" fmla="*/ 1 h 131"/>
                              <a:gd name="T34" fmla="*/ 4 w 127"/>
                              <a:gd name="T35" fmla="*/ 1 h 131"/>
                              <a:gd name="T36" fmla="*/ 4 w 127"/>
                              <a:gd name="T37" fmla="*/ 2 h 131"/>
                              <a:gd name="T38" fmla="*/ 4 w 127"/>
                              <a:gd name="T39" fmla="*/ 1 h 131"/>
                              <a:gd name="T40" fmla="*/ 4 w 127"/>
                              <a:gd name="T41" fmla="*/ 2 h 131"/>
                              <a:gd name="T42" fmla="*/ 4 w 127"/>
                              <a:gd name="T43" fmla="*/ 2 h 131"/>
                              <a:gd name="T44" fmla="*/ 4 w 127"/>
                              <a:gd name="T45" fmla="*/ 2 h 131"/>
                              <a:gd name="T46" fmla="*/ 4 w 127"/>
                              <a:gd name="T47" fmla="*/ 3 h 131"/>
                              <a:gd name="T48" fmla="*/ 4 w 127"/>
                              <a:gd name="T49" fmla="*/ 3 h 131"/>
                              <a:gd name="T50" fmla="*/ 3 w 127"/>
                              <a:gd name="T51" fmla="*/ 3 h 131"/>
                              <a:gd name="T52" fmla="*/ 3 w 127"/>
                              <a:gd name="T53" fmla="*/ 4 h 131"/>
                              <a:gd name="T54" fmla="*/ 3 w 127"/>
                              <a:gd name="T55" fmla="*/ 4 h 131"/>
                              <a:gd name="T56" fmla="*/ 3 w 127"/>
                              <a:gd name="T57" fmla="*/ 3 h 131"/>
                              <a:gd name="T58" fmla="*/ 3 w 127"/>
                              <a:gd name="T59" fmla="*/ 3 h 131"/>
                              <a:gd name="T60" fmla="*/ 2 w 127"/>
                              <a:gd name="T61" fmla="*/ 3 h 131"/>
                              <a:gd name="T62" fmla="*/ 2 w 127"/>
                              <a:gd name="T63" fmla="*/ 3 h 131"/>
                              <a:gd name="T64" fmla="*/ 1 w 127"/>
                              <a:gd name="T65" fmla="*/ 3 h 131"/>
                              <a:gd name="T66" fmla="*/ 1 w 127"/>
                              <a:gd name="T67" fmla="*/ 3 h 131"/>
                              <a:gd name="T68" fmla="*/ 1 w 127"/>
                              <a:gd name="T69" fmla="*/ 2 h 131"/>
                              <a:gd name="T70" fmla="*/ 1 w 127"/>
                              <a:gd name="T71" fmla="*/ 2 h 131"/>
                              <a:gd name="T72" fmla="*/ 1 w 127"/>
                              <a:gd name="T73" fmla="*/ 2 h 131"/>
                              <a:gd name="T74" fmla="*/ 0 w 127"/>
                              <a:gd name="T75" fmla="*/ 1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0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 w 244"/>
                              <a:gd name="T1" fmla="*/ 1 h 122"/>
                              <a:gd name="T2" fmla="*/ 2 w 244"/>
                              <a:gd name="T3" fmla="*/ 1 h 122"/>
                              <a:gd name="T4" fmla="*/ 2 w 244"/>
                              <a:gd name="T5" fmla="*/ 1 h 122"/>
                              <a:gd name="T6" fmla="*/ 3 w 244"/>
                              <a:gd name="T7" fmla="*/ 1 h 122"/>
                              <a:gd name="T8" fmla="*/ 3 w 244"/>
                              <a:gd name="T9" fmla="*/ 1 h 122"/>
                              <a:gd name="T10" fmla="*/ 3 w 244"/>
                              <a:gd name="T11" fmla="*/ 1 h 122"/>
                              <a:gd name="T12" fmla="*/ 4 w 244"/>
                              <a:gd name="T13" fmla="*/ 1 h 122"/>
                              <a:gd name="T14" fmla="*/ 5 w 244"/>
                              <a:gd name="T15" fmla="*/ 1 h 122"/>
                              <a:gd name="T16" fmla="*/ 5 w 244"/>
                              <a:gd name="T17" fmla="*/ 2 h 122"/>
                              <a:gd name="T18" fmla="*/ 6 w 244"/>
                              <a:gd name="T19" fmla="*/ 2 h 122"/>
                              <a:gd name="T20" fmla="*/ 6 w 244"/>
                              <a:gd name="T21" fmla="*/ 2 h 122"/>
                              <a:gd name="T22" fmla="*/ 7 w 244"/>
                              <a:gd name="T23" fmla="*/ 3 h 122"/>
                              <a:gd name="T24" fmla="*/ 7 w 244"/>
                              <a:gd name="T25" fmla="*/ 3 h 122"/>
                              <a:gd name="T26" fmla="*/ 7 w 244"/>
                              <a:gd name="T27" fmla="*/ 3 h 122"/>
                              <a:gd name="T28" fmla="*/ 8 w 244"/>
                              <a:gd name="T29" fmla="*/ 3 h 122"/>
                              <a:gd name="T30" fmla="*/ 8 w 244"/>
                              <a:gd name="T31" fmla="*/ 4 h 122"/>
                              <a:gd name="T32" fmla="*/ 8 w 244"/>
                              <a:gd name="T33" fmla="*/ 4 h 122"/>
                              <a:gd name="T34" fmla="*/ 8 w 244"/>
                              <a:gd name="T35" fmla="*/ 4 h 122"/>
                              <a:gd name="T36" fmla="*/ 7 w 244"/>
                              <a:gd name="T37" fmla="*/ 4 h 122"/>
                              <a:gd name="T38" fmla="*/ 7 w 244"/>
                              <a:gd name="T39" fmla="*/ 3 h 122"/>
                              <a:gd name="T40" fmla="*/ 6 w 244"/>
                              <a:gd name="T41" fmla="*/ 3 h 122"/>
                              <a:gd name="T42" fmla="*/ 6 w 244"/>
                              <a:gd name="T43" fmla="*/ 4 h 122"/>
                              <a:gd name="T44" fmla="*/ 5 w 244"/>
                              <a:gd name="T45" fmla="*/ 4 h 122"/>
                              <a:gd name="T46" fmla="*/ 5 w 244"/>
                              <a:gd name="T47" fmla="*/ 4 h 122"/>
                              <a:gd name="T48" fmla="*/ 4 w 244"/>
                              <a:gd name="T49" fmla="*/ 4 h 122"/>
                              <a:gd name="T50" fmla="*/ 4 w 244"/>
                              <a:gd name="T51" fmla="*/ 4 h 122"/>
                              <a:gd name="T52" fmla="*/ 4 w 244"/>
                              <a:gd name="T53" fmla="*/ 3 h 122"/>
                              <a:gd name="T54" fmla="*/ 3 w 244"/>
                              <a:gd name="T55" fmla="*/ 2 h 122"/>
                              <a:gd name="T56" fmla="*/ 2 w 244"/>
                              <a:gd name="T57" fmla="*/ 2 h 122"/>
                              <a:gd name="T58" fmla="*/ 2 w 244"/>
                              <a:gd name="T59" fmla="*/ 2 h 122"/>
                              <a:gd name="T60" fmla="*/ 1 w 244"/>
                              <a:gd name="T61" fmla="*/ 2 h 122"/>
                              <a:gd name="T62" fmla="*/ 1 w 244"/>
                              <a:gd name="T63" fmla="*/ 1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1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0 h 161"/>
                              <a:gd name="T2" fmla="*/ 1 w 148"/>
                              <a:gd name="T3" fmla="*/ 0 h 161"/>
                              <a:gd name="T4" fmla="*/ 2 w 148"/>
                              <a:gd name="T5" fmla="*/ 0 h 161"/>
                              <a:gd name="T6" fmla="*/ 2 w 148"/>
                              <a:gd name="T7" fmla="*/ 0 h 161"/>
                              <a:gd name="T8" fmla="*/ 2 w 148"/>
                              <a:gd name="T9" fmla="*/ 0 h 161"/>
                              <a:gd name="T10" fmla="*/ 2 w 148"/>
                              <a:gd name="T11" fmla="*/ 0 h 161"/>
                              <a:gd name="T12" fmla="*/ 2 w 148"/>
                              <a:gd name="T13" fmla="*/ 0 h 161"/>
                              <a:gd name="T14" fmla="*/ 2 w 148"/>
                              <a:gd name="T15" fmla="*/ 0 h 161"/>
                              <a:gd name="T16" fmla="*/ 2 w 148"/>
                              <a:gd name="T17" fmla="*/ 0 h 161"/>
                              <a:gd name="T18" fmla="*/ 2 w 148"/>
                              <a:gd name="T19" fmla="*/ 1 h 161"/>
                              <a:gd name="T20" fmla="*/ 3 w 148"/>
                              <a:gd name="T21" fmla="*/ 1 h 161"/>
                              <a:gd name="T22" fmla="*/ 3 w 148"/>
                              <a:gd name="T23" fmla="*/ 1 h 161"/>
                              <a:gd name="T24" fmla="*/ 3 w 148"/>
                              <a:gd name="T25" fmla="*/ 1 h 161"/>
                              <a:gd name="T26" fmla="*/ 3 w 148"/>
                              <a:gd name="T27" fmla="*/ 1 h 161"/>
                              <a:gd name="T28" fmla="*/ 3 w 148"/>
                              <a:gd name="T29" fmla="*/ 1 h 161"/>
                              <a:gd name="T30" fmla="*/ 4 w 148"/>
                              <a:gd name="T31" fmla="*/ 2 h 161"/>
                              <a:gd name="T32" fmla="*/ 4 w 148"/>
                              <a:gd name="T33" fmla="*/ 2 h 161"/>
                              <a:gd name="T34" fmla="*/ 4 w 148"/>
                              <a:gd name="T35" fmla="*/ 2 h 161"/>
                              <a:gd name="T36" fmla="*/ 4 w 148"/>
                              <a:gd name="T37" fmla="*/ 2 h 161"/>
                              <a:gd name="T38" fmla="*/ 5 w 148"/>
                              <a:gd name="T39" fmla="*/ 3 h 161"/>
                              <a:gd name="T40" fmla="*/ 5 w 148"/>
                              <a:gd name="T41" fmla="*/ 3 h 161"/>
                              <a:gd name="T42" fmla="*/ 5 w 148"/>
                              <a:gd name="T43" fmla="*/ 4 h 161"/>
                              <a:gd name="T44" fmla="*/ 5 w 148"/>
                              <a:gd name="T45" fmla="*/ 4 h 161"/>
                              <a:gd name="T46" fmla="*/ 5 w 148"/>
                              <a:gd name="T47" fmla="*/ 5 h 161"/>
                              <a:gd name="T48" fmla="*/ 5 w 148"/>
                              <a:gd name="T49" fmla="*/ 5 h 161"/>
                              <a:gd name="T50" fmla="*/ 5 w 148"/>
                              <a:gd name="T51" fmla="*/ 4 h 161"/>
                              <a:gd name="T52" fmla="*/ 4 w 148"/>
                              <a:gd name="T53" fmla="*/ 5 h 161"/>
                              <a:gd name="T54" fmla="*/ 4 w 148"/>
                              <a:gd name="T55" fmla="*/ 4 h 161"/>
                              <a:gd name="T56" fmla="*/ 4 w 148"/>
                              <a:gd name="T57" fmla="*/ 4 h 161"/>
                              <a:gd name="T58" fmla="*/ 3 w 148"/>
                              <a:gd name="T59" fmla="*/ 3 h 161"/>
                              <a:gd name="T60" fmla="*/ 3 w 148"/>
                              <a:gd name="T61" fmla="*/ 3 h 161"/>
                              <a:gd name="T62" fmla="*/ 3 w 148"/>
                              <a:gd name="T63" fmla="*/ 3 h 161"/>
                              <a:gd name="T64" fmla="*/ 3 w 148"/>
                              <a:gd name="T65" fmla="*/ 3 h 161"/>
                              <a:gd name="T66" fmla="*/ 3 w 148"/>
                              <a:gd name="T67" fmla="*/ 2 h 161"/>
                              <a:gd name="T68" fmla="*/ 2 w 148"/>
                              <a:gd name="T69" fmla="*/ 2 h 161"/>
                              <a:gd name="T70" fmla="*/ 2 w 148"/>
                              <a:gd name="T71" fmla="*/ 1 h 161"/>
                              <a:gd name="T72" fmla="*/ 2 w 148"/>
                              <a:gd name="T73" fmla="*/ 1 h 161"/>
                              <a:gd name="T74" fmla="*/ 1 w 148"/>
                              <a:gd name="T75" fmla="*/ 0 h 161"/>
                              <a:gd name="T76" fmla="*/ 0 w 148"/>
                              <a:gd name="T77" fmla="*/ 0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2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0 w 143"/>
                              <a:gd name="T1" fmla="*/ 0 h 178"/>
                              <a:gd name="T2" fmla="*/ 0 w 143"/>
                              <a:gd name="T3" fmla="*/ 0 h 178"/>
                              <a:gd name="T4" fmla="*/ 1 w 143"/>
                              <a:gd name="T5" fmla="*/ 1 h 178"/>
                              <a:gd name="T6" fmla="*/ 1 w 143"/>
                              <a:gd name="T7" fmla="*/ 2 h 178"/>
                              <a:gd name="T8" fmla="*/ 1 w 143"/>
                              <a:gd name="T9" fmla="*/ 2 h 178"/>
                              <a:gd name="T10" fmla="*/ 1 w 143"/>
                              <a:gd name="T11" fmla="*/ 2 h 178"/>
                              <a:gd name="T12" fmla="*/ 1 w 143"/>
                              <a:gd name="T13" fmla="*/ 2 h 178"/>
                              <a:gd name="T14" fmla="*/ 2 w 143"/>
                              <a:gd name="T15" fmla="*/ 2 h 178"/>
                              <a:gd name="T16" fmla="*/ 2 w 143"/>
                              <a:gd name="T17" fmla="*/ 3 h 178"/>
                              <a:gd name="T18" fmla="*/ 2 w 143"/>
                              <a:gd name="T19" fmla="*/ 3 h 178"/>
                              <a:gd name="T20" fmla="*/ 3 w 143"/>
                              <a:gd name="T21" fmla="*/ 3 h 178"/>
                              <a:gd name="T22" fmla="*/ 3 w 143"/>
                              <a:gd name="T23" fmla="*/ 3 h 178"/>
                              <a:gd name="T24" fmla="*/ 3 w 143"/>
                              <a:gd name="T25" fmla="*/ 4 h 178"/>
                              <a:gd name="T26" fmla="*/ 3 w 143"/>
                              <a:gd name="T27" fmla="*/ 4 h 178"/>
                              <a:gd name="T28" fmla="*/ 3 w 143"/>
                              <a:gd name="T29" fmla="*/ 5 h 178"/>
                              <a:gd name="T30" fmla="*/ 3 w 143"/>
                              <a:gd name="T31" fmla="*/ 5 h 178"/>
                              <a:gd name="T32" fmla="*/ 4 w 143"/>
                              <a:gd name="T33" fmla="*/ 5 h 178"/>
                              <a:gd name="T34" fmla="*/ 4 w 143"/>
                              <a:gd name="T35" fmla="*/ 5 h 178"/>
                              <a:gd name="T36" fmla="*/ 4 w 143"/>
                              <a:gd name="T37" fmla="*/ 5 h 178"/>
                              <a:gd name="T38" fmla="*/ 4 w 143"/>
                              <a:gd name="T39" fmla="*/ 6 h 178"/>
                              <a:gd name="T40" fmla="*/ 4 w 143"/>
                              <a:gd name="T41" fmla="*/ 6 h 178"/>
                              <a:gd name="T42" fmla="*/ 3 w 143"/>
                              <a:gd name="T43" fmla="*/ 6 h 178"/>
                              <a:gd name="T44" fmla="*/ 3 w 143"/>
                              <a:gd name="T45" fmla="*/ 6 h 178"/>
                              <a:gd name="T46" fmla="*/ 3 w 143"/>
                              <a:gd name="T47" fmla="*/ 6 h 178"/>
                              <a:gd name="T48" fmla="*/ 3 w 143"/>
                              <a:gd name="T49" fmla="*/ 6 h 178"/>
                              <a:gd name="T50" fmla="*/ 3 w 143"/>
                              <a:gd name="T51" fmla="*/ 6 h 178"/>
                              <a:gd name="T52" fmla="*/ 3 w 143"/>
                              <a:gd name="T53" fmla="*/ 6 h 178"/>
                              <a:gd name="T54" fmla="*/ 3 w 143"/>
                              <a:gd name="T55" fmla="*/ 5 h 178"/>
                              <a:gd name="T56" fmla="*/ 2 w 143"/>
                              <a:gd name="T57" fmla="*/ 5 h 178"/>
                              <a:gd name="T58" fmla="*/ 2 w 143"/>
                              <a:gd name="T59" fmla="*/ 6 h 178"/>
                              <a:gd name="T60" fmla="*/ 2 w 143"/>
                              <a:gd name="T61" fmla="*/ 5 h 178"/>
                              <a:gd name="T62" fmla="*/ 2 w 143"/>
                              <a:gd name="T63" fmla="*/ 5 h 178"/>
                              <a:gd name="T64" fmla="*/ 2 w 143"/>
                              <a:gd name="T65" fmla="*/ 5 h 178"/>
                              <a:gd name="T66" fmla="*/ 3 w 143"/>
                              <a:gd name="T67" fmla="*/ 5 h 178"/>
                              <a:gd name="T68" fmla="*/ 3 w 143"/>
                              <a:gd name="T69" fmla="*/ 4 h 178"/>
                              <a:gd name="T70" fmla="*/ 2 w 143"/>
                              <a:gd name="T71" fmla="*/ 4 h 178"/>
                              <a:gd name="T72" fmla="*/ 2 w 143"/>
                              <a:gd name="T73" fmla="*/ 4 h 178"/>
                              <a:gd name="T74" fmla="*/ 2 w 143"/>
                              <a:gd name="T75" fmla="*/ 3 h 178"/>
                              <a:gd name="T76" fmla="*/ 2 w 143"/>
                              <a:gd name="T77" fmla="*/ 3 h 178"/>
                              <a:gd name="T78" fmla="*/ 1 w 143"/>
                              <a:gd name="T79" fmla="*/ 3 h 178"/>
                              <a:gd name="T80" fmla="*/ 1 w 143"/>
                              <a:gd name="T81" fmla="*/ 3 h 178"/>
                              <a:gd name="T82" fmla="*/ 1 w 143"/>
                              <a:gd name="T83" fmla="*/ 3 h 178"/>
                              <a:gd name="T84" fmla="*/ 1 w 143"/>
                              <a:gd name="T85" fmla="*/ 3 h 178"/>
                              <a:gd name="T86" fmla="*/ 1 w 143"/>
                              <a:gd name="T87" fmla="*/ 3 h 178"/>
                              <a:gd name="T88" fmla="*/ 0 w 143"/>
                              <a:gd name="T89" fmla="*/ 3 h 178"/>
                              <a:gd name="T90" fmla="*/ 0 w 143"/>
                              <a:gd name="T91" fmla="*/ 2 h 178"/>
                              <a:gd name="T92" fmla="*/ 0 w 143"/>
                              <a:gd name="T93" fmla="*/ 2 h 178"/>
                              <a:gd name="T94" fmla="*/ 0 w 143"/>
                              <a:gd name="T95" fmla="*/ 2 h 178"/>
                              <a:gd name="T96" fmla="*/ 0 w 143"/>
                              <a:gd name="T97" fmla="*/ 2 h 178"/>
                              <a:gd name="T98" fmla="*/ 0 w 143"/>
                              <a:gd name="T99" fmla="*/ 1 h 178"/>
                              <a:gd name="T100" fmla="*/ 0 w 143"/>
                              <a:gd name="T101" fmla="*/ 1 h 178"/>
                              <a:gd name="T102" fmla="*/ 0 w 143"/>
                              <a:gd name="T103" fmla="*/ 1 h 178"/>
                              <a:gd name="T104" fmla="*/ 0 w 143"/>
                              <a:gd name="T105" fmla="*/ 1 h 178"/>
                              <a:gd name="T106" fmla="*/ 0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3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 w 106"/>
                              <a:gd name="T1" fmla="*/ 0 h 153"/>
                              <a:gd name="T2" fmla="*/ 2 w 106"/>
                              <a:gd name="T3" fmla="*/ 0 h 153"/>
                              <a:gd name="T4" fmla="*/ 2 w 106"/>
                              <a:gd name="T5" fmla="*/ 0 h 153"/>
                              <a:gd name="T6" fmla="*/ 2 w 106"/>
                              <a:gd name="T7" fmla="*/ 1 h 153"/>
                              <a:gd name="T8" fmla="*/ 3 w 106"/>
                              <a:gd name="T9" fmla="*/ 1 h 153"/>
                              <a:gd name="T10" fmla="*/ 3 w 106"/>
                              <a:gd name="T11" fmla="*/ 1 h 153"/>
                              <a:gd name="T12" fmla="*/ 3 w 106"/>
                              <a:gd name="T13" fmla="*/ 1 h 153"/>
                              <a:gd name="T14" fmla="*/ 3 w 106"/>
                              <a:gd name="T15" fmla="*/ 1 h 153"/>
                              <a:gd name="T16" fmla="*/ 3 w 106"/>
                              <a:gd name="T17" fmla="*/ 2 h 153"/>
                              <a:gd name="T18" fmla="*/ 4 w 106"/>
                              <a:gd name="T19" fmla="*/ 3 h 153"/>
                              <a:gd name="T20" fmla="*/ 3 w 106"/>
                              <a:gd name="T21" fmla="*/ 2 h 153"/>
                              <a:gd name="T22" fmla="*/ 3 w 106"/>
                              <a:gd name="T23" fmla="*/ 2 h 153"/>
                              <a:gd name="T24" fmla="*/ 3 w 106"/>
                              <a:gd name="T25" fmla="*/ 3 h 153"/>
                              <a:gd name="T26" fmla="*/ 3 w 106"/>
                              <a:gd name="T27" fmla="*/ 3 h 153"/>
                              <a:gd name="T28" fmla="*/ 3 w 106"/>
                              <a:gd name="T29" fmla="*/ 3 h 153"/>
                              <a:gd name="T30" fmla="*/ 3 w 106"/>
                              <a:gd name="T31" fmla="*/ 3 h 153"/>
                              <a:gd name="T32" fmla="*/ 3 w 106"/>
                              <a:gd name="T33" fmla="*/ 3 h 153"/>
                              <a:gd name="T34" fmla="*/ 2 w 106"/>
                              <a:gd name="T35" fmla="*/ 3 h 153"/>
                              <a:gd name="T36" fmla="*/ 2 w 106"/>
                              <a:gd name="T37" fmla="*/ 3 h 153"/>
                              <a:gd name="T38" fmla="*/ 2 w 106"/>
                              <a:gd name="T39" fmla="*/ 3 h 153"/>
                              <a:gd name="T40" fmla="*/ 2 w 106"/>
                              <a:gd name="T41" fmla="*/ 3 h 153"/>
                              <a:gd name="T42" fmla="*/ 2 w 106"/>
                              <a:gd name="T43" fmla="*/ 3 h 153"/>
                              <a:gd name="T44" fmla="*/ 2 w 106"/>
                              <a:gd name="T45" fmla="*/ 3 h 153"/>
                              <a:gd name="T46" fmla="*/ 2 w 106"/>
                              <a:gd name="T47" fmla="*/ 3 h 153"/>
                              <a:gd name="T48" fmla="*/ 3 w 106"/>
                              <a:gd name="T49" fmla="*/ 4 h 153"/>
                              <a:gd name="T50" fmla="*/ 2 w 106"/>
                              <a:gd name="T51" fmla="*/ 4 h 153"/>
                              <a:gd name="T52" fmla="*/ 2 w 106"/>
                              <a:gd name="T53" fmla="*/ 4 h 153"/>
                              <a:gd name="T54" fmla="*/ 2 w 106"/>
                              <a:gd name="T55" fmla="*/ 4 h 153"/>
                              <a:gd name="T56" fmla="*/ 2 w 106"/>
                              <a:gd name="T57" fmla="*/ 4 h 153"/>
                              <a:gd name="T58" fmla="*/ 2 w 106"/>
                              <a:gd name="T59" fmla="*/ 4 h 153"/>
                              <a:gd name="T60" fmla="*/ 2 w 106"/>
                              <a:gd name="T61" fmla="*/ 4 h 153"/>
                              <a:gd name="T62" fmla="*/ 2 w 106"/>
                              <a:gd name="T63" fmla="*/ 4 h 153"/>
                              <a:gd name="T64" fmla="*/ 2 w 106"/>
                              <a:gd name="T65" fmla="*/ 4 h 153"/>
                              <a:gd name="T66" fmla="*/ 1 w 106"/>
                              <a:gd name="T67" fmla="*/ 4 h 153"/>
                              <a:gd name="T68" fmla="*/ 1 w 106"/>
                              <a:gd name="T69" fmla="*/ 4 h 153"/>
                              <a:gd name="T70" fmla="*/ 1 w 106"/>
                              <a:gd name="T71" fmla="*/ 3 h 153"/>
                              <a:gd name="T72" fmla="*/ 1 w 106"/>
                              <a:gd name="T73" fmla="*/ 3 h 153"/>
                              <a:gd name="T74" fmla="*/ 1 w 106"/>
                              <a:gd name="T75" fmla="*/ 4 h 153"/>
                              <a:gd name="T76" fmla="*/ 1 w 106"/>
                              <a:gd name="T77" fmla="*/ 4 h 153"/>
                              <a:gd name="T78" fmla="*/ 0 w 106"/>
                              <a:gd name="T79" fmla="*/ 3 h 153"/>
                              <a:gd name="T80" fmla="*/ 1 w 106"/>
                              <a:gd name="T81" fmla="*/ 3 h 153"/>
                              <a:gd name="T82" fmla="*/ 1 w 106"/>
                              <a:gd name="T83" fmla="*/ 3 h 153"/>
                              <a:gd name="T84" fmla="*/ 1 w 106"/>
                              <a:gd name="T85" fmla="*/ 2 h 153"/>
                              <a:gd name="T86" fmla="*/ 1 w 106"/>
                              <a:gd name="T87" fmla="*/ 2 h 153"/>
                              <a:gd name="T88" fmla="*/ 1 w 106"/>
                              <a:gd name="T89" fmla="*/ 2 h 153"/>
                              <a:gd name="T90" fmla="*/ 1 w 106"/>
                              <a:gd name="T91" fmla="*/ 2 h 153"/>
                              <a:gd name="T92" fmla="*/ 2 w 106"/>
                              <a:gd name="T93" fmla="*/ 2 h 153"/>
                              <a:gd name="T94" fmla="*/ 2 w 106"/>
                              <a:gd name="T95" fmla="*/ 2 h 153"/>
                              <a:gd name="T96" fmla="*/ 1 w 106"/>
                              <a:gd name="T97" fmla="*/ 1 h 153"/>
                              <a:gd name="T98" fmla="*/ 1 w 106"/>
                              <a:gd name="T99" fmla="*/ 1 h 153"/>
                              <a:gd name="T100" fmla="*/ 2 w 106"/>
                              <a:gd name="T101" fmla="*/ 1 h 153"/>
                              <a:gd name="T102" fmla="*/ 2 w 106"/>
                              <a:gd name="T103" fmla="*/ 1 h 153"/>
                              <a:gd name="T104" fmla="*/ 2 w 106"/>
                              <a:gd name="T105" fmla="*/ 1 h 153"/>
                              <a:gd name="T106" fmla="*/ 2 w 106"/>
                              <a:gd name="T107" fmla="*/ 1 h 153"/>
                              <a:gd name="T108" fmla="*/ 2 w 106"/>
                              <a:gd name="T109" fmla="*/ 1 h 153"/>
                              <a:gd name="T110" fmla="*/ 2 w 106"/>
                              <a:gd name="T111" fmla="*/ 1 h 153"/>
                              <a:gd name="T112" fmla="*/ 2 w 106"/>
                              <a:gd name="T113" fmla="*/ 1 h 153"/>
                              <a:gd name="T114" fmla="*/ 1 w 106"/>
                              <a:gd name="T115" fmla="*/ 0 h 153"/>
                              <a:gd name="T116" fmla="*/ 1 w 106"/>
                              <a:gd name="T117" fmla="*/ 0 h 153"/>
                              <a:gd name="T118" fmla="*/ 1 w 106"/>
                              <a:gd name="T119" fmla="*/ 0 h 153"/>
                              <a:gd name="T120" fmla="*/ 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4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0 w 116"/>
                              <a:gd name="T3" fmla="*/ 0 h 123"/>
                              <a:gd name="T4" fmla="*/ 0 w 116"/>
                              <a:gd name="T5" fmla="*/ 1 h 123"/>
                              <a:gd name="T6" fmla="*/ 0 w 116"/>
                              <a:gd name="T7" fmla="*/ 1 h 123"/>
                              <a:gd name="T8" fmla="*/ 1 w 116"/>
                              <a:gd name="T9" fmla="*/ 2 h 123"/>
                              <a:gd name="T10" fmla="*/ 1 w 116"/>
                              <a:gd name="T11" fmla="*/ 2 h 123"/>
                              <a:gd name="T12" fmla="*/ 1 w 116"/>
                              <a:gd name="T13" fmla="*/ 2 h 123"/>
                              <a:gd name="T14" fmla="*/ 1 w 116"/>
                              <a:gd name="T15" fmla="*/ 2 h 123"/>
                              <a:gd name="T16" fmla="*/ 2 w 116"/>
                              <a:gd name="T17" fmla="*/ 2 h 123"/>
                              <a:gd name="T18" fmla="*/ 2 w 116"/>
                              <a:gd name="T19" fmla="*/ 2 h 123"/>
                              <a:gd name="T20" fmla="*/ 2 w 116"/>
                              <a:gd name="T21" fmla="*/ 2 h 123"/>
                              <a:gd name="T22" fmla="*/ 3 w 116"/>
                              <a:gd name="T23" fmla="*/ 3 h 123"/>
                              <a:gd name="T24" fmla="*/ 3 w 116"/>
                              <a:gd name="T25" fmla="*/ 3 h 123"/>
                              <a:gd name="T26" fmla="*/ 2 w 116"/>
                              <a:gd name="T27" fmla="*/ 3 h 123"/>
                              <a:gd name="T28" fmla="*/ 2 w 116"/>
                              <a:gd name="T29" fmla="*/ 3 h 123"/>
                              <a:gd name="T30" fmla="*/ 2 w 116"/>
                              <a:gd name="T31" fmla="*/ 3 h 123"/>
                              <a:gd name="T32" fmla="*/ 2 w 116"/>
                              <a:gd name="T33" fmla="*/ 3 h 123"/>
                              <a:gd name="T34" fmla="*/ 3 w 116"/>
                              <a:gd name="T35" fmla="*/ 3 h 123"/>
                              <a:gd name="T36" fmla="*/ 3 w 116"/>
                              <a:gd name="T37" fmla="*/ 4 h 123"/>
                              <a:gd name="T38" fmla="*/ 3 w 116"/>
                              <a:gd name="T39" fmla="*/ 4 h 123"/>
                              <a:gd name="T40" fmla="*/ 3 w 116"/>
                              <a:gd name="T41" fmla="*/ 4 h 123"/>
                              <a:gd name="T42" fmla="*/ 3 w 116"/>
                              <a:gd name="T43" fmla="*/ 4 h 123"/>
                              <a:gd name="T44" fmla="*/ 2 w 116"/>
                              <a:gd name="T45" fmla="*/ 4 h 123"/>
                              <a:gd name="T46" fmla="*/ 2 w 116"/>
                              <a:gd name="T47" fmla="*/ 4 h 123"/>
                              <a:gd name="T48" fmla="*/ 2 w 116"/>
                              <a:gd name="T49" fmla="*/ 4 h 123"/>
                              <a:gd name="T50" fmla="*/ 2 w 116"/>
                              <a:gd name="T51" fmla="*/ 4 h 123"/>
                              <a:gd name="T52" fmla="*/ 1 w 116"/>
                              <a:gd name="T53" fmla="*/ 3 h 123"/>
                              <a:gd name="T54" fmla="*/ 1 w 116"/>
                              <a:gd name="T55" fmla="*/ 3 h 123"/>
                              <a:gd name="T56" fmla="*/ 1 w 116"/>
                              <a:gd name="T57" fmla="*/ 2 h 123"/>
                              <a:gd name="T58" fmla="*/ 0 w 116"/>
                              <a:gd name="T59" fmla="*/ 2 h 123"/>
                              <a:gd name="T60" fmla="*/ 0 w 116"/>
                              <a:gd name="T61" fmla="*/ 2 h 123"/>
                              <a:gd name="T62" fmla="*/ 0 w 116"/>
                              <a:gd name="T63" fmla="*/ 1 h 123"/>
                              <a:gd name="T64" fmla="*/ 0 w 116"/>
                              <a:gd name="T65" fmla="*/ 1 h 123"/>
                              <a:gd name="T66" fmla="*/ 0 w 116"/>
                              <a:gd name="T67" fmla="*/ 1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5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58576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20 w 838"/>
                              <a:gd name="T1" fmla="*/ 5 h 938"/>
                              <a:gd name="T2" fmla="*/ 23 w 838"/>
                              <a:gd name="T3" fmla="*/ 10 h 938"/>
                              <a:gd name="T4" fmla="*/ 24 w 838"/>
                              <a:gd name="T5" fmla="*/ 11 h 938"/>
                              <a:gd name="T6" fmla="*/ 26 w 838"/>
                              <a:gd name="T7" fmla="*/ 11 h 938"/>
                              <a:gd name="T8" fmla="*/ 27 w 838"/>
                              <a:gd name="T9" fmla="*/ 12 h 938"/>
                              <a:gd name="T10" fmla="*/ 24 w 838"/>
                              <a:gd name="T11" fmla="*/ 15 h 938"/>
                              <a:gd name="T12" fmla="*/ 22 w 838"/>
                              <a:gd name="T13" fmla="*/ 19 h 938"/>
                              <a:gd name="T14" fmla="*/ 22 w 838"/>
                              <a:gd name="T15" fmla="*/ 21 h 938"/>
                              <a:gd name="T16" fmla="*/ 22 w 838"/>
                              <a:gd name="T17" fmla="*/ 22 h 938"/>
                              <a:gd name="T18" fmla="*/ 21 w 838"/>
                              <a:gd name="T19" fmla="*/ 22 h 938"/>
                              <a:gd name="T20" fmla="*/ 20 w 838"/>
                              <a:gd name="T21" fmla="*/ 24 h 938"/>
                              <a:gd name="T22" fmla="*/ 19 w 838"/>
                              <a:gd name="T23" fmla="*/ 26 h 938"/>
                              <a:gd name="T24" fmla="*/ 18 w 838"/>
                              <a:gd name="T25" fmla="*/ 28 h 938"/>
                              <a:gd name="T26" fmla="*/ 17 w 838"/>
                              <a:gd name="T27" fmla="*/ 29 h 938"/>
                              <a:gd name="T28" fmla="*/ 16 w 838"/>
                              <a:gd name="T29" fmla="*/ 30 h 938"/>
                              <a:gd name="T30" fmla="*/ 14 w 838"/>
                              <a:gd name="T31" fmla="*/ 29 h 938"/>
                              <a:gd name="T32" fmla="*/ 14 w 838"/>
                              <a:gd name="T33" fmla="*/ 28 h 938"/>
                              <a:gd name="T34" fmla="*/ 13 w 838"/>
                              <a:gd name="T35" fmla="*/ 27 h 938"/>
                              <a:gd name="T36" fmla="*/ 13 w 838"/>
                              <a:gd name="T37" fmla="*/ 26 h 938"/>
                              <a:gd name="T38" fmla="*/ 12 w 838"/>
                              <a:gd name="T39" fmla="*/ 25 h 938"/>
                              <a:gd name="T40" fmla="*/ 12 w 838"/>
                              <a:gd name="T41" fmla="*/ 24 h 938"/>
                              <a:gd name="T42" fmla="*/ 11 w 838"/>
                              <a:gd name="T43" fmla="*/ 23 h 938"/>
                              <a:gd name="T44" fmla="*/ 12 w 838"/>
                              <a:gd name="T45" fmla="*/ 21 h 938"/>
                              <a:gd name="T46" fmla="*/ 11 w 838"/>
                              <a:gd name="T47" fmla="*/ 18 h 938"/>
                              <a:gd name="T48" fmla="*/ 10 w 838"/>
                              <a:gd name="T49" fmla="*/ 16 h 938"/>
                              <a:gd name="T50" fmla="*/ 10 w 838"/>
                              <a:gd name="T51" fmla="*/ 14 h 938"/>
                              <a:gd name="T52" fmla="*/ 8 w 838"/>
                              <a:gd name="T53" fmla="*/ 13 h 938"/>
                              <a:gd name="T54" fmla="*/ 6 w 838"/>
                              <a:gd name="T55" fmla="*/ 14 h 938"/>
                              <a:gd name="T56" fmla="*/ 2 w 838"/>
                              <a:gd name="T57" fmla="*/ 12 h 938"/>
                              <a:gd name="T58" fmla="*/ 1 w 838"/>
                              <a:gd name="T59" fmla="*/ 9 h 938"/>
                              <a:gd name="T60" fmla="*/ 2 w 838"/>
                              <a:gd name="T61" fmla="*/ 7 h 938"/>
                              <a:gd name="T62" fmla="*/ 3 w 838"/>
                              <a:gd name="T63" fmla="*/ 5 h 938"/>
                              <a:gd name="T64" fmla="*/ 5 w 838"/>
                              <a:gd name="T65" fmla="*/ 3 h 938"/>
                              <a:gd name="T66" fmla="*/ 7 w 838"/>
                              <a:gd name="T67" fmla="*/ 1 h 938"/>
                              <a:gd name="T68" fmla="*/ 8 w 838"/>
                              <a:gd name="T69" fmla="*/ 2 h 938"/>
                              <a:gd name="T70" fmla="*/ 10 w 838"/>
                              <a:gd name="T71" fmla="*/ 1 h 938"/>
                              <a:gd name="T72" fmla="*/ 11 w 838"/>
                              <a:gd name="T73" fmla="*/ 1 h 938"/>
                              <a:gd name="T74" fmla="*/ 12 w 838"/>
                              <a:gd name="T75" fmla="*/ 1 h 938"/>
                              <a:gd name="T76" fmla="*/ 14 w 838"/>
                              <a:gd name="T77" fmla="*/ 3 h 938"/>
                              <a:gd name="T78" fmla="*/ 15 w 838"/>
                              <a:gd name="T79" fmla="*/ 2 h 938"/>
                              <a:gd name="T80" fmla="*/ 17 w 838"/>
                              <a:gd name="T81" fmla="*/ 3 h 938"/>
                              <a:gd name="T82" fmla="*/ 19 w 838"/>
                              <a:gd name="T83" fmla="*/ 3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77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58581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58583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1 w 53"/>
                                  <a:gd name="T1" fmla="*/ 1 h 66"/>
                                  <a:gd name="T2" fmla="*/ 1 w 53"/>
                                  <a:gd name="T3" fmla="*/ 1 h 66"/>
                                  <a:gd name="T4" fmla="*/ 1 w 53"/>
                                  <a:gd name="T5" fmla="*/ 1 h 66"/>
                                  <a:gd name="T6" fmla="*/ 2 w 53"/>
                                  <a:gd name="T7" fmla="*/ 0 h 66"/>
                                  <a:gd name="T8" fmla="*/ 2 w 53"/>
                                  <a:gd name="T9" fmla="*/ 1 h 66"/>
                                  <a:gd name="T10" fmla="*/ 2 w 53"/>
                                  <a:gd name="T11" fmla="*/ 1 h 66"/>
                                  <a:gd name="T12" fmla="*/ 2 w 53"/>
                                  <a:gd name="T13" fmla="*/ 1 h 66"/>
                                  <a:gd name="T14" fmla="*/ 2 w 53"/>
                                  <a:gd name="T15" fmla="*/ 1 h 66"/>
                                  <a:gd name="T16" fmla="*/ 2 w 53"/>
                                  <a:gd name="T17" fmla="*/ 1 h 66"/>
                                  <a:gd name="T18" fmla="*/ 2 w 53"/>
                                  <a:gd name="T19" fmla="*/ 1 h 66"/>
                                  <a:gd name="T20" fmla="*/ 2 w 53"/>
                                  <a:gd name="T21" fmla="*/ 1 h 66"/>
                                  <a:gd name="T22" fmla="*/ 2 w 53"/>
                                  <a:gd name="T23" fmla="*/ 2 h 66"/>
                                  <a:gd name="T24" fmla="*/ 2 w 53"/>
                                  <a:gd name="T25" fmla="*/ 2 h 66"/>
                                  <a:gd name="T26" fmla="*/ 2 w 53"/>
                                  <a:gd name="T27" fmla="*/ 2 h 66"/>
                                  <a:gd name="T28" fmla="*/ 2 w 53"/>
                                  <a:gd name="T29" fmla="*/ 2 h 66"/>
                                  <a:gd name="T30" fmla="*/ 1 w 53"/>
                                  <a:gd name="T31" fmla="*/ 2 h 66"/>
                                  <a:gd name="T32" fmla="*/ 1 w 53"/>
                                  <a:gd name="T33" fmla="*/ 2 h 66"/>
                                  <a:gd name="T34" fmla="*/ 1 w 53"/>
                                  <a:gd name="T35" fmla="*/ 2 h 66"/>
                                  <a:gd name="T36" fmla="*/ 1 w 53"/>
                                  <a:gd name="T37" fmla="*/ 2 h 66"/>
                                  <a:gd name="T38" fmla="*/ 1 w 53"/>
                                  <a:gd name="T39" fmla="*/ 2 h 66"/>
                                  <a:gd name="T40" fmla="*/ 1 w 53"/>
                                  <a:gd name="T41" fmla="*/ 2 h 66"/>
                                  <a:gd name="T42" fmla="*/ 1 w 53"/>
                                  <a:gd name="T43" fmla="*/ 2 h 66"/>
                                  <a:gd name="T44" fmla="*/ 1 w 53"/>
                                  <a:gd name="T45" fmla="*/ 3 h 66"/>
                                  <a:gd name="T46" fmla="*/ 1 w 53"/>
                                  <a:gd name="T47" fmla="*/ 3 h 66"/>
                                  <a:gd name="T48" fmla="*/ 1 w 53"/>
                                  <a:gd name="T49" fmla="*/ 2 h 66"/>
                                  <a:gd name="T50" fmla="*/ 1 w 53"/>
                                  <a:gd name="T51" fmla="*/ 2 h 66"/>
                                  <a:gd name="T52" fmla="*/ 0 w 53"/>
                                  <a:gd name="T53" fmla="*/ 2 h 66"/>
                                  <a:gd name="T54" fmla="*/ 0 w 53"/>
                                  <a:gd name="T55" fmla="*/ 2 h 66"/>
                                  <a:gd name="T56" fmla="*/ 1 w 53"/>
                                  <a:gd name="T57" fmla="*/ 2 h 66"/>
                                  <a:gd name="T58" fmla="*/ 1 w 53"/>
                                  <a:gd name="T59" fmla="*/ 2 h 66"/>
                                  <a:gd name="T60" fmla="*/ 1 w 53"/>
                                  <a:gd name="T61" fmla="*/ 2 h 66"/>
                                  <a:gd name="T62" fmla="*/ 1 w 53"/>
                                  <a:gd name="T63" fmla="*/ 2 h 66"/>
                                  <a:gd name="T64" fmla="*/ 1 w 53"/>
                                  <a:gd name="T65" fmla="*/ 2 h 66"/>
                                  <a:gd name="T66" fmla="*/ 1 w 53"/>
                                  <a:gd name="T67" fmla="*/ 2 h 66"/>
                                  <a:gd name="T68" fmla="*/ 1 w 53"/>
                                  <a:gd name="T69" fmla="*/ 2 h 66"/>
                                  <a:gd name="T70" fmla="*/ 1 w 53"/>
                                  <a:gd name="T71" fmla="*/ 1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58584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0 w 65"/>
                                  <a:gd name="T1" fmla="*/ 1 h 120"/>
                                  <a:gd name="T2" fmla="*/ 1 w 65"/>
                                  <a:gd name="T3" fmla="*/ 1 h 120"/>
                                  <a:gd name="T4" fmla="*/ 1 w 65"/>
                                  <a:gd name="T5" fmla="*/ 1 h 120"/>
                                  <a:gd name="T6" fmla="*/ 1 w 65"/>
                                  <a:gd name="T7" fmla="*/ 1 h 120"/>
                                  <a:gd name="T8" fmla="*/ 2 w 65"/>
                                  <a:gd name="T9" fmla="*/ 1 h 120"/>
                                  <a:gd name="T10" fmla="*/ 1 w 65"/>
                                  <a:gd name="T11" fmla="*/ 1 h 120"/>
                                  <a:gd name="T12" fmla="*/ 1 w 65"/>
                                  <a:gd name="T13" fmla="*/ 1 h 120"/>
                                  <a:gd name="T14" fmla="*/ 1 w 65"/>
                                  <a:gd name="T15" fmla="*/ 1 h 120"/>
                                  <a:gd name="T16" fmla="*/ 1 w 65"/>
                                  <a:gd name="T17" fmla="*/ 1 h 120"/>
                                  <a:gd name="T18" fmla="*/ 2 w 65"/>
                                  <a:gd name="T19" fmla="*/ 1 h 120"/>
                                  <a:gd name="T20" fmla="*/ 1 w 65"/>
                                  <a:gd name="T21" fmla="*/ 2 h 120"/>
                                  <a:gd name="T22" fmla="*/ 1 w 65"/>
                                  <a:gd name="T23" fmla="*/ 2 h 120"/>
                                  <a:gd name="T24" fmla="*/ 1 w 65"/>
                                  <a:gd name="T25" fmla="*/ 2 h 120"/>
                                  <a:gd name="T26" fmla="*/ 1 w 65"/>
                                  <a:gd name="T27" fmla="*/ 2 h 120"/>
                                  <a:gd name="T28" fmla="*/ 1 w 65"/>
                                  <a:gd name="T29" fmla="*/ 3 h 120"/>
                                  <a:gd name="T30" fmla="*/ 2 w 65"/>
                                  <a:gd name="T31" fmla="*/ 3 h 120"/>
                                  <a:gd name="T32" fmla="*/ 1 w 65"/>
                                  <a:gd name="T33" fmla="*/ 3 h 120"/>
                                  <a:gd name="T34" fmla="*/ 1 w 65"/>
                                  <a:gd name="T35" fmla="*/ 4 h 120"/>
                                  <a:gd name="T36" fmla="*/ 1 w 65"/>
                                  <a:gd name="T37" fmla="*/ 4 h 120"/>
                                  <a:gd name="T38" fmla="*/ 1 w 65"/>
                                  <a:gd name="T39" fmla="*/ 4 h 120"/>
                                  <a:gd name="T40" fmla="*/ 1 w 65"/>
                                  <a:gd name="T41" fmla="*/ 4 h 120"/>
                                  <a:gd name="T42" fmla="*/ 0 w 65"/>
                                  <a:gd name="T43" fmla="*/ 4 h 120"/>
                                  <a:gd name="T44" fmla="*/ 0 w 65"/>
                                  <a:gd name="T45" fmla="*/ 4 h 120"/>
                                  <a:gd name="T46" fmla="*/ 0 w 65"/>
                                  <a:gd name="T47" fmla="*/ 4 h 120"/>
                                  <a:gd name="T48" fmla="*/ 0 w 65"/>
                                  <a:gd name="T49" fmla="*/ 4 h 120"/>
                                  <a:gd name="T50" fmla="*/ 0 w 65"/>
                                  <a:gd name="T51" fmla="*/ 4 h 120"/>
                                  <a:gd name="T52" fmla="*/ 0 w 65"/>
                                  <a:gd name="T53" fmla="*/ 4 h 120"/>
                                  <a:gd name="T54" fmla="*/ 0 w 65"/>
                                  <a:gd name="T55" fmla="*/ 4 h 120"/>
                                  <a:gd name="T56" fmla="*/ 0 w 65"/>
                                  <a:gd name="T57" fmla="*/ 3 h 120"/>
                                  <a:gd name="T58" fmla="*/ 0 w 65"/>
                                  <a:gd name="T59" fmla="*/ 3 h 120"/>
                                  <a:gd name="T60" fmla="*/ 0 w 65"/>
                                  <a:gd name="T61" fmla="*/ 3 h 120"/>
                                  <a:gd name="T62" fmla="*/ 0 w 65"/>
                                  <a:gd name="T63" fmla="*/ 3 h 120"/>
                                  <a:gd name="T64" fmla="*/ 0 w 65"/>
                                  <a:gd name="T65" fmla="*/ 3 h 120"/>
                                  <a:gd name="T66" fmla="*/ 1 w 65"/>
                                  <a:gd name="T67" fmla="*/ 2 h 120"/>
                                  <a:gd name="T68" fmla="*/ 0 w 65"/>
                                  <a:gd name="T69" fmla="*/ 2 h 120"/>
                                  <a:gd name="T70" fmla="*/ 0 w 65"/>
                                  <a:gd name="T71" fmla="*/ 2 h 120"/>
                                  <a:gd name="T72" fmla="*/ 0 w 65"/>
                                  <a:gd name="T73" fmla="*/ 1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58582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 w 370"/>
                                <a:gd name="T1" fmla="*/ 6 h 203"/>
                                <a:gd name="T2" fmla="*/ 2 w 370"/>
                                <a:gd name="T3" fmla="*/ 5 h 203"/>
                                <a:gd name="T4" fmla="*/ 2 w 370"/>
                                <a:gd name="T5" fmla="*/ 5 h 203"/>
                                <a:gd name="T6" fmla="*/ 2 w 370"/>
                                <a:gd name="T7" fmla="*/ 5 h 203"/>
                                <a:gd name="T8" fmla="*/ 3 w 370"/>
                                <a:gd name="T9" fmla="*/ 5 h 203"/>
                                <a:gd name="T10" fmla="*/ 3 w 370"/>
                                <a:gd name="T11" fmla="*/ 5 h 203"/>
                                <a:gd name="T12" fmla="*/ 3 w 370"/>
                                <a:gd name="T13" fmla="*/ 5 h 203"/>
                                <a:gd name="T14" fmla="*/ 3 w 370"/>
                                <a:gd name="T15" fmla="*/ 4 h 203"/>
                                <a:gd name="T16" fmla="*/ 4 w 370"/>
                                <a:gd name="T17" fmla="*/ 4 h 203"/>
                                <a:gd name="T18" fmla="*/ 4 w 370"/>
                                <a:gd name="T19" fmla="*/ 4 h 203"/>
                                <a:gd name="T20" fmla="*/ 5 w 370"/>
                                <a:gd name="T21" fmla="*/ 4 h 203"/>
                                <a:gd name="T22" fmla="*/ 5 w 370"/>
                                <a:gd name="T23" fmla="*/ 4 h 203"/>
                                <a:gd name="T24" fmla="*/ 6 w 370"/>
                                <a:gd name="T25" fmla="*/ 4 h 203"/>
                                <a:gd name="T26" fmla="*/ 6 w 370"/>
                                <a:gd name="T27" fmla="*/ 3 h 203"/>
                                <a:gd name="T28" fmla="*/ 6 w 370"/>
                                <a:gd name="T29" fmla="*/ 3 h 203"/>
                                <a:gd name="T30" fmla="*/ 7 w 370"/>
                                <a:gd name="T31" fmla="*/ 3 h 203"/>
                                <a:gd name="T32" fmla="*/ 7 w 370"/>
                                <a:gd name="T33" fmla="*/ 3 h 203"/>
                                <a:gd name="T34" fmla="*/ 7 w 370"/>
                                <a:gd name="T35" fmla="*/ 2 h 203"/>
                                <a:gd name="T36" fmla="*/ 7 w 370"/>
                                <a:gd name="T37" fmla="*/ 3 h 203"/>
                                <a:gd name="T38" fmla="*/ 8 w 370"/>
                                <a:gd name="T39" fmla="*/ 3 h 203"/>
                                <a:gd name="T40" fmla="*/ 8 w 370"/>
                                <a:gd name="T41" fmla="*/ 3 h 203"/>
                                <a:gd name="T42" fmla="*/ 8 w 370"/>
                                <a:gd name="T43" fmla="*/ 2 h 203"/>
                                <a:gd name="T44" fmla="*/ 8 w 370"/>
                                <a:gd name="T45" fmla="*/ 2 h 203"/>
                                <a:gd name="T46" fmla="*/ 9 w 370"/>
                                <a:gd name="T47" fmla="*/ 2 h 203"/>
                                <a:gd name="T48" fmla="*/ 9 w 370"/>
                                <a:gd name="T49" fmla="*/ 2 h 203"/>
                                <a:gd name="T50" fmla="*/ 10 w 370"/>
                                <a:gd name="T51" fmla="*/ 1 h 203"/>
                                <a:gd name="T52" fmla="*/ 10 w 370"/>
                                <a:gd name="T53" fmla="*/ 1 h 203"/>
                                <a:gd name="T54" fmla="*/ 11 w 370"/>
                                <a:gd name="T55" fmla="*/ 0 h 203"/>
                                <a:gd name="T56" fmla="*/ 12 w 370"/>
                                <a:gd name="T57" fmla="*/ 0 h 203"/>
                                <a:gd name="T58" fmla="*/ 12 w 370"/>
                                <a:gd name="T59" fmla="*/ 0 h 203"/>
                                <a:gd name="T60" fmla="*/ 11 w 370"/>
                                <a:gd name="T61" fmla="*/ 0 h 203"/>
                                <a:gd name="T62" fmla="*/ 10 w 370"/>
                                <a:gd name="T63" fmla="*/ 0 h 203"/>
                                <a:gd name="T64" fmla="*/ 9 w 370"/>
                                <a:gd name="T65" fmla="*/ 0 h 203"/>
                                <a:gd name="T66" fmla="*/ 8 w 370"/>
                                <a:gd name="T67" fmla="*/ 0 h 203"/>
                                <a:gd name="T68" fmla="*/ 7 w 370"/>
                                <a:gd name="T69" fmla="*/ 1 h 203"/>
                                <a:gd name="T70" fmla="*/ 7 w 370"/>
                                <a:gd name="T71" fmla="*/ 1 h 203"/>
                                <a:gd name="T72" fmla="*/ 6 w 370"/>
                                <a:gd name="T73" fmla="*/ 1 h 203"/>
                                <a:gd name="T74" fmla="*/ 6 w 370"/>
                                <a:gd name="T75" fmla="*/ 2 h 203"/>
                                <a:gd name="T76" fmla="*/ 5 w 370"/>
                                <a:gd name="T77" fmla="*/ 2 h 203"/>
                                <a:gd name="T78" fmla="*/ 4 w 370"/>
                                <a:gd name="T79" fmla="*/ 3 h 203"/>
                                <a:gd name="T80" fmla="*/ 3 w 370"/>
                                <a:gd name="T81" fmla="*/ 4 h 203"/>
                                <a:gd name="T82" fmla="*/ 2 w 370"/>
                                <a:gd name="T83" fmla="*/ 4 h 203"/>
                                <a:gd name="T84" fmla="*/ 2 w 370"/>
                                <a:gd name="T85" fmla="*/ 5 h 203"/>
                                <a:gd name="T86" fmla="*/ 0 w 370"/>
                                <a:gd name="T87" fmla="*/ 6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78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1 w 552"/>
                              <a:gd name="T1" fmla="*/ 2 h 189"/>
                              <a:gd name="T2" fmla="*/ 2 w 552"/>
                              <a:gd name="T3" fmla="*/ 2 h 189"/>
                              <a:gd name="T4" fmla="*/ 4 w 552"/>
                              <a:gd name="T5" fmla="*/ 2 h 189"/>
                              <a:gd name="T6" fmla="*/ 4 w 552"/>
                              <a:gd name="T7" fmla="*/ 2 h 189"/>
                              <a:gd name="T8" fmla="*/ 5 w 552"/>
                              <a:gd name="T9" fmla="*/ 2 h 189"/>
                              <a:gd name="T10" fmla="*/ 5 w 552"/>
                              <a:gd name="T11" fmla="*/ 2 h 189"/>
                              <a:gd name="T12" fmla="*/ 6 w 552"/>
                              <a:gd name="T13" fmla="*/ 2 h 189"/>
                              <a:gd name="T14" fmla="*/ 6 w 552"/>
                              <a:gd name="T15" fmla="*/ 2 h 189"/>
                              <a:gd name="T16" fmla="*/ 7 w 552"/>
                              <a:gd name="T17" fmla="*/ 2 h 189"/>
                              <a:gd name="T18" fmla="*/ 7 w 552"/>
                              <a:gd name="T19" fmla="*/ 2 h 189"/>
                              <a:gd name="T20" fmla="*/ 8 w 552"/>
                              <a:gd name="T21" fmla="*/ 2 h 189"/>
                              <a:gd name="T22" fmla="*/ 9 w 552"/>
                              <a:gd name="T23" fmla="*/ 2 h 189"/>
                              <a:gd name="T24" fmla="*/ 9 w 552"/>
                              <a:gd name="T25" fmla="*/ 2 h 189"/>
                              <a:gd name="T26" fmla="*/ 10 w 552"/>
                              <a:gd name="T27" fmla="*/ 2 h 189"/>
                              <a:gd name="T28" fmla="*/ 11 w 552"/>
                              <a:gd name="T29" fmla="*/ 2 h 189"/>
                              <a:gd name="T30" fmla="*/ 11 w 552"/>
                              <a:gd name="T31" fmla="*/ 2 h 189"/>
                              <a:gd name="T32" fmla="*/ 12 w 552"/>
                              <a:gd name="T33" fmla="*/ 1 h 189"/>
                              <a:gd name="T34" fmla="*/ 13 w 552"/>
                              <a:gd name="T35" fmla="*/ 1 h 189"/>
                              <a:gd name="T36" fmla="*/ 13 w 552"/>
                              <a:gd name="T37" fmla="*/ 1 h 189"/>
                              <a:gd name="T38" fmla="*/ 13 w 552"/>
                              <a:gd name="T39" fmla="*/ 1 h 189"/>
                              <a:gd name="T40" fmla="*/ 14 w 552"/>
                              <a:gd name="T41" fmla="*/ 0 h 189"/>
                              <a:gd name="T42" fmla="*/ 14 w 552"/>
                              <a:gd name="T43" fmla="*/ 1 h 189"/>
                              <a:gd name="T44" fmla="*/ 14 w 552"/>
                              <a:gd name="T45" fmla="*/ 1 h 189"/>
                              <a:gd name="T46" fmla="*/ 14 w 552"/>
                              <a:gd name="T47" fmla="*/ 1 h 189"/>
                              <a:gd name="T48" fmla="*/ 15 w 552"/>
                              <a:gd name="T49" fmla="*/ 1 h 189"/>
                              <a:gd name="T50" fmla="*/ 16 w 552"/>
                              <a:gd name="T51" fmla="*/ 2 h 189"/>
                              <a:gd name="T52" fmla="*/ 16 w 552"/>
                              <a:gd name="T53" fmla="*/ 2 h 189"/>
                              <a:gd name="T54" fmla="*/ 17 w 552"/>
                              <a:gd name="T55" fmla="*/ 2 h 189"/>
                              <a:gd name="T56" fmla="*/ 17 w 552"/>
                              <a:gd name="T57" fmla="*/ 2 h 189"/>
                              <a:gd name="T58" fmla="*/ 16 w 552"/>
                              <a:gd name="T59" fmla="*/ 3 h 189"/>
                              <a:gd name="T60" fmla="*/ 14 w 552"/>
                              <a:gd name="T61" fmla="*/ 5 h 189"/>
                              <a:gd name="T62" fmla="*/ 12 w 552"/>
                              <a:gd name="T63" fmla="*/ 6 h 189"/>
                              <a:gd name="T64" fmla="*/ 11 w 552"/>
                              <a:gd name="T65" fmla="*/ 6 h 189"/>
                              <a:gd name="T66" fmla="*/ 10 w 552"/>
                              <a:gd name="T67" fmla="*/ 6 h 189"/>
                              <a:gd name="T68" fmla="*/ 9 w 552"/>
                              <a:gd name="T69" fmla="*/ 6 h 189"/>
                              <a:gd name="T70" fmla="*/ 8 w 552"/>
                              <a:gd name="T71" fmla="*/ 6 h 189"/>
                              <a:gd name="T72" fmla="*/ 7 w 552"/>
                              <a:gd name="T73" fmla="*/ 6 h 189"/>
                              <a:gd name="T74" fmla="*/ 6 w 552"/>
                              <a:gd name="T75" fmla="*/ 6 h 189"/>
                              <a:gd name="T76" fmla="*/ 5 w 552"/>
                              <a:gd name="T77" fmla="*/ 6 h 189"/>
                              <a:gd name="T78" fmla="*/ 4 w 552"/>
                              <a:gd name="T79" fmla="*/ 6 h 189"/>
                              <a:gd name="T80" fmla="*/ 3 w 552"/>
                              <a:gd name="T81" fmla="*/ 6 h 189"/>
                              <a:gd name="T82" fmla="*/ 2 w 552"/>
                              <a:gd name="T83" fmla="*/ 5 h 189"/>
                              <a:gd name="T84" fmla="*/ 1 w 552"/>
                              <a:gd name="T85" fmla="*/ 5 h 189"/>
                              <a:gd name="T86" fmla="*/ 0 w 552"/>
                              <a:gd name="T87" fmla="*/ 4 h 189"/>
                              <a:gd name="T88" fmla="*/ 0 w 552"/>
                              <a:gd name="T89" fmla="*/ 3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79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 w 110"/>
                              <a:gd name="T1" fmla="*/ 2 h 197"/>
                              <a:gd name="T2" fmla="*/ 1 w 110"/>
                              <a:gd name="T3" fmla="*/ 4 h 197"/>
                              <a:gd name="T4" fmla="*/ 1 w 110"/>
                              <a:gd name="T5" fmla="*/ 4 h 197"/>
                              <a:gd name="T6" fmla="*/ 0 w 110"/>
                              <a:gd name="T7" fmla="*/ 5 h 197"/>
                              <a:gd name="T8" fmla="*/ 0 w 110"/>
                              <a:gd name="T9" fmla="*/ 6 h 197"/>
                              <a:gd name="T10" fmla="*/ 1 w 110"/>
                              <a:gd name="T11" fmla="*/ 6 h 197"/>
                              <a:gd name="T12" fmla="*/ 1 w 110"/>
                              <a:gd name="T13" fmla="*/ 7 h 197"/>
                              <a:gd name="T14" fmla="*/ 1 w 110"/>
                              <a:gd name="T15" fmla="*/ 7 h 197"/>
                              <a:gd name="T16" fmla="*/ 1 w 110"/>
                              <a:gd name="T17" fmla="*/ 7 h 197"/>
                              <a:gd name="T18" fmla="*/ 2 w 110"/>
                              <a:gd name="T19" fmla="*/ 7 h 197"/>
                              <a:gd name="T20" fmla="*/ 2 w 110"/>
                              <a:gd name="T21" fmla="*/ 6 h 197"/>
                              <a:gd name="T22" fmla="*/ 2 w 110"/>
                              <a:gd name="T23" fmla="*/ 6 h 197"/>
                              <a:gd name="T24" fmla="*/ 2 w 110"/>
                              <a:gd name="T25" fmla="*/ 5 h 197"/>
                              <a:gd name="T26" fmla="*/ 2 w 110"/>
                              <a:gd name="T27" fmla="*/ 4 h 197"/>
                              <a:gd name="T28" fmla="*/ 3 w 110"/>
                              <a:gd name="T29" fmla="*/ 4 h 197"/>
                              <a:gd name="T30" fmla="*/ 3 w 110"/>
                              <a:gd name="T31" fmla="*/ 4 h 197"/>
                              <a:gd name="T32" fmla="*/ 3 w 110"/>
                              <a:gd name="T33" fmla="*/ 3 h 197"/>
                              <a:gd name="T34" fmla="*/ 3 w 110"/>
                              <a:gd name="T35" fmla="*/ 3 h 197"/>
                              <a:gd name="T36" fmla="*/ 3 w 110"/>
                              <a:gd name="T37" fmla="*/ 2 h 197"/>
                              <a:gd name="T38" fmla="*/ 3 w 110"/>
                              <a:gd name="T39" fmla="*/ 2 h 197"/>
                              <a:gd name="T40" fmla="*/ 3 w 110"/>
                              <a:gd name="T41" fmla="*/ 2 h 197"/>
                              <a:gd name="T42" fmla="*/ 4 w 110"/>
                              <a:gd name="T43" fmla="*/ 2 h 197"/>
                              <a:gd name="T44" fmla="*/ 4 w 110"/>
                              <a:gd name="T45" fmla="*/ 1 h 197"/>
                              <a:gd name="T46" fmla="*/ 4 w 110"/>
                              <a:gd name="T47" fmla="*/ 1 h 197"/>
                              <a:gd name="T48" fmla="*/ 4 w 110"/>
                              <a:gd name="T49" fmla="*/ 1 h 197"/>
                              <a:gd name="T50" fmla="*/ 3 w 110"/>
                              <a:gd name="T51" fmla="*/ 0 h 197"/>
                              <a:gd name="T52" fmla="*/ 3 w 110"/>
                              <a:gd name="T53" fmla="*/ 1 h 197"/>
                              <a:gd name="T54" fmla="*/ 3 w 110"/>
                              <a:gd name="T55" fmla="*/ 1 h 197"/>
                              <a:gd name="T56" fmla="*/ 3 w 110"/>
                              <a:gd name="T57" fmla="*/ 2 h 197"/>
                              <a:gd name="T58" fmla="*/ 2 w 110"/>
                              <a:gd name="T59" fmla="*/ 2 h 197"/>
                              <a:gd name="T60" fmla="*/ 2 w 110"/>
                              <a:gd name="T61" fmla="*/ 2 h 197"/>
                              <a:gd name="T62" fmla="*/ 2 w 110"/>
                              <a:gd name="T63" fmla="*/ 2 h 197"/>
                              <a:gd name="T64" fmla="*/ 2 w 110"/>
                              <a:gd name="T65" fmla="*/ 2 h 197"/>
                              <a:gd name="T66" fmla="*/ 1 w 110"/>
                              <a:gd name="T67" fmla="*/ 2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0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2 w 1503"/>
                              <a:gd name="T1" fmla="*/ 13 h 936"/>
                              <a:gd name="T2" fmla="*/ 3 w 1503"/>
                              <a:gd name="T3" fmla="*/ 11 h 936"/>
                              <a:gd name="T4" fmla="*/ 4 w 1503"/>
                              <a:gd name="T5" fmla="*/ 9 h 936"/>
                              <a:gd name="T6" fmla="*/ 6 w 1503"/>
                              <a:gd name="T7" fmla="*/ 9 h 936"/>
                              <a:gd name="T8" fmla="*/ 7 w 1503"/>
                              <a:gd name="T9" fmla="*/ 8 h 936"/>
                              <a:gd name="T10" fmla="*/ 9 w 1503"/>
                              <a:gd name="T11" fmla="*/ 6 h 936"/>
                              <a:gd name="T12" fmla="*/ 10 w 1503"/>
                              <a:gd name="T13" fmla="*/ 5 h 936"/>
                              <a:gd name="T14" fmla="*/ 10 w 1503"/>
                              <a:gd name="T15" fmla="*/ 4 h 936"/>
                              <a:gd name="T16" fmla="*/ 10 w 1503"/>
                              <a:gd name="T17" fmla="*/ 3 h 936"/>
                              <a:gd name="T18" fmla="*/ 8 w 1503"/>
                              <a:gd name="T19" fmla="*/ 4 h 936"/>
                              <a:gd name="T20" fmla="*/ 8 w 1503"/>
                              <a:gd name="T21" fmla="*/ 7 h 936"/>
                              <a:gd name="T22" fmla="*/ 7 w 1503"/>
                              <a:gd name="T23" fmla="*/ 7 h 936"/>
                              <a:gd name="T24" fmla="*/ 6 w 1503"/>
                              <a:gd name="T25" fmla="*/ 6 h 936"/>
                              <a:gd name="T26" fmla="*/ 5 w 1503"/>
                              <a:gd name="T27" fmla="*/ 7 h 936"/>
                              <a:gd name="T28" fmla="*/ 4 w 1503"/>
                              <a:gd name="T29" fmla="*/ 6 h 936"/>
                              <a:gd name="T30" fmla="*/ 5 w 1503"/>
                              <a:gd name="T31" fmla="*/ 5 h 936"/>
                              <a:gd name="T32" fmla="*/ 6 w 1503"/>
                              <a:gd name="T33" fmla="*/ 4 h 936"/>
                              <a:gd name="T34" fmla="*/ 7 w 1503"/>
                              <a:gd name="T35" fmla="*/ 3 h 936"/>
                              <a:gd name="T36" fmla="*/ 9 w 1503"/>
                              <a:gd name="T37" fmla="*/ 1 h 936"/>
                              <a:gd name="T38" fmla="*/ 11 w 1503"/>
                              <a:gd name="T39" fmla="*/ 1 h 936"/>
                              <a:gd name="T40" fmla="*/ 14 w 1503"/>
                              <a:gd name="T41" fmla="*/ 2 h 936"/>
                              <a:gd name="T42" fmla="*/ 13 w 1503"/>
                              <a:gd name="T43" fmla="*/ 4 h 936"/>
                              <a:gd name="T44" fmla="*/ 14 w 1503"/>
                              <a:gd name="T45" fmla="*/ 5 h 936"/>
                              <a:gd name="T46" fmla="*/ 15 w 1503"/>
                              <a:gd name="T47" fmla="*/ 4 h 936"/>
                              <a:gd name="T48" fmla="*/ 19 w 1503"/>
                              <a:gd name="T49" fmla="*/ 4 h 936"/>
                              <a:gd name="T50" fmla="*/ 23 w 1503"/>
                              <a:gd name="T51" fmla="*/ 1 h 936"/>
                              <a:gd name="T52" fmla="*/ 31 w 1503"/>
                              <a:gd name="T53" fmla="*/ 2 h 936"/>
                              <a:gd name="T54" fmla="*/ 44 w 1503"/>
                              <a:gd name="T55" fmla="*/ 4 h 936"/>
                              <a:gd name="T56" fmla="*/ 45 w 1503"/>
                              <a:gd name="T57" fmla="*/ 5 h 936"/>
                              <a:gd name="T58" fmla="*/ 45 w 1503"/>
                              <a:gd name="T59" fmla="*/ 9 h 936"/>
                              <a:gd name="T60" fmla="*/ 42 w 1503"/>
                              <a:gd name="T61" fmla="*/ 6 h 936"/>
                              <a:gd name="T62" fmla="*/ 39 w 1503"/>
                              <a:gd name="T63" fmla="*/ 8 h 936"/>
                              <a:gd name="T64" fmla="*/ 43 w 1503"/>
                              <a:gd name="T65" fmla="*/ 13 h 936"/>
                              <a:gd name="T66" fmla="*/ 41 w 1503"/>
                              <a:gd name="T67" fmla="*/ 16 h 936"/>
                              <a:gd name="T68" fmla="*/ 44 w 1503"/>
                              <a:gd name="T69" fmla="*/ 21 h 936"/>
                              <a:gd name="T70" fmla="*/ 41 w 1503"/>
                              <a:gd name="T71" fmla="*/ 24 h 936"/>
                              <a:gd name="T72" fmla="*/ 40 w 1503"/>
                              <a:gd name="T73" fmla="*/ 26 h 936"/>
                              <a:gd name="T74" fmla="*/ 40 w 1503"/>
                              <a:gd name="T75" fmla="*/ 28 h 936"/>
                              <a:gd name="T76" fmla="*/ 39 w 1503"/>
                              <a:gd name="T77" fmla="*/ 28 h 936"/>
                              <a:gd name="T78" fmla="*/ 36 w 1503"/>
                              <a:gd name="T79" fmla="*/ 24 h 936"/>
                              <a:gd name="T80" fmla="*/ 32 w 1503"/>
                              <a:gd name="T81" fmla="*/ 23 h 936"/>
                              <a:gd name="T82" fmla="*/ 30 w 1503"/>
                              <a:gd name="T83" fmla="*/ 26 h 936"/>
                              <a:gd name="T84" fmla="*/ 24 w 1503"/>
                              <a:gd name="T85" fmla="*/ 20 h 936"/>
                              <a:gd name="T86" fmla="*/ 18 w 1503"/>
                              <a:gd name="T87" fmla="*/ 18 h 936"/>
                              <a:gd name="T88" fmla="*/ 23 w 1503"/>
                              <a:gd name="T89" fmla="*/ 22 h 936"/>
                              <a:gd name="T90" fmla="*/ 17 w 1503"/>
                              <a:gd name="T91" fmla="*/ 25 h 936"/>
                              <a:gd name="T92" fmla="*/ 15 w 1503"/>
                              <a:gd name="T93" fmla="*/ 22 h 936"/>
                              <a:gd name="T94" fmla="*/ 13 w 1503"/>
                              <a:gd name="T95" fmla="*/ 19 h 936"/>
                              <a:gd name="T96" fmla="*/ 11 w 1503"/>
                              <a:gd name="T97" fmla="*/ 16 h 936"/>
                              <a:gd name="T98" fmla="*/ 11 w 1503"/>
                              <a:gd name="T99" fmla="*/ 15 h 936"/>
                              <a:gd name="T100" fmla="*/ 10 w 1503"/>
                              <a:gd name="T101" fmla="*/ 14 h 936"/>
                              <a:gd name="T102" fmla="*/ 9 w 1503"/>
                              <a:gd name="T103" fmla="*/ 15 h 936"/>
                              <a:gd name="T104" fmla="*/ 8 w 1503"/>
                              <a:gd name="T105" fmla="*/ 13 h 936"/>
                              <a:gd name="T106" fmla="*/ 7 w 1503"/>
                              <a:gd name="T107" fmla="*/ 13 h 936"/>
                              <a:gd name="T108" fmla="*/ 8 w 1503"/>
                              <a:gd name="T109" fmla="*/ 14 h 936"/>
                              <a:gd name="T110" fmla="*/ 8 w 1503"/>
                              <a:gd name="T111" fmla="*/ 15 h 936"/>
                              <a:gd name="T112" fmla="*/ 6 w 1503"/>
                              <a:gd name="T113" fmla="*/ 14 h 936"/>
                              <a:gd name="T114" fmla="*/ 5 w 1503"/>
                              <a:gd name="T115" fmla="*/ 13 h 936"/>
                              <a:gd name="T116" fmla="*/ 3 w 1503"/>
                              <a:gd name="T117" fmla="*/ 14 h 936"/>
                              <a:gd name="T118" fmla="*/ 3 w 1503"/>
                              <a:gd name="T119" fmla="*/ 15 h 936"/>
                              <a:gd name="T120" fmla="*/ 2 w 1503"/>
                              <a:gd name="T121" fmla="*/ 16 h 936"/>
                              <a:gd name="T122" fmla="*/ 0 w 1503"/>
                              <a:gd name="T123" fmla="*/ 15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58564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58565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3 w 410"/>
                            <a:gd name="T1" fmla="*/ 1 h 137"/>
                            <a:gd name="T2" fmla="*/ 4 w 410"/>
                            <a:gd name="T3" fmla="*/ 1 h 137"/>
                            <a:gd name="T4" fmla="*/ 5 w 410"/>
                            <a:gd name="T5" fmla="*/ 1 h 137"/>
                            <a:gd name="T6" fmla="*/ 5 w 410"/>
                            <a:gd name="T7" fmla="*/ 1 h 137"/>
                            <a:gd name="T8" fmla="*/ 6 w 410"/>
                            <a:gd name="T9" fmla="*/ 1 h 137"/>
                            <a:gd name="T10" fmla="*/ 7 w 410"/>
                            <a:gd name="T11" fmla="*/ 0 h 137"/>
                            <a:gd name="T12" fmla="*/ 8 w 410"/>
                            <a:gd name="T13" fmla="*/ 0 h 137"/>
                            <a:gd name="T14" fmla="*/ 9 w 410"/>
                            <a:gd name="T15" fmla="*/ 0 h 137"/>
                            <a:gd name="T16" fmla="*/ 10 w 410"/>
                            <a:gd name="T17" fmla="*/ 0 h 137"/>
                            <a:gd name="T18" fmla="*/ 11 w 410"/>
                            <a:gd name="T19" fmla="*/ 1 h 137"/>
                            <a:gd name="T20" fmla="*/ 12 w 410"/>
                            <a:gd name="T21" fmla="*/ 0 h 137"/>
                            <a:gd name="T22" fmla="*/ 13 w 410"/>
                            <a:gd name="T23" fmla="*/ 0 h 137"/>
                            <a:gd name="T24" fmla="*/ 13 w 410"/>
                            <a:gd name="T25" fmla="*/ 0 h 137"/>
                            <a:gd name="T26" fmla="*/ 13 w 410"/>
                            <a:gd name="T27" fmla="*/ 0 h 137"/>
                            <a:gd name="T28" fmla="*/ 12 w 410"/>
                            <a:gd name="T29" fmla="*/ 1 h 137"/>
                            <a:gd name="T30" fmla="*/ 11 w 410"/>
                            <a:gd name="T31" fmla="*/ 1 h 137"/>
                            <a:gd name="T32" fmla="*/ 11 w 410"/>
                            <a:gd name="T33" fmla="*/ 2 h 137"/>
                            <a:gd name="T34" fmla="*/ 10 w 410"/>
                            <a:gd name="T35" fmla="*/ 2 h 137"/>
                            <a:gd name="T36" fmla="*/ 9 w 410"/>
                            <a:gd name="T37" fmla="*/ 2 h 137"/>
                            <a:gd name="T38" fmla="*/ 9 w 410"/>
                            <a:gd name="T39" fmla="*/ 2 h 137"/>
                            <a:gd name="T40" fmla="*/ 8 w 410"/>
                            <a:gd name="T41" fmla="*/ 3 h 137"/>
                            <a:gd name="T42" fmla="*/ 7 w 410"/>
                            <a:gd name="T43" fmla="*/ 3 h 137"/>
                            <a:gd name="T44" fmla="*/ 6 w 410"/>
                            <a:gd name="T45" fmla="*/ 3 h 137"/>
                            <a:gd name="T46" fmla="*/ 5 w 410"/>
                            <a:gd name="T47" fmla="*/ 4 h 137"/>
                            <a:gd name="T48" fmla="*/ 4 w 410"/>
                            <a:gd name="T49" fmla="*/ 4 h 137"/>
                            <a:gd name="T50" fmla="*/ 3 w 410"/>
                            <a:gd name="T51" fmla="*/ 4 h 137"/>
                            <a:gd name="T52" fmla="*/ 2 w 410"/>
                            <a:gd name="T53" fmla="*/ 4 h 137"/>
                            <a:gd name="T54" fmla="*/ 2 w 410"/>
                            <a:gd name="T55" fmla="*/ 3 h 137"/>
                            <a:gd name="T56" fmla="*/ 1 w 410"/>
                            <a:gd name="T57" fmla="*/ 3 h 137"/>
                            <a:gd name="T58" fmla="*/ 2 w 410"/>
                            <a:gd name="T59" fmla="*/ 2 h 137"/>
                            <a:gd name="T60" fmla="*/ 2 w 410"/>
                            <a:gd name="T61" fmla="*/ 2 h 137"/>
                            <a:gd name="T62" fmla="*/ 3 w 410"/>
                            <a:gd name="T63" fmla="*/ 2 h 137"/>
                            <a:gd name="T64" fmla="*/ 3 w 410"/>
                            <a:gd name="T65" fmla="*/ 3 h 137"/>
                            <a:gd name="T66" fmla="*/ 3 w 410"/>
                            <a:gd name="T67" fmla="*/ 3 h 137"/>
                            <a:gd name="T68" fmla="*/ 4 w 410"/>
                            <a:gd name="T69" fmla="*/ 2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6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6 w 419"/>
                            <a:gd name="T1" fmla="*/ 1 h 241"/>
                            <a:gd name="T2" fmla="*/ 5 w 419"/>
                            <a:gd name="T3" fmla="*/ 2 h 241"/>
                            <a:gd name="T4" fmla="*/ 5 w 419"/>
                            <a:gd name="T5" fmla="*/ 2 h 241"/>
                            <a:gd name="T6" fmla="*/ 6 w 419"/>
                            <a:gd name="T7" fmla="*/ 3 h 241"/>
                            <a:gd name="T8" fmla="*/ 6 w 419"/>
                            <a:gd name="T9" fmla="*/ 4 h 241"/>
                            <a:gd name="T10" fmla="*/ 6 w 419"/>
                            <a:gd name="T11" fmla="*/ 5 h 241"/>
                            <a:gd name="T12" fmla="*/ 5 w 419"/>
                            <a:gd name="T13" fmla="*/ 6 h 241"/>
                            <a:gd name="T14" fmla="*/ 4 w 419"/>
                            <a:gd name="T15" fmla="*/ 6 h 241"/>
                            <a:gd name="T16" fmla="*/ 4 w 419"/>
                            <a:gd name="T17" fmla="*/ 6 h 241"/>
                            <a:gd name="T18" fmla="*/ 4 w 419"/>
                            <a:gd name="T19" fmla="*/ 6 h 241"/>
                            <a:gd name="T20" fmla="*/ 4 w 419"/>
                            <a:gd name="T21" fmla="*/ 6 h 241"/>
                            <a:gd name="T22" fmla="*/ 6 w 419"/>
                            <a:gd name="T23" fmla="*/ 7 h 241"/>
                            <a:gd name="T24" fmla="*/ 8 w 419"/>
                            <a:gd name="T25" fmla="*/ 7 h 241"/>
                            <a:gd name="T26" fmla="*/ 9 w 419"/>
                            <a:gd name="T27" fmla="*/ 6 h 241"/>
                            <a:gd name="T28" fmla="*/ 10 w 419"/>
                            <a:gd name="T29" fmla="*/ 6 h 241"/>
                            <a:gd name="T30" fmla="*/ 10 w 419"/>
                            <a:gd name="T31" fmla="*/ 5 h 241"/>
                            <a:gd name="T32" fmla="*/ 11 w 419"/>
                            <a:gd name="T33" fmla="*/ 5 h 241"/>
                            <a:gd name="T34" fmla="*/ 12 w 419"/>
                            <a:gd name="T35" fmla="*/ 5 h 241"/>
                            <a:gd name="T36" fmla="*/ 12 w 419"/>
                            <a:gd name="T37" fmla="*/ 6 h 241"/>
                            <a:gd name="T38" fmla="*/ 11 w 419"/>
                            <a:gd name="T39" fmla="*/ 6 h 241"/>
                            <a:gd name="T40" fmla="*/ 11 w 419"/>
                            <a:gd name="T41" fmla="*/ 7 h 241"/>
                            <a:gd name="T42" fmla="*/ 10 w 419"/>
                            <a:gd name="T43" fmla="*/ 7 h 241"/>
                            <a:gd name="T44" fmla="*/ 8 w 419"/>
                            <a:gd name="T45" fmla="*/ 8 h 241"/>
                            <a:gd name="T46" fmla="*/ 7 w 419"/>
                            <a:gd name="T47" fmla="*/ 8 h 241"/>
                            <a:gd name="T48" fmla="*/ 5 w 419"/>
                            <a:gd name="T49" fmla="*/ 8 h 241"/>
                            <a:gd name="T50" fmla="*/ 4 w 419"/>
                            <a:gd name="T51" fmla="*/ 8 h 241"/>
                            <a:gd name="T52" fmla="*/ 3 w 419"/>
                            <a:gd name="T53" fmla="*/ 7 h 241"/>
                            <a:gd name="T54" fmla="*/ 2 w 419"/>
                            <a:gd name="T55" fmla="*/ 7 h 241"/>
                            <a:gd name="T56" fmla="*/ 1 w 419"/>
                            <a:gd name="T57" fmla="*/ 7 h 241"/>
                            <a:gd name="T58" fmla="*/ 1 w 419"/>
                            <a:gd name="T59" fmla="*/ 6 h 241"/>
                            <a:gd name="T60" fmla="*/ 0 w 419"/>
                            <a:gd name="T61" fmla="*/ 6 h 241"/>
                            <a:gd name="T62" fmla="*/ 0 w 419"/>
                            <a:gd name="T63" fmla="*/ 5 h 241"/>
                            <a:gd name="T64" fmla="*/ 0 w 419"/>
                            <a:gd name="T65" fmla="*/ 5 h 241"/>
                            <a:gd name="T66" fmla="*/ 0 w 419"/>
                            <a:gd name="T67" fmla="*/ 5 h 241"/>
                            <a:gd name="T68" fmla="*/ 1 w 419"/>
                            <a:gd name="T69" fmla="*/ 4 h 241"/>
                            <a:gd name="T70" fmla="*/ 2 w 419"/>
                            <a:gd name="T71" fmla="*/ 4 h 241"/>
                            <a:gd name="T72" fmla="*/ 2 w 419"/>
                            <a:gd name="T73" fmla="*/ 4 h 241"/>
                            <a:gd name="T74" fmla="*/ 3 w 419"/>
                            <a:gd name="T75" fmla="*/ 4 h 241"/>
                            <a:gd name="T76" fmla="*/ 3 w 419"/>
                            <a:gd name="T77" fmla="*/ 5 h 241"/>
                            <a:gd name="T78" fmla="*/ 4 w 419"/>
                            <a:gd name="T79" fmla="*/ 4 h 241"/>
                            <a:gd name="T80" fmla="*/ 5 w 419"/>
                            <a:gd name="T81" fmla="*/ 4 h 241"/>
                            <a:gd name="T82" fmla="*/ 4 w 419"/>
                            <a:gd name="T83" fmla="*/ 4 h 241"/>
                            <a:gd name="T84" fmla="*/ 4 w 419"/>
                            <a:gd name="T85" fmla="*/ 4 h 241"/>
                            <a:gd name="T86" fmla="*/ 4 w 419"/>
                            <a:gd name="T87" fmla="*/ 3 h 241"/>
                            <a:gd name="T88" fmla="*/ 5 w 419"/>
                            <a:gd name="T89" fmla="*/ 3 h 241"/>
                            <a:gd name="T90" fmla="*/ 5 w 419"/>
                            <a:gd name="T91" fmla="*/ 2 h 241"/>
                            <a:gd name="T92" fmla="*/ 5 w 419"/>
                            <a:gd name="T93" fmla="*/ 2 h 241"/>
                            <a:gd name="T94" fmla="*/ 5 w 419"/>
                            <a:gd name="T95" fmla="*/ 1 h 241"/>
                            <a:gd name="T96" fmla="*/ 5 w 419"/>
                            <a:gd name="T97" fmla="*/ 1 h 241"/>
                            <a:gd name="T98" fmla="*/ 6 w 419"/>
                            <a:gd name="T99" fmla="*/ 1 h 241"/>
                            <a:gd name="T100" fmla="*/ 6 w 419"/>
                            <a:gd name="T101" fmla="*/ 1 h 241"/>
                            <a:gd name="T102" fmla="*/ 7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7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 w 892"/>
                            <a:gd name="T1" fmla="*/ 4 h 813"/>
                            <a:gd name="T2" fmla="*/ 2 w 892"/>
                            <a:gd name="T3" fmla="*/ 3 h 813"/>
                            <a:gd name="T4" fmla="*/ 4 w 892"/>
                            <a:gd name="T5" fmla="*/ 2 h 813"/>
                            <a:gd name="T6" fmla="*/ 5 w 892"/>
                            <a:gd name="T7" fmla="*/ 1 h 813"/>
                            <a:gd name="T8" fmla="*/ 7 w 892"/>
                            <a:gd name="T9" fmla="*/ 1 h 813"/>
                            <a:gd name="T10" fmla="*/ 12 w 892"/>
                            <a:gd name="T11" fmla="*/ 1 h 813"/>
                            <a:gd name="T12" fmla="*/ 15 w 892"/>
                            <a:gd name="T13" fmla="*/ 1 h 813"/>
                            <a:gd name="T14" fmla="*/ 14 w 892"/>
                            <a:gd name="T15" fmla="*/ 1 h 813"/>
                            <a:gd name="T16" fmla="*/ 13 w 892"/>
                            <a:gd name="T17" fmla="*/ 0 h 813"/>
                            <a:gd name="T18" fmla="*/ 15 w 892"/>
                            <a:gd name="T19" fmla="*/ 0 h 813"/>
                            <a:gd name="T20" fmla="*/ 16 w 892"/>
                            <a:gd name="T21" fmla="*/ 0 h 813"/>
                            <a:gd name="T22" fmla="*/ 17 w 892"/>
                            <a:gd name="T23" fmla="*/ 1 h 813"/>
                            <a:gd name="T24" fmla="*/ 17 w 892"/>
                            <a:gd name="T25" fmla="*/ 0 h 813"/>
                            <a:gd name="T26" fmla="*/ 20 w 892"/>
                            <a:gd name="T27" fmla="*/ 1 h 813"/>
                            <a:gd name="T28" fmla="*/ 20 w 892"/>
                            <a:gd name="T29" fmla="*/ 2 h 813"/>
                            <a:gd name="T30" fmla="*/ 19 w 892"/>
                            <a:gd name="T31" fmla="*/ 3 h 813"/>
                            <a:gd name="T32" fmla="*/ 18 w 892"/>
                            <a:gd name="T33" fmla="*/ 5 h 813"/>
                            <a:gd name="T34" fmla="*/ 21 w 892"/>
                            <a:gd name="T35" fmla="*/ 6 h 813"/>
                            <a:gd name="T36" fmla="*/ 21 w 892"/>
                            <a:gd name="T37" fmla="*/ 7 h 813"/>
                            <a:gd name="T38" fmla="*/ 22 w 892"/>
                            <a:gd name="T39" fmla="*/ 6 h 813"/>
                            <a:gd name="T40" fmla="*/ 22 w 892"/>
                            <a:gd name="T41" fmla="*/ 4 h 813"/>
                            <a:gd name="T42" fmla="*/ 24 w 892"/>
                            <a:gd name="T43" fmla="*/ 4 h 813"/>
                            <a:gd name="T44" fmla="*/ 25 w 892"/>
                            <a:gd name="T45" fmla="*/ 4 h 813"/>
                            <a:gd name="T46" fmla="*/ 27 w 892"/>
                            <a:gd name="T47" fmla="*/ 5 h 813"/>
                            <a:gd name="T48" fmla="*/ 28 w 892"/>
                            <a:gd name="T49" fmla="*/ 7 h 813"/>
                            <a:gd name="T50" fmla="*/ 27 w 892"/>
                            <a:gd name="T51" fmla="*/ 7 h 813"/>
                            <a:gd name="T52" fmla="*/ 25 w 892"/>
                            <a:gd name="T53" fmla="*/ 8 h 813"/>
                            <a:gd name="T54" fmla="*/ 27 w 892"/>
                            <a:gd name="T55" fmla="*/ 8 h 813"/>
                            <a:gd name="T56" fmla="*/ 27 w 892"/>
                            <a:gd name="T57" fmla="*/ 10 h 813"/>
                            <a:gd name="T58" fmla="*/ 27 w 892"/>
                            <a:gd name="T59" fmla="*/ 10 h 813"/>
                            <a:gd name="T60" fmla="*/ 26 w 892"/>
                            <a:gd name="T61" fmla="*/ 10 h 813"/>
                            <a:gd name="T62" fmla="*/ 25 w 892"/>
                            <a:gd name="T63" fmla="*/ 12 h 813"/>
                            <a:gd name="T64" fmla="*/ 24 w 892"/>
                            <a:gd name="T65" fmla="*/ 13 h 813"/>
                            <a:gd name="T66" fmla="*/ 23 w 892"/>
                            <a:gd name="T67" fmla="*/ 16 h 813"/>
                            <a:gd name="T68" fmla="*/ 23 w 892"/>
                            <a:gd name="T69" fmla="*/ 18 h 813"/>
                            <a:gd name="T70" fmla="*/ 23 w 892"/>
                            <a:gd name="T71" fmla="*/ 17 h 813"/>
                            <a:gd name="T72" fmla="*/ 21 w 892"/>
                            <a:gd name="T73" fmla="*/ 16 h 813"/>
                            <a:gd name="T74" fmla="*/ 20 w 892"/>
                            <a:gd name="T75" fmla="*/ 16 h 813"/>
                            <a:gd name="T76" fmla="*/ 18 w 892"/>
                            <a:gd name="T77" fmla="*/ 17 h 813"/>
                            <a:gd name="T78" fmla="*/ 17 w 892"/>
                            <a:gd name="T79" fmla="*/ 18 h 813"/>
                            <a:gd name="T80" fmla="*/ 19 w 892"/>
                            <a:gd name="T81" fmla="*/ 21 h 813"/>
                            <a:gd name="T82" fmla="*/ 20 w 892"/>
                            <a:gd name="T83" fmla="*/ 19 h 813"/>
                            <a:gd name="T84" fmla="*/ 21 w 892"/>
                            <a:gd name="T85" fmla="*/ 20 h 813"/>
                            <a:gd name="T86" fmla="*/ 22 w 892"/>
                            <a:gd name="T87" fmla="*/ 22 h 813"/>
                            <a:gd name="T88" fmla="*/ 22 w 892"/>
                            <a:gd name="T89" fmla="*/ 23 h 813"/>
                            <a:gd name="T90" fmla="*/ 24 w 892"/>
                            <a:gd name="T91" fmla="*/ 24 h 813"/>
                            <a:gd name="T92" fmla="*/ 26 w 892"/>
                            <a:gd name="T93" fmla="*/ 24 h 813"/>
                            <a:gd name="T94" fmla="*/ 24 w 892"/>
                            <a:gd name="T95" fmla="*/ 25 h 813"/>
                            <a:gd name="T96" fmla="*/ 22 w 892"/>
                            <a:gd name="T97" fmla="*/ 24 h 813"/>
                            <a:gd name="T98" fmla="*/ 21 w 892"/>
                            <a:gd name="T99" fmla="*/ 23 h 813"/>
                            <a:gd name="T100" fmla="*/ 19 w 892"/>
                            <a:gd name="T101" fmla="*/ 22 h 813"/>
                            <a:gd name="T102" fmla="*/ 17 w 892"/>
                            <a:gd name="T103" fmla="*/ 21 h 813"/>
                            <a:gd name="T104" fmla="*/ 14 w 892"/>
                            <a:gd name="T105" fmla="*/ 19 h 813"/>
                            <a:gd name="T106" fmla="*/ 12 w 892"/>
                            <a:gd name="T107" fmla="*/ 15 h 813"/>
                            <a:gd name="T108" fmla="*/ 12 w 892"/>
                            <a:gd name="T109" fmla="*/ 19 h 813"/>
                            <a:gd name="T110" fmla="*/ 11 w 892"/>
                            <a:gd name="T111" fmla="*/ 16 h 813"/>
                            <a:gd name="T112" fmla="*/ 9 w 892"/>
                            <a:gd name="T113" fmla="*/ 12 h 813"/>
                            <a:gd name="T114" fmla="*/ 9 w 892"/>
                            <a:gd name="T115" fmla="*/ 9 h 813"/>
                            <a:gd name="T116" fmla="*/ 9 w 892"/>
                            <a:gd name="T117" fmla="*/ 6 h 813"/>
                            <a:gd name="T118" fmla="*/ 8 w 892"/>
                            <a:gd name="T119" fmla="*/ 5 h 813"/>
                            <a:gd name="T120" fmla="*/ 7 w 892"/>
                            <a:gd name="T121" fmla="*/ 4 h 813"/>
                            <a:gd name="T122" fmla="*/ 5 w 892"/>
                            <a:gd name="T123" fmla="*/ 4 h 813"/>
                            <a:gd name="T124" fmla="*/ 3 w 892"/>
                            <a:gd name="T125" fmla="*/ 5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8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 h 213"/>
                            <a:gd name="T2" fmla="*/ 0 w 303"/>
                            <a:gd name="T3" fmla="*/ 1 h 213"/>
                            <a:gd name="T4" fmla="*/ 0 w 303"/>
                            <a:gd name="T5" fmla="*/ 1 h 213"/>
                            <a:gd name="T6" fmla="*/ 0 w 303"/>
                            <a:gd name="T7" fmla="*/ 0 h 213"/>
                            <a:gd name="T8" fmla="*/ 2 w 303"/>
                            <a:gd name="T9" fmla="*/ 1 h 213"/>
                            <a:gd name="T10" fmla="*/ 5 w 303"/>
                            <a:gd name="T11" fmla="*/ 1 h 213"/>
                            <a:gd name="T12" fmla="*/ 6 w 303"/>
                            <a:gd name="T13" fmla="*/ 2 h 213"/>
                            <a:gd name="T14" fmla="*/ 7 w 303"/>
                            <a:gd name="T15" fmla="*/ 2 h 213"/>
                            <a:gd name="T16" fmla="*/ 8 w 303"/>
                            <a:gd name="T17" fmla="*/ 3 h 213"/>
                            <a:gd name="T18" fmla="*/ 9 w 303"/>
                            <a:gd name="T19" fmla="*/ 4 h 213"/>
                            <a:gd name="T20" fmla="*/ 9 w 303"/>
                            <a:gd name="T21" fmla="*/ 4 h 213"/>
                            <a:gd name="T22" fmla="*/ 9 w 303"/>
                            <a:gd name="T23" fmla="*/ 4 h 213"/>
                            <a:gd name="T24" fmla="*/ 8 w 303"/>
                            <a:gd name="T25" fmla="*/ 4 h 213"/>
                            <a:gd name="T26" fmla="*/ 8 w 303"/>
                            <a:gd name="T27" fmla="*/ 5 h 213"/>
                            <a:gd name="T28" fmla="*/ 8 w 303"/>
                            <a:gd name="T29" fmla="*/ 5 h 213"/>
                            <a:gd name="T30" fmla="*/ 8 w 303"/>
                            <a:gd name="T31" fmla="*/ 5 h 213"/>
                            <a:gd name="T32" fmla="*/ 8 w 303"/>
                            <a:gd name="T33" fmla="*/ 6 h 213"/>
                            <a:gd name="T34" fmla="*/ 8 w 303"/>
                            <a:gd name="T35" fmla="*/ 6 h 213"/>
                            <a:gd name="T36" fmla="*/ 9 w 303"/>
                            <a:gd name="T37" fmla="*/ 7 h 213"/>
                            <a:gd name="T38" fmla="*/ 9 w 303"/>
                            <a:gd name="T39" fmla="*/ 7 h 213"/>
                            <a:gd name="T40" fmla="*/ 9 w 303"/>
                            <a:gd name="T41" fmla="*/ 7 h 213"/>
                            <a:gd name="T42" fmla="*/ 8 w 303"/>
                            <a:gd name="T43" fmla="*/ 7 h 213"/>
                            <a:gd name="T44" fmla="*/ 8 w 303"/>
                            <a:gd name="T45" fmla="*/ 7 h 213"/>
                            <a:gd name="T46" fmla="*/ 7 w 303"/>
                            <a:gd name="T47" fmla="*/ 7 h 213"/>
                            <a:gd name="T48" fmla="*/ 7 w 303"/>
                            <a:gd name="T49" fmla="*/ 7 h 213"/>
                            <a:gd name="T50" fmla="*/ 7 w 303"/>
                            <a:gd name="T51" fmla="*/ 6 h 213"/>
                            <a:gd name="T52" fmla="*/ 7 w 303"/>
                            <a:gd name="T53" fmla="*/ 6 h 213"/>
                            <a:gd name="T54" fmla="*/ 6 w 303"/>
                            <a:gd name="T55" fmla="*/ 6 h 213"/>
                            <a:gd name="T56" fmla="*/ 6 w 303"/>
                            <a:gd name="T57" fmla="*/ 5 h 213"/>
                            <a:gd name="T58" fmla="*/ 5 w 303"/>
                            <a:gd name="T59" fmla="*/ 5 h 213"/>
                            <a:gd name="T60" fmla="*/ 5 w 303"/>
                            <a:gd name="T61" fmla="*/ 5 h 213"/>
                            <a:gd name="T62" fmla="*/ 4 w 303"/>
                            <a:gd name="T63" fmla="*/ 4 h 213"/>
                            <a:gd name="T64" fmla="*/ 4 w 303"/>
                            <a:gd name="T65" fmla="*/ 4 h 213"/>
                            <a:gd name="T66" fmla="*/ 5 w 303"/>
                            <a:gd name="T67" fmla="*/ 4 h 213"/>
                            <a:gd name="T68" fmla="*/ 4 w 303"/>
                            <a:gd name="T69" fmla="*/ 3 h 213"/>
                            <a:gd name="T70" fmla="*/ 4 w 303"/>
                            <a:gd name="T71" fmla="*/ 4 h 213"/>
                            <a:gd name="T72" fmla="*/ 4 w 303"/>
                            <a:gd name="T73" fmla="*/ 3 h 213"/>
                            <a:gd name="T74" fmla="*/ 4 w 303"/>
                            <a:gd name="T75" fmla="*/ 3 h 213"/>
                            <a:gd name="T76" fmla="*/ 3 w 303"/>
                            <a:gd name="T77" fmla="*/ 3 h 213"/>
                            <a:gd name="T78" fmla="*/ 3 w 303"/>
                            <a:gd name="T79" fmla="*/ 3 h 213"/>
                            <a:gd name="T80" fmla="*/ 3 w 303"/>
                            <a:gd name="T81" fmla="*/ 3 h 213"/>
                            <a:gd name="T82" fmla="*/ 3 w 303"/>
                            <a:gd name="T83" fmla="*/ 3 h 213"/>
                            <a:gd name="T84" fmla="*/ 3 w 303"/>
                            <a:gd name="T85" fmla="*/ 3 h 213"/>
                            <a:gd name="T86" fmla="*/ 2 w 303"/>
                            <a:gd name="T87" fmla="*/ 2 h 213"/>
                            <a:gd name="T88" fmla="*/ 2 w 303"/>
                            <a:gd name="T89" fmla="*/ 2 h 213"/>
                            <a:gd name="T90" fmla="*/ 2 w 303"/>
                            <a:gd name="T91" fmla="*/ 2 h 213"/>
                            <a:gd name="T92" fmla="*/ 1 w 303"/>
                            <a:gd name="T93" fmla="*/ 2 h 213"/>
                            <a:gd name="T94" fmla="*/ 0 w 303"/>
                            <a:gd name="T95" fmla="*/ 2 h 213"/>
                            <a:gd name="T96" fmla="*/ 0 w 303"/>
                            <a:gd name="T97" fmla="*/ 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9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0 w 198"/>
                            <a:gd name="T1" fmla="*/ 0 h 111"/>
                            <a:gd name="T2" fmla="*/ 0 w 198"/>
                            <a:gd name="T3" fmla="*/ 0 h 111"/>
                            <a:gd name="T4" fmla="*/ 0 w 198"/>
                            <a:gd name="T5" fmla="*/ 0 h 111"/>
                            <a:gd name="T6" fmla="*/ 0 w 198"/>
                            <a:gd name="T7" fmla="*/ 0 h 111"/>
                            <a:gd name="T8" fmla="*/ 0 w 198"/>
                            <a:gd name="T9" fmla="*/ 0 h 111"/>
                            <a:gd name="T10" fmla="*/ 0 w 198"/>
                            <a:gd name="T11" fmla="*/ 1 h 111"/>
                            <a:gd name="T12" fmla="*/ 1 w 198"/>
                            <a:gd name="T13" fmla="*/ 1 h 111"/>
                            <a:gd name="T14" fmla="*/ 1 w 198"/>
                            <a:gd name="T15" fmla="*/ 0 h 111"/>
                            <a:gd name="T16" fmla="*/ 1 w 198"/>
                            <a:gd name="T17" fmla="*/ 0 h 111"/>
                            <a:gd name="T18" fmla="*/ 1 w 198"/>
                            <a:gd name="T19" fmla="*/ 1 h 111"/>
                            <a:gd name="T20" fmla="*/ 2 w 198"/>
                            <a:gd name="T21" fmla="*/ 1 h 111"/>
                            <a:gd name="T22" fmla="*/ 2 w 198"/>
                            <a:gd name="T23" fmla="*/ 1 h 111"/>
                            <a:gd name="T24" fmla="*/ 2 w 198"/>
                            <a:gd name="T25" fmla="*/ 1 h 111"/>
                            <a:gd name="T26" fmla="*/ 3 w 198"/>
                            <a:gd name="T27" fmla="*/ 1 h 111"/>
                            <a:gd name="T28" fmla="*/ 3 w 198"/>
                            <a:gd name="T29" fmla="*/ 1 h 111"/>
                            <a:gd name="T30" fmla="*/ 3 w 198"/>
                            <a:gd name="T31" fmla="*/ 2 h 111"/>
                            <a:gd name="T32" fmla="*/ 3 w 198"/>
                            <a:gd name="T33" fmla="*/ 2 h 111"/>
                            <a:gd name="T34" fmla="*/ 3 w 198"/>
                            <a:gd name="T35" fmla="*/ 2 h 111"/>
                            <a:gd name="T36" fmla="*/ 3 w 198"/>
                            <a:gd name="T37" fmla="*/ 2 h 111"/>
                            <a:gd name="T38" fmla="*/ 3 w 198"/>
                            <a:gd name="T39" fmla="*/ 2 h 111"/>
                            <a:gd name="T40" fmla="*/ 3 w 198"/>
                            <a:gd name="T41" fmla="*/ 2 h 111"/>
                            <a:gd name="T42" fmla="*/ 3 w 198"/>
                            <a:gd name="T43" fmla="*/ 2 h 111"/>
                            <a:gd name="T44" fmla="*/ 3 w 198"/>
                            <a:gd name="T45" fmla="*/ 2 h 111"/>
                            <a:gd name="T46" fmla="*/ 3 w 198"/>
                            <a:gd name="T47" fmla="*/ 2 h 111"/>
                            <a:gd name="T48" fmla="*/ 4 w 198"/>
                            <a:gd name="T49" fmla="*/ 2 h 111"/>
                            <a:gd name="T50" fmla="*/ 4 w 198"/>
                            <a:gd name="T51" fmla="*/ 2 h 111"/>
                            <a:gd name="T52" fmla="*/ 4 w 198"/>
                            <a:gd name="T53" fmla="*/ 3 h 111"/>
                            <a:gd name="T54" fmla="*/ 4 w 198"/>
                            <a:gd name="T55" fmla="*/ 3 h 111"/>
                            <a:gd name="T56" fmla="*/ 4 w 198"/>
                            <a:gd name="T57" fmla="*/ 3 h 111"/>
                            <a:gd name="T58" fmla="*/ 5 w 198"/>
                            <a:gd name="T59" fmla="*/ 3 h 111"/>
                            <a:gd name="T60" fmla="*/ 5 w 198"/>
                            <a:gd name="T61" fmla="*/ 3 h 111"/>
                            <a:gd name="T62" fmla="*/ 5 w 198"/>
                            <a:gd name="T63" fmla="*/ 3 h 111"/>
                            <a:gd name="T64" fmla="*/ 5 w 198"/>
                            <a:gd name="T65" fmla="*/ 3 h 111"/>
                            <a:gd name="T66" fmla="*/ 5 w 198"/>
                            <a:gd name="T67" fmla="*/ 3 h 111"/>
                            <a:gd name="T68" fmla="*/ 5 w 198"/>
                            <a:gd name="T69" fmla="*/ 3 h 111"/>
                            <a:gd name="T70" fmla="*/ 6 w 198"/>
                            <a:gd name="T71" fmla="*/ 3 h 111"/>
                            <a:gd name="T72" fmla="*/ 5 w 198"/>
                            <a:gd name="T73" fmla="*/ 2 h 111"/>
                            <a:gd name="T74" fmla="*/ 5 w 198"/>
                            <a:gd name="T75" fmla="*/ 2 h 111"/>
                            <a:gd name="T76" fmla="*/ 5 w 198"/>
                            <a:gd name="T77" fmla="*/ 2 h 111"/>
                            <a:gd name="T78" fmla="*/ 5 w 198"/>
                            <a:gd name="T79" fmla="*/ 2 h 111"/>
                            <a:gd name="T80" fmla="*/ 5 w 198"/>
                            <a:gd name="T81" fmla="*/ 2 h 111"/>
                            <a:gd name="T82" fmla="*/ 6 w 198"/>
                            <a:gd name="T83" fmla="*/ 2 h 111"/>
                            <a:gd name="T84" fmla="*/ 6 w 198"/>
                            <a:gd name="T85" fmla="*/ 2 h 111"/>
                            <a:gd name="T86" fmla="*/ 5 w 198"/>
                            <a:gd name="T87" fmla="*/ 2 h 111"/>
                            <a:gd name="T88" fmla="*/ 5 w 198"/>
                            <a:gd name="T89" fmla="*/ 2 h 111"/>
                            <a:gd name="T90" fmla="*/ 5 w 198"/>
                            <a:gd name="T91" fmla="*/ 1 h 111"/>
                            <a:gd name="T92" fmla="*/ 4 w 198"/>
                            <a:gd name="T93" fmla="*/ 1 h 111"/>
                            <a:gd name="T94" fmla="*/ 4 w 198"/>
                            <a:gd name="T95" fmla="*/ 1 h 111"/>
                            <a:gd name="T96" fmla="*/ 3 w 198"/>
                            <a:gd name="T97" fmla="*/ 1 h 111"/>
                            <a:gd name="T98" fmla="*/ 3 w 198"/>
                            <a:gd name="T99" fmla="*/ 0 h 111"/>
                            <a:gd name="T100" fmla="*/ 3 w 198"/>
                            <a:gd name="T101" fmla="*/ 0 h 111"/>
                            <a:gd name="T102" fmla="*/ 3 w 198"/>
                            <a:gd name="T103" fmla="*/ 0 h 111"/>
                            <a:gd name="T104" fmla="*/ 3 w 198"/>
                            <a:gd name="T105" fmla="*/ 0 h 111"/>
                            <a:gd name="T106" fmla="*/ 2 w 198"/>
                            <a:gd name="T107" fmla="*/ 0 h 111"/>
                            <a:gd name="T108" fmla="*/ 2 w 198"/>
                            <a:gd name="T109" fmla="*/ 0 h 111"/>
                            <a:gd name="T110" fmla="*/ 2 w 198"/>
                            <a:gd name="T111" fmla="*/ 0 h 111"/>
                            <a:gd name="T112" fmla="*/ 1 w 198"/>
                            <a:gd name="T113" fmla="*/ 0 h 111"/>
                            <a:gd name="T114" fmla="*/ 1 w 198"/>
                            <a:gd name="T115" fmla="*/ 0 h 111"/>
                            <a:gd name="T116" fmla="*/ 1 w 198"/>
                            <a:gd name="T117" fmla="*/ 0 h 111"/>
                            <a:gd name="T118" fmla="*/ 1 w 198"/>
                            <a:gd name="T119" fmla="*/ 0 h 111"/>
                            <a:gd name="T120" fmla="*/ 0 w 198"/>
                            <a:gd name="T121" fmla="*/ 0 h 111"/>
                            <a:gd name="T122" fmla="*/ 0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0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0 h 49"/>
                            <a:gd name="T2" fmla="*/ 1 w 138"/>
                            <a:gd name="T3" fmla="*/ 0 h 49"/>
                            <a:gd name="T4" fmla="*/ 1 w 138"/>
                            <a:gd name="T5" fmla="*/ 0 h 49"/>
                            <a:gd name="T6" fmla="*/ 1 w 138"/>
                            <a:gd name="T7" fmla="*/ 0 h 49"/>
                            <a:gd name="T8" fmla="*/ 2 w 138"/>
                            <a:gd name="T9" fmla="*/ 0 h 49"/>
                            <a:gd name="T10" fmla="*/ 2 w 138"/>
                            <a:gd name="T11" fmla="*/ 0 h 49"/>
                            <a:gd name="T12" fmla="*/ 2 w 138"/>
                            <a:gd name="T13" fmla="*/ 0 h 49"/>
                            <a:gd name="T14" fmla="*/ 2 w 138"/>
                            <a:gd name="T15" fmla="*/ 0 h 49"/>
                            <a:gd name="T16" fmla="*/ 2 w 138"/>
                            <a:gd name="T17" fmla="*/ 0 h 49"/>
                            <a:gd name="T18" fmla="*/ 3 w 138"/>
                            <a:gd name="T19" fmla="*/ 0 h 49"/>
                            <a:gd name="T20" fmla="*/ 3 w 138"/>
                            <a:gd name="T21" fmla="*/ 0 h 49"/>
                            <a:gd name="T22" fmla="*/ 3 w 138"/>
                            <a:gd name="T23" fmla="*/ 0 h 49"/>
                            <a:gd name="T24" fmla="*/ 3 w 138"/>
                            <a:gd name="T25" fmla="*/ 0 h 49"/>
                            <a:gd name="T26" fmla="*/ 3 w 138"/>
                            <a:gd name="T27" fmla="*/ 0 h 49"/>
                            <a:gd name="T28" fmla="*/ 3 w 138"/>
                            <a:gd name="T29" fmla="*/ 1 h 49"/>
                            <a:gd name="T30" fmla="*/ 4 w 138"/>
                            <a:gd name="T31" fmla="*/ 1 h 49"/>
                            <a:gd name="T32" fmla="*/ 4 w 138"/>
                            <a:gd name="T33" fmla="*/ 1 h 49"/>
                            <a:gd name="T34" fmla="*/ 5 w 138"/>
                            <a:gd name="T35" fmla="*/ 1 h 49"/>
                            <a:gd name="T36" fmla="*/ 5 w 138"/>
                            <a:gd name="T37" fmla="*/ 1 h 49"/>
                            <a:gd name="T38" fmla="*/ 5 w 138"/>
                            <a:gd name="T39" fmla="*/ 1 h 49"/>
                            <a:gd name="T40" fmla="*/ 5 w 138"/>
                            <a:gd name="T41" fmla="*/ 1 h 49"/>
                            <a:gd name="T42" fmla="*/ 5 w 138"/>
                            <a:gd name="T43" fmla="*/ 1 h 49"/>
                            <a:gd name="T44" fmla="*/ 4 w 138"/>
                            <a:gd name="T45" fmla="*/ 1 h 49"/>
                            <a:gd name="T46" fmla="*/ 4 w 138"/>
                            <a:gd name="T47" fmla="*/ 1 h 49"/>
                            <a:gd name="T48" fmla="*/ 4 w 138"/>
                            <a:gd name="T49" fmla="*/ 1 h 49"/>
                            <a:gd name="T50" fmla="*/ 3 w 138"/>
                            <a:gd name="T51" fmla="*/ 1 h 49"/>
                            <a:gd name="T52" fmla="*/ 3 w 138"/>
                            <a:gd name="T53" fmla="*/ 1 h 49"/>
                            <a:gd name="T54" fmla="*/ 3 w 138"/>
                            <a:gd name="T55" fmla="*/ 1 h 49"/>
                            <a:gd name="T56" fmla="*/ 3 w 138"/>
                            <a:gd name="T57" fmla="*/ 1 h 49"/>
                            <a:gd name="T58" fmla="*/ 3 w 138"/>
                            <a:gd name="T59" fmla="*/ 0 h 49"/>
                            <a:gd name="T60" fmla="*/ 2 w 138"/>
                            <a:gd name="T61" fmla="*/ 0 h 49"/>
                            <a:gd name="T62" fmla="*/ 2 w 138"/>
                            <a:gd name="T63" fmla="*/ 0 h 49"/>
                            <a:gd name="T64" fmla="*/ 2 w 138"/>
                            <a:gd name="T65" fmla="*/ 0 h 49"/>
                            <a:gd name="T66" fmla="*/ 2 w 138"/>
                            <a:gd name="T67" fmla="*/ 0 h 49"/>
                            <a:gd name="T68" fmla="*/ 2 w 138"/>
                            <a:gd name="T69" fmla="*/ 0 h 49"/>
                            <a:gd name="T70" fmla="*/ 2 w 138"/>
                            <a:gd name="T71" fmla="*/ 0 h 49"/>
                            <a:gd name="T72" fmla="*/ 2 w 138"/>
                            <a:gd name="T73" fmla="*/ 0 h 49"/>
                            <a:gd name="T74" fmla="*/ 1 w 138"/>
                            <a:gd name="T75" fmla="*/ 0 h 49"/>
                            <a:gd name="T76" fmla="*/ 1 w 138"/>
                            <a:gd name="T77" fmla="*/ 0 h 49"/>
                            <a:gd name="T78" fmla="*/ 1 w 138"/>
                            <a:gd name="T79" fmla="*/ 0 h 49"/>
                            <a:gd name="T80" fmla="*/ 0 w 138"/>
                            <a:gd name="T81" fmla="*/ 0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1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 h 42"/>
                            <a:gd name="T2" fmla="*/ 1 w 88"/>
                            <a:gd name="T3" fmla="*/ 2 h 42"/>
                            <a:gd name="T4" fmla="*/ 1 w 88"/>
                            <a:gd name="T5" fmla="*/ 1 h 42"/>
                            <a:gd name="T6" fmla="*/ 2 w 88"/>
                            <a:gd name="T7" fmla="*/ 2 h 42"/>
                            <a:gd name="T8" fmla="*/ 2 w 88"/>
                            <a:gd name="T9" fmla="*/ 2 h 42"/>
                            <a:gd name="T10" fmla="*/ 2 w 88"/>
                            <a:gd name="T11" fmla="*/ 1 h 42"/>
                            <a:gd name="T12" fmla="*/ 2 w 88"/>
                            <a:gd name="T13" fmla="*/ 1 h 42"/>
                            <a:gd name="T14" fmla="*/ 2 w 88"/>
                            <a:gd name="T15" fmla="*/ 1 h 42"/>
                            <a:gd name="T16" fmla="*/ 3 w 88"/>
                            <a:gd name="T17" fmla="*/ 1 h 42"/>
                            <a:gd name="T18" fmla="*/ 3 w 88"/>
                            <a:gd name="T19" fmla="*/ 1 h 42"/>
                            <a:gd name="T20" fmla="*/ 3 w 88"/>
                            <a:gd name="T21" fmla="*/ 1 h 42"/>
                            <a:gd name="T22" fmla="*/ 3 w 88"/>
                            <a:gd name="T23" fmla="*/ 1 h 42"/>
                            <a:gd name="T24" fmla="*/ 3 w 88"/>
                            <a:gd name="T25" fmla="*/ 1 h 42"/>
                            <a:gd name="T26" fmla="*/ 3 w 88"/>
                            <a:gd name="T27" fmla="*/ 1 h 42"/>
                            <a:gd name="T28" fmla="*/ 3 w 88"/>
                            <a:gd name="T29" fmla="*/ 1 h 42"/>
                            <a:gd name="T30" fmla="*/ 3 w 88"/>
                            <a:gd name="T31" fmla="*/ 1 h 42"/>
                            <a:gd name="T32" fmla="*/ 3 w 88"/>
                            <a:gd name="T33" fmla="*/ 1 h 42"/>
                            <a:gd name="T34" fmla="*/ 2 w 88"/>
                            <a:gd name="T35" fmla="*/ 1 h 42"/>
                            <a:gd name="T36" fmla="*/ 2 w 88"/>
                            <a:gd name="T37" fmla="*/ 1 h 42"/>
                            <a:gd name="T38" fmla="*/ 2 w 88"/>
                            <a:gd name="T39" fmla="*/ 1 h 42"/>
                            <a:gd name="T40" fmla="*/ 1 w 88"/>
                            <a:gd name="T41" fmla="*/ 0 h 42"/>
                            <a:gd name="T42" fmla="*/ 1 w 88"/>
                            <a:gd name="T43" fmla="*/ 1 h 42"/>
                            <a:gd name="T44" fmla="*/ 1 w 88"/>
                            <a:gd name="T45" fmla="*/ 1 h 42"/>
                            <a:gd name="T46" fmla="*/ 1 w 88"/>
                            <a:gd name="T47" fmla="*/ 1 h 42"/>
                            <a:gd name="T48" fmla="*/ 1 w 88"/>
                            <a:gd name="T49" fmla="*/ 1 h 42"/>
                            <a:gd name="T50" fmla="*/ 1 w 88"/>
                            <a:gd name="T51" fmla="*/ 1 h 42"/>
                            <a:gd name="T52" fmla="*/ 0 w 88"/>
                            <a:gd name="T53" fmla="*/ 1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2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2 w 563"/>
                            <a:gd name="T1" fmla="*/ 1 h 887"/>
                            <a:gd name="T2" fmla="*/ 4 w 563"/>
                            <a:gd name="T3" fmla="*/ 1 h 887"/>
                            <a:gd name="T4" fmla="*/ 3 w 563"/>
                            <a:gd name="T5" fmla="*/ 1 h 887"/>
                            <a:gd name="T6" fmla="*/ 4 w 563"/>
                            <a:gd name="T7" fmla="*/ 1 h 887"/>
                            <a:gd name="T8" fmla="*/ 4 w 563"/>
                            <a:gd name="T9" fmla="*/ 1 h 887"/>
                            <a:gd name="T10" fmla="*/ 5 w 563"/>
                            <a:gd name="T11" fmla="*/ 2 h 887"/>
                            <a:gd name="T12" fmla="*/ 8 w 563"/>
                            <a:gd name="T13" fmla="*/ 2 h 887"/>
                            <a:gd name="T14" fmla="*/ 9 w 563"/>
                            <a:gd name="T15" fmla="*/ 3 h 887"/>
                            <a:gd name="T16" fmla="*/ 10 w 563"/>
                            <a:gd name="T17" fmla="*/ 3 h 887"/>
                            <a:gd name="T18" fmla="*/ 12 w 563"/>
                            <a:gd name="T19" fmla="*/ 4 h 887"/>
                            <a:gd name="T20" fmla="*/ 13 w 563"/>
                            <a:gd name="T21" fmla="*/ 6 h 887"/>
                            <a:gd name="T22" fmla="*/ 18 w 563"/>
                            <a:gd name="T23" fmla="*/ 7 h 887"/>
                            <a:gd name="T24" fmla="*/ 18 w 563"/>
                            <a:gd name="T25" fmla="*/ 10 h 887"/>
                            <a:gd name="T26" fmla="*/ 17 w 563"/>
                            <a:gd name="T27" fmla="*/ 11 h 887"/>
                            <a:gd name="T28" fmla="*/ 16 w 563"/>
                            <a:gd name="T29" fmla="*/ 13 h 887"/>
                            <a:gd name="T30" fmla="*/ 16 w 563"/>
                            <a:gd name="T31" fmla="*/ 14 h 887"/>
                            <a:gd name="T32" fmla="*/ 15 w 563"/>
                            <a:gd name="T33" fmla="*/ 15 h 887"/>
                            <a:gd name="T34" fmla="*/ 13 w 563"/>
                            <a:gd name="T35" fmla="*/ 15 h 887"/>
                            <a:gd name="T36" fmla="*/ 12 w 563"/>
                            <a:gd name="T37" fmla="*/ 17 h 887"/>
                            <a:gd name="T38" fmla="*/ 12 w 563"/>
                            <a:gd name="T39" fmla="*/ 18 h 887"/>
                            <a:gd name="T40" fmla="*/ 11 w 563"/>
                            <a:gd name="T41" fmla="*/ 19 h 887"/>
                            <a:gd name="T42" fmla="*/ 10 w 563"/>
                            <a:gd name="T43" fmla="*/ 20 h 887"/>
                            <a:gd name="T44" fmla="*/ 10 w 563"/>
                            <a:gd name="T45" fmla="*/ 20 h 887"/>
                            <a:gd name="T46" fmla="*/ 10 w 563"/>
                            <a:gd name="T47" fmla="*/ 21 h 887"/>
                            <a:gd name="T48" fmla="*/ 8 w 563"/>
                            <a:gd name="T49" fmla="*/ 22 h 887"/>
                            <a:gd name="T50" fmla="*/ 7 w 563"/>
                            <a:gd name="T51" fmla="*/ 22 h 887"/>
                            <a:gd name="T52" fmla="*/ 7 w 563"/>
                            <a:gd name="T53" fmla="*/ 23 h 887"/>
                            <a:gd name="T54" fmla="*/ 7 w 563"/>
                            <a:gd name="T55" fmla="*/ 24 h 887"/>
                            <a:gd name="T56" fmla="*/ 7 w 563"/>
                            <a:gd name="T57" fmla="*/ 25 h 887"/>
                            <a:gd name="T58" fmla="*/ 6 w 563"/>
                            <a:gd name="T59" fmla="*/ 25 h 887"/>
                            <a:gd name="T60" fmla="*/ 6 w 563"/>
                            <a:gd name="T61" fmla="*/ 27 h 887"/>
                            <a:gd name="T62" fmla="*/ 7 w 563"/>
                            <a:gd name="T63" fmla="*/ 28 h 887"/>
                            <a:gd name="T64" fmla="*/ 5 w 563"/>
                            <a:gd name="T65" fmla="*/ 27 h 887"/>
                            <a:gd name="T66" fmla="*/ 5 w 563"/>
                            <a:gd name="T67" fmla="*/ 26 h 887"/>
                            <a:gd name="T68" fmla="*/ 5 w 563"/>
                            <a:gd name="T69" fmla="*/ 22 h 887"/>
                            <a:gd name="T70" fmla="*/ 4 w 563"/>
                            <a:gd name="T71" fmla="*/ 20 h 887"/>
                            <a:gd name="T72" fmla="*/ 4 w 563"/>
                            <a:gd name="T73" fmla="*/ 19 h 887"/>
                            <a:gd name="T74" fmla="*/ 5 w 563"/>
                            <a:gd name="T75" fmla="*/ 17 h 887"/>
                            <a:gd name="T76" fmla="*/ 5 w 563"/>
                            <a:gd name="T77" fmla="*/ 15 h 887"/>
                            <a:gd name="T78" fmla="*/ 5 w 563"/>
                            <a:gd name="T79" fmla="*/ 13 h 887"/>
                            <a:gd name="T80" fmla="*/ 4 w 563"/>
                            <a:gd name="T81" fmla="*/ 12 h 887"/>
                            <a:gd name="T82" fmla="*/ 2 w 563"/>
                            <a:gd name="T83" fmla="*/ 11 h 887"/>
                            <a:gd name="T84" fmla="*/ 2 w 563"/>
                            <a:gd name="T85" fmla="*/ 9 h 887"/>
                            <a:gd name="T86" fmla="*/ 1 w 563"/>
                            <a:gd name="T87" fmla="*/ 8 h 887"/>
                            <a:gd name="T88" fmla="*/ 1 w 563"/>
                            <a:gd name="T89" fmla="*/ 7 h 887"/>
                            <a:gd name="T90" fmla="*/ 1 w 563"/>
                            <a:gd name="T91" fmla="*/ 6 h 887"/>
                            <a:gd name="T92" fmla="*/ 2 w 563"/>
                            <a:gd name="T93" fmla="*/ 3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58526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7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8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9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0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1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2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4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5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6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7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8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9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0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1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2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3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4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5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6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7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8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9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0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1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2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3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5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6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7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8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9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</p:grpSp>
          </p:grpSp>
          <p:sp>
            <p:nvSpPr>
              <p:cNvPr id="58451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58376" name="Group 209"/>
          <p:cNvGrpSpPr>
            <a:grpSpLocks/>
          </p:cNvGrpSpPr>
          <p:nvPr/>
        </p:nvGrpSpPr>
        <p:grpSpPr bwMode="auto">
          <a:xfrm>
            <a:off x="1960563" y="4570413"/>
            <a:ext cx="6015037" cy="1836737"/>
            <a:chOff x="1235" y="2879"/>
            <a:chExt cx="3789" cy="1157"/>
          </a:xfrm>
        </p:grpSpPr>
        <p:sp useBgFill="1">
          <p:nvSpPr>
            <p:cNvPr id="58439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58440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1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2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3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4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5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6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7" name="Group 218"/>
          <p:cNvGrpSpPr>
            <a:grpSpLocks/>
          </p:cNvGrpSpPr>
          <p:nvPr/>
        </p:nvGrpSpPr>
        <p:grpSpPr bwMode="auto">
          <a:xfrm>
            <a:off x="1884363" y="1090613"/>
            <a:ext cx="5924550" cy="1914525"/>
            <a:chOff x="1187" y="687"/>
            <a:chExt cx="3732" cy="1206"/>
          </a:xfrm>
        </p:grpSpPr>
        <p:sp useBgFill="1">
          <p:nvSpPr>
            <p:cNvPr id="58431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58432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3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4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5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6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7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8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sp>
        <p:nvSpPr>
          <p:cNvPr id="58378" name="AutoShape 227"/>
          <p:cNvSpPr>
            <a:spLocks noChangeArrowheads="1"/>
          </p:cNvSpPr>
          <p:nvPr/>
        </p:nvSpPr>
        <p:spPr bwMode="auto">
          <a:xfrm>
            <a:off x="381000" y="3260725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  <p:grpSp>
        <p:nvGrpSpPr>
          <p:cNvPr id="58379" name="Group 228"/>
          <p:cNvGrpSpPr>
            <a:grpSpLocks/>
          </p:cNvGrpSpPr>
          <p:nvPr/>
        </p:nvGrpSpPr>
        <p:grpSpPr bwMode="auto">
          <a:xfrm rot="-2261450">
            <a:off x="6143480" y="76291"/>
            <a:ext cx="3089275" cy="4325937"/>
            <a:chOff x="2181" y="1183"/>
            <a:chExt cx="1419" cy="1966"/>
          </a:xfrm>
        </p:grpSpPr>
        <p:grpSp>
          <p:nvGrpSpPr>
            <p:cNvPr id="58380" name="Group 229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58417" name="Group 230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58423" name="Group 231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58429" name="Freeform 232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30" name="Freeform 233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58424" name="Group 234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58425" name="Freeform 235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6" name="Freeform 236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7" name="Freeform 237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8" name="Freeform 238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58418" name="Oval 239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  <p:grpSp>
            <p:nvGrpSpPr>
              <p:cNvPr id="58419" name="Group 240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58420" name="Oval 241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1" name="Oval 242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2" name="Oval 243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</p:grpSp>
        </p:grpSp>
        <p:grpSp>
          <p:nvGrpSpPr>
            <p:cNvPr id="58381" name="Group 244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58382" name="Freeform 245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3" name="Arc 246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4" name="Arc 247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5" name="Freeform 248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6" name="Arc 249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7" name="Arc 250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58388" name="Group 251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58412" name="Group 252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58414" name="Arc 253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5" name="Arc 254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6" name="Arc 255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13" name="Arc 256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89" name="Group 257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58407" name="Group 258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58409" name="Arc 259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0" name="Arc 260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1" name="Arc 261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08" name="Arc 262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0" name="Group 263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58405" name="Arc 264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6" name="Arc 265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1" name="Group 266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58403" name="Arc 267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4" name="Arc 268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2" name="Group 269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58401" name="Line 270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2" name="Line 271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3" name="Group 272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58396" name="Group 273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58399" name="Arc 274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00" name="Arc 275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397" name="Arc 276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398" name="Arc 277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58394" name="Freeform 278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95" name="Oval 279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22351"/>
      </p:ext>
    </p:extLst>
  </p:cSld>
  <p:clrMapOvr>
    <a:masterClrMapping/>
  </p:clrMapOvr>
  <p:transition>
    <p:check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CaixaDeTexto 1"/>
          <p:cNvSpPr txBox="1">
            <a:spLocks noChangeArrowheads="1"/>
          </p:cNvSpPr>
          <p:nvPr/>
        </p:nvSpPr>
        <p:spPr bwMode="auto">
          <a:xfrm>
            <a:off x="293524" y="548680"/>
            <a:ext cx="8102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 b="1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Relação de ferramentas com seu respectivo objetivo na identificação de oportunidade do mercado</a:t>
            </a:r>
          </a:p>
        </p:txBody>
      </p:sp>
      <p:sp>
        <p:nvSpPr>
          <p:cNvPr id="48130" name="CaixaDeTexto 2"/>
          <p:cNvSpPr txBox="1">
            <a:spLocks noChangeArrowheads="1"/>
          </p:cNvSpPr>
          <p:nvPr/>
        </p:nvSpPr>
        <p:spPr bwMode="auto">
          <a:xfrm>
            <a:off x="863600" y="1600200"/>
            <a:ext cx="75565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/>
            </a:pPr>
            <a:r>
              <a:rPr lang="pt-BR" altLang="pt-BR" b="1">
                <a:solidFill>
                  <a:srgbClr val="C00000"/>
                </a:solidFill>
              </a:rPr>
              <a:t>Pesquisa de mercado</a:t>
            </a:r>
            <a:r>
              <a:rPr lang="pt-BR" altLang="pt-BR"/>
              <a:t>: Identificação de demandas de mercado, tendências e percepções para novas tecnologias e funções dos produtos, pesquisa de aceitação quanto a novos conceitos de produtos.</a:t>
            </a:r>
          </a:p>
          <a:p>
            <a:pPr algn="l" eaLnBrk="1" hangingPunct="1">
              <a:buFont typeface="Arial" charset="0"/>
              <a:buAutoNum type="arabicPeriod"/>
            </a:pPr>
            <a:endParaRPr lang="pt-BR" altLang="pt-BR"/>
          </a:p>
          <a:p>
            <a:pPr algn="l" eaLnBrk="1" hangingPunct="1">
              <a:buFont typeface="Arial" charset="0"/>
              <a:buAutoNum type="arabicPeriod"/>
            </a:pPr>
            <a:r>
              <a:rPr lang="pt-BR" altLang="pt-BR" b="1">
                <a:solidFill>
                  <a:srgbClr val="C00000"/>
                </a:solidFill>
              </a:rPr>
              <a:t>Entrevista individual de consumidores e Questionários:</a:t>
            </a:r>
            <a:r>
              <a:rPr lang="pt-BR" altLang="pt-BR"/>
              <a:t> identificação de necessidades não atendidas, problemas dos consumidores não resolvidos, ou resolvidos, resolvidos parcialmente, expectativas e tendências para uma determinada área de atuação, linha de categoria de produtos.  </a:t>
            </a:r>
          </a:p>
          <a:p>
            <a:pPr algn="l" eaLnBrk="1" hangingPunct="1">
              <a:buFont typeface="Arial" charset="0"/>
              <a:buAutoNum type="arabicPeriod"/>
            </a:pPr>
            <a:endParaRPr lang="pt-BR" alt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CaixaDeTexto 1"/>
          <p:cNvSpPr txBox="1">
            <a:spLocks noChangeArrowheads="1"/>
          </p:cNvSpPr>
          <p:nvPr/>
        </p:nvSpPr>
        <p:spPr bwMode="auto">
          <a:xfrm>
            <a:off x="596900" y="541337"/>
            <a:ext cx="7505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Relação de ferramentas com seu respectivo objetivo na identificação de oportunidade do mercado</a:t>
            </a:r>
          </a:p>
        </p:txBody>
      </p:sp>
      <p:sp>
        <p:nvSpPr>
          <p:cNvPr id="49154" name="CaixaDeTexto 2"/>
          <p:cNvSpPr txBox="1">
            <a:spLocks noChangeArrowheads="1"/>
          </p:cNvSpPr>
          <p:nvPr/>
        </p:nvSpPr>
        <p:spPr bwMode="auto">
          <a:xfrm>
            <a:off x="596900" y="1371600"/>
            <a:ext cx="75565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 startAt="3"/>
            </a:pPr>
            <a:r>
              <a:rPr lang="pt-BR" altLang="pt-BR" b="1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Observação em campo</a:t>
            </a:r>
            <a:r>
              <a:rPr lang="pt-BR" altLang="pt-BR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: id</a:t>
            </a:r>
            <a:r>
              <a:rPr lang="pt-BR" altLang="pt-BR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entificação de necessidade não articuladas possibilidade de proposição de novas soluções e benefícios para os consumidores, necessidade de agregação de novas funções ao produto ou eliminação de funções nos produtos. </a:t>
            </a:r>
          </a:p>
          <a:p>
            <a:pPr algn="l" eaLnBrk="1" hangingPunct="1">
              <a:buFont typeface="Arial" charset="0"/>
              <a:buAutoNum type="arabicPeriod" startAt="3"/>
            </a:pPr>
            <a:endParaRPr lang="pt-BR" altLang="pt-BR"/>
          </a:p>
          <a:p>
            <a:pPr algn="l" eaLnBrk="1" hangingPunct="1">
              <a:buFont typeface="Arial" charset="0"/>
              <a:buAutoNum type="arabicPeriod" startAt="3"/>
            </a:pPr>
            <a:r>
              <a:rPr lang="pt-BR" altLang="pt-BR" b="1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Análise do perfil dos consumidores: </a:t>
            </a:r>
            <a:r>
              <a:rPr lang="pt-BR" altLang="pt-BR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a</a:t>
            </a:r>
            <a:r>
              <a:rPr lang="pt-BR" altLang="pt-BR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uxilia no melhor entendimento dos consumidores dos produtos da empresa. Análise de estilo de vida, necessidades básicas, avançadas, aspirações, motivações, frustações na hora da decisão quanto a aquisição de um produto.  </a:t>
            </a:r>
          </a:p>
          <a:p>
            <a:pPr algn="l" eaLnBrk="1" hangingPunct="1">
              <a:buFont typeface="Arial" charset="0"/>
              <a:buAutoNum type="arabicPeriod" startAt="3"/>
            </a:pPr>
            <a:endParaRPr lang="pt-BR" alt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CaixaDeTexto 1"/>
          <p:cNvSpPr txBox="1">
            <a:spLocks noChangeArrowheads="1"/>
          </p:cNvSpPr>
          <p:nvPr/>
        </p:nvSpPr>
        <p:spPr bwMode="auto">
          <a:xfrm>
            <a:off x="514350" y="692696"/>
            <a:ext cx="787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FF3300"/>
                </a:solidFill>
              </a:rPr>
              <a:t>Relação de ferramentas com seu respectivo objetivo na identificação de oportunidade do mercado</a:t>
            </a:r>
          </a:p>
        </p:txBody>
      </p:sp>
      <p:sp>
        <p:nvSpPr>
          <p:cNvPr id="50178" name="CaixaDeTexto 2"/>
          <p:cNvSpPr txBox="1">
            <a:spLocks noChangeArrowheads="1"/>
          </p:cNvSpPr>
          <p:nvPr/>
        </p:nvSpPr>
        <p:spPr bwMode="auto">
          <a:xfrm>
            <a:off x="673100" y="1816100"/>
            <a:ext cx="75565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>
              <a:buFont typeface="Arial" charset="0"/>
              <a:buAutoNum type="arabicPeriod" startAt="5"/>
            </a:pPr>
            <a:r>
              <a:rPr lang="pt-BR" altLang="pt-BR" b="1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Abordagem de usuários avançados:</a:t>
            </a:r>
            <a:r>
              <a:rPr lang="pt-BR" altLang="pt-BR" b="1" dirty="0">
                <a:solidFill>
                  <a:srgbClr val="C0000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pt-BR" altLang="pt-BR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Identificação de tendências, cenários futuros, proposições de soluções de problemas e necessidades atuais e futuras. </a:t>
            </a:r>
          </a:p>
          <a:p>
            <a:pPr algn="l" eaLnBrk="1" hangingPunct="1">
              <a:buFont typeface="Arial" charset="0"/>
              <a:buAutoNum type="arabicPeriod" startAt="5"/>
            </a:pPr>
            <a:endParaRPr lang="pt-BR" alt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CaixaDeTexto 1"/>
          <p:cNvSpPr txBox="1">
            <a:spLocks noChangeArrowheads="1"/>
          </p:cNvSpPr>
          <p:nvPr/>
        </p:nvSpPr>
        <p:spPr bwMode="auto">
          <a:xfrm>
            <a:off x="571500" y="1104900"/>
            <a:ext cx="7747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buFont typeface="Arial" charset="0"/>
              <a:buChar char="•"/>
            </a:pPr>
            <a:r>
              <a:rPr lang="pt-BR" altLang="pt-BR"/>
              <a:t> Vários fatores podem influenciar direta e indiretamente nas decisões sobre o desenvolvimento de novos produtos, tanto na forma e tendências e oportunidades – </a:t>
            </a:r>
            <a:r>
              <a:rPr lang="pt-BR" altLang="pt-BR" b="1">
                <a:solidFill>
                  <a:srgbClr val="C00000"/>
                </a:solidFill>
              </a:rPr>
              <a:t>MERCADO E TECNOLÓGICOS</a:t>
            </a:r>
            <a:r>
              <a:rPr lang="pt-BR" altLang="pt-BR" b="1"/>
              <a:t>.   </a:t>
            </a:r>
          </a:p>
          <a:p>
            <a:pPr algn="just" eaLnBrk="1" hangingPunct="1">
              <a:buFont typeface="Arial" charset="0"/>
              <a:buChar char="•"/>
            </a:pPr>
            <a:endParaRPr lang="pt-BR" altLang="pt-BR"/>
          </a:p>
          <a:p>
            <a:pPr algn="just" eaLnBrk="1" hangingPunct="1">
              <a:buFont typeface="Arial" charset="0"/>
              <a:buChar char="•"/>
            </a:pPr>
            <a:r>
              <a:rPr lang="pt-BR" altLang="pt-BR"/>
              <a:t> Como podem vir a </a:t>
            </a:r>
            <a:r>
              <a:rPr lang="pt-BR" altLang="pt-BR" b="1">
                <a:solidFill>
                  <a:srgbClr val="C00000"/>
                </a:solidFill>
              </a:rPr>
              <a:t>impactar negativamente </a:t>
            </a:r>
            <a:r>
              <a:rPr lang="pt-BR" altLang="pt-BR"/>
              <a:t>e/ou inviabilizar o projeto (fatores políticos, econômicos e outros fatores diversos.</a:t>
            </a:r>
          </a:p>
          <a:p>
            <a:pPr algn="just" eaLnBrk="1" hangingPunct="1">
              <a:buFont typeface="Arial" charset="0"/>
              <a:buChar char="•"/>
            </a:pPr>
            <a:endParaRPr lang="pt-BR" altLang="pt-BR"/>
          </a:p>
          <a:p>
            <a:pPr algn="just" eaLnBrk="1" hangingPunct="1">
              <a:buFont typeface="Arial" charset="0"/>
              <a:buChar char="•"/>
            </a:pPr>
            <a:r>
              <a:rPr lang="pt-BR" altLang="pt-BR"/>
              <a:t> Os fatores são definidos como informações do ambiente externo e interno à empresa e configuram os </a:t>
            </a:r>
            <a:r>
              <a:rPr lang="ja-JP" altLang="pt-BR"/>
              <a:t>“</a:t>
            </a:r>
            <a:r>
              <a:rPr lang="pt-BR" altLang="ja-JP"/>
              <a:t>campos de busca de oportunidades</a:t>
            </a:r>
            <a:r>
              <a:rPr lang="ja-JP" altLang="pt-BR"/>
              <a:t>”</a:t>
            </a:r>
            <a:r>
              <a:rPr lang="pt-BR" altLang="ja-JP"/>
              <a:t>  </a:t>
            </a:r>
            <a:endParaRPr lang="pt-BR" alt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125"/>
            <a:ext cx="8580438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2249488"/>
            <a:ext cx="8636000" cy="34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0" name="CaixaDeTexto 2"/>
          <p:cNvSpPr txBox="1">
            <a:spLocks noChangeArrowheads="1"/>
          </p:cNvSpPr>
          <p:nvPr/>
        </p:nvSpPr>
        <p:spPr bwMode="auto">
          <a:xfrm>
            <a:off x="876300" y="914400"/>
            <a:ext cx="7124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Pode se criar uma planilha eletrônica com um mapa dos fatores de influência no PDP.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671638"/>
            <a:ext cx="734695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6" name="Retângulo 2"/>
          <p:cNvSpPr>
            <a:spLocks noChangeArrowheads="1"/>
          </p:cNvSpPr>
          <p:nvPr/>
        </p:nvSpPr>
        <p:spPr bwMode="auto">
          <a:xfrm>
            <a:off x="495300" y="904875"/>
            <a:ext cx="8305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/>
            <a:r>
              <a:rPr lang="pt-BR" altLang="pt-BR" b="1">
                <a:solidFill>
                  <a:srgbClr val="C00000"/>
                </a:solidFill>
              </a:rPr>
              <a:t>2. Exemplo da  Matriz de aplicação x grupo de consumidores</a:t>
            </a:r>
            <a:r>
              <a:rPr lang="pt-BR" altLang="pt-BR"/>
              <a:t>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5.2 – </a:t>
            </a:r>
            <a:r>
              <a:rPr lang="en-US" dirty="0" err="1"/>
              <a:t>Métodos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de </a:t>
            </a:r>
            <a:r>
              <a:rPr lang="en-US" dirty="0" err="1"/>
              <a:t>apoio</a:t>
            </a:r>
            <a:r>
              <a:rPr lang="en-US" dirty="0"/>
              <a:t> a </a:t>
            </a:r>
            <a:r>
              <a:rPr lang="en-US" dirty="0" err="1"/>
              <a:t>gestão</a:t>
            </a:r>
            <a:r>
              <a:rPr lang="en-US" dirty="0"/>
              <a:t> da </a:t>
            </a:r>
            <a:r>
              <a:rPr lang="en-US" dirty="0" err="1"/>
              <a:t>tecnologia</a:t>
            </a:r>
            <a:r>
              <a:rPr lang="en-US" dirty="0"/>
              <a:t> de </a:t>
            </a:r>
            <a:r>
              <a:rPr lang="en-US" dirty="0" err="1"/>
              <a:t>produtos</a:t>
            </a:r>
            <a:r>
              <a:rPr lang="en-US" dirty="0"/>
              <a:t>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3932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2425" y="309505"/>
            <a:ext cx="9159552" cy="7889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pt-BR" dirty="0" err="1">
                <a:ea typeface="ＭＳ Ｐゴシック" charset="-128"/>
              </a:rPr>
              <a:t>Elementos</a:t>
            </a:r>
            <a:r>
              <a:rPr lang="en-US" altLang="pt-BR" dirty="0">
                <a:ea typeface="ＭＳ Ｐゴシック" charset="-128"/>
              </a:rPr>
              <a:t> da </a:t>
            </a:r>
            <a:r>
              <a:rPr lang="en-US" altLang="pt-BR" dirty="0" err="1">
                <a:ea typeface="ＭＳ Ｐゴシック" charset="-128"/>
              </a:rPr>
              <a:t>Estratégia</a:t>
            </a:r>
            <a:r>
              <a:rPr lang="en-US" altLang="pt-BR" dirty="0">
                <a:ea typeface="ＭＳ Ｐゴシック" charset="-128"/>
              </a:rPr>
              <a:t> de </a:t>
            </a:r>
            <a:r>
              <a:rPr lang="en-US" altLang="pt-BR" dirty="0" err="1">
                <a:ea typeface="ＭＳ Ｐゴシック" charset="-128"/>
              </a:rPr>
              <a:t>Produto</a:t>
            </a:r>
            <a:r>
              <a:rPr lang="en-US" altLang="pt-BR" dirty="0">
                <a:ea typeface="ＭＳ Ｐゴシック" charset="-128"/>
              </a:rPr>
              <a:t> </a:t>
            </a:r>
          </a:p>
        </p:txBody>
      </p:sp>
      <p:grpSp>
        <p:nvGrpSpPr>
          <p:cNvPr id="58370" name="Group 3"/>
          <p:cNvGrpSpPr>
            <a:grpSpLocks/>
          </p:cNvGrpSpPr>
          <p:nvPr/>
        </p:nvGrpSpPr>
        <p:grpSpPr bwMode="auto">
          <a:xfrm>
            <a:off x="609600" y="2360613"/>
            <a:ext cx="685800" cy="2667000"/>
            <a:chOff x="384" y="1487"/>
            <a:chExt cx="432" cy="1680"/>
          </a:xfrm>
        </p:grpSpPr>
        <p:sp>
          <p:nvSpPr>
            <p:cNvPr id="58641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2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3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4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5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6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1" name="Group 10"/>
          <p:cNvGrpSpPr>
            <a:grpSpLocks/>
          </p:cNvGrpSpPr>
          <p:nvPr/>
        </p:nvGrpSpPr>
        <p:grpSpPr bwMode="auto">
          <a:xfrm>
            <a:off x="1524000" y="2970213"/>
            <a:ext cx="762000" cy="1828800"/>
            <a:chOff x="960" y="1871"/>
            <a:chExt cx="480" cy="1152"/>
          </a:xfrm>
        </p:grpSpPr>
        <p:sp>
          <p:nvSpPr>
            <p:cNvPr id="58634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5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6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7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8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9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40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2" name="Group 18"/>
          <p:cNvGrpSpPr>
            <a:grpSpLocks/>
          </p:cNvGrpSpPr>
          <p:nvPr/>
        </p:nvGrpSpPr>
        <p:grpSpPr bwMode="auto">
          <a:xfrm>
            <a:off x="2574925" y="3351213"/>
            <a:ext cx="1082675" cy="990600"/>
            <a:chOff x="1622" y="2111"/>
            <a:chExt cx="682" cy="624"/>
          </a:xfrm>
        </p:grpSpPr>
        <p:sp>
          <p:nvSpPr>
            <p:cNvPr id="58629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0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1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2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33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3" name="Group 24"/>
          <p:cNvGrpSpPr>
            <a:grpSpLocks/>
          </p:cNvGrpSpPr>
          <p:nvPr/>
        </p:nvGrpSpPr>
        <p:grpSpPr bwMode="auto">
          <a:xfrm>
            <a:off x="5105400" y="3579813"/>
            <a:ext cx="1371600" cy="506412"/>
            <a:chOff x="3216" y="2255"/>
            <a:chExt cx="864" cy="319"/>
          </a:xfrm>
        </p:grpSpPr>
        <p:sp>
          <p:nvSpPr>
            <p:cNvPr id="58625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6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7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8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4" name="Group 29"/>
          <p:cNvGrpSpPr>
            <a:grpSpLocks/>
          </p:cNvGrpSpPr>
          <p:nvPr/>
        </p:nvGrpSpPr>
        <p:grpSpPr bwMode="auto">
          <a:xfrm>
            <a:off x="3886200" y="3427413"/>
            <a:ext cx="990600" cy="609600"/>
            <a:chOff x="2448" y="2159"/>
            <a:chExt cx="624" cy="384"/>
          </a:xfrm>
        </p:grpSpPr>
        <p:sp>
          <p:nvSpPr>
            <p:cNvPr id="58622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3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624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5" name="Group 33"/>
          <p:cNvGrpSpPr>
            <a:grpSpLocks/>
          </p:cNvGrpSpPr>
          <p:nvPr/>
        </p:nvGrpSpPr>
        <p:grpSpPr bwMode="auto">
          <a:xfrm>
            <a:off x="990600" y="1674813"/>
            <a:ext cx="8008938" cy="4038600"/>
            <a:chOff x="624" y="1055"/>
            <a:chExt cx="5045" cy="2544"/>
          </a:xfrm>
        </p:grpSpPr>
        <p:sp>
          <p:nvSpPr>
            <p:cNvPr id="58447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327 h 1056"/>
                <a:gd name="T4" fmla="*/ 705 w 4560"/>
                <a:gd name="T5" fmla="*/ 596 h 1056"/>
                <a:gd name="T6" fmla="*/ 1595 w 4560"/>
                <a:gd name="T7" fmla="*/ 656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448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168 w 4560"/>
                <a:gd name="T3" fmla="*/ 193 h 1056"/>
                <a:gd name="T4" fmla="*/ 705 w 4560"/>
                <a:gd name="T5" fmla="*/ 352 h 1056"/>
                <a:gd name="T6" fmla="*/ 1595 w 4560"/>
                <a:gd name="T7" fmla="*/ 387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58449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58450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58452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3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4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55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grpSp>
              <p:nvGrpSpPr>
                <p:cNvPr id="58456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58457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0 w 266"/>
                      <a:gd name="T3" fmla="*/ 0 h 284"/>
                      <a:gd name="T4" fmla="*/ 0 w 266"/>
                      <a:gd name="T5" fmla="*/ 0 h 284"/>
                      <a:gd name="T6" fmla="*/ 0 w 266"/>
                      <a:gd name="T7" fmla="*/ 1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8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0 w 279"/>
                      <a:gd name="T3" fmla="*/ 0 h 265"/>
                      <a:gd name="T4" fmla="*/ 0 w 279"/>
                      <a:gd name="T5" fmla="*/ 0 h 265"/>
                      <a:gd name="T6" fmla="*/ 0 w 279"/>
                      <a:gd name="T7" fmla="*/ 1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59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0 w 231"/>
                      <a:gd name="T3" fmla="*/ 0 h 207"/>
                      <a:gd name="T4" fmla="*/ 0 w 231"/>
                      <a:gd name="T5" fmla="*/ 0 h 207"/>
                      <a:gd name="T6" fmla="*/ 0 w 231"/>
                      <a:gd name="T7" fmla="*/ 0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0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0 w 436"/>
                      <a:gd name="T3" fmla="*/ 0 h 289"/>
                      <a:gd name="T4" fmla="*/ 0 w 436"/>
                      <a:gd name="T5" fmla="*/ 0 h 289"/>
                      <a:gd name="T6" fmla="*/ 1 w 436"/>
                      <a:gd name="T7" fmla="*/ 1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4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0 w 213"/>
                      <a:gd name="T1" fmla="*/ 0 h 1198"/>
                      <a:gd name="T2" fmla="*/ 0 w 213"/>
                      <a:gd name="T3" fmla="*/ 0 h 1198"/>
                      <a:gd name="T4" fmla="*/ 0 w 213"/>
                      <a:gd name="T5" fmla="*/ 1 h 1198"/>
                      <a:gd name="T6" fmla="*/ 0 w 213"/>
                      <a:gd name="T7" fmla="*/ 1 h 1198"/>
                      <a:gd name="T8" fmla="*/ 0 w 213"/>
                      <a:gd name="T9" fmla="*/ 1 h 1198"/>
                      <a:gd name="T10" fmla="*/ 0 w 213"/>
                      <a:gd name="T11" fmla="*/ 1 h 1198"/>
                      <a:gd name="T12" fmla="*/ 0 w 213"/>
                      <a:gd name="T13" fmla="*/ 1 h 1198"/>
                      <a:gd name="T14" fmla="*/ 0 w 213"/>
                      <a:gd name="T15" fmla="*/ 2 h 1198"/>
                      <a:gd name="T16" fmla="*/ 0 w 213"/>
                      <a:gd name="T17" fmla="*/ 2 h 1198"/>
                      <a:gd name="T18" fmla="*/ 0 w 213"/>
                      <a:gd name="T19" fmla="*/ 2 h 1198"/>
                      <a:gd name="T20" fmla="*/ 0 w 213"/>
                      <a:gd name="T21" fmla="*/ 2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5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6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7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8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 w 599"/>
                      <a:gd name="T1" fmla="*/ 0 h 2082"/>
                      <a:gd name="T2" fmla="*/ 1 w 599"/>
                      <a:gd name="T3" fmla="*/ 0 h 2082"/>
                      <a:gd name="T4" fmla="*/ 1 w 599"/>
                      <a:gd name="T5" fmla="*/ 0 h 2082"/>
                      <a:gd name="T6" fmla="*/ 1 w 599"/>
                      <a:gd name="T7" fmla="*/ 0 h 2082"/>
                      <a:gd name="T8" fmla="*/ 0 w 599"/>
                      <a:gd name="T9" fmla="*/ 1 h 2082"/>
                      <a:gd name="T10" fmla="*/ 0 w 599"/>
                      <a:gd name="T11" fmla="*/ 1 h 2082"/>
                      <a:gd name="T12" fmla="*/ 0 w 599"/>
                      <a:gd name="T13" fmla="*/ 1 h 2082"/>
                      <a:gd name="T14" fmla="*/ 0 w 599"/>
                      <a:gd name="T15" fmla="*/ 1 h 2082"/>
                      <a:gd name="T16" fmla="*/ 0 w 599"/>
                      <a:gd name="T17" fmla="*/ 2 h 2082"/>
                      <a:gd name="T18" fmla="*/ 0 w 599"/>
                      <a:gd name="T19" fmla="*/ 2 h 2082"/>
                      <a:gd name="T20" fmla="*/ 0 w 599"/>
                      <a:gd name="T21" fmla="*/ 2 h 2082"/>
                      <a:gd name="T22" fmla="*/ 0 w 599"/>
                      <a:gd name="T23" fmla="*/ 2 h 2082"/>
                      <a:gd name="T24" fmla="*/ 0 w 599"/>
                      <a:gd name="T25" fmla="*/ 3 h 2082"/>
                      <a:gd name="T26" fmla="*/ 0 w 599"/>
                      <a:gd name="T27" fmla="*/ 3 h 2082"/>
                      <a:gd name="T28" fmla="*/ 0 w 599"/>
                      <a:gd name="T29" fmla="*/ 3 h 2082"/>
                      <a:gd name="T30" fmla="*/ 0 w 599"/>
                      <a:gd name="T31" fmla="*/ 3 h 2082"/>
                      <a:gd name="T32" fmla="*/ 0 w 599"/>
                      <a:gd name="T33" fmla="*/ 4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69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 w 609"/>
                      <a:gd name="T1" fmla="*/ 0 h 2105"/>
                      <a:gd name="T2" fmla="*/ 1 w 609"/>
                      <a:gd name="T3" fmla="*/ 0 h 2105"/>
                      <a:gd name="T4" fmla="*/ 1 w 609"/>
                      <a:gd name="T5" fmla="*/ 0 h 2105"/>
                      <a:gd name="T6" fmla="*/ 1 w 609"/>
                      <a:gd name="T7" fmla="*/ 0 h 2105"/>
                      <a:gd name="T8" fmla="*/ 1 w 609"/>
                      <a:gd name="T9" fmla="*/ 1 h 2105"/>
                      <a:gd name="T10" fmla="*/ 0 w 609"/>
                      <a:gd name="T11" fmla="*/ 1 h 2105"/>
                      <a:gd name="T12" fmla="*/ 0 w 609"/>
                      <a:gd name="T13" fmla="*/ 1 h 2105"/>
                      <a:gd name="T14" fmla="*/ 0 w 609"/>
                      <a:gd name="T15" fmla="*/ 1 h 2105"/>
                      <a:gd name="T16" fmla="*/ 0 w 609"/>
                      <a:gd name="T17" fmla="*/ 2 h 2105"/>
                      <a:gd name="T18" fmla="*/ 0 w 609"/>
                      <a:gd name="T19" fmla="*/ 2 h 2105"/>
                      <a:gd name="T20" fmla="*/ 0 w 609"/>
                      <a:gd name="T21" fmla="*/ 2 h 2105"/>
                      <a:gd name="T22" fmla="*/ 0 w 609"/>
                      <a:gd name="T23" fmla="*/ 2 h 2105"/>
                      <a:gd name="T24" fmla="*/ 0 w 609"/>
                      <a:gd name="T25" fmla="*/ 3 h 2105"/>
                      <a:gd name="T26" fmla="*/ 0 w 609"/>
                      <a:gd name="T27" fmla="*/ 3 h 2105"/>
                      <a:gd name="T28" fmla="*/ 0 w 609"/>
                      <a:gd name="T29" fmla="*/ 3 h 2105"/>
                      <a:gd name="T30" fmla="*/ 0 w 609"/>
                      <a:gd name="T31" fmla="*/ 3 h 2105"/>
                      <a:gd name="T32" fmla="*/ 0 w 609"/>
                      <a:gd name="T33" fmla="*/ 3 h 2105"/>
                      <a:gd name="T34" fmla="*/ 0 w 609"/>
                      <a:gd name="T35" fmla="*/ 4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0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 w 637"/>
                      <a:gd name="T1" fmla="*/ 0 h 2101"/>
                      <a:gd name="T2" fmla="*/ 1 w 637"/>
                      <a:gd name="T3" fmla="*/ 0 h 2101"/>
                      <a:gd name="T4" fmla="*/ 1 w 637"/>
                      <a:gd name="T5" fmla="*/ 0 h 2101"/>
                      <a:gd name="T6" fmla="*/ 1 w 637"/>
                      <a:gd name="T7" fmla="*/ 0 h 2101"/>
                      <a:gd name="T8" fmla="*/ 1 w 637"/>
                      <a:gd name="T9" fmla="*/ 1 h 2101"/>
                      <a:gd name="T10" fmla="*/ 1 w 637"/>
                      <a:gd name="T11" fmla="*/ 1 h 2101"/>
                      <a:gd name="T12" fmla="*/ 0 w 637"/>
                      <a:gd name="T13" fmla="*/ 1 h 2101"/>
                      <a:gd name="T14" fmla="*/ 0 w 637"/>
                      <a:gd name="T15" fmla="*/ 1 h 2101"/>
                      <a:gd name="T16" fmla="*/ 0 w 637"/>
                      <a:gd name="T17" fmla="*/ 2 h 2101"/>
                      <a:gd name="T18" fmla="*/ 0 w 637"/>
                      <a:gd name="T19" fmla="*/ 2 h 2101"/>
                      <a:gd name="T20" fmla="*/ 0 w 637"/>
                      <a:gd name="T21" fmla="*/ 2 h 2101"/>
                      <a:gd name="T22" fmla="*/ 0 w 637"/>
                      <a:gd name="T23" fmla="*/ 2 h 2101"/>
                      <a:gd name="T24" fmla="*/ 0 w 637"/>
                      <a:gd name="T25" fmla="*/ 3 h 2101"/>
                      <a:gd name="T26" fmla="*/ 0 w 637"/>
                      <a:gd name="T27" fmla="*/ 3 h 2101"/>
                      <a:gd name="T28" fmla="*/ 0 w 637"/>
                      <a:gd name="T29" fmla="*/ 3 h 2101"/>
                      <a:gd name="T30" fmla="*/ 0 w 637"/>
                      <a:gd name="T31" fmla="*/ 3 h 2101"/>
                      <a:gd name="T32" fmla="*/ 0 w 637"/>
                      <a:gd name="T33" fmla="*/ 3 h 2101"/>
                      <a:gd name="T34" fmla="*/ 0 w 637"/>
                      <a:gd name="T35" fmla="*/ 3 h 2101"/>
                      <a:gd name="T36" fmla="*/ 0 w 637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1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 w 662"/>
                      <a:gd name="T1" fmla="*/ 0 h 2110"/>
                      <a:gd name="T2" fmla="*/ 1 w 662"/>
                      <a:gd name="T3" fmla="*/ 0 h 2110"/>
                      <a:gd name="T4" fmla="*/ 1 w 662"/>
                      <a:gd name="T5" fmla="*/ 0 h 2110"/>
                      <a:gd name="T6" fmla="*/ 1 w 662"/>
                      <a:gd name="T7" fmla="*/ 1 h 2110"/>
                      <a:gd name="T8" fmla="*/ 1 w 662"/>
                      <a:gd name="T9" fmla="*/ 1 h 2110"/>
                      <a:gd name="T10" fmla="*/ 1 w 662"/>
                      <a:gd name="T11" fmla="*/ 1 h 2110"/>
                      <a:gd name="T12" fmla="*/ 1 w 662"/>
                      <a:gd name="T13" fmla="*/ 1 h 2110"/>
                      <a:gd name="T14" fmla="*/ 1 w 662"/>
                      <a:gd name="T15" fmla="*/ 1 h 2110"/>
                      <a:gd name="T16" fmla="*/ 1 w 662"/>
                      <a:gd name="T17" fmla="*/ 2 h 2110"/>
                      <a:gd name="T18" fmla="*/ 1 w 662"/>
                      <a:gd name="T19" fmla="*/ 2 h 2110"/>
                      <a:gd name="T20" fmla="*/ 1 w 662"/>
                      <a:gd name="T21" fmla="*/ 2 h 2110"/>
                      <a:gd name="T22" fmla="*/ 1 w 662"/>
                      <a:gd name="T23" fmla="*/ 2 h 2110"/>
                      <a:gd name="T24" fmla="*/ 0 w 662"/>
                      <a:gd name="T25" fmla="*/ 3 h 2110"/>
                      <a:gd name="T26" fmla="*/ 0 w 662"/>
                      <a:gd name="T27" fmla="*/ 3 h 2110"/>
                      <a:gd name="T28" fmla="*/ 0 w 662"/>
                      <a:gd name="T29" fmla="*/ 3 h 2110"/>
                      <a:gd name="T30" fmla="*/ 0 w 662"/>
                      <a:gd name="T31" fmla="*/ 3 h 2110"/>
                      <a:gd name="T32" fmla="*/ 0 w 662"/>
                      <a:gd name="T33" fmla="*/ 3 h 2110"/>
                      <a:gd name="T34" fmla="*/ 0 w 662"/>
                      <a:gd name="T35" fmla="*/ 3 h 2110"/>
                      <a:gd name="T36" fmla="*/ 0 w 662"/>
                      <a:gd name="T37" fmla="*/ 4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2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 w 662"/>
                      <a:gd name="T1" fmla="*/ 0 h 2111"/>
                      <a:gd name="T2" fmla="*/ 1 w 662"/>
                      <a:gd name="T3" fmla="*/ 0 h 2111"/>
                      <a:gd name="T4" fmla="*/ 1 w 662"/>
                      <a:gd name="T5" fmla="*/ 0 h 2111"/>
                      <a:gd name="T6" fmla="*/ 1 w 662"/>
                      <a:gd name="T7" fmla="*/ 1 h 2111"/>
                      <a:gd name="T8" fmla="*/ 1 w 662"/>
                      <a:gd name="T9" fmla="*/ 1 h 2111"/>
                      <a:gd name="T10" fmla="*/ 1 w 662"/>
                      <a:gd name="T11" fmla="*/ 1 h 2111"/>
                      <a:gd name="T12" fmla="*/ 1 w 662"/>
                      <a:gd name="T13" fmla="*/ 1 h 2111"/>
                      <a:gd name="T14" fmla="*/ 1 w 662"/>
                      <a:gd name="T15" fmla="*/ 1 h 2111"/>
                      <a:gd name="T16" fmla="*/ 1 w 662"/>
                      <a:gd name="T17" fmla="*/ 2 h 2111"/>
                      <a:gd name="T18" fmla="*/ 1 w 662"/>
                      <a:gd name="T19" fmla="*/ 2 h 2111"/>
                      <a:gd name="T20" fmla="*/ 1 w 662"/>
                      <a:gd name="T21" fmla="*/ 2 h 2111"/>
                      <a:gd name="T22" fmla="*/ 1 w 662"/>
                      <a:gd name="T23" fmla="*/ 2 h 2111"/>
                      <a:gd name="T24" fmla="*/ 1 w 662"/>
                      <a:gd name="T25" fmla="*/ 3 h 2111"/>
                      <a:gd name="T26" fmla="*/ 1 w 662"/>
                      <a:gd name="T27" fmla="*/ 3 h 2111"/>
                      <a:gd name="T28" fmla="*/ 0 w 662"/>
                      <a:gd name="T29" fmla="*/ 3 h 2111"/>
                      <a:gd name="T30" fmla="*/ 0 w 662"/>
                      <a:gd name="T31" fmla="*/ 3 h 2111"/>
                      <a:gd name="T32" fmla="*/ 0 w 662"/>
                      <a:gd name="T33" fmla="*/ 3 h 2111"/>
                      <a:gd name="T34" fmla="*/ 0 w 662"/>
                      <a:gd name="T35" fmla="*/ 3 h 2111"/>
                      <a:gd name="T36" fmla="*/ 0 w 662"/>
                      <a:gd name="T37" fmla="*/ 4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3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 w 626"/>
                      <a:gd name="T1" fmla="*/ 0 h 2101"/>
                      <a:gd name="T2" fmla="*/ 1 w 626"/>
                      <a:gd name="T3" fmla="*/ 0 h 2101"/>
                      <a:gd name="T4" fmla="*/ 1 w 626"/>
                      <a:gd name="T5" fmla="*/ 0 h 2101"/>
                      <a:gd name="T6" fmla="*/ 1 w 626"/>
                      <a:gd name="T7" fmla="*/ 1 h 2101"/>
                      <a:gd name="T8" fmla="*/ 1 w 626"/>
                      <a:gd name="T9" fmla="*/ 1 h 2101"/>
                      <a:gd name="T10" fmla="*/ 1 w 626"/>
                      <a:gd name="T11" fmla="*/ 1 h 2101"/>
                      <a:gd name="T12" fmla="*/ 1 w 626"/>
                      <a:gd name="T13" fmla="*/ 1 h 2101"/>
                      <a:gd name="T14" fmla="*/ 1 w 626"/>
                      <a:gd name="T15" fmla="*/ 1 h 2101"/>
                      <a:gd name="T16" fmla="*/ 1 w 626"/>
                      <a:gd name="T17" fmla="*/ 2 h 2101"/>
                      <a:gd name="T18" fmla="*/ 1 w 626"/>
                      <a:gd name="T19" fmla="*/ 2 h 2101"/>
                      <a:gd name="T20" fmla="*/ 1 w 626"/>
                      <a:gd name="T21" fmla="*/ 2 h 2101"/>
                      <a:gd name="T22" fmla="*/ 1 w 626"/>
                      <a:gd name="T23" fmla="*/ 2 h 2101"/>
                      <a:gd name="T24" fmla="*/ 1 w 626"/>
                      <a:gd name="T25" fmla="*/ 3 h 2101"/>
                      <a:gd name="T26" fmla="*/ 1 w 626"/>
                      <a:gd name="T27" fmla="*/ 3 h 2101"/>
                      <a:gd name="T28" fmla="*/ 1 w 626"/>
                      <a:gd name="T29" fmla="*/ 3 h 2101"/>
                      <a:gd name="T30" fmla="*/ 0 w 626"/>
                      <a:gd name="T31" fmla="*/ 3 h 2101"/>
                      <a:gd name="T32" fmla="*/ 0 w 626"/>
                      <a:gd name="T33" fmla="*/ 3 h 2101"/>
                      <a:gd name="T34" fmla="*/ 0 w 626"/>
                      <a:gd name="T35" fmla="*/ 3 h 2101"/>
                      <a:gd name="T36" fmla="*/ 0 w 626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4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5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6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7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8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79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0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1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2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3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4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5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6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7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8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89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0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1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2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0 w 360"/>
                      <a:gd name="T3" fmla="*/ 0 h 226"/>
                      <a:gd name="T4" fmla="*/ 1 w 360"/>
                      <a:gd name="T5" fmla="*/ 0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3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4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0 w 253"/>
                      <a:gd name="T1" fmla="*/ 0 h 264"/>
                      <a:gd name="T2" fmla="*/ 0 w 253"/>
                      <a:gd name="T3" fmla="*/ 0 h 264"/>
                      <a:gd name="T4" fmla="*/ 0 w 253"/>
                      <a:gd name="T5" fmla="*/ 0 h 264"/>
                      <a:gd name="T6" fmla="*/ 0 w 253"/>
                      <a:gd name="T7" fmla="*/ 1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5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0 w 890"/>
                      <a:gd name="T3" fmla="*/ 0 h 2059"/>
                      <a:gd name="T4" fmla="*/ 0 w 890"/>
                      <a:gd name="T5" fmla="*/ 0 h 2059"/>
                      <a:gd name="T6" fmla="*/ 0 w 890"/>
                      <a:gd name="T7" fmla="*/ 0 h 2059"/>
                      <a:gd name="T8" fmla="*/ 1 w 890"/>
                      <a:gd name="T9" fmla="*/ 1 h 2059"/>
                      <a:gd name="T10" fmla="*/ 1 w 890"/>
                      <a:gd name="T11" fmla="*/ 1 h 2059"/>
                      <a:gd name="T12" fmla="*/ 1 w 890"/>
                      <a:gd name="T13" fmla="*/ 1 h 2059"/>
                      <a:gd name="T14" fmla="*/ 1 w 890"/>
                      <a:gd name="T15" fmla="*/ 1 h 2059"/>
                      <a:gd name="T16" fmla="*/ 1 w 890"/>
                      <a:gd name="T17" fmla="*/ 1 h 2059"/>
                      <a:gd name="T18" fmla="*/ 1 w 890"/>
                      <a:gd name="T19" fmla="*/ 2 h 2059"/>
                      <a:gd name="T20" fmla="*/ 1 w 890"/>
                      <a:gd name="T21" fmla="*/ 2 h 2059"/>
                      <a:gd name="T22" fmla="*/ 1 w 890"/>
                      <a:gd name="T23" fmla="*/ 2 h 2059"/>
                      <a:gd name="T24" fmla="*/ 1 w 890"/>
                      <a:gd name="T25" fmla="*/ 2 h 2059"/>
                      <a:gd name="T26" fmla="*/ 1 w 890"/>
                      <a:gd name="T27" fmla="*/ 3 h 2059"/>
                      <a:gd name="T28" fmla="*/ 1 w 890"/>
                      <a:gd name="T29" fmla="*/ 3 h 2059"/>
                      <a:gd name="T30" fmla="*/ 1 w 890"/>
                      <a:gd name="T31" fmla="*/ 3 h 2059"/>
                      <a:gd name="T32" fmla="*/ 1 w 890"/>
                      <a:gd name="T33" fmla="*/ 3 h 2059"/>
                      <a:gd name="T34" fmla="*/ 1 w 890"/>
                      <a:gd name="T35" fmla="*/ 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6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0 w 930"/>
                      <a:gd name="T3" fmla="*/ 0 h 2036"/>
                      <a:gd name="T4" fmla="*/ 0 w 930"/>
                      <a:gd name="T5" fmla="*/ 0 h 2036"/>
                      <a:gd name="T6" fmla="*/ 1 w 930"/>
                      <a:gd name="T7" fmla="*/ 0 h 2036"/>
                      <a:gd name="T8" fmla="*/ 1 w 930"/>
                      <a:gd name="T9" fmla="*/ 1 h 2036"/>
                      <a:gd name="T10" fmla="*/ 1 w 930"/>
                      <a:gd name="T11" fmla="*/ 1 h 2036"/>
                      <a:gd name="T12" fmla="*/ 1 w 930"/>
                      <a:gd name="T13" fmla="*/ 1 h 2036"/>
                      <a:gd name="T14" fmla="*/ 1 w 930"/>
                      <a:gd name="T15" fmla="*/ 1 h 2036"/>
                      <a:gd name="T16" fmla="*/ 1 w 930"/>
                      <a:gd name="T17" fmla="*/ 1 h 2036"/>
                      <a:gd name="T18" fmla="*/ 1 w 930"/>
                      <a:gd name="T19" fmla="*/ 2 h 2036"/>
                      <a:gd name="T20" fmla="*/ 1 w 930"/>
                      <a:gd name="T21" fmla="*/ 2 h 2036"/>
                      <a:gd name="T22" fmla="*/ 1 w 930"/>
                      <a:gd name="T23" fmla="*/ 2 h 2036"/>
                      <a:gd name="T24" fmla="*/ 1 w 930"/>
                      <a:gd name="T25" fmla="*/ 2 h 2036"/>
                      <a:gd name="T26" fmla="*/ 1 w 930"/>
                      <a:gd name="T27" fmla="*/ 3 h 2036"/>
                      <a:gd name="T28" fmla="*/ 1 w 930"/>
                      <a:gd name="T29" fmla="*/ 3 h 2036"/>
                      <a:gd name="T30" fmla="*/ 1 w 930"/>
                      <a:gd name="T31" fmla="*/ 3 h 2036"/>
                      <a:gd name="T32" fmla="*/ 1 w 930"/>
                      <a:gd name="T33" fmla="*/ 3 h 2036"/>
                      <a:gd name="T34" fmla="*/ 1 w 930"/>
                      <a:gd name="T35" fmla="*/ 3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7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0 w 952"/>
                      <a:gd name="T3" fmla="*/ 0 h 1986"/>
                      <a:gd name="T4" fmla="*/ 0 w 952"/>
                      <a:gd name="T5" fmla="*/ 0 h 1986"/>
                      <a:gd name="T6" fmla="*/ 1 w 952"/>
                      <a:gd name="T7" fmla="*/ 1 h 1986"/>
                      <a:gd name="T8" fmla="*/ 1 w 952"/>
                      <a:gd name="T9" fmla="*/ 1 h 1986"/>
                      <a:gd name="T10" fmla="*/ 1 w 952"/>
                      <a:gd name="T11" fmla="*/ 1 h 1986"/>
                      <a:gd name="T12" fmla="*/ 1 w 952"/>
                      <a:gd name="T13" fmla="*/ 1 h 1986"/>
                      <a:gd name="T14" fmla="*/ 1 w 952"/>
                      <a:gd name="T15" fmla="*/ 1 h 1986"/>
                      <a:gd name="T16" fmla="*/ 1 w 952"/>
                      <a:gd name="T17" fmla="*/ 2 h 1986"/>
                      <a:gd name="T18" fmla="*/ 1 w 952"/>
                      <a:gd name="T19" fmla="*/ 2 h 1986"/>
                      <a:gd name="T20" fmla="*/ 1 w 952"/>
                      <a:gd name="T21" fmla="*/ 2 h 1986"/>
                      <a:gd name="T22" fmla="*/ 1 w 952"/>
                      <a:gd name="T23" fmla="*/ 2 h 1986"/>
                      <a:gd name="T24" fmla="*/ 1 w 952"/>
                      <a:gd name="T25" fmla="*/ 3 h 1986"/>
                      <a:gd name="T26" fmla="*/ 1 w 952"/>
                      <a:gd name="T27" fmla="*/ 3 h 1986"/>
                      <a:gd name="T28" fmla="*/ 1 w 952"/>
                      <a:gd name="T29" fmla="*/ 3 h 1986"/>
                      <a:gd name="T30" fmla="*/ 1 w 952"/>
                      <a:gd name="T31" fmla="*/ 3 h 1986"/>
                      <a:gd name="T32" fmla="*/ 1 w 952"/>
                      <a:gd name="T33" fmla="*/ 3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8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0 w 107"/>
                      <a:gd name="T1" fmla="*/ 0 h 2101"/>
                      <a:gd name="T2" fmla="*/ 0 w 107"/>
                      <a:gd name="T3" fmla="*/ 0 h 2101"/>
                      <a:gd name="T4" fmla="*/ 0 w 107"/>
                      <a:gd name="T5" fmla="*/ 0 h 2101"/>
                      <a:gd name="T6" fmla="*/ 0 w 107"/>
                      <a:gd name="T7" fmla="*/ 1 h 2101"/>
                      <a:gd name="T8" fmla="*/ 0 w 107"/>
                      <a:gd name="T9" fmla="*/ 1 h 2101"/>
                      <a:gd name="T10" fmla="*/ 0 w 107"/>
                      <a:gd name="T11" fmla="*/ 1 h 2101"/>
                      <a:gd name="T12" fmla="*/ 0 w 107"/>
                      <a:gd name="T13" fmla="*/ 1 h 2101"/>
                      <a:gd name="T14" fmla="*/ 0 w 107"/>
                      <a:gd name="T15" fmla="*/ 1 h 2101"/>
                      <a:gd name="T16" fmla="*/ 0 w 107"/>
                      <a:gd name="T17" fmla="*/ 2 h 2101"/>
                      <a:gd name="T18" fmla="*/ 0 w 107"/>
                      <a:gd name="T19" fmla="*/ 2 h 2101"/>
                      <a:gd name="T20" fmla="*/ 0 w 107"/>
                      <a:gd name="T21" fmla="*/ 2 h 2101"/>
                      <a:gd name="T22" fmla="*/ 0 w 107"/>
                      <a:gd name="T23" fmla="*/ 2 h 2101"/>
                      <a:gd name="T24" fmla="*/ 0 w 107"/>
                      <a:gd name="T25" fmla="*/ 3 h 2101"/>
                      <a:gd name="T26" fmla="*/ 0 w 107"/>
                      <a:gd name="T27" fmla="*/ 3 h 2101"/>
                      <a:gd name="T28" fmla="*/ 0 w 107"/>
                      <a:gd name="T29" fmla="*/ 3 h 2101"/>
                      <a:gd name="T30" fmla="*/ 0 w 107"/>
                      <a:gd name="T31" fmla="*/ 3 h 2101"/>
                      <a:gd name="T32" fmla="*/ 0 w 107"/>
                      <a:gd name="T33" fmla="*/ 3 h 2101"/>
                      <a:gd name="T34" fmla="*/ 0 w 107"/>
                      <a:gd name="T35" fmla="*/ 4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99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0 w 204"/>
                      <a:gd name="T1" fmla="*/ 0 h 2106"/>
                      <a:gd name="T2" fmla="*/ 0 w 204"/>
                      <a:gd name="T3" fmla="*/ 0 h 2106"/>
                      <a:gd name="T4" fmla="*/ 0 w 204"/>
                      <a:gd name="T5" fmla="*/ 0 h 2106"/>
                      <a:gd name="T6" fmla="*/ 0 w 204"/>
                      <a:gd name="T7" fmla="*/ 1 h 2106"/>
                      <a:gd name="T8" fmla="*/ 0 w 204"/>
                      <a:gd name="T9" fmla="*/ 1 h 2106"/>
                      <a:gd name="T10" fmla="*/ 0 w 204"/>
                      <a:gd name="T11" fmla="*/ 1 h 2106"/>
                      <a:gd name="T12" fmla="*/ 0 w 204"/>
                      <a:gd name="T13" fmla="*/ 1 h 2106"/>
                      <a:gd name="T14" fmla="*/ 0 w 204"/>
                      <a:gd name="T15" fmla="*/ 1 h 2106"/>
                      <a:gd name="T16" fmla="*/ 0 w 204"/>
                      <a:gd name="T17" fmla="*/ 2 h 2106"/>
                      <a:gd name="T18" fmla="*/ 0 w 204"/>
                      <a:gd name="T19" fmla="*/ 2 h 2106"/>
                      <a:gd name="T20" fmla="*/ 0 w 204"/>
                      <a:gd name="T21" fmla="*/ 2 h 2106"/>
                      <a:gd name="T22" fmla="*/ 0 w 204"/>
                      <a:gd name="T23" fmla="*/ 2 h 2106"/>
                      <a:gd name="T24" fmla="*/ 0 w 204"/>
                      <a:gd name="T25" fmla="*/ 3 h 2106"/>
                      <a:gd name="T26" fmla="*/ 0 w 204"/>
                      <a:gd name="T27" fmla="*/ 3 h 2106"/>
                      <a:gd name="T28" fmla="*/ 0 w 204"/>
                      <a:gd name="T29" fmla="*/ 3 h 2106"/>
                      <a:gd name="T30" fmla="*/ 0 w 204"/>
                      <a:gd name="T31" fmla="*/ 3 h 2106"/>
                      <a:gd name="T32" fmla="*/ 0 w 204"/>
                      <a:gd name="T33" fmla="*/ 3 h 2106"/>
                      <a:gd name="T34" fmla="*/ 0 w 204"/>
                      <a:gd name="T35" fmla="*/ 4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0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0 w 285"/>
                      <a:gd name="T1" fmla="*/ 0 h 2110"/>
                      <a:gd name="T2" fmla="*/ 0 w 285"/>
                      <a:gd name="T3" fmla="*/ 0 h 2110"/>
                      <a:gd name="T4" fmla="*/ 0 w 285"/>
                      <a:gd name="T5" fmla="*/ 0 h 2110"/>
                      <a:gd name="T6" fmla="*/ 0 w 285"/>
                      <a:gd name="T7" fmla="*/ 1 h 2110"/>
                      <a:gd name="T8" fmla="*/ 0 w 285"/>
                      <a:gd name="T9" fmla="*/ 1 h 2110"/>
                      <a:gd name="T10" fmla="*/ 0 w 285"/>
                      <a:gd name="T11" fmla="*/ 1 h 2110"/>
                      <a:gd name="T12" fmla="*/ 0 w 285"/>
                      <a:gd name="T13" fmla="*/ 1 h 2110"/>
                      <a:gd name="T14" fmla="*/ 0 w 285"/>
                      <a:gd name="T15" fmla="*/ 1 h 2110"/>
                      <a:gd name="T16" fmla="*/ 0 w 285"/>
                      <a:gd name="T17" fmla="*/ 2 h 2110"/>
                      <a:gd name="T18" fmla="*/ 0 w 285"/>
                      <a:gd name="T19" fmla="*/ 2 h 2110"/>
                      <a:gd name="T20" fmla="*/ 0 w 285"/>
                      <a:gd name="T21" fmla="*/ 2 h 2110"/>
                      <a:gd name="T22" fmla="*/ 0 w 285"/>
                      <a:gd name="T23" fmla="*/ 2 h 2110"/>
                      <a:gd name="T24" fmla="*/ 0 w 285"/>
                      <a:gd name="T25" fmla="*/ 3 h 2110"/>
                      <a:gd name="T26" fmla="*/ 0 w 285"/>
                      <a:gd name="T27" fmla="*/ 3 h 2110"/>
                      <a:gd name="T28" fmla="*/ 0 w 285"/>
                      <a:gd name="T29" fmla="*/ 3 h 2110"/>
                      <a:gd name="T30" fmla="*/ 0 w 285"/>
                      <a:gd name="T31" fmla="*/ 3 h 2110"/>
                      <a:gd name="T32" fmla="*/ 0 w 285"/>
                      <a:gd name="T33" fmla="*/ 3 h 2110"/>
                      <a:gd name="T34" fmla="*/ 0 w 285"/>
                      <a:gd name="T35" fmla="*/ 4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1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0 w 355"/>
                      <a:gd name="T1" fmla="*/ 0 h 2091"/>
                      <a:gd name="T2" fmla="*/ 0 w 355"/>
                      <a:gd name="T3" fmla="*/ 0 h 2091"/>
                      <a:gd name="T4" fmla="*/ 0 w 355"/>
                      <a:gd name="T5" fmla="*/ 0 h 2091"/>
                      <a:gd name="T6" fmla="*/ 0 w 355"/>
                      <a:gd name="T7" fmla="*/ 1 h 2091"/>
                      <a:gd name="T8" fmla="*/ 0 w 355"/>
                      <a:gd name="T9" fmla="*/ 1 h 2091"/>
                      <a:gd name="T10" fmla="*/ 0 w 355"/>
                      <a:gd name="T11" fmla="*/ 1 h 2091"/>
                      <a:gd name="T12" fmla="*/ 1 w 355"/>
                      <a:gd name="T13" fmla="*/ 1 h 2091"/>
                      <a:gd name="T14" fmla="*/ 1 w 355"/>
                      <a:gd name="T15" fmla="*/ 1 h 2091"/>
                      <a:gd name="T16" fmla="*/ 1 w 355"/>
                      <a:gd name="T17" fmla="*/ 2 h 2091"/>
                      <a:gd name="T18" fmla="*/ 1 w 355"/>
                      <a:gd name="T19" fmla="*/ 2 h 2091"/>
                      <a:gd name="T20" fmla="*/ 1 w 355"/>
                      <a:gd name="T21" fmla="*/ 2 h 2091"/>
                      <a:gd name="T22" fmla="*/ 1 w 355"/>
                      <a:gd name="T23" fmla="*/ 2 h 2091"/>
                      <a:gd name="T24" fmla="*/ 0 w 355"/>
                      <a:gd name="T25" fmla="*/ 3 h 2091"/>
                      <a:gd name="T26" fmla="*/ 0 w 355"/>
                      <a:gd name="T27" fmla="*/ 3 h 2091"/>
                      <a:gd name="T28" fmla="*/ 0 w 355"/>
                      <a:gd name="T29" fmla="*/ 3 h 2091"/>
                      <a:gd name="T30" fmla="*/ 0 w 355"/>
                      <a:gd name="T31" fmla="*/ 3 h 2091"/>
                      <a:gd name="T32" fmla="*/ 0 w 355"/>
                      <a:gd name="T33" fmla="*/ 3 h 2091"/>
                      <a:gd name="T34" fmla="*/ 0 w 355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2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0 w 432"/>
                      <a:gd name="T1" fmla="*/ 0 h 2072"/>
                      <a:gd name="T2" fmla="*/ 0 w 432"/>
                      <a:gd name="T3" fmla="*/ 0 h 2072"/>
                      <a:gd name="T4" fmla="*/ 0 w 432"/>
                      <a:gd name="T5" fmla="*/ 0 h 2072"/>
                      <a:gd name="T6" fmla="*/ 0 w 432"/>
                      <a:gd name="T7" fmla="*/ 1 h 2072"/>
                      <a:gd name="T8" fmla="*/ 0 w 432"/>
                      <a:gd name="T9" fmla="*/ 1 h 2072"/>
                      <a:gd name="T10" fmla="*/ 0 w 432"/>
                      <a:gd name="T11" fmla="*/ 1 h 2072"/>
                      <a:gd name="T12" fmla="*/ 1 w 432"/>
                      <a:gd name="T13" fmla="*/ 1 h 2072"/>
                      <a:gd name="T14" fmla="*/ 1 w 432"/>
                      <a:gd name="T15" fmla="*/ 1 h 2072"/>
                      <a:gd name="T16" fmla="*/ 1 w 432"/>
                      <a:gd name="T17" fmla="*/ 2 h 2072"/>
                      <a:gd name="T18" fmla="*/ 1 w 432"/>
                      <a:gd name="T19" fmla="*/ 2 h 2072"/>
                      <a:gd name="T20" fmla="*/ 1 w 432"/>
                      <a:gd name="T21" fmla="*/ 2 h 2072"/>
                      <a:gd name="T22" fmla="*/ 1 w 432"/>
                      <a:gd name="T23" fmla="*/ 2 h 2072"/>
                      <a:gd name="T24" fmla="*/ 1 w 432"/>
                      <a:gd name="T25" fmla="*/ 3 h 2072"/>
                      <a:gd name="T26" fmla="*/ 0 w 432"/>
                      <a:gd name="T27" fmla="*/ 3 h 2072"/>
                      <a:gd name="T28" fmla="*/ 0 w 432"/>
                      <a:gd name="T29" fmla="*/ 3 h 2072"/>
                      <a:gd name="T30" fmla="*/ 0 w 432"/>
                      <a:gd name="T31" fmla="*/ 3 h 2072"/>
                      <a:gd name="T32" fmla="*/ 0 w 432"/>
                      <a:gd name="T33" fmla="*/ 3 h 2072"/>
                      <a:gd name="T34" fmla="*/ 0 w 432"/>
                      <a:gd name="T35" fmla="*/ 4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3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0 w 516"/>
                      <a:gd name="T3" fmla="*/ 0 h 1261"/>
                      <a:gd name="T4" fmla="*/ 0 w 516"/>
                      <a:gd name="T5" fmla="*/ 0 h 1261"/>
                      <a:gd name="T6" fmla="*/ 0 w 516"/>
                      <a:gd name="T7" fmla="*/ 1 h 1261"/>
                      <a:gd name="T8" fmla="*/ 1 w 516"/>
                      <a:gd name="T9" fmla="*/ 1 h 1261"/>
                      <a:gd name="T10" fmla="*/ 1 w 516"/>
                      <a:gd name="T11" fmla="*/ 1 h 1261"/>
                      <a:gd name="T12" fmla="*/ 1 w 516"/>
                      <a:gd name="T13" fmla="*/ 1 h 1261"/>
                      <a:gd name="T14" fmla="*/ 1 w 516"/>
                      <a:gd name="T15" fmla="*/ 1 h 1261"/>
                      <a:gd name="T16" fmla="*/ 1 w 516"/>
                      <a:gd name="T17" fmla="*/ 2 h 1261"/>
                      <a:gd name="T18" fmla="*/ 1 w 516"/>
                      <a:gd name="T19" fmla="*/ 2 h 1261"/>
                      <a:gd name="T20" fmla="*/ 1 w 516"/>
                      <a:gd name="T21" fmla="*/ 2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4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0 w 1064"/>
                      <a:gd name="T3" fmla="*/ 0 h 2091"/>
                      <a:gd name="T4" fmla="*/ 0 w 1064"/>
                      <a:gd name="T5" fmla="*/ 0 h 2091"/>
                      <a:gd name="T6" fmla="*/ 1 w 1064"/>
                      <a:gd name="T7" fmla="*/ 1 h 2091"/>
                      <a:gd name="T8" fmla="*/ 1 w 1064"/>
                      <a:gd name="T9" fmla="*/ 1 h 2091"/>
                      <a:gd name="T10" fmla="*/ 1 w 1064"/>
                      <a:gd name="T11" fmla="*/ 1 h 2091"/>
                      <a:gd name="T12" fmla="*/ 1 w 1064"/>
                      <a:gd name="T13" fmla="*/ 1 h 2091"/>
                      <a:gd name="T14" fmla="*/ 1 w 1064"/>
                      <a:gd name="T15" fmla="*/ 1 h 2091"/>
                      <a:gd name="T16" fmla="*/ 1 w 1064"/>
                      <a:gd name="T17" fmla="*/ 2 h 2091"/>
                      <a:gd name="T18" fmla="*/ 1 w 1064"/>
                      <a:gd name="T19" fmla="*/ 2 h 2091"/>
                      <a:gd name="T20" fmla="*/ 1 w 1064"/>
                      <a:gd name="T21" fmla="*/ 2 h 2091"/>
                      <a:gd name="T22" fmla="*/ 1 w 1064"/>
                      <a:gd name="T23" fmla="*/ 2 h 2091"/>
                      <a:gd name="T24" fmla="*/ 1 w 1064"/>
                      <a:gd name="T25" fmla="*/ 3 h 2091"/>
                      <a:gd name="T26" fmla="*/ 1 w 1064"/>
                      <a:gd name="T27" fmla="*/ 3 h 2091"/>
                      <a:gd name="T28" fmla="*/ 1 w 1064"/>
                      <a:gd name="T29" fmla="*/ 3 h 2091"/>
                      <a:gd name="T30" fmla="*/ 1 w 1064"/>
                      <a:gd name="T31" fmla="*/ 3 h 2091"/>
                      <a:gd name="T32" fmla="*/ 1 w 1064"/>
                      <a:gd name="T33" fmla="*/ 3 h 2091"/>
                      <a:gd name="T34" fmla="*/ 1 w 1064"/>
                      <a:gd name="T35" fmla="*/ 4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5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0 w 1064"/>
                      <a:gd name="T3" fmla="*/ 0 h 2097"/>
                      <a:gd name="T4" fmla="*/ 0 w 1064"/>
                      <a:gd name="T5" fmla="*/ 0 h 2097"/>
                      <a:gd name="T6" fmla="*/ 1 w 1064"/>
                      <a:gd name="T7" fmla="*/ 1 h 2097"/>
                      <a:gd name="T8" fmla="*/ 1 w 1064"/>
                      <a:gd name="T9" fmla="*/ 1 h 2097"/>
                      <a:gd name="T10" fmla="*/ 1 w 1064"/>
                      <a:gd name="T11" fmla="*/ 1 h 2097"/>
                      <a:gd name="T12" fmla="*/ 1 w 1064"/>
                      <a:gd name="T13" fmla="*/ 1 h 2097"/>
                      <a:gd name="T14" fmla="*/ 1 w 1064"/>
                      <a:gd name="T15" fmla="*/ 1 h 2097"/>
                      <a:gd name="T16" fmla="*/ 1 w 1064"/>
                      <a:gd name="T17" fmla="*/ 2 h 2097"/>
                      <a:gd name="T18" fmla="*/ 1 w 1064"/>
                      <a:gd name="T19" fmla="*/ 2 h 2097"/>
                      <a:gd name="T20" fmla="*/ 1 w 1064"/>
                      <a:gd name="T21" fmla="*/ 2 h 2097"/>
                      <a:gd name="T22" fmla="*/ 1 w 1064"/>
                      <a:gd name="T23" fmla="*/ 2 h 2097"/>
                      <a:gd name="T24" fmla="*/ 1 w 1064"/>
                      <a:gd name="T25" fmla="*/ 3 h 2097"/>
                      <a:gd name="T26" fmla="*/ 1 w 1064"/>
                      <a:gd name="T27" fmla="*/ 3 h 2097"/>
                      <a:gd name="T28" fmla="*/ 1 w 1064"/>
                      <a:gd name="T29" fmla="*/ 3 h 2097"/>
                      <a:gd name="T30" fmla="*/ 1 w 1064"/>
                      <a:gd name="T31" fmla="*/ 3 h 2097"/>
                      <a:gd name="T32" fmla="*/ 1 w 1064"/>
                      <a:gd name="T33" fmla="*/ 3 h 2097"/>
                      <a:gd name="T34" fmla="*/ 1 w 106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6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1 w 836"/>
                      <a:gd name="T1" fmla="*/ 0 h 2087"/>
                      <a:gd name="T2" fmla="*/ 1 w 836"/>
                      <a:gd name="T3" fmla="*/ 0 h 2087"/>
                      <a:gd name="T4" fmla="*/ 1 w 836"/>
                      <a:gd name="T5" fmla="*/ 0 h 2087"/>
                      <a:gd name="T6" fmla="*/ 1 w 836"/>
                      <a:gd name="T7" fmla="*/ 1 h 2087"/>
                      <a:gd name="T8" fmla="*/ 1 w 836"/>
                      <a:gd name="T9" fmla="*/ 1 h 2087"/>
                      <a:gd name="T10" fmla="*/ 1 w 836"/>
                      <a:gd name="T11" fmla="*/ 1 h 2087"/>
                      <a:gd name="T12" fmla="*/ 1 w 836"/>
                      <a:gd name="T13" fmla="*/ 1 h 2087"/>
                      <a:gd name="T14" fmla="*/ 1 w 836"/>
                      <a:gd name="T15" fmla="*/ 2 h 2087"/>
                      <a:gd name="T16" fmla="*/ 1 w 836"/>
                      <a:gd name="T17" fmla="*/ 2 h 2087"/>
                      <a:gd name="T18" fmla="*/ 0 w 836"/>
                      <a:gd name="T19" fmla="*/ 2 h 2087"/>
                      <a:gd name="T20" fmla="*/ 0 w 836"/>
                      <a:gd name="T21" fmla="*/ 2 h 2087"/>
                      <a:gd name="T22" fmla="*/ 0 w 836"/>
                      <a:gd name="T23" fmla="*/ 3 h 2087"/>
                      <a:gd name="T24" fmla="*/ 0 w 836"/>
                      <a:gd name="T25" fmla="*/ 3 h 2087"/>
                      <a:gd name="T26" fmla="*/ 0 w 836"/>
                      <a:gd name="T27" fmla="*/ 3 h 2087"/>
                      <a:gd name="T28" fmla="*/ 0 w 836"/>
                      <a:gd name="T29" fmla="*/ 3 h 2087"/>
                      <a:gd name="T30" fmla="*/ 0 w 836"/>
                      <a:gd name="T31" fmla="*/ 3 h 2087"/>
                      <a:gd name="T32" fmla="*/ 0 w 836"/>
                      <a:gd name="T33" fmla="*/ 3 h 2087"/>
                      <a:gd name="T34" fmla="*/ 0 w 836"/>
                      <a:gd name="T35" fmla="*/ 4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7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 w 480"/>
                      <a:gd name="T1" fmla="*/ 0 h 1214"/>
                      <a:gd name="T2" fmla="*/ 1 w 480"/>
                      <a:gd name="T3" fmla="*/ 0 h 1214"/>
                      <a:gd name="T4" fmla="*/ 0 w 480"/>
                      <a:gd name="T5" fmla="*/ 1 h 1214"/>
                      <a:gd name="T6" fmla="*/ 0 w 480"/>
                      <a:gd name="T7" fmla="*/ 1 h 1214"/>
                      <a:gd name="T8" fmla="*/ 0 w 480"/>
                      <a:gd name="T9" fmla="*/ 1 h 1214"/>
                      <a:gd name="T10" fmla="*/ 0 w 480"/>
                      <a:gd name="T11" fmla="*/ 1 h 1214"/>
                      <a:gd name="T12" fmla="*/ 0 w 480"/>
                      <a:gd name="T13" fmla="*/ 1 h 1214"/>
                      <a:gd name="T14" fmla="*/ 0 w 480"/>
                      <a:gd name="T15" fmla="*/ 2 h 1214"/>
                      <a:gd name="T16" fmla="*/ 0 w 480"/>
                      <a:gd name="T17" fmla="*/ 2 h 1214"/>
                      <a:gd name="T18" fmla="*/ 0 w 480"/>
                      <a:gd name="T19" fmla="*/ 2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8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 w 392"/>
                      <a:gd name="T1" fmla="*/ 0 h 2102"/>
                      <a:gd name="T2" fmla="*/ 1 w 392"/>
                      <a:gd name="T3" fmla="*/ 0 h 2102"/>
                      <a:gd name="T4" fmla="*/ 0 w 392"/>
                      <a:gd name="T5" fmla="*/ 0 h 2102"/>
                      <a:gd name="T6" fmla="*/ 0 w 392"/>
                      <a:gd name="T7" fmla="*/ 1 h 2102"/>
                      <a:gd name="T8" fmla="*/ 0 w 392"/>
                      <a:gd name="T9" fmla="*/ 1 h 2102"/>
                      <a:gd name="T10" fmla="*/ 0 w 392"/>
                      <a:gd name="T11" fmla="*/ 1 h 2102"/>
                      <a:gd name="T12" fmla="*/ 0 w 392"/>
                      <a:gd name="T13" fmla="*/ 1 h 2102"/>
                      <a:gd name="T14" fmla="*/ 0 w 392"/>
                      <a:gd name="T15" fmla="*/ 1 h 2102"/>
                      <a:gd name="T16" fmla="*/ 0 w 392"/>
                      <a:gd name="T17" fmla="*/ 2 h 2102"/>
                      <a:gd name="T18" fmla="*/ 0 w 392"/>
                      <a:gd name="T19" fmla="*/ 2 h 2102"/>
                      <a:gd name="T20" fmla="*/ 0 w 392"/>
                      <a:gd name="T21" fmla="*/ 2 h 2102"/>
                      <a:gd name="T22" fmla="*/ 0 w 392"/>
                      <a:gd name="T23" fmla="*/ 2 h 2102"/>
                      <a:gd name="T24" fmla="*/ 0 w 392"/>
                      <a:gd name="T25" fmla="*/ 3 h 2102"/>
                      <a:gd name="T26" fmla="*/ 0 w 392"/>
                      <a:gd name="T27" fmla="*/ 3 h 2102"/>
                      <a:gd name="T28" fmla="*/ 0 w 392"/>
                      <a:gd name="T29" fmla="*/ 3 h 2102"/>
                      <a:gd name="T30" fmla="*/ 0 w 392"/>
                      <a:gd name="T31" fmla="*/ 3 h 2102"/>
                      <a:gd name="T32" fmla="*/ 0 w 392"/>
                      <a:gd name="T33" fmla="*/ 3 h 2102"/>
                      <a:gd name="T34" fmla="*/ 0 w 392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09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1 w 311"/>
                      <a:gd name="T1" fmla="*/ 0 h 2102"/>
                      <a:gd name="T2" fmla="*/ 0 w 311"/>
                      <a:gd name="T3" fmla="*/ 0 h 2102"/>
                      <a:gd name="T4" fmla="*/ 0 w 311"/>
                      <a:gd name="T5" fmla="*/ 0 h 2102"/>
                      <a:gd name="T6" fmla="*/ 0 w 311"/>
                      <a:gd name="T7" fmla="*/ 1 h 2102"/>
                      <a:gd name="T8" fmla="*/ 0 w 311"/>
                      <a:gd name="T9" fmla="*/ 1 h 2102"/>
                      <a:gd name="T10" fmla="*/ 0 w 311"/>
                      <a:gd name="T11" fmla="*/ 1 h 2102"/>
                      <a:gd name="T12" fmla="*/ 0 w 311"/>
                      <a:gd name="T13" fmla="*/ 1 h 2102"/>
                      <a:gd name="T14" fmla="*/ 0 w 311"/>
                      <a:gd name="T15" fmla="*/ 1 h 2102"/>
                      <a:gd name="T16" fmla="*/ 0 w 311"/>
                      <a:gd name="T17" fmla="*/ 2 h 2102"/>
                      <a:gd name="T18" fmla="*/ 0 w 311"/>
                      <a:gd name="T19" fmla="*/ 2 h 2102"/>
                      <a:gd name="T20" fmla="*/ 0 w 311"/>
                      <a:gd name="T21" fmla="*/ 2 h 2102"/>
                      <a:gd name="T22" fmla="*/ 0 w 311"/>
                      <a:gd name="T23" fmla="*/ 2 h 2102"/>
                      <a:gd name="T24" fmla="*/ 0 w 311"/>
                      <a:gd name="T25" fmla="*/ 3 h 2102"/>
                      <a:gd name="T26" fmla="*/ 0 w 311"/>
                      <a:gd name="T27" fmla="*/ 3 h 2102"/>
                      <a:gd name="T28" fmla="*/ 0 w 311"/>
                      <a:gd name="T29" fmla="*/ 3 h 2102"/>
                      <a:gd name="T30" fmla="*/ 0 w 311"/>
                      <a:gd name="T31" fmla="*/ 3 h 2102"/>
                      <a:gd name="T32" fmla="*/ 0 w 311"/>
                      <a:gd name="T33" fmla="*/ 3 h 2102"/>
                      <a:gd name="T34" fmla="*/ 0 w 311"/>
                      <a:gd name="T35" fmla="*/ 4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0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0 w 204"/>
                      <a:gd name="T1" fmla="*/ 0 h 2097"/>
                      <a:gd name="T2" fmla="*/ 0 w 204"/>
                      <a:gd name="T3" fmla="*/ 0 h 2097"/>
                      <a:gd name="T4" fmla="*/ 0 w 204"/>
                      <a:gd name="T5" fmla="*/ 0 h 2097"/>
                      <a:gd name="T6" fmla="*/ 0 w 204"/>
                      <a:gd name="T7" fmla="*/ 1 h 2097"/>
                      <a:gd name="T8" fmla="*/ 0 w 204"/>
                      <a:gd name="T9" fmla="*/ 1 h 2097"/>
                      <a:gd name="T10" fmla="*/ 0 w 204"/>
                      <a:gd name="T11" fmla="*/ 1 h 2097"/>
                      <a:gd name="T12" fmla="*/ 0 w 204"/>
                      <a:gd name="T13" fmla="*/ 1 h 2097"/>
                      <a:gd name="T14" fmla="*/ 0 w 204"/>
                      <a:gd name="T15" fmla="*/ 1 h 2097"/>
                      <a:gd name="T16" fmla="*/ 0 w 204"/>
                      <a:gd name="T17" fmla="*/ 2 h 2097"/>
                      <a:gd name="T18" fmla="*/ 0 w 204"/>
                      <a:gd name="T19" fmla="*/ 2 h 2097"/>
                      <a:gd name="T20" fmla="*/ 0 w 204"/>
                      <a:gd name="T21" fmla="*/ 2 h 2097"/>
                      <a:gd name="T22" fmla="*/ 0 w 204"/>
                      <a:gd name="T23" fmla="*/ 2 h 2097"/>
                      <a:gd name="T24" fmla="*/ 0 w 204"/>
                      <a:gd name="T25" fmla="*/ 3 h 2097"/>
                      <a:gd name="T26" fmla="*/ 0 w 204"/>
                      <a:gd name="T27" fmla="*/ 3 h 2097"/>
                      <a:gd name="T28" fmla="*/ 0 w 204"/>
                      <a:gd name="T29" fmla="*/ 3 h 2097"/>
                      <a:gd name="T30" fmla="*/ 0 w 204"/>
                      <a:gd name="T31" fmla="*/ 3 h 2097"/>
                      <a:gd name="T32" fmla="*/ 0 w 204"/>
                      <a:gd name="T33" fmla="*/ 3 h 2097"/>
                      <a:gd name="T34" fmla="*/ 0 w 204"/>
                      <a:gd name="T35" fmla="*/ 4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1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0 w 120"/>
                      <a:gd name="T1" fmla="*/ 0 h 2111"/>
                      <a:gd name="T2" fmla="*/ 0 w 120"/>
                      <a:gd name="T3" fmla="*/ 0 h 2111"/>
                      <a:gd name="T4" fmla="*/ 0 w 120"/>
                      <a:gd name="T5" fmla="*/ 0 h 2111"/>
                      <a:gd name="T6" fmla="*/ 0 w 120"/>
                      <a:gd name="T7" fmla="*/ 1 h 2111"/>
                      <a:gd name="T8" fmla="*/ 0 w 120"/>
                      <a:gd name="T9" fmla="*/ 1 h 2111"/>
                      <a:gd name="T10" fmla="*/ 0 w 120"/>
                      <a:gd name="T11" fmla="*/ 1 h 2111"/>
                      <a:gd name="T12" fmla="*/ 0 w 120"/>
                      <a:gd name="T13" fmla="*/ 1 h 2111"/>
                      <a:gd name="T14" fmla="*/ 0 w 120"/>
                      <a:gd name="T15" fmla="*/ 1 h 2111"/>
                      <a:gd name="T16" fmla="*/ 0 w 120"/>
                      <a:gd name="T17" fmla="*/ 1 h 2111"/>
                      <a:gd name="T18" fmla="*/ 0 w 120"/>
                      <a:gd name="T19" fmla="*/ 2 h 2111"/>
                      <a:gd name="T20" fmla="*/ 0 w 120"/>
                      <a:gd name="T21" fmla="*/ 2 h 2111"/>
                      <a:gd name="T22" fmla="*/ 0 w 120"/>
                      <a:gd name="T23" fmla="*/ 2 h 2111"/>
                      <a:gd name="T24" fmla="*/ 0 w 120"/>
                      <a:gd name="T25" fmla="*/ 3 h 2111"/>
                      <a:gd name="T26" fmla="*/ 0 w 120"/>
                      <a:gd name="T27" fmla="*/ 3 h 2111"/>
                      <a:gd name="T28" fmla="*/ 0 w 120"/>
                      <a:gd name="T29" fmla="*/ 3 h 2111"/>
                      <a:gd name="T30" fmla="*/ 0 w 120"/>
                      <a:gd name="T31" fmla="*/ 3 h 2111"/>
                      <a:gd name="T32" fmla="*/ 0 w 120"/>
                      <a:gd name="T33" fmla="*/ 3 h 2111"/>
                      <a:gd name="T34" fmla="*/ 0 w 120"/>
                      <a:gd name="T35" fmla="*/ 4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2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0 w 383"/>
                      <a:gd name="T3" fmla="*/ 0 h 2088"/>
                      <a:gd name="T4" fmla="*/ 0 w 383"/>
                      <a:gd name="T5" fmla="*/ 0 h 2088"/>
                      <a:gd name="T6" fmla="*/ 0 w 383"/>
                      <a:gd name="T7" fmla="*/ 1 h 2088"/>
                      <a:gd name="T8" fmla="*/ 0 w 383"/>
                      <a:gd name="T9" fmla="*/ 1 h 2088"/>
                      <a:gd name="T10" fmla="*/ 0 w 383"/>
                      <a:gd name="T11" fmla="*/ 1 h 2088"/>
                      <a:gd name="T12" fmla="*/ 0 w 383"/>
                      <a:gd name="T13" fmla="*/ 1 h 2088"/>
                      <a:gd name="T14" fmla="*/ 0 w 383"/>
                      <a:gd name="T15" fmla="*/ 2 h 2088"/>
                      <a:gd name="T16" fmla="*/ 0 w 383"/>
                      <a:gd name="T17" fmla="*/ 2 h 2088"/>
                      <a:gd name="T18" fmla="*/ 0 w 383"/>
                      <a:gd name="T19" fmla="*/ 2 h 2088"/>
                      <a:gd name="T20" fmla="*/ 0 w 383"/>
                      <a:gd name="T21" fmla="*/ 2 h 2088"/>
                      <a:gd name="T22" fmla="*/ 0 w 383"/>
                      <a:gd name="T23" fmla="*/ 3 h 2088"/>
                      <a:gd name="T24" fmla="*/ 0 w 383"/>
                      <a:gd name="T25" fmla="*/ 3 h 2088"/>
                      <a:gd name="T26" fmla="*/ 0 w 383"/>
                      <a:gd name="T27" fmla="*/ 3 h 2088"/>
                      <a:gd name="T28" fmla="*/ 0 w 383"/>
                      <a:gd name="T29" fmla="*/ 3 h 2088"/>
                      <a:gd name="T30" fmla="*/ 0 w 383"/>
                      <a:gd name="T31" fmla="*/ 3 h 2088"/>
                      <a:gd name="T32" fmla="*/ 1 w 383"/>
                      <a:gd name="T33" fmla="*/ 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3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0 w 423"/>
                      <a:gd name="T3" fmla="*/ 0 h 2111"/>
                      <a:gd name="T4" fmla="*/ 0 w 423"/>
                      <a:gd name="T5" fmla="*/ 0 h 2111"/>
                      <a:gd name="T6" fmla="*/ 0 w 423"/>
                      <a:gd name="T7" fmla="*/ 1 h 2111"/>
                      <a:gd name="T8" fmla="*/ 0 w 423"/>
                      <a:gd name="T9" fmla="*/ 1 h 2111"/>
                      <a:gd name="T10" fmla="*/ 0 w 423"/>
                      <a:gd name="T11" fmla="*/ 1 h 2111"/>
                      <a:gd name="T12" fmla="*/ 0 w 423"/>
                      <a:gd name="T13" fmla="*/ 1 h 2111"/>
                      <a:gd name="T14" fmla="*/ 0 w 423"/>
                      <a:gd name="T15" fmla="*/ 2 h 2111"/>
                      <a:gd name="T16" fmla="*/ 0 w 423"/>
                      <a:gd name="T17" fmla="*/ 2 h 2111"/>
                      <a:gd name="T18" fmla="*/ 0 w 423"/>
                      <a:gd name="T19" fmla="*/ 2 h 2111"/>
                      <a:gd name="T20" fmla="*/ 0 w 423"/>
                      <a:gd name="T21" fmla="*/ 2 h 2111"/>
                      <a:gd name="T22" fmla="*/ 0 w 423"/>
                      <a:gd name="T23" fmla="*/ 3 h 2111"/>
                      <a:gd name="T24" fmla="*/ 0 w 423"/>
                      <a:gd name="T25" fmla="*/ 3 h 2111"/>
                      <a:gd name="T26" fmla="*/ 0 w 423"/>
                      <a:gd name="T27" fmla="*/ 3 h 2111"/>
                      <a:gd name="T28" fmla="*/ 1 w 423"/>
                      <a:gd name="T29" fmla="*/ 3 h 2111"/>
                      <a:gd name="T30" fmla="*/ 1 w 423"/>
                      <a:gd name="T31" fmla="*/ 3 h 2111"/>
                      <a:gd name="T32" fmla="*/ 1 w 423"/>
                      <a:gd name="T33" fmla="*/ 4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4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0 w 419"/>
                      <a:gd name="T3" fmla="*/ 0 h 2101"/>
                      <a:gd name="T4" fmla="*/ 0 w 419"/>
                      <a:gd name="T5" fmla="*/ 0 h 2101"/>
                      <a:gd name="T6" fmla="*/ 0 w 419"/>
                      <a:gd name="T7" fmla="*/ 1 h 2101"/>
                      <a:gd name="T8" fmla="*/ 0 w 419"/>
                      <a:gd name="T9" fmla="*/ 1 h 2101"/>
                      <a:gd name="T10" fmla="*/ 0 w 419"/>
                      <a:gd name="T11" fmla="*/ 1 h 2101"/>
                      <a:gd name="T12" fmla="*/ 0 w 419"/>
                      <a:gd name="T13" fmla="*/ 1 h 2101"/>
                      <a:gd name="T14" fmla="*/ 0 w 419"/>
                      <a:gd name="T15" fmla="*/ 1 h 2101"/>
                      <a:gd name="T16" fmla="*/ 1 w 419"/>
                      <a:gd name="T17" fmla="*/ 1 h 2101"/>
                      <a:gd name="T18" fmla="*/ 1 w 419"/>
                      <a:gd name="T19" fmla="*/ 2 h 2101"/>
                      <a:gd name="T20" fmla="*/ 1 w 419"/>
                      <a:gd name="T21" fmla="*/ 2 h 2101"/>
                      <a:gd name="T22" fmla="*/ 1 w 419"/>
                      <a:gd name="T23" fmla="*/ 2 h 2101"/>
                      <a:gd name="T24" fmla="*/ 1 w 419"/>
                      <a:gd name="T25" fmla="*/ 3 h 2101"/>
                      <a:gd name="T26" fmla="*/ 1 w 419"/>
                      <a:gd name="T27" fmla="*/ 3 h 2101"/>
                      <a:gd name="T28" fmla="*/ 1 w 419"/>
                      <a:gd name="T29" fmla="*/ 3 h 2101"/>
                      <a:gd name="T30" fmla="*/ 1 w 419"/>
                      <a:gd name="T31" fmla="*/ 3 h 2101"/>
                      <a:gd name="T32" fmla="*/ 1 w 419"/>
                      <a:gd name="T33" fmla="*/ 3 h 2101"/>
                      <a:gd name="T34" fmla="*/ 1 w 419"/>
                      <a:gd name="T35" fmla="*/ 3 h 2101"/>
                      <a:gd name="T36" fmla="*/ 1 w 419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5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0 w 410"/>
                      <a:gd name="T3" fmla="*/ 0 h 2101"/>
                      <a:gd name="T4" fmla="*/ 0 w 410"/>
                      <a:gd name="T5" fmla="*/ 0 h 2101"/>
                      <a:gd name="T6" fmla="*/ 0 w 410"/>
                      <a:gd name="T7" fmla="*/ 0 h 2101"/>
                      <a:gd name="T8" fmla="*/ 0 w 410"/>
                      <a:gd name="T9" fmla="*/ 1 h 2101"/>
                      <a:gd name="T10" fmla="*/ 0 w 410"/>
                      <a:gd name="T11" fmla="*/ 1 h 2101"/>
                      <a:gd name="T12" fmla="*/ 1 w 410"/>
                      <a:gd name="T13" fmla="*/ 1 h 2101"/>
                      <a:gd name="T14" fmla="*/ 1 w 410"/>
                      <a:gd name="T15" fmla="*/ 1 h 2101"/>
                      <a:gd name="T16" fmla="*/ 1 w 410"/>
                      <a:gd name="T17" fmla="*/ 1 h 2101"/>
                      <a:gd name="T18" fmla="*/ 1 w 410"/>
                      <a:gd name="T19" fmla="*/ 2 h 2101"/>
                      <a:gd name="T20" fmla="*/ 1 w 410"/>
                      <a:gd name="T21" fmla="*/ 2 h 2101"/>
                      <a:gd name="T22" fmla="*/ 1 w 410"/>
                      <a:gd name="T23" fmla="*/ 2 h 2101"/>
                      <a:gd name="T24" fmla="*/ 1 w 410"/>
                      <a:gd name="T25" fmla="*/ 3 h 2101"/>
                      <a:gd name="T26" fmla="*/ 1 w 410"/>
                      <a:gd name="T27" fmla="*/ 3 h 2101"/>
                      <a:gd name="T28" fmla="*/ 1 w 410"/>
                      <a:gd name="T29" fmla="*/ 3 h 2101"/>
                      <a:gd name="T30" fmla="*/ 1 w 410"/>
                      <a:gd name="T31" fmla="*/ 3 h 2101"/>
                      <a:gd name="T32" fmla="*/ 1 w 410"/>
                      <a:gd name="T33" fmla="*/ 3 h 2101"/>
                      <a:gd name="T34" fmla="*/ 1 w 410"/>
                      <a:gd name="T35" fmla="*/ 3 h 2101"/>
                      <a:gd name="T36" fmla="*/ 1 w 410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6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0 w 475"/>
                      <a:gd name="T3" fmla="*/ 0 h 2101"/>
                      <a:gd name="T4" fmla="*/ 0 w 475"/>
                      <a:gd name="T5" fmla="*/ 0 h 2101"/>
                      <a:gd name="T6" fmla="*/ 0 w 475"/>
                      <a:gd name="T7" fmla="*/ 1 h 2101"/>
                      <a:gd name="T8" fmla="*/ 0 w 475"/>
                      <a:gd name="T9" fmla="*/ 1 h 2101"/>
                      <a:gd name="T10" fmla="*/ 1 w 475"/>
                      <a:gd name="T11" fmla="*/ 1 h 2101"/>
                      <a:gd name="T12" fmla="*/ 1 w 475"/>
                      <a:gd name="T13" fmla="*/ 1 h 2101"/>
                      <a:gd name="T14" fmla="*/ 1 w 475"/>
                      <a:gd name="T15" fmla="*/ 1 h 2101"/>
                      <a:gd name="T16" fmla="*/ 1 w 475"/>
                      <a:gd name="T17" fmla="*/ 2 h 2101"/>
                      <a:gd name="T18" fmla="*/ 1 w 475"/>
                      <a:gd name="T19" fmla="*/ 2 h 2101"/>
                      <a:gd name="T20" fmla="*/ 1 w 475"/>
                      <a:gd name="T21" fmla="*/ 2 h 2101"/>
                      <a:gd name="T22" fmla="*/ 1 w 475"/>
                      <a:gd name="T23" fmla="*/ 2 h 2101"/>
                      <a:gd name="T24" fmla="*/ 1 w 475"/>
                      <a:gd name="T25" fmla="*/ 3 h 2101"/>
                      <a:gd name="T26" fmla="*/ 1 w 475"/>
                      <a:gd name="T27" fmla="*/ 3 h 2101"/>
                      <a:gd name="T28" fmla="*/ 1 w 475"/>
                      <a:gd name="T29" fmla="*/ 3 h 2101"/>
                      <a:gd name="T30" fmla="*/ 1 w 475"/>
                      <a:gd name="T31" fmla="*/ 3 h 2101"/>
                      <a:gd name="T32" fmla="*/ 1 w 475"/>
                      <a:gd name="T33" fmla="*/ 3 h 2101"/>
                      <a:gd name="T34" fmla="*/ 1 w 475"/>
                      <a:gd name="T35" fmla="*/ 3 h 2101"/>
                      <a:gd name="T36" fmla="*/ 1 w 475"/>
                      <a:gd name="T37" fmla="*/ 4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7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2 w 4613"/>
                      <a:gd name="T1" fmla="*/ 0 h 2136"/>
                      <a:gd name="T2" fmla="*/ 2 w 4613"/>
                      <a:gd name="T3" fmla="*/ 0 h 2136"/>
                      <a:gd name="T4" fmla="*/ 1 w 4613"/>
                      <a:gd name="T5" fmla="*/ 0 h 2136"/>
                      <a:gd name="T6" fmla="*/ 1 w 4613"/>
                      <a:gd name="T7" fmla="*/ 0 h 2136"/>
                      <a:gd name="T8" fmla="*/ 0 w 4613"/>
                      <a:gd name="T9" fmla="*/ 1 h 2136"/>
                      <a:gd name="T10" fmla="*/ 0 w 4613"/>
                      <a:gd name="T11" fmla="*/ 1 h 2136"/>
                      <a:gd name="T12" fmla="*/ 0 w 4613"/>
                      <a:gd name="T13" fmla="*/ 2 h 2136"/>
                      <a:gd name="T14" fmla="*/ 0 w 4613"/>
                      <a:gd name="T15" fmla="*/ 2 h 2136"/>
                      <a:gd name="T16" fmla="*/ 0 w 4613"/>
                      <a:gd name="T17" fmla="*/ 3 h 2136"/>
                      <a:gd name="T18" fmla="*/ 0 w 4613"/>
                      <a:gd name="T19" fmla="*/ 3 h 2136"/>
                      <a:gd name="T20" fmla="*/ 0 w 4613"/>
                      <a:gd name="T21" fmla="*/ 4 h 2136"/>
                      <a:gd name="T22" fmla="*/ 1 w 4613"/>
                      <a:gd name="T23" fmla="*/ 3 h 2136"/>
                      <a:gd name="T24" fmla="*/ 1 w 4613"/>
                      <a:gd name="T25" fmla="*/ 3 h 2136"/>
                      <a:gd name="T26" fmla="*/ 1 w 4613"/>
                      <a:gd name="T27" fmla="*/ 3 h 2136"/>
                      <a:gd name="T28" fmla="*/ 1 w 4613"/>
                      <a:gd name="T29" fmla="*/ 2 h 2136"/>
                      <a:gd name="T30" fmla="*/ 1 w 4613"/>
                      <a:gd name="T31" fmla="*/ 3 h 2136"/>
                      <a:gd name="T32" fmla="*/ 2 w 4613"/>
                      <a:gd name="T33" fmla="*/ 4 h 2136"/>
                      <a:gd name="T34" fmla="*/ 2 w 4613"/>
                      <a:gd name="T35" fmla="*/ 4 h 2136"/>
                      <a:gd name="T36" fmla="*/ 2 w 4613"/>
                      <a:gd name="T37" fmla="*/ 3 h 2136"/>
                      <a:gd name="T38" fmla="*/ 3 w 4613"/>
                      <a:gd name="T39" fmla="*/ 2 h 2136"/>
                      <a:gd name="T40" fmla="*/ 3 w 4613"/>
                      <a:gd name="T41" fmla="*/ 3 h 2136"/>
                      <a:gd name="T42" fmla="*/ 3 w 4613"/>
                      <a:gd name="T43" fmla="*/ 4 h 2136"/>
                      <a:gd name="T44" fmla="*/ 3 w 4613"/>
                      <a:gd name="T45" fmla="*/ 4 h 2136"/>
                      <a:gd name="T46" fmla="*/ 4 w 4613"/>
                      <a:gd name="T47" fmla="*/ 3 h 2136"/>
                      <a:gd name="T48" fmla="*/ 4 w 4613"/>
                      <a:gd name="T49" fmla="*/ 3 h 2136"/>
                      <a:gd name="T50" fmla="*/ 4 w 4613"/>
                      <a:gd name="T51" fmla="*/ 2 h 2136"/>
                      <a:gd name="T52" fmla="*/ 4 w 4613"/>
                      <a:gd name="T53" fmla="*/ 3 h 2136"/>
                      <a:gd name="T54" fmla="*/ 5 w 4613"/>
                      <a:gd name="T55" fmla="*/ 3 h 2136"/>
                      <a:gd name="T56" fmla="*/ 5 w 4613"/>
                      <a:gd name="T57" fmla="*/ 4 h 2136"/>
                      <a:gd name="T58" fmla="*/ 5 w 4613"/>
                      <a:gd name="T59" fmla="*/ 3 h 2136"/>
                      <a:gd name="T60" fmla="*/ 5 w 4613"/>
                      <a:gd name="T61" fmla="*/ 3 h 2136"/>
                      <a:gd name="T62" fmla="*/ 6 w 4613"/>
                      <a:gd name="T63" fmla="*/ 2 h 2136"/>
                      <a:gd name="T64" fmla="*/ 5 w 4613"/>
                      <a:gd name="T65" fmla="*/ 1 h 2136"/>
                      <a:gd name="T66" fmla="*/ 5 w 4613"/>
                      <a:gd name="T67" fmla="*/ 1 h 2136"/>
                      <a:gd name="T68" fmla="*/ 5 w 4613"/>
                      <a:gd name="T69" fmla="*/ 0 h 2136"/>
                      <a:gd name="T70" fmla="*/ 4 w 4613"/>
                      <a:gd name="T71" fmla="*/ 0 h 2136"/>
                      <a:gd name="T72" fmla="*/ 3 w 4613"/>
                      <a:gd name="T73" fmla="*/ 0 h 2136"/>
                      <a:gd name="T74" fmla="*/ 3 w 4613"/>
                      <a:gd name="T75" fmla="*/ 0 h 2136"/>
                      <a:gd name="T76" fmla="*/ 3 w 4613"/>
                      <a:gd name="T77" fmla="*/ 1 h 2136"/>
                      <a:gd name="T78" fmla="*/ 3 w 4613"/>
                      <a:gd name="T79" fmla="*/ 1 h 2136"/>
                      <a:gd name="T80" fmla="*/ 2 w 4613"/>
                      <a:gd name="T81" fmla="*/ 1 h 2136"/>
                      <a:gd name="T82" fmla="*/ 2 w 4613"/>
                      <a:gd name="T83" fmla="*/ 1 h 2136"/>
                      <a:gd name="T84" fmla="*/ 2 w 4613"/>
                      <a:gd name="T85" fmla="*/ 1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18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19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58618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19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0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21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58520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1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2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52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58524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58604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23 w 712"/>
                        <a:gd name="T1" fmla="*/ 0 h 2072"/>
                        <a:gd name="T2" fmla="*/ 20 w 712"/>
                        <a:gd name="T3" fmla="*/ 2 h 2072"/>
                        <a:gd name="T4" fmla="*/ 16 w 712"/>
                        <a:gd name="T5" fmla="*/ 5 h 2072"/>
                        <a:gd name="T6" fmla="*/ 12 w 712"/>
                        <a:gd name="T7" fmla="*/ 8 h 2072"/>
                        <a:gd name="T8" fmla="*/ 10 w 712"/>
                        <a:gd name="T9" fmla="*/ 11 h 2072"/>
                        <a:gd name="T10" fmla="*/ 7 w 712"/>
                        <a:gd name="T11" fmla="*/ 16 h 2072"/>
                        <a:gd name="T12" fmla="*/ 4 w 712"/>
                        <a:gd name="T13" fmla="*/ 20 h 2072"/>
                        <a:gd name="T14" fmla="*/ 3 w 712"/>
                        <a:gd name="T15" fmla="*/ 24 h 2072"/>
                        <a:gd name="T16" fmla="*/ 1 w 712"/>
                        <a:gd name="T17" fmla="*/ 28 h 2072"/>
                        <a:gd name="T18" fmla="*/ 0 w 712"/>
                        <a:gd name="T19" fmla="*/ 32 h 2072"/>
                        <a:gd name="T20" fmla="*/ 0 w 712"/>
                        <a:gd name="T21" fmla="*/ 36 h 2072"/>
                        <a:gd name="T22" fmla="*/ 1 w 712"/>
                        <a:gd name="T23" fmla="*/ 40 h 2072"/>
                        <a:gd name="T24" fmla="*/ 1 w 712"/>
                        <a:gd name="T25" fmla="*/ 45 h 2072"/>
                        <a:gd name="T26" fmla="*/ 1 w 712"/>
                        <a:gd name="T27" fmla="*/ 50 h 2072"/>
                        <a:gd name="T28" fmla="*/ 2 w 712"/>
                        <a:gd name="T29" fmla="*/ 54 h 2072"/>
                        <a:gd name="T30" fmla="*/ 2 w 712"/>
                        <a:gd name="T31" fmla="*/ 57 h 2072"/>
                        <a:gd name="T32" fmla="*/ 3 w 712"/>
                        <a:gd name="T33" fmla="*/ 61 h 2072"/>
                        <a:gd name="T34" fmla="*/ 4 w 712"/>
                        <a:gd name="T35" fmla="*/ 65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5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5 w 963"/>
                        <a:gd name="T3" fmla="*/ 3 h 2101"/>
                        <a:gd name="T4" fmla="*/ 9 w 963"/>
                        <a:gd name="T5" fmla="*/ 6 h 2101"/>
                        <a:gd name="T6" fmla="*/ 12 w 963"/>
                        <a:gd name="T7" fmla="*/ 9 h 2101"/>
                        <a:gd name="T8" fmla="*/ 14 w 963"/>
                        <a:gd name="T9" fmla="*/ 12 h 2101"/>
                        <a:gd name="T10" fmla="*/ 18 w 963"/>
                        <a:gd name="T11" fmla="*/ 16 h 2101"/>
                        <a:gd name="T12" fmla="*/ 22 w 963"/>
                        <a:gd name="T13" fmla="*/ 21 h 2101"/>
                        <a:gd name="T14" fmla="*/ 24 w 963"/>
                        <a:gd name="T15" fmla="*/ 25 h 2101"/>
                        <a:gd name="T16" fmla="*/ 26 w 963"/>
                        <a:gd name="T17" fmla="*/ 29 h 2101"/>
                        <a:gd name="T18" fmla="*/ 26 w 963"/>
                        <a:gd name="T19" fmla="*/ 33 h 2101"/>
                        <a:gd name="T20" fmla="*/ 26 w 963"/>
                        <a:gd name="T21" fmla="*/ 37 h 2101"/>
                        <a:gd name="T22" fmla="*/ 27 w 963"/>
                        <a:gd name="T23" fmla="*/ 41 h 2101"/>
                        <a:gd name="T24" fmla="*/ 27 w 963"/>
                        <a:gd name="T25" fmla="*/ 46 h 2101"/>
                        <a:gd name="T26" fmla="*/ 27 w 963"/>
                        <a:gd name="T27" fmla="*/ 50 h 2101"/>
                        <a:gd name="T28" fmla="*/ 28 w 963"/>
                        <a:gd name="T29" fmla="*/ 54 h 2101"/>
                        <a:gd name="T30" fmla="*/ 28 w 963"/>
                        <a:gd name="T31" fmla="*/ 58 h 2101"/>
                        <a:gd name="T32" fmla="*/ 29 w 963"/>
                        <a:gd name="T33" fmla="*/ 63 h 2101"/>
                        <a:gd name="T34" fmla="*/ 31 w 963"/>
                        <a:gd name="T35" fmla="*/ 66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606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607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58608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5 w 1078"/>
                          <a:gd name="T3" fmla="*/ 3 h 2124"/>
                          <a:gd name="T4" fmla="*/ 8 w 1078"/>
                          <a:gd name="T5" fmla="*/ 6 h 2124"/>
                          <a:gd name="T6" fmla="*/ 11 w 1078"/>
                          <a:gd name="T7" fmla="*/ 9 h 2124"/>
                          <a:gd name="T8" fmla="*/ 14 w 1078"/>
                          <a:gd name="T9" fmla="*/ 13 h 2124"/>
                          <a:gd name="T10" fmla="*/ 17 w 1078"/>
                          <a:gd name="T11" fmla="*/ 17 h 2124"/>
                          <a:gd name="T12" fmla="*/ 20 w 1078"/>
                          <a:gd name="T13" fmla="*/ 21 h 2124"/>
                          <a:gd name="T14" fmla="*/ 21 w 1078"/>
                          <a:gd name="T15" fmla="*/ 25 h 2124"/>
                          <a:gd name="T16" fmla="*/ 23 w 1078"/>
                          <a:gd name="T17" fmla="*/ 29 h 2124"/>
                          <a:gd name="T18" fmla="*/ 23 w 1078"/>
                          <a:gd name="T19" fmla="*/ 33 h 2124"/>
                          <a:gd name="T20" fmla="*/ 23 w 1078"/>
                          <a:gd name="T21" fmla="*/ 37 h 2124"/>
                          <a:gd name="T22" fmla="*/ 24 w 1078"/>
                          <a:gd name="T23" fmla="*/ 42 h 2124"/>
                          <a:gd name="T24" fmla="*/ 24 w 1078"/>
                          <a:gd name="T25" fmla="*/ 46 h 2124"/>
                          <a:gd name="T26" fmla="*/ 25 w 1078"/>
                          <a:gd name="T27" fmla="*/ 50 h 2124"/>
                          <a:gd name="T28" fmla="*/ 27 w 1078"/>
                          <a:gd name="T29" fmla="*/ 55 h 2124"/>
                          <a:gd name="T30" fmla="*/ 28 w 1078"/>
                          <a:gd name="T31" fmla="*/ 58 h 2124"/>
                          <a:gd name="T32" fmla="*/ 31 w 1078"/>
                          <a:gd name="T33" fmla="*/ 62 h 2124"/>
                          <a:gd name="T34" fmla="*/ 34 w 1078"/>
                          <a:gd name="T35" fmla="*/ 67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09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4 w 1029"/>
                          <a:gd name="T3" fmla="*/ 3 h 2110"/>
                          <a:gd name="T4" fmla="*/ 8 w 1029"/>
                          <a:gd name="T5" fmla="*/ 6 h 2110"/>
                          <a:gd name="T6" fmla="*/ 11 w 1029"/>
                          <a:gd name="T7" fmla="*/ 9 h 2110"/>
                          <a:gd name="T8" fmla="*/ 13 w 1029"/>
                          <a:gd name="T9" fmla="*/ 12 h 2110"/>
                          <a:gd name="T10" fmla="*/ 16 w 1029"/>
                          <a:gd name="T11" fmla="*/ 16 h 2110"/>
                          <a:gd name="T12" fmla="*/ 20 w 1029"/>
                          <a:gd name="T13" fmla="*/ 20 h 2110"/>
                          <a:gd name="T14" fmla="*/ 22 w 1029"/>
                          <a:gd name="T15" fmla="*/ 25 h 2110"/>
                          <a:gd name="T16" fmla="*/ 23 w 1029"/>
                          <a:gd name="T17" fmla="*/ 29 h 2110"/>
                          <a:gd name="T18" fmla="*/ 24 w 1029"/>
                          <a:gd name="T19" fmla="*/ 33 h 2110"/>
                          <a:gd name="T20" fmla="*/ 24 w 1029"/>
                          <a:gd name="T21" fmla="*/ 37 h 2110"/>
                          <a:gd name="T22" fmla="*/ 24 w 1029"/>
                          <a:gd name="T23" fmla="*/ 41 h 2110"/>
                          <a:gd name="T24" fmla="*/ 25 w 1029"/>
                          <a:gd name="T25" fmla="*/ 45 h 2110"/>
                          <a:gd name="T26" fmla="*/ 25 w 1029"/>
                          <a:gd name="T27" fmla="*/ 50 h 2110"/>
                          <a:gd name="T28" fmla="*/ 26 w 1029"/>
                          <a:gd name="T29" fmla="*/ 54 h 2110"/>
                          <a:gd name="T30" fmla="*/ 27 w 1029"/>
                          <a:gd name="T31" fmla="*/ 57 h 2110"/>
                          <a:gd name="T32" fmla="*/ 28 w 1029"/>
                          <a:gd name="T33" fmla="*/ 61 h 2110"/>
                          <a:gd name="T34" fmla="*/ 32 w 1029"/>
                          <a:gd name="T35" fmla="*/ 66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0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4 w 886"/>
                          <a:gd name="T3" fmla="*/ 3 h 2092"/>
                          <a:gd name="T4" fmla="*/ 7 w 886"/>
                          <a:gd name="T5" fmla="*/ 5 h 2092"/>
                          <a:gd name="T6" fmla="*/ 10 w 886"/>
                          <a:gd name="T7" fmla="*/ 7 h 2092"/>
                          <a:gd name="T8" fmla="*/ 14 w 886"/>
                          <a:gd name="T9" fmla="*/ 11 h 2092"/>
                          <a:gd name="T10" fmla="*/ 18 w 886"/>
                          <a:gd name="T11" fmla="*/ 16 h 2092"/>
                          <a:gd name="T12" fmla="*/ 22 w 886"/>
                          <a:gd name="T13" fmla="*/ 20 h 2092"/>
                          <a:gd name="T14" fmla="*/ 25 w 886"/>
                          <a:gd name="T15" fmla="*/ 24 h 2092"/>
                          <a:gd name="T16" fmla="*/ 27 w 886"/>
                          <a:gd name="T17" fmla="*/ 29 h 2092"/>
                          <a:gd name="T18" fmla="*/ 27 w 886"/>
                          <a:gd name="T19" fmla="*/ 33 h 2092"/>
                          <a:gd name="T20" fmla="*/ 28 w 886"/>
                          <a:gd name="T21" fmla="*/ 37 h 2092"/>
                          <a:gd name="T22" fmla="*/ 28 w 886"/>
                          <a:gd name="T23" fmla="*/ 40 h 2092"/>
                          <a:gd name="T24" fmla="*/ 28 w 886"/>
                          <a:gd name="T25" fmla="*/ 45 h 2092"/>
                          <a:gd name="T26" fmla="*/ 28 w 886"/>
                          <a:gd name="T27" fmla="*/ 49 h 2092"/>
                          <a:gd name="T28" fmla="*/ 28 w 886"/>
                          <a:gd name="T29" fmla="*/ 54 h 2092"/>
                          <a:gd name="T30" fmla="*/ 28 w 886"/>
                          <a:gd name="T31" fmla="*/ 57 h 2092"/>
                          <a:gd name="T32" fmla="*/ 28 w 886"/>
                          <a:gd name="T33" fmla="*/ 62 h 2092"/>
                          <a:gd name="T34" fmla="*/ 28 w 886"/>
                          <a:gd name="T35" fmla="*/ 6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1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2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3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4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5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6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58617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58525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58560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 w 20"/>
                        <a:gd name="T1" fmla="*/ 1 h 21"/>
                        <a:gd name="T2" fmla="*/ 1 w 20"/>
                        <a:gd name="T3" fmla="*/ 1 h 21"/>
                        <a:gd name="T4" fmla="*/ 1 w 20"/>
                        <a:gd name="T5" fmla="*/ 1 h 21"/>
                        <a:gd name="T6" fmla="*/ 0 w 20"/>
                        <a:gd name="T7" fmla="*/ 1 h 21"/>
                        <a:gd name="T8" fmla="*/ 1 w 20"/>
                        <a:gd name="T9" fmla="*/ 0 h 21"/>
                        <a:gd name="T10" fmla="*/ 1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8561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1 w 18"/>
                        <a:gd name="T1" fmla="*/ 0 h 32"/>
                        <a:gd name="T2" fmla="*/ 0 w 18"/>
                        <a:gd name="T3" fmla="*/ 1 h 32"/>
                        <a:gd name="T4" fmla="*/ 1 w 18"/>
                        <a:gd name="T5" fmla="*/ 1 h 32"/>
                        <a:gd name="T6" fmla="*/ 1 w 18"/>
                        <a:gd name="T7" fmla="*/ 1 h 32"/>
                        <a:gd name="T8" fmla="*/ 1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58562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58563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58573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58598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4 w 525"/>
                              <a:gd name="T1" fmla="*/ 1 h 194"/>
                              <a:gd name="T2" fmla="*/ 5 w 525"/>
                              <a:gd name="T3" fmla="*/ 1 h 194"/>
                              <a:gd name="T4" fmla="*/ 5 w 525"/>
                              <a:gd name="T5" fmla="*/ 1 h 194"/>
                              <a:gd name="T6" fmla="*/ 6 w 525"/>
                              <a:gd name="T7" fmla="*/ 1 h 194"/>
                              <a:gd name="T8" fmla="*/ 7 w 525"/>
                              <a:gd name="T9" fmla="*/ 1 h 194"/>
                              <a:gd name="T10" fmla="*/ 7 w 525"/>
                              <a:gd name="T11" fmla="*/ 0 h 194"/>
                              <a:gd name="T12" fmla="*/ 8 w 525"/>
                              <a:gd name="T13" fmla="*/ 1 h 194"/>
                              <a:gd name="T14" fmla="*/ 8 w 525"/>
                              <a:gd name="T15" fmla="*/ 1 h 194"/>
                              <a:gd name="T16" fmla="*/ 8 w 525"/>
                              <a:gd name="T17" fmla="*/ 1 h 194"/>
                              <a:gd name="T18" fmla="*/ 9 w 525"/>
                              <a:gd name="T19" fmla="*/ 1 h 194"/>
                              <a:gd name="T20" fmla="*/ 9 w 525"/>
                              <a:gd name="T21" fmla="*/ 1 h 194"/>
                              <a:gd name="T22" fmla="*/ 10 w 525"/>
                              <a:gd name="T23" fmla="*/ 1 h 194"/>
                              <a:gd name="T24" fmla="*/ 10 w 525"/>
                              <a:gd name="T25" fmla="*/ 1 h 194"/>
                              <a:gd name="T26" fmla="*/ 11 w 525"/>
                              <a:gd name="T27" fmla="*/ 1 h 194"/>
                              <a:gd name="T28" fmla="*/ 12 w 525"/>
                              <a:gd name="T29" fmla="*/ 1 h 194"/>
                              <a:gd name="T30" fmla="*/ 13 w 525"/>
                              <a:gd name="T31" fmla="*/ 1 h 194"/>
                              <a:gd name="T32" fmla="*/ 13 w 525"/>
                              <a:gd name="T33" fmla="*/ 1 h 194"/>
                              <a:gd name="T34" fmla="*/ 14 w 525"/>
                              <a:gd name="T35" fmla="*/ 1 h 194"/>
                              <a:gd name="T36" fmla="*/ 14 w 525"/>
                              <a:gd name="T37" fmla="*/ 1 h 194"/>
                              <a:gd name="T38" fmla="*/ 15 w 525"/>
                              <a:gd name="T39" fmla="*/ 1 h 194"/>
                              <a:gd name="T40" fmla="*/ 15 w 525"/>
                              <a:gd name="T41" fmla="*/ 1 h 194"/>
                              <a:gd name="T42" fmla="*/ 16 w 525"/>
                              <a:gd name="T43" fmla="*/ 2 h 194"/>
                              <a:gd name="T44" fmla="*/ 16 w 525"/>
                              <a:gd name="T45" fmla="*/ 2 h 194"/>
                              <a:gd name="T46" fmla="*/ 17 w 525"/>
                              <a:gd name="T47" fmla="*/ 2 h 194"/>
                              <a:gd name="T48" fmla="*/ 17 w 525"/>
                              <a:gd name="T49" fmla="*/ 2 h 194"/>
                              <a:gd name="T50" fmla="*/ 17 w 525"/>
                              <a:gd name="T51" fmla="*/ 3 h 194"/>
                              <a:gd name="T52" fmla="*/ 16 w 525"/>
                              <a:gd name="T53" fmla="*/ 3 h 194"/>
                              <a:gd name="T54" fmla="*/ 16 w 525"/>
                              <a:gd name="T55" fmla="*/ 3 h 194"/>
                              <a:gd name="T56" fmla="*/ 15 w 525"/>
                              <a:gd name="T57" fmla="*/ 4 h 194"/>
                              <a:gd name="T58" fmla="*/ 15 w 525"/>
                              <a:gd name="T59" fmla="*/ 4 h 194"/>
                              <a:gd name="T60" fmla="*/ 15 w 525"/>
                              <a:gd name="T61" fmla="*/ 4 h 194"/>
                              <a:gd name="T62" fmla="*/ 15 w 525"/>
                              <a:gd name="T63" fmla="*/ 5 h 194"/>
                              <a:gd name="T64" fmla="*/ 14 w 525"/>
                              <a:gd name="T65" fmla="*/ 5 h 194"/>
                              <a:gd name="T66" fmla="*/ 14 w 525"/>
                              <a:gd name="T67" fmla="*/ 5 h 194"/>
                              <a:gd name="T68" fmla="*/ 15 w 525"/>
                              <a:gd name="T69" fmla="*/ 5 h 194"/>
                              <a:gd name="T70" fmla="*/ 14 w 525"/>
                              <a:gd name="T71" fmla="*/ 6 h 194"/>
                              <a:gd name="T72" fmla="*/ 13 w 525"/>
                              <a:gd name="T73" fmla="*/ 6 h 194"/>
                              <a:gd name="T74" fmla="*/ 12 w 525"/>
                              <a:gd name="T75" fmla="*/ 6 h 194"/>
                              <a:gd name="T76" fmla="*/ 11 w 525"/>
                              <a:gd name="T77" fmla="*/ 7 h 194"/>
                              <a:gd name="T78" fmla="*/ 10 w 525"/>
                              <a:gd name="T79" fmla="*/ 6 h 194"/>
                              <a:gd name="T80" fmla="*/ 9 w 525"/>
                              <a:gd name="T81" fmla="*/ 6 h 194"/>
                              <a:gd name="T82" fmla="*/ 8 w 525"/>
                              <a:gd name="T83" fmla="*/ 6 h 194"/>
                              <a:gd name="T84" fmla="*/ 7 w 525"/>
                              <a:gd name="T85" fmla="*/ 6 h 194"/>
                              <a:gd name="T86" fmla="*/ 6 w 525"/>
                              <a:gd name="T87" fmla="*/ 5 h 194"/>
                              <a:gd name="T88" fmla="*/ 5 w 525"/>
                              <a:gd name="T89" fmla="*/ 5 h 194"/>
                              <a:gd name="T90" fmla="*/ 4 w 525"/>
                              <a:gd name="T91" fmla="*/ 5 h 194"/>
                              <a:gd name="T92" fmla="*/ 3 w 525"/>
                              <a:gd name="T93" fmla="*/ 4 h 194"/>
                              <a:gd name="T94" fmla="*/ 3 w 525"/>
                              <a:gd name="T95" fmla="*/ 4 h 194"/>
                              <a:gd name="T96" fmla="*/ 2 w 525"/>
                              <a:gd name="T97" fmla="*/ 3 h 194"/>
                              <a:gd name="T98" fmla="*/ 1 w 525"/>
                              <a:gd name="T99" fmla="*/ 3 h 194"/>
                              <a:gd name="T100" fmla="*/ 1 w 525"/>
                              <a:gd name="T101" fmla="*/ 2 h 194"/>
                              <a:gd name="T102" fmla="*/ 1 w 525"/>
                              <a:gd name="T103" fmla="*/ 2 h 194"/>
                              <a:gd name="T104" fmla="*/ 1 w 525"/>
                              <a:gd name="T105" fmla="*/ 1 h 194"/>
                              <a:gd name="T106" fmla="*/ 2 w 525"/>
                              <a:gd name="T107" fmla="*/ 1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99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58601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1 w 55"/>
                                <a:gd name="T1" fmla="*/ 0 h 108"/>
                                <a:gd name="T2" fmla="*/ 1 w 55"/>
                                <a:gd name="T3" fmla="*/ 0 h 108"/>
                                <a:gd name="T4" fmla="*/ 2 w 55"/>
                                <a:gd name="T5" fmla="*/ 0 h 108"/>
                                <a:gd name="T6" fmla="*/ 1 w 55"/>
                                <a:gd name="T7" fmla="*/ 1 h 108"/>
                                <a:gd name="T8" fmla="*/ 2 w 55"/>
                                <a:gd name="T9" fmla="*/ 1 h 108"/>
                                <a:gd name="T10" fmla="*/ 2 w 55"/>
                                <a:gd name="T11" fmla="*/ 1 h 108"/>
                                <a:gd name="T12" fmla="*/ 2 w 55"/>
                                <a:gd name="T13" fmla="*/ 1 h 108"/>
                                <a:gd name="T14" fmla="*/ 2 w 55"/>
                                <a:gd name="T15" fmla="*/ 1 h 108"/>
                                <a:gd name="T16" fmla="*/ 2 w 55"/>
                                <a:gd name="T17" fmla="*/ 1 h 108"/>
                                <a:gd name="T18" fmla="*/ 2 w 55"/>
                                <a:gd name="T19" fmla="*/ 1 h 108"/>
                                <a:gd name="T20" fmla="*/ 2 w 55"/>
                                <a:gd name="T21" fmla="*/ 1 h 108"/>
                                <a:gd name="T22" fmla="*/ 2 w 55"/>
                                <a:gd name="T23" fmla="*/ 1 h 108"/>
                                <a:gd name="T24" fmla="*/ 2 w 55"/>
                                <a:gd name="T25" fmla="*/ 2 h 108"/>
                                <a:gd name="T26" fmla="*/ 2 w 55"/>
                                <a:gd name="T27" fmla="*/ 2 h 108"/>
                                <a:gd name="T28" fmla="*/ 2 w 55"/>
                                <a:gd name="T29" fmla="*/ 2 h 108"/>
                                <a:gd name="T30" fmla="*/ 2 w 55"/>
                                <a:gd name="T31" fmla="*/ 2 h 108"/>
                                <a:gd name="T32" fmla="*/ 1 w 55"/>
                                <a:gd name="T33" fmla="*/ 2 h 108"/>
                                <a:gd name="T34" fmla="*/ 1 w 55"/>
                                <a:gd name="T35" fmla="*/ 2 h 108"/>
                                <a:gd name="T36" fmla="*/ 1 w 55"/>
                                <a:gd name="T37" fmla="*/ 2 h 108"/>
                                <a:gd name="T38" fmla="*/ 2 w 55"/>
                                <a:gd name="T39" fmla="*/ 3 h 108"/>
                                <a:gd name="T40" fmla="*/ 1 w 55"/>
                                <a:gd name="T41" fmla="*/ 3 h 108"/>
                                <a:gd name="T42" fmla="*/ 1 w 55"/>
                                <a:gd name="T43" fmla="*/ 3 h 108"/>
                                <a:gd name="T44" fmla="*/ 1 w 55"/>
                                <a:gd name="T45" fmla="*/ 3 h 108"/>
                                <a:gd name="T46" fmla="*/ 1 w 55"/>
                                <a:gd name="T47" fmla="*/ 3 h 108"/>
                                <a:gd name="T48" fmla="*/ 1 w 55"/>
                                <a:gd name="T49" fmla="*/ 3 h 108"/>
                                <a:gd name="T50" fmla="*/ 1 w 55"/>
                                <a:gd name="T51" fmla="*/ 3 h 108"/>
                                <a:gd name="T52" fmla="*/ 1 w 55"/>
                                <a:gd name="T53" fmla="*/ 2 h 108"/>
                                <a:gd name="T54" fmla="*/ 1 w 55"/>
                                <a:gd name="T55" fmla="*/ 2 h 108"/>
                                <a:gd name="T56" fmla="*/ 1 w 55"/>
                                <a:gd name="T57" fmla="*/ 2 h 108"/>
                                <a:gd name="T58" fmla="*/ 1 w 55"/>
                                <a:gd name="T59" fmla="*/ 2 h 108"/>
                                <a:gd name="T60" fmla="*/ 1 w 55"/>
                                <a:gd name="T61" fmla="*/ 2 h 108"/>
                                <a:gd name="T62" fmla="*/ 1 w 55"/>
                                <a:gd name="T63" fmla="*/ 2 h 108"/>
                                <a:gd name="T64" fmla="*/ 1 w 55"/>
                                <a:gd name="T65" fmla="*/ 2 h 108"/>
                                <a:gd name="T66" fmla="*/ 1 w 55"/>
                                <a:gd name="T67" fmla="*/ 2 h 108"/>
                                <a:gd name="T68" fmla="*/ 0 w 55"/>
                                <a:gd name="T69" fmla="*/ 2 h 108"/>
                                <a:gd name="T70" fmla="*/ 1 w 55"/>
                                <a:gd name="T71" fmla="*/ 2 h 108"/>
                                <a:gd name="T72" fmla="*/ 1 w 55"/>
                                <a:gd name="T73" fmla="*/ 2 h 108"/>
                                <a:gd name="T74" fmla="*/ 1 w 55"/>
                                <a:gd name="T75" fmla="*/ 2 h 108"/>
                                <a:gd name="T76" fmla="*/ 1 w 55"/>
                                <a:gd name="T77" fmla="*/ 1 h 108"/>
                                <a:gd name="T78" fmla="*/ 1 w 55"/>
                                <a:gd name="T79" fmla="*/ 1 h 108"/>
                                <a:gd name="T80" fmla="*/ 1 w 55"/>
                                <a:gd name="T81" fmla="*/ 1 h 108"/>
                                <a:gd name="T82" fmla="*/ 1 w 55"/>
                                <a:gd name="T83" fmla="*/ 1 h 108"/>
                                <a:gd name="T84" fmla="*/ 1 w 55"/>
                                <a:gd name="T85" fmla="*/ 1 h 108"/>
                                <a:gd name="T86" fmla="*/ 1 w 55"/>
                                <a:gd name="T87" fmla="*/ 0 h 108"/>
                                <a:gd name="T88" fmla="*/ 1 w 55"/>
                                <a:gd name="T89" fmla="*/ 0 h 108"/>
                                <a:gd name="T90" fmla="*/ 1 w 55"/>
                                <a:gd name="T91" fmla="*/ 0 h 108"/>
                                <a:gd name="T92" fmla="*/ 1 w 55"/>
                                <a:gd name="T93" fmla="*/ 0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2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2 w 102"/>
                                <a:gd name="T1" fmla="*/ 0 h 92"/>
                                <a:gd name="T2" fmla="*/ 2 w 102"/>
                                <a:gd name="T3" fmla="*/ 0 h 92"/>
                                <a:gd name="T4" fmla="*/ 3 w 102"/>
                                <a:gd name="T5" fmla="*/ 0 h 92"/>
                                <a:gd name="T6" fmla="*/ 2 w 102"/>
                                <a:gd name="T7" fmla="*/ 1 h 92"/>
                                <a:gd name="T8" fmla="*/ 2 w 102"/>
                                <a:gd name="T9" fmla="*/ 1 h 92"/>
                                <a:gd name="T10" fmla="*/ 2 w 102"/>
                                <a:gd name="T11" fmla="*/ 1 h 92"/>
                                <a:gd name="T12" fmla="*/ 2 w 102"/>
                                <a:gd name="T13" fmla="*/ 1 h 92"/>
                                <a:gd name="T14" fmla="*/ 1 w 102"/>
                                <a:gd name="T15" fmla="*/ 2 h 92"/>
                                <a:gd name="T16" fmla="*/ 1 w 102"/>
                                <a:gd name="T17" fmla="*/ 2 h 92"/>
                                <a:gd name="T18" fmla="*/ 1 w 102"/>
                                <a:gd name="T19" fmla="*/ 2 h 92"/>
                                <a:gd name="T20" fmla="*/ 1 w 102"/>
                                <a:gd name="T21" fmla="*/ 2 h 92"/>
                                <a:gd name="T22" fmla="*/ 0 w 102"/>
                                <a:gd name="T23" fmla="*/ 2 h 92"/>
                                <a:gd name="T24" fmla="*/ 0 w 102"/>
                                <a:gd name="T25" fmla="*/ 2 h 92"/>
                                <a:gd name="T26" fmla="*/ 0 w 102"/>
                                <a:gd name="T27" fmla="*/ 2 h 92"/>
                                <a:gd name="T28" fmla="*/ 0 w 102"/>
                                <a:gd name="T29" fmla="*/ 2 h 92"/>
                                <a:gd name="T30" fmla="*/ 0 w 102"/>
                                <a:gd name="T31" fmla="*/ 1 h 92"/>
                                <a:gd name="T32" fmla="*/ 0 w 102"/>
                                <a:gd name="T33" fmla="*/ 1 h 92"/>
                                <a:gd name="T34" fmla="*/ 1 w 102"/>
                                <a:gd name="T35" fmla="*/ 1 h 92"/>
                                <a:gd name="T36" fmla="*/ 1 w 102"/>
                                <a:gd name="T37" fmla="*/ 1 h 92"/>
                                <a:gd name="T38" fmla="*/ 1 w 102"/>
                                <a:gd name="T39" fmla="*/ 1 h 92"/>
                                <a:gd name="T40" fmla="*/ 1 w 102"/>
                                <a:gd name="T41" fmla="*/ 1 h 92"/>
                                <a:gd name="T42" fmla="*/ 1 w 102"/>
                                <a:gd name="T43" fmla="*/ 1 h 92"/>
                                <a:gd name="T44" fmla="*/ 1 w 102"/>
                                <a:gd name="T45" fmla="*/ 1 h 92"/>
                                <a:gd name="T46" fmla="*/ 1 w 102"/>
                                <a:gd name="T47" fmla="*/ 1 h 92"/>
                                <a:gd name="T48" fmla="*/ 1 w 102"/>
                                <a:gd name="T49" fmla="*/ 0 h 92"/>
                                <a:gd name="T50" fmla="*/ 1 w 102"/>
                                <a:gd name="T51" fmla="*/ 0 h 92"/>
                                <a:gd name="T52" fmla="*/ 2 w 102"/>
                                <a:gd name="T53" fmla="*/ 0 h 92"/>
                                <a:gd name="T54" fmla="*/ 2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603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1 w 38"/>
                                <a:gd name="T3" fmla="*/ 0 h 50"/>
                                <a:gd name="T4" fmla="*/ 1 w 38"/>
                                <a:gd name="T5" fmla="*/ 0 h 50"/>
                                <a:gd name="T6" fmla="*/ 2 w 38"/>
                                <a:gd name="T7" fmla="*/ 0 h 50"/>
                                <a:gd name="T8" fmla="*/ 2 w 38"/>
                                <a:gd name="T9" fmla="*/ 0 h 50"/>
                                <a:gd name="T10" fmla="*/ 2 w 38"/>
                                <a:gd name="T11" fmla="*/ 0 h 50"/>
                                <a:gd name="T12" fmla="*/ 1 w 38"/>
                                <a:gd name="T13" fmla="*/ 0 h 50"/>
                                <a:gd name="T14" fmla="*/ 1 w 38"/>
                                <a:gd name="T15" fmla="*/ 0 h 50"/>
                                <a:gd name="T16" fmla="*/ 1 w 38"/>
                                <a:gd name="T17" fmla="*/ 0 h 50"/>
                                <a:gd name="T18" fmla="*/ 1 w 38"/>
                                <a:gd name="T19" fmla="*/ 1 h 50"/>
                                <a:gd name="T20" fmla="*/ 1 w 38"/>
                                <a:gd name="T21" fmla="*/ 1 h 50"/>
                                <a:gd name="T22" fmla="*/ 1 w 38"/>
                                <a:gd name="T23" fmla="*/ 1 h 50"/>
                                <a:gd name="T24" fmla="*/ 1 w 38"/>
                                <a:gd name="T25" fmla="*/ 0 h 50"/>
                                <a:gd name="T26" fmla="*/ 1 w 38"/>
                                <a:gd name="T27" fmla="*/ 0 h 50"/>
                                <a:gd name="T28" fmla="*/ 0 w 38"/>
                                <a:gd name="T29" fmla="*/ 0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600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1 w 63"/>
                              <a:gd name="T1" fmla="*/ 1 h 51"/>
                              <a:gd name="T2" fmla="*/ 0 w 63"/>
                              <a:gd name="T3" fmla="*/ 2 h 51"/>
                              <a:gd name="T4" fmla="*/ 1 w 63"/>
                              <a:gd name="T5" fmla="*/ 2 h 51"/>
                              <a:gd name="T6" fmla="*/ 1 w 63"/>
                              <a:gd name="T7" fmla="*/ 2 h 51"/>
                              <a:gd name="T8" fmla="*/ 2 w 63"/>
                              <a:gd name="T9" fmla="*/ 2 h 51"/>
                              <a:gd name="T10" fmla="*/ 2 w 63"/>
                              <a:gd name="T11" fmla="*/ 2 h 51"/>
                              <a:gd name="T12" fmla="*/ 2 w 63"/>
                              <a:gd name="T13" fmla="*/ 2 h 51"/>
                              <a:gd name="T14" fmla="*/ 2 w 63"/>
                              <a:gd name="T15" fmla="*/ 2 h 51"/>
                              <a:gd name="T16" fmla="*/ 2 w 63"/>
                              <a:gd name="T17" fmla="*/ 1 h 51"/>
                              <a:gd name="T18" fmla="*/ 2 w 63"/>
                              <a:gd name="T19" fmla="*/ 1 h 51"/>
                              <a:gd name="T20" fmla="*/ 2 w 63"/>
                              <a:gd name="T21" fmla="*/ 0 h 51"/>
                              <a:gd name="T22" fmla="*/ 2 w 63"/>
                              <a:gd name="T23" fmla="*/ 1 h 51"/>
                              <a:gd name="T24" fmla="*/ 2 w 63"/>
                              <a:gd name="T25" fmla="*/ 1 h 51"/>
                              <a:gd name="T26" fmla="*/ 2 w 63"/>
                              <a:gd name="T27" fmla="*/ 1 h 51"/>
                              <a:gd name="T28" fmla="*/ 1 w 63"/>
                              <a:gd name="T29" fmla="*/ 1 h 51"/>
                              <a:gd name="T30" fmla="*/ 1 w 63"/>
                              <a:gd name="T31" fmla="*/ 1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4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58585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58595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 h 38"/>
                                <a:gd name="T2" fmla="*/ 1 w 38"/>
                                <a:gd name="T3" fmla="*/ 2 h 38"/>
                                <a:gd name="T4" fmla="*/ 1 w 38"/>
                                <a:gd name="T5" fmla="*/ 2 h 38"/>
                                <a:gd name="T6" fmla="*/ 1 w 38"/>
                                <a:gd name="T7" fmla="*/ 2 h 38"/>
                                <a:gd name="T8" fmla="*/ 2 w 38"/>
                                <a:gd name="T9" fmla="*/ 2 h 38"/>
                                <a:gd name="T10" fmla="*/ 2 w 38"/>
                                <a:gd name="T11" fmla="*/ 1 h 38"/>
                                <a:gd name="T12" fmla="*/ 2 w 38"/>
                                <a:gd name="T13" fmla="*/ 1 h 38"/>
                                <a:gd name="T14" fmla="*/ 1 w 38"/>
                                <a:gd name="T15" fmla="*/ 1 h 38"/>
                                <a:gd name="T16" fmla="*/ 1 w 38"/>
                                <a:gd name="T17" fmla="*/ 1 h 38"/>
                                <a:gd name="T18" fmla="*/ 1 w 38"/>
                                <a:gd name="T19" fmla="*/ 0 h 38"/>
                                <a:gd name="T20" fmla="*/ 1 w 38"/>
                                <a:gd name="T21" fmla="*/ 0 h 38"/>
                                <a:gd name="T22" fmla="*/ 1 w 38"/>
                                <a:gd name="T23" fmla="*/ 1 h 38"/>
                                <a:gd name="T24" fmla="*/ 0 w 38"/>
                                <a:gd name="T25" fmla="*/ 1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6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0 w 37"/>
                                <a:gd name="T1" fmla="*/ 0 h 48"/>
                                <a:gd name="T2" fmla="*/ 0 w 37"/>
                                <a:gd name="T3" fmla="*/ 1 h 48"/>
                                <a:gd name="T4" fmla="*/ 0 w 37"/>
                                <a:gd name="T5" fmla="*/ 1 h 48"/>
                                <a:gd name="T6" fmla="*/ 1 w 37"/>
                                <a:gd name="T7" fmla="*/ 1 h 48"/>
                                <a:gd name="T8" fmla="*/ 0 w 37"/>
                                <a:gd name="T9" fmla="*/ 1 h 48"/>
                                <a:gd name="T10" fmla="*/ 1 w 37"/>
                                <a:gd name="T11" fmla="*/ 2 h 48"/>
                                <a:gd name="T12" fmla="*/ 1 w 37"/>
                                <a:gd name="T13" fmla="*/ 2 h 48"/>
                                <a:gd name="T14" fmla="*/ 0 w 37"/>
                                <a:gd name="T15" fmla="*/ 2 h 48"/>
                                <a:gd name="T16" fmla="*/ 0 w 37"/>
                                <a:gd name="T17" fmla="*/ 2 h 48"/>
                                <a:gd name="T18" fmla="*/ 0 w 37"/>
                                <a:gd name="T19" fmla="*/ 2 h 48"/>
                                <a:gd name="T20" fmla="*/ 0 w 37"/>
                                <a:gd name="T21" fmla="*/ 2 h 48"/>
                                <a:gd name="T22" fmla="*/ 0 w 37"/>
                                <a:gd name="T23" fmla="*/ 2 h 48"/>
                                <a:gd name="T24" fmla="*/ 0 w 37"/>
                                <a:gd name="T25" fmla="*/ 1 h 48"/>
                                <a:gd name="T26" fmla="*/ 0 w 37"/>
                                <a:gd name="T27" fmla="*/ 1 h 48"/>
                                <a:gd name="T28" fmla="*/ 0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58597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0 w 66"/>
                                <a:gd name="T1" fmla="*/ 0 h 45"/>
                                <a:gd name="T2" fmla="*/ 0 w 66"/>
                                <a:gd name="T3" fmla="*/ 0 h 45"/>
                                <a:gd name="T4" fmla="*/ 0 w 66"/>
                                <a:gd name="T5" fmla="*/ 0 h 45"/>
                                <a:gd name="T6" fmla="*/ 1 w 66"/>
                                <a:gd name="T7" fmla="*/ 0 h 45"/>
                                <a:gd name="T8" fmla="*/ 1 w 66"/>
                                <a:gd name="T9" fmla="*/ 0 h 45"/>
                                <a:gd name="T10" fmla="*/ 1 w 66"/>
                                <a:gd name="T11" fmla="*/ 0 h 45"/>
                                <a:gd name="T12" fmla="*/ 1 w 66"/>
                                <a:gd name="T13" fmla="*/ 0 h 45"/>
                                <a:gd name="T14" fmla="*/ 2 w 66"/>
                                <a:gd name="T15" fmla="*/ 0 h 45"/>
                                <a:gd name="T16" fmla="*/ 1 w 66"/>
                                <a:gd name="T17" fmla="*/ 0 h 45"/>
                                <a:gd name="T18" fmla="*/ 1 w 66"/>
                                <a:gd name="T19" fmla="*/ 1 h 45"/>
                                <a:gd name="T20" fmla="*/ 1 w 66"/>
                                <a:gd name="T21" fmla="*/ 1 h 45"/>
                                <a:gd name="T22" fmla="*/ 1 w 66"/>
                                <a:gd name="T23" fmla="*/ 1 h 45"/>
                                <a:gd name="T24" fmla="*/ 1 w 66"/>
                                <a:gd name="T25" fmla="*/ 1 h 45"/>
                                <a:gd name="T26" fmla="*/ 0 w 66"/>
                                <a:gd name="T27" fmla="*/ 1 h 45"/>
                                <a:gd name="T28" fmla="*/ 0 w 66"/>
                                <a:gd name="T29" fmla="*/ 1 h 45"/>
                                <a:gd name="T30" fmla="*/ 0 w 66"/>
                                <a:gd name="T31" fmla="*/ 1 h 45"/>
                                <a:gd name="T32" fmla="*/ 0 w 66"/>
                                <a:gd name="T33" fmla="*/ 1 h 45"/>
                                <a:gd name="T34" fmla="*/ 0 w 66"/>
                                <a:gd name="T35" fmla="*/ 1 h 45"/>
                                <a:gd name="T36" fmla="*/ 0 w 66"/>
                                <a:gd name="T37" fmla="*/ 0 h 45"/>
                                <a:gd name="T38" fmla="*/ 0 w 66"/>
                                <a:gd name="T39" fmla="*/ 0 h 45"/>
                                <a:gd name="T40" fmla="*/ 0 w 66"/>
                                <a:gd name="T41" fmla="*/ 0 h 45"/>
                                <a:gd name="T42" fmla="*/ 0 w 66"/>
                                <a:gd name="T43" fmla="*/ 0 h 45"/>
                                <a:gd name="T44" fmla="*/ 0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86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2 w 462"/>
                              <a:gd name="T1" fmla="*/ 1 h 364"/>
                              <a:gd name="T2" fmla="*/ 12 w 462"/>
                              <a:gd name="T3" fmla="*/ 2 h 364"/>
                              <a:gd name="T4" fmla="*/ 13 w 462"/>
                              <a:gd name="T5" fmla="*/ 3 h 364"/>
                              <a:gd name="T6" fmla="*/ 14 w 462"/>
                              <a:gd name="T7" fmla="*/ 5 h 364"/>
                              <a:gd name="T8" fmla="*/ 15 w 462"/>
                              <a:gd name="T9" fmla="*/ 7 h 364"/>
                              <a:gd name="T10" fmla="*/ 14 w 462"/>
                              <a:gd name="T11" fmla="*/ 9 h 364"/>
                              <a:gd name="T12" fmla="*/ 14 w 462"/>
                              <a:gd name="T13" fmla="*/ 10 h 364"/>
                              <a:gd name="T14" fmla="*/ 13 w 462"/>
                              <a:gd name="T15" fmla="*/ 11 h 364"/>
                              <a:gd name="T16" fmla="*/ 13 w 462"/>
                              <a:gd name="T17" fmla="*/ 11 h 364"/>
                              <a:gd name="T18" fmla="*/ 12 w 462"/>
                              <a:gd name="T19" fmla="*/ 12 h 364"/>
                              <a:gd name="T20" fmla="*/ 11 w 462"/>
                              <a:gd name="T21" fmla="*/ 12 h 364"/>
                              <a:gd name="T22" fmla="*/ 10 w 462"/>
                              <a:gd name="T23" fmla="*/ 11 h 364"/>
                              <a:gd name="T24" fmla="*/ 10 w 462"/>
                              <a:gd name="T25" fmla="*/ 11 h 364"/>
                              <a:gd name="T26" fmla="*/ 9 w 462"/>
                              <a:gd name="T27" fmla="*/ 10 h 364"/>
                              <a:gd name="T28" fmla="*/ 9 w 462"/>
                              <a:gd name="T29" fmla="*/ 9 h 364"/>
                              <a:gd name="T30" fmla="*/ 8 w 462"/>
                              <a:gd name="T31" fmla="*/ 9 h 364"/>
                              <a:gd name="T32" fmla="*/ 8 w 462"/>
                              <a:gd name="T33" fmla="*/ 9 h 364"/>
                              <a:gd name="T34" fmla="*/ 7 w 462"/>
                              <a:gd name="T35" fmla="*/ 9 h 364"/>
                              <a:gd name="T36" fmla="*/ 7 w 462"/>
                              <a:gd name="T37" fmla="*/ 9 h 364"/>
                              <a:gd name="T38" fmla="*/ 6 w 462"/>
                              <a:gd name="T39" fmla="*/ 9 h 364"/>
                              <a:gd name="T40" fmla="*/ 5 w 462"/>
                              <a:gd name="T41" fmla="*/ 9 h 364"/>
                              <a:gd name="T42" fmla="*/ 5 w 462"/>
                              <a:gd name="T43" fmla="*/ 10 h 364"/>
                              <a:gd name="T44" fmla="*/ 4 w 462"/>
                              <a:gd name="T45" fmla="*/ 10 h 364"/>
                              <a:gd name="T46" fmla="*/ 3 w 462"/>
                              <a:gd name="T47" fmla="*/ 10 h 364"/>
                              <a:gd name="T48" fmla="*/ 2 w 462"/>
                              <a:gd name="T49" fmla="*/ 10 h 364"/>
                              <a:gd name="T50" fmla="*/ 2 w 462"/>
                              <a:gd name="T51" fmla="*/ 10 h 364"/>
                              <a:gd name="T52" fmla="*/ 2 w 462"/>
                              <a:gd name="T53" fmla="*/ 9 h 364"/>
                              <a:gd name="T54" fmla="*/ 2 w 462"/>
                              <a:gd name="T55" fmla="*/ 8 h 364"/>
                              <a:gd name="T56" fmla="*/ 1 w 462"/>
                              <a:gd name="T57" fmla="*/ 7 h 364"/>
                              <a:gd name="T58" fmla="*/ 1 w 462"/>
                              <a:gd name="T59" fmla="*/ 5 h 364"/>
                              <a:gd name="T60" fmla="*/ 1 w 462"/>
                              <a:gd name="T61" fmla="*/ 5 h 364"/>
                              <a:gd name="T62" fmla="*/ 2 w 462"/>
                              <a:gd name="T63" fmla="*/ 4 h 364"/>
                              <a:gd name="T64" fmla="*/ 2 w 462"/>
                              <a:gd name="T65" fmla="*/ 4 h 364"/>
                              <a:gd name="T66" fmla="*/ 3 w 462"/>
                              <a:gd name="T67" fmla="*/ 4 h 364"/>
                              <a:gd name="T68" fmla="*/ 3 w 462"/>
                              <a:gd name="T69" fmla="*/ 3 h 364"/>
                              <a:gd name="T70" fmla="*/ 3 w 462"/>
                              <a:gd name="T71" fmla="*/ 3 h 364"/>
                              <a:gd name="T72" fmla="*/ 4 w 462"/>
                              <a:gd name="T73" fmla="*/ 2 h 364"/>
                              <a:gd name="T74" fmla="*/ 5 w 462"/>
                              <a:gd name="T75" fmla="*/ 2 h 364"/>
                              <a:gd name="T76" fmla="*/ 6 w 462"/>
                              <a:gd name="T77" fmla="*/ 2 h 364"/>
                              <a:gd name="T78" fmla="*/ 6 w 462"/>
                              <a:gd name="T79" fmla="*/ 1 h 364"/>
                              <a:gd name="T80" fmla="*/ 7 w 462"/>
                              <a:gd name="T81" fmla="*/ 1 h 364"/>
                              <a:gd name="T82" fmla="*/ 7 w 462"/>
                              <a:gd name="T83" fmla="*/ 1 h 364"/>
                              <a:gd name="T84" fmla="*/ 8 w 462"/>
                              <a:gd name="T85" fmla="*/ 1 h 364"/>
                              <a:gd name="T86" fmla="*/ 9 w 462"/>
                              <a:gd name="T87" fmla="*/ 1 h 364"/>
                              <a:gd name="T88" fmla="*/ 9 w 462"/>
                              <a:gd name="T89" fmla="*/ 2 h 364"/>
                              <a:gd name="T90" fmla="*/ 9 w 462"/>
                              <a:gd name="T91" fmla="*/ 3 h 364"/>
                              <a:gd name="T92" fmla="*/ 10 w 462"/>
                              <a:gd name="T93" fmla="*/ 3 h 364"/>
                              <a:gd name="T94" fmla="*/ 11 w 462"/>
                              <a:gd name="T95" fmla="*/ 2 h 364"/>
                              <a:gd name="T96" fmla="*/ 11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7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 w 255"/>
                              <a:gd name="T1" fmla="*/ 0 h 49"/>
                              <a:gd name="T2" fmla="*/ 2 w 255"/>
                              <a:gd name="T3" fmla="*/ 0 h 49"/>
                              <a:gd name="T4" fmla="*/ 3 w 255"/>
                              <a:gd name="T5" fmla="*/ 0 h 49"/>
                              <a:gd name="T6" fmla="*/ 3 w 255"/>
                              <a:gd name="T7" fmla="*/ 0 h 49"/>
                              <a:gd name="T8" fmla="*/ 4 w 255"/>
                              <a:gd name="T9" fmla="*/ 0 h 49"/>
                              <a:gd name="T10" fmla="*/ 4 w 255"/>
                              <a:gd name="T11" fmla="*/ 0 h 49"/>
                              <a:gd name="T12" fmla="*/ 5 w 255"/>
                              <a:gd name="T13" fmla="*/ 1 h 49"/>
                              <a:gd name="T14" fmla="*/ 5 w 255"/>
                              <a:gd name="T15" fmla="*/ 0 h 49"/>
                              <a:gd name="T16" fmla="*/ 6 w 255"/>
                              <a:gd name="T17" fmla="*/ 0 h 49"/>
                              <a:gd name="T18" fmla="*/ 7 w 255"/>
                              <a:gd name="T19" fmla="*/ 0 h 49"/>
                              <a:gd name="T20" fmla="*/ 7 w 255"/>
                              <a:gd name="T21" fmla="*/ 0 h 49"/>
                              <a:gd name="T22" fmla="*/ 7 w 255"/>
                              <a:gd name="T23" fmla="*/ 0 h 49"/>
                              <a:gd name="T24" fmla="*/ 8 w 255"/>
                              <a:gd name="T25" fmla="*/ 0 h 49"/>
                              <a:gd name="T26" fmla="*/ 8 w 255"/>
                              <a:gd name="T27" fmla="*/ 0 h 49"/>
                              <a:gd name="T28" fmla="*/ 8 w 255"/>
                              <a:gd name="T29" fmla="*/ 1 h 49"/>
                              <a:gd name="T30" fmla="*/ 8 w 255"/>
                              <a:gd name="T31" fmla="*/ 1 h 49"/>
                              <a:gd name="T32" fmla="*/ 8 w 255"/>
                              <a:gd name="T33" fmla="*/ 1 h 49"/>
                              <a:gd name="T34" fmla="*/ 7 w 255"/>
                              <a:gd name="T35" fmla="*/ 1 h 49"/>
                              <a:gd name="T36" fmla="*/ 7 w 255"/>
                              <a:gd name="T37" fmla="*/ 1 h 49"/>
                              <a:gd name="T38" fmla="*/ 7 w 255"/>
                              <a:gd name="T39" fmla="*/ 1 h 49"/>
                              <a:gd name="T40" fmla="*/ 6 w 255"/>
                              <a:gd name="T41" fmla="*/ 1 h 49"/>
                              <a:gd name="T42" fmla="*/ 6 w 255"/>
                              <a:gd name="T43" fmla="*/ 1 h 49"/>
                              <a:gd name="T44" fmla="*/ 6 w 255"/>
                              <a:gd name="T45" fmla="*/ 1 h 49"/>
                              <a:gd name="T46" fmla="*/ 5 w 255"/>
                              <a:gd name="T47" fmla="*/ 1 h 49"/>
                              <a:gd name="T48" fmla="*/ 5 w 255"/>
                              <a:gd name="T49" fmla="*/ 1 h 49"/>
                              <a:gd name="T50" fmla="*/ 5 w 255"/>
                              <a:gd name="T51" fmla="*/ 1 h 49"/>
                              <a:gd name="T52" fmla="*/ 4 w 255"/>
                              <a:gd name="T53" fmla="*/ 1 h 49"/>
                              <a:gd name="T54" fmla="*/ 4 w 255"/>
                              <a:gd name="T55" fmla="*/ 1 h 49"/>
                              <a:gd name="T56" fmla="*/ 3 w 255"/>
                              <a:gd name="T57" fmla="*/ 1 h 49"/>
                              <a:gd name="T58" fmla="*/ 3 w 255"/>
                              <a:gd name="T59" fmla="*/ 1 h 49"/>
                              <a:gd name="T60" fmla="*/ 2 w 255"/>
                              <a:gd name="T61" fmla="*/ 1 h 49"/>
                              <a:gd name="T62" fmla="*/ 1 w 255"/>
                              <a:gd name="T63" fmla="*/ 0 h 49"/>
                              <a:gd name="T64" fmla="*/ 1 w 255"/>
                              <a:gd name="T65" fmla="*/ 0 h 49"/>
                              <a:gd name="T66" fmla="*/ 1 w 255"/>
                              <a:gd name="T67" fmla="*/ 0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8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 w 115"/>
                              <a:gd name="T1" fmla="*/ 0 h 95"/>
                              <a:gd name="T2" fmla="*/ 3 w 115"/>
                              <a:gd name="T3" fmla="*/ 0 h 95"/>
                              <a:gd name="T4" fmla="*/ 4 w 115"/>
                              <a:gd name="T5" fmla="*/ 0 h 95"/>
                              <a:gd name="T6" fmla="*/ 3 w 115"/>
                              <a:gd name="T7" fmla="*/ 0 h 95"/>
                              <a:gd name="T8" fmla="*/ 3 w 115"/>
                              <a:gd name="T9" fmla="*/ 0 h 95"/>
                              <a:gd name="T10" fmla="*/ 3 w 115"/>
                              <a:gd name="T11" fmla="*/ 1 h 95"/>
                              <a:gd name="T12" fmla="*/ 3 w 115"/>
                              <a:gd name="T13" fmla="*/ 1 h 95"/>
                              <a:gd name="T14" fmla="*/ 2 w 115"/>
                              <a:gd name="T15" fmla="*/ 0 h 95"/>
                              <a:gd name="T16" fmla="*/ 2 w 115"/>
                              <a:gd name="T17" fmla="*/ 0 h 95"/>
                              <a:gd name="T18" fmla="*/ 2 w 115"/>
                              <a:gd name="T19" fmla="*/ 0 h 95"/>
                              <a:gd name="T20" fmla="*/ 2 w 115"/>
                              <a:gd name="T21" fmla="*/ 1 h 95"/>
                              <a:gd name="T22" fmla="*/ 2 w 115"/>
                              <a:gd name="T23" fmla="*/ 1 h 95"/>
                              <a:gd name="T24" fmla="*/ 2 w 115"/>
                              <a:gd name="T25" fmla="*/ 1 h 95"/>
                              <a:gd name="T26" fmla="*/ 2 w 115"/>
                              <a:gd name="T27" fmla="*/ 1 h 95"/>
                              <a:gd name="T28" fmla="*/ 2 w 115"/>
                              <a:gd name="T29" fmla="*/ 1 h 95"/>
                              <a:gd name="T30" fmla="*/ 2 w 115"/>
                              <a:gd name="T31" fmla="*/ 1 h 95"/>
                              <a:gd name="T32" fmla="*/ 2 w 115"/>
                              <a:gd name="T33" fmla="*/ 1 h 95"/>
                              <a:gd name="T34" fmla="*/ 2 w 115"/>
                              <a:gd name="T35" fmla="*/ 2 h 95"/>
                              <a:gd name="T36" fmla="*/ 2 w 115"/>
                              <a:gd name="T37" fmla="*/ 2 h 95"/>
                              <a:gd name="T38" fmla="*/ 2 w 115"/>
                              <a:gd name="T39" fmla="*/ 2 h 95"/>
                              <a:gd name="T40" fmla="*/ 2 w 115"/>
                              <a:gd name="T41" fmla="*/ 2 h 95"/>
                              <a:gd name="T42" fmla="*/ 2 w 115"/>
                              <a:gd name="T43" fmla="*/ 2 h 95"/>
                              <a:gd name="T44" fmla="*/ 2 w 115"/>
                              <a:gd name="T45" fmla="*/ 2 h 95"/>
                              <a:gd name="T46" fmla="*/ 2 w 115"/>
                              <a:gd name="T47" fmla="*/ 1 h 95"/>
                              <a:gd name="T48" fmla="*/ 1 w 115"/>
                              <a:gd name="T49" fmla="*/ 1 h 95"/>
                              <a:gd name="T50" fmla="*/ 1 w 115"/>
                              <a:gd name="T51" fmla="*/ 1 h 95"/>
                              <a:gd name="T52" fmla="*/ 1 w 115"/>
                              <a:gd name="T53" fmla="*/ 2 h 95"/>
                              <a:gd name="T54" fmla="*/ 2 w 115"/>
                              <a:gd name="T55" fmla="*/ 2 h 95"/>
                              <a:gd name="T56" fmla="*/ 1 w 115"/>
                              <a:gd name="T57" fmla="*/ 2 h 95"/>
                              <a:gd name="T58" fmla="*/ 1 w 115"/>
                              <a:gd name="T59" fmla="*/ 2 h 95"/>
                              <a:gd name="T60" fmla="*/ 1 w 115"/>
                              <a:gd name="T61" fmla="*/ 2 h 95"/>
                              <a:gd name="T62" fmla="*/ 1 w 115"/>
                              <a:gd name="T63" fmla="*/ 2 h 95"/>
                              <a:gd name="T64" fmla="*/ 1 w 115"/>
                              <a:gd name="T65" fmla="*/ 2 h 95"/>
                              <a:gd name="T66" fmla="*/ 1 w 115"/>
                              <a:gd name="T67" fmla="*/ 1 h 95"/>
                              <a:gd name="T68" fmla="*/ 1 w 115"/>
                              <a:gd name="T69" fmla="*/ 1 h 95"/>
                              <a:gd name="T70" fmla="*/ 1 w 115"/>
                              <a:gd name="T71" fmla="*/ 0 h 95"/>
                              <a:gd name="T72" fmla="*/ 1 w 115"/>
                              <a:gd name="T73" fmla="*/ 0 h 95"/>
                              <a:gd name="T74" fmla="*/ 1 w 115"/>
                              <a:gd name="T75" fmla="*/ 0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9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1 h 131"/>
                              <a:gd name="T2" fmla="*/ 1 w 127"/>
                              <a:gd name="T3" fmla="*/ 0 h 131"/>
                              <a:gd name="T4" fmla="*/ 2 w 127"/>
                              <a:gd name="T5" fmla="*/ 0 h 131"/>
                              <a:gd name="T6" fmla="*/ 2 w 127"/>
                              <a:gd name="T7" fmla="*/ 0 h 131"/>
                              <a:gd name="T8" fmla="*/ 3 w 127"/>
                              <a:gd name="T9" fmla="*/ 0 h 131"/>
                              <a:gd name="T10" fmla="*/ 3 w 127"/>
                              <a:gd name="T11" fmla="*/ 0 h 131"/>
                              <a:gd name="T12" fmla="*/ 3 w 127"/>
                              <a:gd name="T13" fmla="*/ 0 h 131"/>
                              <a:gd name="T14" fmla="*/ 3 w 127"/>
                              <a:gd name="T15" fmla="*/ 0 h 131"/>
                              <a:gd name="T16" fmla="*/ 4 w 127"/>
                              <a:gd name="T17" fmla="*/ 0 h 131"/>
                              <a:gd name="T18" fmla="*/ 4 w 127"/>
                              <a:gd name="T19" fmla="*/ 0 h 131"/>
                              <a:gd name="T20" fmla="*/ 4 w 127"/>
                              <a:gd name="T21" fmla="*/ 0 h 131"/>
                              <a:gd name="T22" fmla="*/ 4 w 127"/>
                              <a:gd name="T23" fmla="*/ 0 h 131"/>
                              <a:gd name="T24" fmla="*/ 4 w 127"/>
                              <a:gd name="T25" fmla="*/ 0 h 131"/>
                              <a:gd name="T26" fmla="*/ 4 w 127"/>
                              <a:gd name="T27" fmla="*/ 0 h 131"/>
                              <a:gd name="T28" fmla="*/ 4 w 127"/>
                              <a:gd name="T29" fmla="*/ 1 h 131"/>
                              <a:gd name="T30" fmla="*/ 4 w 127"/>
                              <a:gd name="T31" fmla="*/ 1 h 131"/>
                              <a:gd name="T32" fmla="*/ 4 w 127"/>
                              <a:gd name="T33" fmla="*/ 1 h 131"/>
                              <a:gd name="T34" fmla="*/ 4 w 127"/>
                              <a:gd name="T35" fmla="*/ 1 h 131"/>
                              <a:gd name="T36" fmla="*/ 4 w 127"/>
                              <a:gd name="T37" fmla="*/ 2 h 131"/>
                              <a:gd name="T38" fmla="*/ 4 w 127"/>
                              <a:gd name="T39" fmla="*/ 1 h 131"/>
                              <a:gd name="T40" fmla="*/ 4 w 127"/>
                              <a:gd name="T41" fmla="*/ 2 h 131"/>
                              <a:gd name="T42" fmla="*/ 4 w 127"/>
                              <a:gd name="T43" fmla="*/ 2 h 131"/>
                              <a:gd name="T44" fmla="*/ 4 w 127"/>
                              <a:gd name="T45" fmla="*/ 2 h 131"/>
                              <a:gd name="T46" fmla="*/ 4 w 127"/>
                              <a:gd name="T47" fmla="*/ 3 h 131"/>
                              <a:gd name="T48" fmla="*/ 4 w 127"/>
                              <a:gd name="T49" fmla="*/ 3 h 131"/>
                              <a:gd name="T50" fmla="*/ 3 w 127"/>
                              <a:gd name="T51" fmla="*/ 3 h 131"/>
                              <a:gd name="T52" fmla="*/ 3 w 127"/>
                              <a:gd name="T53" fmla="*/ 4 h 131"/>
                              <a:gd name="T54" fmla="*/ 3 w 127"/>
                              <a:gd name="T55" fmla="*/ 4 h 131"/>
                              <a:gd name="T56" fmla="*/ 3 w 127"/>
                              <a:gd name="T57" fmla="*/ 3 h 131"/>
                              <a:gd name="T58" fmla="*/ 3 w 127"/>
                              <a:gd name="T59" fmla="*/ 3 h 131"/>
                              <a:gd name="T60" fmla="*/ 2 w 127"/>
                              <a:gd name="T61" fmla="*/ 3 h 131"/>
                              <a:gd name="T62" fmla="*/ 2 w 127"/>
                              <a:gd name="T63" fmla="*/ 3 h 131"/>
                              <a:gd name="T64" fmla="*/ 1 w 127"/>
                              <a:gd name="T65" fmla="*/ 3 h 131"/>
                              <a:gd name="T66" fmla="*/ 1 w 127"/>
                              <a:gd name="T67" fmla="*/ 3 h 131"/>
                              <a:gd name="T68" fmla="*/ 1 w 127"/>
                              <a:gd name="T69" fmla="*/ 2 h 131"/>
                              <a:gd name="T70" fmla="*/ 1 w 127"/>
                              <a:gd name="T71" fmla="*/ 2 h 131"/>
                              <a:gd name="T72" fmla="*/ 1 w 127"/>
                              <a:gd name="T73" fmla="*/ 2 h 131"/>
                              <a:gd name="T74" fmla="*/ 0 w 127"/>
                              <a:gd name="T75" fmla="*/ 1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0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 w 244"/>
                              <a:gd name="T1" fmla="*/ 1 h 122"/>
                              <a:gd name="T2" fmla="*/ 2 w 244"/>
                              <a:gd name="T3" fmla="*/ 1 h 122"/>
                              <a:gd name="T4" fmla="*/ 2 w 244"/>
                              <a:gd name="T5" fmla="*/ 1 h 122"/>
                              <a:gd name="T6" fmla="*/ 3 w 244"/>
                              <a:gd name="T7" fmla="*/ 1 h 122"/>
                              <a:gd name="T8" fmla="*/ 3 w 244"/>
                              <a:gd name="T9" fmla="*/ 1 h 122"/>
                              <a:gd name="T10" fmla="*/ 3 w 244"/>
                              <a:gd name="T11" fmla="*/ 1 h 122"/>
                              <a:gd name="T12" fmla="*/ 4 w 244"/>
                              <a:gd name="T13" fmla="*/ 1 h 122"/>
                              <a:gd name="T14" fmla="*/ 5 w 244"/>
                              <a:gd name="T15" fmla="*/ 1 h 122"/>
                              <a:gd name="T16" fmla="*/ 5 w 244"/>
                              <a:gd name="T17" fmla="*/ 2 h 122"/>
                              <a:gd name="T18" fmla="*/ 6 w 244"/>
                              <a:gd name="T19" fmla="*/ 2 h 122"/>
                              <a:gd name="T20" fmla="*/ 6 w 244"/>
                              <a:gd name="T21" fmla="*/ 2 h 122"/>
                              <a:gd name="T22" fmla="*/ 7 w 244"/>
                              <a:gd name="T23" fmla="*/ 3 h 122"/>
                              <a:gd name="T24" fmla="*/ 7 w 244"/>
                              <a:gd name="T25" fmla="*/ 3 h 122"/>
                              <a:gd name="T26" fmla="*/ 7 w 244"/>
                              <a:gd name="T27" fmla="*/ 3 h 122"/>
                              <a:gd name="T28" fmla="*/ 8 w 244"/>
                              <a:gd name="T29" fmla="*/ 3 h 122"/>
                              <a:gd name="T30" fmla="*/ 8 w 244"/>
                              <a:gd name="T31" fmla="*/ 4 h 122"/>
                              <a:gd name="T32" fmla="*/ 8 w 244"/>
                              <a:gd name="T33" fmla="*/ 4 h 122"/>
                              <a:gd name="T34" fmla="*/ 8 w 244"/>
                              <a:gd name="T35" fmla="*/ 4 h 122"/>
                              <a:gd name="T36" fmla="*/ 7 w 244"/>
                              <a:gd name="T37" fmla="*/ 4 h 122"/>
                              <a:gd name="T38" fmla="*/ 7 w 244"/>
                              <a:gd name="T39" fmla="*/ 3 h 122"/>
                              <a:gd name="T40" fmla="*/ 6 w 244"/>
                              <a:gd name="T41" fmla="*/ 3 h 122"/>
                              <a:gd name="T42" fmla="*/ 6 w 244"/>
                              <a:gd name="T43" fmla="*/ 4 h 122"/>
                              <a:gd name="T44" fmla="*/ 5 w 244"/>
                              <a:gd name="T45" fmla="*/ 4 h 122"/>
                              <a:gd name="T46" fmla="*/ 5 w 244"/>
                              <a:gd name="T47" fmla="*/ 4 h 122"/>
                              <a:gd name="T48" fmla="*/ 4 w 244"/>
                              <a:gd name="T49" fmla="*/ 4 h 122"/>
                              <a:gd name="T50" fmla="*/ 4 w 244"/>
                              <a:gd name="T51" fmla="*/ 4 h 122"/>
                              <a:gd name="T52" fmla="*/ 4 w 244"/>
                              <a:gd name="T53" fmla="*/ 3 h 122"/>
                              <a:gd name="T54" fmla="*/ 3 w 244"/>
                              <a:gd name="T55" fmla="*/ 2 h 122"/>
                              <a:gd name="T56" fmla="*/ 2 w 244"/>
                              <a:gd name="T57" fmla="*/ 2 h 122"/>
                              <a:gd name="T58" fmla="*/ 2 w 244"/>
                              <a:gd name="T59" fmla="*/ 2 h 122"/>
                              <a:gd name="T60" fmla="*/ 1 w 244"/>
                              <a:gd name="T61" fmla="*/ 2 h 122"/>
                              <a:gd name="T62" fmla="*/ 1 w 244"/>
                              <a:gd name="T63" fmla="*/ 1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1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0 h 161"/>
                              <a:gd name="T2" fmla="*/ 1 w 148"/>
                              <a:gd name="T3" fmla="*/ 0 h 161"/>
                              <a:gd name="T4" fmla="*/ 2 w 148"/>
                              <a:gd name="T5" fmla="*/ 0 h 161"/>
                              <a:gd name="T6" fmla="*/ 2 w 148"/>
                              <a:gd name="T7" fmla="*/ 0 h 161"/>
                              <a:gd name="T8" fmla="*/ 2 w 148"/>
                              <a:gd name="T9" fmla="*/ 0 h 161"/>
                              <a:gd name="T10" fmla="*/ 2 w 148"/>
                              <a:gd name="T11" fmla="*/ 0 h 161"/>
                              <a:gd name="T12" fmla="*/ 2 w 148"/>
                              <a:gd name="T13" fmla="*/ 0 h 161"/>
                              <a:gd name="T14" fmla="*/ 2 w 148"/>
                              <a:gd name="T15" fmla="*/ 0 h 161"/>
                              <a:gd name="T16" fmla="*/ 2 w 148"/>
                              <a:gd name="T17" fmla="*/ 0 h 161"/>
                              <a:gd name="T18" fmla="*/ 2 w 148"/>
                              <a:gd name="T19" fmla="*/ 1 h 161"/>
                              <a:gd name="T20" fmla="*/ 3 w 148"/>
                              <a:gd name="T21" fmla="*/ 1 h 161"/>
                              <a:gd name="T22" fmla="*/ 3 w 148"/>
                              <a:gd name="T23" fmla="*/ 1 h 161"/>
                              <a:gd name="T24" fmla="*/ 3 w 148"/>
                              <a:gd name="T25" fmla="*/ 1 h 161"/>
                              <a:gd name="T26" fmla="*/ 3 w 148"/>
                              <a:gd name="T27" fmla="*/ 1 h 161"/>
                              <a:gd name="T28" fmla="*/ 3 w 148"/>
                              <a:gd name="T29" fmla="*/ 1 h 161"/>
                              <a:gd name="T30" fmla="*/ 4 w 148"/>
                              <a:gd name="T31" fmla="*/ 2 h 161"/>
                              <a:gd name="T32" fmla="*/ 4 w 148"/>
                              <a:gd name="T33" fmla="*/ 2 h 161"/>
                              <a:gd name="T34" fmla="*/ 4 w 148"/>
                              <a:gd name="T35" fmla="*/ 2 h 161"/>
                              <a:gd name="T36" fmla="*/ 4 w 148"/>
                              <a:gd name="T37" fmla="*/ 2 h 161"/>
                              <a:gd name="T38" fmla="*/ 5 w 148"/>
                              <a:gd name="T39" fmla="*/ 3 h 161"/>
                              <a:gd name="T40" fmla="*/ 5 w 148"/>
                              <a:gd name="T41" fmla="*/ 3 h 161"/>
                              <a:gd name="T42" fmla="*/ 5 w 148"/>
                              <a:gd name="T43" fmla="*/ 4 h 161"/>
                              <a:gd name="T44" fmla="*/ 5 w 148"/>
                              <a:gd name="T45" fmla="*/ 4 h 161"/>
                              <a:gd name="T46" fmla="*/ 5 w 148"/>
                              <a:gd name="T47" fmla="*/ 5 h 161"/>
                              <a:gd name="T48" fmla="*/ 5 w 148"/>
                              <a:gd name="T49" fmla="*/ 5 h 161"/>
                              <a:gd name="T50" fmla="*/ 5 w 148"/>
                              <a:gd name="T51" fmla="*/ 4 h 161"/>
                              <a:gd name="T52" fmla="*/ 4 w 148"/>
                              <a:gd name="T53" fmla="*/ 5 h 161"/>
                              <a:gd name="T54" fmla="*/ 4 w 148"/>
                              <a:gd name="T55" fmla="*/ 4 h 161"/>
                              <a:gd name="T56" fmla="*/ 4 w 148"/>
                              <a:gd name="T57" fmla="*/ 4 h 161"/>
                              <a:gd name="T58" fmla="*/ 3 w 148"/>
                              <a:gd name="T59" fmla="*/ 3 h 161"/>
                              <a:gd name="T60" fmla="*/ 3 w 148"/>
                              <a:gd name="T61" fmla="*/ 3 h 161"/>
                              <a:gd name="T62" fmla="*/ 3 w 148"/>
                              <a:gd name="T63" fmla="*/ 3 h 161"/>
                              <a:gd name="T64" fmla="*/ 3 w 148"/>
                              <a:gd name="T65" fmla="*/ 3 h 161"/>
                              <a:gd name="T66" fmla="*/ 3 w 148"/>
                              <a:gd name="T67" fmla="*/ 2 h 161"/>
                              <a:gd name="T68" fmla="*/ 2 w 148"/>
                              <a:gd name="T69" fmla="*/ 2 h 161"/>
                              <a:gd name="T70" fmla="*/ 2 w 148"/>
                              <a:gd name="T71" fmla="*/ 1 h 161"/>
                              <a:gd name="T72" fmla="*/ 2 w 148"/>
                              <a:gd name="T73" fmla="*/ 1 h 161"/>
                              <a:gd name="T74" fmla="*/ 1 w 148"/>
                              <a:gd name="T75" fmla="*/ 0 h 161"/>
                              <a:gd name="T76" fmla="*/ 0 w 148"/>
                              <a:gd name="T77" fmla="*/ 0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2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0 w 143"/>
                              <a:gd name="T1" fmla="*/ 0 h 178"/>
                              <a:gd name="T2" fmla="*/ 0 w 143"/>
                              <a:gd name="T3" fmla="*/ 0 h 178"/>
                              <a:gd name="T4" fmla="*/ 1 w 143"/>
                              <a:gd name="T5" fmla="*/ 1 h 178"/>
                              <a:gd name="T6" fmla="*/ 1 w 143"/>
                              <a:gd name="T7" fmla="*/ 2 h 178"/>
                              <a:gd name="T8" fmla="*/ 1 w 143"/>
                              <a:gd name="T9" fmla="*/ 2 h 178"/>
                              <a:gd name="T10" fmla="*/ 1 w 143"/>
                              <a:gd name="T11" fmla="*/ 2 h 178"/>
                              <a:gd name="T12" fmla="*/ 1 w 143"/>
                              <a:gd name="T13" fmla="*/ 2 h 178"/>
                              <a:gd name="T14" fmla="*/ 2 w 143"/>
                              <a:gd name="T15" fmla="*/ 2 h 178"/>
                              <a:gd name="T16" fmla="*/ 2 w 143"/>
                              <a:gd name="T17" fmla="*/ 3 h 178"/>
                              <a:gd name="T18" fmla="*/ 2 w 143"/>
                              <a:gd name="T19" fmla="*/ 3 h 178"/>
                              <a:gd name="T20" fmla="*/ 3 w 143"/>
                              <a:gd name="T21" fmla="*/ 3 h 178"/>
                              <a:gd name="T22" fmla="*/ 3 w 143"/>
                              <a:gd name="T23" fmla="*/ 3 h 178"/>
                              <a:gd name="T24" fmla="*/ 3 w 143"/>
                              <a:gd name="T25" fmla="*/ 4 h 178"/>
                              <a:gd name="T26" fmla="*/ 3 w 143"/>
                              <a:gd name="T27" fmla="*/ 4 h 178"/>
                              <a:gd name="T28" fmla="*/ 3 w 143"/>
                              <a:gd name="T29" fmla="*/ 5 h 178"/>
                              <a:gd name="T30" fmla="*/ 3 w 143"/>
                              <a:gd name="T31" fmla="*/ 5 h 178"/>
                              <a:gd name="T32" fmla="*/ 4 w 143"/>
                              <a:gd name="T33" fmla="*/ 5 h 178"/>
                              <a:gd name="T34" fmla="*/ 4 w 143"/>
                              <a:gd name="T35" fmla="*/ 5 h 178"/>
                              <a:gd name="T36" fmla="*/ 4 w 143"/>
                              <a:gd name="T37" fmla="*/ 5 h 178"/>
                              <a:gd name="T38" fmla="*/ 4 w 143"/>
                              <a:gd name="T39" fmla="*/ 6 h 178"/>
                              <a:gd name="T40" fmla="*/ 4 w 143"/>
                              <a:gd name="T41" fmla="*/ 6 h 178"/>
                              <a:gd name="T42" fmla="*/ 3 w 143"/>
                              <a:gd name="T43" fmla="*/ 6 h 178"/>
                              <a:gd name="T44" fmla="*/ 3 w 143"/>
                              <a:gd name="T45" fmla="*/ 6 h 178"/>
                              <a:gd name="T46" fmla="*/ 3 w 143"/>
                              <a:gd name="T47" fmla="*/ 6 h 178"/>
                              <a:gd name="T48" fmla="*/ 3 w 143"/>
                              <a:gd name="T49" fmla="*/ 6 h 178"/>
                              <a:gd name="T50" fmla="*/ 3 w 143"/>
                              <a:gd name="T51" fmla="*/ 6 h 178"/>
                              <a:gd name="T52" fmla="*/ 3 w 143"/>
                              <a:gd name="T53" fmla="*/ 6 h 178"/>
                              <a:gd name="T54" fmla="*/ 3 w 143"/>
                              <a:gd name="T55" fmla="*/ 5 h 178"/>
                              <a:gd name="T56" fmla="*/ 2 w 143"/>
                              <a:gd name="T57" fmla="*/ 5 h 178"/>
                              <a:gd name="T58" fmla="*/ 2 w 143"/>
                              <a:gd name="T59" fmla="*/ 6 h 178"/>
                              <a:gd name="T60" fmla="*/ 2 w 143"/>
                              <a:gd name="T61" fmla="*/ 5 h 178"/>
                              <a:gd name="T62" fmla="*/ 2 w 143"/>
                              <a:gd name="T63" fmla="*/ 5 h 178"/>
                              <a:gd name="T64" fmla="*/ 2 w 143"/>
                              <a:gd name="T65" fmla="*/ 5 h 178"/>
                              <a:gd name="T66" fmla="*/ 3 w 143"/>
                              <a:gd name="T67" fmla="*/ 5 h 178"/>
                              <a:gd name="T68" fmla="*/ 3 w 143"/>
                              <a:gd name="T69" fmla="*/ 4 h 178"/>
                              <a:gd name="T70" fmla="*/ 2 w 143"/>
                              <a:gd name="T71" fmla="*/ 4 h 178"/>
                              <a:gd name="T72" fmla="*/ 2 w 143"/>
                              <a:gd name="T73" fmla="*/ 4 h 178"/>
                              <a:gd name="T74" fmla="*/ 2 w 143"/>
                              <a:gd name="T75" fmla="*/ 3 h 178"/>
                              <a:gd name="T76" fmla="*/ 2 w 143"/>
                              <a:gd name="T77" fmla="*/ 3 h 178"/>
                              <a:gd name="T78" fmla="*/ 1 w 143"/>
                              <a:gd name="T79" fmla="*/ 3 h 178"/>
                              <a:gd name="T80" fmla="*/ 1 w 143"/>
                              <a:gd name="T81" fmla="*/ 3 h 178"/>
                              <a:gd name="T82" fmla="*/ 1 w 143"/>
                              <a:gd name="T83" fmla="*/ 3 h 178"/>
                              <a:gd name="T84" fmla="*/ 1 w 143"/>
                              <a:gd name="T85" fmla="*/ 3 h 178"/>
                              <a:gd name="T86" fmla="*/ 1 w 143"/>
                              <a:gd name="T87" fmla="*/ 3 h 178"/>
                              <a:gd name="T88" fmla="*/ 0 w 143"/>
                              <a:gd name="T89" fmla="*/ 3 h 178"/>
                              <a:gd name="T90" fmla="*/ 0 w 143"/>
                              <a:gd name="T91" fmla="*/ 2 h 178"/>
                              <a:gd name="T92" fmla="*/ 0 w 143"/>
                              <a:gd name="T93" fmla="*/ 2 h 178"/>
                              <a:gd name="T94" fmla="*/ 0 w 143"/>
                              <a:gd name="T95" fmla="*/ 2 h 178"/>
                              <a:gd name="T96" fmla="*/ 0 w 143"/>
                              <a:gd name="T97" fmla="*/ 2 h 178"/>
                              <a:gd name="T98" fmla="*/ 0 w 143"/>
                              <a:gd name="T99" fmla="*/ 1 h 178"/>
                              <a:gd name="T100" fmla="*/ 0 w 143"/>
                              <a:gd name="T101" fmla="*/ 1 h 178"/>
                              <a:gd name="T102" fmla="*/ 0 w 143"/>
                              <a:gd name="T103" fmla="*/ 1 h 178"/>
                              <a:gd name="T104" fmla="*/ 0 w 143"/>
                              <a:gd name="T105" fmla="*/ 1 h 178"/>
                              <a:gd name="T106" fmla="*/ 0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3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 w 106"/>
                              <a:gd name="T1" fmla="*/ 0 h 153"/>
                              <a:gd name="T2" fmla="*/ 2 w 106"/>
                              <a:gd name="T3" fmla="*/ 0 h 153"/>
                              <a:gd name="T4" fmla="*/ 2 w 106"/>
                              <a:gd name="T5" fmla="*/ 0 h 153"/>
                              <a:gd name="T6" fmla="*/ 2 w 106"/>
                              <a:gd name="T7" fmla="*/ 1 h 153"/>
                              <a:gd name="T8" fmla="*/ 3 w 106"/>
                              <a:gd name="T9" fmla="*/ 1 h 153"/>
                              <a:gd name="T10" fmla="*/ 3 w 106"/>
                              <a:gd name="T11" fmla="*/ 1 h 153"/>
                              <a:gd name="T12" fmla="*/ 3 w 106"/>
                              <a:gd name="T13" fmla="*/ 1 h 153"/>
                              <a:gd name="T14" fmla="*/ 3 w 106"/>
                              <a:gd name="T15" fmla="*/ 1 h 153"/>
                              <a:gd name="T16" fmla="*/ 3 w 106"/>
                              <a:gd name="T17" fmla="*/ 2 h 153"/>
                              <a:gd name="T18" fmla="*/ 4 w 106"/>
                              <a:gd name="T19" fmla="*/ 3 h 153"/>
                              <a:gd name="T20" fmla="*/ 3 w 106"/>
                              <a:gd name="T21" fmla="*/ 2 h 153"/>
                              <a:gd name="T22" fmla="*/ 3 w 106"/>
                              <a:gd name="T23" fmla="*/ 2 h 153"/>
                              <a:gd name="T24" fmla="*/ 3 w 106"/>
                              <a:gd name="T25" fmla="*/ 3 h 153"/>
                              <a:gd name="T26" fmla="*/ 3 w 106"/>
                              <a:gd name="T27" fmla="*/ 3 h 153"/>
                              <a:gd name="T28" fmla="*/ 3 w 106"/>
                              <a:gd name="T29" fmla="*/ 3 h 153"/>
                              <a:gd name="T30" fmla="*/ 3 w 106"/>
                              <a:gd name="T31" fmla="*/ 3 h 153"/>
                              <a:gd name="T32" fmla="*/ 3 w 106"/>
                              <a:gd name="T33" fmla="*/ 3 h 153"/>
                              <a:gd name="T34" fmla="*/ 2 w 106"/>
                              <a:gd name="T35" fmla="*/ 3 h 153"/>
                              <a:gd name="T36" fmla="*/ 2 w 106"/>
                              <a:gd name="T37" fmla="*/ 3 h 153"/>
                              <a:gd name="T38" fmla="*/ 2 w 106"/>
                              <a:gd name="T39" fmla="*/ 3 h 153"/>
                              <a:gd name="T40" fmla="*/ 2 w 106"/>
                              <a:gd name="T41" fmla="*/ 3 h 153"/>
                              <a:gd name="T42" fmla="*/ 2 w 106"/>
                              <a:gd name="T43" fmla="*/ 3 h 153"/>
                              <a:gd name="T44" fmla="*/ 2 w 106"/>
                              <a:gd name="T45" fmla="*/ 3 h 153"/>
                              <a:gd name="T46" fmla="*/ 2 w 106"/>
                              <a:gd name="T47" fmla="*/ 3 h 153"/>
                              <a:gd name="T48" fmla="*/ 3 w 106"/>
                              <a:gd name="T49" fmla="*/ 4 h 153"/>
                              <a:gd name="T50" fmla="*/ 2 w 106"/>
                              <a:gd name="T51" fmla="*/ 4 h 153"/>
                              <a:gd name="T52" fmla="*/ 2 w 106"/>
                              <a:gd name="T53" fmla="*/ 4 h 153"/>
                              <a:gd name="T54" fmla="*/ 2 w 106"/>
                              <a:gd name="T55" fmla="*/ 4 h 153"/>
                              <a:gd name="T56" fmla="*/ 2 w 106"/>
                              <a:gd name="T57" fmla="*/ 4 h 153"/>
                              <a:gd name="T58" fmla="*/ 2 w 106"/>
                              <a:gd name="T59" fmla="*/ 4 h 153"/>
                              <a:gd name="T60" fmla="*/ 2 w 106"/>
                              <a:gd name="T61" fmla="*/ 4 h 153"/>
                              <a:gd name="T62" fmla="*/ 2 w 106"/>
                              <a:gd name="T63" fmla="*/ 4 h 153"/>
                              <a:gd name="T64" fmla="*/ 2 w 106"/>
                              <a:gd name="T65" fmla="*/ 4 h 153"/>
                              <a:gd name="T66" fmla="*/ 1 w 106"/>
                              <a:gd name="T67" fmla="*/ 4 h 153"/>
                              <a:gd name="T68" fmla="*/ 1 w 106"/>
                              <a:gd name="T69" fmla="*/ 4 h 153"/>
                              <a:gd name="T70" fmla="*/ 1 w 106"/>
                              <a:gd name="T71" fmla="*/ 3 h 153"/>
                              <a:gd name="T72" fmla="*/ 1 w 106"/>
                              <a:gd name="T73" fmla="*/ 3 h 153"/>
                              <a:gd name="T74" fmla="*/ 1 w 106"/>
                              <a:gd name="T75" fmla="*/ 4 h 153"/>
                              <a:gd name="T76" fmla="*/ 1 w 106"/>
                              <a:gd name="T77" fmla="*/ 4 h 153"/>
                              <a:gd name="T78" fmla="*/ 0 w 106"/>
                              <a:gd name="T79" fmla="*/ 3 h 153"/>
                              <a:gd name="T80" fmla="*/ 1 w 106"/>
                              <a:gd name="T81" fmla="*/ 3 h 153"/>
                              <a:gd name="T82" fmla="*/ 1 w 106"/>
                              <a:gd name="T83" fmla="*/ 3 h 153"/>
                              <a:gd name="T84" fmla="*/ 1 w 106"/>
                              <a:gd name="T85" fmla="*/ 2 h 153"/>
                              <a:gd name="T86" fmla="*/ 1 w 106"/>
                              <a:gd name="T87" fmla="*/ 2 h 153"/>
                              <a:gd name="T88" fmla="*/ 1 w 106"/>
                              <a:gd name="T89" fmla="*/ 2 h 153"/>
                              <a:gd name="T90" fmla="*/ 1 w 106"/>
                              <a:gd name="T91" fmla="*/ 2 h 153"/>
                              <a:gd name="T92" fmla="*/ 2 w 106"/>
                              <a:gd name="T93" fmla="*/ 2 h 153"/>
                              <a:gd name="T94" fmla="*/ 2 w 106"/>
                              <a:gd name="T95" fmla="*/ 2 h 153"/>
                              <a:gd name="T96" fmla="*/ 1 w 106"/>
                              <a:gd name="T97" fmla="*/ 1 h 153"/>
                              <a:gd name="T98" fmla="*/ 1 w 106"/>
                              <a:gd name="T99" fmla="*/ 1 h 153"/>
                              <a:gd name="T100" fmla="*/ 2 w 106"/>
                              <a:gd name="T101" fmla="*/ 1 h 153"/>
                              <a:gd name="T102" fmla="*/ 2 w 106"/>
                              <a:gd name="T103" fmla="*/ 1 h 153"/>
                              <a:gd name="T104" fmla="*/ 2 w 106"/>
                              <a:gd name="T105" fmla="*/ 1 h 153"/>
                              <a:gd name="T106" fmla="*/ 2 w 106"/>
                              <a:gd name="T107" fmla="*/ 1 h 153"/>
                              <a:gd name="T108" fmla="*/ 2 w 106"/>
                              <a:gd name="T109" fmla="*/ 1 h 153"/>
                              <a:gd name="T110" fmla="*/ 2 w 106"/>
                              <a:gd name="T111" fmla="*/ 1 h 153"/>
                              <a:gd name="T112" fmla="*/ 2 w 106"/>
                              <a:gd name="T113" fmla="*/ 1 h 153"/>
                              <a:gd name="T114" fmla="*/ 1 w 106"/>
                              <a:gd name="T115" fmla="*/ 0 h 153"/>
                              <a:gd name="T116" fmla="*/ 1 w 106"/>
                              <a:gd name="T117" fmla="*/ 0 h 153"/>
                              <a:gd name="T118" fmla="*/ 1 w 106"/>
                              <a:gd name="T119" fmla="*/ 0 h 153"/>
                              <a:gd name="T120" fmla="*/ 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94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0 w 116"/>
                              <a:gd name="T3" fmla="*/ 0 h 123"/>
                              <a:gd name="T4" fmla="*/ 0 w 116"/>
                              <a:gd name="T5" fmla="*/ 1 h 123"/>
                              <a:gd name="T6" fmla="*/ 0 w 116"/>
                              <a:gd name="T7" fmla="*/ 1 h 123"/>
                              <a:gd name="T8" fmla="*/ 1 w 116"/>
                              <a:gd name="T9" fmla="*/ 2 h 123"/>
                              <a:gd name="T10" fmla="*/ 1 w 116"/>
                              <a:gd name="T11" fmla="*/ 2 h 123"/>
                              <a:gd name="T12" fmla="*/ 1 w 116"/>
                              <a:gd name="T13" fmla="*/ 2 h 123"/>
                              <a:gd name="T14" fmla="*/ 1 w 116"/>
                              <a:gd name="T15" fmla="*/ 2 h 123"/>
                              <a:gd name="T16" fmla="*/ 2 w 116"/>
                              <a:gd name="T17" fmla="*/ 2 h 123"/>
                              <a:gd name="T18" fmla="*/ 2 w 116"/>
                              <a:gd name="T19" fmla="*/ 2 h 123"/>
                              <a:gd name="T20" fmla="*/ 2 w 116"/>
                              <a:gd name="T21" fmla="*/ 2 h 123"/>
                              <a:gd name="T22" fmla="*/ 3 w 116"/>
                              <a:gd name="T23" fmla="*/ 3 h 123"/>
                              <a:gd name="T24" fmla="*/ 3 w 116"/>
                              <a:gd name="T25" fmla="*/ 3 h 123"/>
                              <a:gd name="T26" fmla="*/ 2 w 116"/>
                              <a:gd name="T27" fmla="*/ 3 h 123"/>
                              <a:gd name="T28" fmla="*/ 2 w 116"/>
                              <a:gd name="T29" fmla="*/ 3 h 123"/>
                              <a:gd name="T30" fmla="*/ 2 w 116"/>
                              <a:gd name="T31" fmla="*/ 3 h 123"/>
                              <a:gd name="T32" fmla="*/ 2 w 116"/>
                              <a:gd name="T33" fmla="*/ 3 h 123"/>
                              <a:gd name="T34" fmla="*/ 3 w 116"/>
                              <a:gd name="T35" fmla="*/ 3 h 123"/>
                              <a:gd name="T36" fmla="*/ 3 w 116"/>
                              <a:gd name="T37" fmla="*/ 4 h 123"/>
                              <a:gd name="T38" fmla="*/ 3 w 116"/>
                              <a:gd name="T39" fmla="*/ 4 h 123"/>
                              <a:gd name="T40" fmla="*/ 3 w 116"/>
                              <a:gd name="T41" fmla="*/ 4 h 123"/>
                              <a:gd name="T42" fmla="*/ 3 w 116"/>
                              <a:gd name="T43" fmla="*/ 4 h 123"/>
                              <a:gd name="T44" fmla="*/ 2 w 116"/>
                              <a:gd name="T45" fmla="*/ 4 h 123"/>
                              <a:gd name="T46" fmla="*/ 2 w 116"/>
                              <a:gd name="T47" fmla="*/ 4 h 123"/>
                              <a:gd name="T48" fmla="*/ 2 w 116"/>
                              <a:gd name="T49" fmla="*/ 4 h 123"/>
                              <a:gd name="T50" fmla="*/ 2 w 116"/>
                              <a:gd name="T51" fmla="*/ 4 h 123"/>
                              <a:gd name="T52" fmla="*/ 1 w 116"/>
                              <a:gd name="T53" fmla="*/ 3 h 123"/>
                              <a:gd name="T54" fmla="*/ 1 w 116"/>
                              <a:gd name="T55" fmla="*/ 3 h 123"/>
                              <a:gd name="T56" fmla="*/ 1 w 116"/>
                              <a:gd name="T57" fmla="*/ 2 h 123"/>
                              <a:gd name="T58" fmla="*/ 0 w 116"/>
                              <a:gd name="T59" fmla="*/ 2 h 123"/>
                              <a:gd name="T60" fmla="*/ 0 w 116"/>
                              <a:gd name="T61" fmla="*/ 2 h 123"/>
                              <a:gd name="T62" fmla="*/ 0 w 116"/>
                              <a:gd name="T63" fmla="*/ 1 h 123"/>
                              <a:gd name="T64" fmla="*/ 0 w 116"/>
                              <a:gd name="T65" fmla="*/ 1 h 123"/>
                              <a:gd name="T66" fmla="*/ 0 w 116"/>
                              <a:gd name="T67" fmla="*/ 1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58575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58576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20 w 838"/>
                              <a:gd name="T1" fmla="*/ 5 h 938"/>
                              <a:gd name="T2" fmla="*/ 23 w 838"/>
                              <a:gd name="T3" fmla="*/ 10 h 938"/>
                              <a:gd name="T4" fmla="*/ 24 w 838"/>
                              <a:gd name="T5" fmla="*/ 11 h 938"/>
                              <a:gd name="T6" fmla="*/ 26 w 838"/>
                              <a:gd name="T7" fmla="*/ 11 h 938"/>
                              <a:gd name="T8" fmla="*/ 27 w 838"/>
                              <a:gd name="T9" fmla="*/ 12 h 938"/>
                              <a:gd name="T10" fmla="*/ 24 w 838"/>
                              <a:gd name="T11" fmla="*/ 15 h 938"/>
                              <a:gd name="T12" fmla="*/ 22 w 838"/>
                              <a:gd name="T13" fmla="*/ 19 h 938"/>
                              <a:gd name="T14" fmla="*/ 22 w 838"/>
                              <a:gd name="T15" fmla="*/ 21 h 938"/>
                              <a:gd name="T16" fmla="*/ 22 w 838"/>
                              <a:gd name="T17" fmla="*/ 22 h 938"/>
                              <a:gd name="T18" fmla="*/ 21 w 838"/>
                              <a:gd name="T19" fmla="*/ 22 h 938"/>
                              <a:gd name="T20" fmla="*/ 20 w 838"/>
                              <a:gd name="T21" fmla="*/ 24 h 938"/>
                              <a:gd name="T22" fmla="*/ 19 w 838"/>
                              <a:gd name="T23" fmla="*/ 26 h 938"/>
                              <a:gd name="T24" fmla="*/ 18 w 838"/>
                              <a:gd name="T25" fmla="*/ 28 h 938"/>
                              <a:gd name="T26" fmla="*/ 17 w 838"/>
                              <a:gd name="T27" fmla="*/ 29 h 938"/>
                              <a:gd name="T28" fmla="*/ 16 w 838"/>
                              <a:gd name="T29" fmla="*/ 30 h 938"/>
                              <a:gd name="T30" fmla="*/ 14 w 838"/>
                              <a:gd name="T31" fmla="*/ 29 h 938"/>
                              <a:gd name="T32" fmla="*/ 14 w 838"/>
                              <a:gd name="T33" fmla="*/ 28 h 938"/>
                              <a:gd name="T34" fmla="*/ 13 w 838"/>
                              <a:gd name="T35" fmla="*/ 27 h 938"/>
                              <a:gd name="T36" fmla="*/ 13 w 838"/>
                              <a:gd name="T37" fmla="*/ 26 h 938"/>
                              <a:gd name="T38" fmla="*/ 12 w 838"/>
                              <a:gd name="T39" fmla="*/ 25 h 938"/>
                              <a:gd name="T40" fmla="*/ 12 w 838"/>
                              <a:gd name="T41" fmla="*/ 24 h 938"/>
                              <a:gd name="T42" fmla="*/ 11 w 838"/>
                              <a:gd name="T43" fmla="*/ 23 h 938"/>
                              <a:gd name="T44" fmla="*/ 12 w 838"/>
                              <a:gd name="T45" fmla="*/ 21 h 938"/>
                              <a:gd name="T46" fmla="*/ 11 w 838"/>
                              <a:gd name="T47" fmla="*/ 18 h 938"/>
                              <a:gd name="T48" fmla="*/ 10 w 838"/>
                              <a:gd name="T49" fmla="*/ 16 h 938"/>
                              <a:gd name="T50" fmla="*/ 10 w 838"/>
                              <a:gd name="T51" fmla="*/ 14 h 938"/>
                              <a:gd name="T52" fmla="*/ 8 w 838"/>
                              <a:gd name="T53" fmla="*/ 13 h 938"/>
                              <a:gd name="T54" fmla="*/ 6 w 838"/>
                              <a:gd name="T55" fmla="*/ 14 h 938"/>
                              <a:gd name="T56" fmla="*/ 2 w 838"/>
                              <a:gd name="T57" fmla="*/ 12 h 938"/>
                              <a:gd name="T58" fmla="*/ 1 w 838"/>
                              <a:gd name="T59" fmla="*/ 9 h 938"/>
                              <a:gd name="T60" fmla="*/ 2 w 838"/>
                              <a:gd name="T61" fmla="*/ 7 h 938"/>
                              <a:gd name="T62" fmla="*/ 3 w 838"/>
                              <a:gd name="T63" fmla="*/ 5 h 938"/>
                              <a:gd name="T64" fmla="*/ 5 w 838"/>
                              <a:gd name="T65" fmla="*/ 3 h 938"/>
                              <a:gd name="T66" fmla="*/ 7 w 838"/>
                              <a:gd name="T67" fmla="*/ 1 h 938"/>
                              <a:gd name="T68" fmla="*/ 8 w 838"/>
                              <a:gd name="T69" fmla="*/ 2 h 938"/>
                              <a:gd name="T70" fmla="*/ 10 w 838"/>
                              <a:gd name="T71" fmla="*/ 1 h 938"/>
                              <a:gd name="T72" fmla="*/ 11 w 838"/>
                              <a:gd name="T73" fmla="*/ 1 h 938"/>
                              <a:gd name="T74" fmla="*/ 12 w 838"/>
                              <a:gd name="T75" fmla="*/ 1 h 938"/>
                              <a:gd name="T76" fmla="*/ 14 w 838"/>
                              <a:gd name="T77" fmla="*/ 3 h 938"/>
                              <a:gd name="T78" fmla="*/ 15 w 838"/>
                              <a:gd name="T79" fmla="*/ 2 h 938"/>
                              <a:gd name="T80" fmla="*/ 17 w 838"/>
                              <a:gd name="T81" fmla="*/ 3 h 938"/>
                              <a:gd name="T82" fmla="*/ 19 w 838"/>
                              <a:gd name="T83" fmla="*/ 3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58577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58581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58583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1 w 53"/>
                                  <a:gd name="T1" fmla="*/ 1 h 66"/>
                                  <a:gd name="T2" fmla="*/ 1 w 53"/>
                                  <a:gd name="T3" fmla="*/ 1 h 66"/>
                                  <a:gd name="T4" fmla="*/ 1 w 53"/>
                                  <a:gd name="T5" fmla="*/ 1 h 66"/>
                                  <a:gd name="T6" fmla="*/ 2 w 53"/>
                                  <a:gd name="T7" fmla="*/ 0 h 66"/>
                                  <a:gd name="T8" fmla="*/ 2 w 53"/>
                                  <a:gd name="T9" fmla="*/ 1 h 66"/>
                                  <a:gd name="T10" fmla="*/ 2 w 53"/>
                                  <a:gd name="T11" fmla="*/ 1 h 66"/>
                                  <a:gd name="T12" fmla="*/ 2 w 53"/>
                                  <a:gd name="T13" fmla="*/ 1 h 66"/>
                                  <a:gd name="T14" fmla="*/ 2 w 53"/>
                                  <a:gd name="T15" fmla="*/ 1 h 66"/>
                                  <a:gd name="T16" fmla="*/ 2 w 53"/>
                                  <a:gd name="T17" fmla="*/ 1 h 66"/>
                                  <a:gd name="T18" fmla="*/ 2 w 53"/>
                                  <a:gd name="T19" fmla="*/ 1 h 66"/>
                                  <a:gd name="T20" fmla="*/ 2 w 53"/>
                                  <a:gd name="T21" fmla="*/ 1 h 66"/>
                                  <a:gd name="T22" fmla="*/ 2 w 53"/>
                                  <a:gd name="T23" fmla="*/ 2 h 66"/>
                                  <a:gd name="T24" fmla="*/ 2 w 53"/>
                                  <a:gd name="T25" fmla="*/ 2 h 66"/>
                                  <a:gd name="T26" fmla="*/ 2 w 53"/>
                                  <a:gd name="T27" fmla="*/ 2 h 66"/>
                                  <a:gd name="T28" fmla="*/ 2 w 53"/>
                                  <a:gd name="T29" fmla="*/ 2 h 66"/>
                                  <a:gd name="T30" fmla="*/ 1 w 53"/>
                                  <a:gd name="T31" fmla="*/ 2 h 66"/>
                                  <a:gd name="T32" fmla="*/ 1 w 53"/>
                                  <a:gd name="T33" fmla="*/ 2 h 66"/>
                                  <a:gd name="T34" fmla="*/ 1 w 53"/>
                                  <a:gd name="T35" fmla="*/ 2 h 66"/>
                                  <a:gd name="T36" fmla="*/ 1 w 53"/>
                                  <a:gd name="T37" fmla="*/ 2 h 66"/>
                                  <a:gd name="T38" fmla="*/ 1 w 53"/>
                                  <a:gd name="T39" fmla="*/ 2 h 66"/>
                                  <a:gd name="T40" fmla="*/ 1 w 53"/>
                                  <a:gd name="T41" fmla="*/ 2 h 66"/>
                                  <a:gd name="T42" fmla="*/ 1 w 53"/>
                                  <a:gd name="T43" fmla="*/ 2 h 66"/>
                                  <a:gd name="T44" fmla="*/ 1 w 53"/>
                                  <a:gd name="T45" fmla="*/ 3 h 66"/>
                                  <a:gd name="T46" fmla="*/ 1 w 53"/>
                                  <a:gd name="T47" fmla="*/ 3 h 66"/>
                                  <a:gd name="T48" fmla="*/ 1 w 53"/>
                                  <a:gd name="T49" fmla="*/ 2 h 66"/>
                                  <a:gd name="T50" fmla="*/ 1 w 53"/>
                                  <a:gd name="T51" fmla="*/ 2 h 66"/>
                                  <a:gd name="T52" fmla="*/ 0 w 53"/>
                                  <a:gd name="T53" fmla="*/ 2 h 66"/>
                                  <a:gd name="T54" fmla="*/ 0 w 53"/>
                                  <a:gd name="T55" fmla="*/ 2 h 66"/>
                                  <a:gd name="T56" fmla="*/ 1 w 53"/>
                                  <a:gd name="T57" fmla="*/ 2 h 66"/>
                                  <a:gd name="T58" fmla="*/ 1 w 53"/>
                                  <a:gd name="T59" fmla="*/ 2 h 66"/>
                                  <a:gd name="T60" fmla="*/ 1 w 53"/>
                                  <a:gd name="T61" fmla="*/ 2 h 66"/>
                                  <a:gd name="T62" fmla="*/ 1 w 53"/>
                                  <a:gd name="T63" fmla="*/ 2 h 66"/>
                                  <a:gd name="T64" fmla="*/ 1 w 53"/>
                                  <a:gd name="T65" fmla="*/ 2 h 66"/>
                                  <a:gd name="T66" fmla="*/ 1 w 53"/>
                                  <a:gd name="T67" fmla="*/ 2 h 66"/>
                                  <a:gd name="T68" fmla="*/ 1 w 53"/>
                                  <a:gd name="T69" fmla="*/ 2 h 66"/>
                                  <a:gd name="T70" fmla="*/ 1 w 53"/>
                                  <a:gd name="T71" fmla="*/ 1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58584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0 w 65"/>
                                  <a:gd name="T1" fmla="*/ 1 h 120"/>
                                  <a:gd name="T2" fmla="*/ 1 w 65"/>
                                  <a:gd name="T3" fmla="*/ 1 h 120"/>
                                  <a:gd name="T4" fmla="*/ 1 w 65"/>
                                  <a:gd name="T5" fmla="*/ 1 h 120"/>
                                  <a:gd name="T6" fmla="*/ 1 w 65"/>
                                  <a:gd name="T7" fmla="*/ 1 h 120"/>
                                  <a:gd name="T8" fmla="*/ 2 w 65"/>
                                  <a:gd name="T9" fmla="*/ 1 h 120"/>
                                  <a:gd name="T10" fmla="*/ 1 w 65"/>
                                  <a:gd name="T11" fmla="*/ 1 h 120"/>
                                  <a:gd name="T12" fmla="*/ 1 w 65"/>
                                  <a:gd name="T13" fmla="*/ 1 h 120"/>
                                  <a:gd name="T14" fmla="*/ 1 w 65"/>
                                  <a:gd name="T15" fmla="*/ 1 h 120"/>
                                  <a:gd name="T16" fmla="*/ 1 w 65"/>
                                  <a:gd name="T17" fmla="*/ 1 h 120"/>
                                  <a:gd name="T18" fmla="*/ 2 w 65"/>
                                  <a:gd name="T19" fmla="*/ 1 h 120"/>
                                  <a:gd name="T20" fmla="*/ 1 w 65"/>
                                  <a:gd name="T21" fmla="*/ 2 h 120"/>
                                  <a:gd name="T22" fmla="*/ 1 w 65"/>
                                  <a:gd name="T23" fmla="*/ 2 h 120"/>
                                  <a:gd name="T24" fmla="*/ 1 w 65"/>
                                  <a:gd name="T25" fmla="*/ 2 h 120"/>
                                  <a:gd name="T26" fmla="*/ 1 w 65"/>
                                  <a:gd name="T27" fmla="*/ 2 h 120"/>
                                  <a:gd name="T28" fmla="*/ 1 w 65"/>
                                  <a:gd name="T29" fmla="*/ 3 h 120"/>
                                  <a:gd name="T30" fmla="*/ 2 w 65"/>
                                  <a:gd name="T31" fmla="*/ 3 h 120"/>
                                  <a:gd name="T32" fmla="*/ 1 w 65"/>
                                  <a:gd name="T33" fmla="*/ 3 h 120"/>
                                  <a:gd name="T34" fmla="*/ 1 w 65"/>
                                  <a:gd name="T35" fmla="*/ 4 h 120"/>
                                  <a:gd name="T36" fmla="*/ 1 w 65"/>
                                  <a:gd name="T37" fmla="*/ 4 h 120"/>
                                  <a:gd name="T38" fmla="*/ 1 w 65"/>
                                  <a:gd name="T39" fmla="*/ 4 h 120"/>
                                  <a:gd name="T40" fmla="*/ 1 w 65"/>
                                  <a:gd name="T41" fmla="*/ 4 h 120"/>
                                  <a:gd name="T42" fmla="*/ 0 w 65"/>
                                  <a:gd name="T43" fmla="*/ 4 h 120"/>
                                  <a:gd name="T44" fmla="*/ 0 w 65"/>
                                  <a:gd name="T45" fmla="*/ 4 h 120"/>
                                  <a:gd name="T46" fmla="*/ 0 w 65"/>
                                  <a:gd name="T47" fmla="*/ 4 h 120"/>
                                  <a:gd name="T48" fmla="*/ 0 w 65"/>
                                  <a:gd name="T49" fmla="*/ 4 h 120"/>
                                  <a:gd name="T50" fmla="*/ 0 w 65"/>
                                  <a:gd name="T51" fmla="*/ 4 h 120"/>
                                  <a:gd name="T52" fmla="*/ 0 w 65"/>
                                  <a:gd name="T53" fmla="*/ 4 h 120"/>
                                  <a:gd name="T54" fmla="*/ 0 w 65"/>
                                  <a:gd name="T55" fmla="*/ 4 h 120"/>
                                  <a:gd name="T56" fmla="*/ 0 w 65"/>
                                  <a:gd name="T57" fmla="*/ 3 h 120"/>
                                  <a:gd name="T58" fmla="*/ 0 w 65"/>
                                  <a:gd name="T59" fmla="*/ 3 h 120"/>
                                  <a:gd name="T60" fmla="*/ 0 w 65"/>
                                  <a:gd name="T61" fmla="*/ 3 h 120"/>
                                  <a:gd name="T62" fmla="*/ 0 w 65"/>
                                  <a:gd name="T63" fmla="*/ 3 h 120"/>
                                  <a:gd name="T64" fmla="*/ 0 w 65"/>
                                  <a:gd name="T65" fmla="*/ 3 h 120"/>
                                  <a:gd name="T66" fmla="*/ 1 w 65"/>
                                  <a:gd name="T67" fmla="*/ 2 h 120"/>
                                  <a:gd name="T68" fmla="*/ 0 w 65"/>
                                  <a:gd name="T69" fmla="*/ 2 h 120"/>
                                  <a:gd name="T70" fmla="*/ 0 w 65"/>
                                  <a:gd name="T71" fmla="*/ 2 h 120"/>
                                  <a:gd name="T72" fmla="*/ 0 w 65"/>
                                  <a:gd name="T73" fmla="*/ 1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58582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 w 370"/>
                                <a:gd name="T1" fmla="*/ 6 h 203"/>
                                <a:gd name="T2" fmla="*/ 2 w 370"/>
                                <a:gd name="T3" fmla="*/ 5 h 203"/>
                                <a:gd name="T4" fmla="*/ 2 w 370"/>
                                <a:gd name="T5" fmla="*/ 5 h 203"/>
                                <a:gd name="T6" fmla="*/ 2 w 370"/>
                                <a:gd name="T7" fmla="*/ 5 h 203"/>
                                <a:gd name="T8" fmla="*/ 3 w 370"/>
                                <a:gd name="T9" fmla="*/ 5 h 203"/>
                                <a:gd name="T10" fmla="*/ 3 w 370"/>
                                <a:gd name="T11" fmla="*/ 5 h 203"/>
                                <a:gd name="T12" fmla="*/ 3 w 370"/>
                                <a:gd name="T13" fmla="*/ 5 h 203"/>
                                <a:gd name="T14" fmla="*/ 3 w 370"/>
                                <a:gd name="T15" fmla="*/ 4 h 203"/>
                                <a:gd name="T16" fmla="*/ 4 w 370"/>
                                <a:gd name="T17" fmla="*/ 4 h 203"/>
                                <a:gd name="T18" fmla="*/ 4 w 370"/>
                                <a:gd name="T19" fmla="*/ 4 h 203"/>
                                <a:gd name="T20" fmla="*/ 5 w 370"/>
                                <a:gd name="T21" fmla="*/ 4 h 203"/>
                                <a:gd name="T22" fmla="*/ 5 w 370"/>
                                <a:gd name="T23" fmla="*/ 4 h 203"/>
                                <a:gd name="T24" fmla="*/ 6 w 370"/>
                                <a:gd name="T25" fmla="*/ 4 h 203"/>
                                <a:gd name="T26" fmla="*/ 6 w 370"/>
                                <a:gd name="T27" fmla="*/ 3 h 203"/>
                                <a:gd name="T28" fmla="*/ 6 w 370"/>
                                <a:gd name="T29" fmla="*/ 3 h 203"/>
                                <a:gd name="T30" fmla="*/ 7 w 370"/>
                                <a:gd name="T31" fmla="*/ 3 h 203"/>
                                <a:gd name="T32" fmla="*/ 7 w 370"/>
                                <a:gd name="T33" fmla="*/ 3 h 203"/>
                                <a:gd name="T34" fmla="*/ 7 w 370"/>
                                <a:gd name="T35" fmla="*/ 2 h 203"/>
                                <a:gd name="T36" fmla="*/ 7 w 370"/>
                                <a:gd name="T37" fmla="*/ 3 h 203"/>
                                <a:gd name="T38" fmla="*/ 8 w 370"/>
                                <a:gd name="T39" fmla="*/ 3 h 203"/>
                                <a:gd name="T40" fmla="*/ 8 w 370"/>
                                <a:gd name="T41" fmla="*/ 3 h 203"/>
                                <a:gd name="T42" fmla="*/ 8 w 370"/>
                                <a:gd name="T43" fmla="*/ 2 h 203"/>
                                <a:gd name="T44" fmla="*/ 8 w 370"/>
                                <a:gd name="T45" fmla="*/ 2 h 203"/>
                                <a:gd name="T46" fmla="*/ 9 w 370"/>
                                <a:gd name="T47" fmla="*/ 2 h 203"/>
                                <a:gd name="T48" fmla="*/ 9 w 370"/>
                                <a:gd name="T49" fmla="*/ 2 h 203"/>
                                <a:gd name="T50" fmla="*/ 10 w 370"/>
                                <a:gd name="T51" fmla="*/ 1 h 203"/>
                                <a:gd name="T52" fmla="*/ 10 w 370"/>
                                <a:gd name="T53" fmla="*/ 1 h 203"/>
                                <a:gd name="T54" fmla="*/ 11 w 370"/>
                                <a:gd name="T55" fmla="*/ 0 h 203"/>
                                <a:gd name="T56" fmla="*/ 12 w 370"/>
                                <a:gd name="T57" fmla="*/ 0 h 203"/>
                                <a:gd name="T58" fmla="*/ 12 w 370"/>
                                <a:gd name="T59" fmla="*/ 0 h 203"/>
                                <a:gd name="T60" fmla="*/ 11 w 370"/>
                                <a:gd name="T61" fmla="*/ 0 h 203"/>
                                <a:gd name="T62" fmla="*/ 10 w 370"/>
                                <a:gd name="T63" fmla="*/ 0 h 203"/>
                                <a:gd name="T64" fmla="*/ 9 w 370"/>
                                <a:gd name="T65" fmla="*/ 0 h 203"/>
                                <a:gd name="T66" fmla="*/ 8 w 370"/>
                                <a:gd name="T67" fmla="*/ 0 h 203"/>
                                <a:gd name="T68" fmla="*/ 7 w 370"/>
                                <a:gd name="T69" fmla="*/ 1 h 203"/>
                                <a:gd name="T70" fmla="*/ 7 w 370"/>
                                <a:gd name="T71" fmla="*/ 1 h 203"/>
                                <a:gd name="T72" fmla="*/ 6 w 370"/>
                                <a:gd name="T73" fmla="*/ 1 h 203"/>
                                <a:gd name="T74" fmla="*/ 6 w 370"/>
                                <a:gd name="T75" fmla="*/ 2 h 203"/>
                                <a:gd name="T76" fmla="*/ 5 w 370"/>
                                <a:gd name="T77" fmla="*/ 2 h 203"/>
                                <a:gd name="T78" fmla="*/ 4 w 370"/>
                                <a:gd name="T79" fmla="*/ 3 h 203"/>
                                <a:gd name="T80" fmla="*/ 3 w 370"/>
                                <a:gd name="T81" fmla="*/ 4 h 203"/>
                                <a:gd name="T82" fmla="*/ 2 w 370"/>
                                <a:gd name="T83" fmla="*/ 4 h 203"/>
                                <a:gd name="T84" fmla="*/ 2 w 370"/>
                                <a:gd name="T85" fmla="*/ 5 h 203"/>
                                <a:gd name="T86" fmla="*/ 0 w 370"/>
                                <a:gd name="T87" fmla="*/ 6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58578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1 w 552"/>
                              <a:gd name="T1" fmla="*/ 2 h 189"/>
                              <a:gd name="T2" fmla="*/ 2 w 552"/>
                              <a:gd name="T3" fmla="*/ 2 h 189"/>
                              <a:gd name="T4" fmla="*/ 4 w 552"/>
                              <a:gd name="T5" fmla="*/ 2 h 189"/>
                              <a:gd name="T6" fmla="*/ 4 w 552"/>
                              <a:gd name="T7" fmla="*/ 2 h 189"/>
                              <a:gd name="T8" fmla="*/ 5 w 552"/>
                              <a:gd name="T9" fmla="*/ 2 h 189"/>
                              <a:gd name="T10" fmla="*/ 5 w 552"/>
                              <a:gd name="T11" fmla="*/ 2 h 189"/>
                              <a:gd name="T12" fmla="*/ 6 w 552"/>
                              <a:gd name="T13" fmla="*/ 2 h 189"/>
                              <a:gd name="T14" fmla="*/ 6 w 552"/>
                              <a:gd name="T15" fmla="*/ 2 h 189"/>
                              <a:gd name="T16" fmla="*/ 7 w 552"/>
                              <a:gd name="T17" fmla="*/ 2 h 189"/>
                              <a:gd name="T18" fmla="*/ 7 w 552"/>
                              <a:gd name="T19" fmla="*/ 2 h 189"/>
                              <a:gd name="T20" fmla="*/ 8 w 552"/>
                              <a:gd name="T21" fmla="*/ 2 h 189"/>
                              <a:gd name="T22" fmla="*/ 9 w 552"/>
                              <a:gd name="T23" fmla="*/ 2 h 189"/>
                              <a:gd name="T24" fmla="*/ 9 w 552"/>
                              <a:gd name="T25" fmla="*/ 2 h 189"/>
                              <a:gd name="T26" fmla="*/ 10 w 552"/>
                              <a:gd name="T27" fmla="*/ 2 h 189"/>
                              <a:gd name="T28" fmla="*/ 11 w 552"/>
                              <a:gd name="T29" fmla="*/ 2 h 189"/>
                              <a:gd name="T30" fmla="*/ 11 w 552"/>
                              <a:gd name="T31" fmla="*/ 2 h 189"/>
                              <a:gd name="T32" fmla="*/ 12 w 552"/>
                              <a:gd name="T33" fmla="*/ 1 h 189"/>
                              <a:gd name="T34" fmla="*/ 13 w 552"/>
                              <a:gd name="T35" fmla="*/ 1 h 189"/>
                              <a:gd name="T36" fmla="*/ 13 w 552"/>
                              <a:gd name="T37" fmla="*/ 1 h 189"/>
                              <a:gd name="T38" fmla="*/ 13 w 552"/>
                              <a:gd name="T39" fmla="*/ 1 h 189"/>
                              <a:gd name="T40" fmla="*/ 14 w 552"/>
                              <a:gd name="T41" fmla="*/ 0 h 189"/>
                              <a:gd name="T42" fmla="*/ 14 w 552"/>
                              <a:gd name="T43" fmla="*/ 1 h 189"/>
                              <a:gd name="T44" fmla="*/ 14 w 552"/>
                              <a:gd name="T45" fmla="*/ 1 h 189"/>
                              <a:gd name="T46" fmla="*/ 14 w 552"/>
                              <a:gd name="T47" fmla="*/ 1 h 189"/>
                              <a:gd name="T48" fmla="*/ 15 w 552"/>
                              <a:gd name="T49" fmla="*/ 1 h 189"/>
                              <a:gd name="T50" fmla="*/ 16 w 552"/>
                              <a:gd name="T51" fmla="*/ 2 h 189"/>
                              <a:gd name="T52" fmla="*/ 16 w 552"/>
                              <a:gd name="T53" fmla="*/ 2 h 189"/>
                              <a:gd name="T54" fmla="*/ 17 w 552"/>
                              <a:gd name="T55" fmla="*/ 2 h 189"/>
                              <a:gd name="T56" fmla="*/ 17 w 552"/>
                              <a:gd name="T57" fmla="*/ 2 h 189"/>
                              <a:gd name="T58" fmla="*/ 16 w 552"/>
                              <a:gd name="T59" fmla="*/ 3 h 189"/>
                              <a:gd name="T60" fmla="*/ 14 w 552"/>
                              <a:gd name="T61" fmla="*/ 5 h 189"/>
                              <a:gd name="T62" fmla="*/ 12 w 552"/>
                              <a:gd name="T63" fmla="*/ 6 h 189"/>
                              <a:gd name="T64" fmla="*/ 11 w 552"/>
                              <a:gd name="T65" fmla="*/ 6 h 189"/>
                              <a:gd name="T66" fmla="*/ 10 w 552"/>
                              <a:gd name="T67" fmla="*/ 6 h 189"/>
                              <a:gd name="T68" fmla="*/ 9 w 552"/>
                              <a:gd name="T69" fmla="*/ 6 h 189"/>
                              <a:gd name="T70" fmla="*/ 8 w 552"/>
                              <a:gd name="T71" fmla="*/ 6 h 189"/>
                              <a:gd name="T72" fmla="*/ 7 w 552"/>
                              <a:gd name="T73" fmla="*/ 6 h 189"/>
                              <a:gd name="T74" fmla="*/ 6 w 552"/>
                              <a:gd name="T75" fmla="*/ 6 h 189"/>
                              <a:gd name="T76" fmla="*/ 5 w 552"/>
                              <a:gd name="T77" fmla="*/ 6 h 189"/>
                              <a:gd name="T78" fmla="*/ 4 w 552"/>
                              <a:gd name="T79" fmla="*/ 6 h 189"/>
                              <a:gd name="T80" fmla="*/ 3 w 552"/>
                              <a:gd name="T81" fmla="*/ 6 h 189"/>
                              <a:gd name="T82" fmla="*/ 2 w 552"/>
                              <a:gd name="T83" fmla="*/ 5 h 189"/>
                              <a:gd name="T84" fmla="*/ 1 w 552"/>
                              <a:gd name="T85" fmla="*/ 5 h 189"/>
                              <a:gd name="T86" fmla="*/ 0 w 552"/>
                              <a:gd name="T87" fmla="*/ 4 h 189"/>
                              <a:gd name="T88" fmla="*/ 0 w 552"/>
                              <a:gd name="T89" fmla="*/ 3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79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 w 110"/>
                              <a:gd name="T1" fmla="*/ 2 h 197"/>
                              <a:gd name="T2" fmla="*/ 1 w 110"/>
                              <a:gd name="T3" fmla="*/ 4 h 197"/>
                              <a:gd name="T4" fmla="*/ 1 w 110"/>
                              <a:gd name="T5" fmla="*/ 4 h 197"/>
                              <a:gd name="T6" fmla="*/ 0 w 110"/>
                              <a:gd name="T7" fmla="*/ 5 h 197"/>
                              <a:gd name="T8" fmla="*/ 0 w 110"/>
                              <a:gd name="T9" fmla="*/ 6 h 197"/>
                              <a:gd name="T10" fmla="*/ 1 w 110"/>
                              <a:gd name="T11" fmla="*/ 6 h 197"/>
                              <a:gd name="T12" fmla="*/ 1 w 110"/>
                              <a:gd name="T13" fmla="*/ 7 h 197"/>
                              <a:gd name="T14" fmla="*/ 1 w 110"/>
                              <a:gd name="T15" fmla="*/ 7 h 197"/>
                              <a:gd name="T16" fmla="*/ 1 w 110"/>
                              <a:gd name="T17" fmla="*/ 7 h 197"/>
                              <a:gd name="T18" fmla="*/ 2 w 110"/>
                              <a:gd name="T19" fmla="*/ 7 h 197"/>
                              <a:gd name="T20" fmla="*/ 2 w 110"/>
                              <a:gd name="T21" fmla="*/ 6 h 197"/>
                              <a:gd name="T22" fmla="*/ 2 w 110"/>
                              <a:gd name="T23" fmla="*/ 6 h 197"/>
                              <a:gd name="T24" fmla="*/ 2 w 110"/>
                              <a:gd name="T25" fmla="*/ 5 h 197"/>
                              <a:gd name="T26" fmla="*/ 2 w 110"/>
                              <a:gd name="T27" fmla="*/ 4 h 197"/>
                              <a:gd name="T28" fmla="*/ 3 w 110"/>
                              <a:gd name="T29" fmla="*/ 4 h 197"/>
                              <a:gd name="T30" fmla="*/ 3 w 110"/>
                              <a:gd name="T31" fmla="*/ 4 h 197"/>
                              <a:gd name="T32" fmla="*/ 3 w 110"/>
                              <a:gd name="T33" fmla="*/ 3 h 197"/>
                              <a:gd name="T34" fmla="*/ 3 w 110"/>
                              <a:gd name="T35" fmla="*/ 3 h 197"/>
                              <a:gd name="T36" fmla="*/ 3 w 110"/>
                              <a:gd name="T37" fmla="*/ 2 h 197"/>
                              <a:gd name="T38" fmla="*/ 3 w 110"/>
                              <a:gd name="T39" fmla="*/ 2 h 197"/>
                              <a:gd name="T40" fmla="*/ 3 w 110"/>
                              <a:gd name="T41" fmla="*/ 2 h 197"/>
                              <a:gd name="T42" fmla="*/ 4 w 110"/>
                              <a:gd name="T43" fmla="*/ 2 h 197"/>
                              <a:gd name="T44" fmla="*/ 4 w 110"/>
                              <a:gd name="T45" fmla="*/ 1 h 197"/>
                              <a:gd name="T46" fmla="*/ 4 w 110"/>
                              <a:gd name="T47" fmla="*/ 1 h 197"/>
                              <a:gd name="T48" fmla="*/ 4 w 110"/>
                              <a:gd name="T49" fmla="*/ 1 h 197"/>
                              <a:gd name="T50" fmla="*/ 3 w 110"/>
                              <a:gd name="T51" fmla="*/ 0 h 197"/>
                              <a:gd name="T52" fmla="*/ 3 w 110"/>
                              <a:gd name="T53" fmla="*/ 1 h 197"/>
                              <a:gd name="T54" fmla="*/ 3 w 110"/>
                              <a:gd name="T55" fmla="*/ 1 h 197"/>
                              <a:gd name="T56" fmla="*/ 3 w 110"/>
                              <a:gd name="T57" fmla="*/ 2 h 197"/>
                              <a:gd name="T58" fmla="*/ 2 w 110"/>
                              <a:gd name="T59" fmla="*/ 2 h 197"/>
                              <a:gd name="T60" fmla="*/ 2 w 110"/>
                              <a:gd name="T61" fmla="*/ 2 h 197"/>
                              <a:gd name="T62" fmla="*/ 2 w 110"/>
                              <a:gd name="T63" fmla="*/ 2 h 197"/>
                              <a:gd name="T64" fmla="*/ 2 w 110"/>
                              <a:gd name="T65" fmla="*/ 2 h 197"/>
                              <a:gd name="T66" fmla="*/ 1 w 110"/>
                              <a:gd name="T67" fmla="*/ 2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58580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2 w 1503"/>
                              <a:gd name="T1" fmla="*/ 13 h 936"/>
                              <a:gd name="T2" fmla="*/ 3 w 1503"/>
                              <a:gd name="T3" fmla="*/ 11 h 936"/>
                              <a:gd name="T4" fmla="*/ 4 w 1503"/>
                              <a:gd name="T5" fmla="*/ 9 h 936"/>
                              <a:gd name="T6" fmla="*/ 6 w 1503"/>
                              <a:gd name="T7" fmla="*/ 9 h 936"/>
                              <a:gd name="T8" fmla="*/ 7 w 1503"/>
                              <a:gd name="T9" fmla="*/ 8 h 936"/>
                              <a:gd name="T10" fmla="*/ 9 w 1503"/>
                              <a:gd name="T11" fmla="*/ 6 h 936"/>
                              <a:gd name="T12" fmla="*/ 10 w 1503"/>
                              <a:gd name="T13" fmla="*/ 5 h 936"/>
                              <a:gd name="T14" fmla="*/ 10 w 1503"/>
                              <a:gd name="T15" fmla="*/ 4 h 936"/>
                              <a:gd name="T16" fmla="*/ 10 w 1503"/>
                              <a:gd name="T17" fmla="*/ 3 h 936"/>
                              <a:gd name="T18" fmla="*/ 8 w 1503"/>
                              <a:gd name="T19" fmla="*/ 4 h 936"/>
                              <a:gd name="T20" fmla="*/ 8 w 1503"/>
                              <a:gd name="T21" fmla="*/ 7 h 936"/>
                              <a:gd name="T22" fmla="*/ 7 w 1503"/>
                              <a:gd name="T23" fmla="*/ 7 h 936"/>
                              <a:gd name="T24" fmla="*/ 6 w 1503"/>
                              <a:gd name="T25" fmla="*/ 6 h 936"/>
                              <a:gd name="T26" fmla="*/ 5 w 1503"/>
                              <a:gd name="T27" fmla="*/ 7 h 936"/>
                              <a:gd name="T28" fmla="*/ 4 w 1503"/>
                              <a:gd name="T29" fmla="*/ 6 h 936"/>
                              <a:gd name="T30" fmla="*/ 5 w 1503"/>
                              <a:gd name="T31" fmla="*/ 5 h 936"/>
                              <a:gd name="T32" fmla="*/ 6 w 1503"/>
                              <a:gd name="T33" fmla="*/ 4 h 936"/>
                              <a:gd name="T34" fmla="*/ 7 w 1503"/>
                              <a:gd name="T35" fmla="*/ 3 h 936"/>
                              <a:gd name="T36" fmla="*/ 9 w 1503"/>
                              <a:gd name="T37" fmla="*/ 1 h 936"/>
                              <a:gd name="T38" fmla="*/ 11 w 1503"/>
                              <a:gd name="T39" fmla="*/ 1 h 936"/>
                              <a:gd name="T40" fmla="*/ 14 w 1503"/>
                              <a:gd name="T41" fmla="*/ 2 h 936"/>
                              <a:gd name="T42" fmla="*/ 13 w 1503"/>
                              <a:gd name="T43" fmla="*/ 4 h 936"/>
                              <a:gd name="T44" fmla="*/ 14 w 1503"/>
                              <a:gd name="T45" fmla="*/ 5 h 936"/>
                              <a:gd name="T46" fmla="*/ 15 w 1503"/>
                              <a:gd name="T47" fmla="*/ 4 h 936"/>
                              <a:gd name="T48" fmla="*/ 19 w 1503"/>
                              <a:gd name="T49" fmla="*/ 4 h 936"/>
                              <a:gd name="T50" fmla="*/ 23 w 1503"/>
                              <a:gd name="T51" fmla="*/ 1 h 936"/>
                              <a:gd name="T52" fmla="*/ 31 w 1503"/>
                              <a:gd name="T53" fmla="*/ 2 h 936"/>
                              <a:gd name="T54" fmla="*/ 44 w 1503"/>
                              <a:gd name="T55" fmla="*/ 4 h 936"/>
                              <a:gd name="T56" fmla="*/ 45 w 1503"/>
                              <a:gd name="T57" fmla="*/ 5 h 936"/>
                              <a:gd name="T58" fmla="*/ 45 w 1503"/>
                              <a:gd name="T59" fmla="*/ 9 h 936"/>
                              <a:gd name="T60" fmla="*/ 42 w 1503"/>
                              <a:gd name="T61" fmla="*/ 6 h 936"/>
                              <a:gd name="T62" fmla="*/ 39 w 1503"/>
                              <a:gd name="T63" fmla="*/ 8 h 936"/>
                              <a:gd name="T64" fmla="*/ 43 w 1503"/>
                              <a:gd name="T65" fmla="*/ 13 h 936"/>
                              <a:gd name="T66" fmla="*/ 41 w 1503"/>
                              <a:gd name="T67" fmla="*/ 16 h 936"/>
                              <a:gd name="T68" fmla="*/ 44 w 1503"/>
                              <a:gd name="T69" fmla="*/ 21 h 936"/>
                              <a:gd name="T70" fmla="*/ 41 w 1503"/>
                              <a:gd name="T71" fmla="*/ 24 h 936"/>
                              <a:gd name="T72" fmla="*/ 40 w 1503"/>
                              <a:gd name="T73" fmla="*/ 26 h 936"/>
                              <a:gd name="T74" fmla="*/ 40 w 1503"/>
                              <a:gd name="T75" fmla="*/ 28 h 936"/>
                              <a:gd name="T76" fmla="*/ 39 w 1503"/>
                              <a:gd name="T77" fmla="*/ 28 h 936"/>
                              <a:gd name="T78" fmla="*/ 36 w 1503"/>
                              <a:gd name="T79" fmla="*/ 24 h 936"/>
                              <a:gd name="T80" fmla="*/ 32 w 1503"/>
                              <a:gd name="T81" fmla="*/ 23 h 936"/>
                              <a:gd name="T82" fmla="*/ 30 w 1503"/>
                              <a:gd name="T83" fmla="*/ 26 h 936"/>
                              <a:gd name="T84" fmla="*/ 24 w 1503"/>
                              <a:gd name="T85" fmla="*/ 20 h 936"/>
                              <a:gd name="T86" fmla="*/ 18 w 1503"/>
                              <a:gd name="T87" fmla="*/ 18 h 936"/>
                              <a:gd name="T88" fmla="*/ 23 w 1503"/>
                              <a:gd name="T89" fmla="*/ 22 h 936"/>
                              <a:gd name="T90" fmla="*/ 17 w 1503"/>
                              <a:gd name="T91" fmla="*/ 25 h 936"/>
                              <a:gd name="T92" fmla="*/ 15 w 1503"/>
                              <a:gd name="T93" fmla="*/ 22 h 936"/>
                              <a:gd name="T94" fmla="*/ 13 w 1503"/>
                              <a:gd name="T95" fmla="*/ 19 h 936"/>
                              <a:gd name="T96" fmla="*/ 11 w 1503"/>
                              <a:gd name="T97" fmla="*/ 16 h 936"/>
                              <a:gd name="T98" fmla="*/ 11 w 1503"/>
                              <a:gd name="T99" fmla="*/ 15 h 936"/>
                              <a:gd name="T100" fmla="*/ 10 w 1503"/>
                              <a:gd name="T101" fmla="*/ 14 h 936"/>
                              <a:gd name="T102" fmla="*/ 9 w 1503"/>
                              <a:gd name="T103" fmla="*/ 15 h 936"/>
                              <a:gd name="T104" fmla="*/ 8 w 1503"/>
                              <a:gd name="T105" fmla="*/ 13 h 936"/>
                              <a:gd name="T106" fmla="*/ 7 w 1503"/>
                              <a:gd name="T107" fmla="*/ 13 h 936"/>
                              <a:gd name="T108" fmla="*/ 8 w 1503"/>
                              <a:gd name="T109" fmla="*/ 14 h 936"/>
                              <a:gd name="T110" fmla="*/ 8 w 1503"/>
                              <a:gd name="T111" fmla="*/ 15 h 936"/>
                              <a:gd name="T112" fmla="*/ 6 w 1503"/>
                              <a:gd name="T113" fmla="*/ 14 h 936"/>
                              <a:gd name="T114" fmla="*/ 5 w 1503"/>
                              <a:gd name="T115" fmla="*/ 13 h 936"/>
                              <a:gd name="T116" fmla="*/ 3 w 1503"/>
                              <a:gd name="T117" fmla="*/ 14 h 936"/>
                              <a:gd name="T118" fmla="*/ 3 w 1503"/>
                              <a:gd name="T119" fmla="*/ 15 h 936"/>
                              <a:gd name="T120" fmla="*/ 2 w 1503"/>
                              <a:gd name="T121" fmla="*/ 16 h 936"/>
                              <a:gd name="T122" fmla="*/ 0 w 1503"/>
                              <a:gd name="T123" fmla="*/ 15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58564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58565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3 w 410"/>
                            <a:gd name="T1" fmla="*/ 1 h 137"/>
                            <a:gd name="T2" fmla="*/ 4 w 410"/>
                            <a:gd name="T3" fmla="*/ 1 h 137"/>
                            <a:gd name="T4" fmla="*/ 5 w 410"/>
                            <a:gd name="T5" fmla="*/ 1 h 137"/>
                            <a:gd name="T6" fmla="*/ 5 w 410"/>
                            <a:gd name="T7" fmla="*/ 1 h 137"/>
                            <a:gd name="T8" fmla="*/ 6 w 410"/>
                            <a:gd name="T9" fmla="*/ 1 h 137"/>
                            <a:gd name="T10" fmla="*/ 7 w 410"/>
                            <a:gd name="T11" fmla="*/ 0 h 137"/>
                            <a:gd name="T12" fmla="*/ 8 w 410"/>
                            <a:gd name="T13" fmla="*/ 0 h 137"/>
                            <a:gd name="T14" fmla="*/ 9 w 410"/>
                            <a:gd name="T15" fmla="*/ 0 h 137"/>
                            <a:gd name="T16" fmla="*/ 10 w 410"/>
                            <a:gd name="T17" fmla="*/ 0 h 137"/>
                            <a:gd name="T18" fmla="*/ 11 w 410"/>
                            <a:gd name="T19" fmla="*/ 1 h 137"/>
                            <a:gd name="T20" fmla="*/ 12 w 410"/>
                            <a:gd name="T21" fmla="*/ 0 h 137"/>
                            <a:gd name="T22" fmla="*/ 13 w 410"/>
                            <a:gd name="T23" fmla="*/ 0 h 137"/>
                            <a:gd name="T24" fmla="*/ 13 w 410"/>
                            <a:gd name="T25" fmla="*/ 0 h 137"/>
                            <a:gd name="T26" fmla="*/ 13 w 410"/>
                            <a:gd name="T27" fmla="*/ 0 h 137"/>
                            <a:gd name="T28" fmla="*/ 12 w 410"/>
                            <a:gd name="T29" fmla="*/ 1 h 137"/>
                            <a:gd name="T30" fmla="*/ 11 w 410"/>
                            <a:gd name="T31" fmla="*/ 1 h 137"/>
                            <a:gd name="T32" fmla="*/ 11 w 410"/>
                            <a:gd name="T33" fmla="*/ 2 h 137"/>
                            <a:gd name="T34" fmla="*/ 10 w 410"/>
                            <a:gd name="T35" fmla="*/ 2 h 137"/>
                            <a:gd name="T36" fmla="*/ 9 w 410"/>
                            <a:gd name="T37" fmla="*/ 2 h 137"/>
                            <a:gd name="T38" fmla="*/ 9 w 410"/>
                            <a:gd name="T39" fmla="*/ 2 h 137"/>
                            <a:gd name="T40" fmla="*/ 8 w 410"/>
                            <a:gd name="T41" fmla="*/ 3 h 137"/>
                            <a:gd name="T42" fmla="*/ 7 w 410"/>
                            <a:gd name="T43" fmla="*/ 3 h 137"/>
                            <a:gd name="T44" fmla="*/ 6 w 410"/>
                            <a:gd name="T45" fmla="*/ 3 h 137"/>
                            <a:gd name="T46" fmla="*/ 5 w 410"/>
                            <a:gd name="T47" fmla="*/ 4 h 137"/>
                            <a:gd name="T48" fmla="*/ 4 w 410"/>
                            <a:gd name="T49" fmla="*/ 4 h 137"/>
                            <a:gd name="T50" fmla="*/ 3 w 410"/>
                            <a:gd name="T51" fmla="*/ 4 h 137"/>
                            <a:gd name="T52" fmla="*/ 2 w 410"/>
                            <a:gd name="T53" fmla="*/ 4 h 137"/>
                            <a:gd name="T54" fmla="*/ 2 w 410"/>
                            <a:gd name="T55" fmla="*/ 3 h 137"/>
                            <a:gd name="T56" fmla="*/ 1 w 410"/>
                            <a:gd name="T57" fmla="*/ 3 h 137"/>
                            <a:gd name="T58" fmla="*/ 2 w 410"/>
                            <a:gd name="T59" fmla="*/ 2 h 137"/>
                            <a:gd name="T60" fmla="*/ 2 w 410"/>
                            <a:gd name="T61" fmla="*/ 2 h 137"/>
                            <a:gd name="T62" fmla="*/ 3 w 410"/>
                            <a:gd name="T63" fmla="*/ 2 h 137"/>
                            <a:gd name="T64" fmla="*/ 3 w 410"/>
                            <a:gd name="T65" fmla="*/ 3 h 137"/>
                            <a:gd name="T66" fmla="*/ 3 w 410"/>
                            <a:gd name="T67" fmla="*/ 3 h 137"/>
                            <a:gd name="T68" fmla="*/ 4 w 410"/>
                            <a:gd name="T69" fmla="*/ 2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6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6 w 419"/>
                            <a:gd name="T1" fmla="*/ 1 h 241"/>
                            <a:gd name="T2" fmla="*/ 5 w 419"/>
                            <a:gd name="T3" fmla="*/ 2 h 241"/>
                            <a:gd name="T4" fmla="*/ 5 w 419"/>
                            <a:gd name="T5" fmla="*/ 2 h 241"/>
                            <a:gd name="T6" fmla="*/ 6 w 419"/>
                            <a:gd name="T7" fmla="*/ 3 h 241"/>
                            <a:gd name="T8" fmla="*/ 6 w 419"/>
                            <a:gd name="T9" fmla="*/ 4 h 241"/>
                            <a:gd name="T10" fmla="*/ 6 w 419"/>
                            <a:gd name="T11" fmla="*/ 5 h 241"/>
                            <a:gd name="T12" fmla="*/ 5 w 419"/>
                            <a:gd name="T13" fmla="*/ 6 h 241"/>
                            <a:gd name="T14" fmla="*/ 4 w 419"/>
                            <a:gd name="T15" fmla="*/ 6 h 241"/>
                            <a:gd name="T16" fmla="*/ 4 w 419"/>
                            <a:gd name="T17" fmla="*/ 6 h 241"/>
                            <a:gd name="T18" fmla="*/ 4 w 419"/>
                            <a:gd name="T19" fmla="*/ 6 h 241"/>
                            <a:gd name="T20" fmla="*/ 4 w 419"/>
                            <a:gd name="T21" fmla="*/ 6 h 241"/>
                            <a:gd name="T22" fmla="*/ 6 w 419"/>
                            <a:gd name="T23" fmla="*/ 7 h 241"/>
                            <a:gd name="T24" fmla="*/ 8 w 419"/>
                            <a:gd name="T25" fmla="*/ 7 h 241"/>
                            <a:gd name="T26" fmla="*/ 9 w 419"/>
                            <a:gd name="T27" fmla="*/ 6 h 241"/>
                            <a:gd name="T28" fmla="*/ 10 w 419"/>
                            <a:gd name="T29" fmla="*/ 6 h 241"/>
                            <a:gd name="T30" fmla="*/ 10 w 419"/>
                            <a:gd name="T31" fmla="*/ 5 h 241"/>
                            <a:gd name="T32" fmla="*/ 11 w 419"/>
                            <a:gd name="T33" fmla="*/ 5 h 241"/>
                            <a:gd name="T34" fmla="*/ 12 w 419"/>
                            <a:gd name="T35" fmla="*/ 5 h 241"/>
                            <a:gd name="T36" fmla="*/ 12 w 419"/>
                            <a:gd name="T37" fmla="*/ 6 h 241"/>
                            <a:gd name="T38" fmla="*/ 11 w 419"/>
                            <a:gd name="T39" fmla="*/ 6 h 241"/>
                            <a:gd name="T40" fmla="*/ 11 w 419"/>
                            <a:gd name="T41" fmla="*/ 7 h 241"/>
                            <a:gd name="T42" fmla="*/ 10 w 419"/>
                            <a:gd name="T43" fmla="*/ 7 h 241"/>
                            <a:gd name="T44" fmla="*/ 8 w 419"/>
                            <a:gd name="T45" fmla="*/ 8 h 241"/>
                            <a:gd name="T46" fmla="*/ 7 w 419"/>
                            <a:gd name="T47" fmla="*/ 8 h 241"/>
                            <a:gd name="T48" fmla="*/ 5 w 419"/>
                            <a:gd name="T49" fmla="*/ 8 h 241"/>
                            <a:gd name="T50" fmla="*/ 4 w 419"/>
                            <a:gd name="T51" fmla="*/ 8 h 241"/>
                            <a:gd name="T52" fmla="*/ 3 w 419"/>
                            <a:gd name="T53" fmla="*/ 7 h 241"/>
                            <a:gd name="T54" fmla="*/ 2 w 419"/>
                            <a:gd name="T55" fmla="*/ 7 h 241"/>
                            <a:gd name="T56" fmla="*/ 1 w 419"/>
                            <a:gd name="T57" fmla="*/ 7 h 241"/>
                            <a:gd name="T58" fmla="*/ 1 w 419"/>
                            <a:gd name="T59" fmla="*/ 6 h 241"/>
                            <a:gd name="T60" fmla="*/ 0 w 419"/>
                            <a:gd name="T61" fmla="*/ 6 h 241"/>
                            <a:gd name="T62" fmla="*/ 0 w 419"/>
                            <a:gd name="T63" fmla="*/ 5 h 241"/>
                            <a:gd name="T64" fmla="*/ 0 w 419"/>
                            <a:gd name="T65" fmla="*/ 5 h 241"/>
                            <a:gd name="T66" fmla="*/ 0 w 419"/>
                            <a:gd name="T67" fmla="*/ 5 h 241"/>
                            <a:gd name="T68" fmla="*/ 1 w 419"/>
                            <a:gd name="T69" fmla="*/ 4 h 241"/>
                            <a:gd name="T70" fmla="*/ 2 w 419"/>
                            <a:gd name="T71" fmla="*/ 4 h 241"/>
                            <a:gd name="T72" fmla="*/ 2 w 419"/>
                            <a:gd name="T73" fmla="*/ 4 h 241"/>
                            <a:gd name="T74" fmla="*/ 3 w 419"/>
                            <a:gd name="T75" fmla="*/ 4 h 241"/>
                            <a:gd name="T76" fmla="*/ 3 w 419"/>
                            <a:gd name="T77" fmla="*/ 5 h 241"/>
                            <a:gd name="T78" fmla="*/ 4 w 419"/>
                            <a:gd name="T79" fmla="*/ 4 h 241"/>
                            <a:gd name="T80" fmla="*/ 5 w 419"/>
                            <a:gd name="T81" fmla="*/ 4 h 241"/>
                            <a:gd name="T82" fmla="*/ 4 w 419"/>
                            <a:gd name="T83" fmla="*/ 4 h 241"/>
                            <a:gd name="T84" fmla="*/ 4 w 419"/>
                            <a:gd name="T85" fmla="*/ 4 h 241"/>
                            <a:gd name="T86" fmla="*/ 4 w 419"/>
                            <a:gd name="T87" fmla="*/ 3 h 241"/>
                            <a:gd name="T88" fmla="*/ 5 w 419"/>
                            <a:gd name="T89" fmla="*/ 3 h 241"/>
                            <a:gd name="T90" fmla="*/ 5 w 419"/>
                            <a:gd name="T91" fmla="*/ 2 h 241"/>
                            <a:gd name="T92" fmla="*/ 5 w 419"/>
                            <a:gd name="T93" fmla="*/ 2 h 241"/>
                            <a:gd name="T94" fmla="*/ 5 w 419"/>
                            <a:gd name="T95" fmla="*/ 1 h 241"/>
                            <a:gd name="T96" fmla="*/ 5 w 419"/>
                            <a:gd name="T97" fmla="*/ 1 h 241"/>
                            <a:gd name="T98" fmla="*/ 6 w 419"/>
                            <a:gd name="T99" fmla="*/ 1 h 241"/>
                            <a:gd name="T100" fmla="*/ 6 w 419"/>
                            <a:gd name="T101" fmla="*/ 1 h 241"/>
                            <a:gd name="T102" fmla="*/ 7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7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 w 892"/>
                            <a:gd name="T1" fmla="*/ 4 h 813"/>
                            <a:gd name="T2" fmla="*/ 2 w 892"/>
                            <a:gd name="T3" fmla="*/ 3 h 813"/>
                            <a:gd name="T4" fmla="*/ 4 w 892"/>
                            <a:gd name="T5" fmla="*/ 2 h 813"/>
                            <a:gd name="T6" fmla="*/ 5 w 892"/>
                            <a:gd name="T7" fmla="*/ 1 h 813"/>
                            <a:gd name="T8" fmla="*/ 7 w 892"/>
                            <a:gd name="T9" fmla="*/ 1 h 813"/>
                            <a:gd name="T10" fmla="*/ 12 w 892"/>
                            <a:gd name="T11" fmla="*/ 1 h 813"/>
                            <a:gd name="T12" fmla="*/ 15 w 892"/>
                            <a:gd name="T13" fmla="*/ 1 h 813"/>
                            <a:gd name="T14" fmla="*/ 14 w 892"/>
                            <a:gd name="T15" fmla="*/ 1 h 813"/>
                            <a:gd name="T16" fmla="*/ 13 w 892"/>
                            <a:gd name="T17" fmla="*/ 0 h 813"/>
                            <a:gd name="T18" fmla="*/ 15 w 892"/>
                            <a:gd name="T19" fmla="*/ 0 h 813"/>
                            <a:gd name="T20" fmla="*/ 16 w 892"/>
                            <a:gd name="T21" fmla="*/ 0 h 813"/>
                            <a:gd name="T22" fmla="*/ 17 w 892"/>
                            <a:gd name="T23" fmla="*/ 1 h 813"/>
                            <a:gd name="T24" fmla="*/ 17 w 892"/>
                            <a:gd name="T25" fmla="*/ 0 h 813"/>
                            <a:gd name="T26" fmla="*/ 20 w 892"/>
                            <a:gd name="T27" fmla="*/ 1 h 813"/>
                            <a:gd name="T28" fmla="*/ 20 w 892"/>
                            <a:gd name="T29" fmla="*/ 2 h 813"/>
                            <a:gd name="T30" fmla="*/ 19 w 892"/>
                            <a:gd name="T31" fmla="*/ 3 h 813"/>
                            <a:gd name="T32" fmla="*/ 18 w 892"/>
                            <a:gd name="T33" fmla="*/ 5 h 813"/>
                            <a:gd name="T34" fmla="*/ 21 w 892"/>
                            <a:gd name="T35" fmla="*/ 6 h 813"/>
                            <a:gd name="T36" fmla="*/ 21 w 892"/>
                            <a:gd name="T37" fmla="*/ 7 h 813"/>
                            <a:gd name="T38" fmla="*/ 22 w 892"/>
                            <a:gd name="T39" fmla="*/ 6 h 813"/>
                            <a:gd name="T40" fmla="*/ 22 w 892"/>
                            <a:gd name="T41" fmla="*/ 4 h 813"/>
                            <a:gd name="T42" fmla="*/ 24 w 892"/>
                            <a:gd name="T43" fmla="*/ 4 h 813"/>
                            <a:gd name="T44" fmla="*/ 25 w 892"/>
                            <a:gd name="T45" fmla="*/ 4 h 813"/>
                            <a:gd name="T46" fmla="*/ 27 w 892"/>
                            <a:gd name="T47" fmla="*/ 5 h 813"/>
                            <a:gd name="T48" fmla="*/ 28 w 892"/>
                            <a:gd name="T49" fmla="*/ 7 h 813"/>
                            <a:gd name="T50" fmla="*/ 27 w 892"/>
                            <a:gd name="T51" fmla="*/ 7 h 813"/>
                            <a:gd name="T52" fmla="*/ 25 w 892"/>
                            <a:gd name="T53" fmla="*/ 8 h 813"/>
                            <a:gd name="T54" fmla="*/ 27 w 892"/>
                            <a:gd name="T55" fmla="*/ 8 h 813"/>
                            <a:gd name="T56" fmla="*/ 27 w 892"/>
                            <a:gd name="T57" fmla="*/ 10 h 813"/>
                            <a:gd name="T58" fmla="*/ 27 w 892"/>
                            <a:gd name="T59" fmla="*/ 10 h 813"/>
                            <a:gd name="T60" fmla="*/ 26 w 892"/>
                            <a:gd name="T61" fmla="*/ 10 h 813"/>
                            <a:gd name="T62" fmla="*/ 25 w 892"/>
                            <a:gd name="T63" fmla="*/ 12 h 813"/>
                            <a:gd name="T64" fmla="*/ 24 w 892"/>
                            <a:gd name="T65" fmla="*/ 13 h 813"/>
                            <a:gd name="T66" fmla="*/ 23 w 892"/>
                            <a:gd name="T67" fmla="*/ 16 h 813"/>
                            <a:gd name="T68" fmla="*/ 23 w 892"/>
                            <a:gd name="T69" fmla="*/ 18 h 813"/>
                            <a:gd name="T70" fmla="*/ 23 w 892"/>
                            <a:gd name="T71" fmla="*/ 17 h 813"/>
                            <a:gd name="T72" fmla="*/ 21 w 892"/>
                            <a:gd name="T73" fmla="*/ 16 h 813"/>
                            <a:gd name="T74" fmla="*/ 20 w 892"/>
                            <a:gd name="T75" fmla="*/ 16 h 813"/>
                            <a:gd name="T76" fmla="*/ 18 w 892"/>
                            <a:gd name="T77" fmla="*/ 17 h 813"/>
                            <a:gd name="T78" fmla="*/ 17 w 892"/>
                            <a:gd name="T79" fmla="*/ 18 h 813"/>
                            <a:gd name="T80" fmla="*/ 19 w 892"/>
                            <a:gd name="T81" fmla="*/ 21 h 813"/>
                            <a:gd name="T82" fmla="*/ 20 w 892"/>
                            <a:gd name="T83" fmla="*/ 19 h 813"/>
                            <a:gd name="T84" fmla="*/ 21 w 892"/>
                            <a:gd name="T85" fmla="*/ 20 h 813"/>
                            <a:gd name="T86" fmla="*/ 22 w 892"/>
                            <a:gd name="T87" fmla="*/ 22 h 813"/>
                            <a:gd name="T88" fmla="*/ 22 w 892"/>
                            <a:gd name="T89" fmla="*/ 23 h 813"/>
                            <a:gd name="T90" fmla="*/ 24 w 892"/>
                            <a:gd name="T91" fmla="*/ 24 h 813"/>
                            <a:gd name="T92" fmla="*/ 26 w 892"/>
                            <a:gd name="T93" fmla="*/ 24 h 813"/>
                            <a:gd name="T94" fmla="*/ 24 w 892"/>
                            <a:gd name="T95" fmla="*/ 25 h 813"/>
                            <a:gd name="T96" fmla="*/ 22 w 892"/>
                            <a:gd name="T97" fmla="*/ 24 h 813"/>
                            <a:gd name="T98" fmla="*/ 21 w 892"/>
                            <a:gd name="T99" fmla="*/ 23 h 813"/>
                            <a:gd name="T100" fmla="*/ 19 w 892"/>
                            <a:gd name="T101" fmla="*/ 22 h 813"/>
                            <a:gd name="T102" fmla="*/ 17 w 892"/>
                            <a:gd name="T103" fmla="*/ 21 h 813"/>
                            <a:gd name="T104" fmla="*/ 14 w 892"/>
                            <a:gd name="T105" fmla="*/ 19 h 813"/>
                            <a:gd name="T106" fmla="*/ 12 w 892"/>
                            <a:gd name="T107" fmla="*/ 15 h 813"/>
                            <a:gd name="T108" fmla="*/ 12 w 892"/>
                            <a:gd name="T109" fmla="*/ 19 h 813"/>
                            <a:gd name="T110" fmla="*/ 11 w 892"/>
                            <a:gd name="T111" fmla="*/ 16 h 813"/>
                            <a:gd name="T112" fmla="*/ 9 w 892"/>
                            <a:gd name="T113" fmla="*/ 12 h 813"/>
                            <a:gd name="T114" fmla="*/ 9 w 892"/>
                            <a:gd name="T115" fmla="*/ 9 h 813"/>
                            <a:gd name="T116" fmla="*/ 9 w 892"/>
                            <a:gd name="T117" fmla="*/ 6 h 813"/>
                            <a:gd name="T118" fmla="*/ 8 w 892"/>
                            <a:gd name="T119" fmla="*/ 5 h 813"/>
                            <a:gd name="T120" fmla="*/ 7 w 892"/>
                            <a:gd name="T121" fmla="*/ 4 h 813"/>
                            <a:gd name="T122" fmla="*/ 5 w 892"/>
                            <a:gd name="T123" fmla="*/ 4 h 813"/>
                            <a:gd name="T124" fmla="*/ 3 w 892"/>
                            <a:gd name="T125" fmla="*/ 5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8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 h 213"/>
                            <a:gd name="T2" fmla="*/ 0 w 303"/>
                            <a:gd name="T3" fmla="*/ 1 h 213"/>
                            <a:gd name="T4" fmla="*/ 0 w 303"/>
                            <a:gd name="T5" fmla="*/ 1 h 213"/>
                            <a:gd name="T6" fmla="*/ 0 w 303"/>
                            <a:gd name="T7" fmla="*/ 0 h 213"/>
                            <a:gd name="T8" fmla="*/ 2 w 303"/>
                            <a:gd name="T9" fmla="*/ 1 h 213"/>
                            <a:gd name="T10" fmla="*/ 5 w 303"/>
                            <a:gd name="T11" fmla="*/ 1 h 213"/>
                            <a:gd name="T12" fmla="*/ 6 w 303"/>
                            <a:gd name="T13" fmla="*/ 2 h 213"/>
                            <a:gd name="T14" fmla="*/ 7 w 303"/>
                            <a:gd name="T15" fmla="*/ 2 h 213"/>
                            <a:gd name="T16" fmla="*/ 8 w 303"/>
                            <a:gd name="T17" fmla="*/ 3 h 213"/>
                            <a:gd name="T18" fmla="*/ 9 w 303"/>
                            <a:gd name="T19" fmla="*/ 4 h 213"/>
                            <a:gd name="T20" fmla="*/ 9 w 303"/>
                            <a:gd name="T21" fmla="*/ 4 h 213"/>
                            <a:gd name="T22" fmla="*/ 9 w 303"/>
                            <a:gd name="T23" fmla="*/ 4 h 213"/>
                            <a:gd name="T24" fmla="*/ 8 w 303"/>
                            <a:gd name="T25" fmla="*/ 4 h 213"/>
                            <a:gd name="T26" fmla="*/ 8 w 303"/>
                            <a:gd name="T27" fmla="*/ 5 h 213"/>
                            <a:gd name="T28" fmla="*/ 8 w 303"/>
                            <a:gd name="T29" fmla="*/ 5 h 213"/>
                            <a:gd name="T30" fmla="*/ 8 w 303"/>
                            <a:gd name="T31" fmla="*/ 5 h 213"/>
                            <a:gd name="T32" fmla="*/ 8 w 303"/>
                            <a:gd name="T33" fmla="*/ 6 h 213"/>
                            <a:gd name="T34" fmla="*/ 8 w 303"/>
                            <a:gd name="T35" fmla="*/ 6 h 213"/>
                            <a:gd name="T36" fmla="*/ 9 w 303"/>
                            <a:gd name="T37" fmla="*/ 7 h 213"/>
                            <a:gd name="T38" fmla="*/ 9 w 303"/>
                            <a:gd name="T39" fmla="*/ 7 h 213"/>
                            <a:gd name="T40" fmla="*/ 9 w 303"/>
                            <a:gd name="T41" fmla="*/ 7 h 213"/>
                            <a:gd name="T42" fmla="*/ 8 w 303"/>
                            <a:gd name="T43" fmla="*/ 7 h 213"/>
                            <a:gd name="T44" fmla="*/ 8 w 303"/>
                            <a:gd name="T45" fmla="*/ 7 h 213"/>
                            <a:gd name="T46" fmla="*/ 7 w 303"/>
                            <a:gd name="T47" fmla="*/ 7 h 213"/>
                            <a:gd name="T48" fmla="*/ 7 w 303"/>
                            <a:gd name="T49" fmla="*/ 7 h 213"/>
                            <a:gd name="T50" fmla="*/ 7 w 303"/>
                            <a:gd name="T51" fmla="*/ 6 h 213"/>
                            <a:gd name="T52" fmla="*/ 7 w 303"/>
                            <a:gd name="T53" fmla="*/ 6 h 213"/>
                            <a:gd name="T54" fmla="*/ 6 w 303"/>
                            <a:gd name="T55" fmla="*/ 6 h 213"/>
                            <a:gd name="T56" fmla="*/ 6 w 303"/>
                            <a:gd name="T57" fmla="*/ 5 h 213"/>
                            <a:gd name="T58" fmla="*/ 5 w 303"/>
                            <a:gd name="T59" fmla="*/ 5 h 213"/>
                            <a:gd name="T60" fmla="*/ 5 w 303"/>
                            <a:gd name="T61" fmla="*/ 5 h 213"/>
                            <a:gd name="T62" fmla="*/ 4 w 303"/>
                            <a:gd name="T63" fmla="*/ 4 h 213"/>
                            <a:gd name="T64" fmla="*/ 4 w 303"/>
                            <a:gd name="T65" fmla="*/ 4 h 213"/>
                            <a:gd name="T66" fmla="*/ 5 w 303"/>
                            <a:gd name="T67" fmla="*/ 4 h 213"/>
                            <a:gd name="T68" fmla="*/ 4 w 303"/>
                            <a:gd name="T69" fmla="*/ 3 h 213"/>
                            <a:gd name="T70" fmla="*/ 4 w 303"/>
                            <a:gd name="T71" fmla="*/ 4 h 213"/>
                            <a:gd name="T72" fmla="*/ 4 w 303"/>
                            <a:gd name="T73" fmla="*/ 3 h 213"/>
                            <a:gd name="T74" fmla="*/ 4 w 303"/>
                            <a:gd name="T75" fmla="*/ 3 h 213"/>
                            <a:gd name="T76" fmla="*/ 3 w 303"/>
                            <a:gd name="T77" fmla="*/ 3 h 213"/>
                            <a:gd name="T78" fmla="*/ 3 w 303"/>
                            <a:gd name="T79" fmla="*/ 3 h 213"/>
                            <a:gd name="T80" fmla="*/ 3 w 303"/>
                            <a:gd name="T81" fmla="*/ 3 h 213"/>
                            <a:gd name="T82" fmla="*/ 3 w 303"/>
                            <a:gd name="T83" fmla="*/ 3 h 213"/>
                            <a:gd name="T84" fmla="*/ 3 w 303"/>
                            <a:gd name="T85" fmla="*/ 3 h 213"/>
                            <a:gd name="T86" fmla="*/ 2 w 303"/>
                            <a:gd name="T87" fmla="*/ 2 h 213"/>
                            <a:gd name="T88" fmla="*/ 2 w 303"/>
                            <a:gd name="T89" fmla="*/ 2 h 213"/>
                            <a:gd name="T90" fmla="*/ 2 w 303"/>
                            <a:gd name="T91" fmla="*/ 2 h 213"/>
                            <a:gd name="T92" fmla="*/ 1 w 303"/>
                            <a:gd name="T93" fmla="*/ 2 h 213"/>
                            <a:gd name="T94" fmla="*/ 0 w 303"/>
                            <a:gd name="T95" fmla="*/ 2 h 213"/>
                            <a:gd name="T96" fmla="*/ 0 w 303"/>
                            <a:gd name="T97" fmla="*/ 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69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0 w 198"/>
                            <a:gd name="T1" fmla="*/ 0 h 111"/>
                            <a:gd name="T2" fmla="*/ 0 w 198"/>
                            <a:gd name="T3" fmla="*/ 0 h 111"/>
                            <a:gd name="T4" fmla="*/ 0 w 198"/>
                            <a:gd name="T5" fmla="*/ 0 h 111"/>
                            <a:gd name="T6" fmla="*/ 0 w 198"/>
                            <a:gd name="T7" fmla="*/ 0 h 111"/>
                            <a:gd name="T8" fmla="*/ 0 w 198"/>
                            <a:gd name="T9" fmla="*/ 0 h 111"/>
                            <a:gd name="T10" fmla="*/ 0 w 198"/>
                            <a:gd name="T11" fmla="*/ 1 h 111"/>
                            <a:gd name="T12" fmla="*/ 1 w 198"/>
                            <a:gd name="T13" fmla="*/ 1 h 111"/>
                            <a:gd name="T14" fmla="*/ 1 w 198"/>
                            <a:gd name="T15" fmla="*/ 0 h 111"/>
                            <a:gd name="T16" fmla="*/ 1 w 198"/>
                            <a:gd name="T17" fmla="*/ 0 h 111"/>
                            <a:gd name="T18" fmla="*/ 1 w 198"/>
                            <a:gd name="T19" fmla="*/ 1 h 111"/>
                            <a:gd name="T20" fmla="*/ 2 w 198"/>
                            <a:gd name="T21" fmla="*/ 1 h 111"/>
                            <a:gd name="T22" fmla="*/ 2 w 198"/>
                            <a:gd name="T23" fmla="*/ 1 h 111"/>
                            <a:gd name="T24" fmla="*/ 2 w 198"/>
                            <a:gd name="T25" fmla="*/ 1 h 111"/>
                            <a:gd name="T26" fmla="*/ 3 w 198"/>
                            <a:gd name="T27" fmla="*/ 1 h 111"/>
                            <a:gd name="T28" fmla="*/ 3 w 198"/>
                            <a:gd name="T29" fmla="*/ 1 h 111"/>
                            <a:gd name="T30" fmla="*/ 3 w 198"/>
                            <a:gd name="T31" fmla="*/ 2 h 111"/>
                            <a:gd name="T32" fmla="*/ 3 w 198"/>
                            <a:gd name="T33" fmla="*/ 2 h 111"/>
                            <a:gd name="T34" fmla="*/ 3 w 198"/>
                            <a:gd name="T35" fmla="*/ 2 h 111"/>
                            <a:gd name="T36" fmla="*/ 3 w 198"/>
                            <a:gd name="T37" fmla="*/ 2 h 111"/>
                            <a:gd name="T38" fmla="*/ 3 w 198"/>
                            <a:gd name="T39" fmla="*/ 2 h 111"/>
                            <a:gd name="T40" fmla="*/ 3 w 198"/>
                            <a:gd name="T41" fmla="*/ 2 h 111"/>
                            <a:gd name="T42" fmla="*/ 3 w 198"/>
                            <a:gd name="T43" fmla="*/ 2 h 111"/>
                            <a:gd name="T44" fmla="*/ 3 w 198"/>
                            <a:gd name="T45" fmla="*/ 2 h 111"/>
                            <a:gd name="T46" fmla="*/ 3 w 198"/>
                            <a:gd name="T47" fmla="*/ 2 h 111"/>
                            <a:gd name="T48" fmla="*/ 4 w 198"/>
                            <a:gd name="T49" fmla="*/ 2 h 111"/>
                            <a:gd name="T50" fmla="*/ 4 w 198"/>
                            <a:gd name="T51" fmla="*/ 2 h 111"/>
                            <a:gd name="T52" fmla="*/ 4 w 198"/>
                            <a:gd name="T53" fmla="*/ 3 h 111"/>
                            <a:gd name="T54" fmla="*/ 4 w 198"/>
                            <a:gd name="T55" fmla="*/ 3 h 111"/>
                            <a:gd name="T56" fmla="*/ 4 w 198"/>
                            <a:gd name="T57" fmla="*/ 3 h 111"/>
                            <a:gd name="T58" fmla="*/ 5 w 198"/>
                            <a:gd name="T59" fmla="*/ 3 h 111"/>
                            <a:gd name="T60" fmla="*/ 5 w 198"/>
                            <a:gd name="T61" fmla="*/ 3 h 111"/>
                            <a:gd name="T62" fmla="*/ 5 w 198"/>
                            <a:gd name="T63" fmla="*/ 3 h 111"/>
                            <a:gd name="T64" fmla="*/ 5 w 198"/>
                            <a:gd name="T65" fmla="*/ 3 h 111"/>
                            <a:gd name="T66" fmla="*/ 5 w 198"/>
                            <a:gd name="T67" fmla="*/ 3 h 111"/>
                            <a:gd name="T68" fmla="*/ 5 w 198"/>
                            <a:gd name="T69" fmla="*/ 3 h 111"/>
                            <a:gd name="T70" fmla="*/ 6 w 198"/>
                            <a:gd name="T71" fmla="*/ 3 h 111"/>
                            <a:gd name="T72" fmla="*/ 5 w 198"/>
                            <a:gd name="T73" fmla="*/ 2 h 111"/>
                            <a:gd name="T74" fmla="*/ 5 w 198"/>
                            <a:gd name="T75" fmla="*/ 2 h 111"/>
                            <a:gd name="T76" fmla="*/ 5 w 198"/>
                            <a:gd name="T77" fmla="*/ 2 h 111"/>
                            <a:gd name="T78" fmla="*/ 5 w 198"/>
                            <a:gd name="T79" fmla="*/ 2 h 111"/>
                            <a:gd name="T80" fmla="*/ 5 w 198"/>
                            <a:gd name="T81" fmla="*/ 2 h 111"/>
                            <a:gd name="T82" fmla="*/ 6 w 198"/>
                            <a:gd name="T83" fmla="*/ 2 h 111"/>
                            <a:gd name="T84" fmla="*/ 6 w 198"/>
                            <a:gd name="T85" fmla="*/ 2 h 111"/>
                            <a:gd name="T86" fmla="*/ 5 w 198"/>
                            <a:gd name="T87" fmla="*/ 2 h 111"/>
                            <a:gd name="T88" fmla="*/ 5 w 198"/>
                            <a:gd name="T89" fmla="*/ 2 h 111"/>
                            <a:gd name="T90" fmla="*/ 5 w 198"/>
                            <a:gd name="T91" fmla="*/ 1 h 111"/>
                            <a:gd name="T92" fmla="*/ 4 w 198"/>
                            <a:gd name="T93" fmla="*/ 1 h 111"/>
                            <a:gd name="T94" fmla="*/ 4 w 198"/>
                            <a:gd name="T95" fmla="*/ 1 h 111"/>
                            <a:gd name="T96" fmla="*/ 3 w 198"/>
                            <a:gd name="T97" fmla="*/ 1 h 111"/>
                            <a:gd name="T98" fmla="*/ 3 w 198"/>
                            <a:gd name="T99" fmla="*/ 0 h 111"/>
                            <a:gd name="T100" fmla="*/ 3 w 198"/>
                            <a:gd name="T101" fmla="*/ 0 h 111"/>
                            <a:gd name="T102" fmla="*/ 3 w 198"/>
                            <a:gd name="T103" fmla="*/ 0 h 111"/>
                            <a:gd name="T104" fmla="*/ 3 w 198"/>
                            <a:gd name="T105" fmla="*/ 0 h 111"/>
                            <a:gd name="T106" fmla="*/ 2 w 198"/>
                            <a:gd name="T107" fmla="*/ 0 h 111"/>
                            <a:gd name="T108" fmla="*/ 2 w 198"/>
                            <a:gd name="T109" fmla="*/ 0 h 111"/>
                            <a:gd name="T110" fmla="*/ 2 w 198"/>
                            <a:gd name="T111" fmla="*/ 0 h 111"/>
                            <a:gd name="T112" fmla="*/ 1 w 198"/>
                            <a:gd name="T113" fmla="*/ 0 h 111"/>
                            <a:gd name="T114" fmla="*/ 1 w 198"/>
                            <a:gd name="T115" fmla="*/ 0 h 111"/>
                            <a:gd name="T116" fmla="*/ 1 w 198"/>
                            <a:gd name="T117" fmla="*/ 0 h 111"/>
                            <a:gd name="T118" fmla="*/ 1 w 198"/>
                            <a:gd name="T119" fmla="*/ 0 h 111"/>
                            <a:gd name="T120" fmla="*/ 0 w 198"/>
                            <a:gd name="T121" fmla="*/ 0 h 111"/>
                            <a:gd name="T122" fmla="*/ 0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0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0 h 49"/>
                            <a:gd name="T2" fmla="*/ 1 w 138"/>
                            <a:gd name="T3" fmla="*/ 0 h 49"/>
                            <a:gd name="T4" fmla="*/ 1 w 138"/>
                            <a:gd name="T5" fmla="*/ 0 h 49"/>
                            <a:gd name="T6" fmla="*/ 1 w 138"/>
                            <a:gd name="T7" fmla="*/ 0 h 49"/>
                            <a:gd name="T8" fmla="*/ 2 w 138"/>
                            <a:gd name="T9" fmla="*/ 0 h 49"/>
                            <a:gd name="T10" fmla="*/ 2 w 138"/>
                            <a:gd name="T11" fmla="*/ 0 h 49"/>
                            <a:gd name="T12" fmla="*/ 2 w 138"/>
                            <a:gd name="T13" fmla="*/ 0 h 49"/>
                            <a:gd name="T14" fmla="*/ 2 w 138"/>
                            <a:gd name="T15" fmla="*/ 0 h 49"/>
                            <a:gd name="T16" fmla="*/ 2 w 138"/>
                            <a:gd name="T17" fmla="*/ 0 h 49"/>
                            <a:gd name="T18" fmla="*/ 3 w 138"/>
                            <a:gd name="T19" fmla="*/ 0 h 49"/>
                            <a:gd name="T20" fmla="*/ 3 w 138"/>
                            <a:gd name="T21" fmla="*/ 0 h 49"/>
                            <a:gd name="T22" fmla="*/ 3 w 138"/>
                            <a:gd name="T23" fmla="*/ 0 h 49"/>
                            <a:gd name="T24" fmla="*/ 3 w 138"/>
                            <a:gd name="T25" fmla="*/ 0 h 49"/>
                            <a:gd name="T26" fmla="*/ 3 w 138"/>
                            <a:gd name="T27" fmla="*/ 0 h 49"/>
                            <a:gd name="T28" fmla="*/ 3 w 138"/>
                            <a:gd name="T29" fmla="*/ 1 h 49"/>
                            <a:gd name="T30" fmla="*/ 4 w 138"/>
                            <a:gd name="T31" fmla="*/ 1 h 49"/>
                            <a:gd name="T32" fmla="*/ 4 w 138"/>
                            <a:gd name="T33" fmla="*/ 1 h 49"/>
                            <a:gd name="T34" fmla="*/ 5 w 138"/>
                            <a:gd name="T35" fmla="*/ 1 h 49"/>
                            <a:gd name="T36" fmla="*/ 5 w 138"/>
                            <a:gd name="T37" fmla="*/ 1 h 49"/>
                            <a:gd name="T38" fmla="*/ 5 w 138"/>
                            <a:gd name="T39" fmla="*/ 1 h 49"/>
                            <a:gd name="T40" fmla="*/ 5 w 138"/>
                            <a:gd name="T41" fmla="*/ 1 h 49"/>
                            <a:gd name="T42" fmla="*/ 5 w 138"/>
                            <a:gd name="T43" fmla="*/ 1 h 49"/>
                            <a:gd name="T44" fmla="*/ 4 w 138"/>
                            <a:gd name="T45" fmla="*/ 1 h 49"/>
                            <a:gd name="T46" fmla="*/ 4 w 138"/>
                            <a:gd name="T47" fmla="*/ 1 h 49"/>
                            <a:gd name="T48" fmla="*/ 4 w 138"/>
                            <a:gd name="T49" fmla="*/ 1 h 49"/>
                            <a:gd name="T50" fmla="*/ 3 w 138"/>
                            <a:gd name="T51" fmla="*/ 1 h 49"/>
                            <a:gd name="T52" fmla="*/ 3 w 138"/>
                            <a:gd name="T53" fmla="*/ 1 h 49"/>
                            <a:gd name="T54" fmla="*/ 3 w 138"/>
                            <a:gd name="T55" fmla="*/ 1 h 49"/>
                            <a:gd name="T56" fmla="*/ 3 w 138"/>
                            <a:gd name="T57" fmla="*/ 1 h 49"/>
                            <a:gd name="T58" fmla="*/ 3 w 138"/>
                            <a:gd name="T59" fmla="*/ 0 h 49"/>
                            <a:gd name="T60" fmla="*/ 2 w 138"/>
                            <a:gd name="T61" fmla="*/ 0 h 49"/>
                            <a:gd name="T62" fmla="*/ 2 w 138"/>
                            <a:gd name="T63" fmla="*/ 0 h 49"/>
                            <a:gd name="T64" fmla="*/ 2 w 138"/>
                            <a:gd name="T65" fmla="*/ 0 h 49"/>
                            <a:gd name="T66" fmla="*/ 2 w 138"/>
                            <a:gd name="T67" fmla="*/ 0 h 49"/>
                            <a:gd name="T68" fmla="*/ 2 w 138"/>
                            <a:gd name="T69" fmla="*/ 0 h 49"/>
                            <a:gd name="T70" fmla="*/ 2 w 138"/>
                            <a:gd name="T71" fmla="*/ 0 h 49"/>
                            <a:gd name="T72" fmla="*/ 2 w 138"/>
                            <a:gd name="T73" fmla="*/ 0 h 49"/>
                            <a:gd name="T74" fmla="*/ 1 w 138"/>
                            <a:gd name="T75" fmla="*/ 0 h 49"/>
                            <a:gd name="T76" fmla="*/ 1 w 138"/>
                            <a:gd name="T77" fmla="*/ 0 h 49"/>
                            <a:gd name="T78" fmla="*/ 1 w 138"/>
                            <a:gd name="T79" fmla="*/ 0 h 49"/>
                            <a:gd name="T80" fmla="*/ 0 w 138"/>
                            <a:gd name="T81" fmla="*/ 0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1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 h 42"/>
                            <a:gd name="T2" fmla="*/ 1 w 88"/>
                            <a:gd name="T3" fmla="*/ 2 h 42"/>
                            <a:gd name="T4" fmla="*/ 1 w 88"/>
                            <a:gd name="T5" fmla="*/ 1 h 42"/>
                            <a:gd name="T6" fmla="*/ 2 w 88"/>
                            <a:gd name="T7" fmla="*/ 2 h 42"/>
                            <a:gd name="T8" fmla="*/ 2 w 88"/>
                            <a:gd name="T9" fmla="*/ 2 h 42"/>
                            <a:gd name="T10" fmla="*/ 2 w 88"/>
                            <a:gd name="T11" fmla="*/ 1 h 42"/>
                            <a:gd name="T12" fmla="*/ 2 w 88"/>
                            <a:gd name="T13" fmla="*/ 1 h 42"/>
                            <a:gd name="T14" fmla="*/ 2 w 88"/>
                            <a:gd name="T15" fmla="*/ 1 h 42"/>
                            <a:gd name="T16" fmla="*/ 3 w 88"/>
                            <a:gd name="T17" fmla="*/ 1 h 42"/>
                            <a:gd name="T18" fmla="*/ 3 w 88"/>
                            <a:gd name="T19" fmla="*/ 1 h 42"/>
                            <a:gd name="T20" fmla="*/ 3 w 88"/>
                            <a:gd name="T21" fmla="*/ 1 h 42"/>
                            <a:gd name="T22" fmla="*/ 3 w 88"/>
                            <a:gd name="T23" fmla="*/ 1 h 42"/>
                            <a:gd name="T24" fmla="*/ 3 w 88"/>
                            <a:gd name="T25" fmla="*/ 1 h 42"/>
                            <a:gd name="T26" fmla="*/ 3 w 88"/>
                            <a:gd name="T27" fmla="*/ 1 h 42"/>
                            <a:gd name="T28" fmla="*/ 3 w 88"/>
                            <a:gd name="T29" fmla="*/ 1 h 42"/>
                            <a:gd name="T30" fmla="*/ 3 w 88"/>
                            <a:gd name="T31" fmla="*/ 1 h 42"/>
                            <a:gd name="T32" fmla="*/ 3 w 88"/>
                            <a:gd name="T33" fmla="*/ 1 h 42"/>
                            <a:gd name="T34" fmla="*/ 2 w 88"/>
                            <a:gd name="T35" fmla="*/ 1 h 42"/>
                            <a:gd name="T36" fmla="*/ 2 w 88"/>
                            <a:gd name="T37" fmla="*/ 1 h 42"/>
                            <a:gd name="T38" fmla="*/ 2 w 88"/>
                            <a:gd name="T39" fmla="*/ 1 h 42"/>
                            <a:gd name="T40" fmla="*/ 1 w 88"/>
                            <a:gd name="T41" fmla="*/ 0 h 42"/>
                            <a:gd name="T42" fmla="*/ 1 w 88"/>
                            <a:gd name="T43" fmla="*/ 1 h 42"/>
                            <a:gd name="T44" fmla="*/ 1 w 88"/>
                            <a:gd name="T45" fmla="*/ 1 h 42"/>
                            <a:gd name="T46" fmla="*/ 1 w 88"/>
                            <a:gd name="T47" fmla="*/ 1 h 42"/>
                            <a:gd name="T48" fmla="*/ 1 w 88"/>
                            <a:gd name="T49" fmla="*/ 1 h 42"/>
                            <a:gd name="T50" fmla="*/ 1 w 88"/>
                            <a:gd name="T51" fmla="*/ 1 h 42"/>
                            <a:gd name="T52" fmla="*/ 0 w 88"/>
                            <a:gd name="T53" fmla="*/ 1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58572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2 w 563"/>
                            <a:gd name="T1" fmla="*/ 1 h 887"/>
                            <a:gd name="T2" fmla="*/ 4 w 563"/>
                            <a:gd name="T3" fmla="*/ 1 h 887"/>
                            <a:gd name="T4" fmla="*/ 3 w 563"/>
                            <a:gd name="T5" fmla="*/ 1 h 887"/>
                            <a:gd name="T6" fmla="*/ 4 w 563"/>
                            <a:gd name="T7" fmla="*/ 1 h 887"/>
                            <a:gd name="T8" fmla="*/ 4 w 563"/>
                            <a:gd name="T9" fmla="*/ 1 h 887"/>
                            <a:gd name="T10" fmla="*/ 5 w 563"/>
                            <a:gd name="T11" fmla="*/ 2 h 887"/>
                            <a:gd name="T12" fmla="*/ 8 w 563"/>
                            <a:gd name="T13" fmla="*/ 2 h 887"/>
                            <a:gd name="T14" fmla="*/ 9 w 563"/>
                            <a:gd name="T15" fmla="*/ 3 h 887"/>
                            <a:gd name="T16" fmla="*/ 10 w 563"/>
                            <a:gd name="T17" fmla="*/ 3 h 887"/>
                            <a:gd name="T18" fmla="*/ 12 w 563"/>
                            <a:gd name="T19" fmla="*/ 4 h 887"/>
                            <a:gd name="T20" fmla="*/ 13 w 563"/>
                            <a:gd name="T21" fmla="*/ 6 h 887"/>
                            <a:gd name="T22" fmla="*/ 18 w 563"/>
                            <a:gd name="T23" fmla="*/ 7 h 887"/>
                            <a:gd name="T24" fmla="*/ 18 w 563"/>
                            <a:gd name="T25" fmla="*/ 10 h 887"/>
                            <a:gd name="T26" fmla="*/ 17 w 563"/>
                            <a:gd name="T27" fmla="*/ 11 h 887"/>
                            <a:gd name="T28" fmla="*/ 16 w 563"/>
                            <a:gd name="T29" fmla="*/ 13 h 887"/>
                            <a:gd name="T30" fmla="*/ 16 w 563"/>
                            <a:gd name="T31" fmla="*/ 14 h 887"/>
                            <a:gd name="T32" fmla="*/ 15 w 563"/>
                            <a:gd name="T33" fmla="*/ 15 h 887"/>
                            <a:gd name="T34" fmla="*/ 13 w 563"/>
                            <a:gd name="T35" fmla="*/ 15 h 887"/>
                            <a:gd name="T36" fmla="*/ 12 w 563"/>
                            <a:gd name="T37" fmla="*/ 17 h 887"/>
                            <a:gd name="T38" fmla="*/ 12 w 563"/>
                            <a:gd name="T39" fmla="*/ 18 h 887"/>
                            <a:gd name="T40" fmla="*/ 11 w 563"/>
                            <a:gd name="T41" fmla="*/ 19 h 887"/>
                            <a:gd name="T42" fmla="*/ 10 w 563"/>
                            <a:gd name="T43" fmla="*/ 20 h 887"/>
                            <a:gd name="T44" fmla="*/ 10 w 563"/>
                            <a:gd name="T45" fmla="*/ 20 h 887"/>
                            <a:gd name="T46" fmla="*/ 10 w 563"/>
                            <a:gd name="T47" fmla="*/ 21 h 887"/>
                            <a:gd name="T48" fmla="*/ 8 w 563"/>
                            <a:gd name="T49" fmla="*/ 22 h 887"/>
                            <a:gd name="T50" fmla="*/ 7 w 563"/>
                            <a:gd name="T51" fmla="*/ 22 h 887"/>
                            <a:gd name="T52" fmla="*/ 7 w 563"/>
                            <a:gd name="T53" fmla="*/ 23 h 887"/>
                            <a:gd name="T54" fmla="*/ 7 w 563"/>
                            <a:gd name="T55" fmla="*/ 24 h 887"/>
                            <a:gd name="T56" fmla="*/ 7 w 563"/>
                            <a:gd name="T57" fmla="*/ 25 h 887"/>
                            <a:gd name="T58" fmla="*/ 6 w 563"/>
                            <a:gd name="T59" fmla="*/ 25 h 887"/>
                            <a:gd name="T60" fmla="*/ 6 w 563"/>
                            <a:gd name="T61" fmla="*/ 27 h 887"/>
                            <a:gd name="T62" fmla="*/ 7 w 563"/>
                            <a:gd name="T63" fmla="*/ 28 h 887"/>
                            <a:gd name="T64" fmla="*/ 5 w 563"/>
                            <a:gd name="T65" fmla="*/ 27 h 887"/>
                            <a:gd name="T66" fmla="*/ 5 w 563"/>
                            <a:gd name="T67" fmla="*/ 26 h 887"/>
                            <a:gd name="T68" fmla="*/ 5 w 563"/>
                            <a:gd name="T69" fmla="*/ 22 h 887"/>
                            <a:gd name="T70" fmla="*/ 4 w 563"/>
                            <a:gd name="T71" fmla="*/ 20 h 887"/>
                            <a:gd name="T72" fmla="*/ 4 w 563"/>
                            <a:gd name="T73" fmla="*/ 19 h 887"/>
                            <a:gd name="T74" fmla="*/ 5 w 563"/>
                            <a:gd name="T75" fmla="*/ 17 h 887"/>
                            <a:gd name="T76" fmla="*/ 5 w 563"/>
                            <a:gd name="T77" fmla="*/ 15 h 887"/>
                            <a:gd name="T78" fmla="*/ 5 w 563"/>
                            <a:gd name="T79" fmla="*/ 13 h 887"/>
                            <a:gd name="T80" fmla="*/ 4 w 563"/>
                            <a:gd name="T81" fmla="*/ 12 h 887"/>
                            <a:gd name="T82" fmla="*/ 2 w 563"/>
                            <a:gd name="T83" fmla="*/ 11 h 887"/>
                            <a:gd name="T84" fmla="*/ 2 w 563"/>
                            <a:gd name="T85" fmla="*/ 9 h 887"/>
                            <a:gd name="T86" fmla="*/ 1 w 563"/>
                            <a:gd name="T87" fmla="*/ 8 h 887"/>
                            <a:gd name="T88" fmla="*/ 1 w 563"/>
                            <a:gd name="T89" fmla="*/ 7 h 887"/>
                            <a:gd name="T90" fmla="*/ 1 w 563"/>
                            <a:gd name="T91" fmla="*/ 6 h 887"/>
                            <a:gd name="T92" fmla="*/ 2 w 563"/>
                            <a:gd name="T93" fmla="*/ 3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58526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7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8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29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0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1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2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4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5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6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7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8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39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0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1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2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3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4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5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6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7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8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49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0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1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2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3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5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6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7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8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  <p:sp>
                <p:nvSpPr>
                  <p:cNvPr id="58559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-128"/>
                      </a:defRPr>
                    </a:lvl9pPr>
                  </a:lstStyle>
                  <a:p>
                    <a:pPr eaLnBrk="1" hangingPunct="1"/>
                    <a:endParaRPr lang="en-US" altLang="pt-BR"/>
                  </a:p>
                </p:txBody>
              </p:sp>
            </p:grpSp>
          </p:grpSp>
          <p:sp>
            <p:nvSpPr>
              <p:cNvPr id="58451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58376" name="Group 209"/>
          <p:cNvGrpSpPr>
            <a:grpSpLocks/>
          </p:cNvGrpSpPr>
          <p:nvPr/>
        </p:nvGrpSpPr>
        <p:grpSpPr bwMode="auto">
          <a:xfrm>
            <a:off x="1960563" y="4570413"/>
            <a:ext cx="6015037" cy="1836737"/>
            <a:chOff x="1235" y="2879"/>
            <a:chExt cx="3789" cy="1157"/>
          </a:xfrm>
        </p:grpSpPr>
        <p:sp useBgFill="1">
          <p:nvSpPr>
            <p:cNvPr id="58439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58440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1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2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3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4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5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46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grpSp>
        <p:nvGrpSpPr>
          <p:cNvPr id="58377" name="Group 218"/>
          <p:cNvGrpSpPr>
            <a:grpSpLocks/>
          </p:cNvGrpSpPr>
          <p:nvPr/>
        </p:nvGrpSpPr>
        <p:grpSpPr bwMode="auto">
          <a:xfrm>
            <a:off x="1884363" y="1090613"/>
            <a:ext cx="5924550" cy="1914525"/>
            <a:chOff x="1187" y="687"/>
            <a:chExt cx="3732" cy="1206"/>
          </a:xfrm>
        </p:grpSpPr>
        <p:sp useBgFill="1">
          <p:nvSpPr>
            <p:cNvPr id="58431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58432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3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4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5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6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7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58438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</p:grpSp>
      <p:sp>
        <p:nvSpPr>
          <p:cNvPr id="58378" name="AutoShape 227"/>
          <p:cNvSpPr>
            <a:spLocks noChangeArrowheads="1"/>
          </p:cNvSpPr>
          <p:nvPr/>
        </p:nvSpPr>
        <p:spPr bwMode="auto">
          <a:xfrm>
            <a:off x="381000" y="3260725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  <p:grpSp>
        <p:nvGrpSpPr>
          <p:cNvPr id="58379" name="Group 228"/>
          <p:cNvGrpSpPr>
            <a:grpSpLocks/>
          </p:cNvGrpSpPr>
          <p:nvPr/>
        </p:nvGrpSpPr>
        <p:grpSpPr bwMode="auto">
          <a:xfrm rot="-2261450">
            <a:off x="4375150" y="4141788"/>
            <a:ext cx="3089275" cy="4325937"/>
            <a:chOff x="2181" y="1183"/>
            <a:chExt cx="1419" cy="1966"/>
          </a:xfrm>
        </p:grpSpPr>
        <p:grpSp>
          <p:nvGrpSpPr>
            <p:cNvPr id="58380" name="Group 229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58417" name="Group 230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58423" name="Group 231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58429" name="Freeform 232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30" name="Freeform 233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58424" name="Group 234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58425" name="Freeform 235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6" name="Freeform 236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7" name="Freeform 237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28" name="Freeform 238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58418" name="Oval 239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  <p:grpSp>
            <p:nvGrpSpPr>
              <p:cNvPr id="58419" name="Group 240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58420" name="Oval 241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1" name="Oval 242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  <p:sp>
              <p:nvSpPr>
                <p:cNvPr id="58422" name="Oval 243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en-US" altLang="pt-BR"/>
                </a:p>
              </p:txBody>
            </p:sp>
          </p:grpSp>
        </p:grpSp>
        <p:grpSp>
          <p:nvGrpSpPr>
            <p:cNvPr id="58381" name="Group 244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58382" name="Freeform 245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3" name="Arc 246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4" name="Arc 247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5" name="Freeform 248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6" name="Arc 249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87" name="Arc 250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58388" name="Group 251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58412" name="Group 252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58414" name="Arc 253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5" name="Arc 254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6" name="Arc 255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13" name="Arc 256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89" name="Group 257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58407" name="Group 258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58409" name="Arc 259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0" name="Arc 260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11" name="Arc 261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408" name="Arc 262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0" name="Group 263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58405" name="Arc 264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6" name="Arc 265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1" name="Group 266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58403" name="Arc 267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4" name="Arc 268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2" name="Group 269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58401" name="Line 270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402" name="Line 271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58393" name="Group 272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58396" name="Group 273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58399" name="Arc 274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58400" name="Arc 275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397" name="Arc 276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8398" name="Arc 277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58394" name="Freeform 278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395" name="Oval 279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pt-BR"/>
              </a:p>
            </p:txBody>
          </p:sp>
        </p:grpSp>
      </p:grpSp>
    </p:spTree>
  </p:cSld>
  <p:clrMapOvr>
    <a:masterClrMapping/>
  </p:clrMapOvr>
  <p:transition>
    <p:check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2084388"/>
            <a:ext cx="6996113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CaixaDeTexto 2"/>
          <p:cNvSpPr txBox="1">
            <a:spLocks noChangeArrowheads="1"/>
          </p:cNvSpPr>
          <p:nvPr/>
        </p:nvSpPr>
        <p:spPr bwMode="auto">
          <a:xfrm>
            <a:off x="596900" y="1143000"/>
            <a:ext cx="830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Planejamento de produtos (Criação de mapa tecnológico)  </a:t>
            </a:r>
          </a:p>
        </p:txBody>
      </p:sp>
      <p:sp>
        <p:nvSpPr>
          <p:cNvPr id="60419" name="CaixaDeTexto 3"/>
          <p:cNvSpPr txBox="1">
            <a:spLocks noChangeArrowheads="1"/>
          </p:cNvSpPr>
          <p:nvPr/>
        </p:nvSpPr>
        <p:spPr bwMode="auto">
          <a:xfrm>
            <a:off x="1689100" y="5321300"/>
            <a:ext cx="5702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Fonte: Phaal et al (2004)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87350"/>
            <a:ext cx="7215708" cy="634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56" y="526589"/>
            <a:ext cx="8234292" cy="5926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901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424936" cy="5833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474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5" y="332656"/>
            <a:ext cx="908744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842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2788"/>
            <a:ext cx="899160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CaixaDeTexto 2"/>
          <p:cNvSpPr txBox="1">
            <a:spLocks noChangeArrowheads="1"/>
          </p:cNvSpPr>
          <p:nvPr/>
        </p:nvSpPr>
        <p:spPr bwMode="auto">
          <a:xfrm>
            <a:off x="1854200" y="1270000"/>
            <a:ext cx="562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Exemplo de mapeamento tecnológico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451209" cy="617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9969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8F68A0-6746-470B-9802-44DAB36CA5F0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0616edac-8b85-431d-b1bb-a5cc9cdccc91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7A3C69A-E1A4-431D-9D04-B154A0FED2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B4FC0A-BCFF-4D42-966E-FB465C00C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552</TotalTime>
  <Words>1647</Words>
  <Application>Microsoft Office PowerPoint</Application>
  <PresentationFormat>Apresentação na tela (4:3)</PresentationFormat>
  <Paragraphs>164</Paragraphs>
  <Slides>40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1" baseType="lpstr">
      <vt:lpstr>Urbano</vt:lpstr>
      <vt:lpstr>Universidade de Brasília Departamento de Engenharia de Produção Disciplina: Engenharia de Produto    </vt:lpstr>
      <vt:lpstr>Planejamento do produto</vt:lpstr>
      <vt:lpstr>Apresentação do PowerPoint</vt:lpstr>
      <vt:lpstr>De modo geral existem diversas abordagens para este tema</vt:lpstr>
      <vt:lpstr>A ênfase dada ao processo de planejamento de produtos – considerando processos, métodos e ferramentas para orientar e apoiar a identificação e a seleção de idéias de produtos inovadores </vt:lpstr>
      <vt:lpstr>Apresentação do PowerPoint</vt:lpstr>
      <vt:lpstr>4. Metodologias gerais de APOIO ao planejamento de produtos</vt:lpstr>
      <vt:lpstr>4.1 Gestão do conhecimento</vt:lpstr>
      <vt:lpstr>4.1 Gestão do conhecimento </vt:lpstr>
      <vt:lpstr>4.2 Inteligência competitiva</vt:lpstr>
      <vt:lpstr>4.2 Inteligência competitiva</vt:lpstr>
      <vt:lpstr>4.3 Gestão da Inovação de produtos</vt:lpstr>
      <vt:lpstr>4.3 Gestão da Inovação de produtos</vt:lpstr>
      <vt:lpstr>4.3 Gestão da Inovação de produtos</vt:lpstr>
      <vt:lpstr>4.3 Gerenciamento de inovação</vt:lpstr>
      <vt:lpstr>3. Processo de planejamento do produto</vt:lpstr>
      <vt:lpstr>Modelo genérico de planejamento de produto (Adaptado de Sidén, Lindstrom e Paul, 2000)</vt:lpstr>
      <vt:lpstr>Modelo genérico de planejamento de produto (Adaptado de Sidén, Lindstrom e Paul, 2000)</vt:lpstr>
      <vt:lpstr>Modelo genérico de planejamento de produto (Adaptado de Sidén, Lindstrom e Paul, 2000)</vt:lpstr>
      <vt:lpstr>Modelo genérico de planejamento de produto (Adaptado de Sidén, Lindstrom e Paul, 2000)</vt:lpstr>
      <vt:lpstr>3. Processo de planejamento do produto</vt:lpstr>
      <vt:lpstr>Apresentação do PowerPoint</vt:lpstr>
      <vt:lpstr>5. Métodos e Ferramentas de apoio ao planejamento de produtos</vt:lpstr>
      <vt:lpstr>Elementos da Estratégia de Produto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5.2 – Métodos e ferramentas de apoio a gestão da tecnologia de produtos. </vt:lpstr>
      <vt:lpstr>Elementos da Estratégia de Produto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</dc:title>
  <dc:creator>Rafael Ernesto Kieckbusch</dc:creator>
  <cp:lastModifiedBy>Andrea Cristina dos Santos</cp:lastModifiedBy>
  <cp:revision>69</cp:revision>
  <dcterms:created xsi:type="dcterms:W3CDTF">2014-08-31T21:03:40Z</dcterms:created>
  <dcterms:modified xsi:type="dcterms:W3CDTF">2024-11-11T16:14:59Z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
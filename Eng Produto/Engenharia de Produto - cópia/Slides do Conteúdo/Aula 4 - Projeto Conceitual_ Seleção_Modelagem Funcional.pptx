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833" r:id="rId2"/>
    <p:sldId id="835" r:id="rId3"/>
    <p:sldId id="840" r:id="rId4"/>
    <p:sldId id="839" r:id="rId5"/>
    <p:sldId id="807" r:id="rId6"/>
    <p:sldId id="842" r:id="rId7"/>
    <p:sldId id="843" r:id="rId8"/>
    <p:sldId id="844" r:id="rId9"/>
    <p:sldId id="811" r:id="rId10"/>
    <p:sldId id="814" r:id="rId11"/>
    <p:sldId id="815" r:id="rId12"/>
    <p:sldId id="817" r:id="rId13"/>
    <p:sldId id="818" r:id="rId14"/>
    <p:sldId id="845" r:id="rId15"/>
    <p:sldId id="857" r:id="rId16"/>
    <p:sldId id="846" r:id="rId17"/>
    <p:sldId id="825" r:id="rId18"/>
    <p:sldId id="826" r:id="rId19"/>
    <p:sldId id="851" r:id="rId20"/>
    <p:sldId id="847" r:id="rId21"/>
    <p:sldId id="848" r:id="rId22"/>
    <p:sldId id="855" r:id="rId23"/>
    <p:sldId id="856" r:id="rId24"/>
    <p:sldId id="849" r:id="rId25"/>
    <p:sldId id="853" r:id="rId26"/>
    <p:sldId id="854" r:id="rId27"/>
    <p:sldId id="852" r:id="rId28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7"/>
    <p:restoredTop sz="86691"/>
  </p:normalViewPr>
  <p:slideViewPr>
    <p:cSldViewPr snapToGrid="0">
      <p:cViewPr varScale="1">
        <p:scale>
          <a:sx n="104" d="100"/>
          <a:sy n="104" d="100"/>
        </p:scale>
        <p:origin x="2512" y="192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726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9BF4875-80E5-FA4F-B216-9A95C64D1A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7654E0-1398-4243-8D10-E54E97EB7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A1D3DB1-5960-9D41-9422-FB3200436194}" type="datetimeFigureOut">
              <a:rPr lang="pt-BR" altLang="pt-BR"/>
              <a:pPr>
                <a:defRPr/>
              </a:pPr>
              <a:t>14/06/2023</a:t>
            </a:fld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FB0377-5F42-764B-8082-6F38F29B72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D64D97-F725-B946-BC7C-A9443C1CF7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/>
            </a:lvl1pPr>
          </a:lstStyle>
          <a:p>
            <a:fld id="{CA90EAF3-BD61-8449-B93E-C578E566F31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76FDD80-397D-A445-AECE-39E4012182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4AD08E4-3F29-1E41-8D34-02E0E656541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F8A4B85-0525-A745-5EC5-E07206594F4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DBF49466-8CC1-6841-83E3-756226A371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0F33B89D-4184-1D42-8F1B-15570A3C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AADD3B75-753C-904C-8E4E-D62FF4034F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714B6B5F-9835-8148-BB60-8FC44C1C4243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5DF0E1A6-B078-A9D2-16AA-EDE65C798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EC4876-72B9-4142-B1DF-1ABC07B27E94}" type="slidenum">
              <a:rPr lang="pt-BR" altLang="pt-BR" sz="1300"/>
              <a:pPr/>
              <a:t>20</a:t>
            </a:fld>
            <a:endParaRPr lang="pt-BR" altLang="pt-BR" sz="13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B5EEB44-673C-5A06-7FC6-3874CAD307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F7E4888-3B34-9D79-1756-3CE1AF0F8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AA466B9E-51B2-BEA1-86CA-2A1B21C148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5B5211-8CBC-9449-908E-D27798AB3982}" type="slidenum">
              <a:rPr lang="pt-BR" altLang="pt-BR" sz="1300"/>
              <a:pPr/>
              <a:t>21</a:t>
            </a:fld>
            <a:endParaRPr lang="pt-BR" altLang="pt-BR" sz="13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EC17BED0-C166-B3CD-458A-F680BDEEB3F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F733C44-3461-1B32-FE58-D645B4EA6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2E8C37AD-E017-46EA-0D89-77376AD27F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57496F-07B1-7D42-AC96-9BFB6791B1AD}" type="slidenum">
              <a:rPr lang="pt-BR" altLang="pt-BR" sz="1300"/>
              <a:pPr/>
              <a:t>24</a:t>
            </a:fld>
            <a:endParaRPr lang="pt-BR" altLang="pt-BR" sz="13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5B3E75A-2428-7392-89EE-39301914C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BCFFE69-AC70-C98B-4A6F-142AB07BC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03DC889-FC67-08D5-ADB9-7973FDA761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5E62ED1-CB28-FB40-B5AE-28D85A474146}" type="slidenum">
              <a:rPr lang="pt-BR" altLang="pt-BR" sz="1300"/>
              <a:pPr>
                <a:spcBef>
                  <a:spcPct val="0"/>
                </a:spcBef>
              </a:pPr>
              <a:t>25</a:t>
            </a:fld>
            <a:endParaRPr lang="pt-BR" altLang="pt-BR" sz="13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826905E-3D1E-6B33-D30E-001806F06F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14023C5-8A6F-6D1B-3F79-71A3736AB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176A7B45-0FD9-B99F-02AC-09C1501A7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D71306-F969-274E-93DE-90E9EC0FEB2B}" type="slidenum">
              <a:rPr lang="pt-BR" altLang="pt-BR" sz="1300"/>
              <a:pPr>
                <a:spcBef>
                  <a:spcPct val="0"/>
                </a:spcBef>
              </a:pPr>
              <a:t>26</a:t>
            </a:fld>
            <a:endParaRPr lang="pt-BR" altLang="pt-BR" sz="13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0719E348-7075-C445-8245-3C0B700F983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5581161-09AA-6EEE-9B96-A88C73823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1AF223-DDA4-B59E-45D5-19E198523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593288-0B0B-EF1D-8146-19068C4B49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A7F65B-9911-B6F1-5F20-2F786F5CB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3925-E377-1642-B83D-AB79A218E21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2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89062C-454D-8DFE-1562-0F026D9943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56E0EB-B163-91A4-0B6C-6E41302AE8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CEEF83-0321-D86D-6ED7-922250AC97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CC1885-B7F7-1C43-A45B-B1B123E9872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2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A7957-68D9-3132-D441-EBAC2E4B5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7C97A6-643D-F091-7022-4E945DEC03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F53B35-0228-6E29-7942-7268F7B2EE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6E8D8F-C1C2-A849-80B8-6514B59D42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542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4928B-C209-C3DD-0702-B8C6A1CEBA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26D090-E4FB-CFD0-51BA-8B6BE0500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E0D7A-609B-5644-00F8-F3EAF38462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5A841-D669-874E-8894-9EDDABE4E80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166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A81494-1D3E-B710-1918-8063B49A8F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D593CD-706E-8F17-E67E-8A73CCCC50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C2A896-FF05-75CF-677E-CC36DA2C10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DBFB85-1A7C-634D-BDEF-6BD7AFDCF0A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1692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6F6E4BB-E6D9-4979-B9B6-4D6FC82B10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AF663D-C30B-09F5-8935-F50C2A5FA5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7754A9-F9A3-F41D-F9D4-51B729485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8F6CB-814D-874C-AFCA-548B826E288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0880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AF3A9DC-1B5A-6F1D-0178-B2C3131EE8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5A8AC2F-7E89-1D3E-095F-828C4C7D0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B7F2F0-EAD8-1458-6363-E70433F120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1F415-8AC3-B24F-8240-37C67A93404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0953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EFE0E2-4260-77BE-F1CC-0AC83780F8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544FE-0523-1A26-EF26-C937448F87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71107-03BC-A1B0-EDA8-D2DE7DBF90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4A7FCE-3BC7-9D45-82C0-CE7D2E50E4B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07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E841B-A0CC-5A73-D406-51CFA44389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7F08C-AC69-4595-BED3-25FCB8B1B3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BFF74-EE35-826F-25D4-13712CF4A8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63D805-B300-574A-A7E9-5D1FE808B95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6438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DAEF02-B685-D780-0770-B5397540B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8CA7B-EB75-480E-424A-E43D6E9EC9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4E2B8B-EEDA-7947-2836-2B446DDABF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B68651-4BFD-A54F-AE40-4C0513DEE93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68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EEE48F-82E8-6C8E-C471-47301123E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BC2065-6228-866D-2BF0-CBF7CE2CF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8F0A76-B71F-09EF-74CA-DCC21130A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FB79B9-190F-6945-A70D-D48F895D728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16756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DA67B-DA50-FBFD-0BEB-8B0B8B25AD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34B86-E719-DA7F-EFB6-699844BDC1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89338-4FD1-898B-0A29-4DEAD0AC0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67E3D2-C902-7049-9AC8-3B6C3815348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0754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7D74D0-8B3C-3BB3-444A-EDD8AF778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A9F9A2-A7F4-FC47-8725-98B1AEC44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29A8942-B7A3-7B4F-B752-AC357380E06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F44C25-67C6-FD45-BF92-E9FDFA187C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C80E2E-D615-384E-9B6B-A42CB37C07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C3EAE5F-4F87-4C44-871D-05710745521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C01ED73C-1343-C246-88A3-6632CF06BA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83989EBC-B22F-9FBA-CF2A-7044F02AB1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jpeg"/><Relationship Id="rId18" Type="http://schemas.openxmlformats.org/officeDocument/2006/relationships/image" Target="../media/image26.jpeg"/><Relationship Id="rId26" Type="http://schemas.openxmlformats.org/officeDocument/2006/relationships/image" Target="../media/image34.jpeg"/><Relationship Id="rId39" Type="http://schemas.openxmlformats.org/officeDocument/2006/relationships/image" Target="../media/image47.jpeg"/><Relationship Id="rId21" Type="http://schemas.openxmlformats.org/officeDocument/2006/relationships/image" Target="../media/image29.jpeg"/><Relationship Id="rId34" Type="http://schemas.openxmlformats.org/officeDocument/2006/relationships/image" Target="../media/image42.jpeg"/><Relationship Id="rId42" Type="http://schemas.openxmlformats.org/officeDocument/2006/relationships/image" Target="../media/image50.jpeg"/><Relationship Id="rId47" Type="http://schemas.openxmlformats.org/officeDocument/2006/relationships/image" Target="../media/image55.jpeg"/><Relationship Id="rId50" Type="http://schemas.openxmlformats.org/officeDocument/2006/relationships/image" Target="../media/image58.jpeg"/><Relationship Id="rId55" Type="http://schemas.openxmlformats.org/officeDocument/2006/relationships/image" Target="../media/image63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jpeg"/><Relationship Id="rId29" Type="http://schemas.openxmlformats.org/officeDocument/2006/relationships/image" Target="../media/image37.jpeg"/><Relationship Id="rId11" Type="http://schemas.openxmlformats.org/officeDocument/2006/relationships/image" Target="../media/image19.jpeg"/><Relationship Id="rId24" Type="http://schemas.openxmlformats.org/officeDocument/2006/relationships/image" Target="../media/image32.jpeg"/><Relationship Id="rId32" Type="http://schemas.openxmlformats.org/officeDocument/2006/relationships/image" Target="../media/image40.jpeg"/><Relationship Id="rId37" Type="http://schemas.openxmlformats.org/officeDocument/2006/relationships/image" Target="../media/image45.jpeg"/><Relationship Id="rId40" Type="http://schemas.openxmlformats.org/officeDocument/2006/relationships/image" Target="../media/image48.jpeg"/><Relationship Id="rId45" Type="http://schemas.openxmlformats.org/officeDocument/2006/relationships/image" Target="../media/image53.jpeg"/><Relationship Id="rId53" Type="http://schemas.openxmlformats.org/officeDocument/2006/relationships/image" Target="../media/image61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19" Type="http://schemas.openxmlformats.org/officeDocument/2006/relationships/image" Target="../media/image27.jpeg"/><Relationship Id="rId31" Type="http://schemas.openxmlformats.org/officeDocument/2006/relationships/image" Target="../media/image39.jpeg"/><Relationship Id="rId44" Type="http://schemas.openxmlformats.org/officeDocument/2006/relationships/image" Target="../media/image52.jpeg"/><Relationship Id="rId52" Type="http://schemas.openxmlformats.org/officeDocument/2006/relationships/image" Target="../media/image60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Relationship Id="rId22" Type="http://schemas.openxmlformats.org/officeDocument/2006/relationships/image" Target="../media/image30.jpeg"/><Relationship Id="rId27" Type="http://schemas.openxmlformats.org/officeDocument/2006/relationships/image" Target="../media/image35.jpeg"/><Relationship Id="rId30" Type="http://schemas.openxmlformats.org/officeDocument/2006/relationships/image" Target="../media/image38.jpeg"/><Relationship Id="rId35" Type="http://schemas.openxmlformats.org/officeDocument/2006/relationships/image" Target="../media/image43.jpeg"/><Relationship Id="rId43" Type="http://schemas.openxmlformats.org/officeDocument/2006/relationships/image" Target="../media/image51.jpeg"/><Relationship Id="rId48" Type="http://schemas.openxmlformats.org/officeDocument/2006/relationships/image" Target="../media/image56.jpeg"/><Relationship Id="rId56" Type="http://schemas.openxmlformats.org/officeDocument/2006/relationships/image" Target="../media/image64.jpeg"/><Relationship Id="rId8" Type="http://schemas.openxmlformats.org/officeDocument/2006/relationships/image" Target="../media/image16.jpeg"/><Relationship Id="rId51" Type="http://schemas.openxmlformats.org/officeDocument/2006/relationships/image" Target="../media/image59.jpeg"/><Relationship Id="rId3" Type="http://schemas.openxmlformats.org/officeDocument/2006/relationships/image" Target="../media/image11.jpeg"/><Relationship Id="rId12" Type="http://schemas.openxmlformats.org/officeDocument/2006/relationships/image" Target="../media/image20.jpeg"/><Relationship Id="rId17" Type="http://schemas.openxmlformats.org/officeDocument/2006/relationships/image" Target="../media/image25.jpeg"/><Relationship Id="rId25" Type="http://schemas.openxmlformats.org/officeDocument/2006/relationships/image" Target="../media/image33.jpeg"/><Relationship Id="rId33" Type="http://schemas.openxmlformats.org/officeDocument/2006/relationships/image" Target="../media/image41.jpeg"/><Relationship Id="rId38" Type="http://schemas.openxmlformats.org/officeDocument/2006/relationships/image" Target="../media/image46.jpeg"/><Relationship Id="rId46" Type="http://schemas.openxmlformats.org/officeDocument/2006/relationships/image" Target="../media/image54.jpeg"/><Relationship Id="rId20" Type="http://schemas.openxmlformats.org/officeDocument/2006/relationships/image" Target="../media/image28.jpeg"/><Relationship Id="rId41" Type="http://schemas.openxmlformats.org/officeDocument/2006/relationships/image" Target="../media/image49.jpeg"/><Relationship Id="rId54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5" Type="http://schemas.openxmlformats.org/officeDocument/2006/relationships/image" Target="../media/image23.jpeg"/><Relationship Id="rId23" Type="http://schemas.openxmlformats.org/officeDocument/2006/relationships/image" Target="../media/image31.jpeg"/><Relationship Id="rId28" Type="http://schemas.openxmlformats.org/officeDocument/2006/relationships/image" Target="../media/image36.jpeg"/><Relationship Id="rId36" Type="http://schemas.openxmlformats.org/officeDocument/2006/relationships/image" Target="../media/image44.jpeg"/><Relationship Id="rId49" Type="http://schemas.openxmlformats.org/officeDocument/2006/relationships/image" Target="../media/image5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36.jpeg"/><Relationship Id="rId18" Type="http://schemas.openxmlformats.org/officeDocument/2006/relationships/image" Target="../media/image58.jpeg"/><Relationship Id="rId3" Type="http://schemas.openxmlformats.org/officeDocument/2006/relationships/image" Target="../media/image25.jpeg"/><Relationship Id="rId21" Type="http://schemas.openxmlformats.org/officeDocument/2006/relationships/image" Target="../media/image61.jpeg"/><Relationship Id="rId7" Type="http://schemas.openxmlformats.org/officeDocument/2006/relationships/image" Target="../media/image18.jpeg"/><Relationship Id="rId12" Type="http://schemas.openxmlformats.org/officeDocument/2006/relationships/image" Target="../media/image28.jpeg"/><Relationship Id="rId17" Type="http://schemas.openxmlformats.org/officeDocument/2006/relationships/image" Target="../media/image5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0.jpeg"/><Relationship Id="rId20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7.jpeg"/><Relationship Id="rId5" Type="http://schemas.openxmlformats.org/officeDocument/2006/relationships/image" Target="../media/image11.jpeg"/><Relationship Id="rId15" Type="http://schemas.openxmlformats.org/officeDocument/2006/relationships/image" Target="../media/image46.jpeg"/><Relationship Id="rId23" Type="http://schemas.openxmlformats.org/officeDocument/2006/relationships/image" Target="../media/image63.jpeg"/><Relationship Id="rId10" Type="http://schemas.openxmlformats.org/officeDocument/2006/relationships/image" Target="../media/image22.jpeg"/><Relationship Id="rId19" Type="http://schemas.openxmlformats.org/officeDocument/2006/relationships/image" Target="../media/image59.jpeg"/><Relationship Id="rId4" Type="http://schemas.openxmlformats.org/officeDocument/2006/relationships/image" Target="../media/image51.jpeg"/><Relationship Id="rId9" Type="http://schemas.openxmlformats.org/officeDocument/2006/relationships/image" Target="../media/image20.jpeg"/><Relationship Id="rId14" Type="http://schemas.openxmlformats.org/officeDocument/2006/relationships/image" Target="../media/image37.jpeg"/><Relationship Id="rId22" Type="http://schemas.openxmlformats.org/officeDocument/2006/relationships/image" Target="../media/image6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D92E1609-70E9-45A1-566E-72932B46F5F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700213"/>
            <a:ext cx="8624888" cy="1470025"/>
          </a:xfrm>
        </p:spPr>
        <p:txBody>
          <a:bodyPr/>
          <a:lstStyle/>
          <a:p>
            <a:r>
              <a:rPr lang="pt-BR" altLang="pt-BR" sz="320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  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endParaRPr lang="pt-BR" altLang="pt-BR" sz="320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71CF6C67-BF04-89B4-B081-B2D36E2670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068638"/>
            <a:ext cx="8421688" cy="1752600"/>
          </a:xfrm>
        </p:spPr>
        <p:txBody>
          <a:bodyPr/>
          <a:lstStyle/>
          <a:p>
            <a:r>
              <a:rPr lang="pt-BR" altLang="pt-BR">
                <a:ea typeface="ＭＳ Ｐゴシック" panose="020B0600070205080204" pitchFamily="34" charset="-128"/>
              </a:rPr>
              <a:t>Aula   – Projeto Conceitual: </a:t>
            </a:r>
          </a:p>
          <a:p>
            <a:r>
              <a:rPr lang="pt-BR" altLang="pt-BR">
                <a:ea typeface="ＭＳ Ｐゴシック" panose="020B0600070205080204" pitchFamily="34" charset="-128"/>
              </a:rPr>
              <a:t>Alternativas de Estrutura Funcional </a:t>
            </a:r>
          </a:p>
          <a:p>
            <a:r>
              <a:rPr lang="pt-BR" altLang="pt-BR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73FFEC26-B508-1B17-2AB3-BCC8A6057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72025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Fonte: Capítulo 7  -Rozenfeld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Capítulo 7 – Baxter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F49495B-800A-3063-1FEC-97AA31F41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0"/>
            <a:ext cx="7388225" cy="706438"/>
          </a:xfrm>
        </p:spPr>
        <p:txBody>
          <a:bodyPr/>
          <a:lstStyle/>
          <a:p>
            <a:r>
              <a:rPr lang="en-US" altLang="pt-BR" b="1">
                <a:ea typeface="ＭＳ Ｐゴシック" panose="020B0600070205080204" pitchFamily="34" charset="-128"/>
              </a:rPr>
              <a:t>PROJETO CONCEITUAL</a:t>
            </a:r>
          </a:p>
        </p:txBody>
      </p:sp>
      <p:pic>
        <p:nvPicPr>
          <p:cNvPr id="17410" name="Content Placeholder 3">
            <a:extLst>
              <a:ext uri="{FF2B5EF4-FFF2-40B4-BE49-F238E27FC236}">
                <a16:creationId xmlns:a16="http://schemas.microsoft.com/office/drawing/2014/main" id="{F760C845-4A7B-DF78-8A12-4C01BB3F66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" b="266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>
            <a:extLst>
              <a:ext uri="{FF2B5EF4-FFF2-40B4-BE49-F238E27FC236}">
                <a16:creationId xmlns:a16="http://schemas.microsoft.com/office/drawing/2014/main" id="{16D3398D-204A-1D35-D718-61B4BC981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8"/>
            <a:ext cx="9144000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TextBox 2">
            <a:extLst>
              <a:ext uri="{FF2B5EF4-FFF2-40B4-BE49-F238E27FC236}">
                <a16:creationId xmlns:a16="http://schemas.microsoft.com/office/drawing/2014/main" id="{0F331E7B-59FB-8781-6A3A-65E225B24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54000"/>
            <a:ext cx="73882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b="1"/>
              <a:t>MÉTODOS DE CRIATIVIDADE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32">
            <a:extLst>
              <a:ext uri="{FF2B5EF4-FFF2-40B4-BE49-F238E27FC236}">
                <a16:creationId xmlns:a16="http://schemas.microsoft.com/office/drawing/2014/main" id="{FAF8E0ED-B281-EC63-0049-01A43E90D43B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1277938"/>
            <a:ext cx="7494587" cy="5059362"/>
            <a:chOff x="663" y="851"/>
            <a:chExt cx="4483" cy="2976"/>
          </a:xfrm>
        </p:grpSpPr>
        <p:sp>
          <p:nvSpPr>
            <p:cNvPr id="19459" name="Rectangle 4">
              <a:extLst>
                <a:ext uri="{FF2B5EF4-FFF2-40B4-BE49-F238E27FC236}">
                  <a16:creationId xmlns:a16="http://schemas.microsoft.com/office/drawing/2014/main" id="{9BDBBDE5-D835-90EA-012B-3E41B1726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1274"/>
              <a:ext cx="2736" cy="216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9460" name="Line 6">
              <a:extLst>
                <a:ext uri="{FF2B5EF4-FFF2-40B4-BE49-F238E27FC236}">
                  <a16:creationId xmlns:a16="http://schemas.microsoft.com/office/drawing/2014/main" id="{161811D3-7A8B-34C4-2032-D03F75001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851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1" name="Text Box 7">
              <a:extLst>
                <a:ext uri="{FF2B5EF4-FFF2-40B4-BE49-F238E27FC236}">
                  <a16:creationId xmlns:a16="http://schemas.microsoft.com/office/drawing/2014/main" id="{2F74362E-F980-79EE-B972-E0506EA42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909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19462" name="Text Box 8">
              <a:extLst>
                <a:ext uri="{FF2B5EF4-FFF2-40B4-BE49-F238E27FC236}">
                  <a16:creationId xmlns:a16="http://schemas.microsoft.com/office/drawing/2014/main" id="{0D445FAA-E56F-D2F1-DCD6-8CD3E2A50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546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  <p:sp>
          <p:nvSpPr>
            <p:cNvPr id="19463" name="Line 10">
              <a:extLst>
                <a:ext uri="{FF2B5EF4-FFF2-40B4-BE49-F238E27FC236}">
                  <a16:creationId xmlns:a16="http://schemas.microsoft.com/office/drawing/2014/main" id="{CF2B8DA6-2F7C-889C-C9C7-C8BA10F6A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60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4" name="Text Box 11">
              <a:extLst>
                <a:ext uri="{FF2B5EF4-FFF2-40B4-BE49-F238E27FC236}">
                  <a16:creationId xmlns:a16="http://schemas.microsoft.com/office/drawing/2014/main" id="{6B7D6AF9-B2C6-4536-C77A-90E28EF5A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2004"/>
              <a:ext cx="71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19465" name="Text Box 12">
              <a:extLst>
                <a:ext uri="{FF2B5EF4-FFF2-40B4-BE49-F238E27FC236}">
                  <a16:creationId xmlns:a16="http://schemas.microsoft.com/office/drawing/2014/main" id="{243C7733-6273-594C-4B69-3CE9F7C50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020"/>
              <a:ext cx="79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  <p:sp>
          <p:nvSpPr>
            <p:cNvPr id="19466" name="Text Box 13">
              <a:extLst>
                <a:ext uri="{FF2B5EF4-FFF2-40B4-BE49-F238E27FC236}">
                  <a16:creationId xmlns:a16="http://schemas.microsoft.com/office/drawing/2014/main" id="{C3E6F7B4-59E8-BD61-ABC5-4599BADB8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890"/>
              <a:ext cx="102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FontTx/>
                <a:buNone/>
              </a:pPr>
              <a:r>
                <a:rPr lang="pt-BR" altLang="pt-BR" sz="2000" b="1"/>
                <a:t>Projeto Conceitual</a:t>
              </a:r>
            </a:p>
          </p:txBody>
        </p:sp>
        <p:sp>
          <p:nvSpPr>
            <p:cNvPr id="19467" name="AutoShape 15">
              <a:extLst>
                <a:ext uri="{FF2B5EF4-FFF2-40B4-BE49-F238E27FC236}">
                  <a16:creationId xmlns:a16="http://schemas.microsoft.com/office/drawing/2014/main" id="{3CB7BD0E-8861-C8FB-3091-4847A1AD13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14" y="2131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9468" name="Text Box 16">
              <a:extLst>
                <a:ext uri="{FF2B5EF4-FFF2-40B4-BE49-F238E27FC236}">
                  <a16:creationId xmlns:a16="http://schemas.microsoft.com/office/drawing/2014/main" id="{5D01796B-B18D-D3CD-E0ED-75F2A8777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682" y="2205"/>
              <a:ext cx="86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  <p:sp>
          <p:nvSpPr>
            <p:cNvPr id="19469" name="Text Box 17">
              <a:extLst>
                <a:ext uri="{FF2B5EF4-FFF2-40B4-BE49-F238E27FC236}">
                  <a16:creationId xmlns:a16="http://schemas.microsoft.com/office/drawing/2014/main" id="{B5BDF93A-3416-C48E-FF11-62A518FAA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568"/>
              <a:ext cx="85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Problema</a:t>
              </a:r>
            </a:p>
          </p:txBody>
        </p:sp>
        <p:sp>
          <p:nvSpPr>
            <p:cNvPr id="19470" name="Text Box 18">
              <a:extLst>
                <a:ext uri="{FF2B5EF4-FFF2-40B4-BE49-F238E27FC236}">
                  <a16:creationId xmlns:a16="http://schemas.microsoft.com/office/drawing/2014/main" id="{C2D5D296-798E-8BFD-82BC-371A83F32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6" y="2861"/>
              <a:ext cx="98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Sub-Problemas</a:t>
              </a:r>
            </a:p>
          </p:txBody>
        </p:sp>
        <p:sp>
          <p:nvSpPr>
            <p:cNvPr id="19471" name="Text Box 19">
              <a:extLst>
                <a:ext uri="{FF2B5EF4-FFF2-40B4-BE49-F238E27FC236}">
                  <a16:creationId xmlns:a16="http://schemas.microsoft.com/office/drawing/2014/main" id="{657E0FB4-6BB5-709E-7E0F-717F90F27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8" y="3281"/>
              <a:ext cx="1206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dos problemas)</a:t>
              </a:r>
            </a:p>
          </p:txBody>
        </p:sp>
        <p:sp>
          <p:nvSpPr>
            <p:cNvPr id="19472" name="Text Box 20">
              <a:extLst>
                <a:ext uri="{FF2B5EF4-FFF2-40B4-BE49-F238E27FC236}">
                  <a16:creationId xmlns:a16="http://schemas.microsoft.com/office/drawing/2014/main" id="{376450C8-AE71-59CD-FDC3-F7E7B6372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257"/>
              <a:ext cx="112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das soluções)</a:t>
              </a:r>
            </a:p>
          </p:txBody>
        </p:sp>
        <p:sp>
          <p:nvSpPr>
            <p:cNvPr id="19473" name="AutoShape 21">
              <a:extLst>
                <a:ext uri="{FF2B5EF4-FFF2-40B4-BE49-F238E27FC236}">
                  <a16:creationId xmlns:a16="http://schemas.microsoft.com/office/drawing/2014/main" id="{A8B4D802-2F8E-1137-1E12-590E5A2DD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4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9474" name="AutoShape 23">
              <a:extLst>
                <a:ext uri="{FF2B5EF4-FFF2-40B4-BE49-F238E27FC236}">
                  <a16:creationId xmlns:a16="http://schemas.microsoft.com/office/drawing/2014/main" id="{E7A13FEF-12F9-4559-DCF1-1E4F4349A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838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9475" name="Text Box 24">
              <a:extLst>
                <a:ext uri="{FF2B5EF4-FFF2-40B4-BE49-F238E27FC236}">
                  <a16:creationId xmlns:a16="http://schemas.microsoft.com/office/drawing/2014/main" id="{F3DE705D-6705-5FBE-B106-1CF4C7AFB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948"/>
              <a:ext cx="61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  <p:sp>
          <p:nvSpPr>
            <p:cNvPr id="19476" name="Text Box 25">
              <a:extLst>
                <a:ext uri="{FF2B5EF4-FFF2-40B4-BE49-F238E27FC236}">
                  <a16:creationId xmlns:a16="http://schemas.microsoft.com/office/drawing/2014/main" id="{8C12A30F-2272-2CA1-7C5A-0F693E339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2847"/>
              <a:ext cx="87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Sub-Soluções</a:t>
              </a:r>
            </a:p>
          </p:txBody>
        </p:sp>
        <p:sp>
          <p:nvSpPr>
            <p:cNvPr id="19477" name="AutoShape 27">
              <a:extLst>
                <a:ext uri="{FF2B5EF4-FFF2-40B4-BE49-F238E27FC236}">
                  <a16:creationId xmlns:a16="http://schemas.microsoft.com/office/drawing/2014/main" id="{03474AC9-BBA2-8C2A-B1B7-9DBFF3771F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213" y="2113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9478" name="Text Box 28">
              <a:extLst>
                <a:ext uri="{FF2B5EF4-FFF2-40B4-BE49-F238E27FC236}">
                  <a16:creationId xmlns:a16="http://schemas.microsoft.com/office/drawing/2014/main" id="{197854E8-2F65-8AF4-BF4E-CD09145A5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3237" y="2234"/>
              <a:ext cx="8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  <p:sp>
          <p:nvSpPr>
            <p:cNvPr id="19479" name="Text Box 29">
              <a:extLst>
                <a:ext uri="{FF2B5EF4-FFF2-40B4-BE49-F238E27FC236}">
                  <a16:creationId xmlns:a16="http://schemas.microsoft.com/office/drawing/2014/main" id="{B3D4F7D2-2735-179F-B04C-6DD2BD8F0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" y="1574"/>
              <a:ext cx="7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Solução</a:t>
              </a:r>
            </a:p>
          </p:txBody>
        </p:sp>
        <p:sp>
          <p:nvSpPr>
            <p:cNvPr id="19480" name="Text Box 30">
              <a:extLst>
                <a:ext uri="{FF2B5EF4-FFF2-40B4-BE49-F238E27FC236}">
                  <a16:creationId xmlns:a16="http://schemas.microsoft.com/office/drawing/2014/main" id="{1249CEE9-F16C-50CC-D09A-A12D0F97C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447" y="1727"/>
              <a:ext cx="850" cy="20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complexidade</a:t>
              </a:r>
            </a:p>
          </p:txBody>
        </p:sp>
        <p:sp>
          <p:nvSpPr>
            <p:cNvPr id="19481" name="AutoShape 31">
              <a:extLst>
                <a:ext uri="{FF2B5EF4-FFF2-40B4-BE49-F238E27FC236}">
                  <a16:creationId xmlns:a16="http://schemas.microsoft.com/office/drawing/2014/main" id="{758492E9-C7BA-7B39-899A-81C84AE61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503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</p:grpSp>
      <p:sp>
        <p:nvSpPr>
          <p:cNvPr id="26" name="Rectangle 33">
            <a:extLst>
              <a:ext uri="{FF2B5EF4-FFF2-40B4-BE49-F238E27FC236}">
                <a16:creationId xmlns:a16="http://schemas.microsoft.com/office/drawing/2014/main" id="{F72A7719-3B52-834B-A9A7-75FD0DFA43F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7388225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O problema de projeto na fase de projeto conceitual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5DFF05C-4A2B-FCF5-0263-AA4CA1A35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Conceitos básicos para entendimento da fase de projeto conceitual</a:t>
            </a:r>
          </a:p>
        </p:txBody>
      </p:sp>
      <p:sp>
        <p:nvSpPr>
          <p:cNvPr id="20482" name="Text Box 4">
            <a:extLst>
              <a:ext uri="{FF2B5EF4-FFF2-40B4-BE49-F238E27FC236}">
                <a16:creationId xmlns:a16="http://schemas.microsoft.com/office/drawing/2014/main" id="{216EDF16-356D-6825-AA3E-FDA21AE4D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901700"/>
            <a:ext cx="850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/>
              <a:t>Relação entre os principais conceitos na fase de projeto conceitual e sua relação com a fase de projeto informacional</a:t>
            </a: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C7D36E75-CEAD-8D81-9874-99B3787E1B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13" y="1949450"/>
            <a:ext cx="8915400" cy="4124325"/>
            <a:chOff x="63" y="1228"/>
            <a:chExt cx="5616" cy="2598"/>
          </a:xfrm>
        </p:grpSpPr>
        <p:sp>
          <p:nvSpPr>
            <p:cNvPr id="20484" name="AutoShape 3">
              <a:extLst>
                <a:ext uri="{FF2B5EF4-FFF2-40B4-BE49-F238E27FC236}">
                  <a16:creationId xmlns:a16="http://schemas.microsoft.com/office/drawing/2014/main" id="{67917E31-EC72-A389-91DF-BB08FCD91C2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3" y="1228"/>
              <a:ext cx="5616" cy="2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5" name="Freeform 5">
              <a:extLst>
                <a:ext uri="{FF2B5EF4-FFF2-40B4-BE49-F238E27FC236}">
                  <a16:creationId xmlns:a16="http://schemas.microsoft.com/office/drawing/2014/main" id="{B8E29FC9-DBFD-7219-7D3E-BA5697613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486" name="Group 157">
              <a:extLst>
                <a:ext uri="{FF2B5EF4-FFF2-40B4-BE49-F238E27FC236}">
                  <a16:creationId xmlns:a16="http://schemas.microsoft.com/office/drawing/2014/main" id="{043FA36C-7BF5-8C6C-C77F-1DCC1BE06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5535" cy="2460"/>
              <a:chOff x="87" y="1231"/>
              <a:chExt cx="5535" cy="2460"/>
            </a:xfrm>
          </p:grpSpPr>
          <p:sp>
            <p:nvSpPr>
              <p:cNvPr id="20907" name="Freeform 6">
                <a:extLst>
                  <a:ext uri="{FF2B5EF4-FFF2-40B4-BE49-F238E27FC236}">
                    <a16:creationId xmlns:a16="http://schemas.microsoft.com/office/drawing/2014/main" id="{A28F3624-DDA7-1542-B006-F56353921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1618"/>
                <a:ext cx="4809" cy="1973"/>
              </a:xfrm>
              <a:custGeom>
                <a:avLst/>
                <a:gdLst>
                  <a:gd name="T0" fmla="*/ 0 w 9620"/>
                  <a:gd name="T1" fmla="*/ 1 h 3945"/>
                  <a:gd name="T2" fmla="*/ 0 w 9620"/>
                  <a:gd name="T3" fmla="*/ 1 h 3945"/>
                  <a:gd name="T4" fmla="*/ 0 w 9620"/>
                  <a:gd name="T5" fmla="*/ 0 h 3945"/>
                  <a:gd name="T6" fmla="*/ 0 w 9620"/>
                  <a:gd name="T7" fmla="*/ 0 h 3945"/>
                  <a:gd name="T8" fmla="*/ 0 w 9620"/>
                  <a:gd name="T9" fmla="*/ 1 h 3945"/>
                  <a:gd name="T10" fmla="*/ 0 w 9620"/>
                  <a:gd name="T11" fmla="*/ 1 h 3945"/>
                  <a:gd name="T12" fmla="*/ 0 w 9620"/>
                  <a:gd name="T13" fmla="*/ 1 h 3945"/>
                  <a:gd name="T14" fmla="*/ 0 w 9620"/>
                  <a:gd name="T15" fmla="*/ 1 h 39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20"/>
                  <a:gd name="T25" fmla="*/ 0 h 3945"/>
                  <a:gd name="T26" fmla="*/ 9620 w 9620"/>
                  <a:gd name="T27" fmla="*/ 3945 h 39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20" h="3945">
                    <a:moveTo>
                      <a:pt x="0" y="2602"/>
                    </a:moveTo>
                    <a:lnTo>
                      <a:pt x="5325" y="1341"/>
                    </a:lnTo>
                    <a:lnTo>
                      <a:pt x="5325" y="0"/>
                    </a:lnTo>
                    <a:lnTo>
                      <a:pt x="9620" y="0"/>
                    </a:lnTo>
                    <a:lnTo>
                      <a:pt x="9620" y="3927"/>
                    </a:lnTo>
                    <a:lnTo>
                      <a:pt x="0" y="3945"/>
                    </a:lnTo>
                    <a:lnTo>
                      <a:pt x="14" y="3319"/>
                    </a:lnTo>
                    <a:lnTo>
                      <a:pt x="0" y="2602"/>
                    </a:lnTo>
                    <a:close/>
                  </a:path>
                </a:pathLst>
              </a:custGeom>
              <a:solidFill>
                <a:srgbClr val="FFE1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908" name="Freeform 7">
                <a:extLst>
                  <a:ext uri="{FF2B5EF4-FFF2-40B4-BE49-F238E27FC236}">
                    <a16:creationId xmlns:a16="http://schemas.microsoft.com/office/drawing/2014/main" id="{D99E0E31-720A-D026-5B18-B3CCABEE3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3007"/>
                <a:ext cx="1193" cy="431"/>
              </a:xfrm>
              <a:custGeom>
                <a:avLst/>
                <a:gdLst>
                  <a:gd name="T0" fmla="*/ 1 w 2386"/>
                  <a:gd name="T1" fmla="*/ 0 h 862"/>
                  <a:gd name="T2" fmla="*/ 1 w 2386"/>
                  <a:gd name="T3" fmla="*/ 1 h 862"/>
                  <a:gd name="T4" fmla="*/ 1 w 2386"/>
                  <a:gd name="T5" fmla="*/ 1 h 862"/>
                  <a:gd name="T6" fmla="*/ 1 w 2386"/>
                  <a:gd name="T7" fmla="*/ 1 h 862"/>
                  <a:gd name="T8" fmla="*/ 1 w 2386"/>
                  <a:gd name="T9" fmla="*/ 1 h 862"/>
                  <a:gd name="T10" fmla="*/ 1 w 2386"/>
                  <a:gd name="T11" fmla="*/ 1 h 862"/>
                  <a:gd name="T12" fmla="*/ 1 w 2386"/>
                  <a:gd name="T13" fmla="*/ 1 h 862"/>
                  <a:gd name="T14" fmla="*/ 1 w 2386"/>
                  <a:gd name="T15" fmla="*/ 1 h 862"/>
                  <a:gd name="T16" fmla="*/ 0 w 2386"/>
                  <a:gd name="T17" fmla="*/ 1 h 862"/>
                  <a:gd name="T18" fmla="*/ 0 w 2386"/>
                  <a:gd name="T19" fmla="*/ 1 h 862"/>
                  <a:gd name="T20" fmla="*/ 1 w 2386"/>
                  <a:gd name="T21" fmla="*/ 1 h 862"/>
                  <a:gd name="T22" fmla="*/ 1 w 2386"/>
                  <a:gd name="T23" fmla="*/ 1 h 862"/>
                  <a:gd name="T24" fmla="*/ 1 w 2386"/>
                  <a:gd name="T25" fmla="*/ 1 h 862"/>
                  <a:gd name="T26" fmla="*/ 1 w 2386"/>
                  <a:gd name="T27" fmla="*/ 1 h 862"/>
                  <a:gd name="T28" fmla="*/ 1 w 2386"/>
                  <a:gd name="T29" fmla="*/ 1 h 862"/>
                  <a:gd name="T30" fmla="*/ 1 w 2386"/>
                  <a:gd name="T31" fmla="*/ 1 h 862"/>
                  <a:gd name="T32" fmla="*/ 1 w 2386"/>
                  <a:gd name="T33" fmla="*/ 1 h 862"/>
                  <a:gd name="T34" fmla="*/ 1 w 2386"/>
                  <a:gd name="T35" fmla="*/ 1 h 862"/>
                  <a:gd name="T36" fmla="*/ 1 w 2386"/>
                  <a:gd name="T37" fmla="*/ 1 h 862"/>
                  <a:gd name="T38" fmla="*/ 1 w 2386"/>
                  <a:gd name="T39" fmla="*/ 1 h 862"/>
                  <a:gd name="T40" fmla="*/ 1 w 2386"/>
                  <a:gd name="T41" fmla="*/ 1 h 862"/>
                  <a:gd name="T42" fmla="*/ 1 w 2386"/>
                  <a:gd name="T43" fmla="*/ 1 h 862"/>
                  <a:gd name="T44" fmla="*/ 1 w 2386"/>
                  <a:gd name="T45" fmla="*/ 1 h 862"/>
                  <a:gd name="T46" fmla="*/ 1 w 2386"/>
                  <a:gd name="T47" fmla="*/ 1 h 862"/>
                  <a:gd name="T48" fmla="*/ 1 w 2386"/>
                  <a:gd name="T49" fmla="*/ 1 h 862"/>
                  <a:gd name="T50" fmla="*/ 1 w 2386"/>
                  <a:gd name="T51" fmla="*/ 1 h 862"/>
                  <a:gd name="T52" fmla="*/ 1 w 2386"/>
                  <a:gd name="T53" fmla="*/ 1 h 862"/>
                  <a:gd name="T54" fmla="*/ 1 w 2386"/>
                  <a:gd name="T55" fmla="*/ 1 h 862"/>
                  <a:gd name="T56" fmla="*/ 1 w 2386"/>
                  <a:gd name="T57" fmla="*/ 1 h 862"/>
                  <a:gd name="T58" fmla="*/ 1 w 2386"/>
                  <a:gd name="T59" fmla="*/ 1 h 862"/>
                  <a:gd name="T60" fmla="*/ 1 w 2386"/>
                  <a:gd name="T61" fmla="*/ 1 h 862"/>
                  <a:gd name="T62" fmla="*/ 1 w 2386"/>
                  <a:gd name="T63" fmla="*/ 1 h 862"/>
                  <a:gd name="T64" fmla="*/ 1 w 2386"/>
                  <a:gd name="T65" fmla="*/ 1 h 862"/>
                  <a:gd name="T66" fmla="*/ 1 w 2386"/>
                  <a:gd name="T67" fmla="*/ 1 h 862"/>
                  <a:gd name="T68" fmla="*/ 1 w 2386"/>
                  <a:gd name="T69" fmla="*/ 1 h 862"/>
                  <a:gd name="T70" fmla="*/ 1 w 2386"/>
                  <a:gd name="T71" fmla="*/ 0 h 862"/>
                  <a:gd name="T72" fmla="*/ 1 w 2386"/>
                  <a:gd name="T73" fmla="*/ 0 h 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86"/>
                  <a:gd name="T112" fmla="*/ 0 h 862"/>
                  <a:gd name="T113" fmla="*/ 2386 w 2386"/>
                  <a:gd name="T114" fmla="*/ 862 h 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86" h="862">
                    <a:moveTo>
                      <a:pt x="143" y="0"/>
                    </a:moveTo>
                    <a:lnTo>
                      <a:pt x="113" y="2"/>
                    </a:lnTo>
                    <a:lnTo>
                      <a:pt x="87" y="12"/>
                    </a:lnTo>
                    <a:lnTo>
                      <a:pt x="64" y="24"/>
                    </a:lnTo>
                    <a:lnTo>
                      <a:pt x="42" y="42"/>
                    </a:lnTo>
                    <a:lnTo>
                      <a:pt x="24" y="64"/>
                    </a:lnTo>
                    <a:lnTo>
                      <a:pt x="12" y="88"/>
                    </a:lnTo>
                    <a:lnTo>
                      <a:pt x="2" y="114"/>
                    </a:lnTo>
                    <a:lnTo>
                      <a:pt x="0" y="143"/>
                    </a:lnTo>
                    <a:lnTo>
                      <a:pt x="0" y="718"/>
                    </a:lnTo>
                    <a:lnTo>
                      <a:pt x="2" y="748"/>
                    </a:lnTo>
                    <a:lnTo>
                      <a:pt x="12" y="774"/>
                    </a:lnTo>
                    <a:lnTo>
                      <a:pt x="24" y="798"/>
                    </a:lnTo>
                    <a:lnTo>
                      <a:pt x="42" y="820"/>
                    </a:lnTo>
                    <a:lnTo>
                      <a:pt x="64" y="838"/>
                    </a:lnTo>
                    <a:lnTo>
                      <a:pt x="87" y="850"/>
                    </a:lnTo>
                    <a:lnTo>
                      <a:pt x="113" y="860"/>
                    </a:lnTo>
                    <a:lnTo>
                      <a:pt x="143" y="862"/>
                    </a:lnTo>
                    <a:lnTo>
                      <a:pt x="2243" y="862"/>
                    </a:lnTo>
                    <a:lnTo>
                      <a:pt x="2273" y="860"/>
                    </a:lnTo>
                    <a:lnTo>
                      <a:pt x="2298" y="850"/>
                    </a:lnTo>
                    <a:lnTo>
                      <a:pt x="2322" y="838"/>
                    </a:lnTo>
                    <a:lnTo>
                      <a:pt x="2344" y="820"/>
                    </a:lnTo>
                    <a:lnTo>
                      <a:pt x="2362" y="798"/>
                    </a:lnTo>
                    <a:lnTo>
                      <a:pt x="2374" y="774"/>
                    </a:lnTo>
                    <a:lnTo>
                      <a:pt x="2384" y="748"/>
                    </a:lnTo>
                    <a:lnTo>
                      <a:pt x="2386" y="718"/>
                    </a:lnTo>
                    <a:lnTo>
                      <a:pt x="2386" y="143"/>
                    </a:lnTo>
                    <a:lnTo>
                      <a:pt x="2384" y="114"/>
                    </a:lnTo>
                    <a:lnTo>
                      <a:pt x="2374" y="88"/>
                    </a:lnTo>
                    <a:lnTo>
                      <a:pt x="2362" y="64"/>
                    </a:lnTo>
                    <a:lnTo>
                      <a:pt x="2344" y="42"/>
                    </a:lnTo>
                    <a:lnTo>
                      <a:pt x="2322" y="24"/>
                    </a:lnTo>
                    <a:lnTo>
                      <a:pt x="2298" y="12"/>
                    </a:lnTo>
                    <a:lnTo>
                      <a:pt x="2273" y="2"/>
                    </a:lnTo>
                    <a:lnTo>
                      <a:pt x="2243" y="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909" name="Rectangle 8">
                <a:extLst>
                  <a:ext uri="{FF2B5EF4-FFF2-40B4-BE49-F238E27FC236}">
                    <a16:creationId xmlns:a16="http://schemas.microsoft.com/office/drawing/2014/main" id="{3BF50D8E-1F3A-28C5-3140-59AADB0ED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" y="2572"/>
                <a:ext cx="66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10" name="Rectangle 9">
                <a:extLst>
                  <a:ext uri="{FF2B5EF4-FFF2-40B4-BE49-F238E27FC236}">
                    <a16:creationId xmlns:a16="http://schemas.microsoft.com/office/drawing/2014/main" id="{67C33416-1D28-FBF1-CF4F-F6A9DEBC8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" y="2583"/>
                <a:ext cx="66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Necessidades </a:t>
                </a:r>
                <a:endParaRPr lang="pt-BR" altLang="pt-BR" sz="2000"/>
              </a:p>
            </p:txBody>
          </p:sp>
          <p:sp>
            <p:nvSpPr>
              <p:cNvPr id="20911" name="Rectangle 10">
                <a:extLst>
                  <a:ext uri="{FF2B5EF4-FFF2-40B4-BE49-F238E27FC236}">
                    <a16:creationId xmlns:a16="http://schemas.microsoft.com/office/drawing/2014/main" id="{38FA92CB-DDCB-17C4-258B-A57597A3D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" y="2697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clientes </a:t>
                </a:r>
                <a:endParaRPr lang="pt-BR" altLang="pt-BR" sz="2000"/>
              </a:p>
            </p:txBody>
          </p:sp>
          <p:sp>
            <p:nvSpPr>
              <p:cNvPr id="20912" name="Rectangle 11">
                <a:extLst>
                  <a:ext uri="{FF2B5EF4-FFF2-40B4-BE49-F238E27FC236}">
                    <a16:creationId xmlns:a16="http://schemas.microsoft.com/office/drawing/2014/main" id="{BB6AD9F0-239A-9A0B-91F1-72630FE45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" y="2001"/>
                <a:ext cx="53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13" name="Rectangle 12">
                <a:extLst>
                  <a:ext uri="{FF2B5EF4-FFF2-40B4-BE49-F238E27FC236}">
                    <a16:creationId xmlns:a16="http://schemas.microsoft.com/office/drawing/2014/main" id="{C76F3A3F-F582-AF07-3636-CED52CB12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" y="2012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0914" name="Rectangle 13">
                <a:extLst>
                  <a:ext uri="{FF2B5EF4-FFF2-40B4-BE49-F238E27FC236}">
                    <a16:creationId xmlns:a16="http://schemas.microsoft.com/office/drawing/2014/main" id="{03BC6B99-74E1-5A3E-AE2C-6A1B74054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2127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0915" name="Rectangle 14">
                <a:extLst>
                  <a:ext uri="{FF2B5EF4-FFF2-40B4-BE49-F238E27FC236}">
                    <a16:creationId xmlns:a16="http://schemas.microsoft.com/office/drawing/2014/main" id="{448E0E1F-7C28-62E0-C2C7-3DBC85AB8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" y="224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clientes</a:t>
                </a:r>
                <a:endParaRPr lang="pt-BR" altLang="pt-BR" sz="2000"/>
              </a:p>
            </p:txBody>
          </p:sp>
          <p:sp>
            <p:nvSpPr>
              <p:cNvPr id="20916" name="Rectangle 15">
                <a:extLst>
                  <a:ext uri="{FF2B5EF4-FFF2-40B4-BE49-F238E27FC236}">
                    <a16:creationId xmlns:a16="http://schemas.microsoft.com/office/drawing/2014/main" id="{BA7B172E-299B-B5A8-1996-389E07297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9" y="1970"/>
                <a:ext cx="682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17" name="Rectangle 16">
                <a:extLst>
                  <a:ext uri="{FF2B5EF4-FFF2-40B4-BE49-F238E27FC236}">
                    <a16:creationId xmlns:a16="http://schemas.microsoft.com/office/drawing/2014/main" id="{E7CE5433-8A2A-0182-C390-7B6F05DCD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1981"/>
                <a:ext cx="45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Estrutura </a:t>
                </a:r>
                <a:endParaRPr lang="pt-BR" altLang="pt-BR" sz="2000"/>
              </a:p>
            </p:txBody>
          </p:sp>
          <p:sp>
            <p:nvSpPr>
              <p:cNvPr id="20918" name="Rectangle 17">
                <a:extLst>
                  <a:ext uri="{FF2B5EF4-FFF2-40B4-BE49-F238E27FC236}">
                    <a16:creationId xmlns:a16="http://schemas.microsoft.com/office/drawing/2014/main" id="{1F9F5416-325B-BFEB-7EB9-3F7CB0670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2096"/>
                <a:ext cx="58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funcional do </a:t>
                </a:r>
                <a:endParaRPr lang="pt-BR" altLang="pt-BR" sz="2000"/>
              </a:p>
            </p:txBody>
          </p:sp>
          <p:sp>
            <p:nvSpPr>
              <p:cNvPr id="20919" name="Rectangle 18">
                <a:extLst>
                  <a:ext uri="{FF2B5EF4-FFF2-40B4-BE49-F238E27FC236}">
                    <a16:creationId xmlns:a16="http://schemas.microsoft.com/office/drawing/2014/main" id="{5D0DC4BF-D16A-D7DF-8E9C-6334DA88C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221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0920" name="Rectangle 19">
                <a:extLst>
                  <a:ext uri="{FF2B5EF4-FFF2-40B4-BE49-F238E27FC236}">
                    <a16:creationId xmlns:a16="http://schemas.microsoft.com/office/drawing/2014/main" id="{F767BDAA-CB42-885B-CC7A-7DBA5C0A6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2585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21" name="Rectangle 20">
                <a:extLst>
                  <a:ext uri="{FF2B5EF4-FFF2-40B4-BE49-F238E27FC236}">
                    <a16:creationId xmlns:a16="http://schemas.microsoft.com/office/drawing/2014/main" id="{047A0D83-CA4E-12B5-310D-B195F816C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596"/>
                <a:ext cx="42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Lista dos</a:t>
                </a:r>
                <a:endParaRPr lang="pt-BR" altLang="pt-BR" sz="2000"/>
              </a:p>
            </p:txBody>
          </p:sp>
          <p:sp>
            <p:nvSpPr>
              <p:cNvPr id="20922" name="Rectangle 21">
                <a:extLst>
                  <a:ext uri="{FF2B5EF4-FFF2-40B4-BE49-F238E27FC236}">
                    <a16:creationId xmlns:a16="http://schemas.microsoft.com/office/drawing/2014/main" id="{9FC744FE-AE24-84D7-B5E3-71EE125DB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" y="2596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0923" name="Rectangle 22">
                <a:extLst>
                  <a:ext uri="{FF2B5EF4-FFF2-40B4-BE49-F238E27FC236}">
                    <a16:creationId xmlns:a16="http://schemas.microsoft.com/office/drawing/2014/main" id="{E4A9B702-D001-88CE-180A-D5F58B437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710"/>
                <a:ext cx="4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principais</a:t>
                </a:r>
                <a:endParaRPr lang="pt-BR" altLang="pt-BR" sz="2000"/>
              </a:p>
            </p:txBody>
          </p:sp>
          <p:sp>
            <p:nvSpPr>
              <p:cNvPr id="20924" name="Rectangle 23">
                <a:extLst>
                  <a:ext uri="{FF2B5EF4-FFF2-40B4-BE49-F238E27FC236}">
                    <a16:creationId xmlns:a16="http://schemas.microsoft.com/office/drawing/2014/main" id="{3DA79B6D-216C-2272-35DF-EA7FAB760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390"/>
                <a:ext cx="1004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25" name="Rectangle 24">
                <a:extLst>
                  <a:ext uri="{FF2B5EF4-FFF2-40B4-BE49-F238E27FC236}">
                    <a16:creationId xmlns:a16="http://schemas.microsoft.com/office/drawing/2014/main" id="{36ECA965-49CE-F9B1-D706-19035C9A0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3401"/>
                <a:ext cx="98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Arquitetura do produto</a:t>
                </a:r>
                <a:endParaRPr lang="pt-BR" altLang="pt-BR" sz="2000"/>
              </a:p>
            </p:txBody>
          </p:sp>
          <p:sp>
            <p:nvSpPr>
              <p:cNvPr id="20926" name="Rectangle 25">
                <a:extLst>
                  <a:ext uri="{FF2B5EF4-FFF2-40B4-BE49-F238E27FC236}">
                    <a16:creationId xmlns:a16="http://schemas.microsoft.com/office/drawing/2014/main" id="{C4A1378D-3B2A-1E8A-D04E-26AAF9B7E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059"/>
                <a:ext cx="526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27" name="Rectangle 26">
                <a:extLst>
                  <a:ext uri="{FF2B5EF4-FFF2-40B4-BE49-F238E27FC236}">
                    <a16:creationId xmlns:a16="http://schemas.microsoft.com/office/drawing/2014/main" id="{09ECD067-E908-1CF4-AA6A-2B7ED1452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2" y="3070"/>
                <a:ext cx="51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Modelo do </a:t>
                </a:r>
                <a:endParaRPr lang="pt-BR" altLang="pt-BR" sz="2000"/>
              </a:p>
            </p:txBody>
          </p:sp>
          <p:sp>
            <p:nvSpPr>
              <p:cNvPr id="20928" name="Rectangle 27">
                <a:extLst>
                  <a:ext uri="{FF2B5EF4-FFF2-40B4-BE49-F238E27FC236}">
                    <a16:creationId xmlns:a16="http://schemas.microsoft.com/office/drawing/2014/main" id="{FA39836E-45FA-89C1-A30A-742CB7B8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3184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0929" name="Rectangle 28">
                <a:extLst>
                  <a:ext uri="{FF2B5EF4-FFF2-40B4-BE49-F238E27FC236}">
                    <a16:creationId xmlns:a16="http://schemas.microsoft.com/office/drawing/2014/main" id="{E650DEAE-9523-38B6-A3DD-4CB82A222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3438"/>
                <a:ext cx="717" cy="236"/>
              </a:xfrm>
              <a:prstGeom prst="rect">
                <a:avLst/>
              </a:prstGeom>
              <a:solidFill>
                <a:srgbClr val="FFCC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30" name="Rectangle 29">
                <a:extLst>
                  <a:ext uri="{FF2B5EF4-FFF2-40B4-BE49-F238E27FC236}">
                    <a16:creationId xmlns:a16="http://schemas.microsoft.com/office/drawing/2014/main" id="{E6D45B41-CC42-9E19-B9FE-728170B8D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3449"/>
                <a:ext cx="68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Concepção do </a:t>
                </a:r>
                <a:endParaRPr lang="pt-BR" altLang="pt-BR" sz="2000"/>
              </a:p>
            </p:txBody>
          </p:sp>
          <p:sp>
            <p:nvSpPr>
              <p:cNvPr id="20931" name="Rectangle 30">
                <a:extLst>
                  <a:ext uri="{FF2B5EF4-FFF2-40B4-BE49-F238E27FC236}">
                    <a16:creationId xmlns:a16="http://schemas.microsoft.com/office/drawing/2014/main" id="{159C3A51-349B-26A3-D636-C01084748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0" y="3563"/>
                <a:ext cx="4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 </a:t>
                </a:r>
                <a:endParaRPr lang="pt-BR" altLang="pt-BR" sz="2000"/>
              </a:p>
            </p:txBody>
          </p:sp>
          <p:sp>
            <p:nvSpPr>
              <p:cNvPr id="20932" name="Rectangle 31">
                <a:extLst>
                  <a:ext uri="{FF2B5EF4-FFF2-40B4-BE49-F238E27FC236}">
                    <a16:creationId xmlns:a16="http://schemas.microsoft.com/office/drawing/2014/main" id="{46B468F7-B3B1-A812-C9B1-FC7718635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3059"/>
                <a:ext cx="38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33" name="Rectangle 32">
                <a:extLst>
                  <a:ext uri="{FF2B5EF4-FFF2-40B4-BE49-F238E27FC236}">
                    <a16:creationId xmlns:a16="http://schemas.microsoft.com/office/drawing/2014/main" id="{F59892C5-6A7B-6148-35A8-9466B3AA9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070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BOM </a:t>
                </a:r>
                <a:endParaRPr lang="pt-BR" altLang="pt-BR" sz="2000"/>
              </a:p>
            </p:txBody>
          </p:sp>
          <p:sp>
            <p:nvSpPr>
              <p:cNvPr id="20934" name="Rectangle 33">
                <a:extLst>
                  <a:ext uri="{FF2B5EF4-FFF2-40B4-BE49-F238E27FC236}">
                    <a16:creationId xmlns:a16="http://schemas.microsoft.com/office/drawing/2014/main" id="{3C6E5C40-5582-9B1F-EB25-E841AC6D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3184"/>
                <a:ext cx="30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inicial </a:t>
                </a:r>
                <a:endParaRPr lang="pt-BR" altLang="pt-BR" sz="2000"/>
              </a:p>
            </p:txBody>
          </p:sp>
          <p:sp>
            <p:nvSpPr>
              <p:cNvPr id="20935" name="Rectangle 34">
                <a:extLst>
                  <a:ext uri="{FF2B5EF4-FFF2-40B4-BE49-F238E27FC236}">
                    <a16:creationId xmlns:a16="http://schemas.microsoft.com/office/drawing/2014/main" id="{2B56DCA7-E95A-5327-D445-2F9B7EF17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059"/>
                <a:ext cx="49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36" name="Rectangle 35">
                <a:extLst>
                  <a:ext uri="{FF2B5EF4-FFF2-40B4-BE49-F238E27FC236}">
                    <a16:creationId xmlns:a16="http://schemas.microsoft.com/office/drawing/2014/main" id="{0CD39D97-BEF2-E60C-222B-A35DCB28F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3070"/>
                <a:ext cx="4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Desenhos </a:t>
                </a:r>
                <a:endParaRPr lang="pt-BR" altLang="pt-BR" sz="2000"/>
              </a:p>
            </p:txBody>
          </p:sp>
          <p:sp>
            <p:nvSpPr>
              <p:cNvPr id="20937" name="Rectangle 36">
                <a:extLst>
                  <a:ext uri="{FF2B5EF4-FFF2-40B4-BE49-F238E27FC236}">
                    <a16:creationId xmlns:a16="http://schemas.microsoft.com/office/drawing/2014/main" id="{C11D034F-EBC1-35CD-1165-5CF60C2BD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3" y="3184"/>
                <a:ext cx="32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</a:t>
                </a:r>
                <a:endParaRPr lang="pt-BR" altLang="pt-BR" sz="2000"/>
              </a:p>
            </p:txBody>
          </p:sp>
          <p:grpSp>
            <p:nvGrpSpPr>
              <p:cNvPr id="20938" name="Group 76">
                <a:extLst>
                  <a:ext uri="{FF2B5EF4-FFF2-40B4-BE49-F238E27FC236}">
                    <a16:creationId xmlns:a16="http://schemas.microsoft.com/office/drawing/2014/main" id="{7B028FDE-7A84-E08F-0D51-434BA800C8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0" y="1810"/>
                <a:ext cx="2005" cy="1144"/>
                <a:chOff x="3570" y="1810"/>
                <a:chExt cx="2005" cy="1144"/>
              </a:xfrm>
            </p:grpSpPr>
            <p:sp>
              <p:nvSpPr>
                <p:cNvPr id="21019" name="Freeform 37">
                  <a:extLst>
                    <a:ext uri="{FF2B5EF4-FFF2-40B4-BE49-F238E27FC236}">
                      <a16:creationId xmlns:a16="http://schemas.microsoft.com/office/drawing/2014/main" id="{DC7EB85B-A29F-FDAC-FDAB-DA1E9C9FDA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" y="1810"/>
                  <a:ext cx="2005" cy="1053"/>
                </a:xfrm>
                <a:custGeom>
                  <a:avLst/>
                  <a:gdLst>
                    <a:gd name="T0" fmla="*/ 1 w 4008"/>
                    <a:gd name="T1" fmla="*/ 0 h 2107"/>
                    <a:gd name="T2" fmla="*/ 1 w 4008"/>
                    <a:gd name="T3" fmla="*/ 0 h 2107"/>
                    <a:gd name="T4" fmla="*/ 1 w 4008"/>
                    <a:gd name="T5" fmla="*/ 0 h 2107"/>
                    <a:gd name="T6" fmla="*/ 1 w 4008"/>
                    <a:gd name="T7" fmla="*/ 0 h 2107"/>
                    <a:gd name="T8" fmla="*/ 1 w 4008"/>
                    <a:gd name="T9" fmla="*/ 0 h 2107"/>
                    <a:gd name="T10" fmla="*/ 1 w 4008"/>
                    <a:gd name="T11" fmla="*/ 0 h 2107"/>
                    <a:gd name="T12" fmla="*/ 1 w 4008"/>
                    <a:gd name="T13" fmla="*/ 0 h 2107"/>
                    <a:gd name="T14" fmla="*/ 1 w 4008"/>
                    <a:gd name="T15" fmla="*/ 0 h 2107"/>
                    <a:gd name="T16" fmla="*/ 0 w 4008"/>
                    <a:gd name="T17" fmla="*/ 0 h 2107"/>
                    <a:gd name="T18" fmla="*/ 1 w 4008"/>
                    <a:gd name="T19" fmla="*/ 0 h 2107"/>
                    <a:gd name="T20" fmla="*/ 1 w 4008"/>
                    <a:gd name="T21" fmla="*/ 0 h 2107"/>
                    <a:gd name="T22" fmla="*/ 1 w 4008"/>
                    <a:gd name="T23" fmla="*/ 0 h 2107"/>
                    <a:gd name="T24" fmla="*/ 1 w 4008"/>
                    <a:gd name="T25" fmla="*/ 0 h 2107"/>
                    <a:gd name="T26" fmla="*/ 1 w 4008"/>
                    <a:gd name="T27" fmla="*/ 0 h 2107"/>
                    <a:gd name="T28" fmla="*/ 1 w 4008"/>
                    <a:gd name="T29" fmla="*/ 0 h 2107"/>
                    <a:gd name="T30" fmla="*/ 1 w 4008"/>
                    <a:gd name="T31" fmla="*/ 0 h 2107"/>
                    <a:gd name="T32" fmla="*/ 1 w 4008"/>
                    <a:gd name="T33" fmla="*/ 0 h 2107"/>
                    <a:gd name="T34" fmla="*/ 1 w 4008"/>
                    <a:gd name="T35" fmla="*/ 0 h 2107"/>
                    <a:gd name="T36" fmla="*/ 1 w 4008"/>
                    <a:gd name="T37" fmla="*/ 0 h 2107"/>
                    <a:gd name="T38" fmla="*/ 1 w 4008"/>
                    <a:gd name="T39" fmla="*/ 0 h 2107"/>
                    <a:gd name="T40" fmla="*/ 1 w 4008"/>
                    <a:gd name="T41" fmla="*/ 0 h 2107"/>
                    <a:gd name="T42" fmla="*/ 1 w 4008"/>
                    <a:gd name="T43" fmla="*/ 0 h 2107"/>
                    <a:gd name="T44" fmla="*/ 1 w 4008"/>
                    <a:gd name="T45" fmla="*/ 0 h 2107"/>
                    <a:gd name="T46" fmla="*/ 1 w 4008"/>
                    <a:gd name="T47" fmla="*/ 0 h 2107"/>
                    <a:gd name="T48" fmla="*/ 1 w 4008"/>
                    <a:gd name="T49" fmla="*/ 0 h 2107"/>
                    <a:gd name="T50" fmla="*/ 1 w 4008"/>
                    <a:gd name="T51" fmla="*/ 0 h 2107"/>
                    <a:gd name="T52" fmla="*/ 1 w 4008"/>
                    <a:gd name="T53" fmla="*/ 0 h 2107"/>
                    <a:gd name="T54" fmla="*/ 1 w 4008"/>
                    <a:gd name="T55" fmla="*/ 0 h 2107"/>
                    <a:gd name="T56" fmla="*/ 1 w 4008"/>
                    <a:gd name="T57" fmla="*/ 0 h 2107"/>
                    <a:gd name="T58" fmla="*/ 1 w 4008"/>
                    <a:gd name="T59" fmla="*/ 0 h 2107"/>
                    <a:gd name="T60" fmla="*/ 1 w 4008"/>
                    <a:gd name="T61" fmla="*/ 0 h 2107"/>
                    <a:gd name="T62" fmla="*/ 1 w 4008"/>
                    <a:gd name="T63" fmla="*/ 0 h 2107"/>
                    <a:gd name="T64" fmla="*/ 1 w 4008"/>
                    <a:gd name="T65" fmla="*/ 0 h 2107"/>
                    <a:gd name="T66" fmla="*/ 1 w 4008"/>
                    <a:gd name="T67" fmla="*/ 0 h 210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008"/>
                    <a:gd name="T103" fmla="*/ 0 h 2107"/>
                    <a:gd name="T104" fmla="*/ 4008 w 4008"/>
                    <a:gd name="T105" fmla="*/ 2107 h 2107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008" h="2107">
                      <a:moveTo>
                        <a:pt x="350" y="0"/>
                      </a:moveTo>
                      <a:lnTo>
                        <a:pt x="314" y="2"/>
                      </a:lnTo>
                      <a:lnTo>
                        <a:pt x="280" y="8"/>
                      </a:lnTo>
                      <a:lnTo>
                        <a:pt x="246" y="16"/>
                      </a:lnTo>
                      <a:lnTo>
                        <a:pt x="215" y="28"/>
                      </a:lnTo>
                      <a:lnTo>
                        <a:pt x="183" y="42"/>
                      </a:lnTo>
                      <a:lnTo>
                        <a:pt x="155" y="60"/>
                      </a:lnTo>
                      <a:lnTo>
                        <a:pt x="127" y="80"/>
                      </a:lnTo>
                      <a:lnTo>
                        <a:pt x="103" y="104"/>
                      </a:lnTo>
                      <a:lnTo>
                        <a:pt x="79" y="128"/>
                      </a:lnTo>
                      <a:lnTo>
                        <a:pt x="59" y="156"/>
                      </a:lnTo>
                      <a:lnTo>
                        <a:pt x="42" y="184"/>
                      </a:lnTo>
                      <a:lnTo>
                        <a:pt x="28" y="216"/>
                      </a:lnTo>
                      <a:lnTo>
                        <a:pt x="16" y="248"/>
                      </a:lnTo>
                      <a:lnTo>
                        <a:pt x="8" y="282"/>
                      </a:lnTo>
                      <a:lnTo>
                        <a:pt x="2" y="316"/>
                      </a:lnTo>
                      <a:lnTo>
                        <a:pt x="0" y="352"/>
                      </a:lnTo>
                      <a:lnTo>
                        <a:pt x="0" y="1756"/>
                      </a:lnTo>
                      <a:lnTo>
                        <a:pt x="2" y="1792"/>
                      </a:lnTo>
                      <a:lnTo>
                        <a:pt x="8" y="1826"/>
                      </a:lnTo>
                      <a:lnTo>
                        <a:pt x="16" y="1860"/>
                      </a:lnTo>
                      <a:lnTo>
                        <a:pt x="28" y="1892"/>
                      </a:lnTo>
                      <a:lnTo>
                        <a:pt x="42" y="1924"/>
                      </a:lnTo>
                      <a:lnTo>
                        <a:pt x="59" y="1952"/>
                      </a:lnTo>
                      <a:lnTo>
                        <a:pt x="79" y="1980"/>
                      </a:lnTo>
                      <a:lnTo>
                        <a:pt x="103" y="2004"/>
                      </a:lnTo>
                      <a:lnTo>
                        <a:pt x="127" y="2028"/>
                      </a:lnTo>
                      <a:lnTo>
                        <a:pt x="155" y="2048"/>
                      </a:lnTo>
                      <a:lnTo>
                        <a:pt x="183" y="2066"/>
                      </a:lnTo>
                      <a:lnTo>
                        <a:pt x="215" y="2080"/>
                      </a:lnTo>
                      <a:lnTo>
                        <a:pt x="246" y="2091"/>
                      </a:lnTo>
                      <a:lnTo>
                        <a:pt x="280" y="2099"/>
                      </a:lnTo>
                      <a:lnTo>
                        <a:pt x="314" y="2105"/>
                      </a:lnTo>
                      <a:lnTo>
                        <a:pt x="350" y="2107"/>
                      </a:lnTo>
                      <a:lnTo>
                        <a:pt x="3658" y="2107"/>
                      </a:lnTo>
                      <a:lnTo>
                        <a:pt x="3694" y="2105"/>
                      </a:lnTo>
                      <a:lnTo>
                        <a:pt x="3728" y="2099"/>
                      </a:lnTo>
                      <a:lnTo>
                        <a:pt x="3762" y="2091"/>
                      </a:lnTo>
                      <a:lnTo>
                        <a:pt x="3793" y="2080"/>
                      </a:lnTo>
                      <a:lnTo>
                        <a:pt x="3825" y="2066"/>
                      </a:lnTo>
                      <a:lnTo>
                        <a:pt x="3853" y="2048"/>
                      </a:lnTo>
                      <a:lnTo>
                        <a:pt x="3881" y="2028"/>
                      </a:lnTo>
                      <a:lnTo>
                        <a:pt x="3905" y="2004"/>
                      </a:lnTo>
                      <a:lnTo>
                        <a:pt x="3929" y="1980"/>
                      </a:lnTo>
                      <a:lnTo>
                        <a:pt x="3949" y="1952"/>
                      </a:lnTo>
                      <a:lnTo>
                        <a:pt x="3966" y="1924"/>
                      </a:lnTo>
                      <a:lnTo>
                        <a:pt x="3980" y="1892"/>
                      </a:lnTo>
                      <a:lnTo>
                        <a:pt x="3992" y="1860"/>
                      </a:lnTo>
                      <a:lnTo>
                        <a:pt x="4000" y="1826"/>
                      </a:lnTo>
                      <a:lnTo>
                        <a:pt x="4006" y="1792"/>
                      </a:lnTo>
                      <a:lnTo>
                        <a:pt x="4008" y="1756"/>
                      </a:lnTo>
                      <a:lnTo>
                        <a:pt x="4008" y="352"/>
                      </a:lnTo>
                      <a:lnTo>
                        <a:pt x="4006" y="316"/>
                      </a:lnTo>
                      <a:lnTo>
                        <a:pt x="4000" y="282"/>
                      </a:lnTo>
                      <a:lnTo>
                        <a:pt x="3992" y="248"/>
                      </a:lnTo>
                      <a:lnTo>
                        <a:pt x="3980" y="216"/>
                      </a:lnTo>
                      <a:lnTo>
                        <a:pt x="3966" y="184"/>
                      </a:lnTo>
                      <a:lnTo>
                        <a:pt x="3949" y="156"/>
                      </a:lnTo>
                      <a:lnTo>
                        <a:pt x="3929" y="128"/>
                      </a:lnTo>
                      <a:lnTo>
                        <a:pt x="3905" y="104"/>
                      </a:lnTo>
                      <a:lnTo>
                        <a:pt x="3881" y="80"/>
                      </a:lnTo>
                      <a:lnTo>
                        <a:pt x="3853" y="60"/>
                      </a:lnTo>
                      <a:lnTo>
                        <a:pt x="3825" y="42"/>
                      </a:lnTo>
                      <a:lnTo>
                        <a:pt x="3793" y="28"/>
                      </a:lnTo>
                      <a:lnTo>
                        <a:pt x="3762" y="16"/>
                      </a:lnTo>
                      <a:lnTo>
                        <a:pt x="3728" y="8"/>
                      </a:lnTo>
                      <a:lnTo>
                        <a:pt x="3694" y="2"/>
                      </a:lnTo>
                      <a:lnTo>
                        <a:pt x="3658" y="0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1020" name="Group 55">
                  <a:extLst>
                    <a:ext uri="{FF2B5EF4-FFF2-40B4-BE49-F238E27FC236}">
                      <a16:creationId xmlns:a16="http://schemas.microsoft.com/office/drawing/2014/main" id="{F717B957-4013-0BCA-D4F6-9BBB71D38D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8" y="1858"/>
                  <a:ext cx="907" cy="924"/>
                  <a:chOff x="3618" y="1858"/>
                  <a:chExt cx="907" cy="924"/>
                </a:xfrm>
              </p:grpSpPr>
              <p:sp>
                <p:nvSpPr>
                  <p:cNvPr id="21041" name="Freeform 38">
                    <a:extLst>
                      <a:ext uri="{FF2B5EF4-FFF2-40B4-BE49-F238E27FC236}">
                        <a16:creationId xmlns:a16="http://schemas.microsoft.com/office/drawing/2014/main" id="{F1DEDE9C-D57A-B98D-688C-F931890526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8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1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1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2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2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1042" name="Group 51">
                    <a:extLst>
                      <a:ext uri="{FF2B5EF4-FFF2-40B4-BE49-F238E27FC236}">
                        <a16:creationId xmlns:a16="http://schemas.microsoft.com/office/drawing/2014/main" id="{EC63D216-0A0F-A6C5-3C58-A512D982F5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66" y="1953"/>
                    <a:ext cx="797" cy="464"/>
                    <a:chOff x="3666" y="1953"/>
                    <a:chExt cx="797" cy="464"/>
                  </a:xfrm>
                </p:grpSpPr>
                <p:sp>
                  <p:nvSpPr>
                    <p:cNvPr id="21046" name="Rectangle 39">
                      <a:extLst>
                        <a:ext uri="{FF2B5EF4-FFF2-40B4-BE49-F238E27FC236}">
                          <a16:creationId xmlns:a16="http://schemas.microsoft.com/office/drawing/2014/main" id="{5F2F6D44-11B9-4903-0AA1-AC2E0BBB97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7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47" name="Rectangle 40">
                      <a:extLst>
                        <a:ext uri="{FF2B5EF4-FFF2-40B4-BE49-F238E27FC236}">
                          <a16:creationId xmlns:a16="http://schemas.microsoft.com/office/drawing/2014/main" id="{F0029DDB-B498-2D56-8691-916D6C29D2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2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48" name="Rectangle 41">
                      <a:extLst>
                        <a:ext uri="{FF2B5EF4-FFF2-40B4-BE49-F238E27FC236}">
                          <a16:creationId xmlns:a16="http://schemas.microsoft.com/office/drawing/2014/main" id="{01544A05-3E9B-51E4-5862-5F2C095244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9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49" name="Rectangle 42">
                      <a:extLst>
                        <a:ext uri="{FF2B5EF4-FFF2-40B4-BE49-F238E27FC236}">
                          <a16:creationId xmlns:a16="http://schemas.microsoft.com/office/drawing/2014/main" id="{A6FBC9A4-5C07-FD0D-6BD3-E8F256E793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6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0" name="Rectangle 43">
                      <a:extLst>
                        <a:ext uri="{FF2B5EF4-FFF2-40B4-BE49-F238E27FC236}">
                          <a16:creationId xmlns:a16="http://schemas.microsoft.com/office/drawing/2014/main" id="{3D5FB173-3C0D-5B03-3200-07F266468B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1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51" name="Rectangle 44">
                      <a:extLst>
                        <a:ext uri="{FF2B5EF4-FFF2-40B4-BE49-F238E27FC236}">
                          <a16:creationId xmlns:a16="http://schemas.microsoft.com/office/drawing/2014/main" id="{F238241F-8B33-8F44-F6DB-3AC7E3F19F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2" name="Rectangle 45">
                      <a:extLst>
                        <a:ext uri="{FF2B5EF4-FFF2-40B4-BE49-F238E27FC236}">
                          <a16:creationId xmlns:a16="http://schemas.microsoft.com/office/drawing/2014/main" id="{35AD4A72-68A7-FA64-3B42-F6CCC86D2C6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84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3" name="Rectangle 46">
                      <a:extLst>
                        <a:ext uri="{FF2B5EF4-FFF2-40B4-BE49-F238E27FC236}">
                          <a16:creationId xmlns:a16="http://schemas.microsoft.com/office/drawing/2014/main" id="{7D0F391E-F12F-74A5-99CC-4CDFB4A00D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1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4" name="Rectangle 47">
                      <a:extLst>
                        <a:ext uri="{FF2B5EF4-FFF2-40B4-BE49-F238E27FC236}">
                          <a16:creationId xmlns:a16="http://schemas.microsoft.com/office/drawing/2014/main" id="{740877BA-DA94-B9AF-4AD1-12F95768D38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6" y="2049"/>
                      <a:ext cx="573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55" name="Rectangle 48">
                      <a:extLst>
                        <a:ext uri="{FF2B5EF4-FFF2-40B4-BE49-F238E27FC236}">
                          <a16:creationId xmlns:a16="http://schemas.microsoft.com/office/drawing/2014/main" id="{B72ABCB0-DA70-10D3-FF0D-65F752DE0C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01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6" name="Rectangle 49">
                      <a:extLst>
                        <a:ext uri="{FF2B5EF4-FFF2-40B4-BE49-F238E27FC236}">
                          <a16:creationId xmlns:a16="http://schemas.microsoft.com/office/drawing/2014/main" id="{C46C7EFF-C6D7-5FB4-50C7-BACF70C948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8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57" name="Rectangle 50">
                      <a:extLst>
                        <a:ext uri="{FF2B5EF4-FFF2-40B4-BE49-F238E27FC236}">
                          <a16:creationId xmlns:a16="http://schemas.microsoft.com/office/drawing/2014/main" id="{4AB9EC87-97CD-2088-1F0B-036E15CA04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55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1043" name="Rectangle 52">
                    <a:extLst>
                      <a:ext uri="{FF2B5EF4-FFF2-40B4-BE49-F238E27FC236}">
                        <a16:creationId xmlns:a16="http://schemas.microsoft.com/office/drawing/2014/main" id="{43A7B2B4-06D5-40F0-E143-E00FDA4E1E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044" name="Rectangle 53">
                    <a:extLst>
                      <a:ext uri="{FF2B5EF4-FFF2-40B4-BE49-F238E27FC236}">
                        <a16:creationId xmlns:a16="http://schemas.microsoft.com/office/drawing/2014/main" id="{EBAA1F0B-385F-616E-A6A8-51F5C9BE2E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3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045" name="Rectangle 54">
                    <a:extLst>
                      <a:ext uri="{FF2B5EF4-FFF2-40B4-BE49-F238E27FC236}">
                        <a16:creationId xmlns:a16="http://schemas.microsoft.com/office/drawing/2014/main" id="{055ED39B-9B5A-BC1A-2723-A40EF0ACE3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1021" name="Rectangle 56">
                  <a:extLst>
                    <a:ext uri="{FF2B5EF4-FFF2-40B4-BE49-F238E27FC236}">
                      <a16:creationId xmlns:a16="http://schemas.microsoft.com/office/drawing/2014/main" id="{646A3448-D612-B54D-50BF-5628C31EAC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4" y="2815"/>
                  <a:ext cx="1385" cy="12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022" name="Rectangle 57">
                  <a:extLst>
                    <a:ext uri="{FF2B5EF4-FFF2-40B4-BE49-F238E27FC236}">
                      <a16:creationId xmlns:a16="http://schemas.microsoft.com/office/drawing/2014/main" id="{71054678-5CFD-18D2-1483-BED052BDE8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" y="2826"/>
                  <a:ext cx="102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Alternativas de solução</a:t>
                  </a:r>
                  <a:endParaRPr lang="pt-BR" altLang="pt-BR" sz="2000"/>
                </a:p>
              </p:txBody>
            </p:sp>
            <p:grpSp>
              <p:nvGrpSpPr>
                <p:cNvPr id="21023" name="Group 75">
                  <a:extLst>
                    <a:ext uri="{FF2B5EF4-FFF2-40B4-BE49-F238E27FC236}">
                      <a16:creationId xmlns:a16="http://schemas.microsoft.com/office/drawing/2014/main" id="{3B914DE7-5162-4CE9-CD95-AB2D1FBC00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0" y="1858"/>
                  <a:ext cx="907" cy="924"/>
                  <a:chOff x="4620" y="1858"/>
                  <a:chExt cx="907" cy="924"/>
                </a:xfrm>
              </p:grpSpPr>
              <p:sp>
                <p:nvSpPr>
                  <p:cNvPr id="21024" name="Freeform 58">
                    <a:extLst>
                      <a:ext uri="{FF2B5EF4-FFF2-40B4-BE49-F238E27FC236}">
                        <a16:creationId xmlns:a16="http://schemas.microsoft.com/office/drawing/2014/main" id="{7278AB79-D24C-F9B4-2398-3B4AED43A1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20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2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2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3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3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1025" name="Group 71">
                    <a:extLst>
                      <a:ext uri="{FF2B5EF4-FFF2-40B4-BE49-F238E27FC236}">
                        <a16:creationId xmlns:a16="http://schemas.microsoft.com/office/drawing/2014/main" id="{500403E8-AED6-179C-EB88-E64EA56BCB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68" y="1953"/>
                    <a:ext cx="797" cy="464"/>
                    <a:chOff x="4668" y="1953"/>
                    <a:chExt cx="797" cy="464"/>
                  </a:xfrm>
                </p:grpSpPr>
                <p:sp>
                  <p:nvSpPr>
                    <p:cNvPr id="21029" name="Rectangle 59">
                      <a:extLst>
                        <a:ext uri="{FF2B5EF4-FFF2-40B4-BE49-F238E27FC236}">
                          <a16:creationId xmlns:a16="http://schemas.microsoft.com/office/drawing/2014/main" id="{6FABB710-879C-67D2-EAF2-A00888AD54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9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30" name="Rectangle 60">
                      <a:extLst>
                        <a:ext uri="{FF2B5EF4-FFF2-40B4-BE49-F238E27FC236}">
                          <a16:creationId xmlns:a16="http://schemas.microsoft.com/office/drawing/2014/main" id="{F42F3996-A2A8-9226-B4B3-56B5DC7A95C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1" name="Rectangle 61">
                      <a:extLst>
                        <a:ext uri="{FF2B5EF4-FFF2-40B4-BE49-F238E27FC236}">
                          <a16:creationId xmlns:a16="http://schemas.microsoft.com/office/drawing/2014/main" id="{7251DD5B-A42B-2D08-22A0-DD708DFCA00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81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2" name="Rectangle 62">
                      <a:extLst>
                        <a:ext uri="{FF2B5EF4-FFF2-40B4-BE49-F238E27FC236}">
                          <a16:creationId xmlns:a16="http://schemas.microsoft.com/office/drawing/2014/main" id="{1EF35A8B-F91F-DAF3-8BA0-9A414B3C1E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8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3" name="Rectangle 63">
                      <a:extLst>
                        <a:ext uri="{FF2B5EF4-FFF2-40B4-BE49-F238E27FC236}">
                          <a16:creationId xmlns:a16="http://schemas.microsoft.com/office/drawing/2014/main" id="{CAACB71C-AC86-5CF3-CB4E-01D702292A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3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34" name="Rectangle 64">
                      <a:extLst>
                        <a:ext uri="{FF2B5EF4-FFF2-40B4-BE49-F238E27FC236}">
                          <a16:creationId xmlns:a16="http://schemas.microsoft.com/office/drawing/2014/main" id="{2D598F3F-C3DD-827B-6A80-F9B79E73F2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8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5" name="Rectangle 65">
                      <a:extLst>
                        <a:ext uri="{FF2B5EF4-FFF2-40B4-BE49-F238E27FC236}">
                          <a16:creationId xmlns:a16="http://schemas.microsoft.com/office/drawing/2014/main" id="{AEE79703-2771-0F66-EFE9-AB6EBF8D38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86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6" name="Rectangle 66">
                      <a:extLst>
                        <a:ext uri="{FF2B5EF4-FFF2-40B4-BE49-F238E27FC236}">
                          <a16:creationId xmlns:a16="http://schemas.microsoft.com/office/drawing/2014/main" id="{977165D3-85C6-CBAA-309F-98C67246B7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3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7" name="Rectangle 67">
                      <a:extLst>
                        <a:ext uri="{FF2B5EF4-FFF2-40B4-BE49-F238E27FC236}">
                          <a16:creationId xmlns:a16="http://schemas.microsoft.com/office/drawing/2014/main" id="{4BDE4F8F-BE43-5AC3-9F55-760234078F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8" y="2049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1038" name="Rectangle 68">
                      <a:extLst>
                        <a:ext uri="{FF2B5EF4-FFF2-40B4-BE49-F238E27FC236}">
                          <a16:creationId xmlns:a16="http://schemas.microsoft.com/office/drawing/2014/main" id="{9742FB5D-4672-0C5B-BA93-C7CFAEE167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3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39" name="Rectangle 69">
                      <a:extLst>
                        <a:ext uri="{FF2B5EF4-FFF2-40B4-BE49-F238E27FC236}">
                          <a16:creationId xmlns:a16="http://schemas.microsoft.com/office/drawing/2014/main" id="{B404BBC2-B6CF-CD7D-3396-F99F8164CB7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0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1040" name="Rectangle 70">
                      <a:extLst>
                        <a:ext uri="{FF2B5EF4-FFF2-40B4-BE49-F238E27FC236}">
                          <a16:creationId xmlns:a16="http://schemas.microsoft.com/office/drawing/2014/main" id="{044FB85B-22E4-1BC1-A368-F0B60A95FF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1026" name="Rectangle 72">
                    <a:extLst>
                      <a:ext uri="{FF2B5EF4-FFF2-40B4-BE49-F238E27FC236}">
                        <a16:creationId xmlns:a16="http://schemas.microsoft.com/office/drawing/2014/main" id="{B828D6B4-FBC7-A43C-CD6D-0841717313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027" name="Rectangle 73">
                    <a:extLst>
                      <a:ext uri="{FF2B5EF4-FFF2-40B4-BE49-F238E27FC236}">
                        <a16:creationId xmlns:a16="http://schemas.microsoft.com/office/drawing/2014/main" id="{E1BF0B04-C97A-DD89-5230-D1695CF36E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5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028" name="Rectangle 74">
                    <a:extLst>
                      <a:ext uri="{FF2B5EF4-FFF2-40B4-BE49-F238E27FC236}">
                        <a16:creationId xmlns:a16="http://schemas.microsoft.com/office/drawing/2014/main" id="{34A909AD-E3A2-1C95-CBB7-86F7408A7B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89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</p:grpSp>
          <p:grpSp>
            <p:nvGrpSpPr>
              <p:cNvPr id="20939" name="Group 89">
                <a:extLst>
                  <a:ext uri="{FF2B5EF4-FFF2-40B4-BE49-F238E27FC236}">
                    <a16:creationId xmlns:a16="http://schemas.microsoft.com/office/drawing/2014/main" id="{A81D4FAD-2C1E-3EE7-CD41-ABD387C9C3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1810"/>
                <a:ext cx="1431" cy="622"/>
                <a:chOff x="994" y="1810"/>
                <a:chExt cx="1431" cy="622"/>
              </a:xfrm>
            </p:grpSpPr>
            <p:sp>
              <p:nvSpPr>
                <p:cNvPr id="21007" name="Freeform 77">
                  <a:extLst>
                    <a:ext uri="{FF2B5EF4-FFF2-40B4-BE49-F238E27FC236}">
                      <a16:creationId xmlns:a16="http://schemas.microsoft.com/office/drawing/2014/main" id="{62275ED4-420F-D3C2-07E6-A0A5429F7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4" y="1858"/>
                  <a:ext cx="1431" cy="574"/>
                </a:xfrm>
                <a:custGeom>
                  <a:avLst/>
                  <a:gdLst>
                    <a:gd name="T0" fmla="*/ 0 w 2863"/>
                    <a:gd name="T1" fmla="*/ 0 h 1149"/>
                    <a:gd name="T2" fmla="*/ 0 w 2863"/>
                    <a:gd name="T3" fmla="*/ 0 h 1149"/>
                    <a:gd name="T4" fmla="*/ 0 w 2863"/>
                    <a:gd name="T5" fmla="*/ 0 h 1149"/>
                    <a:gd name="T6" fmla="*/ 0 w 2863"/>
                    <a:gd name="T7" fmla="*/ 0 h 1149"/>
                    <a:gd name="T8" fmla="*/ 0 w 2863"/>
                    <a:gd name="T9" fmla="*/ 0 h 1149"/>
                    <a:gd name="T10" fmla="*/ 0 w 2863"/>
                    <a:gd name="T11" fmla="*/ 0 h 1149"/>
                    <a:gd name="T12" fmla="*/ 0 w 2863"/>
                    <a:gd name="T13" fmla="*/ 0 h 1149"/>
                    <a:gd name="T14" fmla="*/ 0 w 2863"/>
                    <a:gd name="T15" fmla="*/ 0 h 1149"/>
                    <a:gd name="T16" fmla="*/ 0 w 2863"/>
                    <a:gd name="T17" fmla="*/ 0 h 1149"/>
                    <a:gd name="T18" fmla="*/ 0 w 2863"/>
                    <a:gd name="T19" fmla="*/ 0 h 1149"/>
                    <a:gd name="T20" fmla="*/ 0 w 2863"/>
                    <a:gd name="T21" fmla="*/ 0 h 1149"/>
                    <a:gd name="T22" fmla="*/ 0 w 2863"/>
                    <a:gd name="T23" fmla="*/ 0 h 1149"/>
                    <a:gd name="T24" fmla="*/ 0 w 2863"/>
                    <a:gd name="T25" fmla="*/ 0 h 1149"/>
                    <a:gd name="T26" fmla="*/ 0 w 2863"/>
                    <a:gd name="T27" fmla="*/ 0 h 1149"/>
                    <a:gd name="T28" fmla="*/ 0 w 2863"/>
                    <a:gd name="T29" fmla="*/ 0 h 1149"/>
                    <a:gd name="T30" fmla="*/ 0 w 2863"/>
                    <a:gd name="T31" fmla="*/ 0 h 1149"/>
                    <a:gd name="T32" fmla="*/ 0 w 2863"/>
                    <a:gd name="T33" fmla="*/ 0 h 1149"/>
                    <a:gd name="T34" fmla="*/ 0 w 2863"/>
                    <a:gd name="T35" fmla="*/ 0 h 1149"/>
                    <a:gd name="T36" fmla="*/ 0 w 2863"/>
                    <a:gd name="T37" fmla="*/ 0 h 1149"/>
                    <a:gd name="T38" fmla="*/ 0 w 2863"/>
                    <a:gd name="T39" fmla="*/ 0 h 1149"/>
                    <a:gd name="T40" fmla="*/ 0 w 2863"/>
                    <a:gd name="T41" fmla="*/ 0 h 1149"/>
                    <a:gd name="T42" fmla="*/ 0 w 2863"/>
                    <a:gd name="T43" fmla="*/ 0 h 1149"/>
                    <a:gd name="T44" fmla="*/ 0 w 2863"/>
                    <a:gd name="T45" fmla="*/ 0 h 1149"/>
                    <a:gd name="T46" fmla="*/ 0 w 2863"/>
                    <a:gd name="T47" fmla="*/ 0 h 1149"/>
                    <a:gd name="T48" fmla="*/ 0 w 2863"/>
                    <a:gd name="T49" fmla="*/ 0 h 1149"/>
                    <a:gd name="T50" fmla="*/ 0 w 2863"/>
                    <a:gd name="T51" fmla="*/ 0 h 1149"/>
                    <a:gd name="T52" fmla="*/ 0 w 2863"/>
                    <a:gd name="T53" fmla="*/ 0 h 1149"/>
                    <a:gd name="T54" fmla="*/ 0 w 2863"/>
                    <a:gd name="T55" fmla="*/ 0 h 1149"/>
                    <a:gd name="T56" fmla="*/ 0 w 2863"/>
                    <a:gd name="T57" fmla="*/ 0 h 1149"/>
                    <a:gd name="T58" fmla="*/ 0 w 2863"/>
                    <a:gd name="T59" fmla="*/ 0 h 1149"/>
                    <a:gd name="T60" fmla="*/ 0 w 2863"/>
                    <a:gd name="T61" fmla="*/ 0 h 1149"/>
                    <a:gd name="T62" fmla="*/ 0 w 2863"/>
                    <a:gd name="T63" fmla="*/ 0 h 1149"/>
                    <a:gd name="T64" fmla="*/ 0 w 2863"/>
                    <a:gd name="T65" fmla="*/ 0 h 1149"/>
                    <a:gd name="T66" fmla="*/ 0 w 2863"/>
                    <a:gd name="T67" fmla="*/ 0 h 1149"/>
                    <a:gd name="T68" fmla="*/ 0 w 2863"/>
                    <a:gd name="T69" fmla="*/ 0 h 1149"/>
                    <a:gd name="T70" fmla="*/ 0 w 2863"/>
                    <a:gd name="T71" fmla="*/ 0 h 1149"/>
                    <a:gd name="T72" fmla="*/ 0 w 2863"/>
                    <a:gd name="T73" fmla="*/ 0 h 1149"/>
                    <a:gd name="T74" fmla="*/ 0 w 2863"/>
                    <a:gd name="T75" fmla="*/ 0 h 1149"/>
                    <a:gd name="T76" fmla="*/ 0 w 2863"/>
                    <a:gd name="T77" fmla="*/ 0 h 1149"/>
                    <a:gd name="T78" fmla="*/ 0 w 2863"/>
                    <a:gd name="T79" fmla="*/ 0 h 1149"/>
                    <a:gd name="T80" fmla="*/ 0 w 2863"/>
                    <a:gd name="T81" fmla="*/ 0 h 1149"/>
                    <a:gd name="T82" fmla="*/ 0 w 2863"/>
                    <a:gd name="T83" fmla="*/ 0 h 1149"/>
                    <a:gd name="T84" fmla="*/ 0 w 2863"/>
                    <a:gd name="T85" fmla="*/ 0 h 1149"/>
                    <a:gd name="T86" fmla="*/ 0 w 2863"/>
                    <a:gd name="T87" fmla="*/ 0 h 1149"/>
                    <a:gd name="T88" fmla="*/ 0 w 2863"/>
                    <a:gd name="T89" fmla="*/ 0 h 1149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863"/>
                    <a:gd name="T136" fmla="*/ 0 h 1149"/>
                    <a:gd name="T137" fmla="*/ 2863 w 2863"/>
                    <a:gd name="T138" fmla="*/ 1149 h 1149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863" h="1149">
                      <a:moveTo>
                        <a:pt x="191" y="0"/>
                      </a:moveTo>
                      <a:lnTo>
                        <a:pt x="171" y="2"/>
                      </a:lnTo>
                      <a:lnTo>
                        <a:pt x="153" y="4"/>
                      </a:lnTo>
                      <a:lnTo>
                        <a:pt x="117" y="16"/>
                      </a:lnTo>
                      <a:lnTo>
                        <a:pt x="84" y="32"/>
                      </a:lnTo>
                      <a:lnTo>
                        <a:pt x="56" y="56"/>
                      </a:lnTo>
                      <a:lnTo>
                        <a:pt x="32" y="84"/>
                      </a:lnTo>
                      <a:lnTo>
                        <a:pt x="16" y="118"/>
                      </a:lnTo>
                      <a:lnTo>
                        <a:pt x="4" y="154"/>
                      </a:lnTo>
                      <a:lnTo>
                        <a:pt x="2" y="172"/>
                      </a:lnTo>
                      <a:lnTo>
                        <a:pt x="0" y="192"/>
                      </a:lnTo>
                      <a:lnTo>
                        <a:pt x="0" y="958"/>
                      </a:lnTo>
                      <a:lnTo>
                        <a:pt x="2" y="978"/>
                      </a:lnTo>
                      <a:lnTo>
                        <a:pt x="4" y="996"/>
                      </a:lnTo>
                      <a:lnTo>
                        <a:pt x="16" y="1032"/>
                      </a:lnTo>
                      <a:lnTo>
                        <a:pt x="32" y="1066"/>
                      </a:lnTo>
                      <a:lnTo>
                        <a:pt x="56" y="1094"/>
                      </a:lnTo>
                      <a:lnTo>
                        <a:pt x="84" y="1118"/>
                      </a:lnTo>
                      <a:lnTo>
                        <a:pt x="117" y="1133"/>
                      </a:lnTo>
                      <a:lnTo>
                        <a:pt x="153" y="1145"/>
                      </a:lnTo>
                      <a:lnTo>
                        <a:pt x="171" y="1149"/>
                      </a:lnTo>
                      <a:lnTo>
                        <a:pt x="191" y="1149"/>
                      </a:lnTo>
                      <a:lnTo>
                        <a:pt x="2672" y="1149"/>
                      </a:lnTo>
                      <a:lnTo>
                        <a:pt x="2692" y="1149"/>
                      </a:lnTo>
                      <a:lnTo>
                        <a:pt x="2710" y="1145"/>
                      </a:lnTo>
                      <a:lnTo>
                        <a:pt x="2746" y="1133"/>
                      </a:lnTo>
                      <a:lnTo>
                        <a:pt x="2780" y="1118"/>
                      </a:lnTo>
                      <a:lnTo>
                        <a:pt x="2808" y="1094"/>
                      </a:lnTo>
                      <a:lnTo>
                        <a:pt x="2831" y="1066"/>
                      </a:lnTo>
                      <a:lnTo>
                        <a:pt x="2847" y="1032"/>
                      </a:lnTo>
                      <a:lnTo>
                        <a:pt x="2859" y="996"/>
                      </a:lnTo>
                      <a:lnTo>
                        <a:pt x="2863" y="978"/>
                      </a:lnTo>
                      <a:lnTo>
                        <a:pt x="2863" y="958"/>
                      </a:lnTo>
                      <a:lnTo>
                        <a:pt x="2863" y="192"/>
                      </a:lnTo>
                      <a:lnTo>
                        <a:pt x="2863" y="172"/>
                      </a:lnTo>
                      <a:lnTo>
                        <a:pt x="2859" y="154"/>
                      </a:lnTo>
                      <a:lnTo>
                        <a:pt x="2847" y="118"/>
                      </a:lnTo>
                      <a:lnTo>
                        <a:pt x="2831" y="84"/>
                      </a:lnTo>
                      <a:lnTo>
                        <a:pt x="2808" y="56"/>
                      </a:lnTo>
                      <a:lnTo>
                        <a:pt x="2780" y="32"/>
                      </a:lnTo>
                      <a:lnTo>
                        <a:pt x="2746" y="16"/>
                      </a:lnTo>
                      <a:lnTo>
                        <a:pt x="2710" y="4"/>
                      </a:lnTo>
                      <a:lnTo>
                        <a:pt x="2692" y="2"/>
                      </a:lnTo>
                      <a:lnTo>
                        <a:pt x="2672" y="0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008" name="Rectangle 78">
                  <a:extLst>
                    <a:ext uri="{FF2B5EF4-FFF2-40B4-BE49-F238E27FC236}">
                      <a16:creationId xmlns:a16="http://schemas.microsoft.com/office/drawing/2014/main" id="{E6336F15-98AD-B5F4-77F5-BBF018A0A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10"/>
                  <a:ext cx="926" cy="12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009" name="Rectangle 79">
                  <a:extLst>
                    <a:ext uri="{FF2B5EF4-FFF2-40B4-BE49-F238E27FC236}">
                      <a16:creationId xmlns:a16="http://schemas.microsoft.com/office/drawing/2014/main" id="{A7B1EF4D-8FE0-EED1-52B6-AD19B18330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3" y="1820"/>
                  <a:ext cx="91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Especificações meta</a:t>
                  </a:r>
                  <a:endParaRPr lang="pt-BR" altLang="pt-BR" sz="2000"/>
                </a:p>
              </p:txBody>
            </p:sp>
            <p:grpSp>
              <p:nvGrpSpPr>
                <p:cNvPr id="21010" name="Group 88">
                  <a:extLst>
                    <a:ext uri="{FF2B5EF4-FFF2-40B4-BE49-F238E27FC236}">
                      <a16:creationId xmlns:a16="http://schemas.microsoft.com/office/drawing/2014/main" id="{933868F6-6C91-EF48-F003-57F2114FC1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1" y="2001"/>
                  <a:ext cx="1360" cy="368"/>
                  <a:chOff x="1041" y="2001"/>
                  <a:chExt cx="1360" cy="368"/>
                </a:xfrm>
              </p:grpSpPr>
              <p:sp>
                <p:nvSpPr>
                  <p:cNvPr id="21011" name="Rectangle 80">
                    <a:extLst>
                      <a:ext uri="{FF2B5EF4-FFF2-40B4-BE49-F238E27FC236}">
                        <a16:creationId xmlns:a16="http://schemas.microsoft.com/office/drawing/2014/main" id="{85379991-B338-E56C-02FF-49A65A5D24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2001"/>
                    <a:ext cx="638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012" name="Rectangle 81">
                    <a:extLst>
                      <a:ext uri="{FF2B5EF4-FFF2-40B4-BE49-F238E27FC236}">
                        <a16:creationId xmlns:a16="http://schemas.microsoft.com/office/drawing/2014/main" id="{145DBE12-E072-681A-7514-339E0F9817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2012"/>
                    <a:ext cx="644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Requisitos do </a:t>
                    </a:r>
                    <a:endParaRPr lang="pt-BR" altLang="pt-BR" sz="2000"/>
                  </a:p>
                </p:txBody>
              </p:sp>
              <p:sp>
                <p:nvSpPr>
                  <p:cNvPr id="21013" name="Rectangle 82">
                    <a:extLst>
                      <a:ext uri="{FF2B5EF4-FFF2-40B4-BE49-F238E27FC236}">
                        <a16:creationId xmlns:a16="http://schemas.microsoft.com/office/drawing/2014/main" id="{5DD73144-F2E0-BD2B-3164-5F29EFB43A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127"/>
                    <a:ext cx="39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produto </a:t>
                    </a:r>
                    <a:endParaRPr lang="pt-BR" altLang="pt-BR" sz="2000"/>
                  </a:p>
                </p:txBody>
              </p:sp>
              <p:sp>
                <p:nvSpPr>
                  <p:cNvPr id="21014" name="Rectangle 83">
                    <a:extLst>
                      <a:ext uri="{FF2B5EF4-FFF2-40B4-BE49-F238E27FC236}">
                        <a16:creationId xmlns:a16="http://schemas.microsoft.com/office/drawing/2014/main" id="{3F2D30E0-7780-AAF9-D599-9569E8637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5" y="2241"/>
                    <a:ext cx="55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(valor meta)</a:t>
                    </a:r>
                    <a:endParaRPr lang="pt-BR" altLang="pt-BR" sz="2000"/>
                  </a:p>
                </p:txBody>
              </p:sp>
              <p:sp>
                <p:nvSpPr>
                  <p:cNvPr id="21015" name="Rectangle 84">
                    <a:extLst>
                      <a:ext uri="{FF2B5EF4-FFF2-40B4-BE49-F238E27FC236}">
                        <a16:creationId xmlns:a16="http://schemas.microsoft.com/office/drawing/2014/main" id="{2FF7E448-3069-B1F3-18E9-F507DE77C1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7" y="2001"/>
                    <a:ext cx="621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016" name="Rectangle 85">
                    <a:extLst>
                      <a:ext uri="{FF2B5EF4-FFF2-40B4-BE49-F238E27FC236}">
                        <a16:creationId xmlns:a16="http://schemas.microsoft.com/office/drawing/2014/main" id="{5368E133-1767-F4D2-67E4-B97C5B5E54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5" y="2012"/>
                    <a:ext cx="5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Informações </a:t>
                    </a:r>
                    <a:endParaRPr lang="pt-BR" altLang="pt-BR" sz="2000"/>
                  </a:p>
                </p:txBody>
              </p:sp>
              <p:sp>
                <p:nvSpPr>
                  <p:cNvPr id="21017" name="Rectangle 86">
                    <a:extLst>
                      <a:ext uri="{FF2B5EF4-FFF2-40B4-BE49-F238E27FC236}">
                        <a16:creationId xmlns:a16="http://schemas.microsoft.com/office/drawing/2014/main" id="{954857E5-F92E-6A06-4878-ECE8AE8D2F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6" y="2127"/>
                    <a:ext cx="490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adicionais </a:t>
                    </a:r>
                    <a:endParaRPr lang="pt-BR" altLang="pt-BR" sz="2000"/>
                  </a:p>
                </p:txBody>
              </p:sp>
              <p:sp>
                <p:nvSpPr>
                  <p:cNvPr id="21018" name="Rectangle 87">
                    <a:extLst>
                      <a:ext uri="{FF2B5EF4-FFF2-40B4-BE49-F238E27FC236}">
                        <a16:creationId xmlns:a16="http://schemas.microsoft.com/office/drawing/2014/main" id="{D77E441D-595B-7360-4243-B9813A5FD9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241"/>
                    <a:ext cx="51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qualitativas</a:t>
                    </a:r>
                    <a:endParaRPr lang="pt-BR" altLang="pt-BR" sz="2000"/>
                  </a:p>
                </p:txBody>
              </p:sp>
            </p:grpSp>
          </p:grpSp>
          <p:sp>
            <p:nvSpPr>
              <p:cNvPr id="20940" name="Rectangle 90">
                <a:extLst>
                  <a:ext uri="{FF2B5EF4-FFF2-40B4-BE49-F238E27FC236}">
                    <a16:creationId xmlns:a16="http://schemas.microsoft.com/office/drawing/2014/main" id="{EA1BE98A-EA76-9755-D45D-DD44A44BD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41" name="Rectangle 91">
                <a:extLst>
                  <a:ext uri="{FF2B5EF4-FFF2-40B4-BE49-F238E27FC236}">
                    <a16:creationId xmlns:a16="http://schemas.microsoft.com/office/drawing/2014/main" id="{EF1AF8C0-78D0-83FD-DA7C-758211DEA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0942" name="Rectangle 92">
                <a:extLst>
                  <a:ext uri="{FF2B5EF4-FFF2-40B4-BE49-F238E27FC236}">
                    <a16:creationId xmlns:a16="http://schemas.microsoft.com/office/drawing/2014/main" id="{1AD69C30-4120-511B-B175-A21692F4B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0943" name="Rectangle 93">
                <a:extLst>
                  <a:ext uri="{FF2B5EF4-FFF2-40B4-BE49-F238E27FC236}">
                    <a16:creationId xmlns:a16="http://schemas.microsoft.com/office/drawing/2014/main" id="{212527C8-453B-F683-248A-516BEBC8A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0944" name="Rectangle 94">
                <a:extLst>
                  <a:ext uri="{FF2B5EF4-FFF2-40B4-BE49-F238E27FC236}">
                    <a16:creationId xmlns:a16="http://schemas.microsoft.com/office/drawing/2014/main" id="{B0C75427-711B-25A1-CCEB-6F0E18BC5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0945" name="Rectangle 95">
                <a:extLst>
                  <a:ext uri="{FF2B5EF4-FFF2-40B4-BE49-F238E27FC236}">
                    <a16:creationId xmlns:a16="http://schemas.microsoft.com/office/drawing/2014/main" id="{CD6439EC-4328-45AF-897C-D61388E95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46" name="Rectangle 96">
                <a:extLst>
                  <a:ext uri="{FF2B5EF4-FFF2-40B4-BE49-F238E27FC236}">
                    <a16:creationId xmlns:a16="http://schemas.microsoft.com/office/drawing/2014/main" id="{E7B20B95-0AC0-F60E-C811-FE720DFBF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0947" name="Rectangle 97">
                <a:extLst>
                  <a:ext uri="{FF2B5EF4-FFF2-40B4-BE49-F238E27FC236}">
                    <a16:creationId xmlns:a16="http://schemas.microsoft.com/office/drawing/2014/main" id="{4AA41F29-4711-E8E8-2D1A-EB64E5881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0948" name="Rectangle 98">
                <a:extLst>
                  <a:ext uri="{FF2B5EF4-FFF2-40B4-BE49-F238E27FC236}">
                    <a16:creationId xmlns:a16="http://schemas.microsoft.com/office/drawing/2014/main" id="{A6B3CBD4-DEA8-99CD-C3C5-56A5CD84A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0949" name="Rectangle 99">
                <a:extLst>
                  <a:ext uri="{FF2B5EF4-FFF2-40B4-BE49-F238E27FC236}">
                    <a16:creationId xmlns:a16="http://schemas.microsoft.com/office/drawing/2014/main" id="{01BEA5C0-4A39-54C2-9E6B-516F29023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50" name="Rectangle 100">
                <a:extLst>
                  <a:ext uri="{FF2B5EF4-FFF2-40B4-BE49-F238E27FC236}">
                    <a16:creationId xmlns:a16="http://schemas.microsoft.com/office/drawing/2014/main" id="{A6BA954A-F3C0-E2CD-B5BC-84EFE2F588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0951" name="Rectangle 101">
                <a:extLst>
                  <a:ext uri="{FF2B5EF4-FFF2-40B4-BE49-F238E27FC236}">
                    <a16:creationId xmlns:a16="http://schemas.microsoft.com/office/drawing/2014/main" id="{4E645CC1-7406-8911-F667-01305589F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0952" name="Group 104">
                <a:extLst>
                  <a:ext uri="{FF2B5EF4-FFF2-40B4-BE49-F238E27FC236}">
                    <a16:creationId xmlns:a16="http://schemas.microsoft.com/office/drawing/2014/main" id="{89539EA7-61ED-1274-447C-7D1149A5B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1005" name="Line 102">
                  <a:extLst>
                    <a:ext uri="{FF2B5EF4-FFF2-40B4-BE49-F238E27FC236}">
                      <a16:creationId xmlns:a16="http://schemas.microsoft.com/office/drawing/2014/main" id="{10C944B5-7BD6-747C-386D-78D7F566A0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006" name="Freeform 103">
                  <a:extLst>
                    <a:ext uri="{FF2B5EF4-FFF2-40B4-BE49-F238E27FC236}">
                      <a16:creationId xmlns:a16="http://schemas.microsoft.com/office/drawing/2014/main" id="{D0D5BF8D-382C-A0F9-1A2A-95B584C04C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3" name="Group 107">
                <a:extLst>
                  <a:ext uri="{FF2B5EF4-FFF2-40B4-BE49-F238E27FC236}">
                    <a16:creationId xmlns:a16="http://schemas.microsoft.com/office/drawing/2014/main" id="{F04D58D1-C10F-F1BC-F05A-CF3924E6D7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1003" name="Line 105">
                  <a:extLst>
                    <a:ext uri="{FF2B5EF4-FFF2-40B4-BE49-F238E27FC236}">
                      <a16:creationId xmlns:a16="http://schemas.microsoft.com/office/drawing/2014/main" id="{16AF16ED-F528-5114-CDBA-178CA36B7B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004" name="Freeform 106">
                  <a:extLst>
                    <a:ext uri="{FF2B5EF4-FFF2-40B4-BE49-F238E27FC236}">
                      <a16:creationId xmlns:a16="http://schemas.microsoft.com/office/drawing/2014/main" id="{4C690959-D8EE-263F-2F61-CB21867B91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4" name="Group 110">
                <a:extLst>
                  <a:ext uri="{FF2B5EF4-FFF2-40B4-BE49-F238E27FC236}">
                    <a16:creationId xmlns:a16="http://schemas.microsoft.com/office/drawing/2014/main" id="{B267359D-2236-24E2-D36D-91765E82D6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1001" name="Line 108">
                  <a:extLst>
                    <a:ext uri="{FF2B5EF4-FFF2-40B4-BE49-F238E27FC236}">
                      <a16:creationId xmlns:a16="http://schemas.microsoft.com/office/drawing/2014/main" id="{EB5DDC6B-DBD3-B29C-5BCC-0991D66EBE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002" name="Freeform 109">
                  <a:extLst>
                    <a:ext uri="{FF2B5EF4-FFF2-40B4-BE49-F238E27FC236}">
                      <a16:creationId xmlns:a16="http://schemas.microsoft.com/office/drawing/2014/main" id="{094318D0-6C49-2BE1-A148-9668864972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5" name="Group 113">
                <a:extLst>
                  <a:ext uri="{FF2B5EF4-FFF2-40B4-BE49-F238E27FC236}">
                    <a16:creationId xmlns:a16="http://schemas.microsoft.com/office/drawing/2014/main" id="{B7DE9239-B323-768D-C18D-6D26A8D59F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0999" name="Line 111">
                  <a:extLst>
                    <a:ext uri="{FF2B5EF4-FFF2-40B4-BE49-F238E27FC236}">
                      <a16:creationId xmlns:a16="http://schemas.microsoft.com/office/drawing/2014/main" id="{8C20314C-ED46-0DAC-4626-AB3744C9D5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000" name="Freeform 112">
                  <a:extLst>
                    <a:ext uri="{FF2B5EF4-FFF2-40B4-BE49-F238E27FC236}">
                      <a16:creationId xmlns:a16="http://schemas.microsoft.com/office/drawing/2014/main" id="{82EF0999-3453-EF66-9B1D-D743BCCA44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6" name="Group 116">
                <a:extLst>
                  <a:ext uri="{FF2B5EF4-FFF2-40B4-BE49-F238E27FC236}">
                    <a16:creationId xmlns:a16="http://schemas.microsoft.com/office/drawing/2014/main" id="{0E1D331F-A2D0-E623-CF49-8C3D03FE6B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0997" name="Line 114">
                  <a:extLst>
                    <a:ext uri="{FF2B5EF4-FFF2-40B4-BE49-F238E27FC236}">
                      <a16:creationId xmlns:a16="http://schemas.microsoft.com/office/drawing/2014/main" id="{9C7EA417-8521-D502-10B2-06ACA065DB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98" name="Freeform 115">
                  <a:extLst>
                    <a:ext uri="{FF2B5EF4-FFF2-40B4-BE49-F238E27FC236}">
                      <a16:creationId xmlns:a16="http://schemas.microsoft.com/office/drawing/2014/main" id="{ABEEF659-4727-19EB-83BD-4CBD07B5B6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7" name="Group 119">
                <a:extLst>
                  <a:ext uri="{FF2B5EF4-FFF2-40B4-BE49-F238E27FC236}">
                    <a16:creationId xmlns:a16="http://schemas.microsoft.com/office/drawing/2014/main" id="{53A52D75-6E6E-4416-0E20-0D974DD06F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0995" name="Line 117">
                  <a:extLst>
                    <a:ext uri="{FF2B5EF4-FFF2-40B4-BE49-F238E27FC236}">
                      <a16:creationId xmlns:a16="http://schemas.microsoft.com/office/drawing/2014/main" id="{2133346D-5646-72E4-73B0-45D63C852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96" name="Freeform 118">
                  <a:extLst>
                    <a:ext uri="{FF2B5EF4-FFF2-40B4-BE49-F238E27FC236}">
                      <a16:creationId xmlns:a16="http://schemas.microsoft.com/office/drawing/2014/main" id="{E0C7A9DF-5123-EF04-C387-BAE2311D5E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8" name="Group 122">
                <a:extLst>
                  <a:ext uri="{FF2B5EF4-FFF2-40B4-BE49-F238E27FC236}">
                    <a16:creationId xmlns:a16="http://schemas.microsoft.com/office/drawing/2014/main" id="{6595B4BA-ACBD-50BE-3DBD-A196767EC8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0993" name="Freeform 120">
                  <a:extLst>
                    <a:ext uri="{FF2B5EF4-FFF2-40B4-BE49-F238E27FC236}">
                      <a16:creationId xmlns:a16="http://schemas.microsoft.com/office/drawing/2014/main" id="{8FDFE6CA-19E9-3983-424B-46B5CD264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94" name="Freeform 121">
                  <a:extLst>
                    <a:ext uri="{FF2B5EF4-FFF2-40B4-BE49-F238E27FC236}">
                      <a16:creationId xmlns:a16="http://schemas.microsoft.com/office/drawing/2014/main" id="{D41F230D-52BE-3EAC-10BC-840F6CAE2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59" name="Group 125">
                <a:extLst>
                  <a:ext uri="{FF2B5EF4-FFF2-40B4-BE49-F238E27FC236}">
                    <a16:creationId xmlns:a16="http://schemas.microsoft.com/office/drawing/2014/main" id="{3108BB8B-F396-47D1-E7EA-4801E5DA52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0991" name="Freeform 123">
                  <a:extLst>
                    <a:ext uri="{FF2B5EF4-FFF2-40B4-BE49-F238E27FC236}">
                      <a16:creationId xmlns:a16="http://schemas.microsoft.com/office/drawing/2014/main" id="{3BB175BB-A3E4-F054-47B3-087877C42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92" name="Freeform 124">
                  <a:extLst>
                    <a:ext uri="{FF2B5EF4-FFF2-40B4-BE49-F238E27FC236}">
                      <a16:creationId xmlns:a16="http://schemas.microsoft.com/office/drawing/2014/main" id="{CE39B06E-A6F5-6A50-E59C-64E6361D0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60" name="Group 128">
                <a:extLst>
                  <a:ext uri="{FF2B5EF4-FFF2-40B4-BE49-F238E27FC236}">
                    <a16:creationId xmlns:a16="http://schemas.microsoft.com/office/drawing/2014/main" id="{1F574A7B-B454-EECC-BFC4-5942B0A9B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0989" name="Freeform 126">
                  <a:extLst>
                    <a:ext uri="{FF2B5EF4-FFF2-40B4-BE49-F238E27FC236}">
                      <a16:creationId xmlns:a16="http://schemas.microsoft.com/office/drawing/2014/main" id="{B6991A7C-677B-1990-7554-7773B1F841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90" name="Freeform 127">
                  <a:extLst>
                    <a:ext uri="{FF2B5EF4-FFF2-40B4-BE49-F238E27FC236}">
                      <a16:creationId xmlns:a16="http://schemas.microsoft.com/office/drawing/2014/main" id="{E46DEAB6-1356-9DEA-C286-9F05507551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61" name="Group 131">
                <a:extLst>
                  <a:ext uri="{FF2B5EF4-FFF2-40B4-BE49-F238E27FC236}">
                    <a16:creationId xmlns:a16="http://schemas.microsoft.com/office/drawing/2014/main" id="{AE058B2B-33F5-8C14-F21E-16C5BBE469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0987" name="Line 129">
                  <a:extLst>
                    <a:ext uri="{FF2B5EF4-FFF2-40B4-BE49-F238E27FC236}">
                      <a16:creationId xmlns:a16="http://schemas.microsoft.com/office/drawing/2014/main" id="{22734AD4-0FEB-4802-4288-996EAB2A75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88" name="Freeform 130">
                  <a:extLst>
                    <a:ext uri="{FF2B5EF4-FFF2-40B4-BE49-F238E27FC236}">
                      <a16:creationId xmlns:a16="http://schemas.microsoft.com/office/drawing/2014/main" id="{3ECAAF69-6981-BA09-F4C2-ACA539F053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62" name="Group 134">
                <a:extLst>
                  <a:ext uri="{FF2B5EF4-FFF2-40B4-BE49-F238E27FC236}">
                    <a16:creationId xmlns:a16="http://schemas.microsoft.com/office/drawing/2014/main" id="{6806B2AC-A123-577E-62CD-98CA891E85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0985" name="Line 132">
                  <a:extLst>
                    <a:ext uri="{FF2B5EF4-FFF2-40B4-BE49-F238E27FC236}">
                      <a16:creationId xmlns:a16="http://schemas.microsoft.com/office/drawing/2014/main" id="{726A3538-C1B4-AF37-8408-ECE055EFA2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86" name="Freeform 133">
                  <a:extLst>
                    <a:ext uri="{FF2B5EF4-FFF2-40B4-BE49-F238E27FC236}">
                      <a16:creationId xmlns:a16="http://schemas.microsoft.com/office/drawing/2014/main" id="{DC8BF4B6-CF91-DB6B-6189-226B21E33C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63" name="Group 137">
                <a:extLst>
                  <a:ext uri="{FF2B5EF4-FFF2-40B4-BE49-F238E27FC236}">
                    <a16:creationId xmlns:a16="http://schemas.microsoft.com/office/drawing/2014/main" id="{0E6C2AB0-6B90-BEF6-9D0F-17BBF8A7C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0983" name="Line 135">
                  <a:extLst>
                    <a:ext uri="{FF2B5EF4-FFF2-40B4-BE49-F238E27FC236}">
                      <a16:creationId xmlns:a16="http://schemas.microsoft.com/office/drawing/2014/main" id="{A25EE5A9-F811-3803-01BA-48B1B45BAF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84" name="Freeform 136">
                  <a:extLst>
                    <a:ext uri="{FF2B5EF4-FFF2-40B4-BE49-F238E27FC236}">
                      <a16:creationId xmlns:a16="http://schemas.microsoft.com/office/drawing/2014/main" id="{080E4EA9-576D-5C55-8963-453C2DE0C0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64" name="Group 140">
                <a:extLst>
                  <a:ext uri="{FF2B5EF4-FFF2-40B4-BE49-F238E27FC236}">
                    <a16:creationId xmlns:a16="http://schemas.microsoft.com/office/drawing/2014/main" id="{8F4CD596-5DBF-594D-10CF-F13417DB6F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0981" name="Line 138">
                  <a:extLst>
                    <a:ext uri="{FF2B5EF4-FFF2-40B4-BE49-F238E27FC236}">
                      <a16:creationId xmlns:a16="http://schemas.microsoft.com/office/drawing/2014/main" id="{24AB6B55-5EA0-0D06-E213-B8D3DBD58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82" name="Freeform 139">
                  <a:extLst>
                    <a:ext uri="{FF2B5EF4-FFF2-40B4-BE49-F238E27FC236}">
                      <a16:creationId xmlns:a16="http://schemas.microsoft.com/office/drawing/2014/main" id="{7E9F2B00-478F-3D61-4444-D7F5CBAC5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0965" name="Rectangle 141">
                <a:extLst>
                  <a:ext uri="{FF2B5EF4-FFF2-40B4-BE49-F238E27FC236}">
                    <a16:creationId xmlns:a16="http://schemas.microsoft.com/office/drawing/2014/main" id="{A448E1F3-79DD-AFB5-E451-AE42CAB3C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66" name="Rectangle 142">
                <a:extLst>
                  <a:ext uri="{FF2B5EF4-FFF2-40B4-BE49-F238E27FC236}">
                    <a16:creationId xmlns:a16="http://schemas.microsoft.com/office/drawing/2014/main" id="{CDE3E4C8-871F-4C64-237F-0F8C52455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0967" name="Rectangle 143">
                <a:extLst>
                  <a:ext uri="{FF2B5EF4-FFF2-40B4-BE49-F238E27FC236}">
                    <a16:creationId xmlns:a16="http://schemas.microsoft.com/office/drawing/2014/main" id="{9A9CAAEE-2462-AE95-8031-B58E9D671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0968" name="Rectangle 144">
                <a:extLst>
                  <a:ext uri="{FF2B5EF4-FFF2-40B4-BE49-F238E27FC236}">
                    <a16:creationId xmlns:a16="http://schemas.microsoft.com/office/drawing/2014/main" id="{90E62422-0C50-F22E-CB62-B5A84EE5F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969" name="Rectangle 145">
                <a:extLst>
                  <a:ext uri="{FF2B5EF4-FFF2-40B4-BE49-F238E27FC236}">
                    <a16:creationId xmlns:a16="http://schemas.microsoft.com/office/drawing/2014/main" id="{40205662-DE8A-7E07-3902-6111C7C11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0970" name="Rectangle 146">
                <a:extLst>
                  <a:ext uri="{FF2B5EF4-FFF2-40B4-BE49-F238E27FC236}">
                    <a16:creationId xmlns:a16="http://schemas.microsoft.com/office/drawing/2014/main" id="{0CA08DDB-D4A1-9A69-5FFC-6BEF53FDD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0971" name="Rectangle 147">
                <a:extLst>
                  <a:ext uri="{FF2B5EF4-FFF2-40B4-BE49-F238E27FC236}">
                    <a16:creationId xmlns:a16="http://schemas.microsoft.com/office/drawing/2014/main" id="{DBC920DD-B0BD-0368-459C-8526012CE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0972" name="Group 150">
                <a:extLst>
                  <a:ext uri="{FF2B5EF4-FFF2-40B4-BE49-F238E27FC236}">
                    <a16:creationId xmlns:a16="http://schemas.microsoft.com/office/drawing/2014/main" id="{AD80874B-0B4E-19A2-75F7-9C80A3B154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0979" name="Freeform 148">
                  <a:extLst>
                    <a:ext uri="{FF2B5EF4-FFF2-40B4-BE49-F238E27FC236}">
                      <a16:creationId xmlns:a16="http://schemas.microsoft.com/office/drawing/2014/main" id="{94E1AECB-1CE7-21DF-5D58-BD4600D2DC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80" name="Freeform 149">
                  <a:extLst>
                    <a:ext uri="{FF2B5EF4-FFF2-40B4-BE49-F238E27FC236}">
                      <a16:creationId xmlns:a16="http://schemas.microsoft.com/office/drawing/2014/main" id="{4CD85EF1-1B65-E627-6434-803A7BF249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73" name="Group 153">
                <a:extLst>
                  <a:ext uri="{FF2B5EF4-FFF2-40B4-BE49-F238E27FC236}">
                    <a16:creationId xmlns:a16="http://schemas.microsoft.com/office/drawing/2014/main" id="{3EA329FA-1C45-1102-EB7F-6AF9228893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0977" name="Freeform 151">
                  <a:extLst>
                    <a:ext uri="{FF2B5EF4-FFF2-40B4-BE49-F238E27FC236}">
                      <a16:creationId xmlns:a16="http://schemas.microsoft.com/office/drawing/2014/main" id="{424485DA-D75E-68B9-B339-635E877182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78" name="Freeform 152">
                  <a:extLst>
                    <a:ext uri="{FF2B5EF4-FFF2-40B4-BE49-F238E27FC236}">
                      <a16:creationId xmlns:a16="http://schemas.microsoft.com/office/drawing/2014/main" id="{15D93811-566F-3338-B850-B3A59A946D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974" name="Group 156">
                <a:extLst>
                  <a:ext uri="{FF2B5EF4-FFF2-40B4-BE49-F238E27FC236}">
                    <a16:creationId xmlns:a16="http://schemas.microsoft.com/office/drawing/2014/main" id="{B9866893-25CA-BCD1-3079-268C91515C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0975" name="Freeform 154">
                  <a:extLst>
                    <a:ext uri="{FF2B5EF4-FFF2-40B4-BE49-F238E27FC236}">
                      <a16:creationId xmlns:a16="http://schemas.microsoft.com/office/drawing/2014/main" id="{90D3FBE1-FEA7-78A5-392C-0FA4E0A4EE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976" name="Freeform 155">
                  <a:extLst>
                    <a:ext uri="{FF2B5EF4-FFF2-40B4-BE49-F238E27FC236}">
                      <a16:creationId xmlns:a16="http://schemas.microsoft.com/office/drawing/2014/main" id="{BA177A1B-806B-F34E-EB0A-6DF2F5F80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20487" name="Rectangle 158">
              <a:extLst>
                <a:ext uri="{FF2B5EF4-FFF2-40B4-BE49-F238E27FC236}">
                  <a16:creationId xmlns:a16="http://schemas.microsoft.com/office/drawing/2014/main" id="{7995D5F4-1D95-D3C9-3C68-5E837760B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423"/>
              <a:ext cx="860" cy="390"/>
            </a:xfrm>
            <a:prstGeom prst="rect">
              <a:avLst/>
            </a:prstGeom>
            <a:solidFill>
              <a:srgbClr val="EAEAEA"/>
            </a:solidFill>
            <a:ln w="24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88" name="Rectangle 159">
              <a:extLst>
                <a:ext uri="{FF2B5EF4-FFF2-40B4-BE49-F238E27FC236}">
                  <a16:creationId xmlns:a16="http://schemas.microsoft.com/office/drawing/2014/main" id="{785B7F10-18B6-0D06-5685-B6D4F9FF2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469"/>
              <a:ext cx="535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Projeto </a:t>
              </a:r>
              <a:endParaRPr lang="pt-BR" altLang="pt-BR" sz="2000"/>
            </a:p>
          </p:txBody>
        </p:sp>
        <p:sp>
          <p:nvSpPr>
            <p:cNvPr id="20489" name="Rectangle 160">
              <a:extLst>
                <a:ext uri="{FF2B5EF4-FFF2-40B4-BE49-F238E27FC236}">
                  <a16:creationId xmlns:a16="http://schemas.microsoft.com/office/drawing/2014/main" id="{EB1D5582-4288-FF07-5859-EE514A4BC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1623"/>
              <a:ext cx="71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Conceitual</a:t>
              </a:r>
              <a:endParaRPr lang="pt-BR" altLang="pt-BR" sz="2000"/>
            </a:p>
          </p:txBody>
        </p:sp>
        <p:sp>
          <p:nvSpPr>
            <p:cNvPr id="20490" name="Freeform 161">
              <a:extLst>
                <a:ext uri="{FF2B5EF4-FFF2-40B4-BE49-F238E27FC236}">
                  <a16:creationId xmlns:a16="http://schemas.microsoft.com/office/drawing/2014/main" id="{07CAA597-9359-F2BE-9F86-10E4FA86A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1" name="Freeform 162">
              <a:extLst>
                <a:ext uri="{FF2B5EF4-FFF2-40B4-BE49-F238E27FC236}">
                  <a16:creationId xmlns:a16="http://schemas.microsoft.com/office/drawing/2014/main" id="{A85806D0-F6BF-970E-96C9-22FE2EF8B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2" name="Freeform 163">
              <a:extLst>
                <a:ext uri="{FF2B5EF4-FFF2-40B4-BE49-F238E27FC236}">
                  <a16:creationId xmlns:a16="http://schemas.microsoft.com/office/drawing/2014/main" id="{7642527F-DFC4-48EC-2A9F-6BC837953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493" name="Rectangle 164">
              <a:extLst>
                <a:ext uri="{FF2B5EF4-FFF2-40B4-BE49-F238E27FC236}">
                  <a16:creationId xmlns:a16="http://schemas.microsoft.com/office/drawing/2014/main" id="{2FB5459B-247C-E0E7-A288-F321761F6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4" name="Rectangle 165">
              <a:extLst>
                <a:ext uri="{FF2B5EF4-FFF2-40B4-BE49-F238E27FC236}">
                  <a16:creationId xmlns:a16="http://schemas.microsoft.com/office/drawing/2014/main" id="{E3565EB9-2EEC-7D83-7A63-AF8DD408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0495" name="Rectangle 166">
              <a:extLst>
                <a:ext uri="{FF2B5EF4-FFF2-40B4-BE49-F238E27FC236}">
                  <a16:creationId xmlns:a16="http://schemas.microsoft.com/office/drawing/2014/main" id="{DCEFF37B-FF49-7538-7A13-3535F3BF7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0496" name="Rectangle 167">
              <a:extLst>
                <a:ext uri="{FF2B5EF4-FFF2-40B4-BE49-F238E27FC236}">
                  <a16:creationId xmlns:a16="http://schemas.microsoft.com/office/drawing/2014/main" id="{1529A11B-3B5A-C668-217B-C11A8799D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7" name="Rectangle 168">
              <a:extLst>
                <a:ext uri="{FF2B5EF4-FFF2-40B4-BE49-F238E27FC236}">
                  <a16:creationId xmlns:a16="http://schemas.microsoft.com/office/drawing/2014/main" id="{95FE56DF-0059-88AC-AF3F-8D064E690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0498" name="Rectangle 169">
              <a:extLst>
                <a:ext uri="{FF2B5EF4-FFF2-40B4-BE49-F238E27FC236}">
                  <a16:creationId xmlns:a16="http://schemas.microsoft.com/office/drawing/2014/main" id="{4539B7F4-F73B-06CA-FAF8-974B6B16D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0499" name="Rectangle 170">
              <a:extLst>
                <a:ext uri="{FF2B5EF4-FFF2-40B4-BE49-F238E27FC236}">
                  <a16:creationId xmlns:a16="http://schemas.microsoft.com/office/drawing/2014/main" id="{5954F662-399C-5AAC-1578-A3D4EE139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0500" name="Rectangle 171">
              <a:extLst>
                <a:ext uri="{FF2B5EF4-FFF2-40B4-BE49-F238E27FC236}">
                  <a16:creationId xmlns:a16="http://schemas.microsoft.com/office/drawing/2014/main" id="{0A0C3997-9722-79FE-730D-9D403E452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01" name="Rectangle 172">
              <a:extLst>
                <a:ext uri="{FF2B5EF4-FFF2-40B4-BE49-F238E27FC236}">
                  <a16:creationId xmlns:a16="http://schemas.microsoft.com/office/drawing/2014/main" id="{49746316-B89D-7174-BF24-08B316445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0502" name="Rectangle 173">
              <a:extLst>
                <a:ext uri="{FF2B5EF4-FFF2-40B4-BE49-F238E27FC236}">
                  <a16:creationId xmlns:a16="http://schemas.microsoft.com/office/drawing/2014/main" id="{63B677A9-5ADB-3C89-8772-21A474F6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0503" name="Rectangle 174">
              <a:extLst>
                <a:ext uri="{FF2B5EF4-FFF2-40B4-BE49-F238E27FC236}">
                  <a16:creationId xmlns:a16="http://schemas.microsoft.com/office/drawing/2014/main" id="{08B9FC86-9613-9C27-C394-2C4AE446C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0504" name="Rectangle 175">
              <a:extLst>
                <a:ext uri="{FF2B5EF4-FFF2-40B4-BE49-F238E27FC236}">
                  <a16:creationId xmlns:a16="http://schemas.microsoft.com/office/drawing/2014/main" id="{7B16DC1C-FF85-7D86-658C-2703D3E86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05" name="Rectangle 176">
              <a:extLst>
                <a:ext uri="{FF2B5EF4-FFF2-40B4-BE49-F238E27FC236}">
                  <a16:creationId xmlns:a16="http://schemas.microsoft.com/office/drawing/2014/main" id="{4BF0898C-620A-4674-C318-593250C0C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0506" name="Rectangle 177">
              <a:extLst>
                <a:ext uri="{FF2B5EF4-FFF2-40B4-BE49-F238E27FC236}">
                  <a16:creationId xmlns:a16="http://schemas.microsoft.com/office/drawing/2014/main" id="{20AFE1AE-932D-0D3E-9FF2-0CA86DC5E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0507" name="Rectangle 178">
              <a:extLst>
                <a:ext uri="{FF2B5EF4-FFF2-40B4-BE49-F238E27FC236}">
                  <a16:creationId xmlns:a16="http://schemas.microsoft.com/office/drawing/2014/main" id="{6FAABDB1-C322-2B9D-9D1F-B2AAF160D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0508" name="Rectangle 179">
              <a:extLst>
                <a:ext uri="{FF2B5EF4-FFF2-40B4-BE49-F238E27FC236}">
                  <a16:creationId xmlns:a16="http://schemas.microsoft.com/office/drawing/2014/main" id="{2E0C4D98-7891-4E42-F22D-7A07B58F2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09" name="Rectangle 180">
              <a:extLst>
                <a:ext uri="{FF2B5EF4-FFF2-40B4-BE49-F238E27FC236}">
                  <a16:creationId xmlns:a16="http://schemas.microsoft.com/office/drawing/2014/main" id="{F3213C2B-2EB8-146E-36BB-FC2826F79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0510" name="Rectangle 181">
              <a:extLst>
                <a:ext uri="{FF2B5EF4-FFF2-40B4-BE49-F238E27FC236}">
                  <a16:creationId xmlns:a16="http://schemas.microsoft.com/office/drawing/2014/main" id="{8038DEB3-B162-3C38-A87B-20968E9A9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11" name="Rectangle 182">
              <a:extLst>
                <a:ext uri="{FF2B5EF4-FFF2-40B4-BE49-F238E27FC236}">
                  <a16:creationId xmlns:a16="http://schemas.microsoft.com/office/drawing/2014/main" id="{CF0D5740-C93F-C868-CF85-A2B59ED6B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0512" name="Rectangle 183">
              <a:extLst>
                <a:ext uri="{FF2B5EF4-FFF2-40B4-BE49-F238E27FC236}">
                  <a16:creationId xmlns:a16="http://schemas.microsoft.com/office/drawing/2014/main" id="{0E54DCB3-4A0F-017D-0D1F-B5B2DFDD2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0513" name="Rectangle 184">
              <a:extLst>
                <a:ext uri="{FF2B5EF4-FFF2-40B4-BE49-F238E27FC236}">
                  <a16:creationId xmlns:a16="http://schemas.microsoft.com/office/drawing/2014/main" id="{C2BDDDB9-3776-DA43-72E7-7165799BC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14" name="Rectangle 185">
              <a:extLst>
                <a:ext uri="{FF2B5EF4-FFF2-40B4-BE49-F238E27FC236}">
                  <a16:creationId xmlns:a16="http://schemas.microsoft.com/office/drawing/2014/main" id="{53924935-23C6-E22F-C815-9EBD9AB75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0515" name="Rectangle 186">
              <a:extLst>
                <a:ext uri="{FF2B5EF4-FFF2-40B4-BE49-F238E27FC236}">
                  <a16:creationId xmlns:a16="http://schemas.microsoft.com/office/drawing/2014/main" id="{680F1775-97A2-0B13-806E-4081197C3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0516" name="Rectangle 187">
              <a:extLst>
                <a:ext uri="{FF2B5EF4-FFF2-40B4-BE49-F238E27FC236}">
                  <a16:creationId xmlns:a16="http://schemas.microsoft.com/office/drawing/2014/main" id="{799B39AE-F385-4FDA-CA6F-0FA4319CD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17" name="Rectangle 188">
              <a:extLst>
                <a:ext uri="{FF2B5EF4-FFF2-40B4-BE49-F238E27FC236}">
                  <a16:creationId xmlns:a16="http://schemas.microsoft.com/office/drawing/2014/main" id="{3F50751F-B7FF-B547-BCB6-AA3C9F62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0518" name="Rectangle 189">
              <a:extLst>
                <a:ext uri="{FF2B5EF4-FFF2-40B4-BE49-F238E27FC236}">
                  <a16:creationId xmlns:a16="http://schemas.microsoft.com/office/drawing/2014/main" id="{4C86B7BE-BE11-0F14-6DDF-1C83130D3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0519" name="Rectangle 190">
              <a:extLst>
                <a:ext uri="{FF2B5EF4-FFF2-40B4-BE49-F238E27FC236}">
                  <a16:creationId xmlns:a16="http://schemas.microsoft.com/office/drawing/2014/main" id="{EBF202C4-D5BC-858F-4D54-29F4C3C9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20" name="Rectangle 191">
              <a:extLst>
                <a:ext uri="{FF2B5EF4-FFF2-40B4-BE49-F238E27FC236}">
                  <a16:creationId xmlns:a16="http://schemas.microsoft.com/office/drawing/2014/main" id="{581C65C5-C378-E322-72C0-E27157D26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0521" name="Rectangle 192">
              <a:extLst>
                <a:ext uri="{FF2B5EF4-FFF2-40B4-BE49-F238E27FC236}">
                  <a16:creationId xmlns:a16="http://schemas.microsoft.com/office/drawing/2014/main" id="{9FF6FB24-541E-CC65-E6F5-E294575C2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grpSp>
          <p:nvGrpSpPr>
            <p:cNvPr id="20522" name="Group 232">
              <a:extLst>
                <a:ext uri="{FF2B5EF4-FFF2-40B4-BE49-F238E27FC236}">
                  <a16:creationId xmlns:a16="http://schemas.microsoft.com/office/drawing/2014/main" id="{87143EAB-93C7-613F-5726-EE9E8026A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810"/>
              <a:ext cx="2005" cy="1144"/>
              <a:chOff x="3570" y="1810"/>
              <a:chExt cx="2005" cy="1144"/>
            </a:xfrm>
          </p:grpSpPr>
          <p:sp>
            <p:nvSpPr>
              <p:cNvPr id="20868" name="Freeform 193">
                <a:extLst>
                  <a:ext uri="{FF2B5EF4-FFF2-40B4-BE49-F238E27FC236}">
                    <a16:creationId xmlns:a16="http://schemas.microsoft.com/office/drawing/2014/main" id="{0858FD02-5F06-04BB-F54F-CB0E994E1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1810"/>
                <a:ext cx="2005" cy="1053"/>
              </a:xfrm>
              <a:custGeom>
                <a:avLst/>
                <a:gdLst>
                  <a:gd name="T0" fmla="*/ 1 w 4008"/>
                  <a:gd name="T1" fmla="*/ 0 h 2107"/>
                  <a:gd name="T2" fmla="*/ 1 w 4008"/>
                  <a:gd name="T3" fmla="*/ 0 h 2107"/>
                  <a:gd name="T4" fmla="*/ 1 w 4008"/>
                  <a:gd name="T5" fmla="*/ 0 h 2107"/>
                  <a:gd name="T6" fmla="*/ 1 w 4008"/>
                  <a:gd name="T7" fmla="*/ 0 h 2107"/>
                  <a:gd name="T8" fmla="*/ 1 w 4008"/>
                  <a:gd name="T9" fmla="*/ 0 h 2107"/>
                  <a:gd name="T10" fmla="*/ 1 w 4008"/>
                  <a:gd name="T11" fmla="*/ 0 h 2107"/>
                  <a:gd name="T12" fmla="*/ 1 w 4008"/>
                  <a:gd name="T13" fmla="*/ 0 h 2107"/>
                  <a:gd name="T14" fmla="*/ 1 w 4008"/>
                  <a:gd name="T15" fmla="*/ 0 h 2107"/>
                  <a:gd name="T16" fmla="*/ 0 w 4008"/>
                  <a:gd name="T17" fmla="*/ 0 h 2107"/>
                  <a:gd name="T18" fmla="*/ 1 w 4008"/>
                  <a:gd name="T19" fmla="*/ 0 h 2107"/>
                  <a:gd name="T20" fmla="*/ 1 w 4008"/>
                  <a:gd name="T21" fmla="*/ 0 h 2107"/>
                  <a:gd name="T22" fmla="*/ 1 w 4008"/>
                  <a:gd name="T23" fmla="*/ 0 h 2107"/>
                  <a:gd name="T24" fmla="*/ 1 w 4008"/>
                  <a:gd name="T25" fmla="*/ 0 h 2107"/>
                  <a:gd name="T26" fmla="*/ 1 w 4008"/>
                  <a:gd name="T27" fmla="*/ 0 h 2107"/>
                  <a:gd name="T28" fmla="*/ 1 w 4008"/>
                  <a:gd name="T29" fmla="*/ 0 h 2107"/>
                  <a:gd name="T30" fmla="*/ 1 w 4008"/>
                  <a:gd name="T31" fmla="*/ 0 h 2107"/>
                  <a:gd name="T32" fmla="*/ 1 w 4008"/>
                  <a:gd name="T33" fmla="*/ 0 h 2107"/>
                  <a:gd name="T34" fmla="*/ 1 w 4008"/>
                  <a:gd name="T35" fmla="*/ 0 h 2107"/>
                  <a:gd name="T36" fmla="*/ 1 w 4008"/>
                  <a:gd name="T37" fmla="*/ 0 h 2107"/>
                  <a:gd name="T38" fmla="*/ 1 w 4008"/>
                  <a:gd name="T39" fmla="*/ 0 h 2107"/>
                  <a:gd name="T40" fmla="*/ 1 w 4008"/>
                  <a:gd name="T41" fmla="*/ 0 h 2107"/>
                  <a:gd name="T42" fmla="*/ 1 w 4008"/>
                  <a:gd name="T43" fmla="*/ 0 h 2107"/>
                  <a:gd name="T44" fmla="*/ 1 w 4008"/>
                  <a:gd name="T45" fmla="*/ 0 h 2107"/>
                  <a:gd name="T46" fmla="*/ 1 w 4008"/>
                  <a:gd name="T47" fmla="*/ 0 h 2107"/>
                  <a:gd name="T48" fmla="*/ 1 w 4008"/>
                  <a:gd name="T49" fmla="*/ 0 h 2107"/>
                  <a:gd name="T50" fmla="*/ 1 w 4008"/>
                  <a:gd name="T51" fmla="*/ 0 h 2107"/>
                  <a:gd name="T52" fmla="*/ 1 w 4008"/>
                  <a:gd name="T53" fmla="*/ 0 h 2107"/>
                  <a:gd name="T54" fmla="*/ 1 w 4008"/>
                  <a:gd name="T55" fmla="*/ 0 h 2107"/>
                  <a:gd name="T56" fmla="*/ 1 w 4008"/>
                  <a:gd name="T57" fmla="*/ 0 h 2107"/>
                  <a:gd name="T58" fmla="*/ 1 w 4008"/>
                  <a:gd name="T59" fmla="*/ 0 h 2107"/>
                  <a:gd name="T60" fmla="*/ 1 w 4008"/>
                  <a:gd name="T61" fmla="*/ 0 h 2107"/>
                  <a:gd name="T62" fmla="*/ 1 w 4008"/>
                  <a:gd name="T63" fmla="*/ 0 h 2107"/>
                  <a:gd name="T64" fmla="*/ 1 w 4008"/>
                  <a:gd name="T65" fmla="*/ 0 h 2107"/>
                  <a:gd name="T66" fmla="*/ 1 w 4008"/>
                  <a:gd name="T67" fmla="*/ 0 h 210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008"/>
                  <a:gd name="T103" fmla="*/ 0 h 2107"/>
                  <a:gd name="T104" fmla="*/ 4008 w 4008"/>
                  <a:gd name="T105" fmla="*/ 2107 h 210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008" h="2107">
                    <a:moveTo>
                      <a:pt x="350" y="0"/>
                    </a:moveTo>
                    <a:lnTo>
                      <a:pt x="314" y="2"/>
                    </a:lnTo>
                    <a:lnTo>
                      <a:pt x="280" y="8"/>
                    </a:lnTo>
                    <a:lnTo>
                      <a:pt x="246" y="16"/>
                    </a:lnTo>
                    <a:lnTo>
                      <a:pt x="215" y="28"/>
                    </a:lnTo>
                    <a:lnTo>
                      <a:pt x="183" y="42"/>
                    </a:lnTo>
                    <a:lnTo>
                      <a:pt x="155" y="60"/>
                    </a:lnTo>
                    <a:lnTo>
                      <a:pt x="127" y="80"/>
                    </a:lnTo>
                    <a:lnTo>
                      <a:pt x="103" y="104"/>
                    </a:lnTo>
                    <a:lnTo>
                      <a:pt x="79" y="128"/>
                    </a:lnTo>
                    <a:lnTo>
                      <a:pt x="59" y="156"/>
                    </a:lnTo>
                    <a:lnTo>
                      <a:pt x="42" y="184"/>
                    </a:lnTo>
                    <a:lnTo>
                      <a:pt x="28" y="216"/>
                    </a:lnTo>
                    <a:lnTo>
                      <a:pt x="16" y="248"/>
                    </a:lnTo>
                    <a:lnTo>
                      <a:pt x="8" y="282"/>
                    </a:lnTo>
                    <a:lnTo>
                      <a:pt x="2" y="316"/>
                    </a:lnTo>
                    <a:lnTo>
                      <a:pt x="0" y="352"/>
                    </a:lnTo>
                    <a:lnTo>
                      <a:pt x="0" y="1756"/>
                    </a:lnTo>
                    <a:lnTo>
                      <a:pt x="2" y="1792"/>
                    </a:lnTo>
                    <a:lnTo>
                      <a:pt x="8" y="1826"/>
                    </a:lnTo>
                    <a:lnTo>
                      <a:pt x="16" y="1860"/>
                    </a:lnTo>
                    <a:lnTo>
                      <a:pt x="28" y="1892"/>
                    </a:lnTo>
                    <a:lnTo>
                      <a:pt x="42" y="1924"/>
                    </a:lnTo>
                    <a:lnTo>
                      <a:pt x="59" y="1952"/>
                    </a:lnTo>
                    <a:lnTo>
                      <a:pt x="79" y="1980"/>
                    </a:lnTo>
                    <a:lnTo>
                      <a:pt x="103" y="2004"/>
                    </a:lnTo>
                    <a:lnTo>
                      <a:pt x="127" y="2028"/>
                    </a:lnTo>
                    <a:lnTo>
                      <a:pt x="155" y="2048"/>
                    </a:lnTo>
                    <a:lnTo>
                      <a:pt x="183" y="2066"/>
                    </a:lnTo>
                    <a:lnTo>
                      <a:pt x="215" y="2080"/>
                    </a:lnTo>
                    <a:lnTo>
                      <a:pt x="246" y="2091"/>
                    </a:lnTo>
                    <a:lnTo>
                      <a:pt x="280" y="2099"/>
                    </a:lnTo>
                    <a:lnTo>
                      <a:pt x="314" y="2105"/>
                    </a:lnTo>
                    <a:lnTo>
                      <a:pt x="350" y="2107"/>
                    </a:lnTo>
                    <a:lnTo>
                      <a:pt x="3658" y="2107"/>
                    </a:lnTo>
                    <a:lnTo>
                      <a:pt x="3694" y="2105"/>
                    </a:lnTo>
                    <a:lnTo>
                      <a:pt x="3728" y="2099"/>
                    </a:lnTo>
                    <a:lnTo>
                      <a:pt x="3762" y="2091"/>
                    </a:lnTo>
                    <a:lnTo>
                      <a:pt x="3793" y="2080"/>
                    </a:lnTo>
                    <a:lnTo>
                      <a:pt x="3825" y="2066"/>
                    </a:lnTo>
                    <a:lnTo>
                      <a:pt x="3853" y="2048"/>
                    </a:lnTo>
                    <a:lnTo>
                      <a:pt x="3881" y="2028"/>
                    </a:lnTo>
                    <a:lnTo>
                      <a:pt x="3905" y="2004"/>
                    </a:lnTo>
                    <a:lnTo>
                      <a:pt x="3929" y="1980"/>
                    </a:lnTo>
                    <a:lnTo>
                      <a:pt x="3949" y="1952"/>
                    </a:lnTo>
                    <a:lnTo>
                      <a:pt x="3966" y="1924"/>
                    </a:lnTo>
                    <a:lnTo>
                      <a:pt x="3980" y="1892"/>
                    </a:lnTo>
                    <a:lnTo>
                      <a:pt x="3992" y="1860"/>
                    </a:lnTo>
                    <a:lnTo>
                      <a:pt x="4000" y="1826"/>
                    </a:lnTo>
                    <a:lnTo>
                      <a:pt x="4006" y="1792"/>
                    </a:lnTo>
                    <a:lnTo>
                      <a:pt x="4008" y="1756"/>
                    </a:lnTo>
                    <a:lnTo>
                      <a:pt x="4008" y="352"/>
                    </a:lnTo>
                    <a:lnTo>
                      <a:pt x="4006" y="316"/>
                    </a:lnTo>
                    <a:lnTo>
                      <a:pt x="4000" y="282"/>
                    </a:lnTo>
                    <a:lnTo>
                      <a:pt x="3992" y="248"/>
                    </a:lnTo>
                    <a:lnTo>
                      <a:pt x="3980" y="216"/>
                    </a:lnTo>
                    <a:lnTo>
                      <a:pt x="3966" y="184"/>
                    </a:lnTo>
                    <a:lnTo>
                      <a:pt x="3949" y="156"/>
                    </a:lnTo>
                    <a:lnTo>
                      <a:pt x="3929" y="128"/>
                    </a:lnTo>
                    <a:lnTo>
                      <a:pt x="3905" y="104"/>
                    </a:lnTo>
                    <a:lnTo>
                      <a:pt x="3881" y="80"/>
                    </a:lnTo>
                    <a:lnTo>
                      <a:pt x="3853" y="60"/>
                    </a:lnTo>
                    <a:lnTo>
                      <a:pt x="3825" y="42"/>
                    </a:lnTo>
                    <a:lnTo>
                      <a:pt x="3793" y="28"/>
                    </a:lnTo>
                    <a:lnTo>
                      <a:pt x="3762" y="16"/>
                    </a:lnTo>
                    <a:lnTo>
                      <a:pt x="3728" y="8"/>
                    </a:lnTo>
                    <a:lnTo>
                      <a:pt x="3694" y="2"/>
                    </a:lnTo>
                    <a:lnTo>
                      <a:pt x="3658" y="0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0869" name="Group 211">
                <a:extLst>
                  <a:ext uri="{FF2B5EF4-FFF2-40B4-BE49-F238E27FC236}">
                    <a16:creationId xmlns:a16="http://schemas.microsoft.com/office/drawing/2014/main" id="{1C356192-FE57-C483-2C8E-3EC7DD729E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8" y="1858"/>
                <a:ext cx="907" cy="924"/>
                <a:chOff x="3618" y="1858"/>
                <a:chExt cx="907" cy="924"/>
              </a:xfrm>
            </p:grpSpPr>
            <p:sp>
              <p:nvSpPr>
                <p:cNvPr id="20890" name="Freeform 194">
                  <a:extLst>
                    <a:ext uri="{FF2B5EF4-FFF2-40B4-BE49-F238E27FC236}">
                      <a16:creationId xmlns:a16="http://schemas.microsoft.com/office/drawing/2014/main" id="{50977827-1D64-BFDD-6AEE-3C0EF3CC2F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1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1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2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2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0891" name="Group 207">
                  <a:extLst>
                    <a:ext uri="{FF2B5EF4-FFF2-40B4-BE49-F238E27FC236}">
                      <a16:creationId xmlns:a16="http://schemas.microsoft.com/office/drawing/2014/main" id="{8422329E-7F95-95E2-FC49-D5CE450682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6" y="1953"/>
                  <a:ext cx="797" cy="464"/>
                  <a:chOff x="3666" y="1953"/>
                  <a:chExt cx="797" cy="464"/>
                </a:xfrm>
              </p:grpSpPr>
              <p:sp>
                <p:nvSpPr>
                  <p:cNvPr id="20895" name="Rectangle 195">
                    <a:extLst>
                      <a:ext uri="{FF2B5EF4-FFF2-40B4-BE49-F238E27FC236}">
                        <a16:creationId xmlns:a16="http://schemas.microsoft.com/office/drawing/2014/main" id="{6D0552EF-951D-FAEF-F1F8-630ABD4A5A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7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896" name="Rectangle 196">
                    <a:extLst>
                      <a:ext uri="{FF2B5EF4-FFF2-40B4-BE49-F238E27FC236}">
                        <a16:creationId xmlns:a16="http://schemas.microsoft.com/office/drawing/2014/main" id="{D402D473-4D35-9153-BA62-886A30D960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2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897" name="Rectangle 197">
                    <a:extLst>
                      <a:ext uri="{FF2B5EF4-FFF2-40B4-BE49-F238E27FC236}">
                        <a16:creationId xmlns:a16="http://schemas.microsoft.com/office/drawing/2014/main" id="{F077DA69-84BF-32F7-D7B3-F86A621528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79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898" name="Rectangle 198">
                    <a:extLst>
                      <a:ext uri="{FF2B5EF4-FFF2-40B4-BE49-F238E27FC236}">
                        <a16:creationId xmlns:a16="http://schemas.microsoft.com/office/drawing/2014/main" id="{325258FF-22A4-38C4-5C03-20D98BD3B6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46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0899" name="Rectangle 199">
                    <a:extLst>
                      <a:ext uri="{FF2B5EF4-FFF2-40B4-BE49-F238E27FC236}">
                        <a16:creationId xmlns:a16="http://schemas.microsoft.com/office/drawing/2014/main" id="{5C566244-77F0-9D61-7BF6-1F23D0EF99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900" name="Rectangle 200">
                    <a:extLst>
                      <a:ext uri="{FF2B5EF4-FFF2-40B4-BE49-F238E27FC236}">
                        <a16:creationId xmlns:a16="http://schemas.microsoft.com/office/drawing/2014/main" id="{91174F86-8E21-A7A2-F36D-F8182ED2B5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6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901" name="Rectangle 201">
                    <a:extLst>
                      <a:ext uri="{FF2B5EF4-FFF2-40B4-BE49-F238E27FC236}">
                        <a16:creationId xmlns:a16="http://schemas.microsoft.com/office/drawing/2014/main" id="{5AC429CE-5A3D-BC14-A3AE-75AF84670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4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902" name="Rectangle 202">
                    <a:extLst>
                      <a:ext uri="{FF2B5EF4-FFF2-40B4-BE49-F238E27FC236}">
                        <a16:creationId xmlns:a16="http://schemas.microsoft.com/office/drawing/2014/main" id="{CF9D9130-92E4-769C-2B58-5BCDB07EA2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1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0903" name="Rectangle 203">
                    <a:extLst>
                      <a:ext uri="{FF2B5EF4-FFF2-40B4-BE49-F238E27FC236}">
                        <a16:creationId xmlns:a16="http://schemas.microsoft.com/office/drawing/2014/main" id="{A979A0C9-50CC-C44A-AC17-2E363A6E76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049"/>
                    <a:ext cx="573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904" name="Rectangle 204">
                    <a:extLst>
                      <a:ext uri="{FF2B5EF4-FFF2-40B4-BE49-F238E27FC236}">
                        <a16:creationId xmlns:a16="http://schemas.microsoft.com/office/drawing/2014/main" id="{DC738959-D791-1452-2802-73E256F7F6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01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905" name="Rectangle 205">
                    <a:extLst>
                      <a:ext uri="{FF2B5EF4-FFF2-40B4-BE49-F238E27FC236}">
                        <a16:creationId xmlns:a16="http://schemas.microsoft.com/office/drawing/2014/main" id="{A511C7EA-F7FE-B71C-686B-B048FEAE73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906" name="Rectangle 206">
                    <a:extLst>
                      <a:ext uri="{FF2B5EF4-FFF2-40B4-BE49-F238E27FC236}">
                        <a16:creationId xmlns:a16="http://schemas.microsoft.com/office/drawing/2014/main" id="{5BA53FEC-E240-8F76-FFF7-7B8125C182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55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0892" name="Rectangle 208">
                  <a:extLst>
                    <a:ext uri="{FF2B5EF4-FFF2-40B4-BE49-F238E27FC236}">
                      <a16:creationId xmlns:a16="http://schemas.microsoft.com/office/drawing/2014/main" id="{51A23C0F-1726-D54E-4236-98FD1B183A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93" name="Rectangle 209">
                  <a:extLst>
                    <a:ext uri="{FF2B5EF4-FFF2-40B4-BE49-F238E27FC236}">
                      <a16:creationId xmlns:a16="http://schemas.microsoft.com/office/drawing/2014/main" id="{37C1181D-010F-FE54-16BB-8F2A47AFE6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3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94" name="Rectangle 210">
                  <a:extLst>
                    <a:ext uri="{FF2B5EF4-FFF2-40B4-BE49-F238E27FC236}">
                      <a16:creationId xmlns:a16="http://schemas.microsoft.com/office/drawing/2014/main" id="{842FC419-8DF6-86F3-C4BA-096F39E00A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  <p:sp>
            <p:nvSpPr>
              <p:cNvPr id="20870" name="Rectangle 212">
                <a:extLst>
                  <a:ext uri="{FF2B5EF4-FFF2-40B4-BE49-F238E27FC236}">
                    <a16:creationId xmlns:a16="http://schemas.microsoft.com/office/drawing/2014/main" id="{CC0F5D74-E7D6-6A4C-E8B9-9A8B6807D6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" y="2815"/>
                <a:ext cx="1385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871" name="Rectangle 213">
                <a:extLst>
                  <a:ext uri="{FF2B5EF4-FFF2-40B4-BE49-F238E27FC236}">
                    <a16:creationId xmlns:a16="http://schemas.microsoft.com/office/drawing/2014/main" id="{2AC2A320-E6ED-84CF-010B-49C0DA60A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2826"/>
                <a:ext cx="102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Alternativas de solução</a:t>
                </a:r>
                <a:endParaRPr lang="pt-BR" altLang="pt-BR" sz="2000"/>
              </a:p>
            </p:txBody>
          </p:sp>
          <p:grpSp>
            <p:nvGrpSpPr>
              <p:cNvPr id="20872" name="Group 231">
                <a:extLst>
                  <a:ext uri="{FF2B5EF4-FFF2-40B4-BE49-F238E27FC236}">
                    <a16:creationId xmlns:a16="http://schemas.microsoft.com/office/drawing/2014/main" id="{A02F887C-BEF4-9256-5D52-FB0F1B1C2E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0" y="1858"/>
                <a:ext cx="907" cy="924"/>
                <a:chOff x="4620" y="1858"/>
                <a:chExt cx="907" cy="924"/>
              </a:xfrm>
            </p:grpSpPr>
            <p:sp>
              <p:nvSpPr>
                <p:cNvPr id="20873" name="Freeform 214">
                  <a:extLst>
                    <a:ext uri="{FF2B5EF4-FFF2-40B4-BE49-F238E27FC236}">
                      <a16:creationId xmlns:a16="http://schemas.microsoft.com/office/drawing/2014/main" id="{9FBFED77-064D-83BF-B40D-D82500C7E8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0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2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2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3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3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0874" name="Group 227">
                  <a:extLst>
                    <a:ext uri="{FF2B5EF4-FFF2-40B4-BE49-F238E27FC236}">
                      <a16:creationId xmlns:a16="http://schemas.microsoft.com/office/drawing/2014/main" id="{1421E447-AD8A-B5C7-A92D-D424952B99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8" y="1953"/>
                  <a:ext cx="797" cy="464"/>
                  <a:chOff x="4668" y="1953"/>
                  <a:chExt cx="797" cy="464"/>
                </a:xfrm>
              </p:grpSpPr>
              <p:sp>
                <p:nvSpPr>
                  <p:cNvPr id="20878" name="Rectangle 215">
                    <a:extLst>
                      <a:ext uri="{FF2B5EF4-FFF2-40B4-BE49-F238E27FC236}">
                        <a16:creationId xmlns:a16="http://schemas.microsoft.com/office/drawing/2014/main" id="{A9477FF5-B950-5AAC-801B-8989B8AC70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879" name="Rectangle 216">
                    <a:extLst>
                      <a:ext uri="{FF2B5EF4-FFF2-40B4-BE49-F238E27FC236}">
                        <a16:creationId xmlns:a16="http://schemas.microsoft.com/office/drawing/2014/main" id="{C345F113-6404-9626-91B2-DAA9E4B7ED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4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880" name="Rectangle 217">
                    <a:extLst>
                      <a:ext uri="{FF2B5EF4-FFF2-40B4-BE49-F238E27FC236}">
                        <a16:creationId xmlns:a16="http://schemas.microsoft.com/office/drawing/2014/main" id="{77075F7A-DEF6-936E-4107-F636086571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881" name="Rectangle 218">
                    <a:extLst>
                      <a:ext uri="{FF2B5EF4-FFF2-40B4-BE49-F238E27FC236}">
                        <a16:creationId xmlns:a16="http://schemas.microsoft.com/office/drawing/2014/main" id="{AA56E6B8-2A0E-0FA7-6ACC-10A364B088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8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0882" name="Rectangle 219">
                    <a:extLst>
                      <a:ext uri="{FF2B5EF4-FFF2-40B4-BE49-F238E27FC236}">
                        <a16:creationId xmlns:a16="http://schemas.microsoft.com/office/drawing/2014/main" id="{FA161320-E0B9-DAC3-6581-7D2B035FD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883" name="Rectangle 220">
                    <a:extLst>
                      <a:ext uri="{FF2B5EF4-FFF2-40B4-BE49-F238E27FC236}">
                        <a16:creationId xmlns:a16="http://schemas.microsoft.com/office/drawing/2014/main" id="{12DED1F6-8283-E351-5FE1-BC37DA8609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8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884" name="Rectangle 221">
                    <a:extLst>
                      <a:ext uri="{FF2B5EF4-FFF2-40B4-BE49-F238E27FC236}">
                        <a16:creationId xmlns:a16="http://schemas.microsoft.com/office/drawing/2014/main" id="{E54ED327-F242-D944-F5CC-BBD8F4CF2D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6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885" name="Rectangle 222">
                    <a:extLst>
                      <a:ext uri="{FF2B5EF4-FFF2-40B4-BE49-F238E27FC236}">
                        <a16:creationId xmlns:a16="http://schemas.microsoft.com/office/drawing/2014/main" id="{D5C14C3A-687F-292D-3BDA-54448DA8CA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3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0886" name="Rectangle 223">
                    <a:extLst>
                      <a:ext uri="{FF2B5EF4-FFF2-40B4-BE49-F238E27FC236}">
                        <a16:creationId xmlns:a16="http://schemas.microsoft.com/office/drawing/2014/main" id="{6A03B7CD-A1E5-5F80-9C8E-3862210AF8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8" y="2049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0887" name="Rectangle 224">
                    <a:extLst>
                      <a:ext uri="{FF2B5EF4-FFF2-40B4-BE49-F238E27FC236}">
                        <a16:creationId xmlns:a16="http://schemas.microsoft.com/office/drawing/2014/main" id="{A4F27700-9F28-564E-8713-6D3D69458F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03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0888" name="Rectangle 225">
                    <a:extLst>
                      <a:ext uri="{FF2B5EF4-FFF2-40B4-BE49-F238E27FC236}">
                        <a16:creationId xmlns:a16="http://schemas.microsoft.com/office/drawing/2014/main" id="{BF653FA3-FA93-633A-30F3-3B44B1AC5D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0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0889" name="Rectangle 226">
                    <a:extLst>
                      <a:ext uri="{FF2B5EF4-FFF2-40B4-BE49-F238E27FC236}">
                        <a16:creationId xmlns:a16="http://schemas.microsoft.com/office/drawing/2014/main" id="{DB23A66A-BB8A-8D48-0870-EE311CEB56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57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0875" name="Rectangle 228">
                  <a:extLst>
                    <a:ext uri="{FF2B5EF4-FFF2-40B4-BE49-F238E27FC236}">
                      <a16:creationId xmlns:a16="http://schemas.microsoft.com/office/drawing/2014/main" id="{21425108-B463-3D40-87C4-A56EC6EDAB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76" name="Rectangle 229">
                  <a:extLst>
                    <a:ext uri="{FF2B5EF4-FFF2-40B4-BE49-F238E27FC236}">
                      <a16:creationId xmlns:a16="http://schemas.microsoft.com/office/drawing/2014/main" id="{74A4C940-B6A5-14B1-542E-6BEE52728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5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77" name="Rectangle 230">
                  <a:extLst>
                    <a:ext uri="{FF2B5EF4-FFF2-40B4-BE49-F238E27FC236}">
                      <a16:creationId xmlns:a16="http://schemas.microsoft.com/office/drawing/2014/main" id="{2B94E446-039E-0078-4698-E0429C31E6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9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</p:grpSp>
        <p:grpSp>
          <p:nvGrpSpPr>
            <p:cNvPr id="20523" name="Group 245">
              <a:extLst>
                <a:ext uri="{FF2B5EF4-FFF2-40B4-BE49-F238E27FC236}">
                  <a16:creationId xmlns:a16="http://schemas.microsoft.com/office/drawing/2014/main" id="{B3D13CCF-CD74-57E3-FB24-21E29BB6F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1810"/>
              <a:ext cx="1431" cy="622"/>
              <a:chOff x="994" y="1810"/>
              <a:chExt cx="1431" cy="622"/>
            </a:xfrm>
          </p:grpSpPr>
          <p:sp>
            <p:nvSpPr>
              <p:cNvPr id="20856" name="Freeform 233">
                <a:extLst>
                  <a:ext uri="{FF2B5EF4-FFF2-40B4-BE49-F238E27FC236}">
                    <a16:creationId xmlns:a16="http://schemas.microsoft.com/office/drawing/2014/main" id="{3D8031AA-6A31-87E2-0647-D752E67A1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1858"/>
                <a:ext cx="1431" cy="574"/>
              </a:xfrm>
              <a:custGeom>
                <a:avLst/>
                <a:gdLst>
                  <a:gd name="T0" fmla="*/ 0 w 2863"/>
                  <a:gd name="T1" fmla="*/ 0 h 1149"/>
                  <a:gd name="T2" fmla="*/ 0 w 2863"/>
                  <a:gd name="T3" fmla="*/ 0 h 1149"/>
                  <a:gd name="T4" fmla="*/ 0 w 2863"/>
                  <a:gd name="T5" fmla="*/ 0 h 1149"/>
                  <a:gd name="T6" fmla="*/ 0 w 2863"/>
                  <a:gd name="T7" fmla="*/ 0 h 1149"/>
                  <a:gd name="T8" fmla="*/ 0 w 2863"/>
                  <a:gd name="T9" fmla="*/ 0 h 1149"/>
                  <a:gd name="T10" fmla="*/ 0 w 2863"/>
                  <a:gd name="T11" fmla="*/ 0 h 1149"/>
                  <a:gd name="T12" fmla="*/ 0 w 2863"/>
                  <a:gd name="T13" fmla="*/ 0 h 1149"/>
                  <a:gd name="T14" fmla="*/ 0 w 2863"/>
                  <a:gd name="T15" fmla="*/ 0 h 1149"/>
                  <a:gd name="T16" fmla="*/ 0 w 2863"/>
                  <a:gd name="T17" fmla="*/ 0 h 1149"/>
                  <a:gd name="T18" fmla="*/ 0 w 2863"/>
                  <a:gd name="T19" fmla="*/ 0 h 1149"/>
                  <a:gd name="T20" fmla="*/ 0 w 2863"/>
                  <a:gd name="T21" fmla="*/ 0 h 1149"/>
                  <a:gd name="T22" fmla="*/ 0 w 2863"/>
                  <a:gd name="T23" fmla="*/ 0 h 1149"/>
                  <a:gd name="T24" fmla="*/ 0 w 2863"/>
                  <a:gd name="T25" fmla="*/ 0 h 1149"/>
                  <a:gd name="T26" fmla="*/ 0 w 2863"/>
                  <a:gd name="T27" fmla="*/ 0 h 1149"/>
                  <a:gd name="T28" fmla="*/ 0 w 2863"/>
                  <a:gd name="T29" fmla="*/ 0 h 1149"/>
                  <a:gd name="T30" fmla="*/ 0 w 2863"/>
                  <a:gd name="T31" fmla="*/ 0 h 1149"/>
                  <a:gd name="T32" fmla="*/ 0 w 2863"/>
                  <a:gd name="T33" fmla="*/ 0 h 1149"/>
                  <a:gd name="T34" fmla="*/ 0 w 2863"/>
                  <a:gd name="T35" fmla="*/ 0 h 1149"/>
                  <a:gd name="T36" fmla="*/ 0 w 2863"/>
                  <a:gd name="T37" fmla="*/ 0 h 1149"/>
                  <a:gd name="T38" fmla="*/ 0 w 2863"/>
                  <a:gd name="T39" fmla="*/ 0 h 1149"/>
                  <a:gd name="T40" fmla="*/ 0 w 2863"/>
                  <a:gd name="T41" fmla="*/ 0 h 1149"/>
                  <a:gd name="T42" fmla="*/ 0 w 2863"/>
                  <a:gd name="T43" fmla="*/ 0 h 1149"/>
                  <a:gd name="T44" fmla="*/ 0 w 2863"/>
                  <a:gd name="T45" fmla="*/ 0 h 1149"/>
                  <a:gd name="T46" fmla="*/ 0 w 2863"/>
                  <a:gd name="T47" fmla="*/ 0 h 1149"/>
                  <a:gd name="T48" fmla="*/ 0 w 2863"/>
                  <a:gd name="T49" fmla="*/ 0 h 1149"/>
                  <a:gd name="T50" fmla="*/ 0 w 2863"/>
                  <a:gd name="T51" fmla="*/ 0 h 1149"/>
                  <a:gd name="T52" fmla="*/ 0 w 2863"/>
                  <a:gd name="T53" fmla="*/ 0 h 1149"/>
                  <a:gd name="T54" fmla="*/ 0 w 2863"/>
                  <a:gd name="T55" fmla="*/ 0 h 1149"/>
                  <a:gd name="T56" fmla="*/ 0 w 2863"/>
                  <a:gd name="T57" fmla="*/ 0 h 1149"/>
                  <a:gd name="T58" fmla="*/ 0 w 2863"/>
                  <a:gd name="T59" fmla="*/ 0 h 1149"/>
                  <a:gd name="T60" fmla="*/ 0 w 2863"/>
                  <a:gd name="T61" fmla="*/ 0 h 1149"/>
                  <a:gd name="T62" fmla="*/ 0 w 2863"/>
                  <a:gd name="T63" fmla="*/ 0 h 1149"/>
                  <a:gd name="T64" fmla="*/ 0 w 2863"/>
                  <a:gd name="T65" fmla="*/ 0 h 1149"/>
                  <a:gd name="T66" fmla="*/ 0 w 2863"/>
                  <a:gd name="T67" fmla="*/ 0 h 1149"/>
                  <a:gd name="T68" fmla="*/ 0 w 2863"/>
                  <a:gd name="T69" fmla="*/ 0 h 1149"/>
                  <a:gd name="T70" fmla="*/ 0 w 2863"/>
                  <a:gd name="T71" fmla="*/ 0 h 1149"/>
                  <a:gd name="T72" fmla="*/ 0 w 2863"/>
                  <a:gd name="T73" fmla="*/ 0 h 1149"/>
                  <a:gd name="T74" fmla="*/ 0 w 2863"/>
                  <a:gd name="T75" fmla="*/ 0 h 1149"/>
                  <a:gd name="T76" fmla="*/ 0 w 2863"/>
                  <a:gd name="T77" fmla="*/ 0 h 1149"/>
                  <a:gd name="T78" fmla="*/ 0 w 2863"/>
                  <a:gd name="T79" fmla="*/ 0 h 1149"/>
                  <a:gd name="T80" fmla="*/ 0 w 2863"/>
                  <a:gd name="T81" fmla="*/ 0 h 1149"/>
                  <a:gd name="T82" fmla="*/ 0 w 2863"/>
                  <a:gd name="T83" fmla="*/ 0 h 1149"/>
                  <a:gd name="T84" fmla="*/ 0 w 2863"/>
                  <a:gd name="T85" fmla="*/ 0 h 1149"/>
                  <a:gd name="T86" fmla="*/ 0 w 2863"/>
                  <a:gd name="T87" fmla="*/ 0 h 1149"/>
                  <a:gd name="T88" fmla="*/ 0 w 2863"/>
                  <a:gd name="T89" fmla="*/ 0 h 114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863"/>
                  <a:gd name="T136" fmla="*/ 0 h 1149"/>
                  <a:gd name="T137" fmla="*/ 2863 w 2863"/>
                  <a:gd name="T138" fmla="*/ 1149 h 114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863" h="1149">
                    <a:moveTo>
                      <a:pt x="191" y="0"/>
                    </a:moveTo>
                    <a:lnTo>
                      <a:pt x="171" y="2"/>
                    </a:lnTo>
                    <a:lnTo>
                      <a:pt x="153" y="4"/>
                    </a:lnTo>
                    <a:lnTo>
                      <a:pt x="117" y="16"/>
                    </a:lnTo>
                    <a:lnTo>
                      <a:pt x="84" y="32"/>
                    </a:lnTo>
                    <a:lnTo>
                      <a:pt x="56" y="56"/>
                    </a:lnTo>
                    <a:lnTo>
                      <a:pt x="32" y="84"/>
                    </a:lnTo>
                    <a:lnTo>
                      <a:pt x="16" y="118"/>
                    </a:lnTo>
                    <a:lnTo>
                      <a:pt x="4" y="154"/>
                    </a:lnTo>
                    <a:lnTo>
                      <a:pt x="2" y="172"/>
                    </a:lnTo>
                    <a:lnTo>
                      <a:pt x="0" y="192"/>
                    </a:lnTo>
                    <a:lnTo>
                      <a:pt x="0" y="958"/>
                    </a:lnTo>
                    <a:lnTo>
                      <a:pt x="2" y="978"/>
                    </a:lnTo>
                    <a:lnTo>
                      <a:pt x="4" y="996"/>
                    </a:lnTo>
                    <a:lnTo>
                      <a:pt x="16" y="1032"/>
                    </a:lnTo>
                    <a:lnTo>
                      <a:pt x="32" y="1066"/>
                    </a:lnTo>
                    <a:lnTo>
                      <a:pt x="56" y="1094"/>
                    </a:lnTo>
                    <a:lnTo>
                      <a:pt x="84" y="1118"/>
                    </a:lnTo>
                    <a:lnTo>
                      <a:pt x="117" y="1133"/>
                    </a:lnTo>
                    <a:lnTo>
                      <a:pt x="153" y="1145"/>
                    </a:lnTo>
                    <a:lnTo>
                      <a:pt x="171" y="1149"/>
                    </a:lnTo>
                    <a:lnTo>
                      <a:pt x="191" y="1149"/>
                    </a:lnTo>
                    <a:lnTo>
                      <a:pt x="2672" y="1149"/>
                    </a:lnTo>
                    <a:lnTo>
                      <a:pt x="2692" y="1149"/>
                    </a:lnTo>
                    <a:lnTo>
                      <a:pt x="2710" y="1145"/>
                    </a:lnTo>
                    <a:lnTo>
                      <a:pt x="2746" y="1133"/>
                    </a:lnTo>
                    <a:lnTo>
                      <a:pt x="2780" y="1118"/>
                    </a:lnTo>
                    <a:lnTo>
                      <a:pt x="2808" y="1094"/>
                    </a:lnTo>
                    <a:lnTo>
                      <a:pt x="2831" y="1066"/>
                    </a:lnTo>
                    <a:lnTo>
                      <a:pt x="2847" y="1032"/>
                    </a:lnTo>
                    <a:lnTo>
                      <a:pt x="2859" y="996"/>
                    </a:lnTo>
                    <a:lnTo>
                      <a:pt x="2863" y="978"/>
                    </a:lnTo>
                    <a:lnTo>
                      <a:pt x="2863" y="958"/>
                    </a:lnTo>
                    <a:lnTo>
                      <a:pt x="2863" y="192"/>
                    </a:lnTo>
                    <a:lnTo>
                      <a:pt x="2863" y="172"/>
                    </a:lnTo>
                    <a:lnTo>
                      <a:pt x="2859" y="154"/>
                    </a:lnTo>
                    <a:lnTo>
                      <a:pt x="2847" y="118"/>
                    </a:lnTo>
                    <a:lnTo>
                      <a:pt x="2831" y="84"/>
                    </a:lnTo>
                    <a:lnTo>
                      <a:pt x="2808" y="56"/>
                    </a:lnTo>
                    <a:lnTo>
                      <a:pt x="2780" y="32"/>
                    </a:lnTo>
                    <a:lnTo>
                      <a:pt x="2746" y="16"/>
                    </a:lnTo>
                    <a:lnTo>
                      <a:pt x="2710" y="4"/>
                    </a:lnTo>
                    <a:lnTo>
                      <a:pt x="2692" y="2"/>
                    </a:lnTo>
                    <a:lnTo>
                      <a:pt x="2672" y="0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57" name="Rectangle 234">
                <a:extLst>
                  <a:ext uri="{FF2B5EF4-FFF2-40B4-BE49-F238E27FC236}">
                    <a16:creationId xmlns:a16="http://schemas.microsoft.com/office/drawing/2014/main" id="{535AD74E-418C-24FF-56B8-D88B172E8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10"/>
                <a:ext cx="926" cy="12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858" name="Rectangle 235">
                <a:extLst>
                  <a:ext uri="{FF2B5EF4-FFF2-40B4-BE49-F238E27FC236}">
                    <a16:creationId xmlns:a16="http://schemas.microsoft.com/office/drawing/2014/main" id="{E6EFCB32-0B0B-60D5-F66A-8EE9A8B67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" y="1820"/>
                <a:ext cx="9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meta</a:t>
                </a:r>
                <a:endParaRPr lang="pt-BR" altLang="pt-BR" sz="2000"/>
              </a:p>
            </p:txBody>
          </p:sp>
          <p:grpSp>
            <p:nvGrpSpPr>
              <p:cNvPr id="20859" name="Group 244">
                <a:extLst>
                  <a:ext uri="{FF2B5EF4-FFF2-40B4-BE49-F238E27FC236}">
                    <a16:creationId xmlns:a16="http://schemas.microsoft.com/office/drawing/2014/main" id="{5C4E0D28-9965-8668-EC72-2FFE442EA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1" y="2001"/>
                <a:ext cx="1360" cy="368"/>
                <a:chOff x="1041" y="2001"/>
                <a:chExt cx="1360" cy="368"/>
              </a:xfrm>
            </p:grpSpPr>
            <p:sp>
              <p:nvSpPr>
                <p:cNvPr id="20860" name="Rectangle 236">
                  <a:extLst>
                    <a:ext uri="{FF2B5EF4-FFF2-40B4-BE49-F238E27FC236}">
                      <a16:creationId xmlns:a16="http://schemas.microsoft.com/office/drawing/2014/main" id="{F23AF0E2-C56E-AA5F-2ED8-00612020B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" y="2001"/>
                  <a:ext cx="638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61" name="Rectangle 237">
                  <a:extLst>
                    <a:ext uri="{FF2B5EF4-FFF2-40B4-BE49-F238E27FC236}">
                      <a16:creationId xmlns:a16="http://schemas.microsoft.com/office/drawing/2014/main" id="{1D3905BC-47C0-CB62-2FF8-07929ADD2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2012"/>
                  <a:ext cx="64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Requisitos do </a:t>
                  </a:r>
                  <a:endParaRPr lang="pt-BR" altLang="pt-BR" sz="2000"/>
                </a:p>
              </p:txBody>
            </p:sp>
            <p:sp>
              <p:nvSpPr>
                <p:cNvPr id="20862" name="Rectangle 238">
                  <a:extLst>
                    <a:ext uri="{FF2B5EF4-FFF2-40B4-BE49-F238E27FC236}">
                      <a16:creationId xmlns:a16="http://schemas.microsoft.com/office/drawing/2014/main" id="{FCF9CDED-F960-80A3-3AF8-57344A0FE2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8" y="2127"/>
                  <a:ext cx="3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produto </a:t>
                  </a:r>
                  <a:endParaRPr lang="pt-BR" altLang="pt-BR" sz="2000"/>
                </a:p>
              </p:txBody>
            </p:sp>
            <p:sp>
              <p:nvSpPr>
                <p:cNvPr id="20863" name="Rectangle 239">
                  <a:extLst>
                    <a:ext uri="{FF2B5EF4-FFF2-40B4-BE49-F238E27FC236}">
                      <a16:creationId xmlns:a16="http://schemas.microsoft.com/office/drawing/2014/main" id="{468FF2C0-9A80-762C-7189-83066B7E7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5" y="2241"/>
                  <a:ext cx="55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(valor meta)</a:t>
                  </a:r>
                  <a:endParaRPr lang="pt-BR" altLang="pt-BR" sz="2000"/>
                </a:p>
              </p:txBody>
            </p:sp>
            <p:sp>
              <p:nvSpPr>
                <p:cNvPr id="20864" name="Rectangle 240">
                  <a:extLst>
                    <a:ext uri="{FF2B5EF4-FFF2-40B4-BE49-F238E27FC236}">
                      <a16:creationId xmlns:a16="http://schemas.microsoft.com/office/drawing/2014/main" id="{ADA5B03D-38DC-E32E-2CBF-79E24C4A83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7" y="2001"/>
                  <a:ext cx="621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65" name="Rectangle 241">
                  <a:extLst>
                    <a:ext uri="{FF2B5EF4-FFF2-40B4-BE49-F238E27FC236}">
                      <a16:creationId xmlns:a16="http://schemas.microsoft.com/office/drawing/2014/main" id="{B2446798-B384-F278-E0D2-6198C5D86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05" y="2012"/>
                  <a:ext cx="5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Informações </a:t>
                  </a:r>
                  <a:endParaRPr lang="pt-BR" altLang="pt-BR" sz="2000"/>
                </a:p>
              </p:txBody>
            </p:sp>
            <p:sp>
              <p:nvSpPr>
                <p:cNvPr id="20866" name="Rectangle 242">
                  <a:extLst>
                    <a:ext uri="{FF2B5EF4-FFF2-40B4-BE49-F238E27FC236}">
                      <a16:creationId xmlns:a16="http://schemas.microsoft.com/office/drawing/2014/main" id="{538ADCE4-B23C-310A-2E6E-B109D71A30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6" y="2127"/>
                  <a:ext cx="490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adicionais </a:t>
                  </a:r>
                  <a:endParaRPr lang="pt-BR" altLang="pt-BR" sz="2000"/>
                </a:p>
              </p:txBody>
            </p:sp>
            <p:sp>
              <p:nvSpPr>
                <p:cNvPr id="20867" name="Rectangle 243">
                  <a:extLst>
                    <a:ext uri="{FF2B5EF4-FFF2-40B4-BE49-F238E27FC236}">
                      <a16:creationId xmlns:a16="http://schemas.microsoft.com/office/drawing/2014/main" id="{9478C7AF-3211-41D2-4A94-391B070AB4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0" y="2241"/>
                  <a:ext cx="51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qualitativas</a:t>
                  </a:r>
                  <a:endParaRPr lang="pt-BR" altLang="pt-BR" sz="2000"/>
                </a:p>
              </p:txBody>
            </p:sp>
          </p:grpSp>
        </p:grpSp>
        <p:sp>
          <p:nvSpPr>
            <p:cNvPr id="20524" name="Rectangle 246">
              <a:extLst>
                <a:ext uri="{FF2B5EF4-FFF2-40B4-BE49-F238E27FC236}">
                  <a16:creationId xmlns:a16="http://schemas.microsoft.com/office/drawing/2014/main" id="{74CB1192-FCCD-A04D-9F9B-3B6D3E04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528"/>
              <a:ext cx="669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25" name="Rectangle 247">
              <a:extLst>
                <a:ext uri="{FF2B5EF4-FFF2-40B4-BE49-F238E27FC236}">
                  <a16:creationId xmlns:a16="http://schemas.microsoft.com/office/drawing/2014/main" id="{8370E2F7-000F-A255-8151-EFE88BBAF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539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0526" name="Rectangle 248">
              <a:extLst>
                <a:ext uri="{FF2B5EF4-FFF2-40B4-BE49-F238E27FC236}">
                  <a16:creationId xmlns:a16="http://schemas.microsoft.com/office/drawing/2014/main" id="{4783557E-6B9E-4346-11E8-869919A33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54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0527" name="Rectangle 249">
              <a:extLst>
                <a:ext uri="{FF2B5EF4-FFF2-40B4-BE49-F238E27FC236}">
                  <a16:creationId xmlns:a16="http://schemas.microsoft.com/office/drawing/2014/main" id="{A0E0EE62-AC7F-A246-9E30-13AB272CA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54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0528" name="Rectangle 250">
              <a:extLst>
                <a:ext uri="{FF2B5EF4-FFF2-40B4-BE49-F238E27FC236}">
                  <a16:creationId xmlns:a16="http://schemas.microsoft.com/office/drawing/2014/main" id="{98760C1A-9ACE-BA34-0AB8-10685467F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768"/>
              <a:ext cx="65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(desdobrados)</a:t>
              </a:r>
              <a:endParaRPr lang="pt-BR" altLang="pt-BR" sz="2000"/>
            </a:p>
          </p:txBody>
        </p:sp>
        <p:sp>
          <p:nvSpPr>
            <p:cNvPr id="20529" name="Rectangle 251">
              <a:extLst>
                <a:ext uri="{FF2B5EF4-FFF2-40B4-BE49-F238E27FC236}">
                  <a16:creationId xmlns:a16="http://schemas.microsoft.com/office/drawing/2014/main" id="{F2047BC9-F981-D212-6BA1-81978CC3D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3059"/>
              <a:ext cx="81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30" name="Rectangle 252">
              <a:extLst>
                <a:ext uri="{FF2B5EF4-FFF2-40B4-BE49-F238E27FC236}">
                  <a16:creationId xmlns:a16="http://schemas.microsoft.com/office/drawing/2014/main" id="{C1C139A4-E2B8-2965-0316-BC7437CA7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3070"/>
              <a:ext cx="7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</a:t>
              </a:r>
              <a:endParaRPr lang="pt-BR" altLang="pt-BR" sz="2000"/>
            </a:p>
          </p:txBody>
        </p:sp>
        <p:sp>
          <p:nvSpPr>
            <p:cNvPr id="20531" name="Rectangle 253">
              <a:extLst>
                <a:ext uri="{FF2B5EF4-FFF2-40B4-BE49-F238E27FC236}">
                  <a16:creationId xmlns:a16="http://schemas.microsoft.com/office/drawing/2014/main" id="{F17D825C-8A8D-6E4C-3A38-1D12F6524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184"/>
              <a:ext cx="53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 dos </a:t>
              </a:r>
              <a:endParaRPr lang="pt-BR" altLang="pt-BR" sz="2000"/>
            </a:p>
          </p:txBody>
        </p:sp>
        <p:sp>
          <p:nvSpPr>
            <p:cNvPr id="20532" name="Rectangle 254">
              <a:extLst>
                <a:ext uri="{FF2B5EF4-FFF2-40B4-BE49-F238E27FC236}">
                  <a16:creationId xmlns:a16="http://schemas.microsoft.com/office/drawing/2014/main" id="{5CFED45D-777F-8BF6-A919-EC43279C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84"/>
              <a:ext cx="3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 </a:t>
              </a:r>
              <a:endParaRPr lang="pt-BR" altLang="pt-BR" sz="2000"/>
            </a:p>
          </p:txBody>
        </p:sp>
        <p:sp>
          <p:nvSpPr>
            <p:cNvPr id="20533" name="Rectangle 255">
              <a:extLst>
                <a:ext uri="{FF2B5EF4-FFF2-40B4-BE49-F238E27FC236}">
                  <a16:creationId xmlns:a16="http://schemas.microsoft.com/office/drawing/2014/main" id="{27EB5FA3-168C-F135-2427-38EE61882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3390"/>
              <a:ext cx="623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34" name="Rectangle 256">
              <a:extLst>
                <a:ext uri="{FF2B5EF4-FFF2-40B4-BE49-F238E27FC236}">
                  <a16:creationId xmlns:a16="http://schemas.microsoft.com/office/drawing/2014/main" id="{82547486-2CED-A756-4C9E-BF468E8FB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3401"/>
              <a:ext cx="6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Plano macro </a:t>
              </a:r>
              <a:endParaRPr lang="pt-BR" altLang="pt-BR" sz="2000"/>
            </a:p>
          </p:txBody>
        </p:sp>
        <p:sp>
          <p:nvSpPr>
            <p:cNvPr id="20535" name="Rectangle 257">
              <a:extLst>
                <a:ext uri="{FF2B5EF4-FFF2-40B4-BE49-F238E27FC236}">
                  <a16:creationId xmlns:a16="http://schemas.microsoft.com/office/drawing/2014/main" id="{D9EE824C-F32F-EEAF-BDC2-89666882E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3516"/>
              <a:ext cx="5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 processo</a:t>
              </a:r>
              <a:endParaRPr lang="pt-BR" altLang="pt-BR" sz="2000"/>
            </a:p>
          </p:txBody>
        </p:sp>
        <p:grpSp>
          <p:nvGrpSpPr>
            <p:cNvPr id="20536" name="Group 260">
              <a:extLst>
                <a:ext uri="{FF2B5EF4-FFF2-40B4-BE49-F238E27FC236}">
                  <a16:creationId xmlns:a16="http://schemas.microsoft.com/office/drawing/2014/main" id="{8A20EC43-C468-C023-C25B-ECAF2C170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9" y="2146"/>
              <a:ext cx="212" cy="63"/>
              <a:chOff x="829" y="2146"/>
              <a:chExt cx="212" cy="63"/>
            </a:xfrm>
          </p:grpSpPr>
          <p:sp>
            <p:nvSpPr>
              <p:cNvPr id="20854" name="Line 258">
                <a:extLst>
                  <a:ext uri="{FF2B5EF4-FFF2-40B4-BE49-F238E27FC236}">
                    <a16:creationId xmlns:a16="http://schemas.microsoft.com/office/drawing/2014/main" id="{39765428-5CBD-CA04-2B91-4178AB25C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177"/>
                <a:ext cx="153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55" name="Freeform 259">
                <a:extLst>
                  <a:ext uri="{FF2B5EF4-FFF2-40B4-BE49-F238E27FC236}">
                    <a16:creationId xmlns:a16="http://schemas.microsoft.com/office/drawing/2014/main" id="{6BEFA7C9-2362-2A6B-9211-0DC523515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146"/>
                <a:ext cx="61" cy="63"/>
              </a:xfrm>
              <a:custGeom>
                <a:avLst/>
                <a:gdLst>
                  <a:gd name="T0" fmla="*/ 0 w 124"/>
                  <a:gd name="T1" fmla="*/ 1 h 125"/>
                  <a:gd name="T2" fmla="*/ 0 w 124"/>
                  <a:gd name="T3" fmla="*/ 1 h 125"/>
                  <a:gd name="T4" fmla="*/ 0 w 124"/>
                  <a:gd name="T5" fmla="*/ 0 h 125"/>
                  <a:gd name="T6" fmla="*/ 0 w 124"/>
                  <a:gd name="T7" fmla="*/ 1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125"/>
                  <a:gd name="T14" fmla="*/ 124 w 12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125">
                    <a:moveTo>
                      <a:pt x="0" y="125"/>
                    </a:moveTo>
                    <a:lnTo>
                      <a:pt x="124" y="62"/>
                    </a:lnTo>
                    <a:lnTo>
                      <a:pt x="0" y="0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37" name="Group 263">
              <a:extLst>
                <a:ext uri="{FF2B5EF4-FFF2-40B4-BE49-F238E27FC236}">
                  <a16:creationId xmlns:a16="http://schemas.microsoft.com/office/drawing/2014/main" id="{8BA9EB2E-593B-F157-CA33-98FF1878E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2115"/>
              <a:ext cx="215" cy="63"/>
              <a:chOff x="2425" y="2115"/>
              <a:chExt cx="215" cy="63"/>
            </a:xfrm>
          </p:grpSpPr>
          <p:sp>
            <p:nvSpPr>
              <p:cNvPr id="20852" name="Line 261">
                <a:extLst>
                  <a:ext uri="{FF2B5EF4-FFF2-40B4-BE49-F238E27FC236}">
                    <a16:creationId xmlns:a16="http://schemas.microsoft.com/office/drawing/2014/main" id="{EAE11FEC-5FD5-29C4-181E-F0D178C71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45"/>
                <a:ext cx="154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53" name="Freeform 262">
                <a:extLst>
                  <a:ext uri="{FF2B5EF4-FFF2-40B4-BE49-F238E27FC236}">
                    <a16:creationId xmlns:a16="http://schemas.microsoft.com/office/drawing/2014/main" id="{017C86DA-0C12-7932-F0D0-59EA76FA5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115"/>
                <a:ext cx="63" cy="63"/>
              </a:xfrm>
              <a:custGeom>
                <a:avLst/>
                <a:gdLst>
                  <a:gd name="T0" fmla="*/ 0 w 126"/>
                  <a:gd name="T1" fmla="*/ 1 h 126"/>
                  <a:gd name="T2" fmla="*/ 1 w 126"/>
                  <a:gd name="T3" fmla="*/ 1 h 126"/>
                  <a:gd name="T4" fmla="*/ 0 w 126"/>
                  <a:gd name="T5" fmla="*/ 0 h 126"/>
                  <a:gd name="T6" fmla="*/ 0 w 126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0" y="126"/>
                    </a:moveTo>
                    <a:lnTo>
                      <a:pt x="126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38" name="Group 266">
              <a:extLst>
                <a:ext uri="{FF2B5EF4-FFF2-40B4-BE49-F238E27FC236}">
                  <a16:creationId xmlns:a16="http://schemas.microsoft.com/office/drawing/2014/main" id="{8D42F911-0B5E-ACDB-1F7D-C6F5AD20D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2146"/>
              <a:ext cx="346" cy="96"/>
              <a:chOff x="3320" y="2146"/>
              <a:chExt cx="346" cy="96"/>
            </a:xfrm>
          </p:grpSpPr>
          <p:sp>
            <p:nvSpPr>
              <p:cNvPr id="20850" name="Line 264">
                <a:extLst>
                  <a:ext uri="{FF2B5EF4-FFF2-40B4-BE49-F238E27FC236}">
                    <a16:creationId xmlns:a16="http://schemas.microsoft.com/office/drawing/2014/main" id="{DE00B64E-CCAD-126D-A62A-ADCC92E0C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0" y="2146"/>
                <a:ext cx="288" cy="6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51" name="Freeform 265">
                <a:extLst>
                  <a:ext uri="{FF2B5EF4-FFF2-40B4-BE49-F238E27FC236}">
                    <a16:creationId xmlns:a16="http://schemas.microsoft.com/office/drawing/2014/main" id="{20DA0826-8C0C-48B8-5D0D-7ABA62CC1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2181"/>
                <a:ext cx="68" cy="61"/>
              </a:xfrm>
              <a:custGeom>
                <a:avLst/>
                <a:gdLst>
                  <a:gd name="T0" fmla="*/ 0 w 136"/>
                  <a:gd name="T1" fmla="*/ 1 h 121"/>
                  <a:gd name="T2" fmla="*/ 1 w 136"/>
                  <a:gd name="T3" fmla="*/ 1 h 121"/>
                  <a:gd name="T4" fmla="*/ 1 w 136"/>
                  <a:gd name="T5" fmla="*/ 0 h 121"/>
                  <a:gd name="T6" fmla="*/ 0 w 136"/>
                  <a:gd name="T7" fmla="*/ 1 h 1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21"/>
                  <a:gd name="T14" fmla="*/ 136 w 136"/>
                  <a:gd name="T15" fmla="*/ 121 h 1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21">
                    <a:moveTo>
                      <a:pt x="0" y="121"/>
                    </a:moveTo>
                    <a:lnTo>
                      <a:pt x="136" y="87"/>
                    </a:lnTo>
                    <a:lnTo>
                      <a:pt x="28" y="0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39" name="Group 269">
              <a:extLst>
                <a:ext uri="{FF2B5EF4-FFF2-40B4-BE49-F238E27FC236}">
                  <a16:creationId xmlns:a16="http://schemas.microsoft.com/office/drawing/2014/main" id="{72E42FF1-6626-E226-87BF-8B4FD2E46B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2351"/>
              <a:ext cx="65" cy="177"/>
              <a:chOff x="1294" y="2351"/>
              <a:chExt cx="65" cy="177"/>
            </a:xfrm>
          </p:grpSpPr>
          <p:sp>
            <p:nvSpPr>
              <p:cNvPr id="20848" name="Line 267">
                <a:extLst>
                  <a:ext uri="{FF2B5EF4-FFF2-40B4-BE49-F238E27FC236}">
                    <a16:creationId xmlns:a16="http://schemas.microsoft.com/office/drawing/2014/main" id="{C3E0004D-A59A-15D9-8EB0-E57EA80CA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3" y="2351"/>
                <a:ext cx="36" cy="12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49" name="Freeform 268">
                <a:extLst>
                  <a:ext uri="{FF2B5EF4-FFF2-40B4-BE49-F238E27FC236}">
                    <a16:creationId xmlns:a16="http://schemas.microsoft.com/office/drawing/2014/main" id="{0B24D725-42C7-0AD6-DA5A-830D3C7653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459"/>
                <a:ext cx="59" cy="69"/>
              </a:xfrm>
              <a:custGeom>
                <a:avLst/>
                <a:gdLst>
                  <a:gd name="T0" fmla="*/ 0 w 119"/>
                  <a:gd name="T1" fmla="*/ 0 h 138"/>
                  <a:gd name="T2" fmla="*/ 0 w 119"/>
                  <a:gd name="T3" fmla="*/ 1 h 138"/>
                  <a:gd name="T4" fmla="*/ 0 w 119"/>
                  <a:gd name="T5" fmla="*/ 1 h 138"/>
                  <a:gd name="T6" fmla="*/ 0 w 119"/>
                  <a:gd name="T7" fmla="*/ 0 h 1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38"/>
                  <a:gd name="T14" fmla="*/ 119 w 119"/>
                  <a:gd name="T15" fmla="*/ 138 h 1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38">
                    <a:moveTo>
                      <a:pt x="0" y="0"/>
                    </a:moveTo>
                    <a:lnTo>
                      <a:pt x="19" y="138"/>
                    </a:lnTo>
                    <a:lnTo>
                      <a:pt x="119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0" name="Group 272">
              <a:extLst>
                <a:ext uri="{FF2B5EF4-FFF2-40B4-BE49-F238E27FC236}">
                  <a16:creationId xmlns:a16="http://schemas.microsoft.com/office/drawing/2014/main" id="{1858F4B1-BAE6-95AB-BDFF-6FB667BA4E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672"/>
              <a:ext cx="978" cy="63"/>
              <a:chOff x="1638" y="2672"/>
              <a:chExt cx="978" cy="63"/>
            </a:xfrm>
          </p:grpSpPr>
          <p:sp>
            <p:nvSpPr>
              <p:cNvPr id="20846" name="Line 270">
                <a:extLst>
                  <a:ext uri="{FF2B5EF4-FFF2-40B4-BE49-F238E27FC236}">
                    <a16:creationId xmlns:a16="http://schemas.microsoft.com/office/drawing/2014/main" id="{0A8E3C3E-2E79-DE5B-4FE1-1E421079D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2703"/>
                <a:ext cx="91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47" name="Freeform 271">
                <a:extLst>
                  <a:ext uri="{FF2B5EF4-FFF2-40B4-BE49-F238E27FC236}">
                    <a16:creationId xmlns:a16="http://schemas.microsoft.com/office/drawing/2014/main" id="{72D63AD8-2C43-507D-6C19-CBA7B562A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2672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1" name="Group 275">
              <a:extLst>
                <a:ext uri="{FF2B5EF4-FFF2-40B4-BE49-F238E27FC236}">
                  <a16:creationId xmlns:a16="http://schemas.microsoft.com/office/drawing/2014/main" id="{00AEB0FE-56AB-D7C8-7299-5E2782E26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2320"/>
              <a:ext cx="63" cy="266"/>
              <a:chOff x="2944" y="2320"/>
              <a:chExt cx="63" cy="266"/>
            </a:xfrm>
          </p:grpSpPr>
          <p:sp>
            <p:nvSpPr>
              <p:cNvPr id="20844" name="Line 273">
                <a:extLst>
                  <a:ext uri="{FF2B5EF4-FFF2-40B4-BE49-F238E27FC236}">
                    <a16:creationId xmlns:a16="http://schemas.microsoft.com/office/drawing/2014/main" id="{754E8DD2-E5B3-99EB-0E47-B7E1E1045B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5" y="2320"/>
                <a:ext cx="5" cy="20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45" name="Freeform 274">
                <a:extLst>
                  <a:ext uri="{FF2B5EF4-FFF2-40B4-BE49-F238E27FC236}">
                    <a16:creationId xmlns:a16="http://schemas.microsoft.com/office/drawing/2014/main" id="{9719F104-B04F-2987-7A6D-2F297D7C4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522"/>
                <a:ext cx="63" cy="64"/>
              </a:xfrm>
              <a:custGeom>
                <a:avLst/>
                <a:gdLst>
                  <a:gd name="T0" fmla="*/ 0 w 125"/>
                  <a:gd name="T1" fmla="*/ 0 h 128"/>
                  <a:gd name="T2" fmla="*/ 1 w 125"/>
                  <a:gd name="T3" fmla="*/ 1 h 128"/>
                  <a:gd name="T4" fmla="*/ 1 w 125"/>
                  <a:gd name="T5" fmla="*/ 1 h 128"/>
                  <a:gd name="T6" fmla="*/ 0 w 125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8"/>
                  <a:gd name="T14" fmla="*/ 125 w 125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8">
                    <a:moveTo>
                      <a:pt x="0" y="0"/>
                    </a:moveTo>
                    <a:lnTo>
                      <a:pt x="60" y="128"/>
                    </a:lnTo>
                    <a:lnTo>
                      <a:pt x="125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2" name="Group 278">
              <a:extLst>
                <a:ext uri="{FF2B5EF4-FFF2-40B4-BE49-F238E27FC236}">
                  <a16:creationId xmlns:a16="http://schemas.microsoft.com/office/drawing/2014/main" id="{DA6AFB15-FD54-7118-0ED4-2724478DC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6" y="2820"/>
              <a:ext cx="828" cy="239"/>
              <a:chOff x="2146" y="2820"/>
              <a:chExt cx="828" cy="239"/>
            </a:xfrm>
          </p:grpSpPr>
          <p:sp>
            <p:nvSpPr>
              <p:cNvPr id="20842" name="Freeform 276">
                <a:extLst>
                  <a:ext uri="{FF2B5EF4-FFF2-40B4-BE49-F238E27FC236}">
                    <a16:creationId xmlns:a16="http://schemas.microsoft.com/office/drawing/2014/main" id="{65B83F7F-3137-A8B1-EEC2-AE81F5C0D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2820"/>
                <a:ext cx="797" cy="179"/>
              </a:xfrm>
              <a:custGeom>
                <a:avLst/>
                <a:gdLst>
                  <a:gd name="T0" fmla="*/ 0 w 1595"/>
                  <a:gd name="T1" fmla="*/ 0 h 357"/>
                  <a:gd name="T2" fmla="*/ 0 w 1595"/>
                  <a:gd name="T3" fmla="*/ 1 h 357"/>
                  <a:gd name="T4" fmla="*/ 0 w 1595"/>
                  <a:gd name="T5" fmla="*/ 1 h 357"/>
                  <a:gd name="T6" fmla="*/ 0 w 1595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5"/>
                  <a:gd name="T13" fmla="*/ 0 h 357"/>
                  <a:gd name="T14" fmla="*/ 1595 w 1595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5" h="357">
                    <a:moveTo>
                      <a:pt x="1595" y="0"/>
                    </a:moveTo>
                    <a:lnTo>
                      <a:pt x="1595" y="237"/>
                    </a:lnTo>
                    <a:lnTo>
                      <a:pt x="0" y="237"/>
                    </a:lnTo>
                    <a:lnTo>
                      <a:pt x="0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43" name="Freeform 277">
                <a:extLst>
                  <a:ext uri="{FF2B5EF4-FFF2-40B4-BE49-F238E27FC236}">
                    <a16:creationId xmlns:a16="http://schemas.microsoft.com/office/drawing/2014/main" id="{CB51E358-5DFB-111C-52DC-984AA2D63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3" name="Group 281">
              <a:extLst>
                <a:ext uri="{FF2B5EF4-FFF2-40B4-BE49-F238E27FC236}">
                  <a16:creationId xmlns:a16="http://schemas.microsoft.com/office/drawing/2014/main" id="{7E3E470A-2651-2A85-43C7-3B9D70DE3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" y="2820"/>
              <a:ext cx="628" cy="239"/>
              <a:chOff x="2974" y="2820"/>
              <a:chExt cx="628" cy="239"/>
            </a:xfrm>
          </p:grpSpPr>
          <p:sp>
            <p:nvSpPr>
              <p:cNvPr id="20840" name="Freeform 279">
                <a:extLst>
                  <a:ext uri="{FF2B5EF4-FFF2-40B4-BE49-F238E27FC236}">
                    <a16:creationId xmlns:a16="http://schemas.microsoft.com/office/drawing/2014/main" id="{2BE7B854-42A9-BC25-0757-C3D12FC02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820"/>
                <a:ext cx="596" cy="179"/>
              </a:xfrm>
              <a:custGeom>
                <a:avLst/>
                <a:gdLst>
                  <a:gd name="T0" fmla="*/ 0 w 1193"/>
                  <a:gd name="T1" fmla="*/ 0 h 357"/>
                  <a:gd name="T2" fmla="*/ 0 w 1193"/>
                  <a:gd name="T3" fmla="*/ 1 h 357"/>
                  <a:gd name="T4" fmla="*/ 0 w 1193"/>
                  <a:gd name="T5" fmla="*/ 1 h 357"/>
                  <a:gd name="T6" fmla="*/ 0 w 1193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3"/>
                  <a:gd name="T13" fmla="*/ 0 h 357"/>
                  <a:gd name="T14" fmla="*/ 1193 w 1193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3" h="357">
                    <a:moveTo>
                      <a:pt x="0" y="0"/>
                    </a:moveTo>
                    <a:lnTo>
                      <a:pt x="0" y="237"/>
                    </a:lnTo>
                    <a:lnTo>
                      <a:pt x="1193" y="237"/>
                    </a:lnTo>
                    <a:lnTo>
                      <a:pt x="1193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41" name="Freeform 280">
                <a:extLst>
                  <a:ext uri="{FF2B5EF4-FFF2-40B4-BE49-F238E27FC236}">
                    <a16:creationId xmlns:a16="http://schemas.microsoft.com/office/drawing/2014/main" id="{28FB0854-A2DA-6C39-A77A-49F24BA3B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2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4" name="Group 284">
              <a:extLst>
                <a:ext uri="{FF2B5EF4-FFF2-40B4-BE49-F238E27FC236}">
                  <a16:creationId xmlns:a16="http://schemas.microsoft.com/office/drawing/2014/main" id="{7E841507-6733-D01D-22C6-1608B46922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" y="2936"/>
              <a:ext cx="835" cy="272"/>
              <a:chOff x="3761" y="2936"/>
              <a:chExt cx="835" cy="272"/>
            </a:xfrm>
          </p:grpSpPr>
          <p:sp>
            <p:nvSpPr>
              <p:cNvPr id="20838" name="Freeform 282">
                <a:extLst>
                  <a:ext uri="{FF2B5EF4-FFF2-40B4-BE49-F238E27FC236}">
                    <a16:creationId xmlns:a16="http://schemas.microsoft.com/office/drawing/2014/main" id="{97AD57F5-373A-5E1F-6B88-AF0F4E166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936"/>
                <a:ext cx="775" cy="241"/>
              </a:xfrm>
              <a:custGeom>
                <a:avLst/>
                <a:gdLst>
                  <a:gd name="T0" fmla="*/ 0 w 1551"/>
                  <a:gd name="T1" fmla="*/ 0 h 481"/>
                  <a:gd name="T2" fmla="*/ 0 w 1551"/>
                  <a:gd name="T3" fmla="*/ 1 h 481"/>
                  <a:gd name="T4" fmla="*/ 0 w 1551"/>
                  <a:gd name="T5" fmla="*/ 1 h 481"/>
                  <a:gd name="T6" fmla="*/ 0 60000 65536"/>
                  <a:gd name="T7" fmla="*/ 0 60000 65536"/>
                  <a:gd name="T8" fmla="*/ 0 60000 65536"/>
                  <a:gd name="T9" fmla="*/ 0 w 1551"/>
                  <a:gd name="T10" fmla="*/ 0 h 481"/>
                  <a:gd name="T11" fmla="*/ 1551 w 1551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51" h="481">
                    <a:moveTo>
                      <a:pt x="1551" y="0"/>
                    </a:moveTo>
                    <a:lnTo>
                      <a:pt x="1551" y="481"/>
                    </a:lnTo>
                    <a:lnTo>
                      <a:pt x="0" y="481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39" name="Freeform 283">
                <a:extLst>
                  <a:ext uri="{FF2B5EF4-FFF2-40B4-BE49-F238E27FC236}">
                    <a16:creationId xmlns:a16="http://schemas.microsoft.com/office/drawing/2014/main" id="{5D6909CC-3EA0-36D3-E2E0-0BFBA6DA7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46"/>
                <a:ext cx="63" cy="62"/>
              </a:xfrm>
              <a:custGeom>
                <a:avLst/>
                <a:gdLst>
                  <a:gd name="T0" fmla="*/ 1 w 125"/>
                  <a:gd name="T1" fmla="*/ 0 h 126"/>
                  <a:gd name="T2" fmla="*/ 0 w 125"/>
                  <a:gd name="T3" fmla="*/ 0 h 126"/>
                  <a:gd name="T4" fmla="*/ 1 w 125"/>
                  <a:gd name="T5" fmla="*/ 0 h 126"/>
                  <a:gd name="T6" fmla="*/ 1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125" y="0"/>
                    </a:moveTo>
                    <a:lnTo>
                      <a:pt x="0" y="62"/>
                    </a:lnTo>
                    <a:lnTo>
                      <a:pt x="125" y="12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5" name="Group 287">
              <a:extLst>
                <a:ext uri="{FF2B5EF4-FFF2-40B4-BE49-F238E27FC236}">
                  <a16:creationId xmlns:a16="http://schemas.microsoft.com/office/drawing/2014/main" id="{4DC13FFC-32F6-13AC-733C-4BDCCD5F0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146"/>
              <a:ext cx="219" cy="62"/>
              <a:chOff x="1709" y="3146"/>
              <a:chExt cx="219" cy="62"/>
            </a:xfrm>
          </p:grpSpPr>
          <p:sp>
            <p:nvSpPr>
              <p:cNvPr id="20836" name="Line 285">
                <a:extLst>
                  <a:ext uri="{FF2B5EF4-FFF2-40B4-BE49-F238E27FC236}">
                    <a16:creationId xmlns:a16="http://schemas.microsoft.com/office/drawing/2014/main" id="{5E1EA41D-0CD1-CA59-DE70-C0668642A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9" y="3177"/>
                <a:ext cx="15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37" name="Freeform 286">
                <a:extLst>
                  <a:ext uri="{FF2B5EF4-FFF2-40B4-BE49-F238E27FC236}">
                    <a16:creationId xmlns:a16="http://schemas.microsoft.com/office/drawing/2014/main" id="{1043C7E0-D779-99E2-A754-3BDC91C47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3146"/>
                <a:ext cx="63" cy="62"/>
              </a:xfrm>
              <a:custGeom>
                <a:avLst/>
                <a:gdLst>
                  <a:gd name="T0" fmla="*/ 0 w 125"/>
                  <a:gd name="T1" fmla="*/ 0 h 126"/>
                  <a:gd name="T2" fmla="*/ 1 w 125"/>
                  <a:gd name="T3" fmla="*/ 0 h 126"/>
                  <a:gd name="T4" fmla="*/ 0 w 125"/>
                  <a:gd name="T5" fmla="*/ 0 h 126"/>
                  <a:gd name="T6" fmla="*/ 0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0" y="126"/>
                    </a:moveTo>
                    <a:lnTo>
                      <a:pt x="125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6" name="Group 290">
              <a:extLst>
                <a:ext uri="{FF2B5EF4-FFF2-40B4-BE49-F238E27FC236}">
                  <a16:creationId xmlns:a16="http://schemas.microsoft.com/office/drawing/2014/main" id="{6143E8A8-F442-EEE8-9706-96E8E0414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3146"/>
              <a:ext cx="286" cy="62"/>
              <a:chOff x="2425" y="3146"/>
              <a:chExt cx="286" cy="62"/>
            </a:xfrm>
          </p:grpSpPr>
          <p:sp>
            <p:nvSpPr>
              <p:cNvPr id="20834" name="Line 288">
                <a:extLst>
                  <a:ext uri="{FF2B5EF4-FFF2-40B4-BE49-F238E27FC236}">
                    <a16:creationId xmlns:a16="http://schemas.microsoft.com/office/drawing/2014/main" id="{94E9425C-8CE6-F5CE-659A-9A7F373BF9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3177"/>
                <a:ext cx="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35" name="Freeform 289">
                <a:extLst>
                  <a:ext uri="{FF2B5EF4-FFF2-40B4-BE49-F238E27FC236}">
                    <a16:creationId xmlns:a16="http://schemas.microsoft.com/office/drawing/2014/main" id="{F8D0C6AD-B9BB-D4D4-C255-D9A07F1B9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3146"/>
                <a:ext cx="61" cy="62"/>
              </a:xfrm>
              <a:custGeom>
                <a:avLst/>
                <a:gdLst>
                  <a:gd name="T0" fmla="*/ 0 w 123"/>
                  <a:gd name="T1" fmla="*/ 0 h 126"/>
                  <a:gd name="T2" fmla="*/ 0 w 123"/>
                  <a:gd name="T3" fmla="*/ 0 h 126"/>
                  <a:gd name="T4" fmla="*/ 0 w 123"/>
                  <a:gd name="T5" fmla="*/ 0 h 126"/>
                  <a:gd name="T6" fmla="*/ 0 w 123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7" name="Group 293">
              <a:extLst>
                <a:ext uri="{FF2B5EF4-FFF2-40B4-BE49-F238E27FC236}">
                  <a16:creationId xmlns:a16="http://schemas.microsoft.com/office/drawing/2014/main" id="{AD2E8FE1-2E1E-7EC8-7EBE-83ED1A702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2878"/>
              <a:ext cx="63" cy="181"/>
              <a:chOff x="1273" y="2878"/>
              <a:chExt cx="63" cy="181"/>
            </a:xfrm>
          </p:grpSpPr>
          <p:sp>
            <p:nvSpPr>
              <p:cNvPr id="20832" name="Line 291">
                <a:extLst>
                  <a:ext uri="{FF2B5EF4-FFF2-40B4-BE49-F238E27FC236}">
                    <a16:creationId xmlns:a16="http://schemas.microsoft.com/office/drawing/2014/main" id="{531DB3A8-1C98-42D9-08C9-B20CACED8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" y="2878"/>
                <a:ext cx="1" cy="12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33" name="Freeform 292">
                <a:extLst>
                  <a:ext uri="{FF2B5EF4-FFF2-40B4-BE49-F238E27FC236}">
                    <a16:creationId xmlns:a16="http://schemas.microsoft.com/office/drawing/2014/main" id="{7EB5623B-2B99-0046-B422-6DACD4664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997"/>
                <a:ext cx="63" cy="62"/>
              </a:xfrm>
              <a:custGeom>
                <a:avLst/>
                <a:gdLst>
                  <a:gd name="T0" fmla="*/ 0 w 125"/>
                  <a:gd name="T1" fmla="*/ 0 h 124"/>
                  <a:gd name="T2" fmla="*/ 1 w 125"/>
                  <a:gd name="T3" fmla="*/ 1 h 124"/>
                  <a:gd name="T4" fmla="*/ 1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48" name="Group 296">
              <a:extLst>
                <a:ext uri="{FF2B5EF4-FFF2-40B4-BE49-F238E27FC236}">
                  <a16:creationId xmlns:a16="http://schemas.microsoft.com/office/drawing/2014/main" id="{58FCB082-F422-7C75-0368-8D4EDB214D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2352"/>
              <a:ext cx="63" cy="220"/>
              <a:chOff x="533" y="2352"/>
              <a:chExt cx="63" cy="220"/>
            </a:xfrm>
          </p:grpSpPr>
          <p:sp>
            <p:nvSpPr>
              <p:cNvPr id="20830" name="Line 294">
                <a:extLst>
                  <a:ext uri="{FF2B5EF4-FFF2-40B4-BE49-F238E27FC236}">
                    <a16:creationId xmlns:a16="http://schemas.microsoft.com/office/drawing/2014/main" id="{BA5495B3-641F-4F4B-AC04-F15BE1F5C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4" y="2411"/>
                <a:ext cx="1" cy="16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31" name="Freeform 295">
                <a:extLst>
                  <a:ext uri="{FF2B5EF4-FFF2-40B4-BE49-F238E27FC236}">
                    <a16:creationId xmlns:a16="http://schemas.microsoft.com/office/drawing/2014/main" id="{FB0B55C8-6B58-AC31-E3EE-365AE55BF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2352"/>
                <a:ext cx="63" cy="62"/>
              </a:xfrm>
              <a:custGeom>
                <a:avLst/>
                <a:gdLst>
                  <a:gd name="T0" fmla="*/ 1 w 126"/>
                  <a:gd name="T1" fmla="*/ 1 h 124"/>
                  <a:gd name="T2" fmla="*/ 1 w 126"/>
                  <a:gd name="T3" fmla="*/ 0 h 124"/>
                  <a:gd name="T4" fmla="*/ 0 w 126"/>
                  <a:gd name="T5" fmla="*/ 1 h 124"/>
                  <a:gd name="T6" fmla="*/ 1 w 126"/>
                  <a:gd name="T7" fmla="*/ 1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4"/>
                  <a:gd name="T14" fmla="*/ 126 w 126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4">
                    <a:moveTo>
                      <a:pt x="126" y="124"/>
                    </a:moveTo>
                    <a:lnTo>
                      <a:pt x="62" y="0"/>
                    </a:lnTo>
                    <a:lnTo>
                      <a:pt x="0" y="124"/>
                    </a:lnTo>
                    <a:lnTo>
                      <a:pt x="126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0549" name="Rectangle 297">
              <a:extLst>
                <a:ext uri="{FF2B5EF4-FFF2-40B4-BE49-F238E27FC236}">
                  <a16:creationId xmlns:a16="http://schemas.microsoft.com/office/drawing/2014/main" id="{5F16BCC4-A58B-A0AF-5B77-901FD73AE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1288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50" name="Rectangle 298">
              <a:extLst>
                <a:ext uri="{FF2B5EF4-FFF2-40B4-BE49-F238E27FC236}">
                  <a16:creationId xmlns:a16="http://schemas.microsoft.com/office/drawing/2014/main" id="{40897867-4EF6-0937-FE1C-07CF800A5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299"/>
              <a:ext cx="5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Escopo do </a:t>
              </a:r>
              <a:endParaRPr lang="pt-BR" altLang="pt-BR" sz="2000"/>
            </a:p>
          </p:txBody>
        </p:sp>
        <p:sp>
          <p:nvSpPr>
            <p:cNvPr id="20551" name="Rectangle 299">
              <a:extLst>
                <a:ext uri="{FF2B5EF4-FFF2-40B4-BE49-F238E27FC236}">
                  <a16:creationId xmlns:a16="http://schemas.microsoft.com/office/drawing/2014/main" id="{1521B8B7-F46C-110C-E2FD-23BD4568E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1413"/>
              <a:ext cx="37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0552" name="Rectangle 300">
              <a:extLst>
                <a:ext uri="{FF2B5EF4-FFF2-40B4-BE49-F238E27FC236}">
                  <a16:creationId xmlns:a16="http://schemas.microsoft.com/office/drawing/2014/main" id="{AE44FD8A-9729-15DE-39EE-91911B0B6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" y="1231"/>
              <a:ext cx="55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53" name="Rectangle 301">
              <a:extLst>
                <a:ext uri="{FF2B5EF4-FFF2-40B4-BE49-F238E27FC236}">
                  <a16:creationId xmlns:a16="http://schemas.microsoft.com/office/drawing/2014/main" id="{5A8C085E-4873-61F8-153D-67E7531F3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242"/>
              <a:ext cx="4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Ciclo de </a:t>
              </a:r>
              <a:endParaRPr lang="pt-BR" altLang="pt-BR" sz="2000"/>
            </a:p>
          </p:txBody>
        </p:sp>
        <p:sp>
          <p:nvSpPr>
            <p:cNvPr id="20554" name="Rectangle 302">
              <a:extLst>
                <a:ext uri="{FF2B5EF4-FFF2-40B4-BE49-F238E27FC236}">
                  <a16:creationId xmlns:a16="http://schemas.microsoft.com/office/drawing/2014/main" id="{222E1609-9FFE-5AD2-8921-60DFFFBC6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1357"/>
              <a:ext cx="37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vida do </a:t>
              </a:r>
              <a:endParaRPr lang="pt-BR" altLang="pt-BR" sz="2000"/>
            </a:p>
          </p:txBody>
        </p:sp>
        <p:sp>
          <p:nvSpPr>
            <p:cNvPr id="20555" name="Rectangle 303">
              <a:extLst>
                <a:ext uri="{FF2B5EF4-FFF2-40B4-BE49-F238E27FC236}">
                  <a16:creationId xmlns:a16="http://schemas.microsoft.com/office/drawing/2014/main" id="{1715B5CD-E489-13BA-92BE-AABD06523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47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grpSp>
          <p:nvGrpSpPr>
            <p:cNvPr id="20556" name="Group 306">
              <a:extLst>
                <a:ext uri="{FF2B5EF4-FFF2-40B4-BE49-F238E27FC236}">
                  <a16:creationId xmlns:a16="http://schemas.microsoft.com/office/drawing/2014/main" id="{6DEB9BA3-58FB-9B11-92D3-198C90224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" y="1376"/>
              <a:ext cx="296" cy="63"/>
              <a:chOff x="878" y="1376"/>
              <a:chExt cx="296" cy="63"/>
            </a:xfrm>
          </p:grpSpPr>
          <p:sp>
            <p:nvSpPr>
              <p:cNvPr id="20828" name="Freeform 304">
                <a:extLst>
                  <a:ext uri="{FF2B5EF4-FFF2-40B4-BE49-F238E27FC236}">
                    <a16:creationId xmlns:a16="http://schemas.microsoft.com/office/drawing/2014/main" id="{58865FE4-4EC8-4438-6616-8CAEE7F08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" y="1406"/>
                <a:ext cx="236" cy="1"/>
              </a:xfrm>
              <a:custGeom>
                <a:avLst/>
                <a:gdLst>
                  <a:gd name="T0" fmla="*/ 0 w 473"/>
                  <a:gd name="T1" fmla="*/ 0 h 2"/>
                  <a:gd name="T2" fmla="*/ 0 w 473"/>
                  <a:gd name="T3" fmla="*/ 0 h 2"/>
                  <a:gd name="T4" fmla="*/ 0 w 473"/>
                  <a:gd name="T5" fmla="*/ 1 h 2"/>
                  <a:gd name="T6" fmla="*/ 0 w 473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3"/>
                  <a:gd name="T13" fmla="*/ 0 h 2"/>
                  <a:gd name="T14" fmla="*/ 473 w 47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3" h="2">
                    <a:moveTo>
                      <a:pt x="473" y="0"/>
                    </a:moveTo>
                    <a:lnTo>
                      <a:pt x="177" y="0"/>
                    </a:lnTo>
                    <a:lnTo>
                      <a:pt x="177" y="2"/>
                    </a:lnTo>
                    <a:lnTo>
                      <a:pt x="0" y="2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29" name="Freeform 305">
                <a:extLst>
                  <a:ext uri="{FF2B5EF4-FFF2-40B4-BE49-F238E27FC236}">
                    <a16:creationId xmlns:a16="http://schemas.microsoft.com/office/drawing/2014/main" id="{298A3009-DA77-C73E-1800-E03AB2431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376"/>
                <a:ext cx="63" cy="63"/>
              </a:xfrm>
              <a:custGeom>
                <a:avLst/>
                <a:gdLst>
                  <a:gd name="T0" fmla="*/ 1 w 126"/>
                  <a:gd name="T1" fmla="*/ 0 h 126"/>
                  <a:gd name="T2" fmla="*/ 0 w 126"/>
                  <a:gd name="T3" fmla="*/ 1 h 126"/>
                  <a:gd name="T4" fmla="*/ 1 w 126"/>
                  <a:gd name="T5" fmla="*/ 1 h 126"/>
                  <a:gd name="T6" fmla="*/ 1 w 126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126" y="0"/>
                    </a:moveTo>
                    <a:lnTo>
                      <a:pt x="0" y="62"/>
                    </a:lnTo>
                    <a:lnTo>
                      <a:pt x="126" y="126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57" name="Group 309">
              <a:extLst>
                <a:ext uri="{FF2B5EF4-FFF2-40B4-BE49-F238E27FC236}">
                  <a16:creationId xmlns:a16="http://schemas.microsoft.com/office/drawing/2014/main" id="{A83E721C-3548-75CB-EEA7-A85B330867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407"/>
              <a:ext cx="238" cy="1315"/>
              <a:chOff x="87" y="1407"/>
              <a:chExt cx="238" cy="1315"/>
            </a:xfrm>
          </p:grpSpPr>
          <p:sp>
            <p:nvSpPr>
              <p:cNvPr id="20826" name="Freeform 307">
                <a:extLst>
                  <a:ext uri="{FF2B5EF4-FFF2-40B4-BE49-F238E27FC236}">
                    <a16:creationId xmlns:a16="http://schemas.microsoft.com/office/drawing/2014/main" id="{6F08C762-0D60-6697-CB7C-7D99E7BB0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" y="1407"/>
                <a:ext cx="238" cy="1283"/>
              </a:xfrm>
              <a:custGeom>
                <a:avLst/>
                <a:gdLst>
                  <a:gd name="T0" fmla="*/ 0 w 477"/>
                  <a:gd name="T1" fmla="*/ 0 h 2566"/>
                  <a:gd name="T2" fmla="*/ 0 w 477"/>
                  <a:gd name="T3" fmla="*/ 0 h 2566"/>
                  <a:gd name="T4" fmla="*/ 0 w 477"/>
                  <a:gd name="T5" fmla="*/ 1 h 2566"/>
                  <a:gd name="T6" fmla="*/ 0 w 477"/>
                  <a:gd name="T7" fmla="*/ 1 h 25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7"/>
                  <a:gd name="T13" fmla="*/ 0 h 2566"/>
                  <a:gd name="T14" fmla="*/ 477 w 477"/>
                  <a:gd name="T15" fmla="*/ 2566 h 25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7" h="2566">
                    <a:moveTo>
                      <a:pt x="477" y="0"/>
                    </a:moveTo>
                    <a:lnTo>
                      <a:pt x="0" y="0"/>
                    </a:lnTo>
                    <a:lnTo>
                      <a:pt x="0" y="2566"/>
                    </a:lnTo>
                    <a:lnTo>
                      <a:pt x="167" y="256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27" name="Freeform 308">
                <a:extLst>
                  <a:ext uri="{FF2B5EF4-FFF2-40B4-BE49-F238E27FC236}">
                    <a16:creationId xmlns:a16="http://schemas.microsoft.com/office/drawing/2014/main" id="{4AAFF292-7FFB-55FF-359B-8AE2D6FF9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" y="2659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58" name="Group 312">
              <a:extLst>
                <a:ext uri="{FF2B5EF4-FFF2-40B4-BE49-F238E27FC236}">
                  <a16:creationId xmlns:a16="http://schemas.microsoft.com/office/drawing/2014/main" id="{82262ED2-CC4E-8C24-D1A8-40B8745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1523"/>
              <a:ext cx="999" cy="478"/>
              <a:chOff x="533" y="1523"/>
              <a:chExt cx="999" cy="478"/>
            </a:xfrm>
          </p:grpSpPr>
          <p:sp>
            <p:nvSpPr>
              <p:cNvPr id="20824" name="Freeform 310">
                <a:extLst>
                  <a:ext uri="{FF2B5EF4-FFF2-40B4-BE49-F238E27FC236}">
                    <a16:creationId xmlns:a16="http://schemas.microsoft.com/office/drawing/2014/main" id="{75C97C3F-F74D-3AB5-EDBD-1F7C99CF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1523"/>
                <a:ext cx="968" cy="418"/>
              </a:xfrm>
              <a:custGeom>
                <a:avLst/>
                <a:gdLst>
                  <a:gd name="T0" fmla="*/ 0 w 1937"/>
                  <a:gd name="T1" fmla="*/ 0 h 836"/>
                  <a:gd name="T2" fmla="*/ 0 w 1937"/>
                  <a:gd name="T3" fmla="*/ 1 h 836"/>
                  <a:gd name="T4" fmla="*/ 0 w 1937"/>
                  <a:gd name="T5" fmla="*/ 1 h 836"/>
                  <a:gd name="T6" fmla="*/ 0 w 1937"/>
                  <a:gd name="T7" fmla="*/ 1 h 8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37"/>
                  <a:gd name="T13" fmla="*/ 0 h 836"/>
                  <a:gd name="T14" fmla="*/ 1937 w 1937"/>
                  <a:gd name="T15" fmla="*/ 836 h 8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37" h="836">
                    <a:moveTo>
                      <a:pt x="1937" y="0"/>
                    </a:moveTo>
                    <a:lnTo>
                      <a:pt x="1937" y="477"/>
                    </a:lnTo>
                    <a:lnTo>
                      <a:pt x="0" y="477"/>
                    </a:lnTo>
                    <a:lnTo>
                      <a:pt x="0" y="83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25" name="Freeform 311">
                <a:extLst>
                  <a:ext uri="{FF2B5EF4-FFF2-40B4-BE49-F238E27FC236}">
                    <a16:creationId xmlns:a16="http://schemas.microsoft.com/office/drawing/2014/main" id="{6FFEF3A6-331D-B098-E2F6-0A6AF91E9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1939"/>
                <a:ext cx="63" cy="62"/>
              </a:xfrm>
              <a:custGeom>
                <a:avLst/>
                <a:gdLst>
                  <a:gd name="T0" fmla="*/ 0 w 126"/>
                  <a:gd name="T1" fmla="*/ 0 h 123"/>
                  <a:gd name="T2" fmla="*/ 1 w 126"/>
                  <a:gd name="T3" fmla="*/ 1 h 123"/>
                  <a:gd name="T4" fmla="*/ 1 w 126"/>
                  <a:gd name="T5" fmla="*/ 0 h 123"/>
                  <a:gd name="T6" fmla="*/ 0 w 126"/>
                  <a:gd name="T7" fmla="*/ 0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3"/>
                  <a:gd name="T14" fmla="*/ 126 w 126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3">
                    <a:moveTo>
                      <a:pt x="0" y="0"/>
                    </a:moveTo>
                    <a:lnTo>
                      <a:pt x="62" y="123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0559" name="Freeform 313">
              <a:extLst>
                <a:ext uri="{FF2B5EF4-FFF2-40B4-BE49-F238E27FC236}">
                  <a16:creationId xmlns:a16="http://schemas.microsoft.com/office/drawing/2014/main" id="{2D2AE0E0-3892-BDB7-4D8E-55B362B91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560" name="Freeform 314">
              <a:extLst>
                <a:ext uri="{FF2B5EF4-FFF2-40B4-BE49-F238E27FC236}">
                  <a16:creationId xmlns:a16="http://schemas.microsoft.com/office/drawing/2014/main" id="{EE5CEC8B-C2A9-AD98-C6D1-902816F2A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561" name="Rectangle 315">
              <a:extLst>
                <a:ext uri="{FF2B5EF4-FFF2-40B4-BE49-F238E27FC236}">
                  <a16:creationId xmlns:a16="http://schemas.microsoft.com/office/drawing/2014/main" id="{1ED6D633-02D2-FB90-BC09-4802CBD94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62" name="Rectangle 316">
              <a:extLst>
                <a:ext uri="{FF2B5EF4-FFF2-40B4-BE49-F238E27FC236}">
                  <a16:creationId xmlns:a16="http://schemas.microsoft.com/office/drawing/2014/main" id="{68B91CEE-594B-C852-8E9D-14DD596DA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0563" name="Rectangle 317">
              <a:extLst>
                <a:ext uri="{FF2B5EF4-FFF2-40B4-BE49-F238E27FC236}">
                  <a16:creationId xmlns:a16="http://schemas.microsoft.com/office/drawing/2014/main" id="{2498AB39-C7FF-6139-5534-70FBC6F6D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0564" name="Rectangle 318">
              <a:extLst>
                <a:ext uri="{FF2B5EF4-FFF2-40B4-BE49-F238E27FC236}">
                  <a16:creationId xmlns:a16="http://schemas.microsoft.com/office/drawing/2014/main" id="{428B8B76-C1CB-6BD0-5289-963B6AE86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65" name="Rectangle 319">
              <a:extLst>
                <a:ext uri="{FF2B5EF4-FFF2-40B4-BE49-F238E27FC236}">
                  <a16:creationId xmlns:a16="http://schemas.microsoft.com/office/drawing/2014/main" id="{E1D4DFE9-3B50-2E68-463F-08E1D6E25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0566" name="Rectangle 320">
              <a:extLst>
                <a:ext uri="{FF2B5EF4-FFF2-40B4-BE49-F238E27FC236}">
                  <a16:creationId xmlns:a16="http://schemas.microsoft.com/office/drawing/2014/main" id="{E946844B-5D99-31B4-A9E8-4BC5E4083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0567" name="Rectangle 321">
              <a:extLst>
                <a:ext uri="{FF2B5EF4-FFF2-40B4-BE49-F238E27FC236}">
                  <a16:creationId xmlns:a16="http://schemas.microsoft.com/office/drawing/2014/main" id="{AD21B0EB-6DC4-36C9-7E2E-10466ADE3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0568" name="Rectangle 322">
              <a:extLst>
                <a:ext uri="{FF2B5EF4-FFF2-40B4-BE49-F238E27FC236}">
                  <a16:creationId xmlns:a16="http://schemas.microsoft.com/office/drawing/2014/main" id="{9F00C606-6C59-7C96-9529-0403B5C2E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69" name="Rectangle 323">
              <a:extLst>
                <a:ext uri="{FF2B5EF4-FFF2-40B4-BE49-F238E27FC236}">
                  <a16:creationId xmlns:a16="http://schemas.microsoft.com/office/drawing/2014/main" id="{9AE56B33-BC48-7993-A0F4-EFD44E17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0570" name="Rectangle 324">
              <a:extLst>
                <a:ext uri="{FF2B5EF4-FFF2-40B4-BE49-F238E27FC236}">
                  <a16:creationId xmlns:a16="http://schemas.microsoft.com/office/drawing/2014/main" id="{F06059D7-505A-1356-D382-BD3B15A4F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0571" name="Rectangle 325">
              <a:extLst>
                <a:ext uri="{FF2B5EF4-FFF2-40B4-BE49-F238E27FC236}">
                  <a16:creationId xmlns:a16="http://schemas.microsoft.com/office/drawing/2014/main" id="{C952AA74-0DC5-975E-5D6D-9338D9CCB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0572" name="Rectangle 326">
              <a:extLst>
                <a:ext uri="{FF2B5EF4-FFF2-40B4-BE49-F238E27FC236}">
                  <a16:creationId xmlns:a16="http://schemas.microsoft.com/office/drawing/2014/main" id="{C03280CF-D8F9-F77C-DDC5-80B6C1E3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73" name="Rectangle 327">
              <a:extLst>
                <a:ext uri="{FF2B5EF4-FFF2-40B4-BE49-F238E27FC236}">
                  <a16:creationId xmlns:a16="http://schemas.microsoft.com/office/drawing/2014/main" id="{7F3E8F6A-5DA7-2F3C-25B1-CBBA96AC9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0574" name="Rectangle 328">
              <a:extLst>
                <a:ext uri="{FF2B5EF4-FFF2-40B4-BE49-F238E27FC236}">
                  <a16:creationId xmlns:a16="http://schemas.microsoft.com/office/drawing/2014/main" id="{24147F59-0A40-BBCA-1C3B-CF9FFDF0A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0575" name="Rectangle 329">
              <a:extLst>
                <a:ext uri="{FF2B5EF4-FFF2-40B4-BE49-F238E27FC236}">
                  <a16:creationId xmlns:a16="http://schemas.microsoft.com/office/drawing/2014/main" id="{F7F7D848-4128-70EC-3078-D76D5C4E1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0576" name="Rectangle 330">
              <a:extLst>
                <a:ext uri="{FF2B5EF4-FFF2-40B4-BE49-F238E27FC236}">
                  <a16:creationId xmlns:a16="http://schemas.microsoft.com/office/drawing/2014/main" id="{F90843D9-7ADE-1612-F4BB-46922D4E1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77" name="Rectangle 331">
              <a:extLst>
                <a:ext uri="{FF2B5EF4-FFF2-40B4-BE49-F238E27FC236}">
                  <a16:creationId xmlns:a16="http://schemas.microsoft.com/office/drawing/2014/main" id="{BC0C722A-1C1E-8A6B-CE40-997E2BB3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0578" name="Rectangle 332">
              <a:extLst>
                <a:ext uri="{FF2B5EF4-FFF2-40B4-BE49-F238E27FC236}">
                  <a16:creationId xmlns:a16="http://schemas.microsoft.com/office/drawing/2014/main" id="{30A8BBD5-B024-250E-9BC6-066F5C265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79" name="Rectangle 333">
              <a:extLst>
                <a:ext uri="{FF2B5EF4-FFF2-40B4-BE49-F238E27FC236}">
                  <a16:creationId xmlns:a16="http://schemas.microsoft.com/office/drawing/2014/main" id="{176BB5F6-9CFC-9836-95C9-0A76B2319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0580" name="Rectangle 334">
              <a:extLst>
                <a:ext uri="{FF2B5EF4-FFF2-40B4-BE49-F238E27FC236}">
                  <a16:creationId xmlns:a16="http://schemas.microsoft.com/office/drawing/2014/main" id="{F394E078-4A0D-7636-8A04-8FCA230B0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0581" name="Rectangle 335">
              <a:extLst>
                <a:ext uri="{FF2B5EF4-FFF2-40B4-BE49-F238E27FC236}">
                  <a16:creationId xmlns:a16="http://schemas.microsoft.com/office/drawing/2014/main" id="{B7E3736B-2630-3F14-09A7-A2ADC4068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82" name="Rectangle 336">
              <a:extLst>
                <a:ext uri="{FF2B5EF4-FFF2-40B4-BE49-F238E27FC236}">
                  <a16:creationId xmlns:a16="http://schemas.microsoft.com/office/drawing/2014/main" id="{1357315B-BE35-1B6D-B89A-06DD38F24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0583" name="Rectangle 337">
              <a:extLst>
                <a:ext uri="{FF2B5EF4-FFF2-40B4-BE49-F238E27FC236}">
                  <a16:creationId xmlns:a16="http://schemas.microsoft.com/office/drawing/2014/main" id="{60657839-2439-FF0E-AAFE-A5A434208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0584" name="Rectangle 338">
              <a:extLst>
                <a:ext uri="{FF2B5EF4-FFF2-40B4-BE49-F238E27FC236}">
                  <a16:creationId xmlns:a16="http://schemas.microsoft.com/office/drawing/2014/main" id="{4939D97F-F2C4-0CE9-07DB-621400E74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85" name="Rectangle 339">
              <a:extLst>
                <a:ext uri="{FF2B5EF4-FFF2-40B4-BE49-F238E27FC236}">
                  <a16:creationId xmlns:a16="http://schemas.microsoft.com/office/drawing/2014/main" id="{59640BBA-A900-2023-C2AB-5597C38FC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0586" name="Rectangle 340">
              <a:extLst>
                <a:ext uri="{FF2B5EF4-FFF2-40B4-BE49-F238E27FC236}">
                  <a16:creationId xmlns:a16="http://schemas.microsoft.com/office/drawing/2014/main" id="{6CD14D26-187E-32EA-E7CC-BBF41DDDB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0587" name="Rectangle 341">
              <a:extLst>
                <a:ext uri="{FF2B5EF4-FFF2-40B4-BE49-F238E27FC236}">
                  <a16:creationId xmlns:a16="http://schemas.microsoft.com/office/drawing/2014/main" id="{1DE4FD36-1A5B-E63D-FEFF-B9AAB82A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88" name="Rectangle 342">
              <a:extLst>
                <a:ext uri="{FF2B5EF4-FFF2-40B4-BE49-F238E27FC236}">
                  <a16:creationId xmlns:a16="http://schemas.microsoft.com/office/drawing/2014/main" id="{9CDC9C66-F84A-FB8D-EF11-398C1894D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0589" name="Rectangle 343">
              <a:extLst>
                <a:ext uri="{FF2B5EF4-FFF2-40B4-BE49-F238E27FC236}">
                  <a16:creationId xmlns:a16="http://schemas.microsoft.com/office/drawing/2014/main" id="{CDF983B8-6358-26F7-5C16-5773F7142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sp>
          <p:nvSpPr>
            <p:cNvPr id="20590" name="Freeform 344">
              <a:extLst>
                <a:ext uri="{FF2B5EF4-FFF2-40B4-BE49-F238E27FC236}">
                  <a16:creationId xmlns:a16="http://schemas.microsoft.com/office/drawing/2014/main" id="{E2B8132C-9BA7-5FEF-443A-DCF634D2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591" name="Group 362">
              <a:extLst>
                <a:ext uri="{FF2B5EF4-FFF2-40B4-BE49-F238E27FC236}">
                  <a16:creationId xmlns:a16="http://schemas.microsoft.com/office/drawing/2014/main" id="{49F171A2-A820-0B5C-797C-7BFEF0E0F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" y="1858"/>
              <a:ext cx="907" cy="924"/>
              <a:chOff x="3618" y="1858"/>
              <a:chExt cx="907" cy="924"/>
            </a:xfrm>
          </p:grpSpPr>
          <p:sp>
            <p:nvSpPr>
              <p:cNvPr id="20807" name="Freeform 345">
                <a:extLst>
                  <a:ext uri="{FF2B5EF4-FFF2-40B4-BE49-F238E27FC236}">
                    <a16:creationId xmlns:a16="http://schemas.microsoft.com/office/drawing/2014/main" id="{3A10D3C7-132A-1894-4357-40592D737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1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1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2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2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0808" name="Group 358">
                <a:extLst>
                  <a:ext uri="{FF2B5EF4-FFF2-40B4-BE49-F238E27FC236}">
                    <a16:creationId xmlns:a16="http://schemas.microsoft.com/office/drawing/2014/main" id="{9B43AC9B-CD95-7695-0EBB-E569D746D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6" y="1953"/>
                <a:ext cx="797" cy="464"/>
                <a:chOff x="3666" y="1953"/>
                <a:chExt cx="797" cy="464"/>
              </a:xfrm>
            </p:grpSpPr>
            <p:sp>
              <p:nvSpPr>
                <p:cNvPr id="20812" name="Rectangle 346">
                  <a:extLst>
                    <a:ext uri="{FF2B5EF4-FFF2-40B4-BE49-F238E27FC236}">
                      <a16:creationId xmlns:a16="http://schemas.microsoft.com/office/drawing/2014/main" id="{C86EED51-C2D1-F728-E061-B475A58183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13" name="Rectangle 347">
                  <a:extLst>
                    <a:ext uri="{FF2B5EF4-FFF2-40B4-BE49-F238E27FC236}">
                      <a16:creationId xmlns:a16="http://schemas.microsoft.com/office/drawing/2014/main" id="{E2EB6B4B-13FB-7D7A-CB35-24947824F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14" name="Rectangle 348">
                  <a:extLst>
                    <a:ext uri="{FF2B5EF4-FFF2-40B4-BE49-F238E27FC236}">
                      <a16:creationId xmlns:a16="http://schemas.microsoft.com/office/drawing/2014/main" id="{1FED3FA9-1F02-5FB4-45C9-8BAABE3BC7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9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815" name="Rectangle 349">
                  <a:extLst>
                    <a:ext uri="{FF2B5EF4-FFF2-40B4-BE49-F238E27FC236}">
                      <a16:creationId xmlns:a16="http://schemas.microsoft.com/office/drawing/2014/main" id="{03535C0C-93DB-CB9D-CDDA-51847DF11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0816" name="Rectangle 350">
                  <a:extLst>
                    <a:ext uri="{FF2B5EF4-FFF2-40B4-BE49-F238E27FC236}">
                      <a16:creationId xmlns:a16="http://schemas.microsoft.com/office/drawing/2014/main" id="{7A3BB561-F956-ACD8-D997-DB6A2FF8D8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17" name="Rectangle 351">
                  <a:extLst>
                    <a:ext uri="{FF2B5EF4-FFF2-40B4-BE49-F238E27FC236}">
                      <a16:creationId xmlns:a16="http://schemas.microsoft.com/office/drawing/2014/main" id="{3D802FA8-ABF4-4054-A926-DE6B862082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6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18" name="Rectangle 352">
                  <a:extLst>
                    <a:ext uri="{FF2B5EF4-FFF2-40B4-BE49-F238E27FC236}">
                      <a16:creationId xmlns:a16="http://schemas.microsoft.com/office/drawing/2014/main" id="{C3BB65CB-D292-D109-BED2-6F751AE93B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4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819" name="Rectangle 353">
                  <a:extLst>
                    <a:ext uri="{FF2B5EF4-FFF2-40B4-BE49-F238E27FC236}">
                      <a16:creationId xmlns:a16="http://schemas.microsoft.com/office/drawing/2014/main" id="{33D2CED0-018F-2822-A4AA-0EEA0B074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0820" name="Rectangle 354">
                  <a:extLst>
                    <a:ext uri="{FF2B5EF4-FFF2-40B4-BE49-F238E27FC236}">
                      <a16:creationId xmlns:a16="http://schemas.microsoft.com/office/drawing/2014/main" id="{4F51B4C4-DDAD-5DB5-9867-A3F707D3D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6" y="2049"/>
                  <a:ext cx="573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21" name="Rectangle 355">
                  <a:extLst>
                    <a:ext uri="{FF2B5EF4-FFF2-40B4-BE49-F238E27FC236}">
                      <a16:creationId xmlns:a16="http://schemas.microsoft.com/office/drawing/2014/main" id="{691C8436-BE77-09C9-97C8-C0686A4B8F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1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22" name="Rectangle 356">
                  <a:extLst>
                    <a:ext uri="{FF2B5EF4-FFF2-40B4-BE49-F238E27FC236}">
                      <a16:creationId xmlns:a16="http://schemas.microsoft.com/office/drawing/2014/main" id="{B49D7E10-33F3-05CF-CDB8-018B4C480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8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823" name="Rectangle 357">
                  <a:extLst>
                    <a:ext uri="{FF2B5EF4-FFF2-40B4-BE49-F238E27FC236}">
                      <a16:creationId xmlns:a16="http://schemas.microsoft.com/office/drawing/2014/main" id="{566960F8-512A-74D9-1530-0122C843A1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0809" name="Rectangle 359">
                <a:extLst>
                  <a:ext uri="{FF2B5EF4-FFF2-40B4-BE49-F238E27FC236}">
                    <a16:creationId xmlns:a16="http://schemas.microsoft.com/office/drawing/2014/main" id="{4F6256DE-FF78-5058-2762-E96D11C52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810" name="Rectangle 360">
                <a:extLst>
                  <a:ext uri="{FF2B5EF4-FFF2-40B4-BE49-F238E27FC236}">
                    <a16:creationId xmlns:a16="http://schemas.microsoft.com/office/drawing/2014/main" id="{8B01B24C-3533-4065-5A3B-94976D5B3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811" name="Rectangle 361">
                <a:extLst>
                  <a:ext uri="{FF2B5EF4-FFF2-40B4-BE49-F238E27FC236}">
                    <a16:creationId xmlns:a16="http://schemas.microsoft.com/office/drawing/2014/main" id="{D237D66F-D3C9-B883-C9E5-F5C6DCF81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0592" name="Rectangle 363">
              <a:extLst>
                <a:ext uri="{FF2B5EF4-FFF2-40B4-BE49-F238E27FC236}">
                  <a16:creationId xmlns:a16="http://schemas.microsoft.com/office/drawing/2014/main" id="{B8E6023C-A084-82D7-57C2-DCEBE8007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93" name="Rectangle 364">
              <a:extLst>
                <a:ext uri="{FF2B5EF4-FFF2-40B4-BE49-F238E27FC236}">
                  <a16:creationId xmlns:a16="http://schemas.microsoft.com/office/drawing/2014/main" id="{3485D270-5079-5936-9DD4-8E2D19F1A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grpSp>
          <p:nvGrpSpPr>
            <p:cNvPr id="20594" name="Group 382">
              <a:extLst>
                <a:ext uri="{FF2B5EF4-FFF2-40B4-BE49-F238E27FC236}">
                  <a16:creationId xmlns:a16="http://schemas.microsoft.com/office/drawing/2014/main" id="{CFBB1B52-E5FC-5CB0-3118-196CF1B75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" y="1858"/>
              <a:ext cx="907" cy="924"/>
              <a:chOff x="4620" y="1858"/>
              <a:chExt cx="907" cy="924"/>
            </a:xfrm>
          </p:grpSpPr>
          <p:sp>
            <p:nvSpPr>
              <p:cNvPr id="20790" name="Freeform 365">
                <a:extLst>
                  <a:ext uri="{FF2B5EF4-FFF2-40B4-BE49-F238E27FC236}">
                    <a16:creationId xmlns:a16="http://schemas.microsoft.com/office/drawing/2014/main" id="{09AC1D0A-C326-5A30-614B-E95E8F1F9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2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2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3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3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0791" name="Group 378">
                <a:extLst>
                  <a:ext uri="{FF2B5EF4-FFF2-40B4-BE49-F238E27FC236}">
                    <a16:creationId xmlns:a16="http://schemas.microsoft.com/office/drawing/2014/main" id="{D9A7BB5B-5890-F2F8-F3EF-18FCC32FA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68" y="1953"/>
                <a:ext cx="797" cy="464"/>
                <a:chOff x="4668" y="1953"/>
                <a:chExt cx="797" cy="464"/>
              </a:xfrm>
            </p:grpSpPr>
            <p:sp>
              <p:nvSpPr>
                <p:cNvPr id="20795" name="Rectangle 366">
                  <a:extLst>
                    <a:ext uri="{FF2B5EF4-FFF2-40B4-BE49-F238E27FC236}">
                      <a16:creationId xmlns:a16="http://schemas.microsoft.com/office/drawing/2014/main" id="{EAEA671D-0CC3-1857-B8BE-9E395A35AE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9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796" name="Rectangle 367">
                  <a:extLst>
                    <a:ext uri="{FF2B5EF4-FFF2-40B4-BE49-F238E27FC236}">
                      <a16:creationId xmlns:a16="http://schemas.microsoft.com/office/drawing/2014/main" id="{E68C1EE9-7630-5653-1FA6-078258337A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4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797" name="Rectangle 368">
                  <a:extLst>
                    <a:ext uri="{FF2B5EF4-FFF2-40B4-BE49-F238E27FC236}">
                      <a16:creationId xmlns:a16="http://schemas.microsoft.com/office/drawing/2014/main" id="{C8D1A05C-B752-CA5D-D49A-97C01C7B7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1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798" name="Rectangle 369">
                  <a:extLst>
                    <a:ext uri="{FF2B5EF4-FFF2-40B4-BE49-F238E27FC236}">
                      <a16:creationId xmlns:a16="http://schemas.microsoft.com/office/drawing/2014/main" id="{B4DBDA09-5A95-9051-430C-227C477E8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8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0799" name="Rectangle 370">
                  <a:extLst>
                    <a:ext uri="{FF2B5EF4-FFF2-40B4-BE49-F238E27FC236}">
                      <a16:creationId xmlns:a16="http://schemas.microsoft.com/office/drawing/2014/main" id="{A982D30E-65D1-64ED-23E5-5212734E05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00" name="Rectangle 371">
                  <a:extLst>
                    <a:ext uri="{FF2B5EF4-FFF2-40B4-BE49-F238E27FC236}">
                      <a16:creationId xmlns:a16="http://schemas.microsoft.com/office/drawing/2014/main" id="{16330478-27A8-8492-B203-E09E5B3E5B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8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01" name="Rectangle 372">
                  <a:extLst>
                    <a:ext uri="{FF2B5EF4-FFF2-40B4-BE49-F238E27FC236}">
                      <a16:creationId xmlns:a16="http://schemas.microsoft.com/office/drawing/2014/main" id="{A3C0F50F-8103-3F3D-24BC-AF32D5A5AD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6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802" name="Rectangle 373">
                  <a:extLst>
                    <a:ext uri="{FF2B5EF4-FFF2-40B4-BE49-F238E27FC236}">
                      <a16:creationId xmlns:a16="http://schemas.microsoft.com/office/drawing/2014/main" id="{7DF6BE2D-F622-7F25-1A87-E4930955AD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3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0803" name="Rectangle 374">
                  <a:extLst>
                    <a:ext uri="{FF2B5EF4-FFF2-40B4-BE49-F238E27FC236}">
                      <a16:creationId xmlns:a16="http://schemas.microsoft.com/office/drawing/2014/main" id="{94CFC741-6738-55DB-4D2C-73993FCB3E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8" y="2049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0804" name="Rectangle 375">
                  <a:extLst>
                    <a:ext uri="{FF2B5EF4-FFF2-40B4-BE49-F238E27FC236}">
                      <a16:creationId xmlns:a16="http://schemas.microsoft.com/office/drawing/2014/main" id="{BEADC62C-D190-0786-C456-853E399BDC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3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0805" name="Rectangle 376">
                  <a:extLst>
                    <a:ext uri="{FF2B5EF4-FFF2-40B4-BE49-F238E27FC236}">
                      <a16:creationId xmlns:a16="http://schemas.microsoft.com/office/drawing/2014/main" id="{81E978CA-5736-1C5A-9BA8-10ED15483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0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0806" name="Rectangle 377">
                  <a:extLst>
                    <a:ext uri="{FF2B5EF4-FFF2-40B4-BE49-F238E27FC236}">
                      <a16:creationId xmlns:a16="http://schemas.microsoft.com/office/drawing/2014/main" id="{95B3B375-491B-F925-08E4-58C6A4E12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0792" name="Rectangle 379">
                <a:extLst>
                  <a:ext uri="{FF2B5EF4-FFF2-40B4-BE49-F238E27FC236}">
                    <a16:creationId xmlns:a16="http://schemas.microsoft.com/office/drawing/2014/main" id="{60797F62-1573-591C-F2DE-85E515B2A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93" name="Rectangle 380">
                <a:extLst>
                  <a:ext uri="{FF2B5EF4-FFF2-40B4-BE49-F238E27FC236}">
                    <a16:creationId xmlns:a16="http://schemas.microsoft.com/office/drawing/2014/main" id="{A4FB35F7-4ABA-43F7-7580-886EFA9F3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5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94" name="Rectangle 381">
                <a:extLst>
                  <a:ext uri="{FF2B5EF4-FFF2-40B4-BE49-F238E27FC236}">
                    <a16:creationId xmlns:a16="http://schemas.microsoft.com/office/drawing/2014/main" id="{85F2D250-4C80-CD03-A10C-667123D37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0595" name="Freeform 383">
              <a:extLst>
                <a:ext uri="{FF2B5EF4-FFF2-40B4-BE49-F238E27FC236}">
                  <a16:creationId xmlns:a16="http://schemas.microsoft.com/office/drawing/2014/main" id="{17754909-3EB8-C3C2-3B8D-525F110D3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596" name="Freeform 384">
              <a:extLst>
                <a:ext uri="{FF2B5EF4-FFF2-40B4-BE49-F238E27FC236}">
                  <a16:creationId xmlns:a16="http://schemas.microsoft.com/office/drawing/2014/main" id="{56F8B261-EE6A-1A99-EF61-03936087E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597" name="Group 397">
              <a:extLst>
                <a:ext uri="{FF2B5EF4-FFF2-40B4-BE49-F238E27FC236}">
                  <a16:creationId xmlns:a16="http://schemas.microsoft.com/office/drawing/2014/main" id="{ECA52616-65CB-5F21-FF07-66EBBAD4D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6" y="1953"/>
              <a:ext cx="797" cy="464"/>
              <a:chOff x="3666" y="1953"/>
              <a:chExt cx="797" cy="464"/>
            </a:xfrm>
          </p:grpSpPr>
          <p:sp>
            <p:nvSpPr>
              <p:cNvPr id="20778" name="Rectangle 385">
                <a:extLst>
                  <a:ext uri="{FF2B5EF4-FFF2-40B4-BE49-F238E27FC236}">
                    <a16:creationId xmlns:a16="http://schemas.microsoft.com/office/drawing/2014/main" id="{79E702D6-9303-CF26-180B-6229AC1B5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79" name="Rectangle 386">
                <a:extLst>
                  <a:ext uri="{FF2B5EF4-FFF2-40B4-BE49-F238E27FC236}">
                    <a16:creationId xmlns:a16="http://schemas.microsoft.com/office/drawing/2014/main" id="{36973F94-1DE3-D91F-DB8C-FA6900E08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80" name="Rectangle 387">
                <a:extLst>
                  <a:ext uri="{FF2B5EF4-FFF2-40B4-BE49-F238E27FC236}">
                    <a16:creationId xmlns:a16="http://schemas.microsoft.com/office/drawing/2014/main" id="{FE8811E0-ECA9-7BA6-E858-05AF1EEBE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81" name="Rectangle 388">
                <a:extLst>
                  <a:ext uri="{FF2B5EF4-FFF2-40B4-BE49-F238E27FC236}">
                    <a16:creationId xmlns:a16="http://schemas.microsoft.com/office/drawing/2014/main" id="{54283B45-1CBD-CA7A-8E7E-3A34A2BE7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0782" name="Rectangle 389">
                <a:extLst>
                  <a:ext uri="{FF2B5EF4-FFF2-40B4-BE49-F238E27FC236}">
                    <a16:creationId xmlns:a16="http://schemas.microsoft.com/office/drawing/2014/main" id="{5143BC3F-55E4-B820-D785-9188A16C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83" name="Rectangle 390">
                <a:extLst>
                  <a:ext uri="{FF2B5EF4-FFF2-40B4-BE49-F238E27FC236}">
                    <a16:creationId xmlns:a16="http://schemas.microsoft.com/office/drawing/2014/main" id="{FAF7872A-C9ED-9B5A-91D9-732BC6FB2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6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84" name="Rectangle 391">
                <a:extLst>
                  <a:ext uri="{FF2B5EF4-FFF2-40B4-BE49-F238E27FC236}">
                    <a16:creationId xmlns:a16="http://schemas.microsoft.com/office/drawing/2014/main" id="{B45A044E-4058-7500-9208-276E2B21E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85" name="Rectangle 392">
                <a:extLst>
                  <a:ext uri="{FF2B5EF4-FFF2-40B4-BE49-F238E27FC236}">
                    <a16:creationId xmlns:a16="http://schemas.microsoft.com/office/drawing/2014/main" id="{B2356233-1512-6BD6-365C-9336A969A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0786" name="Rectangle 393">
                <a:extLst>
                  <a:ext uri="{FF2B5EF4-FFF2-40B4-BE49-F238E27FC236}">
                    <a16:creationId xmlns:a16="http://schemas.microsoft.com/office/drawing/2014/main" id="{83BE864C-4D6B-64F2-0B3A-72E79DA54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49"/>
                <a:ext cx="573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87" name="Rectangle 394">
                <a:extLst>
                  <a:ext uri="{FF2B5EF4-FFF2-40B4-BE49-F238E27FC236}">
                    <a16:creationId xmlns:a16="http://schemas.microsoft.com/office/drawing/2014/main" id="{EC17F890-5A83-7173-0A56-C590D2CC6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88" name="Rectangle 395">
                <a:extLst>
                  <a:ext uri="{FF2B5EF4-FFF2-40B4-BE49-F238E27FC236}">
                    <a16:creationId xmlns:a16="http://schemas.microsoft.com/office/drawing/2014/main" id="{C21CCA62-F66D-C783-54EF-C725CC9DC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89" name="Rectangle 396">
                <a:extLst>
                  <a:ext uri="{FF2B5EF4-FFF2-40B4-BE49-F238E27FC236}">
                    <a16:creationId xmlns:a16="http://schemas.microsoft.com/office/drawing/2014/main" id="{DC763011-348C-8C7C-3DDA-3749EACED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5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0598" name="Rectangle 398">
              <a:extLst>
                <a:ext uri="{FF2B5EF4-FFF2-40B4-BE49-F238E27FC236}">
                  <a16:creationId xmlns:a16="http://schemas.microsoft.com/office/drawing/2014/main" id="{58B0FA48-A917-BE56-5595-FA143E2CC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99" name="Rectangle 399">
              <a:extLst>
                <a:ext uri="{FF2B5EF4-FFF2-40B4-BE49-F238E27FC236}">
                  <a16:creationId xmlns:a16="http://schemas.microsoft.com/office/drawing/2014/main" id="{9B5D4904-1920-9D70-8D71-C883360E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00" name="Rectangle 400">
              <a:extLst>
                <a:ext uri="{FF2B5EF4-FFF2-40B4-BE49-F238E27FC236}">
                  <a16:creationId xmlns:a16="http://schemas.microsoft.com/office/drawing/2014/main" id="{AA6287E1-970B-6BB8-A9D6-1734A0202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0601" name="Freeform 401">
              <a:extLst>
                <a:ext uri="{FF2B5EF4-FFF2-40B4-BE49-F238E27FC236}">
                  <a16:creationId xmlns:a16="http://schemas.microsoft.com/office/drawing/2014/main" id="{7BF9FB14-2996-C759-6B01-42D8A2AB6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02" name="Rectangle 402">
              <a:extLst>
                <a:ext uri="{FF2B5EF4-FFF2-40B4-BE49-F238E27FC236}">
                  <a16:creationId xmlns:a16="http://schemas.microsoft.com/office/drawing/2014/main" id="{757B6840-6A5C-6682-D899-E0908D53E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03" name="Rectangle 403">
              <a:extLst>
                <a:ext uri="{FF2B5EF4-FFF2-40B4-BE49-F238E27FC236}">
                  <a16:creationId xmlns:a16="http://schemas.microsoft.com/office/drawing/2014/main" id="{0C2F5ED5-B7B2-7586-F1A8-5C97C6282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04" name="Rectangle 404">
              <a:extLst>
                <a:ext uri="{FF2B5EF4-FFF2-40B4-BE49-F238E27FC236}">
                  <a16:creationId xmlns:a16="http://schemas.microsoft.com/office/drawing/2014/main" id="{C2040797-03B2-7F9A-D81D-7279F7F24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05" name="Rectangle 405">
              <a:extLst>
                <a:ext uri="{FF2B5EF4-FFF2-40B4-BE49-F238E27FC236}">
                  <a16:creationId xmlns:a16="http://schemas.microsoft.com/office/drawing/2014/main" id="{9C908DA3-5F21-5735-CB72-B1BEAC80B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06" name="Rectangle 406">
              <a:extLst>
                <a:ext uri="{FF2B5EF4-FFF2-40B4-BE49-F238E27FC236}">
                  <a16:creationId xmlns:a16="http://schemas.microsoft.com/office/drawing/2014/main" id="{8676805C-0BB6-F90E-D851-666C30AFC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07" name="Rectangle 407">
              <a:extLst>
                <a:ext uri="{FF2B5EF4-FFF2-40B4-BE49-F238E27FC236}">
                  <a16:creationId xmlns:a16="http://schemas.microsoft.com/office/drawing/2014/main" id="{82C01B24-7085-5C0A-A553-E4F4EFA43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08" name="Rectangle 408">
              <a:extLst>
                <a:ext uri="{FF2B5EF4-FFF2-40B4-BE49-F238E27FC236}">
                  <a16:creationId xmlns:a16="http://schemas.microsoft.com/office/drawing/2014/main" id="{BCA0D28C-B988-9EAB-1F98-25C7FE6F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09" name="Rectangle 409">
              <a:extLst>
                <a:ext uri="{FF2B5EF4-FFF2-40B4-BE49-F238E27FC236}">
                  <a16:creationId xmlns:a16="http://schemas.microsoft.com/office/drawing/2014/main" id="{E2AE4C85-3D70-BD6C-1DCA-122E18DF3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10" name="Rectangle 410">
              <a:extLst>
                <a:ext uri="{FF2B5EF4-FFF2-40B4-BE49-F238E27FC236}">
                  <a16:creationId xmlns:a16="http://schemas.microsoft.com/office/drawing/2014/main" id="{F046DCA5-29DA-E508-8EA2-96965D848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11" name="Rectangle 411">
              <a:extLst>
                <a:ext uri="{FF2B5EF4-FFF2-40B4-BE49-F238E27FC236}">
                  <a16:creationId xmlns:a16="http://schemas.microsoft.com/office/drawing/2014/main" id="{E0B3D640-101F-BBC3-029C-8E8675232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12" name="Rectangle 412">
              <a:extLst>
                <a:ext uri="{FF2B5EF4-FFF2-40B4-BE49-F238E27FC236}">
                  <a16:creationId xmlns:a16="http://schemas.microsoft.com/office/drawing/2014/main" id="{206A7B47-DCA2-E0C1-D46E-41A1149FE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13" name="Rectangle 413">
              <a:extLst>
                <a:ext uri="{FF2B5EF4-FFF2-40B4-BE49-F238E27FC236}">
                  <a16:creationId xmlns:a16="http://schemas.microsoft.com/office/drawing/2014/main" id="{983A5A9F-D9B5-2EB4-CD21-30A99A97F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14" name="Rectangle 414">
              <a:extLst>
                <a:ext uri="{FF2B5EF4-FFF2-40B4-BE49-F238E27FC236}">
                  <a16:creationId xmlns:a16="http://schemas.microsoft.com/office/drawing/2014/main" id="{08B06854-1EEA-6677-6927-E63FBB128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15" name="Rectangle 415">
              <a:extLst>
                <a:ext uri="{FF2B5EF4-FFF2-40B4-BE49-F238E27FC236}">
                  <a16:creationId xmlns:a16="http://schemas.microsoft.com/office/drawing/2014/main" id="{FBB2CE46-E10C-FF75-AE43-ACFF8AC7D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16" name="Rectangle 416">
              <a:extLst>
                <a:ext uri="{FF2B5EF4-FFF2-40B4-BE49-F238E27FC236}">
                  <a16:creationId xmlns:a16="http://schemas.microsoft.com/office/drawing/2014/main" id="{B5F7DEF8-50CB-8774-9D33-073006064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17" name="Rectangle 417">
              <a:extLst>
                <a:ext uri="{FF2B5EF4-FFF2-40B4-BE49-F238E27FC236}">
                  <a16:creationId xmlns:a16="http://schemas.microsoft.com/office/drawing/2014/main" id="{F18CF11D-AC62-815F-46EB-25BF77A8C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18" name="Rectangle 418">
              <a:extLst>
                <a:ext uri="{FF2B5EF4-FFF2-40B4-BE49-F238E27FC236}">
                  <a16:creationId xmlns:a16="http://schemas.microsoft.com/office/drawing/2014/main" id="{A10483C5-9D6A-7F05-2D7D-A2CAFE7C8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19" name="Rectangle 419">
              <a:extLst>
                <a:ext uri="{FF2B5EF4-FFF2-40B4-BE49-F238E27FC236}">
                  <a16:creationId xmlns:a16="http://schemas.microsoft.com/office/drawing/2014/main" id="{61ED7D4F-CE3B-C784-0FF4-3A9716BB0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20" name="Rectangle 420">
              <a:extLst>
                <a:ext uri="{FF2B5EF4-FFF2-40B4-BE49-F238E27FC236}">
                  <a16:creationId xmlns:a16="http://schemas.microsoft.com/office/drawing/2014/main" id="{F4E3DC22-4CB6-FFBA-7BC9-F2DFF0F83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21" name="Rectangle 421">
              <a:extLst>
                <a:ext uri="{FF2B5EF4-FFF2-40B4-BE49-F238E27FC236}">
                  <a16:creationId xmlns:a16="http://schemas.microsoft.com/office/drawing/2014/main" id="{B11D9D29-7AFD-54E7-EED9-72A2E61A5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22" name="Rectangle 422">
              <a:extLst>
                <a:ext uri="{FF2B5EF4-FFF2-40B4-BE49-F238E27FC236}">
                  <a16:creationId xmlns:a16="http://schemas.microsoft.com/office/drawing/2014/main" id="{1355B44F-B980-B318-79A2-B4C6A2C96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23" name="Rectangle 423">
              <a:extLst>
                <a:ext uri="{FF2B5EF4-FFF2-40B4-BE49-F238E27FC236}">
                  <a16:creationId xmlns:a16="http://schemas.microsoft.com/office/drawing/2014/main" id="{52015515-B8F6-3658-3FC2-2CDA07904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24" name="Rectangle 424">
              <a:extLst>
                <a:ext uri="{FF2B5EF4-FFF2-40B4-BE49-F238E27FC236}">
                  <a16:creationId xmlns:a16="http://schemas.microsoft.com/office/drawing/2014/main" id="{54B6F3B5-4CFB-AE89-DF36-E1CB52328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25" name="Rectangle 425">
              <a:extLst>
                <a:ext uri="{FF2B5EF4-FFF2-40B4-BE49-F238E27FC236}">
                  <a16:creationId xmlns:a16="http://schemas.microsoft.com/office/drawing/2014/main" id="{88284521-4339-F4D0-A930-4795F9C1E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26" name="Rectangle 426">
              <a:extLst>
                <a:ext uri="{FF2B5EF4-FFF2-40B4-BE49-F238E27FC236}">
                  <a16:creationId xmlns:a16="http://schemas.microsoft.com/office/drawing/2014/main" id="{C82B6433-7CFC-DA5B-5D09-B752E7BBE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27" name="Rectangle 427">
              <a:extLst>
                <a:ext uri="{FF2B5EF4-FFF2-40B4-BE49-F238E27FC236}">
                  <a16:creationId xmlns:a16="http://schemas.microsoft.com/office/drawing/2014/main" id="{9BC41966-A9EF-2C89-0715-8D06B08FE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28" name="Rectangle 428">
              <a:extLst>
                <a:ext uri="{FF2B5EF4-FFF2-40B4-BE49-F238E27FC236}">
                  <a16:creationId xmlns:a16="http://schemas.microsoft.com/office/drawing/2014/main" id="{69855CED-4430-D6E5-C95A-BD3488668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0629" name="Rectangle 429">
              <a:extLst>
                <a:ext uri="{FF2B5EF4-FFF2-40B4-BE49-F238E27FC236}">
                  <a16:creationId xmlns:a16="http://schemas.microsoft.com/office/drawing/2014/main" id="{9D9F77D2-378B-FD97-397B-C87721002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30" name="Rectangle 430">
              <a:extLst>
                <a:ext uri="{FF2B5EF4-FFF2-40B4-BE49-F238E27FC236}">
                  <a16:creationId xmlns:a16="http://schemas.microsoft.com/office/drawing/2014/main" id="{2FB91E62-FB1A-30F0-CF54-0EC9B1068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sp>
          <p:nvSpPr>
            <p:cNvPr id="20631" name="Freeform 431">
              <a:extLst>
                <a:ext uri="{FF2B5EF4-FFF2-40B4-BE49-F238E27FC236}">
                  <a16:creationId xmlns:a16="http://schemas.microsoft.com/office/drawing/2014/main" id="{5EE63B76-7092-9708-98A0-5803A964C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632" name="Group 444">
              <a:extLst>
                <a:ext uri="{FF2B5EF4-FFF2-40B4-BE49-F238E27FC236}">
                  <a16:creationId xmlns:a16="http://schemas.microsoft.com/office/drawing/2014/main" id="{B3EA8715-4142-13CB-35FE-A052CBF60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8" y="1953"/>
              <a:ext cx="797" cy="464"/>
              <a:chOff x="4668" y="1953"/>
              <a:chExt cx="797" cy="464"/>
            </a:xfrm>
          </p:grpSpPr>
          <p:sp>
            <p:nvSpPr>
              <p:cNvPr id="20766" name="Rectangle 432">
                <a:extLst>
                  <a:ext uri="{FF2B5EF4-FFF2-40B4-BE49-F238E27FC236}">
                    <a16:creationId xmlns:a16="http://schemas.microsoft.com/office/drawing/2014/main" id="{6140E60A-8B3E-C7F4-0C99-8662066B9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67" name="Rectangle 433">
                <a:extLst>
                  <a:ext uri="{FF2B5EF4-FFF2-40B4-BE49-F238E27FC236}">
                    <a16:creationId xmlns:a16="http://schemas.microsoft.com/office/drawing/2014/main" id="{B55E0B80-34E2-583E-153A-0FDA41127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68" name="Rectangle 434">
                <a:extLst>
                  <a:ext uri="{FF2B5EF4-FFF2-40B4-BE49-F238E27FC236}">
                    <a16:creationId xmlns:a16="http://schemas.microsoft.com/office/drawing/2014/main" id="{AAD7828E-2FDE-5FF8-78E2-70C0C930A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1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69" name="Rectangle 435">
                <a:extLst>
                  <a:ext uri="{FF2B5EF4-FFF2-40B4-BE49-F238E27FC236}">
                    <a16:creationId xmlns:a16="http://schemas.microsoft.com/office/drawing/2014/main" id="{755965DB-DAAB-B37C-CEAF-36FAD48AE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0770" name="Rectangle 436">
                <a:extLst>
                  <a:ext uri="{FF2B5EF4-FFF2-40B4-BE49-F238E27FC236}">
                    <a16:creationId xmlns:a16="http://schemas.microsoft.com/office/drawing/2014/main" id="{FEB04E19-1585-71E9-034B-260E6197F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71" name="Rectangle 437">
                <a:extLst>
                  <a:ext uri="{FF2B5EF4-FFF2-40B4-BE49-F238E27FC236}">
                    <a16:creationId xmlns:a16="http://schemas.microsoft.com/office/drawing/2014/main" id="{F22CA63F-D0FF-1A7B-DC3E-FBE91E7BD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72" name="Rectangle 438">
                <a:extLst>
                  <a:ext uri="{FF2B5EF4-FFF2-40B4-BE49-F238E27FC236}">
                    <a16:creationId xmlns:a16="http://schemas.microsoft.com/office/drawing/2014/main" id="{C32FCAD4-2102-DBEA-A906-C98A3E50F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73" name="Rectangle 439">
                <a:extLst>
                  <a:ext uri="{FF2B5EF4-FFF2-40B4-BE49-F238E27FC236}">
                    <a16:creationId xmlns:a16="http://schemas.microsoft.com/office/drawing/2014/main" id="{9E631EBA-CB60-21A3-7AEE-CB3E3320D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3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0774" name="Rectangle 440">
                <a:extLst>
                  <a:ext uri="{FF2B5EF4-FFF2-40B4-BE49-F238E27FC236}">
                    <a16:creationId xmlns:a16="http://schemas.microsoft.com/office/drawing/2014/main" id="{9E29B709-A25B-BA65-638D-4BC2593AB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2049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75" name="Rectangle 441">
                <a:extLst>
                  <a:ext uri="{FF2B5EF4-FFF2-40B4-BE49-F238E27FC236}">
                    <a16:creationId xmlns:a16="http://schemas.microsoft.com/office/drawing/2014/main" id="{B70D0CD9-3BE5-B63A-B1DB-464BFD9B6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0776" name="Rectangle 442">
                <a:extLst>
                  <a:ext uri="{FF2B5EF4-FFF2-40B4-BE49-F238E27FC236}">
                    <a16:creationId xmlns:a16="http://schemas.microsoft.com/office/drawing/2014/main" id="{E713D286-7799-F0DD-338B-128E4F81A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0777" name="Rectangle 443">
                <a:extLst>
                  <a:ext uri="{FF2B5EF4-FFF2-40B4-BE49-F238E27FC236}">
                    <a16:creationId xmlns:a16="http://schemas.microsoft.com/office/drawing/2014/main" id="{F7538887-0A13-29A8-170F-534007679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7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0633" name="Rectangle 445">
              <a:extLst>
                <a:ext uri="{FF2B5EF4-FFF2-40B4-BE49-F238E27FC236}">
                  <a16:creationId xmlns:a16="http://schemas.microsoft.com/office/drawing/2014/main" id="{95184059-A6DE-BAC6-786A-68A195C68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34" name="Rectangle 446">
              <a:extLst>
                <a:ext uri="{FF2B5EF4-FFF2-40B4-BE49-F238E27FC236}">
                  <a16:creationId xmlns:a16="http://schemas.microsoft.com/office/drawing/2014/main" id="{6D0D88C8-08CC-54FF-ACB4-C54DD7D8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35" name="Rectangle 447">
              <a:extLst>
                <a:ext uri="{FF2B5EF4-FFF2-40B4-BE49-F238E27FC236}">
                  <a16:creationId xmlns:a16="http://schemas.microsoft.com/office/drawing/2014/main" id="{200B74FD-592D-6525-674E-6F86212CC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0636" name="Freeform 448">
              <a:extLst>
                <a:ext uri="{FF2B5EF4-FFF2-40B4-BE49-F238E27FC236}">
                  <a16:creationId xmlns:a16="http://schemas.microsoft.com/office/drawing/2014/main" id="{128C66AF-6FF5-949B-59D9-A8FF4D0DE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37" name="Rectangle 449">
              <a:extLst>
                <a:ext uri="{FF2B5EF4-FFF2-40B4-BE49-F238E27FC236}">
                  <a16:creationId xmlns:a16="http://schemas.microsoft.com/office/drawing/2014/main" id="{4F2092CC-35FE-25BA-E97F-1998EFC32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38" name="Rectangle 450">
              <a:extLst>
                <a:ext uri="{FF2B5EF4-FFF2-40B4-BE49-F238E27FC236}">
                  <a16:creationId xmlns:a16="http://schemas.microsoft.com/office/drawing/2014/main" id="{6DD2E206-E281-74E1-3066-D31223DA6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39" name="Rectangle 451">
              <a:extLst>
                <a:ext uri="{FF2B5EF4-FFF2-40B4-BE49-F238E27FC236}">
                  <a16:creationId xmlns:a16="http://schemas.microsoft.com/office/drawing/2014/main" id="{0DA61D7F-8A4B-BBF0-1578-EF11DB398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40" name="Rectangle 452">
              <a:extLst>
                <a:ext uri="{FF2B5EF4-FFF2-40B4-BE49-F238E27FC236}">
                  <a16:creationId xmlns:a16="http://schemas.microsoft.com/office/drawing/2014/main" id="{DF1DF3A2-6EF7-CD4C-A5F8-8A52DA241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41" name="Rectangle 453">
              <a:extLst>
                <a:ext uri="{FF2B5EF4-FFF2-40B4-BE49-F238E27FC236}">
                  <a16:creationId xmlns:a16="http://schemas.microsoft.com/office/drawing/2014/main" id="{CFFC9257-D42A-6011-AE82-2C7F396B2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42" name="Rectangle 454">
              <a:extLst>
                <a:ext uri="{FF2B5EF4-FFF2-40B4-BE49-F238E27FC236}">
                  <a16:creationId xmlns:a16="http://schemas.microsoft.com/office/drawing/2014/main" id="{3CF7CEBB-D306-472F-BFD2-FC7E0FF1C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43" name="Rectangle 455">
              <a:extLst>
                <a:ext uri="{FF2B5EF4-FFF2-40B4-BE49-F238E27FC236}">
                  <a16:creationId xmlns:a16="http://schemas.microsoft.com/office/drawing/2014/main" id="{2EA28142-5E78-C15E-30B4-47C51FBB8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44" name="Rectangle 456">
              <a:extLst>
                <a:ext uri="{FF2B5EF4-FFF2-40B4-BE49-F238E27FC236}">
                  <a16:creationId xmlns:a16="http://schemas.microsoft.com/office/drawing/2014/main" id="{1BE8758A-F55C-E4B2-91D2-DC357322E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45" name="Rectangle 457">
              <a:extLst>
                <a:ext uri="{FF2B5EF4-FFF2-40B4-BE49-F238E27FC236}">
                  <a16:creationId xmlns:a16="http://schemas.microsoft.com/office/drawing/2014/main" id="{E70C150C-8B31-7CD5-4510-CB61656F8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46" name="Rectangle 458">
              <a:extLst>
                <a:ext uri="{FF2B5EF4-FFF2-40B4-BE49-F238E27FC236}">
                  <a16:creationId xmlns:a16="http://schemas.microsoft.com/office/drawing/2014/main" id="{4EEBEA14-D01C-12CC-D3F1-DC74B6C1D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47" name="Rectangle 459">
              <a:extLst>
                <a:ext uri="{FF2B5EF4-FFF2-40B4-BE49-F238E27FC236}">
                  <a16:creationId xmlns:a16="http://schemas.microsoft.com/office/drawing/2014/main" id="{014AACB0-DE39-3C90-5070-3E2340A0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48" name="Rectangle 460">
              <a:extLst>
                <a:ext uri="{FF2B5EF4-FFF2-40B4-BE49-F238E27FC236}">
                  <a16:creationId xmlns:a16="http://schemas.microsoft.com/office/drawing/2014/main" id="{DB78EAE4-913B-1062-8211-7B78C030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49" name="Rectangle 461">
              <a:extLst>
                <a:ext uri="{FF2B5EF4-FFF2-40B4-BE49-F238E27FC236}">
                  <a16:creationId xmlns:a16="http://schemas.microsoft.com/office/drawing/2014/main" id="{CE8EA3A1-D0A8-1917-DDD8-EA59872DF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50" name="Rectangle 462">
              <a:extLst>
                <a:ext uri="{FF2B5EF4-FFF2-40B4-BE49-F238E27FC236}">
                  <a16:creationId xmlns:a16="http://schemas.microsoft.com/office/drawing/2014/main" id="{AE05B585-8E22-4584-C466-07A53A9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51" name="Rectangle 463">
              <a:extLst>
                <a:ext uri="{FF2B5EF4-FFF2-40B4-BE49-F238E27FC236}">
                  <a16:creationId xmlns:a16="http://schemas.microsoft.com/office/drawing/2014/main" id="{B6D016E4-C122-EE20-52C1-B5AD16ED5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52" name="Rectangle 464">
              <a:extLst>
                <a:ext uri="{FF2B5EF4-FFF2-40B4-BE49-F238E27FC236}">
                  <a16:creationId xmlns:a16="http://schemas.microsoft.com/office/drawing/2014/main" id="{33A4C4E1-EC38-7F0D-5DEB-128D9F003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53" name="Rectangle 465">
              <a:extLst>
                <a:ext uri="{FF2B5EF4-FFF2-40B4-BE49-F238E27FC236}">
                  <a16:creationId xmlns:a16="http://schemas.microsoft.com/office/drawing/2014/main" id="{47D07213-16DB-6C4D-D73C-F1003B6A0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54" name="Rectangle 466">
              <a:extLst>
                <a:ext uri="{FF2B5EF4-FFF2-40B4-BE49-F238E27FC236}">
                  <a16:creationId xmlns:a16="http://schemas.microsoft.com/office/drawing/2014/main" id="{0CB8F27A-F4C4-4DE0-F832-1D088D1C2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55" name="Rectangle 467">
              <a:extLst>
                <a:ext uri="{FF2B5EF4-FFF2-40B4-BE49-F238E27FC236}">
                  <a16:creationId xmlns:a16="http://schemas.microsoft.com/office/drawing/2014/main" id="{CAB3787C-2752-CE05-4E35-A99322B75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56" name="Rectangle 468">
              <a:extLst>
                <a:ext uri="{FF2B5EF4-FFF2-40B4-BE49-F238E27FC236}">
                  <a16:creationId xmlns:a16="http://schemas.microsoft.com/office/drawing/2014/main" id="{3021FB48-A255-A0D0-D2CE-A53B7A039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57" name="Rectangle 469">
              <a:extLst>
                <a:ext uri="{FF2B5EF4-FFF2-40B4-BE49-F238E27FC236}">
                  <a16:creationId xmlns:a16="http://schemas.microsoft.com/office/drawing/2014/main" id="{FCDC1D90-E93F-23E1-A7F0-914C0E66F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58" name="Rectangle 470">
              <a:extLst>
                <a:ext uri="{FF2B5EF4-FFF2-40B4-BE49-F238E27FC236}">
                  <a16:creationId xmlns:a16="http://schemas.microsoft.com/office/drawing/2014/main" id="{ACD76DCF-7310-CC1E-9C75-462A85887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59" name="Rectangle 471">
              <a:extLst>
                <a:ext uri="{FF2B5EF4-FFF2-40B4-BE49-F238E27FC236}">
                  <a16:creationId xmlns:a16="http://schemas.microsoft.com/office/drawing/2014/main" id="{0E7121F9-E9A8-E755-91B6-22A05D725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0660" name="Rectangle 472">
              <a:extLst>
                <a:ext uri="{FF2B5EF4-FFF2-40B4-BE49-F238E27FC236}">
                  <a16:creationId xmlns:a16="http://schemas.microsoft.com/office/drawing/2014/main" id="{F19E3930-14D9-F0E2-ECC5-3AD077531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0661" name="Rectangle 473">
              <a:extLst>
                <a:ext uri="{FF2B5EF4-FFF2-40B4-BE49-F238E27FC236}">
                  <a16:creationId xmlns:a16="http://schemas.microsoft.com/office/drawing/2014/main" id="{3202C6E6-BA86-C14E-58AD-91B068375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62" name="Rectangle 474">
              <a:extLst>
                <a:ext uri="{FF2B5EF4-FFF2-40B4-BE49-F238E27FC236}">
                  <a16:creationId xmlns:a16="http://schemas.microsoft.com/office/drawing/2014/main" id="{75E54B70-CF76-B437-431F-CFFBAA9C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0663" name="Rectangle 475">
              <a:extLst>
                <a:ext uri="{FF2B5EF4-FFF2-40B4-BE49-F238E27FC236}">
                  <a16:creationId xmlns:a16="http://schemas.microsoft.com/office/drawing/2014/main" id="{A25A95A0-8848-22F0-F758-ABAA3019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0664" name="Freeform 476">
              <a:extLst>
                <a:ext uri="{FF2B5EF4-FFF2-40B4-BE49-F238E27FC236}">
                  <a16:creationId xmlns:a16="http://schemas.microsoft.com/office/drawing/2014/main" id="{59E4CCD2-47B9-7DC7-DE4E-EBB2410DE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65" name="Rectangle 477">
              <a:extLst>
                <a:ext uri="{FF2B5EF4-FFF2-40B4-BE49-F238E27FC236}">
                  <a16:creationId xmlns:a16="http://schemas.microsoft.com/office/drawing/2014/main" id="{8DF98220-1A41-4FAB-5CBD-5DC9836A0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66" name="Rectangle 478">
              <a:extLst>
                <a:ext uri="{FF2B5EF4-FFF2-40B4-BE49-F238E27FC236}">
                  <a16:creationId xmlns:a16="http://schemas.microsoft.com/office/drawing/2014/main" id="{5ADDDB0C-03A2-C80F-99CC-8CA9D39A0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0667" name="Group 487">
              <a:extLst>
                <a:ext uri="{FF2B5EF4-FFF2-40B4-BE49-F238E27FC236}">
                  <a16:creationId xmlns:a16="http://schemas.microsoft.com/office/drawing/2014/main" id="{38D4A23C-6176-7C24-5814-52F8AA7B0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" y="2001"/>
              <a:ext cx="1360" cy="368"/>
              <a:chOff x="1041" y="2001"/>
              <a:chExt cx="1360" cy="368"/>
            </a:xfrm>
          </p:grpSpPr>
          <p:sp>
            <p:nvSpPr>
              <p:cNvPr id="20758" name="Rectangle 479">
                <a:extLst>
                  <a:ext uri="{FF2B5EF4-FFF2-40B4-BE49-F238E27FC236}">
                    <a16:creationId xmlns:a16="http://schemas.microsoft.com/office/drawing/2014/main" id="{3B3895CB-49D8-5AE7-CED5-50A4C239F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59" name="Rectangle 480">
                <a:extLst>
                  <a:ext uri="{FF2B5EF4-FFF2-40B4-BE49-F238E27FC236}">
                    <a16:creationId xmlns:a16="http://schemas.microsoft.com/office/drawing/2014/main" id="{C5E31450-0666-75AB-CCEF-246887006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0760" name="Rectangle 481">
                <a:extLst>
                  <a:ext uri="{FF2B5EF4-FFF2-40B4-BE49-F238E27FC236}">
                    <a16:creationId xmlns:a16="http://schemas.microsoft.com/office/drawing/2014/main" id="{C34B5C97-1A05-B41A-3592-45D61CA77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0761" name="Rectangle 482">
                <a:extLst>
                  <a:ext uri="{FF2B5EF4-FFF2-40B4-BE49-F238E27FC236}">
                    <a16:creationId xmlns:a16="http://schemas.microsoft.com/office/drawing/2014/main" id="{869ACBBD-081B-3B12-2816-902DB280D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0762" name="Rectangle 483">
                <a:extLst>
                  <a:ext uri="{FF2B5EF4-FFF2-40B4-BE49-F238E27FC236}">
                    <a16:creationId xmlns:a16="http://schemas.microsoft.com/office/drawing/2014/main" id="{8AC9321C-5CCD-0B46-94C5-AA18C152F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63" name="Rectangle 484">
                <a:extLst>
                  <a:ext uri="{FF2B5EF4-FFF2-40B4-BE49-F238E27FC236}">
                    <a16:creationId xmlns:a16="http://schemas.microsoft.com/office/drawing/2014/main" id="{60CAC78C-F85D-E4D4-648D-BCA91A0FB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0764" name="Rectangle 485">
                <a:extLst>
                  <a:ext uri="{FF2B5EF4-FFF2-40B4-BE49-F238E27FC236}">
                    <a16:creationId xmlns:a16="http://schemas.microsoft.com/office/drawing/2014/main" id="{A14D9142-0BD9-247A-1021-7140D4DFE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0765" name="Rectangle 486">
                <a:extLst>
                  <a:ext uri="{FF2B5EF4-FFF2-40B4-BE49-F238E27FC236}">
                    <a16:creationId xmlns:a16="http://schemas.microsoft.com/office/drawing/2014/main" id="{9BC403B7-36CB-F2BC-32E8-5719890F9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</p:grpSp>
        <p:sp>
          <p:nvSpPr>
            <p:cNvPr id="20668" name="Freeform 488">
              <a:extLst>
                <a:ext uri="{FF2B5EF4-FFF2-40B4-BE49-F238E27FC236}">
                  <a16:creationId xmlns:a16="http://schemas.microsoft.com/office/drawing/2014/main" id="{89E4A426-BAFD-1235-901D-47114E79A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69" name="Rectangle 489">
              <a:extLst>
                <a:ext uri="{FF2B5EF4-FFF2-40B4-BE49-F238E27FC236}">
                  <a16:creationId xmlns:a16="http://schemas.microsoft.com/office/drawing/2014/main" id="{E8247221-E99F-16F4-B5B1-B55B96DC4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670" name="Rectangle 490">
              <a:extLst>
                <a:ext uri="{FF2B5EF4-FFF2-40B4-BE49-F238E27FC236}">
                  <a16:creationId xmlns:a16="http://schemas.microsoft.com/office/drawing/2014/main" id="{25A6E5BB-B0C5-C70D-BF0B-08074DB4B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0671" name="Group 577">
              <a:extLst>
                <a:ext uri="{FF2B5EF4-FFF2-40B4-BE49-F238E27FC236}">
                  <a16:creationId xmlns:a16="http://schemas.microsoft.com/office/drawing/2014/main" id="{02001FEF-14FA-DC57-E8E4-6B3B2803C8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4509" cy="2413"/>
              <a:chOff x="87" y="1231"/>
              <a:chExt cx="4509" cy="2413"/>
            </a:xfrm>
          </p:grpSpPr>
          <p:sp>
            <p:nvSpPr>
              <p:cNvPr id="20672" name="Rectangle 491">
                <a:extLst>
                  <a:ext uri="{FF2B5EF4-FFF2-40B4-BE49-F238E27FC236}">
                    <a16:creationId xmlns:a16="http://schemas.microsoft.com/office/drawing/2014/main" id="{AC82D378-BA14-DEBF-B866-917047AAF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73" name="Rectangle 492">
                <a:extLst>
                  <a:ext uri="{FF2B5EF4-FFF2-40B4-BE49-F238E27FC236}">
                    <a16:creationId xmlns:a16="http://schemas.microsoft.com/office/drawing/2014/main" id="{B0BCD767-EAEE-8A5B-987D-F6F47AEB3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0674" name="Rectangle 493">
                <a:extLst>
                  <a:ext uri="{FF2B5EF4-FFF2-40B4-BE49-F238E27FC236}">
                    <a16:creationId xmlns:a16="http://schemas.microsoft.com/office/drawing/2014/main" id="{1C01526D-4F0F-6971-6575-33FD24D94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0675" name="Rectangle 494">
                <a:extLst>
                  <a:ext uri="{FF2B5EF4-FFF2-40B4-BE49-F238E27FC236}">
                    <a16:creationId xmlns:a16="http://schemas.microsoft.com/office/drawing/2014/main" id="{F0FBF23E-0147-9990-FA8C-0AFAFCFB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0676" name="Rectangle 495">
                <a:extLst>
                  <a:ext uri="{FF2B5EF4-FFF2-40B4-BE49-F238E27FC236}">
                    <a16:creationId xmlns:a16="http://schemas.microsoft.com/office/drawing/2014/main" id="{BACB6591-7A4F-3324-FF1E-509D70759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77" name="Rectangle 496">
                <a:extLst>
                  <a:ext uri="{FF2B5EF4-FFF2-40B4-BE49-F238E27FC236}">
                    <a16:creationId xmlns:a16="http://schemas.microsoft.com/office/drawing/2014/main" id="{BE6E32F8-9B80-74F0-DDD1-2A89C31AF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0678" name="Rectangle 497">
                <a:extLst>
                  <a:ext uri="{FF2B5EF4-FFF2-40B4-BE49-F238E27FC236}">
                    <a16:creationId xmlns:a16="http://schemas.microsoft.com/office/drawing/2014/main" id="{73578EAB-F126-02A3-6B75-F0C4D826A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0679" name="Rectangle 498">
                <a:extLst>
                  <a:ext uri="{FF2B5EF4-FFF2-40B4-BE49-F238E27FC236}">
                    <a16:creationId xmlns:a16="http://schemas.microsoft.com/office/drawing/2014/main" id="{6B404644-2ACF-AA50-E4DC-3C0C2CA8D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0680" name="Rectangle 499">
                <a:extLst>
                  <a:ext uri="{FF2B5EF4-FFF2-40B4-BE49-F238E27FC236}">
                    <a16:creationId xmlns:a16="http://schemas.microsoft.com/office/drawing/2014/main" id="{8031F108-9E97-1A2F-2AE6-5257B9CFA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81" name="Rectangle 500">
                <a:extLst>
                  <a:ext uri="{FF2B5EF4-FFF2-40B4-BE49-F238E27FC236}">
                    <a16:creationId xmlns:a16="http://schemas.microsoft.com/office/drawing/2014/main" id="{174A740F-760D-76B5-5FEE-36DA6F633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0682" name="Rectangle 501">
                <a:extLst>
                  <a:ext uri="{FF2B5EF4-FFF2-40B4-BE49-F238E27FC236}">
                    <a16:creationId xmlns:a16="http://schemas.microsoft.com/office/drawing/2014/main" id="{D293FB56-0438-39FA-D690-949279F8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0683" name="Rectangle 502">
                <a:extLst>
                  <a:ext uri="{FF2B5EF4-FFF2-40B4-BE49-F238E27FC236}">
                    <a16:creationId xmlns:a16="http://schemas.microsoft.com/office/drawing/2014/main" id="{202C05FC-FA60-F954-86F4-997F381F4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0684" name="Rectangle 503">
                <a:extLst>
                  <a:ext uri="{FF2B5EF4-FFF2-40B4-BE49-F238E27FC236}">
                    <a16:creationId xmlns:a16="http://schemas.microsoft.com/office/drawing/2014/main" id="{B7470EFF-60D0-2129-EE00-06879022A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85" name="Rectangle 504">
                <a:extLst>
                  <a:ext uri="{FF2B5EF4-FFF2-40B4-BE49-F238E27FC236}">
                    <a16:creationId xmlns:a16="http://schemas.microsoft.com/office/drawing/2014/main" id="{B7734813-9161-9EA2-1126-8A10F1780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0686" name="Rectangle 505">
                <a:extLst>
                  <a:ext uri="{FF2B5EF4-FFF2-40B4-BE49-F238E27FC236}">
                    <a16:creationId xmlns:a16="http://schemas.microsoft.com/office/drawing/2014/main" id="{65D26850-1369-EB1B-4C70-1100EFA3E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0687" name="Rectangle 506">
                <a:extLst>
                  <a:ext uri="{FF2B5EF4-FFF2-40B4-BE49-F238E27FC236}">
                    <a16:creationId xmlns:a16="http://schemas.microsoft.com/office/drawing/2014/main" id="{60AA7FD3-88CB-19B3-B006-45C8AFD28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0688" name="Rectangle 507">
                <a:extLst>
                  <a:ext uri="{FF2B5EF4-FFF2-40B4-BE49-F238E27FC236}">
                    <a16:creationId xmlns:a16="http://schemas.microsoft.com/office/drawing/2014/main" id="{A2CED10F-E72A-7F26-1E51-2B7EDE8A3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89" name="Rectangle 508">
                <a:extLst>
                  <a:ext uri="{FF2B5EF4-FFF2-40B4-BE49-F238E27FC236}">
                    <a16:creationId xmlns:a16="http://schemas.microsoft.com/office/drawing/2014/main" id="{5FC4160F-432D-4A5E-EFF2-0B1E08DC9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0690" name="Rectangle 509">
                <a:extLst>
                  <a:ext uri="{FF2B5EF4-FFF2-40B4-BE49-F238E27FC236}">
                    <a16:creationId xmlns:a16="http://schemas.microsoft.com/office/drawing/2014/main" id="{AC3FC128-7593-90F4-C2CE-3C9DE3664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0691" name="Rectangle 510">
                <a:extLst>
                  <a:ext uri="{FF2B5EF4-FFF2-40B4-BE49-F238E27FC236}">
                    <a16:creationId xmlns:a16="http://schemas.microsoft.com/office/drawing/2014/main" id="{3AD0B329-6078-86C2-2375-872203808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0692" name="Rectangle 511">
                <a:extLst>
                  <a:ext uri="{FF2B5EF4-FFF2-40B4-BE49-F238E27FC236}">
                    <a16:creationId xmlns:a16="http://schemas.microsoft.com/office/drawing/2014/main" id="{A5857B01-6574-C4E1-8FF0-C0A951121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0693" name="Rectangle 512">
                <a:extLst>
                  <a:ext uri="{FF2B5EF4-FFF2-40B4-BE49-F238E27FC236}">
                    <a16:creationId xmlns:a16="http://schemas.microsoft.com/office/drawing/2014/main" id="{CC389D02-1589-40E3-78FF-5DCF23E7B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94" name="Rectangle 513">
                <a:extLst>
                  <a:ext uri="{FF2B5EF4-FFF2-40B4-BE49-F238E27FC236}">
                    <a16:creationId xmlns:a16="http://schemas.microsoft.com/office/drawing/2014/main" id="{24D3A068-8661-16C1-1F95-39473DD97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0695" name="Rectangle 514">
                <a:extLst>
                  <a:ext uri="{FF2B5EF4-FFF2-40B4-BE49-F238E27FC236}">
                    <a16:creationId xmlns:a16="http://schemas.microsoft.com/office/drawing/2014/main" id="{27D5EB5F-ECF0-9E6E-3C95-CC52B9F8A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0696" name="Rectangle 515">
                <a:extLst>
                  <a:ext uri="{FF2B5EF4-FFF2-40B4-BE49-F238E27FC236}">
                    <a16:creationId xmlns:a16="http://schemas.microsoft.com/office/drawing/2014/main" id="{C7E21A69-4EF7-7E62-BF74-DD92DC6ED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0697" name="Rectangle 516">
                <a:extLst>
                  <a:ext uri="{FF2B5EF4-FFF2-40B4-BE49-F238E27FC236}">
                    <a16:creationId xmlns:a16="http://schemas.microsoft.com/office/drawing/2014/main" id="{90519612-9F44-C127-D7E3-AB830B446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698" name="Rectangle 517">
                <a:extLst>
                  <a:ext uri="{FF2B5EF4-FFF2-40B4-BE49-F238E27FC236}">
                    <a16:creationId xmlns:a16="http://schemas.microsoft.com/office/drawing/2014/main" id="{5D576FFB-B134-5144-38F3-F8371952A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0699" name="Rectangle 518">
                <a:extLst>
                  <a:ext uri="{FF2B5EF4-FFF2-40B4-BE49-F238E27FC236}">
                    <a16:creationId xmlns:a16="http://schemas.microsoft.com/office/drawing/2014/main" id="{57DEEF83-A71A-2B4E-241D-DF376E4F6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0700" name="Group 521">
                <a:extLst>
                  <a:ext uri="{FF2B5EF4-FFF2-40B4-BE49-F238E27FC236}">
                    <a16:creationId xmlns:a16="http://schemas.microsoft.com/office/drawing/2014/main" id="{44B5F7D7-992C-C985-49D4-CBB3EFEAC8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0756" name="Line 519">
                  <a:extLst>
                    <a:ext uri="{FF2B5EF4-FFF2-40B4-BE49-F238E27FC236}">
                      <a16:creationId xmlns:a16="http://schemas.microsoft.com/office/drawing/2014/main" id="{EC7D029E-A26F-5736-48AA-F262443E3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57" name="Freeform 520">
                  <a:extLst>
                    <a:ext uri="{FF2B5EF4-FFF2-40B4-BE49-F238E27FC236}">
                      <a16:creationId xmlns:a16="http://schemas.microsoft.com/office/drawing/2014/main" id="{69ED78B0-69F2-CF04-8DC7-7DC4B9087D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1" name="Group 524">
                <a:extLst>
                  <a:ext uri="{FF2B5EF4-FFF2-40B4-BE49-F238E27FC236}">
                    <a16:creationId xmlns:a16="http://schemas.microsoft.com/office/drawing/2014/main" id="{B6D03C59-1F31-5F97-99B9-6364E40E48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0754" name="Line 522">
                  <a:extLst>
                    <a:ext uri="{FF2B5EF4-FFF2-40B4-BE49-F238E27FC236}">
                      <a16:creationId xmlns:a16="http://schemas.microsoft.com/office/drawing/2014/main" id="{58A12908-CA27-3729-7B56-8E216E654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55" name="Freeform 523">
                  <a:extLst>
                    <a:ext uri="{FF2B5EF4-FFF2-40B4-BE49-F238E27FC236}">
                      <a16:creationId xmlns:a16="http://schemas.microsoft.com/office/drawing/2014/main" id="{B5EDAAD7-1E9C-1017-E4BB-D92DE7A4F9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2" name="Group 527">
                <a:extLst>
                  <a:ext uri="{FF2B5EF4-FFF2-40B4-BE49-F238E27FC236}">
                    <a16:creationId xmlns:a16="http://schemas.microsoft.com/office/drawing/2014/main" id="{966AECDA-4EB7-DD75-25BE-ACA3D3FBC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0752" name="Line 525">
                  <a:extLst>
                    <a:ext uri="{FF2B5EF4-FFF2-40B4-BE49-F238E27FC236}">
                      <a16:creationId xmlns:a16="http://schemas.microsoft.com/office/drawing/2014/main" id="{B4B4E43A-B550-3A53-E89B-BF31EBC3D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53" name="Freeform 526">
                  <a:extLst>
                    <a:ext uri="{FF2B5EF4-FFF2-40B4-BE49-F238E27FC236}">
                      <a16:creationId xmlns:a16="http://schemas.microsoft.com/office/drawing/2014/main" id="{5C9F5D20-3369-34A4-09EA-E959B910B9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3" name="Group 530">
                <a:extLst>
                  <a:ext uri="{FF2B5EF4-FFF2-40B4-BE49-F238E27FC236}">
                    <a16:creationId xmlns:a16="http://schemas.microsoft.com/office/drawing/2014/main" id="{D3FE05C8-8C1A-8C99-7C55-81636B123F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0750" name="Line 528">
                  <a:extLst>
                    <a:ext uri="{FF2B5EF4-FFF2-40B4-BE49-F238E27FC236}">
                      <a16:creationId xmlns:a16="http://schemas.microsoft.com/office/drawing/2014/main" id="{CA95DFDB-F3C8-2AB7-297B-A097461A09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51" name="Freeform 529">
                  <a:extLst>
                    <a:ext uri="{FF2B5EF4-FFF2-40B4-BE49-F238E27FC236}">
                      <a16:creationId xmlns:a16="http://schemas.microsoft.com/office/drawing/2014/main" id="{C2259FFC-6584-1E51-F5AB-C35DB3A55F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4" name="Group 533">
                <a:extLst>
                  <a:ext uri="{FF2B5EF4-FFF2-40B4-BE49-F238E27FC236}">
                    <a16:creationId xmlns:a16="http://schemas.microsoft.com/office/drawing/2014/main" id="{66E07E26-F22A-0B69-6608-CB0574504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0748" name="Line 531">
                  <a:extLst>
                    <a:ext uri="{FF2B5EF4-FFF2-40B4-BE49-F238E27FC236}">
                      <a16:creationId xmlns:a16="http://schemas.microsoft.com/office/drawing/2014/main" id="{403EB2EE-4DAE-6C08-AB05-310E2B3A33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49" name="Freeform 532">
                  <a:extLst>
                    <a:ext uri="{FF2B5EF4-FFF2-40B4-BE49-F238E27FC236}">
                      <a16:creationId xmlns:a16="http://schemas.microsoft.com/office/drawing/2014/main" id="{ED732CFB-7832-99AC-C9F2-C80DB946B1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5" name="Group 536">
                <a:extLst>
                  <a:ext uri="{FF2B5EF4-FFF2-40B4-BE49-F238E27FC236}">
                    <a16:creationId xmlns:a16="http://schemas.microsoft.com/office/drawing/2014/main" id="{0BEC9C1E-D44E-2D4D-1E9D-5DA8F2AF1B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0746" name="Line 534">
                  <a:extLst>
                    <a:ext uri="{FF2B5EF4-FFF2-40B4-BE49-F238E27FC236}">
                      <a16:creationId xmlns:a16="http://schemas.microsoft.com/office/drawing/2014/main" id="{D3DEC973-FE38-FA8D-195B-77882B89F2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47" name="Freeform 535">
                  <a:extLst>
                    <a:ext uri="{FF2B5EF4-FFF2-40B4-BE49-F238E27FC236}">
                      <a16:creationId xmlns:a16="http://schemas.microsoft.com/office/drawing/2014/main" id="{06A3C8FD-B173-EF8A-3FED-2DB5F0374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6" name="Group 539">
                <a:extLst>
                  <a:ext uri="{FF2B5EF4-FFF2-40B4-BE49-F238E27FC236}">
                    <a16:creationId xmlns:a16="http://schemas.microsoft.com/office/drawing/2014/main" id="{6A764AE9-4117-1B81-CDC1-20AE0DD39C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0744" name="Freeform 537">
                  <a:extLst>
                    <a:ext uri="{FF2B5EF4-FFF2-40B4-BE49-F238E27FC236}">
                      <a16:creationId xmlns:a16="http://schemas.microsoft.com/office/drawing/2014/main" id="{60100F75-A270-57A5-3138-B4605BF279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45" name="Freeform 538">
                  <a:extLst>
                    <a:ext uri="{FF2B5EF4-FFF2-40B4-BE49-F238E27FC236}">
                      <a16:creationId xmlns:a16="http://schemas.microsoft.com/office/drawing/2014/main" id="{B609F548-A11D-5A15-0557-42691760DD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7" name="Group 542">
                <a:extLst>
                  <a:ext uri="{FF2B5EF4-FFF2-40B4-BE49-F238E27FC236}">
                    <a16:creationId xmlns:a16="http://schemas.microsoft.com/office/drawing/2014/main" id="{00707056-3D3B-6177-D6B6-2CBD27F26F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0742" name="Freeform 540">
                  <a:extLst>
                    <a:ext uri="{FF2B5EF4-FFF2-40B4-BE49-F238E27FC236}">
                      <a16:creationId xmlns:a16="http://schemas.microsoft.com/office/drawing/2014/main" id="{D9083EE1-660D-9A52-B552-04FBFAE49F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43" name="Freeform 541">
                  <a:extLst>
                    <a:ext uri="{FF2B5EF4-FFF2-40B4-BE49-F238E27FC236}">
                      <a16:creationId xmlns:a16="http://schemas.microsoft.com/office/drawing/2014/main" id="{C509E9A9-4B92-FC97-8A4D-59DC79ED29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8" name="Group 545">
                <a:extLst>
                  <a:ext uri="{FF2B5EF4-FFF2-40B4-BE49-F238E27FC236}">
                    <a16:creationId xmlns:a16="http://schemas.microsoft.com/office/drawing/2014/main" id="{10558DD3-7AD0-E2E7-3747-5C84E7BF19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0740" name="Freeform 543">
                  <a:extLst>
                    <a:ext uri="{FF2B5EF4-FFF2-40B4-BE49-F238E27FC236}">
                      <a16:creationId xmlns:a16="http://schemas.microsoft.com/office/drawing/2014/main" id="{F75B8CD6-E2D7-1DB1-8E3C-2FD5861287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41" name="Freeform 544">
                  <a:extLst>
                    <a:ext uri="{FF2B5EF4-FFF2-40B4-BE49-F238E27FC236}">
                      <a16:creationId xmlns:a16="http://schemas.microsoft.com/office/drawing/2014/main" id="{A43F5A06-1906-0B5D-CE72-7514AD6B75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09" name="Group 548">
                <a:extLst>
                  <a:ext uri="{FF2B5EF4-FFF2-40B4-BE49-F238E27FC236}">
                    <a16:creationId xmlns:a16="http://schemas.microsoft.com/office/drawing/2014/main" id="{F6980C4C-7D67-AEC8-F76A-B75C1BEF1D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0738" name="Line 546">
                  <a:extLst>
                    <a:ext uri="{FF2B5EF4-FFF2-40B4-BE49-F238E27FC236}">
                      <a16:creationId xmlns:a16="http://schemas.microsoft.com/office/drawing/2014/main" id="{09AE474A-5946-63DC-4FB5-5CC74F708C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39" name="Freeform 547">
                  <a:extLst>
                    <a:ext uri="{FF2B5EF4-FFF2-40B4-BE49-F238E27FC236}">
                      <a16:creationId xmlns:a16="http://schemas.microsoft.com/office/drawing/2014/main" id="{E25548B4-8255-FF67-15CB-DA3F4A476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10" name="Group 551">
                <a:extLst>
                  <a:ext uri="{FF2B5EF4-FFF2-40B4-BE49-F238E27FC236}">
                    <a16:creationId xmlns:a16="http://schemas.microsoft.com/office/drawing/2014/main" id="{FFF72572-2D5D-5AA3-DE09-D2316F2A0D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0736" name="Line 549">
                  <a:extLst>
                    <a:ext uri="{FF2B5EF4-FFF2-40B4-BE49-F238E27FC236}">
                      <a16:creationId xmlns:a16="http://schemas.microsoft.com/office/drawing/2014/main" id="{324B06F6-E648-D25E-95F6-FC7E6184EE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37" name="Freeform 550">
                  <a:extLst>
                    <a:ext uri="{FF2B5EF4-FFF2-40B4-BE49-F238E27FC236}">
                      <a16:creationId xmlns:a16="http://schemas.microsoft.com/office/drawing/2014/main" id="{132AD0ED-4630-3CBC-5F38-1104052C00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11" name="Group 554">
                <a:extLst>
                  <a:ext uri="{FF2B5EF4-FFF2-40B4-BE49-F238E27FC236}">
                    <a16:creationId xmlns:a16="http://schemas.microsoft.com/office/drawing/2014/main" id="{7909CDAF-61E8-0BBF-BB21-03F9115A18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0734" name="Line 552">
                  <a:extLst>
                    <a:ext uri="{FF2B5EF4-FFF2-40B4-BE49-F238E27FC236}">
                      <a16:creationId xmlns:a16="http://schemas.microsoft.com/office/drawing/2014/main" id="{A57EE512-D1A7-FA83-D721-B477B41DC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35" name="Freeform 553">
                  <a:extLst>
                    <a:ext uri="{FF2B5EF4-FFF2-40B4-BE49-F238E27FC236}">
                      <a16:creationId xmlns:a16="http://schemas.microsoft.com/office/drawing/2014/main" id="{B71BE23A-65AD-70D2-665B-4A1EABFDA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12" name="Group 557">
                <a:extLst>
                  <a:ext uri="{FF2B5EF4-FFF2-40B4-BE49-F238E27FC236}">
                    <a16:creationId xmlns:a16="http://schemas.microsoft.com/office/drawing/2014/main" id="{8F1D65DD-1A5F-BBC7-6252-A83A4FE922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0732" name="Line 555">
                  <a:extLst>
                    <a:ext uri="{FF2B5EF4-FFF2-40B4-BE49-F238E27FC236}">
                      <a16:creationId xmlns:a16="http://schemas.microsoft.com/office/drawing/2014/main" id="{00274F08-9E6C-C9BF-B2CC-EFE69DD078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33" name="Freeform 556">
                  <a:extLst>
                    <a:ext uri="{FF2B5EF4-FFF2-40B4-BE49-F238E27FC236}">
                      <a16:creationId xmlns:a16="http://schemas.microsoft.com/office/drawing/2014/main" id="{0BD91858-D171-2719-5FA0-AEA45D720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0713" name="Rectangle 558">
                <a:extLst>
                  <a:ext uri="{FF2B5EF4-FFF2-40B4-BE49-F238E27FC236}">
                    <a16:creationId xmlns:a16="http://schemas.microsoft.com/office/drawing/2014/main" id="{77B9F7E0-2902-9E67-04FA-ECA7C57F4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14" name="Rectangle 559">
                <a:extLst>
                  <a:ext uri="{FF2B5EF4-FFF2-40B4-BE49-F238E27FC236}">
                    <a16:creationId xmlns:a16="http://schemas.microsoft.com/office/drawing/2014/main" id="{C339358C-EDE1-5E42-D346-B6BCB8F91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0715" name="Rectangle 560">
                <a:extLst>
                  <a:ext uri="{FF2B5EF4-FFF2-40B4-BE49-F238E27FC236}">
                    <a16:creationId xmlns:a16="http://schemas.microsoft.com/office/drawing/2014/main" id="{20DC6E29-CB68-4EE3-F86C-DE561BA06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0716" name="Rectangle 561">
                <a:extLst>
                  <a:ext uri="{FF2B5EF4-FFF2-40B4-BE49-F238E27FC236}">
                    <a16:creationId xmlns:a16="http://schemas.microsoft.com/office/drawing/2014/main" id="{95482876-E752-0CA9-4A41-97E62CE80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17" name="Rectangle 562">
                <a:extLst>
                  <a:ext uri="{FF2B5EF4-FFF2-40B4-BE49-F238E27FC236}">
                    <a16:creationId xmlns:a16="http://schemas.microsoft.com/office/drawing/2014/main" id="{3DDC76AA-8136-5291-6983-51F525CF1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0718" name="Rectangle 563">
                <a:extLst>
                  <a:ext uri="{FF2B5EF4-FFF2-40B4-BE49-F238E27FC236}">
                    <a16:creationId xmlns:a16="http://schemas.microsoft.com/office/drawing/2014/main" id="{4832A5BA-CFCD-EFF0-E515-3328E99AC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0719" name="Rectangle 564">
                <a:extLst>
                  <a:ext uri="{FF2B5EF4-FFF2-40B4-BE49-F238E27FC236}">
                    <a16:creationId xmlns:a16="http://schemas.microsoft.com/office/drawing/2014/main" id="{B82EDEAD-E77D-049D-2903-32A75A4FB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0720" name="Group 567">
                <a:extLst>
                  <a:ext uri="{FF2B5EF4-FFF2-40B4-BE49-F238E27FC236}">
                    <a16:creationId xmlns:a16="http://schemas.microsoft.com/office/drawing/2014/main" id="{9654B3BA-CFE3-6C9E-9BC7-7372D15EDC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0730" name="Freeform 565">
                  <a:extLst>
                    <a:ext uri="{FF2B5EF4-FFF2-40B4-BE49-F238E27FC236}">
                      <a16:creationId xmlns:a16="http://schemas.microsoft.com/office/drawing/2014/main" id="{BEA750CD-AE90-3F09-5348-469DCF4479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31" name="Freeform 566">
                  <a:extLst>
                    <a:ext uri="{FF2B5EF4-FFF2-40B4-BE49-F238E27FC236}">
                      <a16:creationId xmlns:a16="http://schemas.microsoft.com/office/drawing/2014/main" id="{0D8C568D-42ED-195C-7B7C-1A12A1E62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21" name="Group 570">
                <a:extLst>
                  <a:ext uri="{FF2B5EF4-FFF2-40B4-BE49-F238E27FC236}">
                    <a16:creationId xmlns:a16="http://schemas.microsoft.com/office/drawing/2014/main" id="{5E0D455F-A528-95EA-6E55-3B888504C6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0728" name="Freeform 568">
                  <a:extLst>
                    <a:ext uri="{FF2B5EF4-FFF2-40B4-BE49-F238E27FC236}">
                      <a16:creationId xmlns:a16="http://schemas.microsoft.com/office/drawing/2014/main" id="{860F76C9-578B-A690-BFC3-F7FE9AF66E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29" name="Freeform 569">
                  <a:extLst>
                    <a:ext uri="{FF2B5EF4-FFF2-40B4-BE49-F238E27FC236}">
                      <a16:creationId xmlns:a16="http://schemas.microsoft.com/office/drawing/2014/main" id="{FFA4D663-07A4-73A3-5DF1-52DF68C3A7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722" name="Group 573">
                <a:extLst>
                  <a:ext uri="{FF2B5EF4-FFF2-40B4-BE49-F238E27FC236}">
                    <a16:creationId xmlns:a16="http://schemas.microsoft.com/office/drawing/2014/main" id="{44000538-B90A-4027-39C0-091328E9C0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0726" name="Freeform 571">
                  <a:extLst>
                    <a:ext uri="{FF2B5EF4-FFF2-40B4-BE49-F238E27FC236}">
                      <a16:creationId xmlns:a16="http://schemas.microsoft.com/office/drawing/2014/main" id="{B67D5E6E-B8F4-81D4-C4EB-1AB77CD63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27" name="Freeform 572">
                  <a:extLst>
                    <a:ext uri="{FF2B5EF4-FFF2-40B4-BE49-F238E27FC236}">
                      <a16:creationId xmlns:a16="http://schemas.microsoft.com/office/drawing/2014/main" id="{89A30DA0-E5AB-DCE7-92F2-C611EF807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0723" name="Rectangle 574">
                <a:extLst>
                  <a:ext uri="{FF2B5EF4-FFF2-40B4-BE49-F238E27FC236}">
                    <a16:creationId xmlns:a16="http://schemas.microsoft.com/office/drawing/2014/main" id="{EE9E85A3-59B5-8280-0940-0D7AC0097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1" y="1423"/>
                <a:ext cx="860" cy="390"/>
              </a:xfrm>
              <a:prstGeom prst="rect">
                <a:avLst/>
              </a:prstGeom>
              <a:solidFill>
                <a:srgbClr val="EAEAEA"/>
              </a:solidFill>
              <a:ln w="24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0724" name="Rectangle 575">
                <a:extLst>
                  <a:ext uri="{FF2B5EF4-FFF2-40B4-BE49-F238E27FC236}">
                    <a16:creationId xmlns:a16="http://schemas.microsoft.com/office/drawing/2014/main" id="{5F506815-7117-DFF7-A75A-35E0DD791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1469"/>
                <a:ext cx="53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Projeto </a:t>
                </a:r>
                <a:endParaRPr lang="pt-BR" altLang="pt-BR" sz="2000"/>
              </a:p>
            </p:txBody>
          </p:sp>
          <p:sp>
            <p:nvSpPr>
              <p:cNvPr id="20725" name="Rectangle 576">
                <a:extLst>
                  <a:ext uri="{FF2B5EF4-FFF2-40B4-BE49-F238E27FC236}">
                    <a16:creationId xmlns:a16="http://schemas.microsoft.com/office/drawing/2014/main" id="{0C9B5A8B-4D1F-0000-0692-D13BCDA0F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1623"/>
                <a:ext cx="711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Conceitual</a:t>
                </a:r>
                <a:endParaRPr lang="pt-BR" altLang="pt-BR" sz="200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5" name="Object 2">
            <a:extLst>
              <a:ext uri="{FF2B5EF4-FFF2-40B4-BE49-F238E27FC236}">
                <a16:creationId xmlns:a16="http://schemas.microsoft.com/office/drawing/2014/main" id="{DEAAF6A8-AC94-DEC0-51DA-B7F204E0F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C81FC906-AA4C-CA4E-9A02-D1882050C483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  <a:ea typeface="+mn-ea"/>
              </a:rPr>
              <a:t>PROJETO CONCEITUAL</a:t>
            </a:r>
            <a:endParaRPr lang="pt-BR" dirty="0">
              <a:latin typeface="Arial" charset="0"/>
              <a:ea typeface="+mn-ea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A8528578-7088-B588-DD89-6B67A837D8B2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864101" y="-77788"/>
            <a:ext cx="1554162" cy="2862263"/>
            <a:chOff x="2181" y="1183"/>
            <a:chExt cx="1419" cy="1966"/>
          </a:xfrm>
        </p:grpSpPr>
        <p:grpSp>
          <p:nvGrpSpPr>
            <p:cNvPr id="21508" name="Group 107">
              <a:extLst>
                <a:ext uri="{FF2B5EF4-FFF2-40B4-BE49-F238E27FC236}">
                  <a16:creationId xmlns:a16="http://schemas.microsoft.com/office/drawing/2014/main" id="{4AC7B31E-0B8F-C4DC-B55C-5D064726B1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1545" name="Group 108">
                <a:extLst>
                  <a:ext uri="{FF2B5EF4-FFF2-40B4-BE49-F238E27FC236}">
                    <a16:creationId xmlns:a16="http://schemas.microsoft.com/office/drawing/2014/main" id="{FFA060EA-FFA1-0E08-5E69-AC55F7BB65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1551" name="Group 109">
                  <a:extLst>
                    <a:ext uri="{FF2B5EF4-FFF2-40B4-BE49-F238E27FC236}">
                      <a16:creationId xmlns:a16="http://schemas.microsoft.com/office/drawing/2014/main" id="{A042E72F-47F7-0718-63CB-7246322ECF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1557" name="Freeform 110">
                    <a:extLst>
                      <a:ext uri="{FF2B5EF4-FFF2-40B4-BE49-F238E27FC236}">
                        <a16:creationId xmlns:a16="http://schemas.microsoft.com/office/drawing/2014/main" id="{C310F43E-07F1-3736-915F-9668867067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58" name="Freeform 111">
                    <a:extLst>
                      <a:ext uri="{FF2B5EF4-FFF2-40B4-BE49-F238E27FC236}">
                        <a16:creationId xmlns:a16="http://schemas.microsoft.com/office/drawing/2014/main" id="{0046C139-6B7A-1180-FE0B-C510FE0D33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1552" name="Group 112">
                  <a:extLst>
                    <a:ext uri="{FF2B5EF4-FFF2-40B4-BE49-F238E27FC236}">
                      <a16:creationId xmlns:a16="http://schemas.microsoft.com/office/drawing/2014/main" id="{A06DE07B-C657-AA50-1B30-6E0F4B77BD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1553" name="Freeform 113">
                    <a:extLst>
                      <a:ext uri="{FF2B5EF4-FFF2-40B4-BE49-F238E27FC236}">
                        <a16:creationId xmlns:a16="http://schemas.microsoft.com/office/drawing/2014/main" id="{F170405F-D322-AD0B-08B9-854CFD7B0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54" name="Freeform 114">
                    <a:extLst>
                      <a:ext uri="{FF2B5EF4-FFF2-40B4-BE49-F238E27FC236}">
                        <a16:creationId xmlns:a16="http://schemas.microsoft.com/office/drawing/2014/main" id="{3681A26A-BE81-1102-1654-97AAE36E85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55" name="Freeform 115">
                    <a:extLst>
                      <a:ext uri="{FF2B5EF4-FFF2-40B4-BE49-F238E27FC236}">
                        <a16:creationId xmlns:a16="http://schemas.microsoft.com/office/drawing/2014/main" id="{5179CC30-164C-25AB-BA3B-829692E4B3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56" name="Freeform 116">
                    <a:extLst>
                      <a:ext uri="{FF2B5EF4-FFF2-40B4-BE49-F238E27FC236}">
                        <a16:creationId xmlns:a16="http://schemas.microsoft.com/office/drawing/2014/main" id="{A4EAC796-6375-0BF5-5A24-EE2354B441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1546" name="Oval 117">
                <a:extLst>
                  <a:ext uri="{FF2B5EF4-FFF2-40B4-BE49-F238E27FC236}">
                    <a16:creationId xmlns:a16="http://schemas.microsoft.com/office/drawing/2014/main" id="{724F5864-B07B-E12D-B910-6D9F7E610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grpSp>
            <p:nvGrpSpPr>
              <p:cNvPr id="21547" name="Group 118">
                <a:extLst>
                  <a:ext uri="{FF2B5EF4-FFF2-40B4-BE49-F238E27FC236}">
                    <a16:creationId xmlns:a16="http://schemas.microsoft.com/office/drawing/2014/main" id="{017687AB-D4EE-C9FD-0FF9-D9856B3FB0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1548" name="Oval 119">
                  <a:extLst>
                    <a:ext uri="{FF2B5EF4-FFF2-40B4-BE49-F238E27FC236}">
                      <a16:creationId xmlns:a16="http://schemas.microsoft.com/office/drawing/2014/main" id="{49C04966-5315-0D10-0ADB-3D6CE173F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549" name="Oval 120">
                  <a:extLst>
                    <a:ext uri="{FF2B5EF4-FFF2-40B4-BE49-F238E27FC236}">
                      <a16:creationId xmlns:a16="http://schemas.microsoft.com/office/drawing/2014/main" id="{423778FD-9D39-6EA6-A1AC-FF4C37F1C6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550" name="Oval 121">
                  <a:extLst>
                    <a:ext uri="{FF2B5EF4-FFF2-40B4-BE49-F238E27FC236}">
                      <a16:creationId xmlns:a16="http://schemas.microsoft.com/office/drawing/2014/main" id="{077A06C9-9B97-F31D-299D-53F87D0093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</p:grpSp>
        </p:grpSp>
        <p:grpSp>
          <p:nvGrpSpPr>
            <p:cNvPr id="21509" name="Group 122">
              <a:extLst>
                <a:ext uri="{FF2B5EF4-FFF2-40B4-BE49-F238E27FC236}">
                  <a16:creationId xmlns:a16="http://schemas.microsoft.com/office/drawing/2014/main" id="{12F678BD-4E06-032B-5C78-9554F6A162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1510" name="Freeform 123">
                <a:extLst>
                  <a:ext uri="{FF2B5EF4-FFF2-40B4-BE49-F238E27FC236}">
                    <a16:creationId xmlns:a16="http://schemas.microsoft.com/office/drawing/2014/main" id="{A7BC61FA-D11E-0F74-4566-E991AFA8E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1" name="Arc 124">
                <a:extLst>
                  <a:ext uri="{FF2B5EF4-FFF2-40B4-BE49-F238E27FC236}">
                    <a16:creationId xmlns:a16="http://schemas.microsoft.com/office/drawing/2014/main" id="{C945EE1D-FD88-81FA-6B05-4F5111400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2" name="Arc 125">
                <a:extLst>
                  <a:ext uri="{FF2B5EF4-FFF2-40B4-BE49-F238E27FC236}">
                    <a16:creationId xmlns:a16="http://schemas.microsoft.com/office/drawing/2014/main" id="{ECA9F3B0-8162-F44D-BE0F-F317F2EEC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3" name="Freeform 126">
                <a:extLst>
                  <a:ext uri="{FF2B5EF4-FFF2-40B4-BE49-F238E27FC236}">
                    <a16:creationId xmlns:a16="http://schemas.microsoft.com/office/drawing/2014/main" id="{E2E03C74-AB18-AC2C-6206-8D2AE7AE0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4" name="Arc 127">
                <a:extLst>
                  <a:ext uri="{FF2B5EF4-FFF2-40B4-BE49-F238E27FC236}">
                    <a16:creationId xmlns:a16="http://schemas.microsoft.com/office/drawing/2014/main" id="{120450E2-F81E-A30F-8C95-BEED80400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5" name="Arc 128">
                <a:extLst>
                  <a:ext uri="{FF2B5EF4-FFF2-40B4-BE49-F238E27FC236}">
                    <a16:creationId xmlns:a16="http://schemas.microsoft.com/office/drawing/2014/main" id="{790DCA27-75DA-5134-B32A-C40A36830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516" name="Group 129">
                <a:extLst>
                  <a:ext uri="{FF2B5EF4-FFF2-40B4-BE49-F238E27FC236}">
                    <a16:creationId xmlns:a16="http://schemas.microsoft.com/office/drawing/2014/main" id="{11E51ED9-3B39-9D59-467E-9FFE148915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1540" name="Group 130">
                  <a:extLst>
                    <a:ext uri="{FF2B5EF4-FFF2-40B4-BE49-F238E27FC236}">
                      <a16:creationId xmlns:a16="http://schemas.microsoft.com/office/drawing/2014/main" id="{C343A0B0-8CC9-5A70-4F10-491B2EA695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1542" name="Arc 131">
                    <a:extLst>
                      <a:ext uri="{FF2B5EF4-FFF2-40B4-BE49-F238E27FC236}">
                        <a16:creationId xmlns:a16="http://schemas.microsoft.com/office/drawing/2014/main" id="{5C7212F7-866A-5E64-C58B-D12AF1FFD0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43" name="Arc 132">
                    <a:extLst>
                      <a:ext uri="{FF2B5EF4-FFF2-40B4-BE49-F238E27FC236}">
                        <a16:creationId xmlns:a16="http://schemas.microsoft.com/office/drawing/2014/main" id="{4ED39F3C-781E-A085-1DC0-B9F4F648F6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44" name="Arc 133">
                    <a:extLst>
                      <a:ext uri="{FF2B5EF4-FFF2-40B4-BE49-F238E27FC236}">
                        <a16:creationId xmlns:a16="http://schemas.microsoft.com/office/drawing/2014/main" id="{8729B77D-F2A7-F6A4-399B-F6F5BC9EED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1541" name="Arc 134">
                  <a:extLst>
                    <a:ext uri="{FF2B5EF4-FFF2-40B4-BE49-F238E27FC236}">
                      <a16:creationId xmlns:a16="http://schemas.microsoft.com/office/drawing/2014/main" id="{BBC89C32-F74F-A616-08F1-638FA5B05B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517" name="Group 135">
                <a:extLst>
                  <a:ext uri="{FF2B5EF4-FFF2-40B4-BE49-F238E27FC236}">
                    <a16:creationId xmlns:a16="http://schemas.microsoft.com/office/drawing/2014/main" id="{1E3113D0-963A-FF9D-8275-A5B0131AA5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1535" name="Group 136">
                  <a:extLst>
                    <a:ext uri="{FF2B5EF4-FFF2-40B4-BE49-F238E27FC236}">
                      <a16:creationId xmlns:a16="http://schemas.microsoft.com/office/drawing/2014/main" id="{8E0649F5-6ECE-DC7B-20A2-BABC0F7815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1537" name="Arc 137">
                    <a:extLst>
                      <a:ext uri="{FF2B5EF4-FFF2-40B4-BE49-F238E27FC236}">
                        <a16:creationId xmlns:a16="http://schemas.microsoft.com/office/drawing/2014/main" id="{3C8A2962-7F8D-3650-9DF5-F94DD77AD4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38" name="Arc 138">
                    <a:extLst>
                      <a:ext uri="{FF2B5EF4-FFF2-40B4-BE49-F238E27FC236}">
                        <a16:creationId xmlns:a16="http://schemas.microsoft.com/office/drawing/2014/main" id="{EC476A3B-E6D9-1CEA-51C5-E376D06BFD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39" name="Arc 139">
                    <a:extLst>
                      <a:ext uri="{FF2B5EF4-FFF2-40B4-BE49-F238E27FC236}">
                        <a16:creationId xmlns:a16="http://schemas.microsoft.com/office/drawing/2014/main" id="{28ADF841-E2F8-5D91-AF34-C6F32FD3DD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1536" name="Arc 140">
                  <a:extLst>
                    <a:ext uri="{FF2B5EF4-FFF2-40B4-BE49-F238E27FC236}">
                      <a16:creationId xmlns:a16="http://schemas.microsoft.com/office/drawing/2014/main" id="{06A42070-F030-48FB-C105-BED8D89A1B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518" name="Group 141">
                <a:extLst>
                  <a:ext uri="{FF2B5EF4-FFF2-40B4-BE49-F238E27FC236}">
                    <a16:creationId xmlns:a16="http://schemas.microsoft.com/office/drawing/2014/main" id="{8FC1DFF3-FD68-82B9-5F23-6974B910F1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1533" name="Arc 142">
                  <a:extLst>
                    <a:ext uri="{FF2B5EF4-FFF2-40B4-BE49-F238E27FC236}">
                      <a16:creationId xmlns:a16="http://schemas.microsoft.com/office/drawing/2014/main" id="{2FF8EAD7-8113-B937-2FC7-0E0C63A306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34" name="Arc 143">
                  <a:extLst>
                    <a:ext uri="{FF2B5EF4-FFF2-40B4-BE49-F238E27FC236}">
                      <a16:creationId xmlns:a16="http://schemas.microsoft.com/office/drawing/2014/main" id="{CE039EE8-515C-3BA7-E2E5-AE4898629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519" name="Group 144">
                <a:extLst>
                  <a:ext uri="{FF2B5EF4-FFF2-40B4-BE49-F238E27FC236}">
                    <a16:creationId xmlns:a16="http://schemas.microsoft.com/office/drawing/2014/main" id="{EFC57481-E5AD-CEFA-E188-54A3110AC2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1531" name="Arc 145">
                  <a:extLst>
                    <a:ext uri="{FF2B5EF4-FFF2-40B4-BE49-F238E27FC236}">
                      <a16:creationId xmlns:a16="http://schemas.microsoft.com/office/drawing/2014/main" id="{57561831-025B-E35F-293F-4293FAFED4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32" name="Arc 146">
                  <a:extLst>
                    <a:ext uri="{FF2B5EF4-FFF2-40B4-BE49-F238E27FC236}">
                      <a16:creationId xmlns:a16="http://schemas.microsoft.com/office/drawing/2014/main" id="{C9C19E11-8D0E-ADC0-267D-CE438A15E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520" name="Group 147">
                <a:extLst>
                  <a:ext uri="{FF2B5EF4-FFF2-40B4-BE49-F238E27FC236}">
                    <a16:creationId xmlns:a16="http://schemas.microsoft.com/office/drawing/2014/main" id="{70DCEFCE-5380-BC92-511E-ECFA63A25D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1529" name="Line 148">
                  <a:extLst>
                    <a:ext uri="{FF2B5EF4-FFF2-40B4-BE49-F238E27FC236}">
                      <a16:creationId xmlns:a16="http://schemas.microsoft.com/office/drawing/2014/main" id="{D0363017-53C7-DAB1-533C-4EECAD040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30" name="Line 149">
                  <a:extLst>
                    <a:ext uri="{FF2B5EF4-FFF2-40B4-BE49-F238E27FC236}">
                      <a16:creationId xmlns:a16="http://schemas.microsoft.com/office/drawing/2014/main" id="{4C3506BA-B9EE-61B3-13C0-0E7D26C5B0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521" name="Group 150">
                <a:extLst>
                  <a:ext uri="{FF2B5EF4-FFF2-40B4-BE49-F238E27FC236}">
                    <a16:creationId xmlns:a16="http://schemas.microsoft.com/office/drawing/2014/main" id="{AD0FD7B1-7287-980D-62F3-9FC2E624A6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1524" name="Group 151">
                  <a:extLst>
                    <a:ext uri="{FF2B5EF4-FFF2-40B4-BE49-F238E27FC236}">
                      <a16:creationId xmlns:a16="http://schemas.microsoft.com/office/drawing/2014/main" id="{F501576A-30AF-C1F3-C8CA-625B335298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1527" name="Arc 152">
                    <a:extLst>
                      <a:ext uri="{FF2B5EF4-FFF2-40B4-BE49-F238E27FC236}">
                        <a16:creationId xmlns:a16="http://schemas.microsoft.com/office/drawing/2014/main" id="{A220138F-523D-16A1-26AA-FFA14B9427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528" name="Arc 153">
                    <a:extLst>
                      <a:ext uri="{FF2B5EF4-FFF2-40B4-BE49-F238E27FC236}">
                        <a16:creationId xmlns:a16="http://schemas.microsoft.com/office/drawing/2014/main" id="{B03A60B3-FA9C-92C1-B23D-30F14DCBAA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1525" name="Arc 154">
                  <a:extLst>
                    <a:ext uri="{FF2B5EF4-FFF2-40B4-BE49-F238E27FC236}">
                      <a16:creationId xmlns:a16="http://schemas.microsoft.com/office/drawing/2014/main" id="{AC3200BC-A0B8-8BCB-2316-BFBD292A0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26" name="Arc 155">
                  <a:extLst>
                    <a:ext uri="{FF2B5EF4-FFF2-40B4-BE49-F238E27FC236}">
                      <a16:creationId xmlns:a16="http://schemas.microsoft.com/office/drawing/2014/main" id="{1FA99F9C-89A3-9CDA-EB34-D3FC4F622C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522" name="Freeform 156">
                <a:extLst>
                  <a:ext uri="{FF2B5EF4-FFF2-40B4-BE49-F238E27FC236}">
                    <a16:creationId xmlns:a16="http://schemas.microsoft.com/office/drawing/2014/main" id="{358EB379-7666-52CC-BB42-6FC51296F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3" name="Oval 157">
                <a:extLst>
                  <a:ext uri="{FF2B5EF4-FFF2-40B4-BE49-F238E27FC236}">
                    <a16:creationId xmlns:a16="http://schemas.microsoft.com/office/drawing/2014/main" id="{27267720-DC30-23EF-4AAE-530B43A86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E6E515FB-ED90-B809-E90C-D0846F1A8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Informações e tarefas da atividade: Modelar funcionalmente o produto</a:t>
            </a:r>
            <a:r>
              <a:rPr lang="pt-BR" altLang="pt-BR" sz="2400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400">
                <a:solidFill>
                  <a:srgbClr val="000096"/>
                </a:solidFill>
              </a:rPr>
              <a:t>1/4</a:t>
            </a:r>
          </a:p>
        </p:txBody>
      </p:sp>
      <p:sp>
        <p:nvSpPr>
          <p:cNvPr id="22530" name="Rectangle 6">
            <a:extLst>
              <a:ext uri="{FF2B5EF4-FFF2-40B4-BE49-F238E27FC236}">
                <a16:creationId xmlns:a16="http://schemas.microsoft.com/office/drawing/2014/main" id="{C234CC77-CF56-D791-FDE5-4A1B15476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3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7E71978E-2E5D-8FCB-4818-35387F1DC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898525"/>
          <a:ext cx="7005637" cy="574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4775200" imgH="3924300" progId="Word.Picture.8">
                  <p:embed/>
                </p:oleObj>
              </mc:Choice>
              <mc:Fallback>
                <p:oleObj name="Figura" r:id="rId2" imgW="4775200" imgH="39243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898525"/>
                        <a:ext cx="7005637" cy="574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4">
            <a:extLst>
              <a:ext uri="{FF2B5EF4-FFF2-40B4-BE49-F238E27FC236}">
                <a16:creationId xmlns:a16="http://schemas.microsoft.com/office/drawing/2014/main" id="{B87C322C-D93B-4961-8ADC-4FB6E6E8E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1958975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DB9D3-F616-A344-A718-83B54F8CEB6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2800" cy="8667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 fase de projeto conceitual</a:t>
            </a:r>
          </a:p>
        </p:txBody>
      </p:sp>
      <p:sp>
        <p:nvSpPr>
          <p:cNvPr id="23555" name="Text Box 17">
            <a:extLst>
              <a:ext uri="{FF2B5EF4-FFF2-40B4-BE49-F238E27FC236}">
                <a16:creationId xmlns:a16="http://schemas.microsoft.com/office/drawing/2014/main" id="{597FE817-C920-6C19-853A-A0538A48A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88" y="2197100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23556" name="Text Box 18">
            <a:extLst>
              <a:ext uri="{FF2B5EF4-FFF2-40B4-BE49-F238E27FC236}">
                <a16:creationId xmlns:a16="http://schemas.microsoft.com/office/drawing/2014/main" id="{E8D1D8A4-C973-0C1B-C3C5-EE0C54F8C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4478338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23557" name="Text Box 19">
            <a:extLst>
              <a:ext uri="{FF2B5EF4-FFF2-40B4-BE49-F238E27FC236}">
                <a16:creationId xmlns:a16="http://schemas.microsoft.com/office/drawing/2014/main" id="{1B3D39B2-BD93-4BDF-72C7-893E806B3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5145088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23558" name="Text Box 20">
            <a:extLst>
              <a:ext uri="{FF2B5EF4-FFF2-40B4-BE49-F238E27FC236}">
                <a16:creationId xmlns:a16="http://schemas.microsoft.com/office/drawing/2014/main" id="{87CC13F5-D255-3192-4E72-A2B18C48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5121275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23559" name="Text Box 24">
            <a:extLst>
              <a:ext uri="{FF2B5EF4-FFF2-40B4-BE49-F238E27FC236}">
                <a16:creationId xmlns:a16="http://schemas.microsoft.com/office/drawing/2014/main" id="{0D853804-EB0A-7D63-D73E-C5DF1A6A3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479925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23560" name="Text Box 28">
            <a:extLst>
              <a:ext uri="{FF2B5EF4-FFF2-40B4-BE49-F238E27FC236}">
                <a16:creationId xmlns:a16="http://schemas.microsoft.com/office/drawing/2014/main" id="{09FAEA90-9603-6FCF-D709-0914576A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2235200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23561" name="Group 5">
            <a:extLst>
              <a:ext uri="{FF2B5EF4-FFF2-40B4-BE49-F238E27FC236}">
                <a16:creationId xmlns:a16="http://schemas.microsoft.com/office/drawing/2014/main" id="{90733E33-9952-CC68-BEE0-6BA7FD9A6A4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287463"/>
            <a:ext cx="1649413" cy="4724400"/>
            <a:chOff x="2880" y="747"/>
            <a:chExt cx="1039" cy="2976"/>
          </a:xfrm>
        </p:grpSpPr>
        <p:sp>
          <p:nvSpPr>
            <p:cNvPr id="23587" name="Line 6">
              <a:extLst>
                <a:ext uri="{FF2B5EF4-FFF2-40B4-BE49-F238E27FC236}">
                  <a16:creationId xmlns:a16="http://schemas.microsoft.com/office/drawing/2014/main" id="{5D4DD7A5-F5AD-F8C9-4C84-3F4806616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588" name="Text Box 7">
              <a:extLst>
                <a:ext uri="{FF2B5EF4-FFF2-40B4-BE49-F238E27FC236}">
                  <a16:creationId xmlns:a16="http://schemas.microsoft.com/office/drawing/2014/main" id="{2597C3BF-1985-92BB-C66C-1338D9A6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3589" name="Text Box 8">
              <a:extLst>
                <a:ext uri="{FF2B5EF4-FFF2-40B4-BE49-F238E27FC236}">
                  <a16:creationId xmlns:a16="http://schemas.microsoft.com/office/drawing/2014/main" id="{312BB512-114E-EDA7-60E8-894ACFBBB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23562" name="Group 9">
            <a:extLst>
              <a:ext uri="{FF2B5EF4-FFF2-40B4-BE49-F238E27FC236}">
                <a16:creationId xmlns:a16="http://schemas.microsoft.com/office/drawing/2014/main" id="{F1EF2B72-18F0-0400-92B7-7346D0F73A98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3117850"/>
            <a:ext cx="7116762" cy="565150"/>
            <a:chOff x="663" y="1900"/>
            <a:chExt cx="4483" cy="356"/>
          </a:xfrm>
        </p:grpSpPr>
        <p:sp>
          <p:nvSpPr>
            <p:cNvPr id="23584" name="Line 10">
              <a:extLst>
                <a:ext uri="{FF2B5EF4-FFF2-40B4-BE49-F238E27FC236}">
                  <a16:creationId xmlns:a16="http://schemas.microsoft.com/office/drawing/2014/main" id="{CC759B90-4FBF-1EA0-5C26-4AFB455A4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585" name="Text Box 11">
              <a:extLst>
                <a:ext uri="{FF2B5EF4-FFF2-40B4-BE49-F238E27FC236}">
                  <a16:creationId xmlns:a16="http://schemas.microsoft.com/office/drawing/2014/main" id="{BBDC1EB8-B4FB-3C60-5CB4-A7B754DF1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3586" name="Text Box 12">
              <a:extLst>
                <a:ext uri="{FF2B5EF4-FFF2-40B4-BE49-F238E27FC236}">
                  <a16:creationId xmlns:a16="http://schemas.microsoft.com/office/drawing/2014/main" id="{CE1112E7-AA68-F3D5-4238-08A020407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23563" name="Text Box 13">
            <a:extLst>
              <a:ext uri="{FF2B5EF4-FFF2-40B4-BE49-F238E27FC236}">
                <a16:creationId xmlns:a16="http://schemas.microsoft.com/office/drawing/2014/main" id="{043819C6-87D0-C1EE-7ACD-7E14D0C38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1349375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3564" name="Group 14">
            <a:extLst>
              <a:ext uri="{FF2B5EF4-FFF2-40B4-BE49-F238E27FC236}">
                <a16:creationId xmlns:a16="http://schemas.microsoft.com/office/drawing/2014/main" id="{51473474-8358-3026-FDB6-855146F56DC8}"/>
              </a:ext>
            </a:extLst>
          </p:cNvPr>
          <p:cNvGrpSpPr>
            <a:grpSpLocks/>
          </p:cNvGrpSpPr>
          <p:nvPr/>
        </p:nvGrpSpPr>
        <p:grpSpPr bwMode="auto">
          <a:xfrm>
            <a:off x="3027363" y="2854325"/>
            <a:ext cx="665162" cy="1595438"/>
            <a:chOff x="1988" y="1815"/>
            <a:chExt cx="419" cy="1005"/>
          </a:xfrm>
        </p:grpSpPr>
        <p:sp>
          <p:nvSpPr>
            <p:cNvPr id="23582" name="AutoShape 15">
              <a:extLst>
                <a:ext uri="{FF2B5EF4-FFF2-40B4-BE49-F238E27FC236}">
                  <a16:creationId xmlns:a16="http://schemas.microsoft.com/office/drawing/2014/main" id="{77AEA2B5-D7EA-AD90-D2D7-4E6D94C735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83" name="Text Box 16">
              <a:extLst>
                <a:ext uri="{FF2B5EF4-FFF2-40B4-BE49-F238E27FC236}">
                  <a16:creationId xmlns:a16="http://schemas.microsoft.com/office/drawing/2014/main" id="{B1F08126-99CC-D4B3-A56A-3C398DECA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3565" name="Group 21">
            <a:extLst>
              <a:ext uri="{FF2B5EF4-FFF2-40B4-BE49-F238E27FC236}">
                <a16:creationId xmlns:a16="http://schemas.microsoft.com/office/drawing/2014/main" id="{87B098B5-5243-4C49-D4AA-932691F1806A}"/>
              </a:ext>
            </a:extLst>
          </p:cNvPr>
          <p:cNvGrpSpPr>
            <a:grpSpLocks/>
          </p:cNvGrpSpPr>
          <p:nvPr/>
        </p:nvGrpSpPr>
        <p:grpSpPr bwMode="auto">
          <a:xfrm>
            <a:off x="4122738" y="4441825"/>
            <a:ext cx="973137" cy="638175"/>
            <a:chOff x="4590" y="1024"/>
            <a:chExt cx="613" cy="402"/>
          </a:xfrm>
        </p:grpSpPr>
        <p:sp>
          <p:nvSpPr>
            <p:cNvPr id="23580" name="AutoShape 22">
              <a:extLst>
                <a:ext uri="{FF2B5EF4-FFF2-40B4-BE49-F238E27FC236}">
                  <a16:creationId xmlns:a16="http://schemas.microsoft.com/office/drawing/2014/main" id="{0037685D-25B1-EB71-2E2F-95BC0DEE9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81" name="Text Box 23">
              <a:extLst>
                <a:ext uri="{FF2B5EF4-FFF2-40B4-BE49-F238E27FC236}">
                  <a16:creationId xmlns:a16="http://schemas.microsoft.com/office/drawing/2014/main" id="{D69638CF-9E84-F876-3BFD-CD0A99BC2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3566" name="Group 25">
            <a:extLst>
              <a:ext uri="{FF2B5EF4-FFF2-40B4-BE49-F238E27FC236}">
                <a16:creationId xmlns:a16="http://schemas.microsoft.com/office/drawing/2014/main" id="{517641C7-C571-DE1A-B86A-79301B1AD87D}"/>
              </a:ext>
            </a:extLst>
          </p:cNvPr>
          <p:cNvGrpSpPr>
            <a:grpSpLocks/>
          </p:cNvGrpSpPr>
          <p:nvPr/>
        </p:nvGrpSpPr>
        <p:grpSpPr bwMode="auto">
          <a:xfrm>
            <a:off x="5472113" y="2919413"/>
            <a:ext cx="665162" cy="1408112"/>
            <a:chOff x="4965" y="915"/>
            <a:chExt cx="419" cy="887"/>
          </a:xfrm>
        </p:grpSpPr>
        <p:sp>
          <p:nvSpPr>
            <p:cNvPr id="23578" name="AutoShape 26">
              <a:extLst>
                <a:ext uri="{FF2B5EF4-FFF2-40B4-BE49-F238E27FC236}">
                  <a16:creationId xmlns:a16="http://schemas.microsoft.com/office/drawing/2014/main" id="{F1B4309A-3780-E98B-3064-749D469B04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79" name="Text Box 27">
              <a:extLst>
                <a:ext uri="{FF2B5EF4-FFF2-40B4-BE49-F238E27FC236}">
                  <a16:creationId xmlns:a16="http://schemas.microsoft.com/office/drawing/2014/main" id="{A55A6503-557F-438A-7A14-0CE322980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3567" name="Text Box 29">
            <a:extLst>
              <a:ext uri="{FF2B5EF4-FFF2-40B4-BE49-F238E27FC236}">
                <a16:creationId xmlns:a16="http://schemas.microsoft.com/office/drawing/2014/main" id="{5FA489CD-0300-61AA-AD7A-984740D12EB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890962" y="2671763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23568" name="Group 30">
            <a:extLst>
              <a:ext uri="{FF2B5EF4-FFF2-40B4-BE49-F238E27FC236}">
                <a16:creationId xmlns:a16="http://schemas.microsoft.com/office/drawing/2014/main" id="{FD88F682-FD4C-6630-86FC-734D28D8233A}"/>
              </a:ext>
            </a:extLst>
          </p:cNvPr>
          <p:cNvGrpSpPr>
            <a:grpSpLocks/>
          </p:cNvGrpSpPr>
          <p:nvPr/>
        </p:nvGrpSpPr>
        <p:grpSpPr bwMode="auto">
          <a:xfrm>
            <a:off x="-68263" y="2316163"/>
            <a:ext cx="2470151" cy="638175"/>
            <a:chOff x="-43" y="1395"/>
            <a:chExt cx="1556" cy="402"/>
          </a:xfrm>
        </p:grpSpPr>
        <p:sp>
          <p:nvSpPr>
            <p:cNvPr id="23576" name="AutoShape 31">
              <a:extLst>
                <a:ext uri="{FF2B5EF4-FFF2-40B4-BE49-F238E27FC236}">
                  <a16:creationId xmlns:a16="http://schemas.microsoft.com/office/drawing/2014/main" id="{7DB9038A-06DA-3709-9F98-5DC24401B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77" name="Text Box 32">
              <a:extLst>
                <a:ext uri="{FF2B5EF4-FFF2-40B4-BE49-F238E27FC236}">
                  <a16:creationId xmlns:a16="http://schemas.microsoft.com/office/drawing/2014/main" id="{956150B2-C8BE-8B51-9196-C99E6CD38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23569" name="Group 33">
            <a:extLst>
              <a:ext uri="{FF2B5EF4-FFF2-40B4-BE49-F238E27FC236}">
                <a16:creationId xmlns:a16="http://schemas.microsoft.com/office/drawing/2014/main" id="{32267F33-874A-A123-073E-5D24B83FEF97}"/>
              </a:ext>
            </a:extLst>
          </p:cNvPr>
          <p:cNvGrpSpPr>
            <a:grpSpLocks/>
          </p:cNvGrpSpPr>
          <p:nvPr/>
        </p:nvGrpSpPr>
        <p:grpSpPr bwMode="auto">
          <a:xfrm>
            <a:off x="6835775" y="2322513"/>
            <a:ext cx="2047875" cy="638175"/>
            <a:chOff x="4306" y="1399"/>
            <a:chExt cx="1290" cy="402"/>
          </a:xfrm>
        </p:grpSpPr>
        <p:sp>
          <p:nvSpPr>
            <p:cNvPr id="23574" name="AutoShape 34">
              <a:extLst>
                <a:ext uri="{FF2B5EF4-FFF2-40B4-BE49-F238E27FC236}">
                  <a16:creationId xmlns:a16="http://schemas.microsoft.com/office/drawing/2014/main" id="{0F0C9871-15F0-94AF-CE2B-59B1DFD0D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75" name="Text Box 35">
              <a:extLst>
                <a:ext uri="{FF2B5EF4-FFF2-40B4-BE49-F238E27FC236}">
                  <a16:creationId xmlns:a16="http://schemas.microsoft.com/office/drawing/2014/main" id="{4CEB4B03-95C8-23F7-242D-DD54CDEC7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10" name="Group 39">
            <a:extLst>
              <a:ext uri="{FF2B5EF4-FFF2-40B4-BE49-F238E27FC236}">
                <a16:creationId xmlns:a16="http://schemas.microsoft.com/office/drawing/2014/main" id="{AF254A61-7333-FA86-D480-E5256E1EBEF5}"/>
              </a:ext>
            </a:extLst>
          </p:cNvPr>
          <p:cNvGrpSpPr>
            <a:grpSpLocks/>
          </p:cNvGrpSpPr>
          <p:nvPr/>
        </p:nvGrpSpPr>
        <p:grpSpPr bwMode="auto">
          <a:xfrm>
            <a:off x="0" y="1754188"/>
            <a:ext cx="4057650" cy="4737100"/>
            <a:chOff x="165" y="1145"/>
            <a:chExt cx="2362" cy="2984"/>
          </a:xfrm>
        </p:grpSpPr>
        <p:sp>
          <p:nvSpPr>
            <p:cNvPr id="23571" name="Text Box 36">
              <a:extLst>
                <a:ext uri="{FF2B5EF4-FFF2-40B4-BE49-F238E27FC236}">
                  <a16:creationId xmlns:a16="http://schemas.microsoft.com/office/drawing/2014/main" id="{D4273828-AAC7-B7F4-F193-D1EEB7A0D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3611"/>
              <a:ext cx="1133" cy="518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chemeClr val="bg1"/>
                  </a:solidFill>
                </a:rPr>
                <a:t>Modelagem funcional</a:t>
              </a:r>
            </a:p>
          </p:txBody>
        </p:sp>
        <p:sp>
          <p:nvSpPr>
            <p:cNvPr id="23572" name="Oval 37">
              <a:extLst>
                <a:ext uri="{FF2B5EF4-FFF2-40B4-BE49-F238E27FC236}">
                  <a16:creationId xmlns:a16="http://schemas.microsoft.com/office/drawing/2014/main" id="{0E6CC589-13CD-79A5-80A9-F63AFC6FA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1145"/>
              <a:ext cx="860" cy="2368"/>
            </a:xfrm>
            <a:prstGeom prst="ellipse">
              <a:avLst/>
            </a:prstGeom>
            <a:noFill/>
            <a:ln w="317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3573" name="Line 38">
              <a:extLst>
                <a:ext uri="{FF2B5EF4-FFF2-40B4-BE49-F238E27FC236}">
                  <a16:creationId xmlns:a16="http://schemas.microsoft.com/office/drawing/2014/main" id="{A76813DF-E912-97EC-2D97-7F417ECA0E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" y="2871"/>
              <a:ext cx="877" cy="7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>
            <a:extLst>
              <a:ext uri="{FF2B5EF4-FFF2-40B4-BE49-F238E27FC236}">
                <a16:creationId xmlns:a16="http://schemas.microsoft.com/office/drawing/2014/main" id="{39D1D9ED-61E8-F86A-F8EF-55B94147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749425"/>
            <a:ext cx="8856663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 lvl="1">
              <a:lnSpc>
                <a:spcPct val="80000"/>
              </a:lnSpc>
            </a:pPr>
            <a:r>
              <a:rPr lang="pt-BR" altLang="pt-BR" sz="2000"/>
              <a:t>As especificações contém requisitos que possam gerar função (verbo + substantivo)?</a:t>
            </a:r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altLang="pt-BR" sz="2000"/>
          </a:p>
        </p:txBody>
      </p:sp>
      <p:sp>
        <p:nvSpPr>
          <p:cNvPr id="24578" name="CaixaDeTexto 2">
            <a:extLst>
              <a:ext uri="{FF2B5EF4-FFF2-40B4-BE49-F238E27FC236}">
                <a16:creationId xmlns:a16="http://schemas.microsoft.com/office/drawing/2014/main" id="{C7982642-003C-5962-9B72-12D9EEA0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361950"/>
            <a:ext cx="72834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MODELAR FUNCIONALMENTE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60C57F7-B873-F742-9F18-F0D997592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138"/>
            <a:ext cx="73882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B52BC035-9294-DD5B-4914-B3035217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887413"/>
            <a:ext cx="8856663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técnicas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estruturais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de transformação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adicionais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interativas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ergonômicas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sintáticas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semânticas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B1BE95DF-1057-0787-3EC9-3000EE633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38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  <a:r>
              <a:rPr lang="pt-BR" altLang="pt-BR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000">
                <a:solidFill>
                  <a:srgbClr val="000096"/>
                </a:solidFill>
              </a:rPr>
              <a:t>4/4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65E1FFEC-BF53-ACD5-000B-C7E064D71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111250"/>
            <a:ext cx="8856662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Todos os produtos possuem uma função mais importante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Fornece, de forma condensada, o que se deve esperar do produto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E3D65A0E-640C-A8B9-A018-0B75943ED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8575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0096"/>
                </a:solidFill>
              </a:rPr>
              <a:t>ELABORAÇÃO DA FUNÇÃO GLOBAL (OU TOTAL) A PARTIR DAS ESPECIFICAÇÕES-META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AF6EBA54-7247-A952-6720-AF0A926B8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887413"/>
            <a:ext cx="9002712" cy="564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2400"/>
              <a:t>Localizar, dentre as especificações-meta, aquelas que dizem </a:t>
            </a:r>
            <a:r>
              <a:rPr lang="pt-BR" altLang="pt-BR" sz="2400">
                <a:solidFill>
                  <a:srgbClr val="FF0000"/>
                </a:solidFill>
              </a:rPr>
              <a:t>respeito às funções do produto.</a:t>
            </a:r>
          </a:p>
          <a:p>
            <a:r>
              <a:rPr lang="pt-BR" altLang="pt-BR" sz="2400"/>
              <a:t>Detectar, nessas especificações funcionais, as principais entradas e saídas do sistema em termos de fluxos de energia, material e sinal.</a:t>
            </a:r>
          </a:p>
          <a:p>
            <a:r>
              <a:rPr lang="pt-BR" altLang="pt-BR" sz="2400"/>
              <a:t>Estabelecer os estados das principais entradas e saídas listadas no item anterior.</a:t>
            </a:r>
          </a:p>
          <a:p>
            <a:r>
              <a:rPr lang="pt-BR" altLang="pt-BR" sz="2400"/>
              <a:t>Detectar, dentre os fluxos listados, quais os fluxos principais de entrada e de saída do sistema.</a:t>
            </a:r>
          </a:p>
          <a:p>
            <a:r>
              <a:rPr lang="pt-BR" altLang="pt-BR" sz="2400"/>
              <a:t>Do relacionamento entre os fluxos principais de entrada e de saída do sistema (e de seus estados), tentar expressar a função total em termos de um par verbo+substantivo.</a:t>
            </a:r>
          </a:p>
          <a:p>
            <a:r>
              <a:rPr lang="pt-BR" altLang="pt-BR" sz="2400"/>
              <a:t>Representar os dados levantados nos itens acima na forma de um diagrama de blocos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97CB03A-5D8A-431D-E718-16DAEE011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04788"/>
            <a:ext cx="78676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Representação da Função total e seu desdobramento</a:t>
            </a:r>
          </a:p>
        </p:txBody>
      </p:sp>
      <p:sp>
        <p:nvSpPr>
          <p:cNvPr id="28674" name="Rectangle 5">
            <a:extLst>
              <a:ext uri="{FF2B5EF4-FFF2-40B4-BE49-F238E27FC236}">
                <a16:creationId xmlns:a16="http://schemas.microsoft.com/office/drawing/2014/main" id="{24EC3FB4-66D9-E905-9C04-D9B0413B1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BE521DD8-967E-A61B-40CC-E0951AA06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1065213"/>
          <a:ext cx="681037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270500" imgH="3327400" progId="Word.Picture.8">
                  <p:embed/>
                </p:oleObj>
              </mc:Choice>
              <mc:Fallback>
                <p:oleObj name="Figura" r:id="rId2" imgW="5270500" imgH="33274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065213"/>
                        <a:ext cx="6810375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>
            <a:extLst>
              <a:ext uri="{FF2B5EF4-FFF2-40B4-BE49-F238E27FC236}">
                <a16:creationId xmlns:a16="http://schemas.microsoft.com/office/drawing/2014/main" id="{5778AD2C-F68E-93CA-C3E8-505FC84BFD43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682875"/>
            <a:ext cx="7840663" cy="3833813"/>
            <a:chOff x="708" y="1690"/>
            <a:chExt cx="4939" cy="2415"/>
          </a:xfrm>
        </p:grpSpPr>
        <p:sp>
          <p:nvSpPr>
            <p:cNvPr id="28677" name="Rectangle 6">
              <a:extLst>
                <a:ext uri="{FF2B5EF4-FFF2-40B4-BE49-F238E27FC236}">
                  <a16:creationId xmlns:a16="http://schemas.microsoft.com/office/drawing/2014/main" id="{9225A5A0-1126-D4CA-EEEC-E9A1080A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1690"/>
              <a:ext cx="3815" cy="18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678" name="AutoShape 8">
              <a:extLst>
                <a:ext uri="{FF2B5EF4-FFF2-40B4-BE49-F238E27FC236}">
                  <a16:creationId xmlns:a16="http://schemas.microsoft.com/office/drawing/2014/main" id="{5D764074-D553-07A5-30F6-80AB97BC0C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04195">
              <a:off x="4001" y="3283"/>
              <a:ext cx="918" cy="369"/>
            </a:xfrm>
            <a:prstGeom prst="rightArrow">
              <a:avLst>
                <a:gd name="adj1" fmla="val 50000"/>
                <a:gd name="adj2" fmla="val 62195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8679" name="Text Box 7">
              <a:extLst>
                <a:ext uri="{FF2B5EF4-FFF2-40B4-BE49-F238E27FC236}">
                  <a16:creationId xmlns:a16="http://schemas.microsoft.com/office/drawing/2014/main" id="{A0775A14-8B78-5AC4-5116-6FE82C83C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663"/>
              <a:ext cx="1454" cy="44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2000"/>
                <a:t>Funções de menor complexidade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1">
            <a:extLst>
              <a:ext uri="{FF2B5EF4-FFF2-40B4-BE49-F238E27FC236}">
                <a16:creationId xmlns:a16="http://schemas.microsoft.com/office/drawing/2014/main" id="{5E5B617A-F6FF-7916-816B-64CDA8EA5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00"/>
            <a:ext cx="9144000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5B0AF96-48BD-1A48-02BA-73F4EC4CC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1871663"/>
            <a:ext cx="9545637" cy="5969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08688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30722" name="image53.jpg">
            <a:extLst>
              <a:ext uri="{FF2B5EF4-FFF2-40B4-BE49-F238E27FC236}">
                <a16:creationId xmlns:a16="http://schemas.microsoft.com/office/drawing/2014/main" id="{11EB9522-9D11-91C4-D6E6-977B7412C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8" y="2328863"/>
            <a:ext cx="70548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1">
            <a:extLst>
              <a:ext uri="{FF2B5EF4-FFF2-40B4-BE49-F238E27FC236}">
                <a16:creationId xmlns:a16="http://schemas.microsoft.com/office/drawing/2014/main" id="{733640A4-35B3-8774-8F3B-BFA02FF2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>
            <a:extLst>
              <a:ext uri="{FF2B5EF4-FFF2-40B4-BE49-F238E27FC236}">
                <a16:creationId xmlns:a16="http://schemas.microsoft.com/office/drawing/2014/main" id="{98A569E1-DEA1-AAC7-766A-BFF769CFE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0" name="Picture 1">
            <a:extLst>
              <a:ext uri="{FF2B5EF4-FFF2-40B4-BE49-F238E27FC236}">
                <a16:creationId xmlns:a16="http://schemas.microsoft.com/office/drawing/2014/main" id="{5B8294EB-6485-399C-FC08-53BA246CA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1">
            <a:extLst>
              <a:ext uri="{FF2B5EF4-FFF2-40B4-BE49-F238E27FC236}">
                <a16:creationId xmlns:a16="http://schemas.microsoft.com/office/drawing/2014/main" id="{61FE153A-0928-7A48-F6BC-1F39E4DB7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1">
            <a:extLst>
              <a:ext uri="{FF2B5EF4-FFF2-40B4-BE49-F238E27FC236}">
                <a16:creationId xmlns:a16="http://schemas.microsoft.com/office/drawing/2014/main" id="{EE6009BC-736B-14F7-27B7-9F17817CF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CaixaDeTexto 1">
            <a:extLst>
              <a:ext uri="{FF2B5EF4-FFF2-40B4-BE49-F238E27FC236}">
                <a16:creationId xmlns:a16="http://schemas.microsoft.com/office/drawing/2014/main" id="{6075BB71-2A76-9846-D5E7-FD605554C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1193800"/>
            <a:ext cx="8786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FF0000"/>
                </a:solidFill>
              </a:rPr>
              <a:t>ALTERNATIVAS DE ESTRUTURAS FUNCIONAIS</a:t>
            </a:r>
          </a:p>
        </p:txBody>
      </p:sp>
      <p:sp>
        <p:nvSpPr>
          <p:cNvPr id="32774" name="CaixaDeTexto 6">
            <a:extLst>
              <a:ext uri="{FF2B5EF4-FFF2-40B4-BE49-F238E27FC236}">
                <a16:creationId xmlns:a16="http://schemas.microsoft.com/office/drawing/2014/main" id="{277A254B-463E-57FA-A279-FC4A4C92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338388"/>
            <a:ext cx="22336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1</a:t>
            </a:r>
          </a:p>
        </p:txBody>
      </p:sp>
      <p:sp>
        <p:nvSpPr>
          <p:cNvPr id="32775" name="CaixaDeTexto 8">
            <a:extLst>
              <a:ext uri="{FF2B5EF4-FFF2-40B4-BE49-F238E27FC236}">
                <a16:creationId xmlns:a16="http://schemas.microsoft.com/office/drawing/2014/main" id="{2038399A-8D9F-9749-7E27-6C4FBB92E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2339975"/>
            <a:ext cx="2233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2</a:t>
            </a:r>
          </a:p>
        </p:txBody>
      </p:sp>
      <p:sp>
        <p:nvSpPr>
          <p:cNvPr id="32776" name="CaixaDeTexto 9">
            <a:extLst>
              <a:ext uri="{FF2B5EF4-FFF2-40B4-BE49-F238E27FC236}">
                <a16:creationId xmlns:a16="http://schemas.microsoft.com/office/drawing/2014/main" id="{CA8F6DBE-164B-4DC7-F0D7-6460526C2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2338388"/>
            <a:ext cx="22320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3</a:t>
            </a:r>
          </a:p>
        </p:txBody>
      </p:sp>
      <p:sp>
        <p:nvSpPr>
          <p:cNvPr id="32777" name="CaixaDeTexto 10">
            <a:extLst>
              <a:ext uri="{FF2B5EF4-FFF2-40B4-BE49-F238E27FC236}">
                <a16:creationId xmlns:a16="http://schemas.microsoft.com/office/drawing/2014/main" id="{CF301621-76DE-92D8-74B3-D33815715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2338388"/>
            <a:ext cx="22336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>
            <a:extLst>
              <a:ext uri="{FF2B5EF4-FFF2-40B4-BE49-F238E27FC236}">
                <a16:creationId xmlns:a16="http://schemas.microsoft.com/office/drawing/2014/main" id="{0AAF12FB-7396-A6DC-457F-2991EBBB5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90513"/>
            <a:ext cx="856297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1">
            <a:extLst>
              <a:ext uri="{FF2B5EF4-FFF2-40B4-BE49-F238E27FC236}">
                <a16:creationId xmlns:a16="http://schemas.microsoft.com/office/drawing/2014/main" id="{278DCC93-8ACE-C50C-BF21-CA014BCFD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8" name="Picture 1">
            <a:extLst>
              <a:ext uri="{FF2B5EF4-FFF2-40B4-BE49-F238E27FC236}">
                <a16:creationId xmlns:a16="http://schemas.microsoft.com/office/drawing/2014/main" id="{10013601-62D0-728C-2D97-517BF97CF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1">
            <a:extLst>
              <a:ext uri="{FF2B5EF4-FFF2-40B4-BE49-F238E27FC236}">
                <a16:creationId xmlns:a16="http://schemas.microsoft.com/office/drawing/2014/main" id="{89A0A6DA-5651-25B9-AD1C-15673010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1">
            <a:extLst>
              <a:ext uri="{FF2B5EF4-FFF2-40B4-BE49-F238E27FC236}">
                <a16:creationId xmlns:a16="http://schemas.microsoft.com/office/drawing/2014/main" id="{F8D7D60D-519E-A69F-5769-AFCC461BC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360738"/>
            <a:ext cx="23622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CaixaDeTexto 1">
            <a:extLst>
              <a:ext uri="{FF2B5EF4-FFF2-40B4-BE49-F238E27FC236}">
                <a16:creationId xmlns:a16="http://schemas.microsoft.com/office/drawing/2014/main" id="{E831E3B6-5B79-29FA-96B5-23ED35AB3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1193800"/>
            <a:ext cx="619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FF0000"/>
                </a:solidFill>
              </a:rPr>
              <a:t>ALTERNATIVA SELECIONADA</a:t>
            </a:r>
          </a:p>
        </p:txBody>
      </p:sp>
      <p:sp>
        <p:nvSpPr>
          <p:cNvPr id="34822" name="CaixaDeTexto 6">
            <a:extLst>
              <a:ext uri="{FF2B5EF4-FFF2-40B4-BE49-F238E27FC236}">
                <a16:creationId xmlns:a16="http://schemas.microsoft.com/office/drawing/2014/main" id="{53919C25-4655-248C-4087-1010C405B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338388"/>
            <a:ext cx="22336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1</a:t>
            </a:r>
          </a:p>
        </p:txBody>
      </p:sp>
      <p:sp>
        <p:nvSpPr>
          <p:cNvPr id="34823" name="CaixaDeTexto 8">
            <a:extLst>
              <a:ext uri="{FF2B5EF4-FFF2-40B4-BE49-F238E27FC236}">
                <a16:creationId xmlns:a16="http://schemas.microsoft.com/office/drawing/2014/main" id="{40C6FF96-DC97-8087-3694-435CBA5CB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2339975"/>
            <a:ext cx="2233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2</a:t>
            </a:r>
          </a:p>
        </p:txBody>
      </p:sp>
      <p:sp>
        <p:nvSpPr>
          <p:cNvPr id="34824" name="CaixaDeTexto 9">
            <a:extLst>
              <a:ext uri="{FF2B5EF4-FFF2-40B4-BE49-F238E27FC236}">
                <a16:creationId xmlns:a16="http://schemas.microsoft.com/office/drawing/2014/main" id="{88B445EB-4E95-ABE3-9159-43CD754B0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2338388"/>
            <a:ext cx="22320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3</a:t>
            </a:r>
          </a:p>
        </p:txBody>
      </p:sp>
      <p:sp>
        <p:nvSpPr>
          <p:cNvPr id="34825" name="CaixaDeTexto 10">
            <a:extLst>
              <a:ext uri="{FF2B5EF4-FFF2-40B4-BE49-F238E27FC236}">
                <a16:creationId xmlns:a16="http://schemas.microsoft.com/office/drawing/2014/main" id="{970AB31B-E293-2997-4B87-489DBBA0F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2338388"/>
            <a:ext cx="22336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ALTERNATIVA N</a:t>
            </a:r>
          </a:p>
        </p:txBody>
      </p:sp>
      <p:sp>
        <p:nvSpPr>
          <p:cNvPr id="34826" name="Oval 7">
            <a:extLst>
              <a:ext uri="{FF2B5EF4-FFF2-40B4-BE49-F238E27FC236}">
                <a16:creationId xmlns:a16="http://schemas.microsoft.com/office/drawing/2014/main" id="{AAD67EB9-6F22-B63C-C22F-A27DAD9F7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3038" y="776288"/>
            <a:ext cx="2955926" cy="516890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153" descr="Mangueira">
            <a:extLst>
              <a:ext uri="{FF2B5EF4-FFF2-40B4-BE49-F238E27FC236}">
                <a16:creationId xmlns:a16="http://schemas.microsoft.com/office/drawing/2014/main" id="{637EAFED-BFAC-E2BF-7F5A-967843CE8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5018088"/>
            <a:ext cx="627063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Picture 2150" descr="Placa plana">
            <a:extLst>
              <a:ext uri="{FF2B5EF4-FFF2-40B4-BE49-F238E27FC236}">
                <a16:creationId xmlns:a16="http://schemas.microsoft.com/office/drawing/2014/main" id="{E065D89B-E591-46AB-4D48-6ABC64D7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4989513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2106" descr="Peneira">
            <a:extLst>
              <a:ext uri="{FF2B5EF4-FFF2-40B4-BE49-F238E27FC236}">
                <a16:creationId xmlns:a16="http://schemas.microsoft.com/office/drawing/2014/main" id="{66B929CC-FC33-35CE-C6BF-B4A2B7F5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4395788"/>
            <a:ext cx="685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2075" descr="Fluxo de agua">
            <a:extLst>
              <a:ext uri="{FF2B5EF4-FFF2-40B4-BE49-F238E27FC236}">
                <a16:creationId xmlns:a16="http://schemas.microsoft.com/office/drawing/2014/main" id="{C9A1B968-30A8-4199-8E02-99CA177CD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13" y="3843338"/>
            <a:ext cx="671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2029" descr="Jato de vapor">
            <a:extLst>
              <a:ext uri="{FF2B5EF4-FFF2-40B4-BE49-F238E27FC236}">
                <a16:creationId xmlns:a16="http://schemas.microsoft.com/office/drawing/2014/main" id="{4AE6969C-465A-4755-DAC2-FED8F8A1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3" y="3856038"/>
            <a:ext cx="6127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2030" descr="Jato de ar">
            <a:extLst>
              <a:ext uri="{FF2B5EF4-FFF2-40B4-BE49-F238E27FC236}">
                <a16:creationId xmlns:a16="http://schemas.microsoft.com/office/drawing/2014/main" id="{0E5DADA1-755C-3573-4486-BC4C25D1D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3843338"/>
            <a:ext cx="56832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Rectangle 2">
            <a:extLst>
              <a:ext uri="{FF2B5EF4-FFF2-40B4-BE49-F238E27FC236}">
                <a16:creationId xmlns:a16="http://schemas.microsoft.com/office/drawing/2014/main" id="{6EB93772-4415-19CF-B43A-6C310C95D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42863"/>
            <a:ext cx="7807325" cy="706437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Atividade:</a:t>
            </a:r>
            <a:r>
              <a:rPr lang="pt-BR" altLang="pt-BR" sz="2000">
                <a:ea typeface="ＭＳ Ｐゴシック" panose="020B0600070205080204" pitchFamily="34" charset="-128"/>
              </a:rPr>
              <a:t> </a:t>
            </a:r>
            <a:r>
              <a:rPr lang="pt-BR" altLang="pt-BR">
                <a:ea typeface="ＭＳ Ｐゴシック" panose="020B0600070205080204" pitchFamily="34" charset="-128"/>
              </a:rPr>
              <a:t>Desenvolver alternativas de solução para o produto 3/4</a:t>
            </a:r>
          </a:p>
        </p:txBody>
      </p:sp>
      <p:sp>
        <p:nvSpPr>
          <p:cNvPr id="35848" name="Rectangle 4">
            <a:extLst>
              <a:ext uri="{FF2B5EF4-FFF2-40B4-BE49-F238E27FC236}">
                <a16:creationId xmlns:a16="http://schemas.microsoft.com/office/drawing/2014/main" id="{B4E35BB1-8446-032A-05A0-6502A35358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2713" y="869950"/>
            <a:ext cx="9031287" cy="841375"/>
          </a:xfrm>
          <a:noFill/>
        </p:spPr>
        <p:txBody>
          <a:bodyPr/>
          <a:lstStyle/>
          <a:p>
            <a:pPr eaLnBrk="1" hangingPunct="1"/>
            <a:r>
              <a:rPr lang="pt-BR" altLang="pt-BR" sz="2400">
                <a:ea typeface="ＭＳ Ｐゴシック" panose="020B0600070205080204" pitchFamily="34" charset="-128"/>
              </a:rPr>
              <a:t>Matriz Morfológica p/ equipamento para a limpeza de mexilhões</a:t>
            </a:r>
          </a:p>
        </p:txBody>
      </p:sp>
      <p:sp>
        <p:nvSpPr>
          <p:cNvPr id="35849" name="Text Box 1762">
            <a:extLst>
              <a:ext uri="{FF2B5EF4-FFF2-40B4-BE49-F238E27FC236}">
                <a16:creationId xmlns:a16="http://schemas.microsoft.com/office/drawing/2014/main" id="{B186A5C5-0030-1420-62F6-C5867401C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785938"/>
            <a:ext cx="12493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Agrupar mexilhões</a:t>
            </a:r>
          </a:p>
        </p:txBody>
      </p:sp>
      <p:pic>
        <p:nvPicPr>
          <p:cNvPr id="35850" name="Picture 1768" descr="Casca esferica">
            <a:extLst>
              <a:ext uri="{FF2B5EF4-FFF2-40B4-BE49-F238E27FC236}">
                <a16:creationId xmlns:a16="http://schemas.microsoft.com/office/drawing/2014/main" id="{C095D03C-3BEA-E4B4-2898-F0C7D6B9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3" y="1968500"/>
            <a:ext cx="428625" cy="276225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1767" descr="Tambor vertical">
            <a:extLst>
              <a:ext uri="{FF2B5EF4-FFF2-40B4-BE49-F238E27FC236}">
                <a16:creationId xmlns:a16="http://schemas.microsoft.com/office/drawing/2014/main" id="{A0DB44D2-1F7B-3CA5-2FA7-E4D145D48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1938338"/>
            <a:ext cx="2095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1766" descr="Funil">
            <a:extLst>
              <a:ext uri="{FF2B5EF4-FFF2-40B4-BE49-F238E27FC236}">
                <a16:creationId xmlns:a16="http://schemas.microsoft.com/office/drawing/2014/main" id="{83247885-FCEF-685A-FC11-D1E4A69A2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1952625"/>
            <a:ext cx="341313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1765" descr="Redução aberta">
            <a:extLst>
              <a:ext uri="{FF2B5EF4-FFF2-40B4-BE49-F238E27FC236}">
                <a16:creationId xmlns:a16="http://schemas.microsoft.com/office/drawing/2014/main" id="{91C8436F-CB05-89D5-DB96-40291FDC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63" y="2011363"/>
            <a:ext cx="409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4" name="Picture 1764" descr="Placa afunilada">
            <a:extLst>
              <a:ext uri="{FF2B5EF4-FFF2-40B4-BE49-F238E27FC236}">
                <a16:creationId xmlns:a16="http://schemas.microsoft.com/office/drawing/2014/main" id="{86671F99-02B4-8793-BC1B-B1D3A5A99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1981200"/>
            <a:ext cx="619125" cy="3619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5" name="Picture 1763" descr="Tambor horizontal">
            <a:extLst>
              <a:ext uri="{FF2B5EF4-FFF2-40B4-BE49-F238E27FC236}">
                <a16:creationId xmlns:a16="http://schemas.microsoft.com/office/drawing/2014/main" id="{AE7BBC60-A063-7E31-C14F-5CBCD4F3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0" y="19700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6" name="Picture 1813" descr="Redução">
            <a:extLst>
              <a:ext uri="{FF2B5EF4-FFF2-40B4-BE49-F238E27FC236}">
                <a16:creationId xmlns:a16="http://schemas.microsoft.com/office/drawing/2014/main" id="{DA16FCF9-D12D-A507-9681-48CAA315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0" y="1924050"/>
            <a:ext cx="457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7" name="Picture 1812" descr="Empurrando">
            <a:extLst>
              <a:ext uri="{FF2B5EF4-FFF2-40B4-BE49-F238E27FC236}">
                <a16:creationId xmlns:a16="http://schemas.microsoft.com/office/drawing/2014/main" id="{F89E16E1-0DF4-72DA-8B25-2DFACA334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88" y="1968500"/>
            <a:ext cx="6667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8" name="Picture 1811" descr="Canaleta">
            <a:extLst>
              <a:ext uri="{FF2B5EF4-FFF2-40B4-BE49-F238E27FC236}">
                <a16:creationId xmlns:a16="http://schemas.microsoft.com/office/drawing/2014/main" id="{51817545-19C8-BF09-9A10-60287B111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63" y="2009775"/>
            <a:ext cx="6858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9" name="Picture 1810" descr="Copo">
            <a:extLst>
              <a:ext uri="{FF2B5EF4-FFF2-40B4-BE49-F238E27FC236}">
                <a16:creationId xmlns:a16="http://schemas.microsoft.com/office/drawing/2014/main" id="{178FE169-8B07-6FC3-5D06-EE17EDFD8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63" y="19097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60" name="Text Box 1843">
            <a:extLst>
              <a:ext uri="{FF2B5EF4-FFF2-40B4-BE49-F238E27FC236}">
                <a16:creationId xmlns:a16="http://schemas.microsoft.com/office/drawing/2014/main" id="{D48E1717-0A0C-E186-FECB-061641D4C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2359025"/>
            <a:ext cx="12493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Agitar mexilhões </a:t>
            </a:r>
          </a:p>
        </p:txBody>
      </p:sp>
      <p:pic>
        <p:nvPicPr>
          <p:cNvPr id="35861" name="Picture 1850" descr="Tambor rotativo">
            <a:extLst>
              <a:ext uri="{FF2B5EF4-FFF2-40B4-BE49-F238E27FC236}">
                <a16:creationId xmlns:a16="http://schemas.microsoft.com/office/drawing/2014/main" id="{31282C0D-4B67-4F04-D7B1-E13BFD6DA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2565400"/>
            <a:ext cx="304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2" name="Picture 1849" descr="Pelo eixo">
            <a:extLst>
              <a:ext uri="{FF2B5EF4-FFF2-40B4-BE49-F238E27FC236}">
                <a16:creationId xmlns:a16="http://schemas.microsoft.com/office/drawing/2014/main" id="{EA7BF247-04E1-5CB7-F50B-B0052801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2476500"/>
            <a:ext cx="3143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3" name="Picture 1848" descr="Pas rotativas">
            <a:extLst>
              <a:ext uri="{FF2B5EF4-FFF2-40B4-BE49-F238E27FC236}">
                <a16:creationId xmlns:a16="http://schemas.microsoft.com/office/drawing/2014/main" id="{9818C235-B886-A3EA-5E58-9E4BEB554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476500"/>
            <a:ext cx="5048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4" name="Picture 1847" descr="Caixa vibratoria">
            <a:extLst>
              <a:ext uri="{FF2B5EF4-FFF2-40B4-BE49-F238E27FC236}">
                <a16:creationId xmlns:a16="http://schemas.microsoft.com/office/drawing/2014/main" id="{588EE7C0-A95A-77BE-F3D0-D9C5CCD50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90788"/>
            <a:ext cx="6858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5" name="Picture 1846" descr="Agitador">
            <a:extLst>
              <a:ext uri="{FF2B5EF4-FFF2-40B4-BE49-F238E27FC236}">
                <a16:creationId xmlns:a16="http://schemas.microsoft.com/office/drawing/2014/main" id="{8F3C8D11-DE40-91E0-C6D6-5306E03AC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2433638"/>
            <a:ext cx="314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6" name="Picture 1845" descr="Planetaria 1">
            <a:extLst>
              <a:ext uri="{FF2B5EF4-FFF2-40B4-BE49-F238E27FC236}">
                <a16:creationId xmlns:a16="http://schemas.microsoft.com/office/drawing/2014/main" id="{EEF4C624-7991-5B4B-14E4-8A5FED5D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478088"/>
            <a:ext cx="4857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7" name="Picture 1893" descr="Planetaria 2">
            <a:extLst>
              <a:ext uri="{FF2B5EF4-FFF2-40B4-BE49-F238E27FC236}">
                <a16:creationId xmlns:a16="http://schemas.microsoft.com/office/drawing/2014/main" id="{2515F688-5889-00E2-1E0B-BC5A7F39D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2462213"/>
            <a:ext cx="3524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8" name="Picture 1892" descr="Oscilacao">
            <a:extLst>
              <a:ext uri="{FF2B5EF4-FFF2-40B4-BE49-F238E27FC236}">
                <a16:creationId xmlns:a16="http://schemas.microsoft.com/office/drawing/2014/main" id="{856E356A-76EB-0FA1-009F-3A58EC37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88" y="2563813"/>
            <a:ext cx="685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69" name="Rectangle 1894">
            <a:extLst>
              <a:ext uri="{FF2B5EF4-FFF2-40B4-BE49-F238E27FC236}">
                <a16:creationId xmlns:a16="http://schemas.microsoft.com/office/drawing/2014/main" id="{162F3D6C-C513-B396-8734-2006D0645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4416425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70" name="Rectangle 1896">
            <a:extLst>
              <a:ext uri="{FF2B5EF4-FFF2-40B4-BE49-F238E27FC236}">
                <a16:creationId xmlns:a16="http://schemas.microsoft.com/office/drawing/2014/main" id="{BEEEC2B8-F025-C597-7D32-A7F1287D5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4416425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71" name="Line 1911">
            <a:extLst>
              <a:ext uri="{FF2B5EF4-FFF2-40B4-BE49-F238E27FC236}">
                <a16:creationId xmlns:a16="http://schemas.microsoft.com/office/drawing/2014/main" id="{C7F57414-8CDB-2715-4359-63BF09C5BA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475" y="23526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5872" name="Line 1912">
            <a:extLst>
              <a:ext uri="{FF2B5EF4-FFF2-40B4-BE49-F238E27FC236}">
                <a16:creationId xmlns:a16="http://schemas.microsoft.com/office/drawing/2014/main" id="{BD5BF70E-AEAB-F81C-7C25-9DF3C43B99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238" y="2952750"/>
            <a:ext cx="876935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5873" name="Line 1913">
            <a:extLst>
              <a:ext uri="{FF2B5EF4-FFF2-40B4-BE49-F238E27FC236}">
                <a16:creationId xmlns:a16="http://schemas.microsoft.com/office/drawing/2014/main" id="{DEA70C33-8213-4775-87A3-5F654C2006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363" y="1781175"/>
            <a:ext cx="878046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5874" name="Text Box 1914">
            <a:extLst>
              <a:ext uri="{FF2B5EF4-FFF2-40B4-BE49-F238E27FC236}">
                <a16:creationId xmlns:a16="http://schemas.microsoft.com/office/drawing/2014/main" id="{A8E6908B-31A7-E639-7794-53180B1FC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2960688"/>
            <a:ext cx="12763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Extrair detritos dos mexilhões </a:t>
            </a:r>
          </a:p>
        </p:txBody>
      </p:sp>
      <p:pic>
        <p:nvPicPr>
          <p:cNvPr id="35875" name="Picture 1920" descr="Placa rotativa">
            <a:extLst>
              <a:ext uri="{FF2B5EF4-FFF2-40B4-BE49-F238E27FC236}">
                <a16:creationId xmlns:a16="http://schemas.microsoft.com/office/drawing/2014/main" id="{288F1E3E-A329-2596-A7B9-6D950A247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31670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76" name="Picture 1919" descr="Escova">
            <a:extLst>
              <a:ext uri="{FF2B5EF4-FFF2-40B4-BE49-F238E27FC236}">
                <a16:creationId xmlns:a16="http://schemas.microsoft.com/office/drawing/2014/main" id="{89572641-3210-9A8A-5E4A-C62611CBE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182938"/>
            <a:ext cx="2952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77" name="Picture 1918" descr="Tambor rotativo">
            <a:extLst>
              <a:ext uri="{FF2B5EF4-FFF2-40B4-BE49-F238E27FC236}">
                <a16:creationId xmlns:a16="http://schemas.microsoft.com/office/drawing/2014/main" id="{44B3211F-464F-44E0-FEFE-89E12ECE2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3" y="3195638"/>
            <a:ext cx="4286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78" name="Picture 1917" descr="Tambor com grades">
            <a:extLst>
              <a:ext uri="{FF2B5EF4-FFF2-40B4-BE49-F238E27FC236}">
                <a16:creationId xmlns:a16="http://schemas.microsoft.com/office/drawing/2014/main" id="{C829C0AF-1EE0-337D-53AB-39B25A78B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138488"/>
            <a:ext cx="4445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79" name="Picture 1916" descr="Grade vibratoria">
            <a:extLst>
              <a:ext uri="{FF2B5EF4-FFF2-40B4-BE49-F238E27FC236}">
                <a16:creationId xmlns:a16="http://schemas.microsoft.com/office/drawing/2014/main" id="{5E78A223-B6FC-4A72-2942-166C1AF0B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3152775"/>
            <a:ext cx="6572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80" name="Picture 1915" descr="Eixo com lpacas">
            <a:extLst>
              <a:ext uri="{FF2B5EF4-FFF2-40B4-BE49-F238E27FC236}">
                <a16:creationId xmlns:a16="http://schemas.microsoft.com/office/drawing/2014/main" id="{A431559E-9F0D-F402-1E79-6F1AFCB3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3138488"/>
            <a:ext cx="5429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81" name="Picture 1967" descr="JAto de areia">
            <a:extLst>
              <a:ext uri="{FF2B5EF4-FFF2-40B4-BE49-F238E27FC236}">
                <a16:creationId xmlns:a16="http://schemas.microsoft.com/office/drawing/2014/main" id="{96A7B54D-3936-DCAA-DCF1-A134C6513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3187700"/>
            <a:ext cx="66357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82" name="Picture 1966" descr="Eixo com placas de orificios">
            <a:extLst>
              <a:ext uri="{FF2B5EF4-FFF2-40B4-BE49-F238E27FC236}">
                <a16:creationId xmlns:a16="http://schemas.microsoft.com/office/drawing/2014/main" id="{112B5CF6-C61A-FC1A-EF99-3C85C3A09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825" y="3128963"/>
            <a:ext cx="5619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83" name="Picture 1965" descr="Placa de orificios">
            <a:extLst>
              <a:ext uri="{FF2B5EF4-FFF2-40B4-BE49-F238E27FC236}">
                <a16:creationId xmlns:a16="http://schemas.microsoft.com/office/drawing/2014/main" id="{CCF9EE09-5074-9998-503F-475140E5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31416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84" name="Picture 1964" descr="Eixo com pas">
            <a:extLst>
              <a:ext uri="{FF2B5EF4-FFF2-40B4-BE49-F238E27FC236}">
                <a16:creationId xmlns:a16="http://schemas.microsoft.com/office/drawing/2014/main" id="{7EA274B3-0F69-A76B-ADC5-2CF6D3B2F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50" y="3157538"/>
            <a:ext cx="6270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85" name="Rectangle 1968">
            <a:extLst>
              <a:ext uri="{FF2B5EF4-FFF2-40B4-BE49-F238E27FC236}">
                <a16:creationId xmlns:a16="http://schemas.microsoft.com/office/drawing/2014/main" id="{688C7737-44EE-CF67-3150-632C44029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1280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86" name="Rectangle 1970">
            <a:extLst>
              <a:ext uri="{FF2B5EF4-FFF2-40B4-BE49-F238E27FC236}">
                <a16:creationId xmlns:a16="http://schemas.microsoft.com/office/drawing/2014/main" id="{3126ED38-2315-6B40-7BBE-486B20BC1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8038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87" name="Rectangle 1972">
            <a:extLst>
              <a:ext uri="{FF2B5EF4-FFF2-40B4-BE49-F238E27FC236}">
                <a16:creationId xmlns:a16="http://schemas.microsoft.com/office/drawing/2014/main" id="{645B97B4-FBA1-520A-8666-064863C9F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88" name="Rectangle 1974">
            <a:extLst>
              <a:ext uri="{FF2B5EF4-FFF2-40B4-BE49-F238E27FC236}">
                <a16:creationId xmlns:a16="http://schemas.microsoft.com/office/drawing/2014/main" id="{00EFF79E-791D-D07C-470F-9F6678240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89" name="Rectangle 1976">
            <a:extLst>
              <a:ext uri="{FF2B5EF4-FFF2-40B4-BE49-F238E27FC236}">
                <a16:creationId xmlns:a16="http://schemas.microsoft.com/office/drawing/2014/main" id="{E3E638C9-467A-CD37-41E5-95483D5D3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90" name="Rectangle 1978">
            <a:extLst>
              <a:ext uri="{FF2B5EF4-FFF2-40B4-BE49-F238E27FC236}">
                <a16:creationId xmlns:a16="http://schemas.microsoft.com/office/drawing/2014/main" id="{176F6549-0172-8F76-C7F7-08C6CACBE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858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891" name="Line 2009">
            <a:extLst>
              <a:ext uri="{FF2B5EF4-FFF2-40B4-BE49-F238E27FC236}">
                <a16:creationId xmlns:a16="http://schemas.microsoft.com/office/drawing/2014/main" id="{5E6CD5CC-DB84-6F7E-FA76-30EE99FF41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650" y="3700463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5892" name="Line 2010">
            <a:extLst>
              <a:ext uri="{FF2B5EF4-FFF2-40B4-BE49-F238E27FC236}">
                <a16:creationId xmlns:a16="http://schemas.microsoft.com/office/drawing/2014/main" id="{C0738965-A5D9-FCED-1E13-C5BBD1F66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938" y="1785938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3" name="Line 2011">
            <a:extLst>
              <a:ext uri="{FF2B5EF4-FFF2-40B4-BE49-F238E27FC236}">
                <a16:creationId xmlns:a16="http://schemas.microsoft.com/office/drawing/2014/main" id="{8E221D33-3187-00F5-E727-A34BF14C7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" y="1790700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4" name="Line 2012">
            <a:extLst>
              <a:ext uri="{FF2B5EF4-FFF2-40B4-BE49-F238E27FC236}">
                <a16:creationId xmlns:a16="http://schemas.microsoft.com/office/drawing/2014/main" id="{3DA1C730-B79B-34A3-283A-A704BB7C9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1675" y="1779588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5" name="Line 2013">
            <a:extLst>
              <a:ext uri="{FF2B5EF4-FFF2-40B4-BE49-F238E27FC236}">
                <a16:creationId xmlns:a16="http://schemas.microsoft.com/office/drawing/2014/main" id="{6A35835D-2A0A-31AF-8B83-055F63CC8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178435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6" name="Line 2014">
            <a:extLst>
              <a:ext uri="{FF2B5EF4-FFF2-40B4-BE49-F238E27FC236}">
                <a16:creationId xmlns:a16="http://schemas.microsoft.com/office/drawing/2014/main" id="{ECC12922-B86A-BE81-6DA2-FD7EE97DA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177482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7" name="Line 2015">
            <a:extLst>
              <a:ext uri="{FF2B5EF4-FFF2-40B4-BE49-F238E27FC236}">
                <a16:creationId xmlns:a16="http://schemas.microsoft.com/office/drawing/2014/main" id="{CC750E97-54EB-7297-971C-F299DBD41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177641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8" name="Line 2016">
            <a:extLst>
              <a:ext uri="{FF2B5EF4-FFF2-40B4-BE49-F238E27FC236}">
                <a16:creationId xmlns:a16="http://schemas.microsoft.com/office/drawing/2014/main" id="{35912DCF-0CAD-2767-04A8-AA03332E1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178117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899" name="Line 2017">
            <a:extLst>
              <a:ext uri="{FF2B5EF4-FFF2-40B4-BE49-F238E27FC236}">
                <a16:creationId xmlns:a16="http://schemas.microsoft.com/office/drawing/2014/main" id="{5F508B11-DC9E-3E21-A6D2-3AF512EAF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5900" y="178117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900" name="Line 2018">
            <a:extLst>
              <a:ext uri="{FF2B5EF4-FFF2-40B4-BE49-F238E27FC236}">
                <a16:creationId xmlns:a16="http://schemas.microsoft.com/office/drawing/2014/main" id="{97EFB337-DF95-0D9E-934E-F947921C3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575" y="177165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901" name="Line 2019">
            <a:extLst>
              <a:ext uri="{FF2B5EF4-FFF2-40B4-BE49-F238E27FC236}">
                <a16:creationId xmlns:a16="http://schemas.microsoft.com/office/drawing/2014/main" id="{8587A92A-B415-F392-338C-1279ECA53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177800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902" name="Line 2020">
            <a:extLst>
              <a:ext uri="{FF2B5EF4-FFF2-40B4-BE49-F238E27FC236}">
                <a16:creationId xmlns:a16="http://schemas.microsoft.com/office/drawing/2014/main" id="{108F37E5-E2BE-D0D0-C9DC-0A3BA27E5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238" y="178276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903" name="Line 2021">
            <a:extLst>
              <a:ext uri="{FF2B5EF4-FFF2-40B4-BE49-F238E27FC236}">
                <a16:creationId xmlns:a16="http://schemas.microsoft.com/office/drawing/2014/main" id="{2CAA5122-4624-95CB-C16F-77610D241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9438" y="178276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5904" name="Line 2022">
            <a:extLst>
              <a:ext uri="{FF2B5EF4-FFF2-40B4-BE49-F238E27FC236}">
                <a16:creationId xmlns:a16="http://schemas.microsoft.com/office/drawing/2014/main" id="{DC65683F-9164-2CCA-2481-9041C1F16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6350" y="1782763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pic>
        <p:nvPicPr>
          <p:cNvPr id="35905" name="Picture 2023" descr="Cabo rotativo">
            <a:extLst>
              <a:ext uri="{FF2B5EF4-FFF2-40B4-BE49-F238E27FC236}">
                <a16:creationId xmlns:a16="http://schemas.microsoft.com/office/drawing/2014/main" id="{3591855D-D6A8-9AB7-4436-ECB81D638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725" y="3194050"/>
            <a:ext cx="6159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06" name="Text Box 2024">
            <a:extLst>
              <a:ext uri="{FF2B5EF4-FFF2-40B4-BE49-F238E27FC236}">
                <a16:creationId xmlns:a16="http://schemas.microsoft.com/office/drawing/2014/main" id="{2AC6C3FA-E153-80AA-8042-AA05DB82E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3" y="3703638"/>
            <a:ext cx="12922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Lavar mexilhões </a:t>
            </a:r>
          </a:p>
        </p:txBody>
      </p:sp>
      <p:sp>
        <p:nvSpPr>
          <p:cNvPr id="35907" name="Line 2025">
            <a:extLst>
              <a:ext uri="{FF2B5EF4-FFF2-40B4-BE49-F238E27FC236}">
                <a16:creationId xmlns:a16="http://schemas.microsoft.com/office/drawing/2014/main" id="{5690C868-9B29-22E1-09D3-0A3C621A02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363" y="4298950"/>
            <a:ext cx="8780462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35908" name="Picture 2031" descr="Jato de agua">
            <a:extLst>
              <a:ext uri="{FF2B5EF4-FFF2-40B4-BE49-F238E27FC236}">
                <a16:creationId xmlns:a16="http://schemas.microsoft.com/office/drawing/2014/main" id="{6DC0A82D-C146-B31B-CD9A-21170AE7E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3829050"/>
            <a:ext cx="5953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09" name="Picture 2028" descr="Banho de agua">
            <a:extLst>
              <a:ext uri="{FF2B5EF4-FFF2-40B4-BE49-F238E27FC236}">
                <a16:creationId xmlns:a16="http://schemas.microsoft.com/office/drawing/2014/main" id="{CE18A703-B790-807C-BADD-9BDFA209B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3857625"/>
            <a:ext cx="58578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10" name="Picture 2027" descr="Banho quimico">
            <a:extLst>
              <a:ext uri="{FF2B5EF4-FFF2-40B4-BE49-F238E27FC236}">
                <a16:creationId xmlns:a16="http://schemas.microsoft.com/office/drawing/2014/main" id="{249503AD-7B05-36F1-1914-BC988390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3829050"/>
            <a:ext cx="6000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11" name="Picture 2026" descr="Eixo com orificios">
            <a:extLst>
              <a:ext uri="{FF2B5EF4-FFF2-40B4-BE49-F238E27FC236}">
                <a16:creationId xmlns:a16="http://schemas.microsoft.com/office/drawing/2014/main" id="{D4251675-07B2-D54E-357A-5CBAF249B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3829050"/>
            <a:ext cx="266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12" name="Rectangle 2032">
            <a:extLst>
              <a:ext uri="{FF2B5EF4-FFF2-40B4-BE49-F238E27FC236}">
                <a16:creationId xmlns:a16="http://schemas.microsoft.com/office/drawing/2014/main" id="{76631E7E-88B3-20FC-28F8-7A8A6DB98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13" name="Rectangle 2034">
            <a:extLst>
              <a:ext uri="{FF2B5EF4-FFF2-40B4-BE49-F238E27FC236}">
                <a16:creationId xmlns:a16="http://schemas.microsoft.com/office/drawing/2014/main" id="{F75BFDF8-6579-C2E6-DDA5-E37B7F1A7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14" name="Rectangle 2036">
            <a:extLst>
              <a:ext uri="{FF2B5EF4-FFF2-40B4-BE49-F238E27FC236}">
                <a16:creationId xmlns:a16="http://schemas.microsoft.com/office/drawing/2014/main" id="{686BC1C9-6731-1DA9-238E-348EC9766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15" name="Rectangle 2038">
            <a:extLst>
              <a:ext uri="{FF2B5EF4-FFF2-40B4-BE49-F238E27FC236}">
                <a16:creationId xmlns:a16="http://schemas.microsoft.com/office/drawing/2014/main" id="{2B3968FD-15D1-3679-7ADB-59F3DE9E0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16" name="Rectangle 2040">
            <a:extLst>
              <a:ext uri="{FF2B5EF4-FFF2-40B4-BE49-F238E27FC236}">
                <a16:creationId xmlns:a16="http://schemas.microsoft.com/office/drawing/2014/main" id="{DE54D5FB-F16C-E749-80E2-E9C8D172C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17" name="Rectangle 2042">
            <a:extLst>
              <a:ext uri="{FF2B5EF4-FFF2-40B4-BE49-F238E27FC236}">
                <a16:creationId xmlns:a16="http://schemas.microsoft.com/office/drawing/2014/main" id="{F61E22BB-7763-AC15-6BF8-2C316E08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pic>
        <p:nvPicPr>
          <p:cNvPr id="35918" name="Picture 2074" descr="Tambor com jatos">
            <a:extLst>
              <a:ext uri="{FF2B5EF4-FFF2-40B4-BE49-F238E27FC236}">
                <a16:creationId xmlns:a16="http://schemas.microsoft.com/office/drawing/2014/main" id="{E49D3A8B-2A23-A0D6-DB39-794A0B229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263" y="3843338"/>
            <a:ext cx="4095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19" name="Picture 2073" descr="Ducha">
            <a:extLst>
              <a:ext uri="{FF2B5EF4-FFF2-40B4-BE49-F238E27FC236}">
                <a16:creationId xmlns:a16="http://schemas.microsoft.com/office/drawing/2014/main" id="{52520580-E548-548C-B350-B845D35C1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3871913"/>
            <a:ext cx="409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20" name="Rectangle 2076">
            <a:extLst>
              <a:ext uri="{FF2B5EF4-FFF2-40B4-BE49-F238E27FC236}">
                <a16:creationId xmlns:a16="http://schemas.microsoft.com/office/drawing/2014/main" id="{7995AF6E-2CFC-07DE-4166-121FB8303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21" name="Rectangle 2078">
            <a:extLst>
              <a:ext uri="{FF2B5EF4-FFF2-40B4-BE49-F238E27FC236}">
                <a16:creationId xmlns:a16="http://schemas.microsoft.com/office/drawing/2014/main" id="{2D046F21-A4C7-BFFF-4FA6-1B912305D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22" name="Rectangle 2080">
            <a:extLst>
              <a:ext uri="{FF2B5EF4-FFF2-40B4-BE49-F238E27FC236}">
                <a16:creationId xmlns:a16="http://schemas.microsoft.com/office/drawing/2014/main" id="{5D9C4272-1A55-98CD-4315-3AF569F0E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23" name="Text Box 2099">
            <a:extLst>
              <a:ext uri="{FF2B5EF4-FFF2-40B4-BE49-F238E27FC236}">
                <a16:creationId xmlns:a16="http://schemas.microsoft.com/office/drawing/2014/main" id="{E9943B9A-90C9-1A99-746B-4FDDE63A7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4286250"/>
            <a:ext cx="10001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Separar detritos </a:t>
            </a:r>
          </a:p>
        </p:txBody>
      </p:sp>
      <p:sp>
        <p:nvSpPr>
          <p:cNvPr id="35924" name="Line 2100">
            <a:extLst>
              <a:ext uri="{FF2B5EF4-FFF2-40B4-BE49-F238E27FC236}">
                <a16:creationId xmlns:a16="http://schemas.microsoft.com/office/drawing/2014/main" id="{B088EE14-6624-963A-3504-85A9FBCA41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" y="48418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35925" name="Picture 2105" descr="Grade">
            <a:extLst>
              <a:ext uri="{FF2B5EF4-FFF2-40B4-BE49-F238E27FC236}">
                <a16:creationId xmlns:a16="http://schemas.microsoft.com/office/drawing/2014/main" id="{591143D9-9CA1-8FB9-12B1-01F09E591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4422775"/>
            <a:ext cx="62706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26" name="Picture 2104" descr="Fluxo de ar 2">
            <a:extLst>
              <a:ext uri="{FF2B5EF4-FFF2-40B4-BE49-F238E27FC236}">
                <a16:creationId xmlns:a16="http://schemas.microsoft.com/office/drawing/2014/main" id="{1D742442-2B71-B9B9-B364-B9BDBF00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4422775"/>
            <a:ext cx="627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27" name="Picture 2103" descr="Densidade">
            <a:extLst>
              <a:ext uri="{FF2B5EF4-FFF2-40B4-BE49-F238E27FC236}">
                <a16:creationId xmlns:a16="http://schemas.microsoft.com/office/drawing/2014/main" id="{E01CC2C6-C41A-8F77-5D1F-B00187466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50" y="4467225"/>
            <a:ext cx="5889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28" name="Picture 2102" descr="Placa com orificios">
            <a:extLst>
              <a:ext uri="{FF2B5EF4-FFF2-40B4-BE49-F238E27FC236}">
                <a16:creationId xmlns:a16="http://schemas.microsoft.com/office/drawing/2014/main" id="{AB6B48E3-4B32-50EC-4032-CAFECF0EE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4424363"/>
            <a:ext cx="628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29" name="Picture 2101" descr="Jato de agua">
            <a:extLst>
              <a:ext uri="{FF2B5EF4-FFF2-40B4-BE49-F238E27FC236}">
                <a16:creationId xmlns:a16="http://schemas.microsoft.com/office/drawing/2014/main" id="{71361F08-872E-C73D-DBD8-09CECD721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4367213"/>
            <a:ext cx="647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30" name="Rectangle 2107">
            <a:extLst>
              <a:ext uri="{FF2B5EF4-FFF2-40B4-BE49-F238E27FC236}">
                <a16:creationId xmlns:a16="http://schemas.microsoft.com/office/drawing/2014/main" id="{1D909E79-E472-DCA1-9CE7-5013651A7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1" name="Rectangle 2109">
            <a:extLst>
              <a:ext uri="{FF2B5EF4-FFF2-40B4-BE49-F238E27FC236}">
                <a16:creationId xmlns:a16="http://schemas.microsoft.com/office/drawing/2014/main" id="{6E243523-6DA0-2384-4D0A-BA078715D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2" name="Rectangle 2111">
            <a:extLst>
              <a:ext uri="{FF2B5EF4-FFF2-40B4-BE49-F238E27FC236}">
                <a16:creationId xmlns:a16="http://schemas.microsoft.com/office/drawing/2014/main" id="{B6BC2E02-C18D-A61E-A8E3-CEE7AD740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3" name="Rectangle 2113">
            <a:extLst>
              <a:ext uri="{FF2B5EF4-FFF2-40B4-BE49-F238E27FC236}">
                <a16:creationId xmlns:a16="http://schemas.microsoft.com/office/drawing/2014/main" id="{EE5ED017-B38F-05A3-11E9-DEE6A820A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4" name="Rectangle 2115">
            <a:extLst>
              <a:ext uri="{FF2B5EF4-FFF2-40B4-BE49-F238E27FC236}">
                <a16:creationId xmlns:a16="http://schemas.microsoft.com/office/drawing/2014/main" id="{3B4225A1-6A89-3D3B-7C56-2763D22EC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5" name="Rectangle 2117">
            <a:extLst>
              <a:ext uri="{FF2B5EF4-FFF2-40B4-BE49-F238E27FC236}">
                <a16:creationId xmlns:a16="http://schemas.microsoft.com/office/drawing/2014/main" id="{15D860A4-1142-03C5-6FFD-D7DBD24F7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36" name="Text Box 2148">
            <a:extLst>
              <a:ext uri="{FF2B5EF4-FFF2-40B4-BE49-F238E27FC236}">
                <a16:creationId xmlns:a16="http://schemas.microsoft.com/office/drawing/2014/main" id="{2D26A0F2-D285-2CF9-E605-07ACE0EC4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4878388"/>
            <a:ext cx="1349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Guiar água com detritos </a:t>
            </a:r>
          </a:p>
        </p:txBody>
      </p:sp>
      <p:sp>
        <p:nvSpPr>
          <p:cNvPr id="35937" name="Line 2149">
            <a:extLst>
              <a:ext uri="{FF2B5EF4-FFF2-40B4-BE49-F238E27FC236}">
                <a16:creationId xmlns:a16="http://schemas.microsoft.com/office/drawing/2014/main" id="{241F95CD-E886-0A73-B8FA-49BB670C5E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" y="540702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35938" name="Picture 2155" descr="Bombear">
            <a:extLst>
              <a:ext uri="{FF2B5EF4-FFF2-40B4-BE49-F238E27FC236}">
                <a16:creationId xmlns:a16="http://schemas.microsoft.com/office/drawing/2014/main" id="{EE0ADB4C-3B83-2472-BD90-F9FDB82BA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4975225"/>
            <a:ext cx="6381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39" name="Picture 2154" descr="Tubulacao 2">
            <a:extLst>
              <a:ext uri="{FF2B5EF4-FFF2-40B4-BE49-F238E27FC236}">
                <a16:creationId xmlns:a16="http://schemas.microsoft.com/office/drawing/2014/main" id="{64AE43DD-F328-7FB3-F893-D6087EE1D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4975225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40" name="Picture 2152" descr="Tubo flexivel">
            <a:extLst>
              <a:ext uri="{FF2B5EF4-FFF2-40B4-BE49-F238E27FC236}">
                <a16:creationId xmlns:a16="http://schemas.microsoft.com/office/drawing/2014/main" id="{2AD62BA7-AA3C-E8A9-2FEA-6618E72D1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25" y="4946650"/>
            <a:ext cx="3524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41" name="Picture 2151" descr="Canaleta">
            <a:extLst>
              <a:ext uri="{FF2B5EF4-FFF2-40B4-BE49-F238E27FC236}">
                <a16:creationId xmlns:a16="http://schemas.microsoft.com/office/drawing/2014/main" id="{8862ECF2-ACA3-13AE-396F-A29DA4AA4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5032375"/>
            <a:ext cx="6858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42" name="Rectangle 2156">
            <a:extLst>
              <a:ext uri="{FF2B5EF4-FFF2-40B4-BE49-F238E27FC236}">
                <a16:creationId xmlns:a16="http://schemas.microsoft.com/office/drawing/2014/main" id="{D5371C2E-5E76-71F8-DBED-47E2A38D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3" name="Rectangle 2158">
            <a:extLst>
              <a:ext uri="{FF2B5EF4-FFF2-40B4-BE49-F238E27FC236}">
                <a16:creationId xmlns:a16="http://schemas.microsoft.com/office/drawing/2014/main" id="{81473872-FA39-119A-6621-90E2B564C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4" name="Rectangle 2160">
            <a:extLst>
              <a:ext uri="{FF2B5EF4-FFF2-40B4-BE49-F238E27FC236}">
                <a16:creationId xmlns:a16="http://schemas.microsoft.com/office/drawing/2014/main" id="{CED63639-C833-23C9-889F-9BF694A54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5" name="Rectangle 2162">
            <a:extLst>
              <a:ext uri="{FF2B5EF4-FFF2-40B4-BE49-F238E27FC236}">
                <a16:creationId xmlns:a16="http://schemas.microsoft.com/office/drawing/2014/main" id="{54FC76B3-A7FA-FF1A-9522-E6E93ACBE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6" name="Rectangle 2164">
            <a:extLst>
              <a:ext uri="{FF2B5EF4-FFF2-40B4-BE49-F238E27FC236}">
                <a16:creationId xmlns:a16="http://schemas.microsoft.com/office/drawing/2014/main" id="{16B6E63C-94C5-F9E6-9511-0304F3DE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7" name="Rectangle 2166">
            <a:extLst>
              <a:ext uri="{FF2B5EF4-FFF2-40B4-BE49-F238E27FC236}">
                <a16:creationId xmlns:a16="http://schemas.microsoft.com/office/drawing/2014/main" id="{4D6B1626-1D30-0C6B-1243-1A3EB85E8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48" name="Text Box 2197">
            <a:extLst>
              <a:ext uri="{FF2B5EF4-FFF2-40B4-BE49-F238E27FC236}">
                <a16:creationId xmlns:a16="http://schemas.microsoft.com/office/drawing/2014/main" id="{B112C3A1-B842-304C-4795-76924B240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288" y="5416550"/>
            <a:ext cx="1450976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Coletar água com detritos</a:t>
            </a:r>
            <a:r>
              <a:rPr lang="pt-BR" altLang="pt-BR" sz="160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35949" name="Line 2198">
            <a:extLst>
              <a:ext uri="{FF2B5EF4-FFF2-40B4-BE49-F238E27FC236}">
                <a16:creationId xmlns:a16="http://schemas.microsoft.com/office/drawing/2014/main" id="{C706D13D-E727-2BA5-B58C-8B08501D8D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" y="5976938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35950" name="Picture 2201" descr="Tanque">
            <a:extLst>
              <a:ext uri="{FF2B5EF4-FFF2-40B4-BE49-F238E27FC236}">
                <a16:creationId xmlns:a16="http://schemas.microsoft.com/office/drawing/2014/main" id="{691F630F-B617-C2D8-D481-D2D0C2634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5524500"/>
            <a:ext cx="457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51" name="Picture 2200" descr="Recircular">
            <a:extLst>
              <a:ext uri="{FF2B5EF4-FFF2-40B4-BE49-F238E27FC236}">
                <a16:creationId xmlns:a16="http://schemas.microsoft.com/office/drawing/2014/main" id="{680734F1-C343-9562-19C8-305001657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5453063"/>
            <a:ext cx="3714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52" name="Picture 2199" descr="Sistema de esgot">
            <a:extLst>
              <a:ext uri="{FF2B5EF4-FFF2-40B4-BE49-F238E27FC236}">
                <a16:creationId xmlns:a16="http://schemas.microsoft.com/office/drawing/2014/main" id="{BCEF9B0B-12DF-4496-8713-CF00BDA42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5568950"/>
            <a:ext cx="6191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53" name="Rectangle 2202">
            <a:extLst>
              <a:ext uri="{FF2B5EF4-FFF2-40B4-BE49-F238E27FC236}">
                <a16:creationId xmlns:a16="http://schemas.microsoft.com/office/drawing/2014/main" id="{2E8C5594-4B74-5520-C443-38C87C549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54" name="Rectangle 2204">
            <a:extLst>
              <a:ext uri="{FF2B5EF4-FFF2-40B4-BE49-F238E27FC236}">
                <a16:creationId xmlns:a16="http://schemas.microsoft.com/office/drawing/2014/main" id="{35F90906-358B-C398-1C2B-BB4BDCFF4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55" name="Rectangle 2206">
            <a:extLst>
              <a:ext uri="{FF2B5EF4-FFF2-40B4-BE49-F238E27FC236}">
                <a16:creationId xmlns:a16="http://schemas.microsoft.com/office/drawing/2014/main" id="{D946A912-95F5-95B8-282A-CFC85C4F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56" name="Line 2225">
            <a:extLst>
              <a:ext uri="{FF2B5EF4-FFF2-40B4-BE49-F238E27FC236}">
                <a16:creationId xmlns:a16="http://schemas.microsoft.com/office/drawing/2014/main" id="{04B72410-5F73-11AD-B4E4-D528DCE7C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775" y="65055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35957" name="Text Box 2226">
            <a:extLst>
              <a:ext uri="{FF2B5EF4-FFF2-40B4-BE49-F238E27FC236}">
                <a16:creationId xmlns:a16="http://schemas.microsoft.com/office/drawing/2014/main" id="{D7212D5D-E137-4DB8-365A-10A88109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5965825"/>
            <a:ext cx="12477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400">
                <a:solidFill>
                  <a:srgbClr val="0000CC"/>
                </a:solidFill>
              </a:rPr>
              <a:t>Pegar mexilhões </a:t>
            </a:r>
          </a:p>
        </p:txBody>
      </p:sp>
      <p:pic>
        <p:nvPicPr>
          <p:cNvPr id="35958" name="Picture 2230" descr="Abrindo dispositivo">
            <a:extLst>
              <a:ext uri="{FF2B5EF4-FFF2-40B4-BE49-F238E27FC236}">
                <a16:creationId xmlns:a16="http://schemas.microsoft.com/office/drawing/2014/main" id="{27DCB429-2C0B-B6EB-E8FE-3E365066B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6046788"/>
            <a:ext cx="3429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59" name="Picture 2229" descr="Fluxo de material">
            <a:extLst>
              <a:ext uri="{FF2B5EF4-FFF2-40B4-BE49-F238E27FC236}">
                <a16:creationId xmlns:a16="http://schemas.microsoft.com/office/drawing/2014/main" id="{AFE43F03-E124-570C-3B58-8D5F362E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6061075"/>
            <a:ext cx="5810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60" name="Picture 2228" descr="Com ferramenta">
            <a:extLst>
              <a:ext uri="{FF2B5EF4-FFF2-40B4-BE49-F238E27FC236}">
                <a16:creationId xmlns:a16="http://schemas.microsoft.com/office/drawing/2014/main" id="{01626FAB-F2B4-9C12-12E4-E6FA96D54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6075363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61" name="Picture 2227" descr="Manualmente">
            <a:extLst>
              <a:ext uri="{FF2B5EF4-FFF2-40B4-BE49-F238E27FC236}">
                <a16:creationId xmlns:a16="http://schemas.microsoft.com/office/drawing/2014/main" id="{CC2C85C5-ED69-1069-61AF-EDB96AB0B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6061075"/>
            <a:ext cx="233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62" name="Rectangle 2231">
            <a:extLst>
              <a:ext uri="{FF2B5EF4-FFF2-40B4-BE49-F238E27FC236}">
                <a16:creationId xmlns:a16="http://schemas.microsoft.com/office/drawing/2014/main" id="{2867B8C9-273F-A58E-3673-C6BE3983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63" name="Rectangle 2233">
            <a:extLst>
              <a:ext uri="{FF2B5EF4-FFF2-40B4-BE49-F238E27FC236}">
                <a16:creationId xmlns:a16="http://schemas.microsoft.com/office/drawing/2014/main" id="{BDEF499D-AFBD-1BEC-1D34-4326738A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64" name="Rectangle 2235">
            <a:extLst>
              <a:ext uri="{FF2B5EF4-FFF2-40B4-BE49-F238E27FC236}">
                <a16:creationId xmlns:a16="http://schemas.microsoft.com/office/drawing/2014/main" id="{FE7865DD-5624-BB20-4013-257FAACCD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65" name="Rectangle 2237">
            <a:extLst>
              <a:ext uri="{FF2B5EF4-FFF2-40B4-BE49-F238E27FC236}">
                <a16:creationId xmlns:a16="http://schemas.microsoft.com/office/drawing/2014/main" id="{6C03B666-36F5-EE26-AB1A-36E3E143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5966" name="Ink 2261">
            <a:extLst>
              <a:ext uri="{FF2B5EF4-FFF2-40B4-BE49-F238E27FC236}">
                <a16:creationId xmlns:a16="http://schemas.microsoft.com/office/drawing/2014/main" id="{C6D72F7B-E49D-D5CD-3856-64ED7A089F09}"/>
              </a:ext>
            </a:extLst>
          </p:cNvPr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60325" y="6596063"/>
            <a:ext cx="8948738" cy="127000"/>
          </a:xfrm>
          <a:custGeom>
            <a:avLst/>
            <a:gdLst>
              <a:gd name="T0" fmla="*/ 0 w 24856"/>
              <a:gd name="T1" fmla="*/ 2147483646 h 351"/>
              <a:gd name="T2" fmla="*/ 2147483646 w 24856"/>
              <a:gd name="T3" fmla="*/ 2147483646 h 351"/>
              <a:gd name="T4" fmla="*/ 2147483646 w 24856"/>
              <a:gd name="T5" fmla="*/ 2147483646 h 351"/>
              <a:gd name="T6" fmla="*/ 2147483646 w 24856"/>
              <a:gd name="T7" fmla="*/ 2147483646 h 351"/>
              <a:gd name="T8" fmla="*/ 2147483646 w 24856"/>
              <a:gd name="T9" fmla="*/ 2147483646 h 351"/>
              <a:gd name="T10" fmla="*/ 2147483646 w 24856"/>
              <a:gd name="T11" fmla="*/ 2147483646 h 351"/>
              <a:gd name="T12" fmla="*/ 2147483646 w 24856"/>
              <a:gd name="T13" fmla="*/ 2147483646 h 351"/>
              <a:gd name="T14" fmla="*/ 2147483646 w 24856"/>
              <a:gd name="T15" fmla="*/ 2147483646 h 351"/>
              <a:gd name="T16" fmla="*/ 2147483646 w 24856"/>
              <a:gd name="T17" fmla="*/ 2147483646 h 351"/>
              <a:gd name="T18" fmla="*/ 2147483646 w 24856"/>
              <a:gd name="T19" fmla="*/ 2147483646 h 351"/>
              <a:gd name="T20" fmla="*/ 2147483646 w 24856"/>
              <a:gd name="T21" fmla="*/ 2147483646 h 351"/>
              <a:gd name="T22" fmla="*/ 2147483646 w 24856"/>
              <a:gd name="T23" fmla="*/ 2147483646 h 351"/>
              <a:gd name="T24" fmla="*/ 2147483646 w 24856"/>
              <a:gd name="T25" fmla="*/ 2147483646 h 351"/>
              <a:gd name="T26" fmla="*/ 2147483646 w 24856"/>
              <a:gd name="T27" fmla="*/ 2147483646 h 351"/>
              <a:gd name="T28" fmla="*/ 2147483646 w 24856"/>
              <a:gd name="T29" fmla="*/ 2147483646 h 351"/>
              <a:gd name="T30" fmla="*/ 2147483646 w 24856"/>
              <a:gd name="T31" fmla="*/ 2147483646 h 351"/>
              <a:gd name="T32" fmla="*/ 2147483646 w 24856"/>
              <a:gd name="T33" fmla="*/ 2147483646 h 351"/>
              <a:gd name="T34" fmla="*/ 2147483646 w 24856"/>
              <a:gd name="T35" fmla="*/ 2147483646 h 351"/>
              <a:gd name="T36" fmla="*/ 2147483646 w 24856"/>
              <a:gd name="T37" fmla="*/ 2147483646 h 351"/>
              <a:gd name="T38" fmla="*/ 2147483646 w 24856"/>
              <a:gd name="T39" fmla="*/ 2147483646 h 351"/>
              <a:gd name="T40" fmla="*/ 2147483646 w 24856"/>
              <a:gd name="T41" fmla="*/ 2147483646 h 351"/>
              <a:gd name="T42" fmla="*/ 2147483646 w 24856"/>
              <a:gd name="T43" fmla="*/ 2147483646 h 351"/>
              <a:gd name="T44" fmla="*/ 2147483646 w 24856"/>
              <a:gd name="T45" fmla="*/ 2147483646 h 351"/>
              <a:gd name="T46" fmla="*/ 2147483646 w 24856"/>
              <a:gd name="T47" fmla="*/ 2147483646 h 35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856" h="351" extrusionOk="0">
                <a:moveTo>
                  <a:pt x="0" y="339"/>
                </a:moveTo>
                <a:cubicBezTo>
                  <a:pt x="195" y="287"/>
                  <a:pt x="323" y="239"/>
                  <a:pt x="524" y="211"/>
                </a:cubicBezTo>
                <a:cubicBezTo>
                  <a:pt x="825" y="169"/>
                  <a:pt x="1064" y="194"/>
                  <a:pt x="1364" y="232"/>
                </a:cubicBezTo>
                <a:cubicBezTo>
                  <a:pt x="1752" y="282"/>
                  <a:pt x="2016" y="292"/>
                  <a:pt x="2402" y="232"/>
                </a:cubicBezTo>
                <a:cubicBezTo>
                  <a:pt x="3051" y="131"/>
                  <a:pt x="3449" y="264"/>
                  <a:pt x="4054" y="310"/>
                </a:cubicBezTo>
                <a:cubicBezTo>
                  <a:pt x="4328" y="331"/>
                  <a:pt x="4679" y="276"/>
                  <a:pt x="4954" y="238"/>
                </a:cubicBezTo>
                <a:cubicBezTo>
                  <a:pt x="5332" y="186"/>
                  <a:pt x="5704" y="129"/>
                  <a:pt x="6087" y="102"/>
                </a:cubicBezTo>
                <a:cubicBezTo>
                  <a:pt x="6452" y="76"/>
                  <a:pt x="6753" y="148"/>
                  <a:pt x="7106" y="174"/>
                </a:cubicBezTo>
                <a:cubicBezTo>
                  <a:pt x="7561" y="207"/>
                  <a:pt x="8018" y="113"/>
                  <a:pt x="8470" y="62"/>
                </a:cubicBezTo>
                <a:cubicBezTo>
                  <a:pt x="8996" y="3"/>
                  <a:pt x="9461" y="142"/>
                  <a:pt x="9955" y="126"/>
                </a:cubicBezTo>
                <a:cubicBezTo>
                  <a:pt x="10383" y="113"/>
                  <a:pt x="10801" y="64"/>
                  <a:pt x="11234" y="60"/>
                </a:cubicBezTo>
                <a:cubicBezTo>
                  <a:pt x="11501" y="58"/>
                  <a:pt x="11760" y="63"/>
                  <a:pt x="12000" y="81"/>
                </a:cubicBezTo>
                <a:cubicBezTo>
                  <a:pt x="12409" y="112"/>
                  <a:pt x="12788" y="51"/>
                  <a:pt x="13203" y="19"/>
                </a:cubicBezTo>
                <a:cubicBezTo>
                  <a:pt x="13495" y="-3"/>
                  <a:pt x="13741" y="64"/>
                  <a:pt x="14023" y="69"/>
                </a:cubicBezTo>
                <a:cubicBezTo>
                  <a:pt x="14415" y="76"/>
                  <a:pt x="14797" y="15"/>
                  <a:pt x="15191" y="40"/>
                </a:cubicBezTo>
                <a:cubicBezTo>
                  <a:pt x="15705" y="73"/>
                  <a:pt x="16189" y="319"/>
                  <a:pt x="16690" y="345"/>
                </a:cubicBezTo>
                <a:cubicBezTo>
                  <a:pt x="17086" y="366"/>
                  <a:pt x="17486" y="207"/>
                  <a:pt x="17885" y="170"/>
                </a:cubicBezTo>
                <a:cubicBezTo>
                  <a:pt x="18183" y="142"/>
                  <a:pt x="18439" y="169"/>
                  <a:pt x="18736" y="195"/>
                </a:cubicBezTo>
                <a:cubicBezTo>
                  <a:pt x="19105" y="228"/>
                  <a:pt x="19462" y="221"/>
                  <a:pt x="19831" y="209"/>
                </a:cubicBezTo>
                <a:cubicBezTo>
                  <a:pt x="20254" y="195"/>
                  <a:pt x="20682" y="126"/>
                  <a:pt x="21106" y="130"/>
                </a:cubicBezTo>
                <a:cubicBezTo>
                  <a:pt x="21683" y="136"/>
                  <a:pt x="22188" y="285"/>
                  <a:pt x="22771" y="226"/>
                </a:cubicBezTo>
                <a:cubicBezTo>
                  <a:pt x="23042" y="199"/>
                  <a:pt x="23293" y="187"/>
                  <a:pt x="23564" y="184"/>
                </a:cubicBezTo>
                <a:cubicBezTo>
                  <a:pt x="23955" y="180"/>
                  <a:pt x="24565" y="196"/>
                  <a:pt x="24816" y="213"/>
                </a:cubicBezTo>
                <a:cubicBezTo>
                  <a:pt x="24801" y="156"/>
                  <a:pt x="24796" y="137"/>
                  <a:pt x="24801" y="97"/>
                </a:cubicBezTo>
              </a:path>
            </a:pathLst>
          </a:custGeom>
          <a:noFill/>
          <a:ln w="19050" cap="rnd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8">
            <a:extLst>
              <a:ext uri="{FF2B5EF4-FFF2-40B4-BE49-F238E27FC236}">
                <a16:creationId xmlns:a16="http://schemas.microsoft.com/office/drawing/2014/main" id="{C6BE4FF6-D716-A914-8E57-F379A22A9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42863"/>
            <a:ext cx="7807325" cy="706437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Atividade:</a:t>
            </a:r>
            <a:r>
              <a:rPr lang="pt-BR" altLang="pt-BR" sz="2000">
                <a:ea typeface="ＭＳ Ｐゴシック" panose="020B0600070205080204" pitchFamily="34" charset="-128"/>
              </a:rPr>
              <a:t> </a:t>
            </a:r>
            <a:r>
              <a:rPr lang="pt-BR" altLang="pt-BR">
                <a:ea typeface="ＭＳ Ｐゴシック" panose="020B0600070205080204" pitchFamily="34" charset="-128"/>
              </a:rPr>
              <a:t>Desenvolver alternativas de solução para o produto 4/4</a:t>
            </a:r>
          </a:p>
        </p:txBody>
      </p:sp>
      <p:sp>
        <p:nvSpPr>
          <p:cNvPr id="37890" name="Rectangle 9">
            <a:extLst>
              <a:ext uri="{FF2B5EF4-FFF2-40B4-BE49-F238E27FC236}">
                <a16:creationId xmlns:a16="http://schemas.microsoft.com/office/drawing/2014/main" id="{A3866C45-04AD-E8A1-C86C-53547DF2C1A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2713" y="869950"/>
            <a:ext cx="9031287" cy="841375"/>
          </a:xfrm>
          <a:noFill/>
        </p:spPr>
        <p:txBody>
          <a:bodyPr/>
          <a:lstStyle/>
          <a:p>
            <a:pPr eaLnBrk="1" hangingPunct="1"/>
            <a:r>
              <a:rPr lang="pt-BR" altLang="pt-BR" sz="2400">
                <a:ea typeface="ＭＳ Ｐゴシック" panose="020B0600070205080204" pitchFamily="34" charset="-128"/>
              </a:rPr>
              <a:t>Alternativas de solução p/ equipamento para a limpeza de mexilhões</a:t>
            </a:r>
          </a:p>
        </p:txBody>
      </p:sp>
      <p:grpSp>
        <p:nvGrpSpPr>
          <p:cNvPr id="37891" name="Group 157">
            <a:extLst>
              <a:ext uri="{FF2B5EF4-FFF2-40B4-BE49-F238E27FC236}">
                <a16:creationId xmlns:a16="http://schemas.microsoft.com/office/drawing/2014/main" id="{C406C426-BE9C-D8F4-BEEE-53F3F4BFB94C}"/>
              </a:ext>
            </a:extLst>
          </p:cNvPr>
          <p:cNvGrpSpPr>
            <a:grpSpLocks/>
          </p:cNvGrpSpPr>
          <p:nvPr/>
        </p:nvGrpSpPr>
        <p:grpSpPr bwMode="auto">
          <a:xfrm>
            <a:off x="3109913" y="1736725"/>
            <a:ext cx="5321300" cy="4876800"/>
            <a:chOff x="1959" y="1094"/>
            <a:chExt cx="3352" cy="3072"/>
          </a:xfrm>
        </p:grpSpPr>
        <p:pic>
          <p:nvPicPr>
            <p:cNvPr id="37900" name="Picture 146" descr="Canaleta">
              <a:extLst>
                <a:ext uri="{FF2B5EF4-FFF2-40B4-BE49-F238E27FC236}">
                  <a16:creationId xmlns:a16="http://schemas.microsoft.com/office/drawing/2014/main" id="{A69EDD8F-4B90-B84A-312A-D6D1475DA7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9" y="3132"/>
              <a:ext cx="379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1" name="Picture 86" descr="Grade">
              <a:extLst>
                <a:ext uri="{FF2B5EF4-FFF2-40B4-BE49-F238E27FC236}">
                  <a16:creationId xmlns:a16="http://schemas.microsoft.com/office/drawing/2014/main" id="{5CDCBE47-9411-D526-8B35-450EC3023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8" y="2762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2" name="Picture 147" descr="Mangueira">
              <a:extLst>
                <a:ext uri="{FF2B5EF4-FFF2-40B4-BE49-F238E27FC236}">
                  <a16:creationId xmlns:a16="http://schemas.microsoft.com/office/drawing/2014/main" id="{FEF4CA08-80FC-8291-A04E-350840D33B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" y="3122"/>
              <a:ext cx="395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02" descr="Canaleta">
              <a:extLst>
                <a:ext uri="{FF2B5EF4-FFF2-40B4-BE49-F238E27FC236}">
                  <a16:creationId xmlns:a16="http://schemas.microsoft.com/office/drawing/2014/main" id="{F3A95EFE-5EB2-BB20-263D-6DDB9DC11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9" y="3128"/>
              <a:ext cx="432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4" name="Picture 142" descr="Grade">
              <a:extLst>
                <a:ext uri="{FF2B5EF4-FFF2-40B4-BE49-F238E27FC236}">
                  <a16:creationId xmlns:a16="http://schemas.microsoft.com/office/drawing/2014/main" id="{C1381F9B-A6DB-588E-D68C-27A49C741B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9" y="2769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5" name="Picture 2" descr="Mangueira">
              <a:extLst>
                <a:ext uri="{FF2B5EF4-FFF2-40B4-BE49-F238E27FC236}">
                  <a16:creationId xmlns:a16="http://schemas.microsoft.com/office/drawing/2014/main" id="{D2355596-6B33-559B-6B9B-226245940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0" y="3137"/>
              <a:ext cx="395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6" name="Text Box 10">
              <a:extLst>
                <a:ext uri="{FF2B5EF4-FFF2-40B4-BE49-F238E27FC236}">
                  <a16:creationId xmlns:a16="http://schemas.microsoft.com/office/drawing/2014/main" id="{BBA7CF2F-A6C3-2430-4A00-6E506377B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6" y="1101"/>
              <a:ext cx="7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Agrupar mexilhões</a:t>
              </a:r>
            </a:p>
          </p:txBody>
        </p:sp>
        <p:pic>
          <p:nvPicPr>
            <p:cNvPr id="37907" name="Picture 11" descr="Casca esferica">
              <a:extLst>
                <a:ext uri="{FF2B5EF4-FFF2-40B4-BE49-F238E27FC236}">
                  <a16:creationId xmlns:a16="http://schemas.microsoft.com/office/drawing/2014/main" id="{DF30FEC7-09CC-F21F-9746-2D736E6D2B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9" y="1216"/>
              <a:ext cx="27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8" name="Picture 12" descr="Tambor vertical">
              <a:extLst>
                <a:ext uri="{FF2B5EF4-FFF2-40B4-BE49-F238E27FC236}">
                  <a16:creationId xmlns:a16="http://schemas.microsoft.com/office/drawing/2014/main" id="{96B4B935-80BB-8CE6-2FB2-DD3DAC22C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7" y="1197"/>
              <a:ext cx="132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9" name="Picture 13" descr="Funil">
              <a:extLst>
                <a:ext uri="{FF2B5EF4-FFF2-40B4-BE49-F238E27FC236}">
                  <a16:creationId xmlns:a16="http://schemas.microsoft.com/office/drawing/2014/main" id="{9D7A315F-7010-1B6B-9489-E90A4B5333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6" y="1206"/>
              <a:ext cx="21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10" name="Picture 14" descr="Redução aberta">
              <a:extLst>
                <a:ext uri="{FF2B5EF4-FFF2-40B4-BE49-F238E27FC236}">
                  <a16:creationId xmlns:a16="http://schemas.microsoft.com/office/drawing/2014/main" id="{B42F0D3E-A7CC-3DEC-F6F5-5301CA57EF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" y="1243"/>
              <a:ext cx="258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11" name="Picture 16" descr="Tambor horizontal">
              <a:extLst>
                <a:ext uri="{FF2B5EF4-FFF2-40B4-BE49-F238E27FC236}">
                  <a16:creationId xmlns:a16="http://schemas.microsoft.com/office/drawing/2014/main" id="{2494A5E2-17DF-A6F0-D0C1-F4A8BCBAD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" y="1208"/>
              <a:ext cx="23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2" name="Text Box 21">
              <a:extLst>
                <a:ext uri="{FF2B5EF4-FFF2-40B4-BE49-F238E27FC236}">
                  <a16:creationId xmlns:a16="http://schemas.microsoft.com/office/drawing/2014/main" id="{85358292-8E38-4533-839B-E3DCC61CD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462"/>
              <a:ext cx="7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Agitar mexilhões </a:t>
              </a:r>
            </a:p>
          </p:txBody>
        </p:sp>
        <p:pic>
          <p:nvPicPr>
            <p:cNvPr id="37913" name="Picture 22" descr="Tambor rotativo">
              <a:extLst>
                <a:ext uri="{FF2B5EF4-FFF2-40B4-BE49-F238E27FC236}">
                  <a16:creationId xmlns:a16="http://schemas.microsoft.com/office/drawing/2014/main" id="{CAC8461F-2569-9DDD-C8C8-078171CCCC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9" y="1592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14" name="Picture 23" descr="Pelo eixo">
              <a:extLst>
                <a:ext uri="{FF2B5EF4-FFF2-40B4-BE49-F238E27FC236}">
                  <a16:creationId xmlns:a16="http://schemas.microsoft.com/office/drawing/2014/main" id="{2F341D14-7FBA-5B74-D237-3EE1BADB8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9" y="1536"/>
              <a:ext cx="19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5" name="Rectangle 30">
              <a:extLst>
                <a:ext uri="{FF2B5EF4-FFF2-40B4-BE49-F238E27FC236}">
                  <a16:creationId xmlns:a16="http://schemas.microsoft.com/office/drawing/2014/main" id="{C36593F2-5663-06AA-08AA-0C27658E8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758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16" name="Rectangle 31">
              <a:extLst>
                <a:ext uri="{FF2B5EF4-FFF2-40B4-BE49-F238E27FC236}">
                  <a16:creationId xmlns:a16="http://schemas.microsoft.com/office/drawing/2014/main" id="{684CDD39-B43B-E271-6763-BDAA2D570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758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17" name="Line 32">
              <a:extLst>
                <a:ext uri="{FF2B5EF4-FFF2-40B4-BE49-F238E27FC236}">
                  <a16:creationId xmlns:a16="http://schemas.microsoft.com/office/drawing/2014/main" id="{20B6E7A4-C0B7-9F13-72E4-FDE575D65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2" y="1458"/>
              <a:ext cx="326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18" name="Line 33">
              <a:extLst>
                <a:ext uri="{FF2B5EF4-FFF2-40B4-BE49-F238E27FC236}">
                  <a16:creationId xmlns:a16="http://schemas.microsoft.com/office/drawing/2014/main" id="{92241CE6-AEF9-B9F7-125B-DE91BB0A2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5" y="1836"/>
              <a:ext cx="3252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19" name="Line 34">
              <a:extLst>
                <a:ext uri="{FF2B5EF4-FFF2-40B4-BE49-F238E27FC236}">
                  <a16:creationId xmlns:a16="http://schemas.microsoft.com/office/drawing/2014/main" id="{9D64B6DF-BB9E-6017-9CC9-8C6556BBE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1098"/>
              <a:ext cx="3267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20" name="Text Box 35">
              <a:extLst>
                <a:ext uri="{FF2B5EF4-FFF2-40B4-BE49-F238E27FC236}">
                  <a16:creationId xmlns:a16="http://schemas.microsoft.com/office/drawing/2014/main" id="{B4E4F29C-BFB4-F956-9F63-04EA829D9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1841"/>
              <a:ext cx="804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Extrair detritos dos mexilhões </a:t>
              </a:r>
            </a:p>
          </p:txBody>
        </p:sp>
        <p:pic>
          <p:nvPicPr>
            <p:cNvPr id="37921" name="Picture 37" descr="Escova">
              <a:extLst>
                <a:ext uri="{FF2B5EF4-FFF2-40B4-BE49-F238E27FC236}">
                  <a16:creationId xmlns:a16="http://schemas.microsoft.com/office/drawing/2014/main" id="{B0114998-5BE5-6FDA-E84D-FDAFD44D91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1" y="1981"/>
              <a:ext cx="1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22" name="Picture 39" descr="Tambor com grades">
              <a:extLst>
                <a:ext uri="{FF2B5EF4-FFF2-40B4-BE49-F238E27FC236}">
                  <a16:creationId xmlns:a16="http://schemas.microsoft.com/office/drawing/2014/main" id="{111C28FB-4D63-5AA0-75E8-C6903F9C4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3" y="1953"/>
              <a:ext cx="28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23" name="Rectangle 46">
              <a:extLst>
                <a:ext uri="{FF2B5EF4-FFF2-40B4-BE49-F238E27FC236}">
                  <a16:creationId xmlns:a16="http://schemas.microsoft.com/office/drawing/2014/main" id="{B1121D52-5E4D-D2E5-538F-A48FCF71A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12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4" name="Rectangle 47">
              <a:extLst>
                <a:ext uri="{FF2B5EF4-FFF2-40B4-BE49-F238E27FC236}">
                  <a16:creationId xmlns:a16="http://schemas.microsoft.com/office/drawing/2014/main" id="{7EC6FB6A-B7CE-90B9-96C5-D6BF57F65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09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5" name="Rectangle 48">
              <a:extLst>
                <a:ext uri="{FF2B5EF4-FFF2-40B4-BE49-F238E27FC236}">
                  <a16:creationId xmlns:a16="http://schemas.microsoft.com/office/drawing/2014/main" id="{81FFCD04-10C3-9FF3-8635-0DEBD7AC9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10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6" name="Rectangle 49">
              <a:extLst>
                <a:ext uri="{FF2B5EF4-FFF2-40B4-BE49-F238E27FC236}">
                  <a16:creationId xmlns:a16="http://schemas.microsoft.com/office/drawing/2014/main" id="{12D510A9-948E-6D2E-58EF-5EBE8ABAC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10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7" name="Rectangle 50">
              <a:extLst>
                <a:ext uri="{FF2B5EF4-FFF2-40B4-BE49-F238E27FC236}">
                  <a16:creationId xmlns:a16="http://schemas.microsoft.com/office/drawing/2014/main" id="{336EFE52-980F-9F82-7E6A-9839633C9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10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8" name="Rectangle 51">
              <a:extLst>
                <a:ext uri="{FF2B5EF4-FFF2-40B4-BE49-F238E27FC236}">
                  <a16:creationId xmlns:a16="http://schemas.microsoft.com/office/drawing/2014/main" id="{49850203-C04C-4400-0C9C-78D4E5C61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" y="2724"/>
              <a:ext cx="558" cy="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29" name="Line 52">
              <a:extLst>
                <a:ext uri="{FF2B5EF4-FFF2-40B4-BE49-F238E27FC236}">
                  <a16:creationId xmlns:a16="http://schemas.microsoft.com/office/drawing/2014/main" id="{ECC34C09-3EE1-199C-D026-B8BE7ACA0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4" y="2307"/>
              <a:ext cx="3259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30" name="Line 53">
              <a:extLst>
                <a:ext uri="{FF2B5EF4-FFF2-40B4-BE49-F238E27FC236}">
                  <a16:creationId xmlns:a16="http://schemas.microsoft.com/office/drawing/2014/main" id="{D9F83221-5AC3-F1B5-C956-C419635A4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3" y="1101"/>
              <a:ext cx="0" cy="306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1" name="Line 54">
              <a:extLst>
                <a:ext uri="{FF2B5EF4-FFF2-40B4-BE49-F238E27FC236}">
                  <a16:creationId xmlns:a16="http://schemas.microsoft.com/office/drawing/2014/main" id="{3671CD63-B56C-8474-FD49-3C9439F26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6" y="1104"/>
              <a:ext cx="0" cy="306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2" name="Line 55">
              <a:extLst>
                <a:ext uri="{FF2B5EF4-FFF2-40B4-BE49-F238E27FC236}">
                  <a16:creationId xmlns:a16="http://schemas.microsoft.com/office/drawing/2014/main" id="{7AA7277C-30C8-ABCC-3459-EE6FB2FF2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0" y="1097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3" name="Line 56">
              <a:extLst>
                <a:ext uri="{FF2B5EF4-FFF2-40B4-BE49-F238E27FC236}">
                  <a16:creationId xmlns:a16="http://schemas.microsoft.com/office/drawing/2014/main" id="{34F83506-6779-517D-9C0E-09E6EE2D4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" y="1100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4" name="Line 57">
              <a:extLst>
                <a:ext uri="{FF2B5EF4-FFF2-40B4-BE49-F238E27FC236}">
                  <a16:creationId xmlns:a16="http://schemas.microsoft.com/office/drawing/2014/main" id="{B9DB860C-E4A1-C71F-0515-9D8F470C9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094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5" name="Line 58">
              <a:extLst>
                <a:ext uri="{FF2B5EF4-FFF2-40B4-BE49-F238E27FC236}">
                  <a16:creationId xmlns:a16="http://schemas.microsoft.com/office/drawing/2014/main" id="{8337C9B6-1816-89FD-B4C7-9ADB6750D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4" y="1095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6" name="Line 59">
              <a:extLst>
                <a:ext uri="{FF2B5EF4-FFF2-40B4-BE49-F238E27FC236}">
                  <a16:creationId xmlns:a16="http://schemas.microsoft.com/office/drawing/2014/main" id="{C42958FD-CB93-B797-F2CF-B266549A9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1098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7" name="Line 60">
              <a:extLst>
                <a:ext uri="{FF2B5EF4-FFF2-40B4-BE49-F238E27FC236}">
                  <a16:creationId xmlns:a16="http://schemas.microsoft.com/office/drawing/2014/main" id="{D7A87A00-7123-5B48-75E6-44D6C0313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4" y="1098"/>
              <a:ext cx="0" cy="3062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37938" name="Text Box 67">
              <a:extLst>
                <a:ext uri="{FF2B5EF4-FFF2-40B4-BE49-F238E27FC236}">
                  <a16:creationId xmlns:a16="http://schemas.microsoft.com/office/drawing/2014/main" id="{3AC98437-535D-AA7A-8073-E8B90B2D9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2309"/>
              <a:ext cx="81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Lavar mexilhões </a:t>
              </a:r>
            </a:p>
          </p:txBody>
        </p:sp>
        <p:sp>
          <p:nvSpPr>
            <p:cNvPr id="37939" name="Line 68">
              <a:extLst>
                <a:ext uri="{FF2B5EF4-FFF2-40B4-BE49-F238E27FC236}">
                  <a16:creationId xmlns:a16="http://schemas.microsoft.com/office/drawing/2014/main" id="{B1FE6689-8D0D-DB9B-032E-D88E57768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5" y="2684"/>
              <a:ext cx="326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pic>
          <p:nvPicPr>
            <p:cNvPr id="37940" name="Picture 70" descr="Banho de agua">
              <a:extLst>
                <a:ext uri="{FF2B5EF4-FFF2-40B4-BE49-F238E27FC236}">
                  <a16:creationId xmlns:a16="http://schemas.microsoft.com/office/drawing/2014/main" id="{49DE5BF7-5D7E-5A12-E887-4BE1252A4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5" y="2397"/>
              <a:ext cx="36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41" name="Rectangle 73">
              <a:extLst>
                <a:ext uri="{FF2B5EF4-FFF2-40B4-BE49-F238E27FC236}">
                  <a16:creationId xmlns:a16="http://schemas.microsoft.com/office/drawing/2014/main" id="{669B7279-7A78-AC6D-5AC0-6513F6132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2" name="Rectangle 74">
              <a:extLst>
                <a:ext uri="{FF2B5EF4-FFF2-40B4-BE49-F238E27FC236}">
                  <a16:creationId xmlns:a16="http://schemas.microsoft.com/office/drawing/2014/main" id="{E22A201E-B147-4945-F493-8C614C372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3" name="Rectangle 75">
              <a:extLst>
                <a:ext uri="{FF2B5EF4-FFF2-40B4-BE49-F238E27FC236}">
                  <a16:creationId xmlns:a16="http://schemas.microsoft.com/office/drawing/2014/main" id="{E812BF38-D929-BC4A-1261-D60A3C6FF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4" name="Rectangle 76">
              <a:extLst>
                <a:ext uri="{FF2B5EF4-FFF2-40B4-BE49-F238E27FC236}">
                  <a16:creationId xmlns:a16="http://schemas.microsoft.com/office/drawing/2014/main" id="{E3E77B00-1827-D9D8-5E6F-52B0B24B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5" name="Rectangle 77">
              <a:extLst>
                <a:ext uri="{FF2B5EF4-FFF2-40B4-BE49-F238E27FC236}">
                  <a16:creationId xmlns:a16="http://schemas.microsoft.com/office/drawing/2014/main" id="{F1FC2476-7971-40E4-7C14-EA24AFBDF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6" name="Rectangle 78">
              <a:extLst>
                <a:ext uri="{FF2B5EF4-FFF2-40B4-BE49-F238E27FC236}">
                  <a16:creationId xmlns:a16="http://schemas.microsoft.com/office/drawing/2014/main" id="{6866F617-D26D-2566-37A2-1E14C9F4A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58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pic>
          <p:nvPicPr>
            <p:cNvPr id="37947" name="Picture 80" descr="Ducha">
              <a:extLst>
                <a:ext uri="{FF2B5EF4-FFF2-40B4-BE49-F238E27FC236}">
                  <a16:creationId xmlns:a16="http://schemas.microsoft.com/office/drawing/2014/main" id="{26B4BD55-701C-7263-12C0-0AE9D8DC1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7" y="2387"/>
              <a:ext cx="25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48" name="Rectangle 81">
              <a:extLst>
                <a:ext uri="{FF2B5EF4-FFF2-40B4-BE49-F238E27FC236}">
                  <a16:creationId xmlns:a16="http://schemas.microsoft.com/office/drawing/2014/main" id="{115AA436-957A-C396-4747-B779B055E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49" name="Rectangle 82">
              <a:extLst>
                <a:ext uri="{FF2B5EF4-FFF2-40B4-BE49-F238E27FC236}">
                  <a16:creationId xmlns:a16="http://schemas.microsoft.com/office/drawing/2014/main" id="{838114CD-F982-40F7-B802-306FFB6E2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0" name="Rectangle 83">
              <a:extLst>
                <a:ext uri="{FF2B5EF4-FFF2-40B4-BE49-F238E27FC236}">
                  <a16:creationId xmlns:a16="http://schemas.microsoft.com/office/drawing/2014/main" id="{C3E6CE21-B443-69B1-87D9-2B0471CDE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1" name="Text Box 84">
              <a:extLst>
                <a:ext uri="{FF2B5EF4-FFF2-40B4-BE49-F238E27FC236}">
                  <a16:creationId xmlns:a16="http://schemas.microsoft.com/office/drawing/2014/main" id="{E804B73B-6F15-10A8-3536-B30F70E8B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" y="2676"/>
              <a:ext cx="63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Separar detritos </a:t>
              </a:r>
            </a:p>
          </p:txBody>
        </p:sp>
        <p:sp>
          <p:nvSpPr>
            <p:cNvPr id="37952" name="Line 85">
              <a:extLst>
                <a:ext uri="{FF2B5EF4-FFF2-40B4-BE49-F238E27FC236}">
                  <a16:creationId xmlns:a16="http://schemas.microsoft.com/office/drawing/2014/main" id="{B9C582D5-DDFD-3293-CCE4-A607AB117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0" y="3026"/>
              <a:ext cx="326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53" name="Rectangle 91">
              <a:extLst>
                <a:ext uri="{FF2B5EF4-FFF2-40B4-BE49-F238E27FC236}">
                  <a16:creationId xmlns:a16="http://schemas.microsoft.com/office/drawing/2014/main" id="{F55024E9-2125-1FC1-81FF-5305F6D8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4" name="Rectangle 92">
              <a:extLst>
                <a:ext uri="{FF2B5EF4-FFF2-40B4-BE49-F238E27FC236}">
                  <a16:creationId xmlns:a16="http://schemas.microsoft.com/office/drawing/2014/main" id="{E458B129-9057-7CA7-76B3-1F5B3F4D4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5" name="Rectangle 93">
              <a:extLst>
                <a:ext uri="{FF2B5EF4-FFF2-40B4-BE49-F238E27FC236}">
                  <a16:creationId xmlns:a16="http://schemas.microsoft.com/office/drawing/2014/main" id="{45DCD729-FB21-729F-F4D3-41A89C04B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6" name="Rectangle 94">
              <a:extLst>
                <a:ext uri="{FF2B5EF4-FFF2-40B4-BE49-F238E27FC236}">
                  <a16:creationId xmlns:a16="http://schemas.microsoft.com/office/drawing/2014/main" id="{AE0F507D-E0B1-3F48-CA68-BDB89FF05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7" name="Rectangle 95">
              <a:extLst>
                <a:ext uri="{FF2B5EF4-FFF2-40B4-BE49-F238E27FC236}">
                  <a16:creationId xmlns:a16="http://schemas.microsoft.com/office/drawing/2014/main" id="{6B1ADF32-7805-A4D0-89E4-24020AD47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8" name="Rectangle 96">
              <a:extLst>
                <a:ext uri="{FF2B5EF4-FFF2-40B4-BE49-F238E27FC236}">
                  <a16:creationId xmlns:a16="http://schemas.microsoft.com/office/drawing/2014/main" id="{5FDA07C1-36E9-6E0B-3BB8-15F56262B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58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59" name="Text Box 97">
              <a:extLst>
                <a:ext uri="{FF2B5EF4-FFF2-40B4-BE49-F238E27FC236}">
                  <a16:creationId xmlns:a16="http://schemas.microsoft.com/office/drawing/2014/main" id="{30655221-4D6E-6D17-DBE2-AD1D79F47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3049"/>
              <a:ext cx="85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Guiar água com detritos </a:t>
              </a:r>
            </a:p>
          </p:txBody>
        </p:sp>
        <p:sp>
          <p:nvSpPr>
            <p:cNvPr id="37960" name="Line 98">
              <a:extLst>
                <a:ext uri="{FF2B5EF4-FFF2-40B4-BE49-F238E27FC236}">
                  <a16:creationId xmlns:a16="http://schemas.microsoft.com/office/drawing/2014/main" id="{5651FE8A-BFD8-E6B4-FAA7-38BAD5AC5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6" y="3382"/>
              <a:ext cx="3275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pic>
          <p:nvPicPr>
            <p:cNvPr id="37961" name="Picture 100" descr="Tubulacao 2">
              <a:extLst>
                <a:ext uri="{FF2B5EF4-FFF2-40B4-BE49-F238E27FC236}">
                  <a16:creationId xmlns:a16="http://schemas.microsoft.com/office/drawing/2014/main" id="{66E76F22-F58D-05BE-221E-6125D8334C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5" y="3110"/>
              <a:ext cx="2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62" name="Rectangle 103">
              <a:extLst>
                <a:ext uri="{FF2B5EF4-FFF2-40B4-BE49-F238E27FC236}">
                  <a16:creationId xmlns:a16="http://schemas.microsoft.com/office/drawing/2014/main" id="{14AE463B-F713-7CFA-DE08-47D7391AF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3" name="Rectangle 104">
              <a:extLst>
                <a:ext uri="{FF2B5EF4-FFF2-40B4-BE49-F238E27FC236}">
                  <a16:creationId xmlns:a16="http://schemas.microsoft.com/office/drawing/2014/main" id="{0FA18462-EA2D-A513-66F6-877301F31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4" name="Rectangle 105">
              <a:extLst>
                <a:ext uri="{FF2B5EF4-FFF2-40B4-BE49-F238E27FC236}">
                  <a16:creationId xmlns:a16="http://schemas.microsoft.com/office/drawing/2014/main" id="{5758175C-F825-0B3F-A440-0C693D4F9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5" name="Rectangle 106">
              <a:extLst>
                <a:ext uri="{FF2B5EF4-FFF2-40B4-BE49-F238E27FC236}">
                  <a16:creationId xmlns:a16="http://schemas.microsoft.com/office/drawing/2014/main" id="{50AA2D78-4C2D-06C9-6D9C-FE3B142C6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6" name="Rectangle 107">
              <a:extLst>
                <a:ext uri="{FF2B5EF4-FFF2-40B4-BE49-F238E27FC236}">
                  <a16:creationId xmlns:a16="http://schemas.microsoft.com/office/drawing/2014/main" id="{7B49AE13-3086-8945-F426-CBD0D5B77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7" name="Rectangle 108">
              <a:extLst>
                <a:ext uri="{FF2B5EF4-FFF2-40B4-BE49-F238E27FC236}">
                  <a16:creationId xmlns:a16="http://schemas.microsoft.com/office/drawing/2014/main" id="{46746057-350B-7FC7-6BF6-4F3CB5F7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993"/>
              <a:ext cx="558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68" name="Text Box 109">
              <a:extLst>
                <a:ext uri="{FF2B5EF4-FFF2-40B4-BE49-F238E27FC236}">
                  <a16:creationId xmlns:a16="http://schemas.microsoft.com/office/drawing/2014/main" id="{C4761D9D-DFE2-A543-ECE7-0AFB64CCA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9" y="3388"/>
              <a:ext cx="91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Coletar água com detritos</a:t>
              </a:r>
              <a:r>
                <a:rPr lang="pt-BR" altLang="pt-BR" sz="1600">
                  <a:solidFill>
                    <a:srgbClr val="0000CC"/>
                  </a:solidFill>
                </a:rPr>
                <a:t> </a:t>
              </a:r>
            </a:p>
          </p:txBody>
        </p:sp>
        <p:sp>
          <p:nvSpPr>
            <p:cNvPr id="37969" name="Line 110">
              <a:extLst>
                <a:ext uri="{FF2B5EF4-FFF2-40B4-BE49-F238E27FC236}">
                  <a16:creationId xmlns:a16="http://schemas.microsoft.com/office/drawing/2014/main" id="{46E6CDFB-5563-58FF-28F2-710A5924D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0" y="3741"/>
              <a:ext cx="326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pic>
          <p:nvPicPr>
            <p:cNvPr id="37970" name="Picture 111" descr="Tanque">
              <a:extLst>
                <a:ext uri="{FF2B5EF4-FFF2-40B4-BE49-F238E27FC236}">
                  <a16:creationId xmlns:a16="http://schemas.microsoft.com/office/drawing/2014/main" id="{02FA9429-5F95-B617-16C5-1D17B7858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4" y="3456"/>
              <a:ext cx="28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71" name="Picture 112" descr="Recircular">
              <a:extLst>
                <a:ext uri="{FF2B5EF4-FFF2-40B4-BE49-F238E27FC236}">
                  <a16:creationId xmlns:a16="http://schemas.microsoft.com/office/drawing/2014/main" id="{C40CA71E-A8C2-6C09-D5AD-0A65433371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6" y="3429"/>
              <a:ext cx="2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72" name="Picture 113" descr="Sistema de esgot">
              <a:extLst>
                <a:ext uri="{FF2B5EF4-FFF2-40B4-BE49-F238E27FC236}">
                  <a16:creationId xmlns:a16="http://schemas.microsoft.com/office/drawing/2014/main" id="{EC27D900-EA6B-4D3B-2FEE-462C8C7CC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4" y="3456"/>
              <a:ext cx="39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73" name="Rectangle 114">
              <a:extLst>
                <a:ext uri="{FF2B5EF4-FFF2-40B4-BE49-F238E27FC236}">
                  <a16:creationId xmlns:a16="http://schemas.microsoft.com/office/drawing/2014/main" id="{CBD6E307-2D63-2A29-7BAD-3E7CF7DEA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74" name="Rectangle 115">
              <a:extLst>
                <a:ext uri="{FF2B5EF4-FFF2-40B4-BE49-F238E27FC236}">
                  <a16:creationId xmlns:a16="http://schemas.microsoft.com/office/drawing/2014/main" id="{301D7A5C-22EA-361A-FB08-49F953A3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75" name="Rectangle 116">
              <a:extLst>
                <a:ext uri="{FF2B5EF4-FFF2-40B4-BE49-F238E27FC236}">
                  <a16:creationId xmlns:a16="http://schemas.microsoft.com/office/drawing/2014/main" id="{6004215D-1184-A5A2-F407-C37B329FE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76" name="Line 117">
              <a:extLst>
                <a:ext uri="{FF2B5EF4-FFF2-40B4-BE49-F238E27FC236}">
                  <a16:creationId xmlns:a16="http://schemas.microsoft.com/office/drawing/2014/main" id="{6A334001-C450-B21B-9617-E41A5A724C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4" y="4074"/>
              <a:ext cx="326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37977" name="Text Box 118">
              <a:extLst>
                <a:ext uri="{FF2B5EF4-FFF2-40B4-BE49-F238E27FC236}">
                  <a16:creationId xmlns:a16="http://schemas.microsoft.com/office/drawing/2014/main" id="{E36773E1-0F53-BC07-A5CC-16AAB75DD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3734"/>
              <a:ext cx="786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>
                  <a:solidFill>
                    <a:srgbClr val="0000CC"/>
                  </a:solidFill>
                </a:rPr>
                <a:t>Pegar mexilhões </a:t>
              </a:r>
            </a:p>
          </p:txBody>
        </p:sp>
        <p:pic>
          <p:nvPicPr>
            <p:cNvPr id="37978" name="Picture 119" descr="Abrindo dispositivo">
              <a:extLst>
                <a:ext uri="{FF2B5EF4-FFF2-40B4-BE49-F238E27FC236}">
                  <a16:creationId xmlns:a16="http://schemas.microsoft.com/office/drawing/2014/main" id="{600C55BE-D32E-6489-BC0F-857AEECB23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" y="3785"/>
              <a:ext cx="21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79" name="Picture 120" descr="Fluxo de material">
              <a:extLst>
                <a:ext uri="{FF2B5EF4-FFF2-40B4-BE49-F238E27FC236}">
                  <a16:creationId xmlns:a16="http://schemas.microsoft.com/office/drawing/2014/main" id="{6A33C59D-1766-88FF-5CE4-8873ED383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794"/>
              <a:ext cx="36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80" name="Picture 121" descr="Com ferramenta">
              <a:extLst>
                <a:ext uri="{FF2B5EF4-FFF2-40B4-BE49-F238E27FC236}">
                  <a16:creationId xmlns:a16="http://schemas.microsoft.com/office/drawing/2014/main" id="{9B550574-42CE-0E08-10E2-7996717D8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9" y="3775"/>
              <a:ext cx="240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81" name="Rectangle 123">
              <a:extLst>
                <a:ext uri="{FF2B5EF4-FFF2-40B4-BE49-F238E27FC236}">
                  <a16:creationId xmlns:a16="http://schemas.microsoft.com/office/drawing/2014/main" id="{478865ED-E08D-3F84-04AB-C01F17134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1993"/>
              <a:ext cx="512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82" name="Rectangle 124">
              <a:extLst>
                <a:ext uri="{FF2B5EF4-FFF2-40B4-BE49-F238E27FC236}">
                  <a16:creationId xmlns:a16="http://schemas.microsoft.com/office/drawing/2014/main" id="{19743B21-D422-041D-40CB-182281AC4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1993"/>
              <a:ext cx="509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83" name="Rectangle 125">
              <a:extLst>
                <a:ext uri="{FF2B5EF4-FFF2-40B4-BE49-F238E27FC236}">
                  <a16:creationId xmlns:a16="http://schemas.microsoft.com/office/drawing/2014/main" id="{13B6C497-E717-4293-7A38-D0BEC31D3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7984" name="Rectangle 126">
              <a:extLst>
                <a:ext uri="{FF2B5EF4-FFF2-40B4-BE49-F238E27FC236}">
                  <a16:creationId xmlns:a16="http://schemas.microsoft.com/office/drawing/2014/main" id="{EEE99ECC-6253-077E-46D3-680294E2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1993"/>
              <a:ext cx="51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pic>
          <p:nvPicPr>
            <p:cNvPr id="37985" name="Picture 128" descr="Tambor horizontal">
              <a:extLst>
                <a:ext uri="{FF2B5EF4-FFF2-40B4-BE49-F238E27FC236}">
                  <a16:creationId xmlns:a16="http://schemas.microsoft.com/office/drawing/2014/main" id="{A8ECCD3B-7C81-9BD4-28A2-55906E804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5" y="1202"/>
              <a:ext cx="23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86" name="Picture 129" descr="Tambor rotativo">
              <a:extLst>
                <a:ext uri="{FF2B5EF4-FFF2-40B4-BE49-F238E27FC236}">
                  <a16:creationId xmlns:a16="http://schemas.microsoft.com/office/drawing/2014/main" id="{D8ADD63B-C7AD-6A7E-6DD1-F0F83E008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8" y="1577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87" name="Picture 130" descr="Tambor rotativo">
              <a:extLst>
                <a:ext uri="{FF2B5EF4-FFF2-40B4-BE49-F238E27FC236}">
                  <a16:creationId xmlns:a16="http://schemas.microsoft.com/office/drawing/2014/main" id="{0E5B6682-4408-AF5A-6AD2-0451360264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1577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88" name="Picture 131" descr="Pelo eixo">
              <a:extLst>
                <a:ext uri="{FF2B5EF4-FFF2-40B4-BE49-F238E27FC236}">
                  <a16:creationId xmlns:a16="http://schemas.microsoft.com/office/drawing/2014/main" id="{4CF50278-9DF8-9548-C484-92446A6DC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3" y="1557"/>
              <a:ext cx="19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89" name="Picture 132" descr="Pelo eixo">
              <a:extLst>
                <a:ext uri="{FF2B5EF4-FFF2-40B4-BE49-F238E27FC236}">
                  <a16:creationId xmlns:a16="http://schemas.microsoft.com/office/drawing/2014/main" id="{120BB013-9C1A-3089-EAD8-0BEC8C197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9" y="1558"/>
              <a:ext cx="19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0" name="Picture 133" descr="Escova">
              <a:extLst>
                <a:ext uri="{FF2B5EF4-FFF2-40B4-BE49-F238E27FC236}">
                  <a16:creationId xmlns:a16="http://schemas.microsoft.com/office/drawing/2014/main" id="{16E1E69D-6DCF-E7E6-74D3-E106F9AE5D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1" y="1975"/>
              <a:ext cx="1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1" name="Picture 134" descr="Escova">
              <a:extLst>
                <a:ext uri="{FF2B5EF4-FFF2-40B4-BE49-F238E27FC236}">
                  <a16:creationId xmlns:a16="http://schemas.microsoft.com/office/drawing/2014/main" id="{FCFBE844-2606-A89C-483B-F576E57C50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6" y="1984"/>
              <a:ext cx="1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2" name="Picture 135" descr="Escova">
              <a:extLst>
                <a:ext uri="{FF2B5EF4-FFF2-40B4-BE49-F238E27FC236}">
                  <a16:creationId xmlns:a16="http://schemas.microsoft.com/office/drawing/2014/main" id="{451A36DF-51DA-4FA4-320C-5791C9F385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0" y="1984"/>
              <a:ext cx="1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3" name="Picture 136" descr="Tambor com grades">
              <a:extLst>
                <a:ext uri="{FF2B5EF4-FFF2-40B4-BE49-F238E27FC236}">
                  <a16:creationId xmlns:a16="http://schemas.microsoft.com/office/drawing/2014/main" id="{AB7E28A0-638D-5559-9731-CC5DBBFB0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3" y="1966"/>
              <a:ext cx="28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4" name="Picture 137" descr="Banho de agua">
              <a:extLst>
                <a:ext uri="{FF2B5EF4-FFF2-40B4-BE49-F238E27FC236}">
                  <a16:creationId xmlns:a16="http://schemas.microsoft.com/office/drawing/2014/main" id="{F144E2B3-1348-5FA1-2432-711377EDE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9" y="2400"/>
              <a:ext cx="36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5" name="Picture 138" descr="Ducha">
              <a:extLst>
                <a:ext uri="{FF2B5EF4-FFF2-40B4-BE49-F238E27FC236}">
                  <a16:creationId xmlns:a16="http://schemas.microsoft.com/office/drawing/2014/main" id="{45B1284E-9BCD-8C97-94E9-000002FC5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7" y="2400"/>
              <a:ext cx="25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6" name="Picture 139" descr="Banho de agua">
              <a:extLst>
                <a:ext uri="{FF2B5EF4-FFF2-40B4-BE49-F238E27FC236}">
                  <a16:creationId xmlns:a16="http://schemas.microsoft.com/office/drawing/2014/main" id="{3C7B7CA3-9BDD-5A01-4DD1-722B1901EE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" y="2412"/>
              <a:ext cx="36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7" name="Picture 140" descr="Banho de agua">
              <a:extLst>
                <a:ext uri="{FF2B5EF4-FFF2-40B4-BE49-F238E27FC236}">
                  <a16:creationId xmlns:a16="http://schemas.microsoft.com/office/drawing/2014/main" id="{605F3CA9-C2B9-2B18-758E-0FCF45F3CD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" y="2412"/>
              <a:ext cx="36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8" name="Picture 141" descr="Grade">
              <a:extLst>
                <a:ext uri="{FF2B5EF4-FFF2-40B4-BE49-F238E27FC236}">
                  <a16:creationId xmlns:a16="http://schemas.microsoft.com/office/drawing/2014/main" id="{AF59A26B-4BCE-C198-93B3-6034D9D13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4" y="2765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9" name="Picture 143" descr="Grade">
              <a:extLst>
                <a:ext uri="{FF2B5EF4-FFF2-40B4-BE49-F238E27FC236}">
                  <a16:creationId xmlns:a16="http://schemas.microsoft.com/office/drawing/2014/main" id="{4A5612A5-3607-B12B-52CC-318AB7A8D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3" y="2763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0" name="Picture 144" descr="Grade">
              <a:extLst>
                <a:ext uri="{FF2B5EF4-FFF2-40B4-BE49-F238E27FC236}">
                  <a16:creationId xmlns:a16="http://schemas.microsoft.com/office/drawing/2014/main" id="{C9098563-E9A6-744D-1789-43C7345EB6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5" y="2775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1" name="Picture 145" descr="Grade">
              <a:extLst>
                <a:ext uri="{FF2B5EF4-FFF2-40B4-BE49-F238E27FC236}">
                  <a16:creationId xmlns:a16="http://schemas.microsoft.com/office/drawing/2014/main" id="{32650CC0-2CB6-3A7A-B218-B44F9EAFFE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5" y="2760"/>
              <a:ext cx="39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2" name="Picture 148" descr="Tubulacao 2">
              <a:extLst>
                <a:ext uri="{FF2B5EF4-FFF2-40B4-BE49-F238E27FC236}">
                  <a16:creationId xmlns:a16="http://schemas.microsoft.com/office/drawing/2014/main" id="{364F9E1F-DEAB-6554-F6B6-B3E7DB1197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9" y="3103"/>
              <a:ext cx="22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3" name="Picture 149" descr="Sistema de esgot">
              <a:extLst>
                <a:ext uri="{FF2B5EF4-FFF2-40B4-BE49-F238E27FC236}">
                  <a16:creationId xmlns:a16="http://schemas.microsoft.com/office/drawing/2014/main" id="{0426B7CD-09AF-68ED-C3AF-D90708782A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5" y="3468"/>
              <a:ext cx="39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4" name="Picture 150" descr="Recircular">
              <a:extLst>
                <a:ext uri="{FF2B5EF4-FFF2-40B4-BE49-F238E27FC236}">
                  <a16:creationId xmlns:a16="http://schemas.microsoft.com/office/drawing/2014/main" id="{8F59EDB3-37F1-9F30-D201-26C1952BC8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3451"/>
              <a:ext cx="23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5" name="Picture 151" descr="Tanque">
              <a:extLst>
                <a:ext uri="{FF2B5EF4-FFF2-40B4-BE49-F238E27FC236}">
                  <a16:creationId xmlns:a16="http://schemas.microsoft.com/office/drawing/2014/main" id="{3A355C44-DF72-B191-A5A9-FD3C224E21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8" y="3441"/>
              <a:ext cx="28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6" name="Picture 152" descr="Fluxo de material">
              <a:extLst>
                <a:ext uri="{FF2B5EF4-FFF2-40B4-BE49-F238E27FC236}">
                  <a16:creationId xmlns:a16="http://schemas.microsoft.com/office/drawing/2014/main" id="{D17B0E20-AE89-4E5B-F6C4-09E01072D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4" y="3788"/>
              <a:ext cx="36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7" name="Picture 153" descr="Com ferramenta">
              <a:extLst>
                <a:ext uri="{FF2B5EF4-FFF2-40B4-BE49-F238E27FC236}">
                  <a16:creationId xmlns:a16="http://schemas.microsoft.com/office/drawing/2014/main" id="{8CD1F639-7F01-3EBF-5EF0-4C02C7D86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1" y="3788"/>
              <a:ext cx="240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08" name="Picture 155" descr="Abrindo dispositivo">
              <a:extLst>
                <a:ext uri="{FF2B5EF4-FFF2-40B4-BE49-F238E27FC236}">
                  <a16:creationId xmlns:a16="http://schemas.microsoft.com/office/drawing/2014/main" id="{8947C76C-BFF0-EF61-D13D-8C8ECCED3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5" y="3788"/>
              <a:ext cx="21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892" name="Group 164">
            <a:extLst>
              <a:ext uri="{FF2B5EF4-FFF2-40B4-BE49-F238E27FC236}">
                <a16:creationId xmlns:a16="http://schemas.microsoft.com/office/drawing/2014/main" id="{814893B4-7042-F37D-511B-CA3025D83E89}"/>
              </a:ext>
            </a:extLst>
          </p:cNvPr>
          <p:cNvGrpSpPr>
            <a:grpSpLocks/>
          </p:cNvGrpSpPr>
          <p:nvPr/>
        </p:nvGrpSpPr>
        <p:grpSpPr bwMode="auto">
          <a:xfrm>
            <a:off x="4624388" y="1435100"/>
            <a:ext cx="3573462" cy="311150"/>
            <a:chOff x="2913" y="904"/>
            <a:chExt cx="2251" cy="196"/>
          </a:xfrm>
        </p:grpSpPr>
        <p:sp>
          <p:nvSpPr>
            <p:cNvPr id="37894" name="Text Box 158">
              <a:extLst>
                <a:ext uri="{FF2B5EF4-FFF2-40B4-BE49-F238E27FC236}">
                  <a16:creationId xmlns:a16="http://schemas.microsoft.com/office/drawing/2014/main" id="{9A1272DA-0477-E8A3-7595-11177FB20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2" y="904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3</a:t>
              </a:r>
            </a:p>
          </p:txBody>
        </p:sp>
        <p:sp>
          <p:nvSpPr>
            <p:cNvPr id="37895" name="Text Box 159">
              <a:extLst>
                <a:ext uri="{FF2B5EF4-FFF2-40B4-BE49-F238E27FC236}">
                  <a16:creationId xmlns:a16="http://schemas.microsoft.com/office/drawing/2014/main" id="{2F9D45D6-D90F-2150-DBB2-445ED86CA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" y="905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1</a:t>
              </a:r>
            </a:p>
          </p:txBody>
        </p:sp>
        <p:sp>
          <p:nvSpPr>
            <p:cNvPr id="37896" name="Text Box 160">
              <a:extLst>
                <a:ext uri="{FF2B5EF4-FFF2-40B4-BE49-F238E27FC236}">
                  <a16:creationId xmlns:a16="http://schemas.microsoft.com/office/drawing/2014/main" id="{2DBDED3C-124B-4A37-4F93-1E0D7213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905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2</a:t>
              </a:r>
            </a:p>
          </p:txBody>
        </p:sp>
        <p:sp>
          <p:nvSpPr>
            <p:cNvPr id="37897" name="Text Box 161">
              <a:extLst>
                <a:ext uri="{FF2B5EF4-FFF2-40B4-BE49-F238E27FC236}">
                  <a16:creationId xmlns:a16="http://schemas.microsoft.com/office/drawing/2014/main" id="{8A8DA974-A95F-E164-C03D-477CF82D1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906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5</a:t>
              </a:r>
            </a:p>
          </p:txBody>
        </p:sp>
        <p:sp>
          <p:nvSpPr>
            <p:cNvPr id="37898" name="Text Box 162">
              <a:extLst>
                <a:ext uri="{FF2B5EF4-FFF2-40B4-BE49-F238E27FC236}">
                  <a16:creationId xmlns:a16="http://schemas.microsoft.com/office/drawing/2014/main" id="{0C2A0F34-12D9-F34B-650A-1DAF46B53C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5" y="907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4</a:t>
              </a:r>
            </a:p>
          </p:txBody>
        </p:sp>
        <p:sp>
          <p:nvSpPr>
            <p:cNvPr id="37899" name="Text Box 163">
              <a:extLst>
                <a:ext uri="{FF2B5EF4-FFF2-40B4-BE49-F238E27FC236}">
                  <a16:creationId xmlns:a16="http://schemas.microsoft.com/office/drawing/2014/main" id="{EB4DE249-89A3-2437-749C-5D1F31158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6" y="908"/>
              <a:ext cx="1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1400" b="1">
                  <a:solidFill>
                    <a:srgbClr val="0000CC"/>
                  </a:solidFill>
                </a:rPr>
                <a:t>6</a:t>
              </a:r>
            </a:p>
          </p:txBody>
        </p:sp>
      </p:grpSp>
      <p:sp>
        <p:nvSpPr>
          <p:cNvPr id="37893" name="Ink 166">
            <a:extLst>
              <a:ext uri="{FF2B5EF4-FFF2-40B4-BE49-F238E27FC236}">
                <a16:creationId xmlns:a16="http://schemas.microsoft.com/office/drawing/2014/main" id="{E96ACA49-5608-AC31-7863-733BE233D636}"/>
              </a:ext>
            </a:extLst>
          </p:cNvPr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3124200" y="6535738"/>
            <a:ext cx="5457825" cy="139700"/>
          </a:xfrm>
          <a:custGeom>
            <a:avLst/>
            <a:gdLst>
              <a:gd name="T0" fmla="*/ 0 w 15163"/>
              <a:gd name="T1" fmla="*/ 2147483646 h 391"/>
              <a:gd name="T2" fmla="*/ 2147483646 w 15163"/>
              <a:gd name="T3" fmla="*/ 2147483646 h 391"/>
              <a:gd name="T4" fmla="*/ 2147483646 w 15163"/>
              <a:gd name="T5" fmla="*/ 2147483646 h 391"/>
              <a:gd name="T6" fmla="*/ 2147483646 w 15163"/>
              <a:gd name="T7" fmla="*/ 2147483646 h 391"/>
              <a:gd name="T8" fmla="*/ 2147483646 w 15163"/>
              <a:gd name="T9" fmla="*/ 2147483646 h 391"/>
              <a:gd name="T10" fmla="*/ 2147483646 w 15163"/>
              <a:gd name="T11" fmla="*/ 2147483646 h 391"/>
              <a:gd name="T12" fmla="*/ 2147483646 w 15163"/>
              <a:gd name="T13" fmla="*/ 2147483646 h 391"/>
              <a:gd name="T14" fmla="*/ 2147483646 w 15163"/>
              <a:gd name="T15" fmla="*/ 2147483646 h 391"/>
              <a:gd name="T16" fmla="*/ 2147483646 w 15163"/>
              <a:gd name="T17" fmla="*/ 2147483646 h 391"/>
              <a:gd name="T18" fmla="*/ 2147483646 w 15163"/>
              <a:gd name="T19" fmla="*/ 2147483646 h 391"/>
              <a:gd name="T20" fmla="*/ 2147483646 w 15163"/>
              <a:gd name="T21" fmla="*/ 2147483646 h 391"/>
              <a:gd name="T22" fmla="*/ 2147483646 w 15163"/>
              <a:gd name="T23" fmla="*/ 2147483646 h 391"/>
              <a:gd name="T24" fmla="*/ 2147483646 w 15163"/>
              <a:gd name="T25" fmla="*/ 2147483646 h 391"/>
              <a:gd name="T26" fmla="*/ 2147483646 w 15163"/>
              <a:gd name="T27" fmla="*/ 2147483646 h 391"/>
              <a:gd name="T28" fmla="*/ 2147483646 w 15163"/>
              <a:gd name="T29" fmla="*/ 2147483646 h 391"/>
              <a:gd name="T30" fmla="*/ 2147483646 w 15163"/>
              <a:gd name="T31" fmla="*/ 2147483646 h 391"/>
              <a:gd name="T32" fmla="*/ 2147483646 w 15163"/>
              <a:gd name="T33" fmla="*/ 2147483646 h 391"/>
              <a:gd name="T34" fmla="*/ 2147483646 w 15163"/>
              <a:gd name="T35" fmla="*/ 2147483646 h 391"/>
              <a:gd name="T36" fmla="*/ 2147483646 w 15163"/>
              <a:gd name="T37" fmla="*/ 2147483646 h 391"/>
              <a:gd name="T38" fmla="*/ 2147483646 w 15163"/>
              <a:gd name="T39" fmla="*/ 2147483646 h 39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5163" h="391" extrusionOk="0">
                <a:moveTo>
                  <a:pt x="0" y="309"/>
                </a:moveTo>
                <a:cubicBezTo>
                  <a:pt x="56" y="307"/>
                  <a:pt x="131" y="327"/>
                  <a:pt x="189" y="321"/>
                </a:cubicBezTo>
                <a:cubicBezTo>
                  <a:pt x="338" y="306"/>
                  <a:pt x="391" y="273"/>
                  <a:pt x="532" y="219"/>
                </a:cubicBezTo>
                <a:cubicBezTo>
                  <a:pt x="720" y="147"/>
                  <a:pt x="825" y="121"/>
                  <a:pt x="1025" y="124"/>
                </a:cubicBezTo>
                <a:cubicBezTo>
                  <a:pt x="1349" y="129"/>
                  <a:pt x="1702" y="241"/>
                  <a:pt x="2017" y="204"/>
                </a:cubicBezTo>
                <a:cubicBezTo>
                  <a:pt x="2241" y="178"/>
                  <a:pt x="2485" y="248"/>
                  <a:pt x="2658" y="228"/>
                </a:cubicBezTo>
                <a:cubicBezTo>
                  <a:pt x="2879" y="202"/>
                  <a:pt x="3002" y="136"/>
                  <a:pt x="3236" y="138"/>
                </a:cubicBezTo>
                <a:cubicBezTo>
                  <a:pt x="3567" y="141"/>
                  <a:pt x="3887" y="123"/>
                  <a:pt x="4218" y="141"/>
                </a:cubicBezTo>
                <a:cubicBezTo>
                  <a:pt x="4906" y="177"/>
                  <a:pt x="5583" y="92"/>
                  <a:pt x="6275" y="134"/>
                </a:cubicBezTo>
                <a:cubicBezTo>
                  <a:pt x="6676" y="158"/>
                  <a:pt x="7052" y="147"/>
                  <a:pt x="7451" y="122"/>
                </a:cubicBezTo>
                <a:cubicBezTo>
                  <a:pt x="7949" y="91"/>
                  <a:pt x="8459" y="53"/>
                  <a:pt x="8957" y="46"/>
                </a:cubicBezTo>
                <a:cubicBezTo>
                  <a:pt x="9207" y="42"/>
                  <a:pt x="9409" y="101"/>
                  <a:pt x="9646" y="158"/>
                </a:cubicBezTo>
                <a:cubicBezTo>
                  <a:pt x="10076" y="261"/>
                  <a:pt x="10590" y="208"/>
                  <a:pt x="11036" y="183"/>
                </a:cubicBezTo>
                <a:cubicBezTo>
                  <a:pt x="11285" y="169"/>
                  <a:pt x="11611" y="-38"/>
                  <a:pt x="11843" y="4"/>
                </a:cubicBezTo>
                <a:cubicBezTo>
                  <a:pt x="11950" y="23"/>
                  <a:pt x="12070" y="115"/>
                  <a:pt x="12180" y="151"/>
                </a:cubicBezTo>
                <a:cubicBezTo>
                  <a:pt x="12451" y="238"/>
                  <a:pt x="12645" y="305"/>
                  <a:pt x="12929" y="272"/>
                </a:cubicBezTo>
                <a:cubicBezTo>
                  <a:pt x="13311" y="227"/>
                  <a:pt x="13691" y="96"/>
                  <a:pt x="14078" y="97"/>
                </a:cubicBezTo>
                <a:cubicBezTo>
                  <a:pt x="14366" y="98"/>
                  <a:pt x="14499" y="294"/>
                  <a:pt x="14750" y="339"/>
                </a:cubicBezTo>
                <a:cubicBezTo>
                  <a:pt x="14846" y="356"/>
                  <a:pt x="14953" y="277"/>
                  <a:pt x="15046" y="302"/>
                </a:cubicBezTo>
                <a:cubicBezTo>
                  <a:pt x="15112" y="320"/>
                  <a:pt x="15060" y="365"/>
                  <a:pt x="15126" y="384"/>
                </a:cubicBezTo>
              </a:path>
            </a:pathLst>
          </a:custGeom>
          <a:noFill/>
          <a:ln w="1905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ítulo 1">
            <a:extLst>
              <a:ext uri="{FF2B5EF4-FFF2-40B4-BE49-F238E27FC236}">
                <a16:creationId xmlns:a16="http://schemas.microsoft.com/office/drawing/2014/main" id="{97B1759F-508A-02C5-3389-9B28C9502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sp>
        <p:nvSpPr>
          <p:cNvPr id="39938" name="Espaço Reservado para Conteúdo 2">
            <a:extLst>
              <a:ext uri="{FF2B5EF4-FFF2-40B4-BE49-F238E27FC236}">
                <a16:creationId xmlns:a16="http://schemas.microsoft.com/office/drawing/2014/main" id="{7FCD766F-46DC-3358-21CC-7BF7A4362F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pic>
        <p:nvPicPr>
          <p:cNvPr id="39939" name="image08.png">
            <a:extLst>
              <a:ext uri="{FF2B5EF4-FFF2-40B4-BE49-F238E27FC236}">
                <a16:creationId xmlns:a16="http://schemas.microsoft.com/office/drawing/2014/main" id="{4E476576-8ECC-4D27-C2CC-1B6E296BB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511300"/>
            <a:ext cx="5400675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ítulo 1">
            <a:extLst>
              <a:ext uri="{FF2B5EF4-FFF2-40B4-BE49-F238E27FC236}">
                <a16:creationId xmlns:a16="http://schemas.microsoft.com/office/drawing/2014/main" id="{C65F7411-6630-C5B2-E8D6-E40AE0226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sp>
        <p:nvSpPr>
          <p:cNvPr id="40962" name="Espaço Reservado para Conteúdo 2">
            <a:extLst>
              <a:ext uri="{FF2B5EF4-FFF2-40B4-BE49-F238E27FC236}">
                <a16:creationId xmlns:a16="http://schemas.microsoft.com/office/drawing/2014/main" id="{56657072-1CA0-447C-BF71-7402E0352B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pic>
        <p:nvPicPr>
          <p:cNvPr id="40963" name="image15.png">
            <a:extLst>
              <a:ext uri="{FF2B5EF4-FFF2-40B4-BE49-F238E27FC236}">
                <a16:creationId xmlns:a16="http://schemas.microsoft.com/office/drawing/2014/main" id="{7A96ABFC-8C8F-E110-400F-BD622AC4C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701800"/>
            <a:ext cx="5400675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F957D95D-06CF-7887-A2F3-9EFC4672A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sz="3200">
                <a:ea typeface="ＭＳ Ｐゴシック" panose="020B0600070205080204" pitchFamily="34" charset="-128"/>
              </a:rPr>
              <a:t>Métodos p/ Comb. de Soluções</a:t>
            </a:r>
            <a:endParaRPr lang="pt-BR" altLang="pt-BR" sz="3200">
              <a:ea typeface="ＭＳ Ｐゴシック" panose="020B0600070205080204" pitchFamily="34" charset="-128"/>
            </a:endParaRPr>
          </a:p>
        </p:txBody>
      </p:sp>
      <p:pic>
        <p:nvPicPr>
          <p:cNvPr id="41986" name="Espaço Reservado para Conteúdo 5">
            <a:extLst>
              <a:ext uri="{FF2B5EF4-FFF2-40B4-BE49-F238E27FC236}">
                <a16:creationId xmlns:a16="http://schemas.microsoft.com/office/drawing/2014/main" id="{94CBF1FA-67CC-672A-FB4F-74740356BD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1688" y="1785938"/>
            <a:ext cx="5065712" cy="4164012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B398A4E1-C22A-AD56-44E2-19B597745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1938" cy="706438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Ferramentas auxiliares para a definição de módulos 1/2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BF0EFD89-11FF-A6EF-BE53-C46A4F0AF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413" y="893763"/>
            <a:ext cx="8574087" cy="796925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Matriz Indicadora de Módulos (MIM)</a:t>
            </a:r>
          </a:p>
        </p:txBody>
      </p:sp>
      <p:sp>
        <p:nvSpPr>
          <p:cNvPr id="44035" name="Rectangle 5">
            <a:extLst>
              <a:ext uri="{FF2B5EF4-FFF2-40B4-BE49-F238E27FC236}">
                <a16:creationId xmlns:a16="http://schemas.microsoft.com/office/drawing/2014/main" id="{6C1E39F2-48FD-98FB-9606-D92870B7E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4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61F92E1D-9DAA-D7A3-8300-6FD5CEA00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2913" y="1292225"/>
          <a:ext cx="5975350" cy="537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13004800" imgH="13398500" progId="Word.Picture.8">
                  <p:embed/>
                </p:oleObj>
              </mc:Choice>
              <mc:Fallback>
                <p:oleObj name="Figura" r:id="rId3" imgW="13004800" imgH="133985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3292"/>
                      <a:stretch>
                        <a:fillRect/>
                      </a:stretch>
                    </p:blipFill>
                    <p:spPr bwMode="auto">
                      <a:xfrm>
                        <a:off x="1712913" y="1292225"/>
                        <a:ext cx="5975350" cy="537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CF75B40-609F-D5D1-E0D4-8F6E00333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1938" cy="706438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Ferramentas auxiliares para a definição de módulos 2/2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CC1B695-6683-A7FE-D48B-B577D75CF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13" y="887413"/>
            <a:ext cx="8574087" cy="652462"/>
          </a:xfrm>
        </p:spPr>
        <p:txBody>
          <a:bodyPr/>
          <a:lstStyle/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Matriz de Interfaces</a:t>
            </a:r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1EDF8F16-62F8-69BF-0E64-63AB7AD5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4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46084" name="Rectangle 7">
            <a:extLst>
              <a:ext uri="{FF2B5EF4-FFF2-40B4-BE49-F238E27FC236}">
                <a16:creationId xmlns:a16="http://schemas.microsoft.com/office/drawing/2014/main" id="{68A39415-ABB4-3E8A-941E-593A18E50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46085" name="Object 6">
            <a:extLst>
              <a:ext uri="{FF2B5EF4-FFF2-40B4-BE49-F238E27FC236}">
                <a16:creationId xmlns:a16="http://schemas.microsoft.com/office/drawing/2014/main" id="{34AE9197-9D68-723E-E7C6-D6F97AE285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275" y="1852613"/>
          <a:ext cx="8239125" cy="416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2880000" imgH="103136700" progId="Unknown">
                  <p:embed/>
                </p:oleObj>
              </mc:Choice>
              <mc:Fallback>
                <p:oleObj r:id="rId3" imgW="182880000" imgH="103136700" progId="Unknown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144" b="4791"/>
                      <a:stretch>
                        <a:fillRect/>
                      </a:stretch>
                    </p:blipFill>
                    <p:spPr bwMode="auto">
                      <a:xfrm>
                        <a:off x="422275" y="1852613"/>
                        <a:ext cx="8239125" cy="416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ítulo 1">
            <a:extLst>
              <a:ext uri="{FF2B5EF4-FFF2-40B4-BE49-F238E27FC236}">
                <a16:creationId xmlns:a16="http://schemas.microsoft.com/office/drawing/2014/main" id="{B2322A3C-D18A-E038-D79B-B8BA116CA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>
                <a:ea typeface="ＭＳ Ｐゴシック" panose="020B0600070205080204" pitchFamily="34" charset="-128"/>
              </a:rPr>
              <a:t>CONCEPÇÕES INICIAIS</a:t>
            </a:r>
          </a:p>
        </p:txBody>
      </p:sp>
      <p:sp>
        <p:nvSpPr>
          <p:cNvPr id="48130" name="Espaço Reservado para Conteúdo 2">
            <a:extLst>
              <a:ext uri="{FF2B5EF4-FFF2-40B4-BE49-F238E27FC236}">
                <a16:creationId xmlns:a16="http://schemas.microsoft.com/office/drawing/2014/main" id="{7E95F3A0-ADC7-6143-7867-16DB4E4C5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>
              <a:ea typeface="ＭＳ Ｐゴシック" panose="020B0600070205080204" pitchFamily="34" charset="-128"/>
            </a:endParaRPr>
          </a:p>
        </p:txBody>
      </p:sp>
      <p:pic>
        <p:nvPicPr>
          <p:cNvPr id="48131" name="Imagem 3">
            <a:extLst>
              <a:ext uri="{FF2B5EF4-FFF2-40B4-BE49-F238E27FC236}">
                <a16:creationId xmlns:a16="http://schemas.microsoft.com/office/drawing/2014/main" id="{CBE26011-0CC8-DF56-25C7-11C03A25F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55800"/>
            <a:ext cx="1658938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Imagem 4">
            <a:extLst>
              <a:ext uri="{FF2B5EF4-FFF2-40B4-BE49-F238E27FC236}">
                <a16:creationId xmlns:a16="http://schemas.microsoft.com/office/drawing/2014/main" id="{A5DBFCDA-607C-4F18-7AB2-FD963359F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2328863"/>
            <a:ext cx="2524125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Imagem 5">
            <a:extLst>
              <a:ext uri="{FF2B5EF4-FFF2-40B4-BE49-F238E27FC236}">
                <a16:creationId xmlns:a16="http://schemas.microsoft.com/office/drawing/2014/main" id="{4F57815A-3FB6-04E3-F521-8EE9F9702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2416175"/>
            <a:ext cx="248285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CaixaDeTexto 6">
            <a:extLst>
              <a:ext uri="{FF2B5EF4-FFF2-40B4-BE49-F238E27FC236}">
                <a16:creationId xmlns:a16="http://schemas.microsoft.com/office/drawing/2014/main" id="{8B09FD10-913D-DDDD-6A01-67C7EE93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3" y="5238750"/>
            <a:ext cx="2625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Concepção A</a:t>
            </a:r>
          </a:p>
        </p:txBody>
      </p:sp>
      <p:sp>
        <p:nvSpPr>
          <p:cNvPr id="48135" name="CaixaDeTexto 7">
            <a:extLst>
              <a:ext uri="{FF2B5EF4-FFF2-40B4-BE49-F238E27FC236}">
                <a16:creationId xmlns:a16="http://schemas.microsoft.com/office/drawing/2014/main" id="{6B43049F-3330-6766-3A47-94DC27703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238750"/>
            <a:ext cx="2627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Concepção B</a:t>
            </a:r>
          </a:p>
        </p:txBody>
      </p:sp>
      <p:sp>
        <p:nvSpPr>
          <p:cNvPr id="48136" name="CaixaDeTexto 8">
            <a:extLst>
              <a:ext uri="{FF2B5EF4-FFF2-40B4-BE49-F238E27FC236}">
                <a16:creationId xmlns:a16="http://schemas.microsoft.com/office/drawing/2014/main" id="{067C5928-6DDE-AA58-1815-587779A49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5230813"/>
            <a:ext cx="2625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Concepção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5" ma:contentTypeDescription="Crie um novo documento." ma:contentTypeScope="" ma:versionID="03a2bb3a47b51376378bf08e532d75c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fa73517d4a9523936914bab2fc4498b3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68962-EFD3-4CBA-91C8-98C062C72397}"/>
</file>

<file path=customXml/itemProps2.xml><?xml version="1.0" encoding="utf-8"?>
<ds:datastoreItem xmlns:ds="http://schemas.openxmlformats.org/officeDocument/2006/customXml" ds:itemID="{9BE5B880-1EF3-4970-9729-2FE6BFCBDBAE}"/>
</file>

<file path=customXml/itemProps3.xml><?xml version="1.0" encoding="utf-8"?>
<ds:datastoreItem xmlns:ds="http://schemas.openxmlformats.org/officeDocument/2006/customXml" ds:itemID="{34BA3527-D0B3-479A-B3D0-17AB6FC6449A}"/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1033</Words>
  <Application>Microsoft Macintosh PowerPoint</Application>
  <PresentationFormat>Apresentação na tela (4:3)</PresentationFormat>
  <Paragraphs>408</Paragraphs>
  <Slides>27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ＭＳ Ｐゴシック</vt:lpstr>
      <vt:lpstr>Comic Sans MS</vt:lpstr>
      <vt:lpstr>Webdings</vt:lpstr>
      <vt:lpstr>Design padrão</vt:lpstr>
      <vt:lpstr>Microsoft Picture</vt:lpstr>
      <vt:lpstr>Unknown</vt:lpstr>
      <vt:lpstr>Universidade de Brasília Departamento de Engenharia de Produção Disciplina: Engenharia de Produto    </vt:lpstr>
      <vt:lpstr>PROJETO CONCEITUAL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Atividade: Desenvolver alternativas de solução para o produto 3/4</vt:lpstr>
      <vt:lpstr>Atividade: Desenvolver alternativas de solução para o produto 4/4</vt:lpstr>
      <vt:lpstr>Apresentação do PowerPoint</vt:lpstr>
      <vt:lpstr>Apresentação do PowerPoint</vt:lpstr>
      <vt:lpstr>Métodos p/ Comb. de Soluções</vt:lpstr>
      <vt:lpstr>Ferramentas auxiliares para a definição de módulos 1/2</vt:lpstr>
      <vt:lpstr>Ferramentas auxiliares para a definição de módulos 2/2</vt:lpstr>
      <vt:lpstr>CONCEPÇÕES INICIAIS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Andrea Cristina dos Santos</cp:lastModifiedBy>
  <cp:revision>7</cp:revision>
  <dcterms:created xsi:type="dcterms:W3CDTF">2016-05-02T17:02:20Z</dcterms:created>
  <dcterms:modified xsi:type="dcterms:W3CDTF">2023-06-14T21:06:04Z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
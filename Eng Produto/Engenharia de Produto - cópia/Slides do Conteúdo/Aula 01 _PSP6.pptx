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notesMasterIdLst>
    <p:notesMasterId r:id="rId13"/>
  </p:notesMasterIdLst>
  <p:sldIdLst>
    <p:sldId id="256" r:id="rId2"/>
    <p:sldId id="263" r:id="rId3"/>
    <p:sldId id="257" r:id="rId4"/>
    <p:sldId id="258" r:id="rId5"/>
    <p:sldId id="260" r:id="rId6"/>
    <p:sldId id="261" r:id="rId7"/>
    <p:sldId id="269" r:id="rId8"/>
    <p:sldId id="673" r:id="rId9"/>
    <p:sldId id="667" r:id="rId10"/>
    <p:sldId id="672" r:id="rId11"/>
    <p:sldId id="674" r:id="rId1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7AC0EE-099D-B44A-A36C-D84899B0A5B1}" v="10" dt="2024-10-14T16:53:06.8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861"/>
    <p:restoredTop sz="96104"/>
  </p:normalViewPr>
  <p:slideViewPr>
    <p:cSldViewPr snapToGrid="0">
      <p:cViewPr varScale="1">
        <p:scale>
          <a:sx n="115" d="100"/>
          <a:sy n="115" d="100"/>
        </p:scale>
        <p:origin x="760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Relationship Id="rId22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a Cristina Dos Santos" userId="c1f965dc-8845-4afc-9e32-8f70830fffd6" providerId="ADAL" clId="{E67AC0EE-099D-B44A-A36C-D84899B0A5B1}"/>
    <pc:docChg chg="custSel delSld modSld sldOrd">
      <pc:chgData name="Andrea Cristina Dos Santos" userId="c1f965dc-8845-4afc-9e32-8f70830fffd6" providerId="ADAL" clId="{E67AC0EE-099D-B44A-A36C-D84899B0A5B1}" dt="2024-10-14T16:57:04.407" v="106" actId="729"/>
      <pc:docMkLst>
        <pc:docMk/>
      </pc:docMkLst>
      <pc:sldChg chg="addSp delSp modSp mod">
        <pc:chgData name="Andrea Cristina Dos Santos" userId="c1f965dc-8845-4afc-9e32-8f70830fffd6" providerId="ADAL" clId="{E67AC0EE-099D-B44A-A36C-D84899B0A5B1}" dt="2024-10-14T16:48:42.366" v="6" actId="1076"/>
        <pc:sldMkLst>
          <pc:docMk/>
          <pc:sldMk cId="2410803606" sldId="257"/>
        </pc:sldMkLst>
        <pc:spChg chg="add del">
          <ac:chgData name="Andrea Cristina Dos Santos" userId="c1f965dc-8845-4afc-9e32-8f70830fffd6" providerId="ADAL" clId="{E67AC0EE-099D-B44A-A36C-D84899B0A5B1}" dt="2024-10-14T16:48:19.165" v="1" actId="478"/>
          <ac:spMkLst>
            <pc:docMk/>
            <pc:sldMk cId="2410803606" sldId="257"/>
            <ac:spMk id="2" creationId="{6EE26053-E0EF-7967-03AC-3F0ED14DB675}"/>
          </ac:spMkLst>
        </pc:spChg>
        <pc:spChg chg="add mod">
          <ac:chgData name="Andrea Cristina Dos Santos" userId="c1f965dc-8845-4afc-9e32-8f70830fffd6" providerId="ADAL" clId="{E67AC0EE-099D-B44A-A36C-D84899B0A5B1}" dt="2024-10-14T16:48:41.212" v="5" actId="1582"/>
          <ac:spMkLst>
            <pc:docMk/>
            <pc:sldMk cId="2410803606" sldId="257"/>
            <ac:spMk id="3" creationId="{3D20431E-0436-BC56-8FB8-1916750C6973}"/>
          </ac:spMkLst>
        </pc:spChg>
        <pc:picChg chg="mod">
          <ac:chgData name="Andrea Cristina Dos Santos" userId="c1f965dc-8845-4afc-9e32-8f70830fffd6" providerId="ADAL" clId="{E67AC0EE-099D-B44A-A36C-D84899B0A5B1}" dt="2024-10-14T16:48:42.366" v="6" actId="1076"/>
          <ac:picMkLst>
            <pc:docMk/>
            <pc:sldMk cId="2410803606" sldId="257"/>
            <ac:picMk id="1026" creationId="{7666936E-660E-D891-8521-918CE3C63A2E}"/>
          </ac:picMkLst>
        </pc:picChg>
      </pc:sldChg>
      <pc:sldChg chg="modSp mod">
        <pc:chgData name="Andrea Cristina Dos Santos" userId="c1f965dc-8845-4afc-9e32-8f70830fffd6" providerId="ADAL" clId="{E67AC0EE-099D-B44A-A36C-D84899B0A5B1}" dt="2024-10-14T16:52:10.938" v="82"/>
        <pc:sldMkLst>
          <pc:docMk/>
          <pc:sldMk cId="1887644102" sldId="258"/>
        </pc:sldMkLst>
        <pc:spChg chg="mod">
          <ac:chgData name="Andrea Cristina Dos Santos" userId="c1f965dc-8845-4afc-9e32-8f70830fffd6" providerId="ADAL" clId="{E67AC0EE-099D-B44A-A36C-D84899B0A5B1}" dt="2024-10-14T16:51:15.994" v="74" actId="1076"/>
          <ac:spMkLst>
            <pc:docMk/>
            <pc:sldMk cId="1887644102" sldId="258"/>
            <ac:spMk id="2" creationId="{38AB8F3B-8874-9F05-D75A-B31454FFEAAD}"/>
          </ac:spMkLst>
        </pc:spChg>
        <pc:spChg chg="mod">
          <ac:chgData name="Andrea Cristina Dos Santos" userId="c1f965dc-8845-4afc-9e32-8f70830fffd6" providerId="ADAL" clId="{E67AC0EE-099D-B44A-A36C-D84899B0A5B1}" dt="2024-10-14T16:52:10.938" v="82"/>
          <ac:spMkLst>
            <pc:docMk/>
            <pc:sldMk cId="1887644102" sldId="258"/>
            <ac:spMk id="3" creationId="{41C6FF1B-31DB-372A-11F1-1DCC1E6E0B66}"/>
          </ac:spMkLst>
        </pc:spChg>
      </pc:sldChg>
      <pc:sldChg chg="addSp modSp mod">
        <pc:chgData name="Andrea Cristina Dos Santos" userId="c1f965dc-8845-4afc-9e32-8f70830fffd6" providerId="ADAL" clId="{E67AC0EE-099D-B44A-A36C-D84899B0A5B1}" dt="2024-10-14T16:49:10.882" v="9" actId="26606"/>
        <pc:sldMkLst>
          <pc:docMk/>
          <pc:sldMk cId="3284179444" sldId="260"/>
        </pc:sldMkLst>
        <pc:spChg chg="add">
          <ac:chgData name="Andrea Cristina Dos Santos" userId="c1f965dc-8845-4afc-9e32-8f70830fffd6" providerId="ADAL" clId="{E67AC0EE-099D-B44A-A36C-D84899B0A5B1}" dt="2024-10-14T16:49:10.882" v="9" actId="26606"/>
          <ac:spMkLst>
            <pc:docMk/>
            <pc:sldMk cId="3284179444" sldId="260"/>
            <ac:spMk id="2055" creationId="{0205D939-00C4-4F2E-9797-3170DD040D90}"/>
          </ac:spMkLst>
        </pc:spChg>
        <pc:spChg chg="add">
          <ac:chgData name="Andrea Cristina Dos Santos" userId="c1f965dc-8845-4afc-9e32-8f70830fffd6" providerId="ADAL" clId="{E67AC0EE-099D-B44A-A36C-D84899B0A5B1}" dt="2024-10-14T16:49:10.882" v="9" actId="26606"/>
          <ac:spMkLst>
            <pc:docMk/>
            <pc:sldMk cId="3284179444" sldId="260"/>
            <ac:spMk id="2057" creationId="{38EE4E44-1403-472B-8C01-D354CB8F5AE7}"/>
          </ac:spMkLst>
        </pc:spChg>
        <pc:spChg chg="add">
          <ac:chgData name="Andrea Cristina Dos Santos" userId="c1f965dc-8845-4afc-9e32-8f70830fffd6" providerId="ADAL" clId="{E67AC0EE-099D-B44A-A36C-D84899B0A5B1}" dt="2024-10-14T16:49:10.882" v="9" actId="26606"/>
          <ac:spMkLst>
            <pc:docMk/>
            <pc:sldMk cId="3284179444" sldId="260"/>
            <ac:spMk id="2059" creationId="{583CCE40-4C5F-42D3-86D9-7892AD1E98E3}"/>
          </ac:spMkLst>
        </pc:spChg>
        <pc:picChg chg="add mod">
          <ac:chgData name="Andrea Cristina Dos Santos" userId="c1f965dc-8845-4afc-9e32-8f70830fffd6" providerId="ADAL" clId="{E67AC0EE-099D-B44A-A36C-D84899B0A5B1}" dt="2024-10-14T16:49:10.882" v="9" actId="26606"/>
          <ac:picMkLst>
            <pc:docMk/>
            <pc:sldMk cId="3284179444" sldId="260"/>
            <ac:picMk id="1026" creationId="{7E0F3DC3-AA23-DE24-429C-07DEF9AB3205}"/>
          </ac:picMkLst>
        </pc:picChg>
        <pc:picChg chg="mod">
          <ac:chgData name="Andrea Cristina Dos Santos" userId="c1f965dc-8845-4afc-9e32-8f70830fffd6" providerId="ADAL" clId="{E67AC0EE-099D-B44A-A36C-D84899B0A5B1}" dt="2024-10-14T16:49:10.882" v="9" actId="26606"/>
          <ac:picMkLst>
            <pc:docMk/>
            <pc:sldMk cId="3284179444" sldId="260"/>
            <ac:picMk id="2050" creationId="{54A57E96-233C-CCB5-0304-CF56302DA37A}"/>
          </ac:picMkLst>
        </pc:picChg>
      </pc:sldChg>
      <pc:sldChg chg="del ord">
        <pc:chgData name="Andrea Cristina Dos Santos" userId="c1f965dc-8845-4afc-9e32-8f70830fffd6" providerId="ADAL" clId="{E67AC0EE-099D-B44A-A36C-D84899B0A5B1}" dt="2024-10-14T16:52:44.626" v="83" actId="2696"/>
        <pc:sldMkLst>
          <pc:docMk/>
          <pc:sldMk cId="3824952676" sldId="262"/>
        </pc:sldMkLst>
      </pc:sldChg>
      <pc:sldChg chg="addSp delSp modSp mod ord chgLayout">
        <pc:chgData name="Andrea Cristina Dos Santos" userId="c1f965dc-8845-4afc-9e32-8f70830fffd6" providerId="ADAL" clId="{E67AC0EE-099D-B44A-A36C-D84899B0A5B1}" dt="2024-10-14T16:55:49.647" v="100" actId="1076"/>
        <pc:sldMkLst>
          <pc:docMk/>
          <pc:sldMk cId="2989319433" sldId="263"/>
        </pc:sldMkLst>
        <pc:spChg chg="add mod ord">
          <ac:chgData name="Andrea Cristina Dos Santos" userId="c1f965dc-8845-4afc-9e32-8f70830fffd6" providerId="ADAL" clId="{E67AC0EE-099D-B44A-A36C-D84899B0A5B1}" dt="2024-10-14T16:55:49.647" v="100" actId="1076"/>
          <ac:spMkLst>
            <pc:docMk/>
            <pc:sldMk cId="2989319433" sldId="263"/>
            <ac:spMk id="2" creationId="{04065CFB-CCB0-E1D6-1D5B-E1D6D365CFBD}"/>
          </ac:spMkLst>
        </pc:spChg>
        <pc:spChg chg="add del mod ord">
          <ac:chgData name="Andrea Cristina Dos Santos" userId="c1f965dc-8845-4afc-9e32-8f70830fffd6" providerId="ADAL" clId="{E67AC0EE-099D-B44A-A36C-D84899B0A5B1}" dt="2024-10-14T16:50:06.457" v="67" actId="478"/>
          <ac:spMkLst>
            <pc:docMk/>
            <pc:sldMk cId="2989319433" sldId="263"/>
            <ac:spMk id="3" creationId="{399E0791-11A6-C6C4-0338-592D7C34A763}"/>
          </ac:spMkLst>
        </pc:spChg>
        <pc:spChg chg="del mod">
          <ac:chgData name="Andrea Cristina Dos Santos" userId="c1f965dc-8845-4afc-9e32-8f70830fffd6" providerId="ADAL" clId="{E67AC0EE-099D-B44A-A36C-D84899B0A5B1}" dt="2024-10-14T16:50:54.350" v="72" actId="478"/>
          <ac:spMkLst>
            <pc:docMk/>
            <pc:sldMk cId="2989319433" sldId="263"/>
            <ac:spMk id="4" creationId="{87E8A8F3-90ED-6F2F-8A63-20E7473E4586}"/>
          </ac:spMkLst>
        </pc:spChg>
        <pc:picChg chg="mod">
          <ac:chgData name="Andrea Cristina Dos Santos" userId="c1f965dc-8845-4afc-9e32-8f70830fffd6" providerId="ADAL" clId="{E67AC0EE-099D-B44A-A36C-D84899B0A5B1}" dt="2024-10-14T16:50:48.738" v="70" actId="1076"/>
          <ac:picMkLst>
            <pc:docMk/>
            <pc:sldMk cId="2989319433" sldId="263"/>
            <ac:picMk id="5122" creationId="{361B9136-A544-2144-F824-9C337B90759D}"/>
          </ac:picMkLst>
        </pc:picChg>
      </pc:sldChg>
      <pc:sldChg chg="modSp mod">
        <pc:chgData name="Andrea Cristina Dos Santos" userId="c1f965dc-8845-4afc-9e32-8f70830fffd6" providerId="ADAL" clId="{E67AC0EE-099D-B44A-A36C-D84899B0A5B1}" dt="2024-10-14T16:53:06.800" v="86"/>
        <pc:sldMkLst>
          <pc:docMk/>
          <pc:sldMk cId="2233908874" sldId="269"/>
        </pc:sldMkLst>
        <pc:spChg chg="mod">
          <ac:chgData name="Andrea Cristina Dos Santos" userId="c1f965dc-8845-4afc-9e32-8f70830fffd6" providerId="ADAL" clId="{E67AC0EE-099D-B44A-A36C-D84899B0A5B1}" dt="2024-10-14T16:53:06.800" v="86"/>
          <ac:spMkLst>
            <pc:docMk/>
            <pc:sldMk cId="2233908874" sldId="269"/>
            <ac:spMk id="11" creationId="{00000000-0000-0000-0000-000000000000}"/>
          </ac:spMkLst>
        </pc:spChg>
      </pc:sldChg>
      <pc:sldChg chg="mod modShow">
        <pc:chgData name="Andrea Cristina Dos Santos" userId="c1f965dc-8845-4afc-9e32-8f70830fffd6" providerId="ADAL" clId="{E67AC0EE-099D-B44A-A36C-D84899B0A5B1}" dt="2024-10-14T16:57:04.407" v="106" actId="729"/>
        <pc:sldMkLst>
          <pc:docMk/>
          <pc:sldMk cId="3022097911" sldId="667"/>
        </pc:sldMkLst>
      </pc:sldChg>
      <pc:sldChg chg="delSp modSp mod">
        <pc:chgData name="Andrea Cristina Dos Santos" userId="c1f965dc-8845-4afc-9e32-8f70830fffd6" providerId="ADAL" clId="{E67AC0EE-099D-B44A-A36C-D84899B0A5B1}" dt="2024-10-14T16:53:57.003" v="94" actId="1076"/>
        <pc:sldMkLst>
          <pc:docMk/>
          <pc:sldMk cId="975126071" sldId="672"/>
        </pc:sldMkLst>
        <pc:spChg chg="del">
          <ac:chgData name="Andrea Cristina Dos Santos" userId="c1f965dc-8845-4afc-9e32-8f70830fffd6" providerId="ADAL" clId="{E67AC0EE-099D-B44A-A36C-D84899B0A5B1}" dt="2024-10-14T16:53:52.680" v="93" actId="478"/>
          <ac:spMkLst>
            <pc:docMk/>
            <pc:sldMk cId="975126071" sldId="672"/>
            <ac:spMk id="7" creationId="{7F67630A-94DE-E742-A441-92E2E0F47F0A}"/>
          </ac:spMkLst>
        </pc:spChg>
        <pc:spChg chg="mod">
          <ac:chgData name="Andrea Cristina Dos Santos" userId="c1f965dc-8845-4afc-9e32-8f70830fffd6" providerId="ADAL" clId="{E67AC0EE-099D-B44A-A36C-D84899B0A5B1}" dt="2024-10-14T16:53:57.003" v="94" actId="1076"/>
          <ac:spMkLst>
            <pc:docMk/>
            <pc:sldMk cId="975126071" sldId="672"/>
            <ac:spMk id="13" creationId="{0A015BD2-920C-4E4B-96A8-DF8D7F0D9E7F}"/>
          </ac:spMkLst>
        </pc:spChg>
        <pc:spChg chg="mod">
          <ac:chgData name="Andrea Cristina Dos Santos" userId="c1f965dc-8845-4afc-9e32-8f70830fffd6" providerId="ADAL" clId="{E67AC0EE-099D-B44A-A36C-D84899B0A5B1}" dt="2024-10-14T16:53:36.308" v="89" actId="1076"/>
          <ac:spMkLst>
            <pc:docMk/>
            <pc:sldMk cId="975126071" sldId="672"/>
            <ac:spMk id="14" creationId="{B6C86ACF-78A9-264F-B1F8-F3CF36894AF9}"/>
          </ac:spMkLst>
        </pc:spChg>
        <pc:spChg chg="mod">
          <ac:chgData name="Andrea Cristina Dos Santos" userId="c1f965dc-8845-4afc-9e32-8f70830fffd6" providerId="ADAL" clId="{E67AC0EE-099D-B44A-A36C-D84899B0A5B1}" dt="2024-10-14T16:53:43.854" v="91" actId="1076"/>
          <ac:spMkLst>
            <pc:docMk/>
            <pc:sldMk cId="975126071" sldId="672"/>
            <ac:spMk id="15" creationId="{C74B6A64-AF4C-6749-A9C0-F7883E65FCD4}"/>
          </ac:spMkLst>
        </pc:spChg>
        <pc:spChg chg="mod">
          <ac:chgData name="Andrea Cristina Dos Santos" userId="c1f965dc-8845-4afc-9e32-8f70830fffd6" providerId="ADAL" clId="{E67AC0EE-099D-B44A-A36C-D84899B0A5B1}" dt="2024-10-14T16:53:28.689" v="87" actId="1076"/>
          <ac:spMkLst>
            <pc:docMk/>
            <pc:sldMk cId="975126071" sldId="672"/>
            <ac:spMk id="16" creationId="{77D88E8B-D53F-1540-B23F-34CFAD152F3F}"/>
          </ac:spMkLst>
        </pc:spChg>
        <pc:picChg chg="mod">
          <ac:chgData name="Andrea Cristina Dos Santos" userId="c1f965dc-8845-4afc-9e32-8f70830fffd6" providerId="ADAL" clId="{E67AC0EE-099D-B44A-A36C-D84899B0A5B1}" dt="2024-10-14T16:53:39.570" v="90" actId="14100"/>
          <ac:picMkLst>
            <pc:docMk/>
            <pc:sldMk cId="975126071" sldId="672"/>
            <ac:picMk id="9" creationId="{4EF0C1B5-5F8F-1140-BB4C-E71C2DC6BC0E}"/>
          </ac:picMkLst>
        </pc:picChg>
        <pc:picChg chg="mod">
          <ac:chgData name="Andrea Cristina Dos Santos" userId="c1f965dc-8845-4afc-9e32-8f70830fffd6" providerId="ADAL" clId="{E67AC0EE-099D-B44A-A36C-D84899B0A5B1}" dt="2024-10-14T16:53:47.408" v="92" actId="14100"/>
          <ac:picMkLst>
            <pc:docMk/>
            <pc:sldMk cId="975126071" sldId="672"/>
            <ac:picMk id="11" creationId="{0F1CA281-DC7E-E343-B667-189575CDAA0E}"/>
          </ac:picMkLst>
        </pc:picChg>
      </pc:sldChg>
      <pc:sldChg chg="modSp mod modShow">
        <pc:chgData name="Andrea Cristina Dos Santos" userId="c1f965dc-8845-4afc-9e32-8f70830fffd6" providerId="ADAL" clId="{E67AC0EE-099D-B44A-A36C-D84899B0A5B1}" dt="2024-10-14T16:56:56.550" v="105" actId="729"/>
        <pc:sldMkLst>
          <pc:docMk/>
          <pc:sldMk cId="3787186261" sldId="673"/>
        </pc:sldMkLst>
        <pc:spChg chg="mod">
          <ac:chgData name="Andrea Cristina Dos Santos" userId="c1f965dc-8845-4afc-9e32-8f70830fffd6" providerId="ADAL" clId="{E67AC0EE-099D-B44A-A36C-D84899B0A5B1}" dt="2024-10-14T16:56:37.576" v="104" actId="403"/>
          <ac:spMkLst>
            <pc:docMk/>
            <pc:sldMk cId="3787186261" sldId="673"/>
            <ac:spMk id="9" creationId="{29BAED0B-573E-5ED7-C39C-4C69348DE0DB}"/>
          </ac:spMkLst>
        </pc:spChg>
      </pc:sldChg>
      <pc:sldChg chg="delSp modSp mod">
        <pc:chgData name="Andrea Cristina Dos Santos" userId="c1f965dc-8845-4afc-9e32-8f70830fffd6" providerId="ADAL" clId="{E67AC0EE-099D-B44A-A36C-D84899B0A5B1}" dt="2024-10-14T16:54:25.402" v="99" actId="478"/>
        <pc:sldMkLst>
          <pc:docMk/>
          <pc:sldMk cId="2854270455" sldId="674"/>
        </pc:sldMkLst>
        <pc:spChg chg="mod">
          <ac:chgData name="Andrea Cristina Dos Santos" userId="c1f965dc-8845-4afc-9e32-8f70830fffd6" providerId="ADAL" clId="{E67AC0EE-099D-B44A-A36C-D84899B0A5B1}" dt="2024-10-14T16:54:04.812" v="95" actId="113"/>
          <ac:spMkLst>
            <pc:docMk/>
            <pc:sldMk cId="2854270455" sldId="674"/>
            <ac:spMk id="4" creationId="{F8803232-CC84-D3F0-EA17-379C053155B7}"/>
          </ac:spMkLst>
        </pc:spChg>
        <pc:spChg chg="del">
          <ac:chgData name="Andrea Cristina Dos Santos" userId="c1f965dc-8845-4afc-9e32-8f70830fffd6" providerId="ADAL" clId="{E67AC0EE-099D-B44A-A36C-D84899B0A5B1}" dt="2024-10-14T16:54:25.402" v="99" actId="478"/>
          <ac:spMkLst>
            <pc:docMk/>
            <pc:sldMk cId="2854270455" sldId="674"/>
            <ac:spMk id="5" creationId="{8658F189-173B-8EEA-BC47-5E3D3CDB1151}"/>
          </ac:spMkLst>
        </pc:spChg>
        <pc:spChg chg="mod">
          <ac:chgData name="Andrea Cristina Dos Santos" userId="c1f965dc-8845-4afc-9e32-8f70830fffd6" providerId="ADAL" clId="{E67AC0EE-099D-B44A-A36C-D84899B0A5B1}" dt="2024-10-14T16:54:08.783" v="96" actId="113"/>
          <ac:spMkLst>
            <pc:docMk/>
            <pc:sldMk cId="2854270455" sldId="674"/>
            <ac:spMk id="9" creationId="{BCD72390-5D39-9243-96D4-7813415C21EA}"/>
          </ac:spMkLst>
        </pc:spChg>
        <pc:spChg chg="mod">
          <ac:chgData name="Andrea Cristina Dos Santos" userId="c1f965dc-8845-4afc-9e32-8f70830fffd6" providerId="ADAL" clId="{E67AC0EE-099D-B44A-A36C-D84899B0A5B1}" dt="2024-10-14T16:54:13.832" v="97" actId="113"/>
          <ac:spMkLst>
            <pc:docMk/>
            <pc:sldMk cId="2854270455" sldId="674"/>
            <ac:spMk id="10" creationId="{2C189626-0368-296A-B2F2-CE4C8B4DDA24}"/>
          </ac:spMkLst>
        </pc:spChg>
        <pc:spChg chg="mod">
          <ac:chgData name="Andrea Cristina Dos Santos" userId="c1f965dc-8845-4afc-9e32-8f70830fffd6" providerId="ADAL" clId="{E67AC0EE-099D-B44A-A36C-D84899B0A5B1}" dt="2024-10-14T16:54:18.897" v="98" actId="113"/>
          <ac:spMkLst>
            <pc:docMk/>
            <pc:sldMk cId="2854270455" sldId="674"/>
            <ac:spMk id="11" creationId="{22947598-CF8B-B444-7B1E-FF24F28236A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3EE1C5-4962-CF48-A4E1-EE6A9D1131A9}" type="datetimeFigureOut">
              <a:rPr lang="pt-BR" smtClean="0"/>
              <a:t>14/10/2024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DABE5A-80AD-4B4C-9FE8-BC4F03B57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45083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9EBC59-CFE3-624E-BFA4-C4F03A4E5A69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6086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EE0714-0B18-DFBC-EA20-D5E5088B5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54B60FB-A128-938B-8EB1-D29AFF1BF6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F68701C-3AA2-425C-BDB7-42DE2B55A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10/14/24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B4F15C8-77A7-4F39-ABD9-2FB350959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C7DFE4C-A139-8BC4-0A61-508EB462D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2440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71CF6D-48E0-5E95-7E48-989F16CE7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9F1E732-B8F0-BA8A-CFB4-ACFD00424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59E26F4-52F6-BB05-F43C-EF9DA4D6D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10/14/24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3DE0786-2A34-0724-FDBF-479993E2A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4FF64AA-4B73-FCA0-1414-FEA1C27A5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9612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47C774-3160-4433-D168-01C9DA69A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3981297-E6FE-5415-E84C-9EF80691A9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06C6E38-BA20-C0B1-BD1F-6BA183F1D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10/14/24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BBBAEB0-982F-9E23-CFB6-803E89413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F9D4508-71F2-D3EA-329E-34B3FE1EC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3971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531024-A964-8F4C-D0F2-EB5959229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80AB71B-12CA-6F49-A1A9-1C28C0F4FD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ADE4C15-21C0-B957-AD32-2B8418C30D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C751812-5BCC-FF87-3409-F356F4B11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10/14/24</a:t>
            </a:fld>
            <a:endParaRPr lang="en-US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3C60E64-AEFF-7C0E-3765-E86770AD6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0CF4A04-AF7A-4DA2-7B24-E6D24D9D9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7727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2B629E-46F8-0840-6F87-9C5ADFC1F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7A8E84E-F5A8-A99B-A66B-AA74D536F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7C78CF8-578B-B591-78DF-8CFCF53AC5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1B4B242-CDFB-469D-0B46-8B9A317EF1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ADA2DD7-70EE-FBA5-DE02-CB28CEF222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AD7F848-D638-B9B1-ADFC-9B0E2CDA8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10/14/24</a:t>
            </a:fld>
            <a:endParaRPr lang="en-US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127ABE6-A7C4-803F-7821-374D9EF3C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2E3C067-4397-070D-CBE6-1924D7915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722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E2A7F6-4194-0925-72A6-F2FFED12C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202136E-52F3-642A-36D4-D4AE5F4DD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10/14/24</a:t>
            </a:fld>
            <a:endParaRPr lang="en-US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C3A509B-324A-6DE2-566E-FF4E221F2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A03E401-23C7-0E3C-0F02-65A3AF49F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7743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77497A9-4311-A11B-55BA-584E0348B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10/14/24</a:t>
            </a:fld>
            <a:endParaRPr lang="en-US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D2EDFA2-66AD-B7FD-C55E-B9CB9099B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C702B7E-36D8-BF19-7508-CA50F767D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8890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487FE9-A8A8-8510-63BB-F27ACF692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59F9865-D604-2DCB-F72B-26040B6A15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F63EF38-D760-AEE5-35F3-3BF2717FD7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C426923-1DCB-E24D-7081-F92005EEF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10/14/24</a:t>
            </a:fld>
            <a:endParaRPr lang="en-US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ED6A944-6A27-EF00-A641-B7F43C8A2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8CCC319-6295-B851-2327-8D8AD48D4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7450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C32812-36BB-FEEB-FB1A-F36756AB0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AA90C9D-1F39-F428-1245-EADB48949E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D3CA7BC-D6CB-9557-1594-F12BBB4144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36D75CC-BB92-5F8F-1BBE-6BF6021A4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10/14/24</a:t>
            </a:fld>
            <a:endParaRPr lang="en-US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76FF8C4-8959-43FD-A3F6-E22FC18A4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C52E0DE-CE90-4187-7C3B-7B8B9C186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481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116882-A5A2-91BA-81EF-98B871840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25DD440-3036-A8E3-85A6-E4FAFF79B6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9A3D501-DAE5-4146-9452-1729CA807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10/14/24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D9160FA-C443-F041-0858-FECE5738E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9C6D55B-D2C0-B4DB-0211-E377D56E0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1387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799E4D4-689F-E3CE-FB75-4BF3299C5E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2E5CEDF-A2BF-28DD-3326-A6EDB78427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98FA000-C054-9F24-1845-8A7FBB1EC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10/14/24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7906665-4A0F-1032-516B-093989014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7D7FE9B-138D-A199-223E-66A291F8E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32102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2185977" y="2384079"/>
            <a:ext cx="7948612" cy="36845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pt-BR" dirty="0"/>
              <a:t>INSERIR GRÁFICO/TABELA</a:t>
            </a:r>
            <a:endParaRPr lang="es-ES" dirty="0"/>
          </a:p>
        </p:txBody>
      </p:sp>
      <p:sp>
        <p:nvSpPr>
          <p:cNvPr id="10" name="Elipse 9"/>
          <p:cNvSpPr/>
          <p:nvPr userDrawn="1"/>
        </p:nvSpPr>
        <p:spPr>
          <a:xfrm flipV="1">
            <a:off x="1269437" y="479080"/>
            <a:ext cx="675251" cy="675250"/>
          </a:xfrm>
          <a:prstGeom prst="ellipse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800"/>
          </a:p>
        </p:txBody>
      </p:sp>
      <p:sp>
        <p:nvSpPr>
          <p:cNvPr id="14" name="Retângulo 13"/>
          <p:cNvSpPr/>
          <p:nvPr userDrawn="1"/>
        </p:nvSpPr>
        <p:spPr>
          <a:xfrm>
            <a:off x="1712155" y="372500"/>
            <a:ext cx="98475" cy="11346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800"/>
          </a:p>
        </p:txBody>
      </p:sp>
    </p:spTree>
    <p:extLst>
      <p:ext uri="{BB962C8B-B14F-4D97-AF65-F5344CB8AC3E}">
        <p14:creationId xmlns:p14="http://schemas.microsoft.com/office/powerpoint/2010/main" val="27034262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/>
          <p:cNvSpPr>
            <a:spLocks noGrp="1"/>
          </p:cNvSpPr>
          <p:nvPr>
            <p:ph sz="quarter" idx="4" hasCustomPrompt="1"/>
          </p:nvPr>
        </p:nvSpPr>
        <p:spPr>
          <a:xfrm>
            <a:off x="839788" y="5102860"/>
            <a:ext cx="9823523" cy="671733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2"/>
              </a:buClr>
              <a:buNone/>
              <a:defRPr sz="2000">
                <a:latin typeface="Lato" panose="020F0502020204030203" pitchFamily="34" charset="0"/>
              </a:defRPr>
            </a:lvl1pPr>
          </a:lstStyle>
          <a:p>
            <a:pPr lvl="0"/>
            <a:r>
              <a:rPr lang="es-E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Lorem</a:t>
            </a:r>
            <a:r>
              <a:rPr lang="es-E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ipsum</a:t>
            </a:r>
            <a:r>
              <a:rPr lang="es-E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dolor </a:t>
            </a:r>
            <a:r>
              <a:rPr lang="es-E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sit</a:t>
            </a:r>
            <a:r>
              <a:rPr lang="es-E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s-E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s-E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consectetur</a:t>
            </a:r>
            <a:r>
              <a:rPr lang="es-E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adipiscing</a:t>
            </a:r>
            <a:r>
              <a:rPr lang="es-E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elit</a:t>
            </a:r>
            <a:r>
              <a:rPr lang="es-E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</a:t>
            </a:r>
          </a:p>
        </p:txBody>
      </p:sp>
      <p:sp>
        <p:nvSpPr>
          <p:cNvPr id="14" name="Elipse 13"/>
          <p:cNvSpPr/>
          <p:nvPr userDrawn="1"/>
        </p:nvSpPr>
        <p:spPr>
          <a:xfrm flipV="1">
            <a:off x="11355388" y="2384079"/>
            <a:ext cx="675251" cy="675250"/>
          </a:xfrm>
          <a:prstGeom prst="ellipse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800"/>
          </a:p>
        </p:txBody>
      </p:sp>
      <p:sp>
        <p:nvSpPr>
          <p:cNvPr id="13" name="Elipse 12"/>
          <p:cNvSpPr/>
          <p:nvPr userDrawn="1"/>
        </p:nvSpPr>
        <p:spPr>
          <a:xfrm flipV="1">
            <a:off x="164537" y="5056941"/>
            <a:ext cx="675251" cy="675250"/>
          </a:xfrm>
          <a:prstGeom prst="ellipse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800"/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839788" y="365127"/>
            <a:ext cx="10515600" cy="1325563"/>
          </a:xfrm>
          <a:prstGeom prst="rect">
            <a:avLst/>
          </a:prstGeom>
        </p:spPr>
        <p:txBody>
          <a:bodyPr anchor="ctr"/>
          <a:lstStyle>
            <a:lvl1pPr>
              <a:defRPr/>
            </a:lvl1pPr>
          </a:lstStyle>
          <a:p>
            <a:r>
              <a:rPr lang="pt-BR" dirty="0"/>
              <a:t>TÍTULO DO SLIDE</a:t>
            </a:r>
            <a:endParaRPr lang="es-ES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839789" y="2328008"/>
            <a:ext cx="5157787" cy="2215859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 lang="fr-FR" b="0" i="0" smtClean="0">
                <a:effectLst/>
              </a:defRPr>
            </a:lvl1pPr>
          </a:lstStyle>
          <a:p>
            <a:pPr lvl="0"/>
            <a:r>
              <a:rPr lang="es-E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Lorem</a:t>
            </a:r>
            <a:r>
              <a:rPr lang="es-E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ipsum</a:t>
            </a:r>
            <a:r>
              <a:rPr lang="es-E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dolor </a:t>
            </a:r>
            <a:r>
              <a:rPr lang="es-E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sit</a:t>
            </a:r>
            <a:r>
              <a:rPr lang="es-E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s-E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s-E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consectetur</a:t>
            </a:r>
            <a:r>
              <a:rPr lang="es-E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adipiscing</a:t>
            </a:r>
            <a:r>
              <a:rPr lang="es-E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elit</a:t>
            </a:r>
            <a:r>
              <a:rPr lang="es-E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</a:t>
            </a:r>
          </a:p>
          <a:p>
            <a:pPr lvl="0"/>
            <a:r>
              <a:rPr lang="it-IT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Donec molestie sed orci non condimentum.</a:t>
            </a:r>
          </a:p>
          <a:p>
            <a:pPr lvl="0"/>
            <a:r>
              <a:rPr lang="fr-FR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Donec eu ex eleifend, laoreet nisi sed, viverra nisi.</a:t>
            </a:r>
            <a:endParaRPr lang="es-ES" dirty="0"/>
          </a:p>
        </p:txBody>
      </p:sp>
      <p:sp>
        <p:nvSpPr>
          <p:cNvPr id="10" name="Retângulo 9"/>
          <p:cNvSpPr/>
          <p:nvPr userDrawn="1"/>
        </p:nvSpPr>
        <p:spPr>
          <a:xfrm>
            <a:off x="11480776" y="2328009"/>
            <a:ext cx="98475" cy="344658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800"/>
          </a:p>
        </p:txBody>
      </p:sp>
      <p:sp>
        <p:nvSpPr>
          <p:cNvPr id="11" name="Retângulo 10"/>
          <p:cNvSpPr/>
          <p:nvPr userDrawn="1"/>
        </p:nvSpPr>
        <p:spPr>
          <a:xfrm>
            <a:off x="607255" y="448700"/>
            <a:ext cx="98475" cy="11346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800"/>
          </a:p>
        </p:txBody>
      </p:sp>
      <p:sp>
        <p:nvSpPr>
          <p:cNvPr id="12" name="Retângulo 11"/>
          <p:cNvSpPr/>
          <p:nvPr userDrawn="1"/>
        </p:nvSpPr>
        <p:spPr>
          <a:xfrm>
            <a:off x="604765" y="2328006"/>
            <a:ext cx="98475" cy="344658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800"/>
          </a:p>
        </p:txBody>
      </p:sp>
    </p:spTree>
    <p:extLst>
      <p:ext uri="{BB962C8B-B14F-4D97-AF65-F5344CB8AC3E}">
        <p14:creationId xmlns:p14="http://schemas.microsoft.com/office/powerpoint/2010/main" val="436377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B1AC3FF-11E3-7A7E-FF6E-B7E70D12B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1DBE0D5-9DD1-F934-27D5-6D48BFE81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1551ECB-F7CA-C771-E81E-535B55405D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10/14/24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B01CE69-2895-CF26-B14B-5B9AF38B94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B580621-65A3-9EC6-D213-3B349BA8CE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5033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DA9DF9-31F7-4056-B42E-878CC9241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0621741-B5DD-B493-E42F-5ED2BEF88E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316" y="-1827358"/>
            <a:ext cx="4620584" cy="4567137"/>
          </a:xfrm>
        </p:spPr>
        <p:txBody>
          <a:bodyPr>
            <a:normAutofit/>
          </a:bodyPr>
          <a:lstStyle/>
          <a:p>
            <a:pPr algn="l"/>
            <a:r>
              <a:rPr lang="pt-BR" sz="4400" dirty="0"/>
              <a:t>Tema de PSP6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BE4D117-D78D-9607-0FB9-A86F67B33D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6474" y="2962501"/>
            <a:ext cx="4620584" cy="775494"/>
          </a:xfrm>
        </p:spPr>
        <p:txBody>
          <a:bodyPr>
            <a:normAutofit/>
          </a:bodyPr>
          <a:lstStyle/>
          <a:p>
            <a:pPr algn="l"/>
            <a:r>
              <a:rPr lang="pt-BR" dirty="0"/>
              <a:t>Profa. Andréa Cristina dos Santos</a:t>
            </a:r>
          </a:p>
          <a:p>
            <a:pPr algn="l"/>
            <a:endParaRPr lang="pt-BR" dirty="0"/>
          </a:p>
          <a:p>
            <a:pPr algn="l"/>
            <a:endParaRPr lang="pt-BR" dirty="0"/>
          </a:p>
        </p:txBody>
      </p:sp>
      <p:pic>
        <p:nvPicPr>
          <p:cNvPr id="5" name="Picture 4" descr="Diagrama&#10;&#10;Descrição gerada automaticamente">
            <a:extLst>
              <a:ext uri="{FF2B5EF4-FFF2-40B4-BE49-F238E27FC236}">
                <a16:creationId xmlns:a16="http://schemas.microsoft.com/office/drawing/2014/main" id="{BD52C559-1852-FCFD-73E1-9A11A916C8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692" r="21141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0023138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Diagram shows the inputs, which are factors of production, as natural resources, human resources, raw materials, and capital. A conversion process takes place, and the outputs are products and services.">
            <a:extLst>
              <a:ext uri="{FF2B5EF4-FFF2-40B4-BE49-F238E27FC236}">
                <a16:creationId xmlns:a16="http://schemas.microsoft.com/office/drawing/2014/main" id="{361B9136-A544-2144-F824-9C337B9075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36390" y="1502240"/>
            <a:ext cx="10451592" cy="4990635"/>
          </a:xfrm>
          <a:prstGeom prst="rect">
            <a:avLst/>
          </a:prstGeom>
          <a:noFill/>
          <a:ln w="31750" cap="sq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4065CFB-CCB0-E1D6-1D5B-E1D6D365C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547" y="0"/>
            <a:ext cx="10515600" cy="1325563"/>
          </a:xfrm>
        </p:spPr>
        <p:txBody>
          <a:bodyPr/>
          <a:lstStyle/>
          <a:p>
            <a:r>
              <a:rPr lang="pt-BR" dirty="0"/>
              <a:t>ENGENHARIA DE PRODUÇÃO</a:t>
            </a:r>
          </a:p>
        </p:txBody>
      </p:sp>
    </p:spTree>
    <p:extLst>
      <p:ext uri="{BB962C8B-B14F-4D97-AF65-F5344CB8AC3E}">
        <p14:creationId xmlns:p14="http://schemas.microsoft.com/office/powerpoint/2010/main" val="2989319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Notícias: ESG: entenda o significado | Grupo Indusparquet | Grupo  Indusparquet">
            <a:extLst>
              <a:ext uri="{FF2B5EF4-FFF2-40B4-BE49-F238E27FC236}">
                <a16:creationId xmlns:a16="http://schemas.microsoft.com/office/drawing/2014/main" id="{7666936E-660E-D891-8521-918CE3C63A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56" r="2" b="8158"/>
          <a:stretch/>
        </p:blipFill>
        <p:spPr bwMode="auto">
          <a:xfrm>
            <a:off x="0" y="267640"/>
            <a:ext cx="7794245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D3374309-4EC8-2E5E-C32E-191DBD33394A}"/>
              </a:ext>
            </a:extLst>
          </p:cNvPr>
          <p:cNvSpPr txBox="1">
            <a:spLocks/>
          </p:cNvSpPr>
          <p:nvPr/>
        </p:nvSpPr>
        <p:spPr>
          <a:xfrm>
            <a:off x="8354759" y="1297171"/>
            <a:ext cx="3429264" cy="1751641"/>
          </a:xfrm>
          <a:prstGeom prst="rect">
            <a:avLst/>
          </a:prstGeom>
          <a:noFill/>
          <a:ln w="19050">
            <a:noFill/>
            <a:prstDash val="dash"/>
          </a:ln>
        </p:spPr>
        <p:txBody>
          <a:bodyPr vert="horz" lIns="91440" tIns="45720" rIns="91440" bIns="45720" rtlCol="0" anchor="b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270000"/>
              </a:lnSpc>
            </a:pPr>
            <a:r>
              <a:rPr lang="en-US" sz="2000" b="1" dirty="0" err="1"/>
              <a:t>Esg</a:t>
            </a:r>
            <a:r>
              <a:rPr lang="en-US" sz="2000" b="1" dirty="0"/>
              <a:t>: </a:t>
            </a:r>
          </a:p>
          <a:p>
            <a:pPr algn="l">
              <a:lnSpc>
                <a:spcPct val="270000"/>
              </a:lnSpc>
            </a:pPr>
            <a:r>
              <a:rPr lang="en-US" sz="1600" b="1" dirty="0"/>
              <a:t>ENVIRONMENT</a:t>
            </a:r>
          </a:p>
          <a:p>
            <a:pPr algn="l">
              <a:lnSpc>
                <a:spcPct val="270000"/>
              </a:lnSpc>
            </a:pPr>
            <a:r>
              <a:rPr lang="en-US" sz="1600" b="1" dirty="0"/>
              <a:t>Social </a:t>
            </a:r>
          </a:p>
          <a:p>
            <a:pPr algn="l">
              <a:lnSpc>
                <a:spcPct val="270000"/>
              </a:lnSpc>
            </a:pPr>
            <a:r>
              <a:rPr lang="en-US" sz="1600" b="1" dirty="0"/>
              <a:t>GOVERNANCE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D20431E-0436-BC56-8FB8-1916750C6973}"/>
              </a:ext>
            </a:extLst>
          </p:cNvPr>
          <p:cNvSpPr/>
          <p:nvPr/>
        </p:nvSpPr>
        <p:spPr>
          <a:xfrm>
            <a:off x="-457200" y="3590693"/>
            <a:ext cx="3479180" cy="1550019"/>
          </a:xfrm>
          <a:prstGeom prst="ellipse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0803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AB8F3B-8874-9F05-D75A-B31454FFE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91285"/>
            <a:ext cx="10515600" cy="1325563"/>
          </a:xfrm>
        </p:spPr>
        <p:txBody>
          <a:bodyPr/>
          <a:lstStyle/>
          <a:p>
            <a:r>
              <a:rPr lang="pt-BR" b="1" dirty="0"/>
              <a:t>SOCIAL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1C6FF1B-31DB-372A-11F1-1DCC1E6E0B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480" y="1122383"/>
            <a:ext cx="11148237" cy="5071730"/>
          </a:xfrm>
        </p:spPr>
        <p:txBody>
          <a:bodyPr>
            <a:normAutofit fontScale="70000" lnSpcReduction="20000"/>
          </a:bodyPr>
          <a:lstStyle/>
          <a:p>
            <a:pPr algn="l" fontAlgn="base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pt-BR" sz="2600" b="0" i="0" dirty="0">
                <a:effectLst/>
                <a:latin typeface="Roboto" panose="02000000000000000000" pitchFamily="2" charset="0"/>
              </a:rPr>
              <a:t>A gestão de Saúde e Segurança do trabalho se enquadra no pilar “</a:t>
            </a:r>
            <a:r>
              <a:rPr lang="pt-BR" sz="2600" b="0" i="0" dirty="0" err="1">
                <a:effectLst/>
                <a:latin typeface="Roboto" panose="02000000000000000000" pitchFamily="2" charset="0"/>
              </a:rPr>
              <a:t>S”ocial</a:t>
            </a:r>
            <a:r>
              <a:rPr lang="pt-BR" sz="2600" b="0" i="0" dirty="0">
                <a:effectLst/>
                <a:latin typeface="Roboto" panose="02000000000000000000" pitchFamily="2" charset="0"/>
              </a:rPr>
              <a:t> do ESG;  </a:t>
            </a:r>
          </a:p>
          <a:p>
            <a:pPr algn="l" fontAlgn="base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pt-BR" sz="2600" b="0" i="0" u="sng" dirty="0"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Roboto" panose="02000000000000000000" pitchFamily="2" charset="0"/>
              </a:rPr>
              <a:t>A INOVAÇÃO NA SAÚDE E SEGURANÇA É UM GRANDE ALIADO NA GOVERNANÇA AMBIENTAL E ESTÁ INSERIDA NAS METAS DE DESENVOLVIMENTO SUSTENTÁVEL</a:t>
            </a:r>
            <a:r>
              <a:rPr lang="pt-BR" sz="2600" b="0" i="0" dirty="0"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Roboto" panose="02000000000000000000" pitchFamily="2" charset="0"/>
              </a:rPr>
              <a:t>;  </a:t>
            </a:r>
          </a:p>
          <a:p>
            <a:pPr algn="l" fontAlgn="base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pt-BR" sz="2600" b="0" i="0" dirty="0">
                <a:effectLst/>
                <a:latin typeface="Roboto" panose="02000000000000000000" pitchFamily="2" charset="0"/>
              </a:rPr>
              <a:t>A prevenção dos acidentes e </a:t>
            </a:r>
            <a:r>
              <a:rPr lang="pt-BR" sz="2600" b="1" i="0" dirty="0"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Roboto" panose="02000000000000000000" pitchFamily="2" charset="0"/>
              </a:rPr>
              <a:t>promoção de um ambiente mais saudável</a:t>
            </a:r>
            <a:r>
              <a:rPr lang="pt-BR" sz="2600" b="1" i="0" dirty="0">
                <a:solidFill>
                  <a:srgbClr val="FFFF00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pt-BR" sz="2600" b="0" i="0" dirty="0">
                <a:effectLst/>
                <a:latin typeface="Roboto" panose="02000000000000000000" pitchFamily="2" charset="0"/>
              </a:rPr>
              <a:t>estão inseridos nos indicadores Sociais e é estratégica para o negócio assim como o ESG;  </a:t>
            </a:r>
          </a:p>
          <a:p>
            <a:pPr algn="l" fontAlgn="base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pt-BR" sz="2600" b="1" i="0" u="sng" dirty="0"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Roboto" panose="02000000000000000000" pitchFamily="2" charset="0"/>
              </a:rPr>
              <a:t>ACIDENTES (SENDO OU NÃO DO TRABALHO) PODEM CAUSAR DANOS IRREVERSÍVEIS </a:t>
            </a:r>
            <a:r>
              <a:rPr lang="pt-BR" sz="2600" b="0" i="0" dirty="0">
                <a:effectLst/>
                <a:latin typeface="Roboto" panose="02000000000000000000" pitchFamily="2" charset="0"/>
              </a:rPr>
              <a:t>a imagem da empresa com impacto direto nos seus indicadores;  </a:t>
            </a:r>
          </a:p>
          <a:p>
            <a:pPr algn="l" fontAlgn="base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pt-BR" sz="2600" b="0" i="0" dirty="0">
                <a:effectLst/>
                <a:latin typeface="Roboto" panose="02000000000000000000" pitchFamily="2" charset="0"/>
              </a:rPr>
              <a:t>Através da constante evolução e conscientização promovida pelas práticas que envolvem os critérios de ESG, </a:t>
            </a:r>
            <a:r>
              <a:rPr lang="pt-BR" sz="2600" b="1" i="0" dirty="0"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Roboto" panose="02000000000000000000" pitchFamily="2" charset="0"/>
              </a:rPr>
              <a:t>SAÚDE E SEGURANÇA SE TORNAM RECONHECIDOS COMO “VALOR” DA EMPRESA </a:t>
            </a:r>
            <a:r>
              <a:rPr lang="pt-BR" sz="2600" b="0" i="0" dirty="0">
                <a:effectLst/>
                <a:latin typeface="Roboto" panose="02000000000000000000" pitchFamily="2" charset="0"/>
              </a:rPr>
              <a:t>pelo importante e necessário trabalho que exercem e que foi intensificado durante a pandemia;  </a:t>
            </a:r>
          </a:p>
          <a:p>
            <a:pPr algn="l" fontAlgn="base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pt-BR" sz="2600" b="0" i="0" dirty="0">
                <a:effectLst/>
                <a:latin typeface="Roboto" panose="02000000000000000000" pitchFamily="2" charset="0"/>
              </a:rPr>
              <a:t>A dimensão social (o “</a:t>
            </a:r>
            <a:r>
              <a:rPr lang="pt-BR" sz="2600" b="0" i="0" dirty="0" err="1">
                <a:effectLst/>
                <a:latin typeface="Roboto" panose="02000000000000000000" pitchFamily="2" charset="0"/>
              </a:rPr>
              <a:t>S</a:t>
            </a:r>
            <a:r>
              <a:rPr lang="pt-BR" sz="2600" b="0" i="0" dirty="0">
                <a:effectLst/>
                <a:latin typeface="Roboto" panose="02000000000000000000" pitchFamily="2" charset="0"/>
              </a:rPr>
              <a:t>” do ESG) se constitui também numa oportunidade para as empresas inserirem o </a:t>
            </a:r>
            <a:r>
              <a:rPr lang="pt-BR" sz="2600" b="1" i="0" dirty="0">
                <a:solidFill>
                  <a:srgbClr val="0070C0"/>
                </a:solidFill>
                <a:effectLst/>
                <a:latin typeface="Roboto" panose="02000000000000000000" pitchFamily="2" charset="0"/>
              </a:rPr>
              <a:t>CUIDADO COM AS PESSOAS</a:t>
            </a:r>
            <a:r>
              <a:rPr lang="pt-BR" sz="2600" b="1" i="0" dirty="0"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Roboto" panose="02000000000000000000" pitchFamily="2" charset="0"/>
              </a:rPr>
              <a:t>,</a:t>
            </a:r>
            <a:r>
              <a:rPr lang="pt-BR" sz="2600" b="0" i="0" dirty="0">
                <a:effectLst/>
                <a:latin typeface="Roboto" panose="02000000000000000000" pitchFamily="2" charset="0"/>
              </a:rPr>
              <a:t> como elemento estratégico e, embora muitas empresas já reportem ações relacionadas a esses fatores nos seus relatórios de sustentabilidade e responsabilidade social, não havia grande visibilidade para o tema.  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876441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0205D939-00C4-4F2E-9797-3170DD040D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E4E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7" name="Rectangle 2056">
            <a:extLst>
              <a:ext uri="{FF2B5EF4-FFF2-40B4-BE49-F238E27FC236}">
                <a16:creationId xmlns:a16="http://schemas.microsoft.com/office/drawing/2014/main" id="{38EE4E44-1403-472B-8C01-D354CB8F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56866" y="480060"/>
            <a:ext cx="5458122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Safety 2.0 diagram">
            <a:extLst>
              <a:ext uri="{FF2B5EF4-FFF2-40B4-BE49-F238E27FC236}">
                <a16:creationId xmlns:a16="http://schemas.microsoft.com/office/drawing/2014/main" id="{54A57E96-233C-CCB5-0304-CF56302DA3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21" r="2" b="2"/>
          <a:stretch/>
        </p:blipFill>
        <p:spPr bwMode="auto">
          <a:xfrm>
            <a:off x="6421035" y="643467"/>
            <a:ext cx="5129784" cy="557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9" name="Rectangle 2058">
            <a:extLst>
              <a:ext uri="{FF2B5EF4-FFF2-40B4-BE49-F238E27FC236}">
                <a16:creationId xmlns:a16="http://schemas.microsoft.com/office/drawing/2014/main" id="{583CCE40-4C5F-42D3-86D9-7892AD1E98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5458121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An image representing ESG (Environmental, Social, Governance) focusing on health and safety in a construction site, with the theme of Safety 2.0. The background shows a modern construction site with advanced safety technologies, such as smart helmets, augmented reality glasses for workers, and automated drones monitoring the site. Workers are wearing high-tech safety gear with digital interfaces, symbolizing innovation in construction safety. The setting reflects sustainability with green construction methods, eco-friendly materials, and solar panels visible on the equipment. Digital dashboards display real-time safety data, emphasizing the Safety 2.0 concept.">
            <a:extLst>
              <a:ext uri="{FF2B5EF4-FFF2-40B4-BE49-F238E27FC236}">
                <a16:creationId xmlns:a16="http://schemas.microsoft.com/office/drawing/2014/main" id="{7E0F3DC3-AA23-DE24-429C-07DEF9AB32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21" r="2" b="2"/>
          <a:stretch/>
        </p:blipFill>
        <p:spPr bwMode="auto">
          <a:xfrm>
            <a:off x="641180" y="643467"/>
            <a:ext cx="5129784" cy="557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41794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opa do Mundo: trabalho escravo na construção civil aproxima Qatar e Brasil">
            <a:extLst>
              <a:ext uri="{FF2B5EF4-FFF2-40B4-BE49-F238E27FC236}">
                <a16:creationId xmlns:a16="http://schemas.microsoft.com/office/drawing/2014/main" id="{4CF4D612-A436-EA32-F35A-7E48305C10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" r="1" b="1"/>
          <a:stretch/>
        </p:blipFill>
        <p:spPr bwMode="auto">
          <a:xfrm>
            <a:off x="6887045" y="10"/>
            <a:ext cx="4661488" cy="3104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Pintura Industrial - NF - Jateamento &amp; Pinturas">
            <a:extLst>
              <a:ext uri="{FF2B5EF4-FFF2-40B4-BE49-F238E27FC236}">
                <a16:creationId xmlns:a16="http://schemas.microsoft.com/office/drawing/2014/main" id="{8B24B276-4EB8-B128-3F37-4E50B11931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529" b="-1"/>
          <a:stretch/>
        </p:blipFill>
        <p:spPr bwMode="auto">
          <a:xfrm>
            <a:off x="5419264" y="3265080"/>
            <a:ext cx="6129269" cy="359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Pintura Industrial Naval: o que é, etapas, vantagens e tintas!">
            <a:extLst>
              <a:ext uri="{FF2B5EF4-FFF2-40B4-BE49-F238E27FC236}">
                <a16:creationId xmlns:a16="http://schemas.microsoft.com/office/drawing/2014/main" id="{8DB51738-C893-3C46-0B76-4E3D3D0693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52" r="1" b="1"/>
          <a:stretch/>
        </p:blipFill>
        <p:spPr bwMode="auto">
          <a:xfrm>
            <a:off x="643467" y="-5"/>
            <a:ext cx="6082711" cy="3920044"/>
          </a:xfrm>
          <a:custGeom>
            <a:avLst/>
            <a:gdLst/>
            <a:ahLst/>
            <a:cxnLst/>
            <a:rect l="l" t="t" r="r" b="b"/>
            <a:pathLst>
              <a:path w="6082711" h="3920044">
                <a:moveTo>
                  <a:pt x="0" y="0"/>
                </a:moveTo>
                <a:lnTo>
                  <a:pt x="6082711" y="0"/>
                </a:lnTo>
                <a:lnTo>
                  <a:pt x="6082711" y="3103225"/>
                </a:lnTo>
                <a:lnTo>
                  <a:pt x="4614930" y="3103225"/>
                </a:lnTo>
                <a:lnTo>
                  <a:pt x="4614930" y="3920044"/>
                </a:lnTo>
                <a:lnTo>
                  <a:pt x="0" y="3920044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45701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789" b="-4130"/>
          <a:stretch/>
        </p:blipFill>
        <p:spPr>
          <a:xfrm>
            <a:off x="2101439" y="474535"/>
            <a:ext cx="4479718" cy="706565"/>
          </a:xfrm>
          <a:prstGeom prst="rect">
            <a:avLst/>
          </a:prstGeom>
        </p:spPr>
      </p:pic>
      <p:sp>
        <p:nvSpPr>
          <p:cNvPr id="11" name="CaixaDeTexto 10"/>
          <p:cNvSpPr txBox="1"/>
          <p:nvPr/>
        </p:nvSpPr>
        <p:spPr>
          <a:xfrm>
            <a:off x="419880" y="1686858"/>
            <a:ext cx="9659429" cy="461664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BR" sz="4400" b="1" dirty="0"/>
              <a:t>Projeto </a:t>
            </a:r>
            <a:r>
              <a:rPr lang="pt-BR" sz="4400" b="1" dirty="0" err="1"/>
              <a:t>LABSeguro</a:t>
            </a:r>
            <a:r>
              <a:rPr lang="pt-BR" sz="4400" b="1" dirty="0"/>
              <a:t>:  </a:t>
            </a:r>
          </a:p>
          <a:p>
            <a:pPr algn="ctr"/>
            <a:endParaRPr lang="pt-BR" sz="4400" b="1" dirty="0"/>
          </a:p>
          <a:p>
            <a:pPr algn="ctr"/>
            <a:r>
              <a:rPr lang="pt-BR" sz="3600" b="1" dirty="0"/>
              <a:t>INOVAÇÕES PARA SEGURANÇA NO TRABALHO</a:t>
            </a:r>
          </a:p>
          <a:p>
            <a:pPr algn="ctr"/>
            <a:endParaRPr lang="pt-BR" sz="2800" b="1" dirty="0"/>
          </a:p>
          <a:p>
            <a:pPr algn="ctr"/>
            <a:endParaRPr lang="pt-BR" sz="2800" b="1" dirty="0"/>
          </a:p>
          <a:p>
            <a:pPr algn="ctr"/>
            <a:r>
              <a:rPr lang="pt-BR" sz="2400" b="1" dirty="0"/>
              <a:t>Profa. Andréa Cristina dos Santos, Dr. Eng.</a:t>
            </a:r>
          </a:p>
          <a:p>
            <a:pPr algn="ctr"/>
            <a:r>
              <a:rPr lang="pt-BR" b="1" dirty="0"/>
              <a:t>Coordenadora do Laboratório Aberto de Brasília</a:t>
            </a:r>
          </a:p>
          <a:p>
            <a:pPr algn="ctr"/>
            <a:r>
              <a:rPr lang="pt-BR" b="1" dirty="0"/>
              <a:t>Faculdade de Tecnologia </a:t>
            </a:r>
          </a:p>
          <a:p>
            <a:pPr algn="ctr"/>
            <a:r>
              <a:rPr lang="pt-BR" b="1" dirty="0"/>
              <a:t>Universidade de Brasília</a:t>
            </a:r>
            <a:endParaRPr lang="pt-BR" sz="2400" b="1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2205" y="334795"/>
            <a:ext cx="2143895" cy="1238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9088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DED166C0-E9B2-3001-DCB1-1388219D6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Objetivos 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9BAED0B-573E-5ED7-C39C-4C69348DE0DB}"/>
              </a:ext>
            </a:extLst>
          </p:cNvPr>
          <p:cNvSpPr txBox="1"/>
          <p:nvPr/>
        </p:nvSpPr>
        <p:spPr>
          <a:xfrm>
            <a:off x="839788" y="2585211"/>
            <a:ext cx="10261481" cy="2599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pt-BR" sz="2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O LAB Seguro tem como objetivo o desenvolvimento de uma metodologia de projeto orientada </a:t>
            </a:r>
            <a:r>
              <a:rPr lang="pt-BR" sz="2800" b="1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 fatores humanos </a:t>
            </a:r>
            <a:r>
              <a:rPr lang="pt-BR" sz="2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para promover a segurança do trabalho por meio da inserção das tecnologias 4.0.</a:t>
            </a:r>
            <a:endParaRPr lang="pt-BR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71862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riângulo 10">
            <a:extLst>
              <a:ext uri="{FF2B5EF4-FFF2-40B4-BE49-F238E27FC236}">
                <a16:creationId xmlns:a16="http://schemas.microsoft.com/office/drawing/2014/main" id="{F073C78F-0B7C-E449-84D0-B63AB1BCE5C6}"/>
              </a:ext>
            </a:extLst>
          </p:cNvPr>
          <p:cNvSpPr/>
          <p:nvPr/>
        </p:nvSpPr>
        <p:spPr>
          <a:xfrm rot="18574956">
            <a:off x="1110474" y="1966523"/>
            <a:ext cx="4029088" cy="2106953"/>
          </a:xfrm>
          <a:prstGeom prst="triangle">
            <a:avLst>
              <a:gd name="adj" fmla="val 55591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Triângulo 7">
            <a:extLst>
              <a:ext uri="{FF2B5EF4-FFF2-40B4-BE49-F238E27FC236}">
                <a16:creationId xmlns:a16="http://schemas.microsoft.com/office/drawing/2014/main" id="{628D8690-3353-0844-9409-689C931992A7}"/>
              </a:ext>
            </a:extLst>
          </p:cNvPr>
          <p:cNvSpPr/>
          <p:nvPr/>
        </p:nvSpPr>
        <p:spPr>
          <a:xfrm>
            <a:off x="2687586" y="2138643"/>
            <a:ext cx="5009412" cy="2986250"/>
          </a:xfrm>
          <a:prstGeom prst="triangle">
            <a:avLst>
              <a:gd name="adj" fmla="val 50643"/>
            </a:avLst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FBFE7D8-A831-004D-84A2-4BC1BFFF13A5}"/>
              </a:ext>
            </a:extLst>
          </p:cNvPr>
          <p:cNvSpPr/>
          <p:nvPr/>
        </p:nvSpPr>
        <p:spPr>
          <a:xfrm>
            <a:off x="7631277" y="1949091"/>
            <a:ext cx="528202" cy="30196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BC46E787-8204-2642-9B79-E8195D849E22}"/>
              </a:ext>
            </a:extLst>
          </p:cNvPr>
          <p:cNvSpPr/>
          <p:nvPr/>
        </p:nvSpPr>
        <p:spPr>
          <a:xfrm>
            <a:off x="2229899" y="2094965"/>
            <a:ext cx="669868" cy="31489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Triângulo 15">
            <a:extLst>
              <a:ext uri="{FF2B5EF4-FFF2-40B4-BE49-F238E27FC236}">
                <a16:creationId xmlns:a16="http://schemas.microsoft.com/office/drawing/2014/main" id="{25BA43F9-1047-7D47-BBB2-A541258211A5}"/>
              </a:ext>
            </a:extLst>
          </p:cNvPr>
          <p:cNvSpPr/>
          <p:nvPr/>
        </p:nvSpPr>
        <p:spPr>
          <a:xfrm rot="18407637">
            <a:off x="1091674" y="1682091"/>
            <a:ext cx="3986549" cy="2513013"/>
          </a:xfrm>
          <a:prstGeom prst="triangle">
            <a:avLst>
              <a:gd name="adj" fmla="val 5512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Título 1">
            <a:extLst>
              <a:ext uri="{FF2B5EF4-FFF2-40B4-BE49-F238E27FC236}">
                <a16:creationId xmlns:a16="http://schemas.microsoft.com/office/drawing/2014/main" id="{6A341C78-F376-1744-8531-3B8273D0F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482" y="237444"/>
            <a:ext cx="10515600" cy="1325563"/>
          </a:xfrm>
        </p:spPr>
        <p:txBody>
          <a:bodyPr/>
          <a:lstStyle/>
          <a:p>
            <a:r>
              <a:rPr lang="pt-BR" sz="2800" b="1" dirty="0"/>
              <a:t>METODOLOGIA EMPREGADA:</a:t>
            </a:r>
            <a:br>
              <a:rPr lang="pt-BR" sz="2800" b="1" dirty="0"/>
            </a:br>
            <a:r>
              <a:rPr lang="pt-BR" sz="2800" b="1" dirty="0"/>
              <a:t> PESQUISA -AÇÃO</a:t>
            </a:r>
            <a:br>
              <a:rPr lang="pt-BR" sz="2800" b="1" dirty="0"/>
            </a:br>
            <a:endParaRPr lang="es-ES" sz="2800" dirty="0"/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853E0BB2-0BC8-7D4C-B6E1-4C06D9C94EA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7022" y="316276"/>
            <a:ext cx="1635529" cy="944492"/>
          </a:xfrm>
          <a:prstGeom prst="rect">
            <a:avLst/>
          </a:prstGeom>
        </p:spPr>
      </p:pic>
      <p:sp>
        <p:nvSpPr>
          <p:cNvPr id="23" name="CaixaDeTexto 22">
            <a:extLst>
              <a:ext uri="{FF2B5EF4-FFF2-40B4-BE49-F238E27FC236}">
                <a16:creationId xmlns:a16="http://schemas.microsoft.com/office/drawing/2014/main" id="{E44F8AE0-DD32-1344-9FF7-B405FB231E4C}"/>
              </a:ext>
            </a:extLst>
          </p:cNvPr>
          <p:cNvSpPr txBox="1"/>
          <p:nvPr/>
        </p:nvSpPr>
        <p:spPr>
          <a:xfrm>
            <a:off x="5169374" y="1263449"/>
            <a:ext cx="5967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/>
              <a:t>CENTRADA EM FATORES HUMANOS</a:t>
            </a:r>
          </a:p>
        </p:txBody>
      </p:sp>
      <p:pic>
        <p:nvPicPr>
          <p:cNvPr id="2050" name="Picture 2" descr="Alterando A Sua Perspectiva de Realidade - CJ Comunicação e Consultoria">
            <a:extLst>
              <a:ext uri="{FF2B5EF4-FFF2-40B4-BE49-F238E27FC236}">
                <a16:creationId xmlns:a16="http://schemas.microsoft.com/office/drawing/2014/main" id="{1C9A6E98-AEA4-784D-B239-AE849A8E7E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4847" y="2653746"/>
            <a:ext cx="2830450" cy="2521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CaixaDeTexto 29">
            <a:extLst>
              <a:ext uri="{FF2B5EF4-FFF2-40B4-BE49-F238E27FC236}">
                <a16:creationId xmlns:a16="http://schemas.microsoft.com/office/drawing/2014/main" id="{6DADDFF4-347A-A243-8BFC-D7584F96C539}"/>
              </a:ext>
            </a:extLst>
          </p:cNvPr>
          <p:cNvSpPr txBox="1"/>
          <p:nvPr/>
        </p:nvSpPr>
        <p:spPr>
          <a:xfrm>
            <a:off x="7776203" y="2742709"/>
            <a:ext cx="11620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Design de interação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8B692259-9724-F143-A6AF-60F13139B556}"/>
              </a:ext>
            </a:extLst>
          </p:cNvPr>
          <p:cNvSpPr/>
          <p:nvPr/>
        </p:nvSpPr>
        <p:spPr>
          <a:xfrm>
            <a:off x="7185742" y="2666930"/>
            <a:ext cx="1982287" cy="774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Práticas em projeto (Design) </a:t>
            </a: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E00A3BC8-F2DF-7E4D-A761-7E70670FE82D}"/>
              </a:ext>
            </a:extLst>
          </p:cNvPr>
          <p:cNvSpPr/>
          <p:nvPr/>
        </p:nvSpPr>
        <p:spPr>
          <a:xfrm>
            <a:off x="9297994" y="1838768"/>
            <a:ext cx="1982287" cy="774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Sistemas de informação</a:t>
            </a: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1BFDFBDB-8A06-D641-B075-92A52C675063}"/>
              </a:ext>
            </a:extLst>
          </p:cNvPr>
          <p:cNvSpPr/>
          <p:nvPr/>
        </p:nvSpPr>
        <p:spPr>
          <a:xfrm>
            <a:off x="9310697" y="2705217"/>
            <a:ext cx="1956892" cy="11401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Trabalho cooperativo suportado por computador</a:t>
            </a:r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384AE346-33B3-B14E-91A4-E22D2B4B1F1D}"/>
              </a:ext>
            </a:extLst>
          </p:cNvPr>
          <p:cNvSpPr/>
          <p:nvPr/>
        </p:nvSpPr>
        <p:spPr>
          <a:xfrm>
            <a:off x="7162173" y="1844108"/>
            <a:ext cx="1982287" cy="7182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Engenharia cognitiva</a:t>
            </a:r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21823BAE-49CA-2841-9216-55BC061411B0}"/>
              </a:ext>
            </a:extLst>
          </p:cNvPr>
          <p:cNvSpPr/>
          <p:nvPr/>
        </p:nvSpPr>
        <p:spPr>
          <a:xfrm>
            <a:off x="7185742" y="3565720"/>
            <a:ext cx="1982287" cy="5276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Ergonomia</a:t>
            </a: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676BFECD-9AB0-894A-8109-F480F6ACD219}"/>
              </a:ext>
            </a:extLst>
          </p:cNvPr>
          <p:cNvSpPr/>
          <p:nvPr/>
        </p:nvSpPr>
        <p:spPr>
          <a:xfrm>
            <a:off x="5213664" y="1844108"/>
            <a:ext cx="1885480" cy="5372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Psicologia </a:t>
            </a:r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9C284435-D3AE-F24B-ABBB-5D15ED3717D6}"/>
              </a:ext>
            </a:extLst>
          </p:cNvPr>
          <p:cNvSpPr/>
          <p:nvPr/>
        </p:nvSpPr>
        <p:spPr>
          <a:xfrm>
            <a:off x="5214759" y="2486902"/>
            <a:ext cx="1885480" cy="5372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Ciências sociais </a:t>
            </a:r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6741C686-FC80-2846-8A50-1677BCE5ACD0}"/>
              </a:ext>
            </a:extLst>
          </p:cNvPr>
          <p:cNvSpPr/>
          <p:nvPr/>
        </p:nvSpPr>
        <p:spPr>
          <a:xfrm>
            <a:off x="5233937" y="3183739"/>
            <a:ext cx="1885480" cy="5372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Computação</a:t>
            </a:r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89C12CE5-7C47-1B49-96E7-07192958E086}"/>
              </a:ext>
            </a:extLst>
          </p:cNvPr>
          <p:cNvSpPr/>
          <p:nvPr/>
        </p:nvSpPr>
        <p:spPr>
          <a:xfrm>
            <a:off x="5213664" y="3845334"/>
            <a:ext cx="1885480" cy="5372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Saúde</a:t>
            </a:r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1627992D-C3C9-2F4A-B70E-FA1F8CA221DF}"/>
              </a:ext>
            </a:extLst>
          </p:cNvPr>
          <p:cNvSpPr/>
          <p:nvPr/>
        </p:nvSpPr>
        <p:spPr>
          <a:xfrm>
            <a:off x="5190191" y="4591024"/>
            <a:ext cx="1885480" cy="5372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Engenharias</a:t>
            </a:r>
          </a:p>
        </p:txBody>
      </p:sp>
      <p:sp>
        <p:nvSpPr>
          <p:cNvPr id="43" name="Retângulo 42">
            <a:extLst>
              <a:ext uri="{FF2B5EF4-FFF2-40B4-BE49-F238E27FC236}">
                <a16:creationId xmlns:a16="http://schemas.microsoft.com/office/drawing/2014/main" id="{C5354DB2-30C9-DC49-8AF8-4E02DDCF2987}"/>
              </a:ext>
            </a:extLst>
          </p:cNvPr>
          <p:cNvSpPr/>
          <p:nvPr/>
        </p:nvSpPr>
        <p:spPr>
          <a:xfrm>
            <a:off x="7185742" y="4210667"/>
            <a:ext cx="1982287" cy="5276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Econômicos</a:t>
            </a:r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E7E3989E-3B03-C64D-B405-1F39CCE3B9E1}"/>
              </a:ext>
            </a:extLst>
          </p:cNvPr>
          <p:cNvSpPr/>
          <p:nvPr/>
        </p:nvSpPr>
        <p:spPr>
          <a:xfrm>
            <a:off x="7214493" y="4864410"/>
            <a:ext cx="1982287" cy="5276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Física</a:t>
            </a:r>
          </a:p>
        </p:txBody>
      </p:sp>
      <p:sp>
        <p:nvSpPr>
          <p:cNvPr id="46" name="Retângulo 45">
            <a:extLst>
              <a:ext uri="{FF2B5EF4-FFF2-40B4-BE49-F238E27FC236}">
                <a16:creationId xmlns:a16="http://schemas.microsoft.com/office/drawing/2014/main" id="{2221640F-83B9-984C-BDE1-4301956E0649}"/>
              </a:ext>
            </a:extLst>
          </p:cNvPr>
          <p:cNvSpPr/>
          <p:nvPr/>
        </p:nvSpPr>
        <p:spPr>
          <a:xfrm>
            <a:off x="9330699" y="3992477"/>
            <a:ext cx="1982287" cy="5276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Química </a:t>
            </a:r>
          </a:p>
        </p:txBody>
      </p:sp>
      <p:sp>
        <p:nvSpPr>
          <p:cNvPr id="48" name="Retângulo 47">
            <a:extLst>
              <a:ext uri="{FF2B5EF4-FFF2-40B4-BE49-F238E27FC236}">
                <a16:creationId xmlns:a16="http://schemas.microsoft.com/office/drawing/2014/main" id="{AC3ED6CF-001B-B444-BBAD-A87D29D55AD1}"/>
              </a:ext>
            </a:extLst>
          </p:cNvPr>
          <p:cNvSpPr/>
          <p:nvPr/>
        </p:nvSpPr>
        <p:spPr>
          <a:xfrm>
            <a:off x="9372008" y="4643185"/>
            <a:ext cx="1982287" cy="5276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Biologia</a:t>
            </a:r>
          </a:p>
        </p:txBody>
      </p:sp>
      <p:sp>
        <p:nvSpPr>
          <p:cNvPr id="49" name="Retângulo 48">
            <a:extLst>
              <a:ext uri="{FF2B5EF4-FFF2-40B4-BE49-F238E27FC236}">
                <a16:creationId xmlns:a16="http://schemas.microsoft.com/office/drawing/2014/main" id="{BBD350D9-1F32-5F4C-BBFC-4EFD751D2468}"/>
              </a:ext>
            </a:extLst>
          </p:cNvPr>
          <p:cNvSpPr/>
          <p:nvPr/>
        </p:nvSpPr>
        <p:spPr>
          <a:xfrm>
            <a:off x="9297994" y="5293893"/>
            <a:ext cx="1982287" cy="5276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Matemática</a:t>
            </a:r>
          </a:p>
        </p:txBody>
      </p:sp>
      <p:sp>
        <p:nvSpPr>
          <p:cNvPr id="50" name="Retângulo 49">
            <a:extLst>
              <a:ext uri="{FF2B5EF4-FFF2-40B4-BE49-F238E27FC236}">
                <a16:creationId xmlns:a16="http://schemas.microsoft.com/office/drawing/2014/main" id="{EF95ECA8-933A-1641-AA57-F8FA45CE24D2}"/>
              </a:ext>
            </a:extLst>
          </p:cNvPr>
          <p:cNvSpPr/>
          <p:nvPr/>
        </p:nvSpPr>
        <p:spPr>
          <a:xfrm>
            <a:off x="5165260" y="5323599"/>
            <a:ext cx="1982287" cy="5276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Ambiente</a:t>
            </a:r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6F17BFE9-8E53-9746-98D4-79DF82EA2E48}"/>
              </a:ext>
            </a:extLst>
          </p:cNvPr>
          <p:cNvSpPr txBox="1"/>
          <p:nvPr/>
        </p:nvSpPr>
        <p:spPr>
          <a:xfrm>
            <a:off x="5924426" y="6032067"/>
            <a:ext cx="4470105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</a:rPr>
              <a:t>MULTIDISCIPLINAR</a:t>
            </a:r>
          </a:p>
        </p:txBody>
      </p:sp>
      <p:sp>
        <p:nvSpPr>
          <p:cNvPr id="56" name="Retângulo 55">
            <a:extLst>
              <a:ext uri="{FF2B5EF4-FFF2-40B4-BE49-F238E27FC236}">
                <a16:creationId xmlns:a16="http://schemas.microsoft.com/office/drawing/2014/main" id="{9309E56F-095D-FB4D-ABFF-4D38E6201278}"/>
              </a:ext>
            </a:extLst>
          </p:cNvPr>
          <p:cNvSpPr/>
          <p:nvPr/>
        </p:nvSpPr>
        <p:spPr>
          <a:xfrm>
            <a:off x="7214493" y="5439275"/>
            <a:ext cx="1982287" cy="5276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Artes/Criatividade</a:t>
            </a:r>
          </a:p>
        </p:txBody>
      </p:sp>
    </p:spTree>
    <p:extLst>
      <p:ext uri="{BB962C8B-B14F-4D97-AF65-F5344CB8AC3E}">
        <p14:creationId xmlns:p14="http://schemas.microsoft.com/office/powerpoint/2010/main" val="30220979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2">
            <a:extLst>
              <a:ext uri="{FF2B5EF4-FFF2-40B4-BE49-F238E27FC236}">
                <a16:creationId xmlns:a16="http://schemas.microsoft.com/office/drawing/2014/main" id="{84DA9BE1-DCFB-EA45-B75B-B373D614149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4EF0C1B5-5F8F-1140-BB4C-E71C2DC6BC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602" y="1872860"/>
            <a:ext cx="5397917" cy="4048438"/>
          </a:xfrm>
          <a:prstGeom prst="rect">
            <a:avLst/>
          </a:prstGeom>
          <a:ln w="57150">
            <a:solidFill>
              <a:srgbClr val="FFC000"/>
            </a:solidFill>
          </a:ln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0F1CA281-DC7E-E343-B667-189575CDAA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2217764"/>
            <a:ext cx="5259388" cy="3944541"/>
          </a:xfrm>
          <a:prstGeom prst="rect">
            <a:avLst/>
          </a:prstGeom>
          <a:ln w="57150">
            <a:solidFill>
              <a:srgbClr val="FFC000"/>
            </a:solidFill>
          </a:ln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B9D261BF-C25B-4E4D-B857-A7960630D5E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7022" y="316276"/>
            <a:ext cx="1635529" cy="944492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0A015BD2-920C-4E4B-96A8-DF8D7F0D9E7F}"/>
              </a:ext>
            </a:extLst>
          </p:cNvPr>
          <p:cNvSpPr txBox="1"/>
          <p:nvPr/>
        </p:nvSpPr>
        <p:spPr>
          <a:xfrm>
            <a:off x="1880839" y="557689"/>
            <a:ext cx="78097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bg1"/>
                </a:solidFill>
                <a:highlight>
                  <a:srgbClr val="000000"/>
                </a:highlight>
              </a:rPr>
              <a:t>DESENVOLVIMENTO DE SISTEMAS (PRODUTOS/SERVIÇOS)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B6C86ACF-78A9-264F-B1F8-F3CF36894AF9}"/>
              </a:ext>
            </a:extLst>
          </p:cNvPr>
          <p:cNvSpPr txBox="1"/>
          <p:nvPr/>
        </p:nvSpPr>
        <p:spPr>
          <a:xfrm>
            <a:off x="1226634" y="6119336"/>
            <a:ext cx="375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MODELO EM “V” 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C74B6A64-AF4C-6749-A9C0-F7883E65FCD4}"/>
              </a:ext>
            </a:extLst>
          </p:cNvPr>
          <p:cNvSpPr txBox="1"/>
          <p:nvPr/>
        </p:nvSpPr>
        <p:spPr>
          <a:xfrm>
            <a:off x="7647422" y="6172392"/>
            <a:ext cx="375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CICLO DE VIDA DO SISTEMA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77D88E8B-D53F-1540-B23F-34CFAD152F3F}"/>
              </a:ext>
            </a:extLst>
          </p:cNvPr>
          <p:cNvSpPr txBox="1"/>
          <p:nvPr/>
        </p:nvSpPr>
        <p:spPr>
          <a:xfrm>
            <a:off x="214386" y="6488668"/>
            <a:ext cx="5347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FONTE: BRUSA, CALÁ, FERRETO (2018).</a:t>
            </a:r>
          </a:p>
        </p:txBody>
      </p:sp>
    </p:spTree>
    <p:extLst>
      <p:ext uri="{BB962C8B-B14F-4D97-AF65-F5344CB8AC3E}">
        <p14:creationId xmlns:p14="http://schemas.microsoft.com/office/powerpoint/2010/main" val="9751260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Agrupar 17">
            <a:extLst>
              <a:ext uri="{FF2B5EF4-FFF2-40B4-BE49-F238E27FC236}">
                <a16:creationId xmlns:a16="http://schemas.microsoft.com/office/drawing/2014/main" id="{BCC9CA2A-3971-8E32-7571-BD9D986710F5}"/>
              </a:ext>
            </a:extLst>
          </p:cNvPr>
          <p:cNvGrpSpPr/>
          <p:nvPr/>
        </p:nvGrpSpPr>
        <p:grpSpPr>
          <a:xfrm>
            <a:off x="488207" y="468673"/>
            <a:ext cx="11065505" cy="5275911"/>
            <a:chOff x="972302" y="2284482"/>
            <a:chExt cx="9659512" cy="4082127"/>
          </a:xfrm>
        </p:grpSpPr>
        <p:sp>
          <p:nvSpPr>
            <p:cNvPr id="4" name="Espaço Reservado para Conteúdo 1">
              <a:extLst>
                <a:ext uri="{FF2B5EF4-FFF2-40B4-BE49-F238E27FC236}">
                  <a16:creationId xmlns:a16="http://schemas.microsoft.com/office/drawing/2014/main" id="{F8803232-CC84-D3F0-EA17-379C053155B7}"/>
                </a:ext>
              </a:extLst>
            </p:cNvPr>
            <p:cNvSpPr txBox="1">
              <a:spLocks/>
            </p:cNvSpPr>
            <p:nvPr/>
          </p:nvSpPr>
          <p:spPr>
            <a:xfrm>
              <a:off x="1076587" y="5672923"/>
              <a:ext cx="2062900" cy="357820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pt-BR" sz="1600" b="1" dirty="0"/>
                <a:t>Visita  empresas: identificação do problema concreto</a:t>
              </a:r>
            </a:p>
          </p:txBody>
        </p:sp>
        <p:pic>
          <p:nvPicPr>
            <p:cNvPr id="6" name="Picture 2" descr="Gerado por DALL·E">
              <a:extLst>
                <a:ext uri="{FF2B5EF4-FFF2-40B4-BE49-F238E27FC236}">
                  <a16:creationId xmlns:a16="http://schemas.microsoft.com/office/drawing/2014/main" id="{34AC799A-C4F7-C8E7-7A2D-1C8EE7C96A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02891" y="3274885"/>
              <a:ext cx="2215259" cy="22152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4" descr="Gerado por DALL·E">
              <a:extLst>
                <a:ext uri="{FF2B5EF4-FFF2-40B4-BE49-F238E27FC236}">
                  <a16:creationId xmlns:a16="http://schemas.microsoft.com/office/drawing/2014/main" id="{0CD2014A-E07E-A2BB-D0E9-64CAF2DDA8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7366" y="3274887"/>
              <a:ext cx="2215259" cy="22152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6" descr="Gerado por DALL·E">
              <a:extLst>
                <a:ext uri="{FF2B5EF4-FFF2-40B4-BE49-F238E27FC236}">
                  <a16:creationId xmlns:a16="http://schemas.microsoft.com/office/drawing/2014/main" id="{EBD1BC04-85D4-9FC8-BCE8-51753627463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87462" y="3274885"/>
              <a:ext cx="2215259" cy="22152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Espaço Reservado para Conteúdo 1">
              <a:extLst>
                <a:ext uri="{FF2B5EF4-FFF2-40B4-BE49-F238E27FC236}">
                  <a16:creationId xmlns:a16="http://schemas.microsoft.com/office/drawing/2014/main" id="{BCD72390-5D39-9243-96D4-7813415C21EA}"/>
                </a:ext>
              </a:extLst>
            </p:cNvPr>
            <p:cNvSpPr txBox="1">
              <a:spLocks/>
            </p:cNvSpPr>
            <p:nvPr/>
          </p:nvSpPr>
          <p:spPr>
            <a:xfrm>
              <a:off x="3572899" y="5694876"/>
              <a:ext cx="1875241" cy="671733"/>
            </a:xfrm>
            <a:prstGeom prst="rect">
              <a:avLst/>
            </a:prstGeom>
          </p:spPr>
          <p:txBody>
            <a:bodyPr/>
            <a:lstStyle>
              <a:lvl1pPr marL="0" indent="0" algn="l" defTabSz="914377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Lato" panose="020F0502020204030203" pitchFamily="34" charset="0"/>
                  <a:ea typeface="+mn-ea"/>
                  <a:cs typeface="+mn-cs"/>
                </a:defRPr>
              </a:lvl1pPr>
              <a:lvl2pPr marL="685783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2971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160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349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537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726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8914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103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BR" sz="1600" b="1" dirty="0"/>
                <a:t>Desenvolvimento do projeto</a:t>
              </a:r>
            </a:p>
          </p:txBody>
        </p:sp>
        <p:sp>
          <p:nvSpPr>
            <p:cNvPr id="10" name="Espaço Reservado para Conteúdo 1">
              <a:extLst>
                <a:ext uri="{FF2B5EF4-FFF2-40B4-BE49-F238E27FC236}">
                  <a16:creationId xmlns:a16="http://schemas.microsoft.com/office/drawing/2014/main" id="{2C189626-0368-296A-B2F2-CE4C8B4DDA24}"/>
                </a:ext>
              </a:extLst>
            </p:cNvPr>
            <p:cNvSpPr txBox="1">
              <a:spLocks/>
            </p:cNvSpPr>
            <p:nvPr/>
          </p:nvSpPr>
          <p:spPr>
            <a:xfrm>
              <a:off x="5780952" y="5666351"/>
              <a:ext cx="2228278" cy="492822"/>
            </a:xfrm>
            <a:prstGeom prst="rect">
              <a:avLst/>
            </a:prstGeom>
          </p:spPr>
          <p:txBody>
            <a:bodyPr/>
            <a:lstStyle>
              <a:lvl1pPr marL="0" indent="0" algn="l" defTabSz="914377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Lato" panose="020F0502020204030203" pitchFamily="34" charset="0"/>
                  <a:ea typeface="+mn-ea"/>
                  <a:cs typeface="+mn-cs"/>
                </a:defRPr>
              </a:lvl1pPr>
              <a:lvl2pPr marL="685783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2971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160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349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537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726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8914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103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BR" sz="1600" b="1" dirty="0"/>
                <a:t>Entrega de concepções </a:t>
              </a:r>
            </a:p>
          </p:txBody>
        </p:sp>
        <p:sp>
          <p:nvSpPr>
            <p:cNvPr id="11" name="Espaço Reservado para Conteúdo 1">
              <a:extLst>
                <a:ext uri="{FF2B5EF4-FFF2-40B4-BE49-F238E27FC236}">
                  <a16:creationId xmlns:a16="http://schemas.microsoft.com/office/drawing/2014/main" id="{22947598-CF8B-B444-7B1E-FF24F28236A5}"/>
                </a:ext>
              </a:extLst>
            </p:cNvPr>
            <p:cNvSpPr txBox="1">
              <a:spLocks/>
            </p:cNvSpPr>
            <p:nvPr/>
          </p:nvSpPr>
          <p:spPr>
            <a:xfrm>
              <a:off x="8403536" y="5571567"/>
              <a:ext cx="2228278" cy="492822"/>
            </a:xfrm>
            <a:prstGeom prst="rect">
              <a:avLst/>
            </a:prstGeom>
          </p:spPr>
          <p:txBody>
            <a:bodyPr/>
            <a:lstStyle>
              <a:lvl1pPr marL="0" indent="0" algn="l" defTabSz="914377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Lato" panose="020F0502020204030203" pitchFamily="34" charset="0"/>
                  <a:ea typeface="+mn-ea"/>
                  <a:cs typeface="+mn-cs"/>
                </a:defRPr>
              </a:lvl1pPr>
              <a:lvl2pPr marL="685783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2971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160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349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537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726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8914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103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BR" sz="1600" b="1" dirty="0"/>
                <a:t>Seleção dos melhores  projetos para continuidade.....</a:t>
              </a:r>
            </a:p>
          </p:txBody>
        </p:sp>
        <p:pic>
          <p:nvPicPr>
            <p:cNvPr id="12" name="Picture 8" descr="Gerado por DALL·E">
              <a:extLst>
                <a:ext uri="{FF2B5EF4-FFF2-40B4-BE49-F238E27FC236}">
                  <a16:creationId xmlns:a16="http://schemas.microsoft.com/office/drawing/2014/main" id="{26D155B0-9641-C8D7-2391-2B6F46B888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72033" y="3231666"/>
              <a:ext cx="2419091" cy="22584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Seta para a Direita 12" descr="17 semanas">
              <a:extLst>
                <a:ext uri="{FF2B5EF4-FFF2-40B4-BE49-F238E27FC236}">
                  <a16:creationId xmlns:a16="http://schemas.microsoft.com/office/drawing/2014/main" id="{F4FF8B1C-74E3-3140-A550-53095D484DD8}"/>
                </a:ext>
              </a:extLst>
            </p:cNvPr>
            <p:cNvSpPr/>
            <p:nvPr/>
          </p:nvSpPr>
          <p:spPr>
            <a:xfrm>
              <a:off x="972302" y="2695106"/>
              <a:ext cx="7744527" cy="651183"/>
            </a:xfrm>
            <a:prstGeom prst="rightArrow">
              <a:avLst>
                <a:gd name="adj1" fmla="val 76672"/>
                <a:gd name="adj2" fmla="val 50000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chemeClr val="bg1"/>
                </a:solidFill>
              </a:endParaRP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CBF927AF-ADE3-61BD-E855-86F1E89E75E4}"/>
                </a:ext>
              </a:extLst>
            </p:cNvPr>
            <p:cNvSpPr txBox="1"/>
            <p:nvPr/>
          </p:nvSpPr>
          <p:spPr>
            <a:xfrm>
              <a:off x="4290488" y="2843894"/>
              <a:ext cx="16876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>
                  <a:solidFill>
                    <a:schemeClr val="bg1"/>
                  </a:solidFill>
                </a:rPr>
                <a:t>17 semanas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FED6AAA-F4A9-CAC4-663A-B680D39D7F9D}"/>
                </a:ext>
              </a:extLst>
            </p:cNvPr>
            <p:cNvSpPr/>
            <p:nvPr/>
          </p:nvSpPr>
          <p:spPr>
            <a:xfrm>
              <a:off x="8108366" y="2740274"/>
              <a:ext cx="609603" cy="53241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DBB3C898-19E3-5A2D-C316-91E2C756CC1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99840" y="2284482"/>
              <a:ext cx="1585389" cy="91553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5427045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FB952CF52B7DE4ABAC1D5EF85AB9ACF" ma:contentTypeVersion="8" ma:contentTypeDescription="Create a new document." ma:contentTypeScope="" ma:versionID="b1f36401dbb676cd1f7b497acbb4e1f6">
  <xsd:schema xmlns:xsd="http://www.w3.org/2001/XMLSchema" xmlns:xs="http://www.w3.org/2001/XMLSchema" xmlns:p="http://schemas.microsoft.com/office/2006/metadata/properties" xmlns:ns2="0616edac-8b85-431d-b1bb-a5cc9cdccc91" targetNamespace="http://schemas.microsoft.com/office/2006/metadata/properties" ma:root="true" ma:fieldsID="6a912bbc38cdab6b7e52d9f8184f25ee" ns2:_="">
    <xsd:import namespace="0616edac-8b85-431d-b1bb-a5cc9cdccc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16edac-8b85-431d-b1bb-a5cc9cdccc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E5C8A89-5E83-43D4-9A42-FEBFA3C80888}"/>
</file>

<file path=customXml/itemProps2.xml><?xml version="1.0" encoding="utf-8"?>
<ds:datastoreItem xmlns:ds="http://schemas.openxmlformats.org/officeDocument/2006/customXml" ds:itemID="{144A7778-4E3F-41D6-8917-A1A8BBC44B74}"/>
</file>

<file path=customXml/itemProps3.xml><?xml version="1.0" encoding="utf-8"?>
<ds:datastoreItem xmlns:ds="http://schemas.openxmlformats.org/officeDocument/2006/customXml" ds:itemID="{9418EDEB-BC45-44AA-AD53-6F6D1538A2E6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771</TotalTime>
  <Words>373</Words>
  <Application>Microsoft Macintosh PowerPoint</Application>
  <PresentationFormat>Widescreen</PresentationFormat>
  <Paragraphs>56</Paragraphs>
  <Slides>11</Slides>
  <Notes>1</Notes>
  <HiddenSlides>2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9" baseType="lpstr">
      <vt:lpstr>Aptos</vt:lpstr>
      <vt:lpstr>Aptos Display</vt:lpstr>
      <vt:lpstr>Arial</vt:lpstr>
      <vt:lpstr>Lato</vt:lpstr>
      <vt:lpstr>Open Sans</vt:lpstr>
      <vt:lpstr>Roboto</vt:lpstr>
      <vt:lpstr>Times New Roman</vt:lpstr>
      <vt:lpstr>Tema do Office</vt:lpstr>
      <vt:lpstr>Tema de PSP6</vt:lpstr>
      <vt:lpstr>ENGENHARIA DE PRODUÇÃO</vt:lpstr>
      <vt:lpstr>Apresentação do PowerPoint</vt:lpstr>
      <vt:lpstr>SOCIAL</vt:lpstr>
      <vt:lpstr>Apresentação do PowerPoint</vt:lpstr>
      <vt:lpstr>Apresentação do PowerPoint</vt:lpstr>
      <vt:lpstr>Apresentação do PowerPoint</vt:lpstr>
      <vt:lpstr>Objetivos </vt:lpstr>
      <vt:lpstr>METODOLOGIA EMPREGADA:  PESQUISA -AÇÃO 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Tema de psp6</dc:title>
  <dc:creator>Andrea Cristina dos Santos</dc:creator>
  <cp:lastModifiedBy>Andrea Cristina dos Santos</cp:lastModifiedBy>
  <cp:revision>4</cp:revision>
  <dcterms:created xsi:type="dcterms:W3CDTF">2023-03-29T17:10:20Z</dcterms:created>
  <dcterms:modified xsi:type="dcterms:W3CDTF">2024-10-14T16:57:06Z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0x010100FFB952CF52B7DE4ABAC1D5EF85AB9ACF</vt:lpwstr>
  </property>
</Properties>
</file>